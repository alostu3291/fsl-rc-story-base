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821" r:id="rId4"/>
    <p:sldMasterId id="2147483822" r:id="rId5"/>
  </p:sldMasterIdLst>
  <p:notesMasterIdLst>
    <p:notesMasterId r:id="rId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3" r:id="rId30"/>
    <p:sldId id="274" r:id="rId31"/>
    <p:sldId id="275" r:id="rId32"/>
    <p:sldId id="276" r:id="rId33"/>
    <p:sldId id="277" r:id="rId34"/>
    <p:sldId id="278" r:id="rId35"/>
    <p:sldId id="279" r:id="rId36"/>
    <p:sldId id="280" r:id="rId37"/>
    <p:sldId id="281" r:id="rId38"/>
    <p:sldId id="272" r:id="rId29"/>
  </p:sldIdLst>
  <p:sldSz cy="10287000" cx="18288000"/>
  <p:notesSz cx="7010400" cy="9296400"/>
  <p:embeddedFontLst>
    <p:embeddedFont>
      <p:font typeface="Helvetica Neue"/>
      <p:regular r:id="rId117"/>
      <p:bold r:id="rId118"/>
      <p:italic r:id="rId119"/>
      <p:boldItalic r:id="rId120"/>
    </p:embeddedFont>
    <p:embeddedFont>
      <p:font typeface="Avant Garde Demi SFDC"/>
      <p:regular r:id="rId121"/>
    </p:embeddedFont>
    <p:embeddedFont>
      <p:font typeface="Questrial"/>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117" Type="http://schemas.openxmlformats.org/officeDocument/2006/relationships/font" Target="fonts/HelveticaNeue-regular.fntdata"/><Relationship Id="rId118" Type="http://schemas.openxmlformats.org/officeDocument/2006/relationships/font" Target="fonts/HelveticaNeue-bold.fntdata"/><Relationship Id="rId119" Type="http://schemas.openxmlformats.org/officeDocument/2006/relationships/font" Target="fonts/HelveticaNeue-italic.fntdata"/><Relationship Id="rId120" Type="http://schemas.openxmlformats.org/officeDocument/2006/relationships/font" Target="fonts/HelveticaNeue-boldItalic.fntdata"/><Relationship Id="rId121" Type="http://schemas.openxmlformats.org/officeDocument/2006/relationships/font" Target="fonts/AvantGardeDemiSFDC-regular.fntdata"/><Relationship Id="rId122" Type="http://schemas.openxmlformats.org/officeDocument/2006/relationships/font" Target="fonts/Questrial-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049794"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accent1"/>
              </a:buClr>
              <a:buSzPts val="1400"/>
              <a:buFont typeface="Arial"/>
              <a:buNone/>
              <a:defRPr b="0" i="0" sz="800" u="none" cap="none" strike="noStrike">
                <a:solidFill>
                  <a:schemeClr val="accent1"/>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5766485" y="0"/>
            <a:ext cx="1243915" cy="464819"/>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929292"/>
              </a:buClr>
              <a:buSzPts val="1400"/>
              <a:buFont typeface="Arial"/>
              <a:buNone/>
              <a:defRPr b="0" i="0" sz="800" u="none" cap="none" strike="noStrike">
                <a:solidFill>
                  <a:srgbClr val="929292"/>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07180" y="696912"/>
            <a:ext cx="6195900" cy="3486300"/>
          </a:xfrm>
          <a:custGeom>
            <a:rect b="b" l="l" r="r" t="t"/>
            <a:pathLst>
              <a:path extrusionOk="0" h="120000" w="120000">
                <a:moveTo>
                  <a:pt x="0" y="0"/>
                </a:moveTo>
                <a:lnTo>
                  <a:pt x="120000" y="0"/>
                </a:lnTo>
                <a:lnTo>
                  <a:pt x="120000" y="120000"/>
                </a:lnTo>
                <a:lnTo>
                  <a:pt x="0" y="120000"/>
                </a:lnTo>
                <a:close/>
              </a:path>
            </a:pathLst>
          </a:custGeom>
          <a:noFill/>
          <a:ln cap="flat" cmpd="sng" w="9525">
            <a:solidFill>
              <a:schemeClr val="accent2"/>
            </a:solidFill>
            <a:prstDash val="solid"/>
            <a:round/>
            <a:headEnd len="sm" w="sm" type="none"/>
            <a:tailEnd len="sm" w="sm" type="none"/>
          </a:ln>
        </p:spPr>
      </p:sp>
      <p:sp>
        <p:nvSpPr>
          <p:cNvPr id="6" name="Google Shape;6;n"/>
          <p:cNvSpPr txBox="1"/>
          <p:nvPr>
            <p:ph idx="1" type="body"/>
          </p:nvPr>
        </p:nvSpPr>
        <p:spPr>
          <a:xfrm>
            <a:off x="407987" y="4415789"/>
            <a:ext cx="6194425" cy="4183379"/>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4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400"/>
              <a:buFont typeface="Arial"/>
              <a:buNone/>
              <a:defRPr b="0" i="0" sz="1200" u="none" cap="none" strike="noStrike">
                <a:solidFill>
                  <a:schemeClr val="dk1"/>
                </a:solidFill>
                <a:latin typeface="Arial"/>
                <a:ea typeface="Arial"/>
                <a:cs typeface="Arial"/>
                <a:sym typeface="Arial"/>
              </a:defRPr>
            </a:lvl5pPr>
            <a:lvl6pPr indent="-317500" lvl="5" marL="27432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6pPr>
            <a:lvl7pPr indent="-317500" lvl="6" marL="32004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7pPr>
            <a:lvl8pPr indent="-317500" lvl="7" marL="36576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8pPr>
            <a:lvl9pPr indent="-317500" lvl="8" marL="4114800" marR="0" rtl="0" algn="l">
              <a:spcBef>
                <a:spcPts val="0"/>
              </a:spcBef>
              <a:spcAft>
                <a:spcPts val="0"/>
              </a:spcAft>
              <a:buSzPts val="1400"/>
              <a:buChar char="■"/>
              <a:defRPr b="0" i="0" sz="1200" u="none" cap="none" strike="noStrike">
                <a:solidFill>
                  <a:schemeClr val="dk1"/>
                </a:solidFill>
                <a:latin typeface="Arial"/>
                <a:ea typeface="Arial"/>
                <a:cs typeface="Arial"/>
                <a:sym typeface="Arial"/>
              </a:defRPr>
            </a:lvl9pPr>
          </a:lstStyle>
          <a:p/>
        </p:txBody>
      </p:sp>
      <p:sp>
        <p:nvSpPr>
          <p:cNvPr id="7" name="Google Shape;7;n"/>
          <p:cNvSpPr/>
          <p:nvPr/>
        </p:nvSpPr>
        <p:spPr>
          <a:xfrm flipH="1" rot="10800000">
            <a:off x="0" y="9225415"/>
            <a:ext cx="7010400" cy="70984"/>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Font typeface="Arial"/>
              <a:buNone/>
            </a:pPr>
            <a:r>
              <a:t/>
            </a:r>
            <a:endParaRPr b="0" i="0" sz="1900" u="none" cap="none" strike="noStrike">
              <a:solidFill>
                <a:schemeClr val="lt1"/>
              </a:solidFill>
              <a:latin typeface="Arial"/>
              <a:ea typeface="Arial"/>
              <a:cs typeface="Arial"/>
              <a:sym typeface="Arial"/>
            </a:endParaRPr>
          </a:p>
        </p:txBody>
      </p:sp>
      <p:sp>
        <p:nvSpPr>
          <p:cNvPr id="8" name="Google Shape;8;n"/>
          <p:cNvSpPr txBox="1"/>
          <p:nvPr>
            <p:ph idx="11" type="ftr"/>
          </p:nvPr>
        </p:nvSpPr>
        <p:spPr>
          <a:xfrm>
            <a:off x="0" y="8996336"/>
            <a:ext cx="3038475" cy="215443"/>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rgbClr val="5B5B5B"/>
              </a:buClr>
              <a:buSzPts val="1400"/>
              <a:buFont typeface="Arial"/>
              <a:buNone/>
              <a:defRPr b="0" i="0" sz="800" u="none" cap="none" strike="noStrike">
                <a:solidFill>
                  <a:srgbClr val="5B5B5B"/>
                </a:solidFill>
                <a:latin typeface="Arial"/>
                <a:ea typeface="Arial"/>
                <a:cs typeface="Arial"/>
                <a:sym typeface="Arial"/>
              </a:defRPr>
            </a:lvl1pPr>
            <a:lvl2pPr indent="-12631" lvl="1" marL="457131"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2pPr>
            <a:lvl3pPr indent="-12562" lvl="2" marL="914262"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3pPr>
            <a:lvl4pPr indent="-12493" lvl="3" marL="1371393"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4pPr>
            <a:lvl5pPr indent="-12426" lvl="4" marL="1828526"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5pPr>
            <a:lvl6pPr indent="-12357" lvl="5" marL="2285657"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6pPr>
            <a:lvl7pPr indent="-12288" lvl="6" marL="2742788"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7pPr>
            <a:lvl8pPr indent="-12219" lvl="7" marL="3199919"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8pPr>
            <a:lvl9pPr indent="-12150" lvl="8" marL="3657050" marR="0" rtl="0" algn="l">
              <a:lnSpc>
                <a:spcPct val="100000"/>
              </a:lnSpc>
              <a:spcBef>
                <a:spcPts val="0"/>
              </a:spcBef>
              <a:spcAft>
                <a:spcPts val="0"/>
              </a:spcAft>
              <a:buClr>
                <a:schemeClr val="dk1"/>
              </a:buClr>
              <a:buSzPts val="1400"/>
              <a:buFont typeface="Arial"/>
              <a:buNone/>
              <a:defRPr b="0" i="0" sz="1900" u="none" cap="none" strike="noStrike">
                <a:solidFill>
                  <a:schemeClr val="dk1"/>
                </a:solidFill>
                <a:latin typeface="Arial"/>
                <a:ea typeface="Arial"/>
                <a:cs typeface="Arial"/>
                <a:sym typeface="Arial"/>
              </a:defRPr>
            </a:lvl9pPr>
          </a:lstStyle>
          <a:p/>
        </p:txBody>
      </p:sp>
      <p:grpSp>
        <p:nvGrpSpPr>
          <p:cNvPr id="9" name="Google Shape;9;n"/>
          <p:cNvGrpSpPr/>
          <p:nvPr/>
        </p:nvGrpSpPr>
        <p:grpSpPr>
          <a:xfrm>
            <a:off x="6393468" y="8874285"/>
            <a:ext cx="417887" cy="292590"/>
            <a:chOff x="267" y="-340"/>
            <a:chExt cx="7144" cy="5001"/>
          </a:xfrm>
        </p:grpSpPr>
        <p:sp>
          <p:nvSpPr>
            <p:cNvPr id="10" name="Google Shape;10;n"/>
            <p:cNvSpPr/>
            <p:nvPr/>
          </p:nvSpPr>
          <p:spPr>
            <a:xfrm>
              <a:off x="267" y="-340"/>
              <a:ext cx="7144" cy="5001"/>
            </a:xfrm>
            <a:custGeom>
              <a:rect b="b" l="l" r="r" t="t"/>
              <a:pathLst>
                <a:path extrusionOk="0" h="120000" w="120000">
                  <a:moveTo>
                    <a:pt x="49930" y="13055"/>
                  </a:moveTo>
                  <a:cubicBezTo>
                    <a:pt x="53823" y="7322"/>
                    <a:pt x="59185" y="3746"/>
                    <a:pt x="65143" y="3746"/>
                  </a:cubicBezTo>
                  <a:cubicBezTo>
                    <a:pt x="73088" y="3746"/>
                    <a:pt x="80000" y="10047"/>
                    <a:pt x="83654" y="19413"/>
                  </a:cubicBezTo>
                  <a:cubicBezTo>
                    <a:pt x="86871" y="17369"/>
                    <a:pt x="90407" y="16234"/>
                    <a:pt x="94101" y="16234"/>
                  </a:cubicBezTo>
                  <a:cubicBezTo>
                    <a:pt x="108401" y="16234"/>
                    <a:pt x="119999" y="32923"/>
                    <a:pt x="119999" y="53528"/>
                  </a:cubicBezTo>
                  <a:cubicBezTo>
                    <a:pt x="119999" y="74134"/>
                    <a:pt x="108401" y="90823"/>
                    <a:pt x="94101" y="90823"/>
                  </a:cubicBezTo>
                  <a:cubicBezTo>
                    <a:pt x="92393" y="90823"/>
                    <a:pt x="90685" y="90539"/>
                    <a:pt x="89016" y="90085"/>
                  </a:cubicBezTo>
                  <a:cubicBezTo>
                    <a:pt x="85799" y="98372"/>
                    <a:pt x="79602" y="103935"/>
                    <a:pt x="72532" y="103935"/>
                  </a:cubicBezTo>
                  <a:cubicBezTo>
                    <a:pt x="69553" y="103935"/>
                    <a:pt x="66732" y="102970"/>
                    <a:pt x="64270" y="101210"/>
                  </a:cubicBezTo>
                  <a:cubicBezTo>
                    <a:pt x="60973" y="112223"/>
                    <a:pt x="53306" y="120000"/>
                    <a:pt x="44409" y="120000"/>
                  </a:cubicBezTo>
                  <a:cubicBezTo>
                    <a:pt x="35114" y="120000"/>
                    <a:pt x="27209" y="111598"/>
                    <a:pt x="24150" y="99791"/>
                  </a:cubicBezTo>
                  <a:cubicBezTo>
                    <a:pt x="22840" y="100189"/>
                    <a:pt x="21449" y="100416"/>
                    <a:pt x="20019" y="100416"/>
                  </a:cubicBezTo>
                  <a:cubicBezTo>
                    <a:pt x="8977" y="100416"/>
                    <a:pt x="0" y="87473"/>
                    <a:pt x="0" y="71523"/>
                  </a:cubicBezTo>
                  <a:cubicBezTo>
                    <a:pt x="0" y="60794"/>
                    <a:pt x="4051" y="51485"/>
                    <a:pt x="10009" y="46490"/>
                  </a:cubicBezTo>
                  <a:cubicBezTo>
                    <a:pt x="8778" y="42403"/>
                    <a:pt x="8103" y="37918"/>
                    <a:pt x="8103" y="33263"/>
                  </a:cubicBezTo>
                  <a:cubicBezTo>
                    <a:pt x="8103" y="14872"/>
                    <a:pt x="18550" y="0"/>
                    <a:pt x="31420" y="0"/>
                  </a:cubicBezTo>
                  <a:cubicBezTo>
                    <a:pt x="38967" y="0"/>
                    <a:pt x="45680" y="5108"/>
                    <a:pt x="49930" y="13055"/>
                  </a:cubicBezTo>
                  <a:close/>
                </a:path>
              </a:pathLst>
            </a:custGeom>
            <a:solidFill>
              <a:srgbClr val="0A9A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1" name="Google Shape;11;n"/>
            <p:cNvSpPr/>
            <p:nvPr/>
          </p:nvSpPr>
          <p:spPr>
            <a:xfrm>
              <a:off x="1297"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786" y="89154"/>
                    <a:pt x="12511" y="88309"/>
                  </a:cubicBezTo>
                  <a:cubicBezTo>
                    <a:pt x="11374" y="87887"/>
                    <a:pt x="9099" y="87042"/>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2" name="Google Shape;12;n"/>
            <p:cNvSpPr/>
            <p:nvPr/>
          </p:nvSpPr>
          <p:spPr>
            <a:xfrm>
              <a:off x="3443" y="1670"/>
              <a:ext cx="499" cy="672"/>
            </a:xfrm>
            <a:custGeom>
              <a:rect b="b" l="l" r="r" t="t"/>
              <a:pathLst>
                <a:path extrusionOk="0" h="120000" w="120000">
                  <a:moveTo>
                    <a:pt x="1137" y="103943"/>
                  </a:moveTo>
                  <a:cubicBezTo>
                    <a:pt x="0" y="106056"/>
                    <a:pt x="1137" y="106478"/>
                    <a:pt x="1706" y="106901"/>
                  </a:cubicBezTo>
                  <a:cubicBezTo>
                    <a:pt x="5118" y="108591"/>
                    <a:pt x="8530" y="109859"/>
                    <a:pt x="11374" y="111126"/>
                  </a:cubicBezTo>
                  <a:cubicBezTo>
                    <a:pt x="29004" y="118309"/>
                    <a:pt x="45497" y="120000"/>
                    <a:pt x="63127" y="120000"/>
                  </a:cubicBezTo>
                  <a:cubicBezTo>
                    <a:pt x="98388" y="120000"/>
                    <a:pt x="120000" y="106478"/>
                    <a:pt x="120000" y="84084"/>
                  </a:cubicBezTo>
                  <a:cubicBezTo>
                    <a:pt x="120000" y="83239"/>
                    <a:pt x="120000" y="83239"/>
                    <a:pt x="120000" y="83239"/>
                  </a:cubicBezTo>
                  <a:cubicBezTo>
                    <a:pt x="120000" y="62535"/>
                    <a:pt x="95545" y="55352"/>
                    <a:pt x="72227" y="49859"/>
                  </a:cubicBezTo>
                  <a:cubicBezTo>
                    <a:pt x="69383" y="49014"/>
                    <a:pt x="69383" y="49014"/>
                    <a:pt x="69383" y="49014"/>
                  </a:cubicBezTo>
                  <a:cubicBezTo>
                    <a:pt x="51753" y="44788"/>
                    <a:pt x="36398" y="40985"/>
                    <a:pt x="36398" y="32535"/>
                  </a:cubicBezTo>
                  <a:cubicBezTo>
                    <a:pt x="36398" y="32112"/>
                    <a:pt x="36398" y="32112"/>
                    <a:pt x="36398" y="32112"/>
                  </a:cubicBezTo>
                  <a:cubicBezTo>
                    <a:pt x="36398" y="24929"/>
                    <a:pt x="45497" y="19436"/>
                    <a:pt x="59146" y="19436"/>
                  </a:cubicBezTo>
                  <a:cubicBezTo>
                    <a:pt x="74502" y="19436"/>
                    <a:pt x="92132" y="23239"/>
                    <a:pt x="104075" y="27887"/>
                  </a:cubicBezTo>
                  <a:cubicBezTo>
                    <a:pt x="104075" y="27887"/>
                    <a:pt x="107488" y="29577"/>
                    <a:pt x="108625" y="27042"/>
                  </a:cubicBezTo>
                  <a:cubicBezTo>
                    <a:pt x="109194" y="25774"/>
                    <a:pt x="114881" y="13943"/>
                    <a:pt x="115450" y="12676"/>
                  </a:cubicBezTo>
                  <a:cubicBezTo>
                    <a:pt x="116587" y="11408"/>
                    <a:pt x="115450" y="10563"/>
                    <a:pt x="113744" y="9718"/>
                  </a:cubicBezTo>
                  <a:cubicBezTo>
                    <a:pt x="100663" y="3802"/>
                    <a:pt x="82464" y="0"/>
                    <a:pt x="63696" y="0"/>
                  </a:cubicBezTo>
                  <a:cubicBezTo>
                    <a:pt x="59715" y="0"/>
                    <a:pt x="59715" y="0"/>
                    <a:pt x="59715" y="0"/>
                  </a:cubicBezTo>
                  <a:cubicBezTo>
                    <a:pt x="27867" y="0"/>
                    <a:pt x="5118" y="14366"/>
                    <a:pt x="5118" y="35070"/>
                  </a:cubicBezTo>
                  <a:cubicBezTo>
                    <a:pt x="5118" y="35492"/>
                    <a:pt x="5118" y="35492"/>
                    <a:pt x="5118" y="35492"/>
                  </a:cubicBezTo>
                  <a:cubicBezTo>
                    <a:pt x="5118" y="57464"/>
                    <a:pt x="30142" y="64647"/>
                    <a:pt x="53459" y="69295"/>
                  </a:cubicBezTo>
                  <a:cubicBezTo>
                    <a:pt x="56872" y="70140"/>
                    <a:pt x="56872" y="70140"/>
                    <a:pt x="56872" y="70140"/>
                  </a:cubicBezTo>
                  <a:cubicBezTo>
                    <a:pt x="73933" y="73943"/>
                    <a:pt x="88720" y="77323"/>
                    <a:pt x="88720" y="86197"/>
                  </a:cubicBezTo>
                  <a:cubicBezTo>
                    <a:pt x="88720" y="86619"/>
                    <a:pt x="88720" y="86619"/>
                    <a:pt x="88720" y="86619"/>
                  </a:cubicBezTo>
                  <a:cubicBezTo>
                    <a:pt x="88720" y="95070"/>
                    <a:pt x="79052" y="100985"/>
                    <a:pt x="63696" y="100985"/>
                  </a:cubicBezTo>
                  <a:cubicBezTo>
                    <a:pt x="58009" y="100985"/>
                    <a:pt x="38672" y="100985"/>
                    <a:pt x="18199" y="91267"/>
                  </a:cubicBezTo>
                  <a:cubicBezTo>
                    <a:pt x="15924" y="90000"/>
                    <a:pt x="14218" y="89577"/>
                    <a:pt x="12511" y="88309"/>
                  </a:cubicBezTo>
                  <a:cubicBezTo>
                    <a:pt x="11943" y="88309"/>
                    <a:pt x="9099" y="87464"/>
                    <a:pt x="7962" y="89577"/>
                  </a:cubicBezTo>
                  <a:lnTo>
                    <a:pt x="1137" y="10394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3" name="Google Shape;13;n"/>
            <p:cNvSpPr/>
            <p:nvPr/>
          </p:nvSpPr>
          <p:spPr>
            <a:xfrm>
              <a:off x="4454" y="1670"/>
              <a:ext cx="595" cy="672"/>
            </a:xfrm>
            <a:custGeom>
              <a:rect b="b" l="l" r="r" t="t"/>
              <a:pathLst>
                <a:path extrusionOk="0" h="120000" w="120000">
                  <a:moveTo>
                    <a:pt x="116666" y="36760"/>
                  </a:moveTo>
                  <a:cubicBezTo>
                    <a:pt x="114285" y="29154"/>
                    <a:pt x="110476" y="22816"/>
                    <a:pt x="105238" y="17746"/>
                  </a:cubicBezTo>
                  <a:cubicBezTo>
                    <a:pt x="100476" y="12253"/>
                    <a:pt x="93809" y="8028"/>
                    <a:pt x="86190" y="5070"/>
                  </a:cubicBezTo>
                  <a:cubicBezTo>
                    <a:pt x="79047" y="1690"/>
                    <a:pt x="70000" y="0"/>
                    <a:pt x="60000" y="0"/>
                  </a:cubicBezTo>
                  <a:cubicBezTo>
                    <a:pt x="50000" y="0"/>
                    <a:pt x="40952" y="1690"/>
                    <a:pt x="33809" y="5070"/>
                  </a:cubicBezTo>
                  <a:cubicBezTo>
                    <a:pt x="26190" y="8028"/>
                    <a:pt x="19523" y="12253"/>
                    <a:pt x="14761" y="17746"/>
                  </a:cubicBezTo>
                  <a:cubicBezTo>
                    <a:pt x="9523" y="22816"/>
                    <a:pt x="5714" y="29154"/>
                    <a:pt x="3333" y="36760"/>
                  </a:cubicBezTo>
                  <a:cubicBezTo>
                    <a:pt x="952" y="43943"/>
                    <a:pt x="0" y="51549"/>
                    <a:pt x="0" y="60000"/>
                  </a:cubicBezTo>
                  <a:cubicBezTo>
                    <a:pt x="0" y="68450"/>
                    <a:pt x="952" y="76478"/>
                    <a:pt x="3333" y="83661"/>
                  </a:cubicBezTo>
                  <a:cubicBezTo>
                    <a:pt x="5714" y="90845"/>
                    <a:pt x="9523" y="97183"/>
                    <a:pt x="14761" y="102676"/>
                  </a:cubicBezTo>
                  <a:cubicBezTo>
                    <a:pt x="19523" y="107746"/>
                    <a:pt x="26190" y="111971"/>
                    <a:pt x="33809" y="115352"/>
                  </a:cubicBezTo>
                  <a:cubicBezTo>
                    <a:pt x="40952" y="118309"/>
                    <a:pt x="50000" y="120000"/>
                    <a:pt x="60000" y="120000"/>
                  </a:cubicBezTo>
                  <a:cubicBezTo>
                    <a:pt x="70000" y="120000"/>
                    <a:pt x="79047" y="118309"/>
                    <a:pt x="86190" y="115352"/>
                  </a:cubicBezTo>
                  <a:cubicBezTo>
                    <a:pt x="93809" y="111971"/>
                    <a:pt x="100476" y="107746"/>
                    <a:pt x="105238" y="102676"/>
                  </a:cubicBezTo>
                  <a:cubicBezTo>
                    <a:pt x="110476" y="97183"/>
                    <a:pt x="114285" y="90845"/>
                    <a:pt x="116666" y="83661"/>
                  </a:cubicBezTo>
                  <a:cubicBezTo>
                    <a:pt x="119047" y="76478"/>
                    <a:pt x="120000" y="68450"/>
                    <a:pt x="120000" y="60000"/>
                  </a:cubicBezTo>
                  <a:cubicBezTo>
                    <a:pt x="120000" y="51549"/>
                    <a:pt x="119047" y="43943"/>
                    <a:pt x="116666" y="36760"/>
                  </a:cubicBezTo>
                  <a:moveTo>
                    <a:pt x="91904" y="60000"/>
                  </a:moveTo>
                  <a:cubicBezTo>
                    <a:pt x="91904" y="72676"/>
                    <a:pt x="89047" y="82816"/>
                    <a:pt x="83809" y="90000"/>
                  </a:cubicBezTo>
                  <a:cubicBezTo>
                    <a:pt x="78571" y="96760"/>
                    <a:pt x="70952" y="100140"/>
                    <a:pt x="60000" y="100140"/>
                  </a:cubicBezTo>
                  <a:cubicBezTo>
                    <a:pt x="49047" y="100140"/>
                    <a:pt x="41428" y="96760"/>
                    <a:pt x="36190" y="90000"/>
                  </a:cubicBezTo>
                  <a:cubicBezTo>
                    <a:pt x="30952" y="82816"/>
                    <a:pt x="28571" y="72676"/>
                    <a:pt x="28571" y="60000"/>
                  </a:cubicBezTo>
                  <a:cubicBezTo>
                    <a:pt x="28571" y="47323"/>
                    <a:pt x="30952" y="37605"/>
                    <a:pt x="36190" y="30422"/>
                  </a:cubicBezTo>
                  <a:cubicBezTo>
                    <a:pt x="41428" y="23661"/>
                    <a:pt x="49047" y="20281"/>
                    <a:pt x="60000" y="20281"/>
                  </a:cubicBezTo>
                  <a:cubicBezTo>
                    <a:pt x="70952" y="20281"/>
                    <a:pt x="78571" y="23661"/>
                    <a:pt x="83809" y="30422"/>
                  </a:cubicBezTo>
                  <a:cubicBezTo>
                    <a:pt x="89047" y="37605"/>
                    <a:pt x="91904" y="47323"/>
                    <a:pt x="91904" y="6000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4" name="Google Shape;14;n"/>
            <p:cNvSpPr/>
            <p:nvPr/>
          </p:nvSpPr>
          <p:spPr>
            <a:xfrm>
              <a:off x="5565" y="1670"/>
              <a:ext cx="507" cy="670"/>
            </a:xfrm>
            <a:custGeom>
              <a:rect b="b" l="l" r="r" t="t"/>
              <a:pathLst>
                <a:path extrusionOk="0" h="120000" w="120000">
                  <a:moveTo>
                    <a:pt x="111588" y="97102"/>
                  </a:moveTo>
                  <a:cubicBezTo>
                    <a:pt x="111028" y="94982"/>
                    <a:pt x="108224" y="95830"/>
                    <a:pt x="108224" y="95830"/>
                  </a:cubicBezTo>
                  <a:cubicBezTo>
                    <a:pt x="103738" y="97102"/>
                    <a:pt x="99252" y="97950"/>
                    <a:pt x="94766" y="98798"/>
                  </a:cubicBezTo>
                  <a:cubicBezTo>
                    <a:pt x="89719" y="99222"/>
                    <a:pt x="84672" y="99646"/>
                    <a:pt x="78504" y="99646"/>
                  </a:cubicBezTo>
                  <a:cubicBezTo>
                    <a:pt x="64485" y="99646"/>
                    <a:pt x="53271" y="96254"/>
                    <a:pt x="45420" y="90318"/>
                  </a:cubicBezTo>
                  <a:cubicBezTo>
                    <a:pt x="37570" y="83957"/>
                    <a:pt x="33084" y="73780"/>
                    <a:pt x="33084" y="60212"/>
                  </a:cubicBezTo>
                  <a:cubicBezTo>
                    <a:pt x="33084" y="47915"/>
                    <a:pt x="37009" y="38586"/>
                    <a:pt x="44299" y="31378"/>
                  </a:cubicBezTo>
                  <a:cubicBezTo>
                    <a:pt x="51028" y="24169"/>
                    <a:pt x="62242" y="20777"/>
                    <a:pt x="76261" y="20777"/>
                  </a:cubicBezTo>
                  <a:cubicBezTo>
                    <a:pt x="88598" y="20777"/>
                    <a:pt x="97570" y="21625"/>
                    <a:pt x="107102" y="23745"/>
                  </a:cubicBezTo>
                  <a:cubicBezTo>
                    <a:pt x="107102" y="23745"/>
                    <a:pt x="109345" y="24593"/>
                    <a:pt x="110467" y="22473"/>
                  </a:cubicBezTo>
                  <a:cubicBezTo>
                    <a:pt x="112710" y="16961"/>
                    <a:pt x="114953" y="13144"/>
                    <a:pt x="117757" y="7632"/>
                  </a:cubicBezTo>
                  <a:cubicBezTo>
                    <a:pt x="118317" y="5936"/>
                    <a:pt x="116635" y="5088"/>
                    <a:pt x="115514" y="4664"/>
                  </a:cubicBezTo>
                  <a:cubicBezTo>
                    <a:pt x="112149" y="3816"/>
                    <a:pt x="103177" y="2120"/>
                    <a:pt x="96448" y="1272"/>
                  </a:cubicBezTo>
                  <a:cubicBezTo>
                    <a:pt x="90280" y="424"/>
                    <a:pt x="82990" y="0"/>
                    <a:pt x="74579" y="0"/>
                  </a:cubicBezTo>
                  <a:cubicBezTo>
                    <a:pt x="62242" y="0"/>
                    <a:pt x="51588" y="1696"/>
                    <a:pt x="42056" y="4664"/>
                  </a:cubicBezTo>
                  <a:cubicBezTo>
                    <a:pt x="33084" y="8056"/>
                    <a:pt x="25233" y="12296"/>
                    <a:pt x="19065" y="17385"/>
                  </a:cubicBezTo>
                  <a:cubicBezTo>
                    <a:pt x="12897" y="22897"/>
                    <a:pt x="7850" y="29257"/>
                    <a:pt x="5046" y="36466"/>
                  </a:cubicBezTo>
                  <a:cubicBezTo>
                    <a:pt x="1682" y="43674"/>
                    <a:pt x="0" y="51731"/>
                    <a:pt x="0" y="60212"/>
                  </a:cubicBezTo>
                  <a:cubicBezTo>
                    <a:pt x="0" y="78445"/>
                    <a:pt x="6728" y="93286"/>
                    <a:pt x="19626" y="103886"/>
                  </a:cubicBezTo>
                  <a:cubicBezTo>
                    <a:pt x="32523" y="114487"/>
                    <a:pt x="51588" y="120000"/>
                    <a:pt x="76822" y="120000"/>
                  </a:cubicBezTo>
                  <a:cubicBezTo>
                    <a:pt x="91401" y="120000"/>
                    <a:pt x="106542" y="117879"/>
                    <a:pt x="117757" y="114487"/>
                  </a:cubicBezTo>
                  <a:cubicBezTo>
                    <a:pt x="117757" y="114487"/>
                    <a:pt x="120000" y="113639"/>
                    <a:pt x="118878" y="111943"/>
                  </a:cubicBezTo>
                  <a:lnTo>
                    <a:pt x="111588" y="97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5" name="Google Shape;15;n"/>
            <p:cNvSpPr/>
            <p:nvPr/>
          </p:nvSpPr>
          <p:spPr>
            <a:xfrm>
              <a:off x="6108"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6" name="Google Shape;16;n"/>
            <p:cNvSpPr/>
            <p:nvPr/>
          </p:nvSpPr>
          <p:spPr>
            <a:xfrm>
              <a:off x="2793" y="1670"/>
              <a:ext cx="581" cy="672"/>
            </a:xfrm>
            <a:custGeom>
              <a:rect b="b" l="l" r="r" t="t"/>
              <a:pathLst>
                <a:path extrusionOk="0" h="120000" w="120000">
                  <a:moveTo>
                    <a:pt x="114634" y="32535"/>
                  </a:moveTo>
                  <a:cubicBezTo>
                    <a:pt x="112682" y="25352"/>
                    <a:pt x="107317" y="18591"/>
                    <a:pt x="103902" y="15211"/>
                  </a:cubicBezTo>
                  <a:cubicBezTo>
                    <a:pt x="98048" y="10140"/>
                    <a:pt x="92682" y="6338"/>
                    <a:pt x="87317" y="4647"/>
                  </a:cubicBezTo>
                  <a:cubicBezTo>
                    <a:pt x="80487" y="1690"/>
                    <a:pt x="72195" y="0"/>
                    <a:pt x="62926" y="0"/>
                  </a:cubicBezTo>
                  <a:cubicBezTo>
                    <a:pt x="52195" y="0"/>
                    <a:pt x="42439" y="1690"/>
                    <a:pt x="34634" y="5070"/>
                  </a:cubicBezTo>
                  <a:cubicBezTo>
                    <a:pt x="26829" y="8028"/>
                    <a:pt x="20487" y="12676"/>
                    <a:pt x="15121" y="17746"/>
                  </a:cubicBezTo>
                  <a:cubicBezTo>
                    <a:pt x="9756" y="23239"/>
                    <a:pt x="5853" y="30000"/>
                    <a:pt x="3414" y="37183"/>
                  </a:cubicBezTo>
                  <a:cubicBezTo>
                    <a:pt x="975" y="44366"/>
                    <a:pt x="0" y="52394"/>
                    <a:pt x="0" y="60845"/>
                  </a:cubicBezTo>
                  <a:cubicBezTo>
                    <a:pt x="0" y="69295"/>
                    <a:pt x="975" y="77323"/>
                    <a:pt x="3902" y="84507"/>
                  </a:cubicBezTo>
                  <a:cubicBezTo>
                    <a:pt x="6341" y="91690"/>
                    <a:pt x="10243" y="98028"/>
                    <a:pt x="16097" y="103098"/>
                  </a:cubicBezTo>
                  <a:cubicBezTo>
                    <a:pt x="21463" y="108591"/>
                    <a:pt x="28780" y="112394"/>
                    <a:pt x="37560" y="115352"/>
                  </a:cubicBezTo>
                  <a:cubicBezTo>
                    <a:pt x="46341" y="118309"/>
                    <a:pt x="56585" y="120000"/>
                    <a:pt x="68780" y="120000"/>
                  </a:cubicBezTo>
                  <a:cubicBezTo>
                    <a:pt x="93170" y="119577"/>
                    <a:pt x="106341" y="114929"/>
                    <a:pt x="111707" y="112394"/>
                  </a:cubicBezTo>
                  <a:cubicBezTo>
                    <a:pt x="112682" y="111971"/>
                    <a:pt x="113170" y="111126"/>
                    <a:pt x="112195" y="109014"/>
                  </a:cubicBezTo>
                  <a:cubicBezTo>
                    <a:pt x="106829" y="95492"/>
                    <a:pt x="106829" y="95492"/>
                    <a:pt x="106829" y="95492"/>
                  </a:cubicBezTo>
                  <a:cubicBezTo>
                    <a:pt x="105853" y="93380"/>
                    <a:pt x="103414" y="94225"/>
                    <a:pt x="103414" y="94225"/>
                  </a:cubicBezTo>
                  <a:cubicBezTo>
                    <a:pt x="97560" y="95915"/>
                    <a:pt x="88780" y="99718"/>
                    <a:pt x="68292" y="99718"/>
                  </a:cubicBezTo>
                  <a:cubicBezTo>
                    <a:pt x="55121" y="99295"/>
                    <a:pt x="45365" y="95915"/>
                    <a:pt x="39024" y="90845"/>
                  </a:cubicBezTo>
                  <a:cubicBezTo>
                    <a:pt x="32682" y="85352"/>
                    <a:pt x="29756" y="77323"/>
                    <a:pt x="29268" y="66338"/>
                  </a:cubicBezTo>
                  <a:cubicBezTo>
                    <a:pt x="114634" y="66338"/>
                    <a:pt x="114634" y="66338"/>
                    <a:pt x="114634" y="66338"/>
                  </a:cubicBezTo>
                  <a:cubicBezTo>
                    <a:pt x="114634" y="66338"/>
                    <a:pt x="117073" y="66338"/>
                    <a:pt x="117073" y="64225"/>
                  </a:cubicBezTo>
                  <a:cubicBezTo>
                    <a:pt x="117073" y="63380"/>
                    <a:pt x="120000" y="49014"/>
                    <a:pt x="114634" y="32535"/>
                  </a:cubicBezTo>
                  <a:close/>
                  <a:moveTo>
                    <a:pt x="29756" y="47746"/>
                  </a:moveTo>
                  <a:cubicBezTo>
                    <a:pt x="30731" y="40985"/>
                    <a:pt x="33170" y="35070"/>
                    <a:pt x="36585" y="30422"/>
                  </a:cubicBezTo>
                  <a:cubicBezTo>
                    <a:pt x="41951" y="23661"/>
                    <a:pt x="49756" y="19859"/>
                    <a:pt x="60975" y="19859"/>
                  </a:cubicBezTo>
                  <a:cubicBezTo>
                    <a:pt x="72195" y="19859"/>
                    <a:pt x="79512" y="23661"/>
                    <a:pt x="84878" y="30422"/>
                  </a:cubicBezTo>
                  <a:cubicBezTo>
                    <a:pt x="88292" y="35070"/>
                    <a:pt x="89756" y="40985"/>
                    <a:pt x="90731" y="47746"/>
                  </a:cubicBezTo>
                  <a:lnTo>
                    <a:pt x="29756" y="47746"/>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7" name="Google Shape;17;n"/>
            <p:cNvSpPr/>
            <p:nvPr/>
          </p:nvSpPr>
          <p:spPr>
            <a:xfrm>
              <a:off x="1870" y="1670"/>
              <a:ext cx="536" cy="672"/>
            </a:xfrm>
            <a:custGeom>
              <a:rect b="b" l="l" r="r" t="t"/>
              <a:pathLst>
                <a:path extrusionOk="0" h="120000" w="120000">
                  <a:moveTo>
                    <a:pt x="75066" y="44366"/>
                  </a:moveTo>
                  <a:cubicBezTo>
                    <a:pt x="71365" y="44366"/>
                    <a:pt x="66607" y="43943"/>
                    <a:pt x="60792" y="43943"/>
                  </a:cubicBezTo>
                  <a:cubicBezTo>
                    <a:pt x="52863" y="43943"/>
                    <a:pt x="44933" y="44788"/>
                    <a:pt x="38061" y="46478"/>
                  </a:cubicBezTo>
                  <a:cubicBezTo>
                    <a:pt x="30660" y="48169"/>
                    <a:pt x="24317" y="50281"/>
                    <a:pt x="18502" y="53661"/>
                  </a:cubicBezTo>
                  <a:cubicBezTo>
                    <a:pt x="12687" y="56619"/>
                    <a:pt x="8458" y="60845"/>
                    <a:pt x="5286" y="65915"/>
                  </a:cubicBezTo>
                  <a:cubicBezTo>
                    <a:pt x="2114" y="70563"/>
                    <a:pt x="0" y="76478"/>
                    <a:pt x="0" y="82816"/>
                  </a:cubicBezTo>
                  <a:cubicBezTo>
                    <a:pt x="0" y="89577"/>
                    <a:pt x="1585" y="95070"/>
                    <a:pt x="4229" y="99718"/>
                  </a:cubicBezTo>
                  <a:cubicBezTo>
                    <a:pt x="7400" y="104366"/>
                    <a:pt x="11101" y="108169"/>
                    <a:pt x="16387" y="111126"/>
                  </a:cubicBezTo>
                  <a:cubicBezTo>
                    <a:pt x="21674" y="114084"/>
                    <a:pt x="28017" y="116619"/>
                    <a:pt x="35418" y="117887"/>
                  </a:cubicBezTo>
                  <a:cubicBezTo>
                    <a:pt x="42819" y="119154"/>
                    <a:pt x="50748" y="120000"/>
                    <a:pt x="59735" y="120000"/>
                  </a:cubicBezTo>
                  <a:cubicBezTo>
                    <a:pt x="69251" y="120000"/>
                    <a:pt x="78766" y="119154"/>
                    <a:pt x="87753" y="117887"/>
                  </a:cubicBezTo>
                  <a:cubicBezTo>
                    <a:pt x="97268" y="116619"/>
                    <a:pt x="108370" y="114929"/>
                    <a:pt x="111013" y="114507"/>
                  </a:cubicBezTo>
                  <a:cubicBezTo>
                    <a:pt x="114185" y="113661"/>
                    <a:pt x="117885" y="112816"/>
                    <a:pt x="117885" y="112816"/>
                  </a:cubicBezTo>
                  <a:cubicBezTo>
                    <a:pt x="120000" y="112394"/>
                    <a:pt x="120000" y="110704"/>
                    <a:pt x="120000" y="110704"/>
                  </a:cubicBezTo>
                  <a:cubicBezTo>
                    <a:pt x="120000" y="43098"/>
                    <a:pt x="120000" y="43098"/>
                    <a:pt x="120000" y="43098"/>
                  </a:cubicBezTo>
                  <a:cubicBezTo>
                    <a:pt x="120000" y="28309"/>
                    <a:pt x="114713" y="16901"/>
                    <a:pt x="105198" y="10140"/>
                  </a:cubicBezTo>
                  <a:cubicBezTo>
                    <a:pt x="95154" y="3380"/>
                    <a:pt x="80881" y="0"/>
                    <a:pt x="62378" y="0"/>
                  </a:cubicBezTo>
                  <a:cubicBezTo>
                    <a:pt x="55506" y="0"/>
                    <a:pt x="44405" y="845"/>
                    <a:pt x="38061" y="1690"/>
                  </a:cubicBezTo>
                  <a:cubicBezTo>
                    <a:pt x="38061" y="1690"/>
                    <a:pt x="17444" y="5070"/>
                    <a:pt x="9515" y="10140"/>
                  </a:cubicBezTo>
                  <a:cubicBezTo>
                    <a:pt x="9515" y="10140"/>
                    <a:pt x="7400" y="10985"/>
                    <a:pt x="8458" y="13098"/>
                  </a:cubicBezTo>
                  <a:cubicBezTo>
                    <a:pt x="14801" y="27042"/>
                    <a:pt x="14801" y="27042"/>
                    <a:pt x="14801" y="27042"/>
                  </a:cubicBezTo>
                  <a:cubicBezTo>
                    <a:pt x="15859" y="29154"/>
                    <a:pt x="17973" y="28309"/>
                    <a:pt x="17973" y="28309"/>
                  </a:cubicBezTo>
                  <a:cubicBezTo>
                    <a:pt x="17973" y="28309"/>
                    <a:pt x="18502" y="28309"/>
                    <a:pt x="19559" y="27887"/>
                  </a:cubicBezTo>
                  <a:cubicBezTo>
                    <a:pt x="37533" y="20281"/>
                    <a:pt x="59735" y="20281"/>
                    <a:pt x="59735" y="20281"/>
                  </a:cubicBezTo>
                  <a:cubicBezTo>
                    <a:pt x="69779" y="20281"/>
                    <a:pt x="77709" y="21971"/>
                    <a:pt x="82995" y="24929"/>
                  </a:cubicBezTo>
                  <a:cubicBezTo>
                    <a:pt x="87753" y="28309"/>
                    <a:pt x="90396" y="32957"/>
                    <a:pt x="90396" y="42676"/>
                  </a:cubicBezTo>
                  <a:cubicBezTo>
                    <a:pt x="90396" y="46056"/>
                    <a:pt x="90396" y="46056"/>
                    <a:pt x="90396" y="46056"/>
                  </a:cubicBezTo>
                  <a:cubicBezTo>
                    <a:pt x="82466" y="44788"/>
                    <a:pt x="75066" y="44366"/>
                    <a:pt x="75066" y="44366"/>
                  </a:cubicBezTo>
                  <a:close/>
                  <a:moveTo>
                    <a:pt x="38061" y="96338"/>
                  </a:moveTo>
                  <a:cubicBezTo>
                    <a:pt x="34889" y="94225"/>
                    <a:pt x="34361" y="93380"/>
                    <a:pt x="32775" y="92112"/>
                  </a:cubicBezTo>
                  <a:cubicBezTo>
                    <a:pt x="31189" y="89577"/>
                    <a:pt x="30132" y="86619"/>
                    <a:pt x="30132" y="82394"/>
                  </a:cubicBezTo>
                  <a:cubicBezTo>
                    <a:pt x="30132" y="76056"/>
                    <a:pt x="32775" y="71408"/>
                    <a:pt x="38590" y="68028"/>
                  </a:cubicBezTo>
                  <a:cubicBezTo>
                    <a:pt x="38590" y="68028"/>
                    <a:pt x="46519" y="62535"/>
                    <a:pt x="65022" y="62535"/>
                  </a:cubicBezTo>
                  <a:cubicBezTo>
                    <a:pt x="78766" y="62957"/>
                    <a:pt x="90396" y="64225"/>
                    <a:pt x="90396" y="64225"/>
                  </a:cubicBezTo>
                  <a:cubicBezTo>
                    <a:pt x="90396" y="98028"/>
                    <a:pt x="90396" y="98028"/>
                    <a:pt x="90396" y="98028"/>
                  </a:cubicBezTo>
                  <a:cubicBezTo>
                    <a:pt x="90396" y="98028"/>
                    <a:pt x="90396" y="98028"/>
                    <a:pt x="90396" y="98028"/>
                  </a:cubicBezTo>
                  <a:cubicBezTo>
                    <a:pt x="90396" y="98028"/>
                    <a:pt x="78766" y="100140"/>
                    <a:pt x="65550" y="100563"/>
                  </a:cubicBezTo>
                  <a:cubicBezTo>
                    <a:pt x="46519" y="101408"/>
                    <a:pt x="38061" y="96338"/>
                    <a:pt x="38061" y="9633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8" name="Google Shape;18;n"/>
            <p:cNvSpPr/>
            <p:nvPr/>
          </p:nvSpPr>
          <p:spPr>
            <a:xfrm>
              <a:off x="5161" y="1676"/>
              <a:ext cx="385" cy="652"/>
            </a:xfrm>
            <a:custGeom>
              <a:rect b="b" l="l" r="r" t="t"/>
              <a:pathLst>
                <a:path extrusionOk="0" h="120000" w="120000">
                  <a:moveTo>
                    <a:pt x="119263" y="5652"/>
                  </a:moveTo>
                  <a:cubicBezTo>
                    <a:pt x="120000" y="3913"/>
                    <a:pt x="118527" y="3043"/>
                    <a:pt x="117055" y="3043"/>
                  </a:cubicBezTo>
                  <a:cubicBezTo>
                    <a:pt x="114846" y="2173"/>
                    <a:pt x="104539" y="869"/>
                    <a:pt x="95705" y="869"/>
                  </a:cubicBezTo>
                  <a:cubicBezTo>
                    <a:pt x="79509" y="0"/>
                    <a:pt x="70674" y="1739"/>
                    <a:pt x="62576" y="3913"/>
                  </a:cubicBezTo>
                  <a:cubicBezTo>
                    <a:pt x="54478" y="6086"/>
                    <a:pt x="45644" y="9565"/>
                    <a:pt x="40490" y="13478"/>
                  </a:cubicBezTo>
                  <a:cubicBezTo>
                    <a:pt x="40490" y="3913"/>
                    <a:pt x="40490" y="3913"/>
                    <a:pt x="40490" y="3913"/>
                  </a:cubicBezTo>
                  <a:cubicBezTo>
                    <a:pt x="40490" y="2608"/>
                    <a:pt x="39018" y="1739"/>
                    <a:pt x="36809" y="1739"/>
                  </a:cubicBezTo>
                  <a:cubicBezTo>
                    <a:pt x="3680" y="1739"/>
                    <a:pt x="3680" y="1739"/>
                    <a:pt x="3680" y="1739"/>
                  </a:cubicBezTo>
                  <a:cubicBezTo>
                    <a:pt x="2208" y="1739"/>
                    <a:pt x="0" y="2608"/>
                    <a:pt x="0" y="3913"/>
                  </a:cubicBezTo>
                  <a:cubicBezTo>
                    <a:pt x="0" y="117391"/>
                    <a:pt x="0" y="117391"/>
                    <a:pt x="0" y="117391"/>
                  </a:cubicBezTo>
                  <a:cubicBezTo>
                    <a:pt x="0" y="118695"/>
                    <a:pt x="2208" y="120000"/>
                    <a:pt x="4417" y="120000"/>
                  </a:cubicBezTo>
                  <a:cubicBezTo>
                    <a:pt x="38282" y="120000"/>
                    <a:pt x="38282" y="120000"/>
                    <a:pt x="38282" y="120000"/>
                  </a:cubicBezTo>
                  <a:cubicBezTo>
                    <a:pt x="40490" y="120000"/>
                    <a:pt x="41963" y="118695"/>
                    <a:pt x="41963" y="117391"/>
                  </a:cubicBezTo>
                  <a:cubicBezTo>
                    <a:pt x="41963" y="60869"/>
                    <a:pt x="41963" y="60869"/>
                    <a:pt x="41963" y="60869"/>
                  </a:cubicBezTo>
                  <a:cubicBezTo>
                    <a:pt x="41963" y="53478"/>
                    <a:pt x="43435" y="45652"/>
                    <a:pt x="46380" y="40869"/>
                  </a:cubicBezTo>
                  <a:cubicBezTo>
                    <a:pt x="49325" y="36086"/>
                    <a:pt x="53006" y="32608"/>
                    <a:pt x="57423" y="29565"/>
                  </a:cubicBezTo>
                  <a:cubicBezTo>
                    <a:pt x="62576" y="26956"/>
                    <a:pt x="67730" y="25217"/>
                    <a:pt x="73619" y="23913"/>
                  </a:cubicBezTo>
                  <a:cubicBezTo>
                    <a:pt x="79509" y="23043"/>
                    <a:pt x="86134" y="22608"/>
                    <a:pt x="90552" y="22608"/>
                  </a:cubicBezTo>
                  <a:cubicBezTo>
                    <a:pt x="97177" y="22608"/>
                    <a:pt x="104539" y="23478"/>
                    <a:pt x="104539" y="23478"/>
                  </a:cubicBezTo>
                  <a:cubicBezTo>
                    <a:pt x="107484" y="23913"/>
                    <a:pt x="108957" y="23043"/>
                    <a:pt x="109693" y="21739"/>
                  </a:cubicBezTo>
                  <a:cubicBezTo>
                    <a:pt x="111901" y="18260"/>
                    <a:pt x="117791" y="7826"/>
                    <a:pt x="119263" y="5652"/>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19" name="Google Shape;19;n"/>
            <p:cNvSpPr/>
            <p:nvPr/>
          </p:nvSpPr>
          <p:spPr>
            <a:xfrm>
              <a:off x="3806" y="1406"/>
              <a:ext cx="727" cy="1218"/>
            </a:xfrm>
            <a:custGeom>
              <a:rect b="b" l="l" r="r" t="t"/>
              <a:pathLst>
                <a:path extrusionOk="0" h="120000" w="120000">
                  <a:moveTo>
                    <a:pt x="118051" y="1398"/>
                  </a:moveTo>
                  <a:cubicBezTo>
                    <a:pt x="116103" y="932"/>
                    <a:pt x="114155" y="699"/>
                    <a:pt x="111428" y="466"/>
                  </a:cubicBezTo>
                  <a:cubicBezTo>
                    <a:pt x="108701" y="233"/>
                    <a:pt x="105584" y="0"/>
                    <a:pt x="102077" y="0"/>
                  </a:cubicBezTo>
                  <a:cubicBezTo>
                    <a:pt x="90000" y="0"/>
                    <a:pt x="80259" y="2097"/>
                    <a:pt x="73246" y="6291"/>
                  </a:cubicBezTo>
                  <a:cubicBezTo>
                    <a:pt x="66623" y="10252"/>
                    <a:pt x="61948" y="16543"/>
                    <a:pt x="59610" y="24699"/>
                  </a:cubicBezTo>
                  <a:cubicBezTo>
                    <a:pt x="58831" y="27495"/>
                    <a:pt x="58831" y="27495"/>
                    <a:pt x="58831" y="27495"/>
                  </a:cubicBezTo>
                  <a:cubicBezTo>
                    <a:pt x="43246" y="27495"/>
                    <a:pt x="43246" y="27495"/>
                    <a:pt x="43246" y="27495"/>
                  </a:cubicBezTo>
                  <a:cubicBezTo>
                    <a:pt x="43246" y="27495"/>
                    <a:pt x="41298" y="27495"/>
                    <a:pt x="40909" y="28660"/>
                  </a:cubicBezTo>
                  <a:cubicBezTo>
                    <a:pt x="38571" y="37048"/>
                    <a:pt x="38571" y="37048"/>
                    <a:pt x="38571" y="37048"/>
                  </a:cubicBezTo>
                  <a:cubicBezTo>
                    <a:pt x="38181" y="37980"/>
                    <a:pt x="38961" y="38446"/>
                    <a:pt x="40519" y="38446"/>
                  </a:cubicBezTo>
                  <a:cubicBezTo>
                    <a:pt x="55714" y="38446"/>
                    <a:pt x="55714" y="38446"/>
                    <a:pt x="55714" y="38446"/>
                  </a:cubicBezTo>
                  <a:cubicBezTo>
                    <a:pt x="40519" y="89475"/>
                    <a:pt x="40519" y="89475"/>
                    <a:pt x="40519" y="89475"/>
                  </a:cubicBezTo>
                  <a:cubicBezTo>
                    <a:pt x="39350" y="93669"/>
                    <a:pt x="37792" y="96932"/>
                    <a:pt x="36233" y="99495"/>
                  </a:cubicBezTo>
                  <a:cubicBezTo>
                    <a:pt x="34675" y="102058"/>
                    <a:pt x="33506" y="103922"/>
                    <a:pt x="31558" y="105320"/>
                  </a:cubicBezTo>
                  <a:cubicBezTo>
                    <a:pt x="30000" y="106718"/>
                    <a:pt x="28051" y="107650"/>
                    <a:pt x="25324" y="108116"/>
                  </a:cubicBezTo>
                  <a:cubicBezTo>
                    <a:pt x="22987" y="108582"/>
                    <a:pt x="20259" y="108815"/>
                    <a:pt x="17142" y="108815"/>
                  </a:cubicBezTo>
                  <a:cubicBezTo>
                    <a:pt x="15584" y="108815"/>
                    <a:pt x="13636" y="108815"/>
                    <a:pt x="11688" y="108582"/>
                  </a:cubicBezTo>
                  <a:cubicBezTo>
                    <a:pt x="10129" y="108349"/>
                    <a:pt x="9350" y="108116"/>
                    <a:pt x="8181" y="107883"/>
                  </a:cubicBezTo>
                  <a:cubicBezTo>
                    <a:pt x="8181" y="107883"/>
                    <a:pt x="6233" y="107417"/>
                    <a:pt x="5844" y="108582"/>
                  </a:cubicBezTo>
                  <a:cubicBezTo>
                    <a:pt x="5064" y="109281"/>
                    <a:pt x="1168" y="116038"/>
                    <a:pt x="779" y="116737"/>
                  </a:cubicBezTo>
                  <a:cubicBezTo>
                    <a:pt x="0" y="117669"/>
                    <a:pt x="779" y="118135"/>
                    <a:pt x="1558" y="118368"/>
                  </a:cubicBezTo>
                  <a:cubicBezTo>
                    <a:pt x="3896" y="118834"/>
                    <a:pt x="5064" y="119067"/>
                    <a:pt x="7792" y="119533"/>
                  </a:cubicBezTo>
                  <a:cubicBezTo>
                    <a:pt x="11688" y="120000"/>
                    <a:pt x="14805" y="120000"/>
                    <a:pt x="17922" y="120000"/>
                  </a:cubicBezTo>
                  <a:cubicBezTo>
                    <a:pt x="24155" y="120000"/>
                    <a:pt x="30000" y="119533"/>
                    <a:pt x="34675" y="118601"/>
                  </a:cubicBezTo>
                  <a:cubicBezTo>
                    <a:pt x="39350" y="117436"/>
                    <a:pt x="43636" y="115572"/>
                    <a:pt x="47142" y="113242"/>
                  </a:cubicBezTo>
                  <a:cubicBezTo>
                    <a:pt x="51428" y="110679"/>
                    <a:pt x="53766" y="107883"/>
                    <a:pt x="56103" y="104155"/>
                  </a:cubicBezTo>
                  <a:cubicBezTo>
                    <a:pt x="58441" y="100427"/>
                    <a:pt x="60389" y="95766"/>
                    <a:pt x="61948" y="90407"/>
                  </a:cubicBezTo>
                  <a:cubicBezTo>
                    <a:pt x="77532" y="38446"/>
                    <a:pt x="77532" y="38446"/>
                    <a:pt x="77532" y="38446"/>
                  </a:cubicBezTo>
                  <a:cubicBezTo>
                    <a:pt x="100129" y="38446"/>
                    <a:pt x="100129" y="38446"/>
                    <a:pt x="100129" y="38446"/>
                  </a:cubicBezTo>
                  <a:cubicBezTo>
                    <a:pt x="100129" y="38446"/>
                    <a:pt x="101688" y="38446"/>
                    <a:pt x="102077" y="37281"/>
                  </a:cubicBezTo>
                  <a:cubicBezTo>
                    <a:pt x="104805" y="28660"/>
                    <a:pt x="104805" y="28660"/>
                    <a:pt x="104805" y="28660"/>
                  </a:cubicBezTo>
                  <a:cubicBezTo>
                    <a:pt x="104805" y="27961"/>
                    <a:pt x="104415" y="27495"/>
                    <a:pt x="102467" y="27495"/>
                  </a:cubicBezTo>
                  <a:cubicBezTo>
                    <a:pt x="80649" y="27495"/>
                    <a:pt x="80649" y="27495"/>
                    <a:pt x="80649" y="27495"/>
                  </a:cubicBezTo>
                  <a:cubicBezTo>
                    <a:pt x="81038" y="27262"/>
                    <a:pt x="81818" y="22601"/>
                    <a:pt x="84545" y="18174"/>
                  </a:cubicBezTo>
                  <a:cubicBezTo>
                    <a:pt x="85324" y="16310"/>
                    <a:pt x="87272" y="14912"/>
                    <a:pt x="89220" y="13980"/>
                  </a:cubicBezTo>
                  <a:cubicBezTo>
                    <a:pt x="90779" y="12815"/>
                    <a:pt x="92727" y="12116"/>
                    <a:pt x="94675" y="11883"/>
                  </a:cubicBezTo>
                  <a:cubicBezTo>
                    <a:pt x="97012" y="11417"/>
                    <a:pt x="99350" y="11184"/>
                    <a:pt x="102077" y="11184"/>
                  </a:cubicBezTo>
                  <a:cubicBezTo>
                    <a:pt x="104025" y="11184"/>
                    <a:pt x="106363" y="11184"/>
                    <a:pt x="107922" y="11417"/>
                  </a:cubicBezTo>
                  <a:cubicBezTo>
                    <a:pt x="109870" y="11650"/>
                    <a:pt x="110649" y="11883"/>
                    <a:pt x="111428" y="11883"/>
                  </a:cubicBezTo>
                  <a:cubicBezTo>
                    <a:pt x="113376" y="12349"/>
                    <a:pt x="113766" y="12116"/>
                    <a:pt x="114155" y="11417"/>
                  </a:cubicBezTo>
                  <a:cubicBezTo>
                    <a:pt x="119610" y="2796"/>
                    <a:pt x="119610" y="2796"/>
                    <a:pt x="119610" y="2796"/>
                  </a:cubicBezTo>
                  <a:cubicBezTo>
                    <a:pt x="120000" y="1864"/>
                    <a:pt x="118831" y="1398"/>
                    <a:pt x="118051" y="139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sp>
          <p:nvSpPr>
            <p:cNvPr id="20" name="Google Shape;20;n"/>
            <p:cNvSpPr/>
            <p:nvPr/>
          </p:nvSpPr>
          <p:spPr>
            <a:xfrm>
              <a:off x="2542" y="1421"/>
              <a:ext cx="132" cy="907"/>
            </a:xfrm>
            <a:custGeom>
              <a:rect b="b" l="l" r="r" t="t"/>
              <a:pathLst>
                <a:path extrusionOk="0" h="120000" w="120000">
                  <a:moveTo>
                    <a:pt x="119999" y="118125"/>
                  </a:moveTo>
                  <a:cubicBezTo>
                    <a:pt x="119999" y="119062"/>
                    <a:pt x="115714" y="120000"/>
                    <a:pt x="109285" y="120000"/>
                  </a:cubicBezTo>
                  <a:cubicBezTo>
                    <a:pt x="10714" y="120000"/>
                    <a:pt x="10714" y="120000"/>
                    <a:pt x="10714" y="120000"/>
                  </a:cubicBezTo>
                  <a:cubicBezTo>
                    <a:pt x="4285" y="120000"/>
                    <a:pt x="0" y="119062"/>
                    <a:pt x="0" y="118125"/>
                  </a:cubicBezTo>
                  <a:cubicBezTo>
                    <a:pt x="0" y="1562"/>
                    <a:pt x="0" y="1562"/>
                    <a:pt x="0" y="1562"/>
                  </a:cubicBezTo>
                  <a:cubicBezTo>
                    <a:pt x="0" y="625"/>
                    <a:pt x="4285" y="0"/>
                    <a:pt x="10714" y="0"/>
                  </a:cubicBezTo>
                  <a:cubicBezTo>
                    <a:pt x="109285" y="0"/>
                    <a:pt x="109285" y="0"/>
                    <a:pt x="109285" y="0"/>
                  </a:cubicBezTo>
                  <a:cubicBezTo>
                    <a:pt x="115714" y="0"/>
                    <a:pt x="119999" y="625"/>
                    <a:pt x="119999" y="1562"/>
                  </a:cubicBezTo>
                  <a:lnTo>
                    <a:pt x="119999" y="11812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900" u="none" cap="none" strike="noStrike">
                <a:solidFill>
                  <a:schemeClr val="dk1"/>
                </a:solidFill>
                <a:latin typeface="Arial"/>
                <a:ea typeface="Arial"/>
                <a:cs typeface="Arial"/>
                <a:sym typeface="Arial"/>
              </a:endParaRPr>
            </a:p>
          </p:txBody>
        </p:sp>
      </p:grpSp>
      <p:cxnSp>
        <p:nvCxnSpPr>
          <p:cNvPr id="21" name="Google Shape;21;n"/>
          <p:cNvCxnSpPr/>
          <p:nvPr/>
        </p:nvCxnSpPr>
        <p:spPr>
          <a:xfrm>
            <a:off x="5832389" y="0"/>
            <a:ext cx="0" cy="469556"/>
          </a:xfrm>
          <a:prstGeom prst="straightConnector1">
            <a:avLst/>
          </a:prstGeom>
          <a:noFill/>
          <a:ln cap="flat" cmpd="sng" w="9525">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Purpose: walk the audience through one customer lifecycle that crosses Revenue Cloud and Field Service in both directions. Every slide after this maps to something we show live.</a:t>
            </a:r>
          </a:p>
          <a:p>
            <a:r>
              <a:t>Story: high tech, data center. QuantumBit sells PowerSwerve rack servers to Infinitech for its San Francisco data center.</a:t>
            </a:r>
          </a:p>
          <a:p>
            <a:r>
              <a:t>The sale happens the typical way: a seller, over the phone or as the account rep, quotes and orders in Revenue Cloud. Technicians never sell in this story; Field Service starts once the order is activated.</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Set the scene. Infinitech is an existing demo account. The three products are in the QuantumBit catalog today. Introduce the five personas — the story hands off between them.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Use this as the map. Act 1 flows from Revenue Cloud into Field Service; Act 2 flows back. All nine scenes run live in the org.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Start with the seller, working the deal over the phone or as Infinitech's account rep, the way this customer normally buys. Infinitech is expanding its data center and wants QuantumBit servers.</a:t>
            </a:r>
          </a:p>
          <a:p>
            <a:r>
              <a:t>Add the PowerSwerve R750 bundle, then Installation and Assembly as a one-time service so the install is sold with the hardware.</a:t>
            </a:r>
          </a:p>
          <a:p>
            <a:r>
              <a:t>Add Gold Hardware Maintenance at its annual price. Every line we sell here becomes work for Field Service later.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Activate the order and switch to the fulfillment manager. Dynamic Revenue Orchestration decomposed the order into a plan.</a:t>
            </a:r>
          </a:p>
          <a:p>
            <a:r>
              <a:t>Walk the steps: ship hardware, field installation, installation complete, then billing.</a:t>
            </a:r>
          </a:p>
          <a:p>
            <a:r>
              <a:t>The key point: Initiate Billing depends on Installation Complete, so the customer is never billed for equipment that isn't running.</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Switch to the dispatcher. Nobody typed this Work Order — the Field Installation step created it, along with a Service Appointment.</a:t>
            </a:r>
          </a:p>
          <a:p>
            <a:r>
              <a:t>Show the Order and Fulfillment Step links on the Work Order. That link is what lets the field close the loop back to Revenue Cloud later.</a:t>
            </a:r>
          </a:p>
          <a:p>
            <a:r>
              <a:t>The work type and territory came from the Field Service setup, so it's ready to schedule.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appointment goes to a technician who holds the Server Rack Install skill.</a:t>
            </a:r>
          </a:p>
          <a:p>
            <a:r>
              <a:t>On site, they rack the server, record its serial number on the same Asset record Revenue Cloud created, and complete the job.</a:t>
            </a:r>
          </a:p>
          <a:p>
            <a:r>
              <a:t>That single status change is about to start billing.</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Go back to the fulfillment plan. Installation Complete flipped to done on its own when the technician completed the Work Order.</a:t>
            </a:r>
          </a:p>
          <a:p>
            <a:r>
              <a:t>Billing is released, and the billing schedule starts on the install date.</a:t>
            </a:r>
          </a:p>
          <a:p>
            <a:r>
              <a:t>This is the moment finance cares about: no invoicing for equipment that isn't live, so no credits or disputes.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Gold maintenance promised monthly on-site check-ups. Here that promise becomes a Maintenance Plan on the Asset, generating the visits automatically.</a:t>
            </a:r>
          </a:p>
          <a:p>
            <a:r>
              <a:t>Nobody in service has to read the contract to know what's owed.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failure, two customers. Infinitech has Gold maintenance, so the coverage check says no charge.</a:t>
            </a:r>
          </a:p>
          <a:p>
            <a:r>
              <a:t>A customer without maintenance gets a billable order for parts and labor, priced by Revenue Cloud and invoiced by Billing.</a:t>
            </a:r>
          </a:p>
          <a:p>
            <a:r>
              <a:t>This is the strongest moment of the demo: entitlement and revenue decided by the same record.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technician is the only person who's physically seen the customer's rack. One tap flags an expansion opportunity.</a:t>
            </a:r>
          </a:p>
          <a:p>
            <a:r>
              <a:t>The seller amends the existing Asset rather than quoting from scratch, so the new lines co-term with what's already installed.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Close on the Asset. This one record carries the order, the install Work Order, the serial number, and billing.</a:t>
            </a:r>
          </a:p>
          <a:p>
            <a:r>
              <a:t>There's no integration between two systems because there's one system. When renewal comes, the seller quotes what's really in the rack.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Land the three outcomes.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Timings are targets. Prep the fallbacks in the demo org before the call so any scene can be shown from a pre-built record.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1.jp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48.jp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8.jp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3.jp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2.jp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5.jp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9.jp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help.salesforce.com/s/products/health" TargetMode="Externa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5.png"/><Relationship Id="rId5" Type="http://schemas.openxmlformats.org/officeDocument/2006/relationships/image" Target="../media/image4.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25.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8.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84.png"/><Relationship Id="rId4" Type="http://schemas.openxmlformats.org/officeDocument/2006/relationships/image" Target="../media/image8.png"/><Relationship Id="rId5" Type="http://schemas.openxmlformats.org/officeDocument/2006/relationships/image" Target="../media/image3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8.png"/><Relationship Id="rId6" Type="http://schemas.openxmlformats.org/officeDocument/2006/relationships/image" Target="../media/image35.png"/><Relationship Id="rId7" Type="http://schemas.openxmlformats.org/officeDocument/2006/relationships/image" Target="../media/image3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35.png"/><Relationship Id="rId6" Type="http://schemas.openxmlformats.org/officeDocument/2006/relationships/image" Target="../media/image38.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35.png"/><Relationship Id="rId4" Type="http://schemas.openxmlformats.org/officeDocument/2006/relationships/image" Target="../media/image38.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53.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6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 Id="rId3" Type="http://schemas.openxmlformats.org/officeDocument/2006/relationships/image" Target="../media/image8.png"/><Relationship Id="rId4" Type="http://schemas.openxmlformats.org/officeDocument/2006/relationships/image" Target="../media/image69.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8.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33.png"/><Relationship Id="rId6" Type="http://schemas.openxmlformats.org/officeDocument/2006/relationships/image" Target="../media/image70.png"/><Relationship Id="rId7" Type="http://schemas.openxmlformats.org/officeDocument/2006/relationships/image" Target="../media/image8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63.png"/><Relationship Id="rId5" Type="http://schemas.openxmlformats.org/officeDocument/2006/relationships/image" Target="../media/image70.png"/><Relationship Id="rId6" Type="http://schemas.openxmlformats.org/officeDocument/2006/relationships/image" Target="../media/image80.png"/><Relationship Id="rId7" Type="http://schemas.openxmlformats.org/officeDocument/2006/relationships/image" Target="../media/image33.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3.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3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2.png"/><Relationship Id="rId4" Type="http://schemas.openxmlformats.org/officeDocument/2006/relationships/image" Target="../media/image71.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3.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71.png"/><Relationship Id="rId4" Type="http://schemas.openxmlformats.org/officeDocument/2006/relationships/image" Target="../media/image7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5.png"/><Relationship Id="rId4" Type="http://schemas.openxmlformats.org/officeDocument/2006/relationships/image" Target="../media/image38.png"/><Relationship Id="rId5" Type="http://schemas.openxmlformats.org/officeDocument/2006/relationships/image" Target="../media/image33.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25.png"/><Relationship Id="rId4" Type="http://schemas.openxmlformats.org/officeDocument/2006/relationships/image" Target="../media/image1.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61.png"/><Relationship Id="rId4" Type="http://schemas.openxmlformats.org/officeDocument/2006/relationships/image" Target="../media/image8.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png"/><Relationship Id="rId3" Type="http://schemas.openxmlformats.org/officeDocument/2006/relationships/image" Target="../media/image8.png"/><Relationship Id="rId4" Type="http://schemas.openxmlformats.org/officeDocument/2006/relationships/image" Target="../media/image104.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12.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3.png"/><Relationship Id="rId3" Type="http://schemas.openxmlformats.org/officeDocument/2006/relationships/image" Target="../media/image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0.jp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22.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78.jp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3.jp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4.jp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1.jpg"/></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9.jp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9.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help.salesforce.com/s/products/health" TargetMode="Externa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25" name="Shape 25"/>
        <p:cNvGrpSpPr/>
        <p:nvPr/>
      </p:nvGrpSpPr>
      <p:grpSpPr>
        <a:xfrm>
          <a:off x="0" y="0"/>
          <a:ext cx="0" cy="0"/>
          <a:chOff x="0" y="0"/>
          <a:chExt cx="0" cy="0"/>
        </a:xfrm>
      </p:grpSpPr>
      <p:pic>
        <p:nvPicPr>
          <p:cNvPr id="26" name="Google Shape;26;p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27" name="Google Shape;27;p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 name="Google Shape;28;p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29" name="Google Shape;29;p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0" name="Google Shape;30;p2"/>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1" name="Google Shape;31;p2"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2" name="Google Shape;32;p2"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3" name="Google Shape;33;p2"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4" name="Google Shape;34;p2"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5" name="Google Shape;35;p2"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 name="Google Shape;36;p2"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7" name="Google Shape;37;p2"/>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8" name="Shape 38"/>
        <p:cNvGrpSpPr/>
        <p:nvPr/>
      </p:nvGrpSpPr>
      <p:grpSpPr>
        <a:xfrm>
          <a:off x="0" y="0"/>
          <a:ext cx="0" cy="0"/>
          <a:chOff x="0" y="0"/>
          <a:chExt cx="0" cy="0"/>
        </a:xfrm>
      </p:grpSpPr>
      <p:pic>
        <p:nvPicPr>
          <p:cNvPr id="39" name="Google Shape;39;p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 name="Google Shape;40;p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 name="Google Shape;41;p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42" name="Google Shape;42;p3"/>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43" name="Google Shape;43;p3"/>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44" name="Google Shape;44;p3"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45" name="Google Shape;45;p3"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46" name="Google Shape;46;p3"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47" name="Google Shape;47;p3"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48" name="Google Shape;48;p3"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49" name="Google Shape;49;p3"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50" name="Google Shape;50;p3"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51" name="Google Shape;51;p3"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52" name="Google Shape;52;p3"/>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53" name="Google Shape;53;p3"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54" name="Shape 54"/>
        <p:cNvGrpSpPr/>
        <p:nvPr/>
      </p:nvGrpSpPr>
      <p:grpSpPr>
        <a:xfrm>
          <a:off x="0" y="0"/>
          <a:ext cx="0" cy="0"/>
          <a:chOff x="0" y="0"/>
          <a:chExt cx="0" cy="0"/>
        </a:xfrm>
      </p:grpSpPr>
      <p:pic>
        <p:nvPicPr>
          <p:cNvPr id="55" name="Google Shape;55;p4"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6" name="Google Shape;56;p4"/>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57" name="Google Shape;57;p4"/>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58" name="Google Shape;58;p4"/>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9" name="Google Shape;59;p4"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60" name="Google Shape;60;p4"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61" name="Google Shape;61;p4"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62" name="Google Shape;62;p4"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63" name="Google Shape;63;p4"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64" name="Google Shape;64;p4"/>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65" name="Google Shape;65;p4"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66" name="Google Shape;66;p4"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67" name="Shape 67"/>
        <p:cNvGrpSpPr/>
        <p:nvPr/>
      </p:nvGrpSpPr>
      <p:grpSpPr>
        <a:xfrm>
          <a:off x="0" y="0"/>
          <a:ext cx="0" cy="0"/>
          <a:chOff x="0" y="0"/>
          <a:chExt cx="0" cy="0"/>
        </a:xfrm>
      </p:grpSpPr>
      <p:pic>
        <p:nvPicPr>
          <p:cNvPr id="68" name="Google Shape;68;p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 name="Google Shape;69;p5"/>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0" name="Google Shape;70;p5"/>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1" name="Google Shape;71;p5"/>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1">
  <p:cSld name="TITLE_1_1_1_1_1_2">
    <p:bg>
      <p:bgPr>
        <a:gradFill>
          <a:gsLst>
            <a:gs pos="0">
              <a:srgbClr val="02A0FF"/>
            </a:gs>
            <a:gs pos="100000">
              <a:srgbClr val="066AFE"/>
            </a:gs>
          </a:gsLst>
          <a:lin ang="5400700" scaled="0"/>
        </a:gradFill>
      </p:bgPr>
    </p:bg>
    <p:spTree>
      <p:nvGrpSpPr>
        <p:cNvPr id="72" name="Shape 72"/>
        <p:cNvGrpSpPr/>
        <p:nvPr/>
      </p:nvGrpSpPr>
      <p:grpSpPr>
        <a:xfrm>
          <a:off x="0" y="0"/>
          <a:ext cx="0" cy="0"/>
          <a:chOff x="0" y="0"/>
          <a:chExt cx="0" cy="0"/>
        </a:xfrm>
      </p:grpSpPr>
      <p:sp>
        <p:nvSpPr>
          <p:cNvPr id="73" name="Google Shape;73;p6"/>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74" name="Google Shape;74;p6"/>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75" name="Google Shape;75;p6"/>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76" name="Shape 76"/>
        <p:cNvGrpSpPr/>
        <p:nvPr/>
      </p:nvGrpSpPr>
      <p:grpSpPr>
        <a:xfrm>
          <a:off x="0" y="0"/>
          <a:ext cx="0" cy="0"/>
          <a:chOff x="0" y="0"/>
          <a:chExt cx="0" cy="0"/>
        </a:xfrm>
      </p:grpSpPr>
      <p:sp>
        <p:nvSpPr>
          <p:cNvPr id="77" name="Google Shape;77;p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8" name="Google Shape;78;p7"/>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 name="Google Shape;79;p7"/>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0" name="Google Shape;80;p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1" name="Google Shape;81;p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82" name="Shape 82"/>
        <p:cNvGrpSpPr/>
        <p:nvPr/>
      </p:nvGrpSpPr>
      <p:grpSpPr>
        <a:xfrm>
          <a:off x="0" y="0"/>
          <a:ext cx="0" cy="0"/>
          <a:chOff x="0" y="0"/>
          <a:chExt cx="0" cy="0"/>
        </a:xfrm>
      </p:grpSpPr>
      <p:sp>
        <p:nvSpPr>
          <p:cNvPr id="83" name="Google Shape;83;p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84" name="Google Shape;84;p8"/>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85" name="Google Shape;85;p8"/>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86" name="Google Shape;86;p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87" name="Google Shape;87;p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88" name="Shape 88"/>
        <p:cNvGrpSpPr/>
        <p:nvPr/>
      </p:nvGrpSpPr>
      <p:grpSpPr>
        <a:xfrm>
          <a:off x="0" y="0"/>
          <a:ext cx="0" cy="0"/>
          <a:chOff x="0" y="0"/>
          <a:chExt cx="0" cy="0"/>
        </a:xfrm>
      </p:grpSpPr>
      <p:sp>
        <p:nvSpPr>
          <p:cNvPr id="89" name="Google Shape;89;p9"/>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0" name="Google Shape;90;p9"/>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1" name="Google Shape;91;p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2" name="Google Shape;92;p9"/>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3" name="Google Shape;93;p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94" name="Shape 94"/>
        <p:cNvGrpSpPr/>
        <p:nvPr/>
      </p:nvGrpSpPr>
      <p:grpSpPr>
        <a:xfrm>
          <a:off x="0" y="0"/>
          <a:ext cx="0" cy="0"/>
          <a:chOff x="0" y="0"/>
          <a:chExt cx="0" cy="0"/>
        </a:xfrm>
      </p:grpSpPr>
      <p:sp>
        <p:nvSpPr>
          <p:cNvPr id="95" name="Google Shape;95;p10"/>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96" name="Google Shape;96;p10"/>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97" name="Google Shape;97;p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98" name="Google Shape;98;p10"/>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99" name="Google Shape;99;p1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100" name="Shape 100"/>
        <p:cNvGrpSpPr/>
        <p:nvPr/>
      </p:nvGrpSpPr>
      <p:grpSpPr>
        <a:xfrm>
          <a:off x="0" y="0"/>
          <a:ext cx="0" cy="0"/>
          <a:chOff x="0" y="0"/>
          <a:chExt cx="0" cy="0"/>
        </a:xfrm>
      </p:grpSpPr>
      <p:sp>
        <p:nvSpPr>
          <p:cNvPr id="101" name="Google Shape;101;p11"/>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2" name="Google Shape;102;p11"/>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3" name="Google Shape;103;p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04" name="Google Shape;104;p11"/>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05" name="Google Shape;105;p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06" name="Google Shape;106;p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107" name="Shape 107"/>
        <p:cNvGrpSpPr/>
        <p:nvPr/>
      </p:nvGrpSpPr>
      <p:grpSpPr>
        <a:xfrm>
          <a:off x="0" y="0"/>
          <a:ext cx="0" cy="0"/>
          <a:chOff x="0" y="0"/>
          <a:chExt cx="0" cy="0"/>
        </a:xfrm>
      </p:grpSpPr>
      <p:sp>
        <p:nvSpPr>
          <p:cNvPr id="108" name="Google Shape;108;p12"/>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09" name="Google Shape;109;p12"/>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0" name="Google Shape;110;p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1" name="Google Shape;111;p12"/>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2" name="Google Shape;112;p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13" name="Google Shape;113;p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114" name="Shape 114"/>
        <p:cNvGrpSpPr/>
        <p:nvPr/>
      </p:nvGrpSpPr>
      <p:grpSpPr>
        <a:xfrm>
          <a:off x="0" y="0"/>
          <a:ext cx="0" cy="0"/>
          <a:chOff x="0" y="0"/>
          <a:chExt cx="0" cy="0"/>
        </a:xfrm>
      </p:grpSpPr>
      <p:sp>
        <p:nvSpPr>
          <p:cNvPr id="115" name="Google Shape;115;p13"/>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16" name="Google Shape;116;p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17" name="Google Shape;117;p13"/>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18" name="Google Shape;118;p1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19" name="Google Shape;119;p13"/>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0" name="Google Shape;120;p13"/>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1" name="Google Shape;121;p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122" name="Shape 122"/>
        <p:cNvGrpSpPr/>
        <p:nvPr/>
      </p:nvGrpSpPr>
      <p:grpSpPr>
        <a:xfrm>
          <a:off x="0" y="0"/>
          <a:ext cx="0" cy="0"/>
          <a:chOff x="0" y="0"/>
          <a:chExt cx="0" cy="0"/>
        </a:xfrm>
      </p:grpSpPr>
      <p:sp>
        <p:nvSpPr>
          <p:cNvPr id="123" name="Google Shape;123;p14"/>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4" name="Google Shape;124;p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25" name="Google Shape;125;p14"/>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26" name="Google Shape;126;p1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27" name="Google Shape;127;p14"/>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28" name="Google Shape;128;p14"/>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29" name="Google Shape;129;p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130" name="Shape 13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131" name="Shape 131"/>
        <p:cNvGrpSpPr/>
        <p:nvPr/>
      </p:nvGrpSpPr>
      <p:grpSpPr>
        <a:xfrm>
          <a:off x="0" y="0"/>
          <a:ext cx="0" cy="0"/>
          <a:chOff x="0" y="0"/>
          <a:chExt cx="0" cy="0"/>
        </a:xfrm>
      </p:grpSpPr>
      <p:pic>
        <p:nvPicPr>
          <p:cNvPr id="132" name="Google Shape;132;p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133" name="Shape 133"/>
        <p:cNvGrpSpPr/>
        <p:nvPr/>
      </p:nvGrpSpPr>
      <p:grpSpPr>
        <a:xfrm>
          <a:off x="0" y="0"/>
          <a:ext cx="0" cy="0"/>
          <a:chOff x="0" y="0"/>
          <a:chExt cx="0" cy="0"/>
        </a:xfrm>
      </p:grpSpPr>
      <p:sp>
        <p:nvSpPr>
          <p:cNvPr id="134" name="Google Shape;134;p17"/>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35" name="Google Shape;135;p17"/>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36" name="Google Shape;136;p17"/>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37" name="Google Shape;137;p17"/>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38" name="Google Shape;138;p17"/>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139" name="Google Shape;139;p17"/>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140" name="Shape 140"/>
        <p:cNvGrpSpPr/>
        <p:nvPr/>
      </p:nvGrpSpPr>
      <p:grpSpPr>
        <a:xfrm>
          <a:off x="0" y="0"/>
          <a:ext cx="0" cy="0"/>
          <a:chOff x="0" y="0"/>
          <a:chExt cx="0" cy="0"/>
        </a:xfrm>
      </p:grpSpPr>
      <p:sp>
        <p:nvSpPr>
          <p:cNvPr id="141" name="Google Shape;141;p18"/>
          <p:cNvSpPr/>
          <p:nvPr>
            <p:ph idx="2" type="pic"/>
          </p:nvPr>
        </p:nvSpPr>
        <p:spPr>
          <a:xfrm>
            <a:off x="9151620" y="0"/>
            <a:ext cx="9394500" cy="10295700"/>
          </a:xfrm>
          <a:prstGeom prst="roundRect">
            <a:avLst>
              <a:gd fmla="val 3341" name="adj"/>
            </a:avLst>
          </a:prstGeom>
          <a:noFill/>
          <a:ln>
            <a:noFill/>
          </a:ln>
        </p:spPr>
      </p:sp>
      <p:sp>
        <p:nvSpPr>
          <p:cNvPr id="142" name="Google Shape;142;p18"/>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3" name="Google Shape;143;p1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44" name="Google Shape;144;p18"/>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145" name="Google Shape;145;p18"/>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146" name="Google Shape;146;p18"/>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147" name="Shape 147"/>
        <p:cNvGrpSpPr/>
        <p:nvPr/>
      </p:nvGrpSpPr>
      <p:grpSpPr>
        <a:xfrm>
          <a:off x="0" y="0"/>
          <a:ext cx="0" cy="0"/>
          <a:chOff x="0" y="0"/>
          <a:chExt cx="0" cy="0"/>
        </a:xfrm>
      </p:grpSpPr>
      <p:sp>
        <p:nvSpPr>
          <p:cNvPr id="148" name="Google Shape;148;p19"/>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149" name="Google Shape;149;p19"/>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150" name="Google Shape;150;p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51" name="Google Shape;151;p19"/>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2" name="Google Shape;152;p19"/>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3" name="Google Shape;153;p19"/>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154" name="Shape 154"/>
        <p:cNvGrpSpPr/>
        <p:nvPr/>
      </p:nvGrpSpPr>
      <p:grpSpPr>
        <a:xfrm>
          <a:off x="0" y="0"/>
          <a:ext cx="0" cy="0"/>
          <a:chOff x="0" y="0"/>
          <a:chExt cx="0" cy="0"/>
        </a:xfrm>
      </p:grpSpPr>
      <p:sp>
        <p:nvSpPr>
          <p:cNvPr id="155" name="Google Shape;155;p20"/>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56" name="Google Shape;156;p20"/>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57" name="Google Shape;157;p2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8" name="Google Shape;158;p2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59" name="Google Shape;159;p2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0" name="Google Shape;160;p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161" name="Shape 161"/>
        <p:cNvGrpSpPr/>
        <p:nvPr/>
      </p:nvGrpSpPr>
      <p:grpSpPr>
        <a:xfrm>
          <a:off x="0" y="0"/>
          <a:ext cx="0" cy="0"/>
          <a:chOff x="0" y="0"/>
          <a:chExt cx="0" cy="0"/>
        </a:xfrm>
      </p:grpSpPr>
      <p:sp>
        <p:nvSpPr>
          <p:cNvPr id="162" name="Google Shape;162;p21"/>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63" name="Google Shape;163;p21"/>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64" name="Google Shape;164;p2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65" name="Google Shape;165;p2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66" name="Google Shape;166;p2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67" name="Google Shape;167;p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168" name="Shape 168"/>
        <p:cNvGrpSpPr/>
        <p:nvPr/>
      </p:nvGrpSpPr>
      <p:grpSpPr>
        <a:xfrm>
          <a:off x="0" y="0"/>
          <a:ext cx="0" cy="0"/>
          <a:chOff x="0" y="0"/>
          <a:chExt cx="0" cy="0"/>
        </a:xfrm>
      </p:grpSpPr>
      <p:sp>
        <p:nvSpPr>
          <p:cNvPr id="169" name="Google Shape;169;p22"/>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0" name="Google Shape;170;p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1" name="Google Shape;171;p2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2" name="Google Shape;172;p2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73" name="Google Shape;173;p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74" name="Google Shape;174;p22"/>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175" name="Shape 175"/>
        <p:cNvGrpSpPr/>
        <p:nvPr/>
      </p:nvGrpSpPr>
      <p:grpSpPr>
        <a:xfrm>
          <a:off x="0" y="0"/>
          <a:ext cx="0" cy="0"/>
          <a:chOff x="0" y="0"/>
          <a:chExt cx="0" cy="0"/>
        </a:xfrm>
      </p:grpSpPr>
      <p:sp>
        <p:nvSpPr>
          <p:cNvPr id="176" name="Google Shape;176;p23"/>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77" name="Google Shape;177;p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78" name="Google Shape;178;p2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79" name="Google Shape;179;p2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80" name="Google Shape;180;p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181" name="Google Shape;181;p23"/>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182" name="Shape 182"/>
        <p:cNvGrpSpPr/>
        <p:nvPr/>
      </p:nvGrpSpPr>
      <p:grpSpPr>
        <a:xfrm>
          <a:off x="0" y="0"/>
          <a:ext cx="0" cy="0"/>
          <a:chOff x="0" y="0"/>
          <a:chExt cx="0" cy="0"/>
        </a:xfrm>
      </p:grpSpPr>
      <p:sp>
        <p:nvSpPr>
          <p:cNvPr id="183" name="Google Shape;183;p24"/>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4" name="Google Shape;184;p24"/>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85" name="Google Shape;185;p2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86" name="Google Shape;186;p2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87" name="Google Shape;187;p24"/>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8" name="Google Shape;188;p24"/>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89" name="Google Shape;189;p24"/>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0" name="Google Shape;190;p2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191" name="Shape 191"/>
        <p:cNvGrpSpPr/>
        <p:nvPr/>
      </p:nvGrpSpPr>
      <p:grpSpPr>
        <a:xfrm>
          <a:off x="0" y="0"/>
          <a:ext cx="0" cy="0"/>
          <a:chOff x="0" y="0"/>
          <a:chExt cx="0" cy="0"/>
        </a:xfrm>
      </p:grpSpPr>
      <p:sp>
        <p:nvSpPr>
          <p:cNvPr id="192" name="Google Shape;192;p25"/>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3" name="Google Shape;193;p25"/>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194" name="Google Shape;194;p2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95" name="Google Shape;195;p2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196" name="Google Shape;196;p25"/>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7" name="Google Shape;197;p25"/>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198" name="Google Shape;198;p25"/>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199" name="Google Shape;199;p2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200" name="Shape 200"/>
        <p:cNvGrpSpPr/>
        <p:nvPr/>
      </p:nvGrpSpPr>
      <p:grpSpPr>
        <a:xfrm>
          <a:off x="0" y="0"/>
          <a:ext cx="0" cy="0"/>
          <a:chOff x="0" y="0"/>
          <a:chExt cx="0" cy="0"/>
        </a:xfrm>
      </p:grpSpPr>
      <p:sp>
        <p:nvSpPr>
          <p:cNvPr id="201" name="Google Shape;201;p26"/>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2" name="Google Shape;202;p26"/>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3" name="Google Shape;203;p26"/>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04" name="Google Shape;204;p2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05" name="Google Shape;205;p2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06" name="Google Shape;206;p2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07" name="Google Shape;207;p26"/>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8" name="Google Shape;208;p26"/>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09" name="Google Shape;209;p26"/>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10" name="Google Shape;210;p2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211" name="Shape 211"/>
        <p:cNvGrpSpPr/>
        <p:nvPr/>
      </p:nvGrpSpPr>
      <p:grpSpPr>
        <a:xfrm>
          <a:off x="0" y="0"/>
          <a:ext cx="0" cy="0"/>
          <a:chOff x="0" y="0"/>
          <a:chExt cx="0" cy="0"/>
        </a:xfrm>
      </p:grpSpPr>
      <p:sp>
        <p:nvSpPr>
          <p:cNvPr id="212" name="Google Shape;212;p27"/>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3" name="Google Shape;213;p27"/>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4" name="Google Shape;214;p27"/>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15" name="Google Shape;215;p2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16" name="Google Shape;216;p27"/>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17" name="Google Shape;217;p2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18" name="Google Shape;218;p27"/>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19" name="Google Shape;219;p27"/>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20" name="Google Shape;220;p27"/>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21" name="Google Shape;221;p2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222" name="Shape 222"/>
        <p:cNvGrpSpPr/>
        <p:nvPr/>
      </p:nvGrpSpPr>
      <p:grpSpPr>
        <a:xfrm>
          <a:off x="0" y="0"/>
          <a:ext cx="0" cy="0"/>
          <a:chOff x="0" y="0"/>
          <a:chExt cx="0" cy="0"/>
        </a:xfrm>
      </p:grpSpPr>
      <p:sp>
        <p:nvSpPr>
          <p:cNvPr id="223" name="Google Shape;223;p28"/>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4" name="Google Shape;224;p28"/>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5" name="Google Shape;225;p28"/>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6" name="Google Shape;226;p28"/>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27" name="Google Shape;227;p2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28" name="Google Shape;228;p2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29" name="Google Shape;229;p2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30" name="Google Shape;230;p28"/>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1" name="Google Shape;231;p28"/>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2" name="Google Shape;232;p28"/>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33" name="Google Shape;233;p28"/>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34" name="Google Shape;234;p2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235" name="Shape 235"/>
        <p:cNvGrpSpPr/>
        <p:nvPr/>
      </p:nvGrpSpPr>
      <p:grpSpPr>
        <a:xfrm>
          <a:off x="0" y="0"/>
          <a:ext cx="0" cy="0"/>
          <a:chOff x="0" y="0"/>
          <a:chExt cx="0" cy="0"/>
        </a:xfrm>
      </p:grpSpPr>
      <p:sp>
        <p:nvSpPr>
          <p:cNvPr id="236" name="Google Shape;236;p29"/>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7" name="Google Shape;237;p29"/>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8" name="Google Shape;238;p29"/>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39" name="Google Shape;239;p29"/>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240" name="Google Shape;240;p2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241" name="Google Shape;241;p2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42" name="Google Shape;242;p2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243" name="Google Shape;243;p29"/>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4" name="Google Shape;244;p29"/>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5" name="Google Shape;245;p29"/>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246" name="Google Shape;246;p29"/>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247" name="Google Shape;247;p2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248" name="Shape 248"/>
        <p:cNvGrpSpPr/>
        <p:nvPr/>
      </p:nvGrpSpPr>
      <p:grpSpPr>
        <a:xfrm>
          <a:off x="0" y="0"/>
          <a:ext cx="0" cy="0"/>
          <a:chOff x="0" y="0"/>
          <a:chExt cx="0" cy="0"/>
        </a:xfrm>
      </p:grpSpPr>
      <p:pic>
        <p:nvPicPr>
          <p:cNvPr descr="alt=&quot;&quot;" id="249" name="Google Shape;249;p30"/>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250" name="Google Shape;250;p30"/>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251" name="Google Shape;251;p30"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252" name="Google Shape;252;p30"/>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53" name="Google Shape;253;p30"/>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254" name="Google Shape;254;p30"/>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255" name="Google Shape;255;p30"/>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256" name="Google Shape;256;p30"/>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257" name="Google Shape;257;p30"/>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258" name="Google Shape;258;p30"/>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259" name="Google Shape;259;p30"/>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0" name="Google Shape;260;p30"/>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1" name="Google Shape;261;p30"/>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262" name="Google Shape;262;p30"/>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63" name="Google Shape;263;p30"/>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264" name="Google Shape;264;p30"/>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265" name="Google Shape;265;p30"/>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266" name="Google Shape;266;p30"/>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267" name="Google Shape;267;p30"/>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268" name="Google Shape;268;p30"/>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269" name="Google Shape;269;p30"/>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270" name="Google Shape;270;p30"/>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1" name="Google Shape;271;p30"/>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2" name="Google Shape;272;p30"/>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3" name="Google Shape;273;p30"/>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274" name="Google Shape;274;p30"/>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275" name="Google Shape;275;p30"/>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276" name="Google Shape;276;p30"/>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277" name="Google Shape;277;p30"/>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78" name="Google Shape;278;p30"/>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279" name="Google Shape;279;p30"/>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280" name="Shape 280"/>
        <p:cNvGrpSpPr/>
        <p:nvPr/>
      </p:nvGrpSpPr>
      <p:grpSpPr>
        <a:xfrm>
          <a:off x="0" y="0"/>
          <a:ext cx="0" cy="0"/>
          <a:chOff x="0" y="0"/>
          <a:chExt cx="0" cy="0"/>
        </a:xfrm>
      </p:grpSpPr>
      <p:sp>
        <p:nvSpPr>
          <p:cNvPr id="281" name="Google Shape;281;p31"/>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2" name="Google Shape;282;p31"/>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3" name="Google Shape;283;p31"/>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4" name="Google Shape;284;p31"/>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5" name="Google Shape;285;p31"/>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86" name="Google Shape;286;p3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87" name="Google Shape;287;p3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88" name="Google Shape;288;p31"/>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289" name="Google Shape;289;p31"/>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290" name="Google Shape;290;p31"/>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1" name="Google Shape;291;p31"/>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2" name="Google Shape;292;p31"/>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3" name="Google Shape;293;p31"/>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294" name="Google Shape;294;p31"/>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295" name="Shape 295"/>
        <p:cNvGrpSpPr/>
        <p:nvPr/>
      </p:nvGrpSpPr>
      <p:grpSpPr>
        <a:xfrm>
          <a:off x="0" y="0"/>
          <a:ext cx="0" cy="0"/>
          <a:chOff x="0" y="0"/>
          <a:chExt cx="0" cy="0"/>
        </a:xfrm>
      </p:grpSpPr>
      <p:sp>
        <p:nvSpPr>
          <p:cNvPr id="296" name="Google Shape;296;p32"/>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7" name="Google Shape;297;p32"/>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8" name="Google Shape;298;p32"/>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299" name="Google Shape;299;p32"/>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0" name="Google Shape;300;p32"/>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01" name="Google Shape;301;p3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02" name="Google Shape;302;p3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03" name="Google Shape;303;p32"/>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04" name="Google Shape;304;p3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05" name="Google Shape;305;p32"/>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6" name="Google Shape;306;p32"/>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7" name="Google Shape;307;p32"/>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8" name="Google Shape;308;p32"/>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09" name="Google Shape;309;p32"/>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12" name="Google Shape;312;p33"/>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3" name="Google Shape;313;p33"/>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4" name="Google Shape;314;p33"/>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5" name="Google Shape;315;p33"/>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6" name="Google Shape;316;p33"/>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17" name="Google Shape;317;p33"/>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18" name="Google Shape;318;p33"/>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19" name="Google Shape;319;p33"/>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0" name="Google Shape;320;p33"/>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1" name="Google Shape;321;p33"/>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2" name="Google Shape;322;p33"/>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3" name="Google Shape;323;p33"/>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4" name="Google Shape;324;p33"/>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5" name="Google Shape;325;p33"/>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26" name="Google Shape;326;p33"/>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27" name="Google Shape;327;p33"/>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28" name="Google Shape;328;p3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29" name="Shape 329"/>
        <p:cNvGrpSpPr/>
        <p:nvPr/>
      </p:nvGrpSpPr>
      <p:grpSpPr>
        <a:xfrm>
          <a:off x="0" y="0"/>
          <a:ext cx="0" cy="0"/>
          <a:chOff x="0" y="0"/>
          <a:chExt cx="0" cy="0"/>
        </a:xfrm>
      </p:grpSpPr>
      <p:sp>
        <p:nvSpPr>
          <p:cNvPr id="330" name="Google Shape;330;p34"/>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31" name="Google Shape;331;p34"/>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2" name="Google Shape;332;p34"/>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3" name="Google Shape;333;p34"/>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4" name="Google Shape;334;p34"/>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5" name="Google Shape;335;p34"/>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6" name="Google Shape;336;p34"/>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37" name="Google Shape;337;p34"/>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38" name="Google Shape;338;p34"/>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39" name="Google Shape;339;p34"/>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0" name="Google Shape;340;p34"/>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1" name="Google Shape;341;p34"/>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2" name="Google Shape;342;p34"/>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3" name="Google Shape;343;p34"/>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4" name="Google Shape;344;p34"/>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5" name="Google Shape;345;p34"/>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6" name="Google Shape;346;p34"/>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7" name="Google Shape;347;p34"/>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48" name="Google Shape;348;p34"/>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49" name="Google Shape;349;p34"/>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50" name="Google Shape;350;p3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51" name="Shape 351"/>
        <p:cNvGrpSpPr/>
        <p:nvPr/>
      </p:nvGrpSpPr>
      <p:grpSpPr>
        <a:xfrm>
          <a:off x="0" y="0"/>
          <a:ext cx="0" cy="0"/>
          <a:chOff x="0" y="0"/>
          <a:chExt cx="0" cy="0"/>
        </a:xfrm>
      </p:grpSpPr>
      <p:sp>
        <p:nvSpPr>
          <p:cNvPr id="352" name="Google Shape;352;p3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53" name="Google Shape;353;p35"/>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54" name="Google Shape;354;p35"/>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5" name="Google Shape;355;p35"/>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6" name="Google Shape;356;p35"/>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7" name="Google Shape;357;p35"/>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8" name="Google Shape;358;p35"/>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59" name="Google Shape;359;p35"/>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60" name="Google Shape;360;p35"/>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1" name="Google Shape;361;p35"/>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62" name="Google Shape;362;p35"/>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3" name="Google Shape;363;p35"/>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4" name="Google Shape;364;p35"/>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 name="Google Shape;365;p35"/>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 name="Google Shape;366;p35"/>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7" name="Google Shape;367;p35"/>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68" name="Shape 368"/>
        <p:cNvGrpSpPr/>
        <p:nvPr/>
      </p:nvGrpSpPr>
      <p:grpSpPr>
        <a:xfrm>
          <a:off x="0" y="0"/>
          <a:ext cx="0" cy="0"/>
          <a:chOff x="0" y="0"/>
          <a:chExt cx="0" cy="0"/>
        </a:xfrm>
      </p:grpSpPr>
      <p:sp>
        <p:nvSpPr>
          <p:cNvPr id="369" name="Google Shape;369;p3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70" name="Google Shape;370;p3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1" name="Google Shape;371;p36"/>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2" name="Google Shape;372;p36"/>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3" name="Google Shape;373;p36"/>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4" name="Google Shape;374;p36"/>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75" name="Google Shape;375;p36"/>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6" name="Google Shape;376;p36"/>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77" name="Google Shape;377;p36"/>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 name="Google Shape;378;p36"/>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79" name="Google Shape;379;p36"/>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0" name="Google Shape;380;p36"/>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1" name="Google Shape;381;p36"/>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82" name="Google Shape;382;p36"/>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3" name="Google Shape;383;p36"/>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84" name="Shape 384"/>
        <p:cNvGrpSpPr/>
        <p:nvPr/>
      </p:nvGrpSpPr>
      <p:grpSpPr>
        <a:xfrm>
          <a:off x="0" y="0"/>
          <a:ext cx="0" cy="0"/>
          <a:chOff x="0" y="0"/>
          <a:chExt cx="0" cy="0"/>
        </a:xfrm>
      </p:grpSpPr>
      <p:pic>
        <p:nvPicPr>
          <p:cNvPr id="385" name="Google Shape;385;p37"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86" name="Google Shape;386;p37"/>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87" name="Google Shape;387;p37"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88" name="Google Shape;388;p37"/>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89" name="Google Shape;389;p37"/>
          <p:cNvGrpSpPr/>
          <p:nvPr/>
        </p:nvGrpSpPr>
        <p:grpSpPr>
          <a:xfrm>
            <a:off x="1333500" y="997673"/>
            <a:ext cx="1278450" cy="1211850"/>
            <a:chOff x="0" y="0"/>
            <a:chExt cx="1704600" cy="1615800"/>
          </a:xfrm>
        </p:grpSpPr>
        <p:sp>
          <p:nvSpPr>
            <p:cNvPr id="390" name="Google Shape;390;p37"/>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1" name="Google Shape;391;p37"/>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2" name="Google Shape;392;p37"/>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3" name="Google Shape;393;p37"/>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4" name="Google Shape;394;p37"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5" name="Google Shape;395;p37"/>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6" name="Google Shape;396;p37"/>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 name="Google Shape;397;p37"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8" name="Google Shape;398;p37"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9" name="Shape 399"/>
        <p:cNvGrpSpPr/>
        <p:nvPr/>
      </p:nvGrpSpPr>
      <p:grpSpPr>
        <a:xfrm>
          <a:off x="0" y="0"/>
          <a:ext cx="0" cy="0"/>
          <a:chOff x="0" y="0"/>
          <a:chExt cx="0" cy="0"/>
        </a:xfrm>
      </p:grpSpPr>
      <p:pic>
        <p:nvPicPr>
          <p:cNvPr id="400" name="Google Shape;400;p3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1" name="Google Shape;401;p38"/>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402" name="Google Shape;402;p3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403" name="Shape 403"/>
        <p:cNvGrpSpPr/>
        <p:nvPr/>
      </p:nvGrpSpPr>
      <p:grpSpPr>
        <a:xfrm>
          <a:off x="0" y="0"/>
          <a:ext cx="0" cy="0"/>
          <a:chOff x="0" y="0"/>
          <a:chExt cx="0" cy="0"/>
        </a:xfrm>
      </p:grpSpPr>
      <p:pic>
        <p:nvPicPr>
          <p:cNvPr id="404" name="Google Shape;404;p3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 name="Google Shape;405;p3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6" name="Google Shape;406;p3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7" name="Google Shape;407;p3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8" name="Google Shape;408;p3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9" name="Google Shape;409;p3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10" name="Google Shape;410;p39"/>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11" name="Google Shape;411;p3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12" name="Google Shape;412;p3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413" name="Shape 413"/>
        <p:cNvGrpSpPr/>
        <p:nvPr/>
      </p:nvGrpSpPr>
      <p:grpSpPr>
        <a:xfrm>
          <a:off x="0" y="0"/>
          <a:ext cx="0" cy="0"/>
          <a:chOff x="0" y="0"/>
          <a:chExt cx="0" cy="0"/>
        </a:xfrm>
      </p:grpSpPr>
      <p:pic>
        <p:nvPicPr>
          <p:cNvPr id="414" name="Google Shape;414;p4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15" name="Google Shape;415;p40"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416" name="Google Shape;416;p4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17" name="Google Shape;417;p40"/>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418" name="Google Shape;418;p40"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419" name="Google Shape;419;p40"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420" name="Google Shape;420;p40"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21" name="Google Shape;421;p4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22" name="Google Shape;422;p4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23" name="Google Shape;423;p40"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24" name="Shape 424"/>
        <p:cNvGrpSpPr/>
        <p:nvPr/>
      </p:nvGrpSpPr>
      <p:grpSpPr>
        <a:xfrm>
          <a:off x="0" y="0"/>
          <a:ext cx="0" cy="0"/>
          <a:chOff x="0" y="0"/>
          <a:chExt cx="0" cy="0"/>
        </a:xfrm>
      </p:grpSpPr>
      <p:sp>
        <p:nvSpPr>
          <p:cNvPr id="425" name="Google Shape;425;p41"/>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6" name="Google Shape;426;p41"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27" name="Google Shape;427;p41"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28" name="Google Shape;428;p41"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29" name="Google Shape;429;p41"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30" name="Google Shape;430;p41"/>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31" name="Google Shape;431;p41"/>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32" name="Google Shape;432;p41"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33" name="Shape 433"/>
        <p:cNvGrpSpPr/>
        <p:nvPr/>
      </p:nvGrpSpPr>
      <p:grpSpPr>
        <a:xfrm>
          <a:off x="0" y="0"/>
          <a:ext cx="0" cy="0"/>
          <a:chOff x="0" y="0"/>
          <a:chExt cx="0" cy="0"/>
        </a:xfrm>
      </p:grpSpPr>
      <p:pic>
        <p:nvPicPr>
          <p:cNvPr id="434" name="Google Shape;434;p42"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35" name="Google Shape;435;p42"/>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36" name="Google Shape;436;p42"/>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37" name="Google Shape;437;p42"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38" name="Google Shape;438;p42"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39" name="Google Shape;439;p42"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40" name="Google Shape;440;p42"/>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41" name="Google Shape;441;p42"/>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42" name="Google Shape;442;p42"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43" name="Shape 443"/>
        <p:cNvGrpSpPr/>
        <p:nvPr/>
      </p:nvGrpSpPr>
      <p:grpSpPr>
        <a:xfrm>
          <a:off x="0" y="0"/>
          <a:ext cx="0" cy="0"/>
          <a:chOff x="0" y="0"/>
          <a:chExt cx="0" cy="0"/>
        </a:xfrm>
      </p:grpSpPr>
      <p:pic>
        <p:nvPicPr>
          <p:cNvPr id="444" name="Google Shape;444;p43"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5" name="Google Shape;445;p43"/>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46" name="Google Shape;446;p43"/>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47" name="Google Shape;447;p43"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48" name="Google Shape;448;p43"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49" name="Google Shape;449;p43"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50" name="Google Shape;450;p43"/>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51" name="Google Shape;451;p43"/>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52" name="Google Shape;452;p43"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53" name="Shape 453"/>
        <p:cNvGrpSpPr/>
        <p:nvPr/>
      </p:nvGrpSpPr>
      <p:grpSpPr>
        <a:xfrm>
          <a:off x="0" y="0"/>
          <a:ext cx="0" cy="0"/>
          <a:chOff x="0" y="0"/>
          <a:chExt cx="0" cy="0"/>
        </a:xfrm>
      </p:grpSpPr>
      <p:sp>
        <p:nvSpPr>
          <p:cNvPr id="454" name="Google Shape;454;p44"/>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55" name="Google Shape;455;p44"/>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56" name="Google Shape;456;p4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57" name="Google Shape;457;p44"/>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58" name="Google Shape;458;p44"/>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59" name="Google Shape;459;p44"/>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60" name="Shape 460"/>
        <p:cNvGrpSpPr/>
        <p:nvPr/>
      </p:nvGrpSpPr>
      <p:grpSpPr>
        <a:xfrm>
          <a:off x="0" y="0"/>
          <a:ext cx="0" cy="0"/>
          <a:chOff x="0" y="0"/>
          <a:chExt cx="0" cy="0"/>
        </a:xfrm>
      </p:grpSpPr>
      <p:pic>
        <p:nvPicPr>
          <p:cNvPr id="461" name="Google Shape;461;p45"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62" name="Google Shape;462;p45"/>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63" name="Google Shape;463;p45"/>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64" name="Google Shape;464;p45"/>
          <p:cNvGrpSpPr/>
          <p:nvPr/>
        </p:nvGrpSpPr>
        <p:grpSpPr>
          <a:xfrm>
            <a:off x="1333500" y="997673"/>
            <a:ext cx="1278450" cy="1211850"/>
            <a:chOff x="0" y="0"/>
            <a:chExt cx="1704600" cy="1615800"/>
          </a:xfrm>
        </p:grpSpPr>
        <p:sp>
          <p:nvSpPr>
            <p:cNvPr id="465" name="Google Shape;465;p45"/>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6" name="Google Shape;466;p45"/>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67" name="Google Shape;467;p45"/>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68" name="Google Shape;468;p45"/>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69" name="Google Shape;469;p4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0" name="Google Shape;470;p45"/>
          <p:cNvSpPr/>
          <p:nvPr>
            <p:ph idx="2" type="pic"/>
          </p:nvPr>
        </p:nvSpPr>
        <p:spPr>
          <a:xfrm>
            <a:off x="14278928" y="3684270"/>
            <a:ext cx="3130800" cy="2885100"/>
          </a:xfrm>
          <a:prstGeom prst="roundRect">
            <a:avLst>
              <a:gd fmla="val 9780" name="adj"/>
            </a:avLst>
          </a:prstGeom>
          <a:noFill/>
          <a:ln>
            <a:noFill/>
          </a:ln>
        </p:spPr>
      </p:sp>
      <p:sp>
        <p:nvSpPr>
          <p:cNvPr id="471" name="Google Shape;471;p45"/>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2" name="Google Shape;472;p45"/>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73" name="Shape 473"/>
        <p:cNvGrpSpPr/>
        <p:nvPr/>
      </p:nvGrpSpPr>
      <p:grpSpPr>
        <a:xfrm>
          <a:off x="0" y="0"/>
          <a:ext cx="0" cy="0"/>
          <a:chOff x="0" y="0"/>
          <a:chExt cx="0" cy="0"/>
        </a:xfrm>
      </p:grpSpPr>
      <p:pic>
        <p:nvPicPr>
          <p:cNvPr id="474" name="Google Shape;474;p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75" name="Google Shape;475;p4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76" name="Google Shape;476;p4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77" name="Google Shape;477;p4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78" name="Google Shape;478;p4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79" name="Google Shape;479;p46"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80" name="Google Shape;480;p4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1" name="Google Shape;481;p46"/>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2" name="Google Shape;482;p46"/>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3" name="Google Shape;483;p4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4" name="Google Shape;484;p4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85" name="Google Shape;485;p4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6" name="Google Shape;486;p4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7" name="Google Shape;487;p4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8" name="Google Shape;488;p4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89" name="Google Shape;489;p4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90" name="Google Shape;490;p46"/>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91" name="Google Shape;491;p46"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92" name="Google Shape;492;p46"/>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93" name="Google Shape;493;p4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94" name="Google Shape;494;p46"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95" name="Google Shape;495;p46"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96" name="Shape 496"/>
        <p:cNvGrpSpPr/>
        <p:nvPr/>
      </p:nvGrpSpPr>
      <p:grpSpPr>
        <a:xfrm>
          <a:off x="0" y="0"/>
          <a:ext cx="0" cy="0"/>
          <a:chOff x="0" y="0"/>
          <a:chExt cx="0" cy="0"/>
        </a:xfrm>
      </p:grpSpPr>
      <p:pic>
        <p:nvPicPr>
          <p:cNvPr id="497" name="Google Shape;497;p47"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98" name="Google Shape;498;p4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99" name="Google Shape;499;p4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00" name="Google Shape;500;p47"/>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01" name="Google Shape;501;p4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02" name="Google Shape;502;p47"/>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3" name="Google Shape;503;p47"/>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4" name="Google Shape;504;p47"/>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05" name="Google Shape;505;p4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6" name="Google Shape;506;p4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07" name="Google Shape;507;p4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8" name="Google Shape;508;p4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09" name="Google Shape;509;p4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0" name="Google Shape;510;p4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11" name="Google Shape;511;p47"/>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12" name="Google Shape;512;p47"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513" name="Google Shape;513;p47"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14" name="Google Shape;514;p47"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515" name="Google Shape;515;p47"/>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16" name="Google Shape;516;p47"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17" name="Google Shape;517;p47"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18" name="Google Shape;518;p47"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519" name="Shape 519"/>
        <p:cNvGrpSpPr/>
        <p:nvPr/>
      </p:nvGrpSpPr>
      <p:grpSpPr>
        <a:xfrm>
          <a:off x="0" y="0"/>
          <a:ext cx="0" cy="0"/>
          <a:chOff x="0" y="0"/>
          <a:chExt cx="0" cy="0"/>
        </a:xfrm>
      </p:grpSpPr>
      <p:pic>
        <p:nvPicPr>
          <p:cNvPr id="520" name="Google Shape;520;p48"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21" name="Google Shape;521;p48"/>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22" name="Google Shape;522;p48"/>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23" name="Google Shape;523;p48"/>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24" name="Google Shape;524;p48"/>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25" name="Google Shape;525;p48"/>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26" name="Google Shape;526;p48"/>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7" name="Google Shape;527;p48"/>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528" name="Google Shape;528;p48"/>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29" name="Google Shape;529;p48"/>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30" name="Google Shape;530;p48"/>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1" name="Google Shape;531;p48"/>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2" name="Google Shape;532;p48"/>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3" name="Google Shape;533;p48"/>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34" name="Google Shape;534;p48"/>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535" name="Google Shape;535;p48"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536" name="Google Shape;536;p48"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537" name="Google Shape;537;p48"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538" name="Google Shape;538;p48"/>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39" name="Google Shape;539;p48"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540" name="Google Shape;540;p48"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541" name="Google Shape;541;p48"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542" name="Shape 542"/>
        <p:cNvGrpSpPr/>
        <p:nvPr/>
      </p:nvGrpSpPr>
      <p:grpSpPr>
        <a:xfrm>
          <a:off x="0" y="0"/>
          <a:ext cx="0" cy="0"/>
          <a:chOff x="0" y="0"/>
          <a:chExt cx="0" cy="0"/>
        </a:xfrm>
      </p:grpSpPr>
      <p:pic>
        <p:nvPicPr>
          <p:cNvPr id="543" name="Google Shape;543;p49"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544" name="Google Shape;544;p49"/>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545" name="Google Shape;545;p49"/>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46" name="Google Shape;546;p49"/>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547" name="Google Shape;547;p49"/>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48" name="Google Shape;548;p49"/>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49" name="Google Shape;549;p49"/>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0" name="Google Shape;550;p49"/>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1" name="Google Shape;551;p49"/>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2" name="Google Shape;552;p49"/>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53" name="Google Shape;553;p49"/>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4" name="Google Shape;554;p49"/>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5" name="Google Shape;555;p49"/>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6" name="Google Shape;556;p49"/>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57" name="Google Shape;557;p49"/>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58" name="Google Shape;558;p49"/>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559" name="Google Shape;559;p49"/>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560" name="Google Shape;560;p49"/>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61" name="Google Shape;561;p49"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562" name="Google Shape;562;p49"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563" name="Google Shape;563;p49"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564" name="Google Shape;564;p49"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565" name="Shape 565"/>
        <p:cNvGrpSpPr/>
        <p:nvPr/>
      </p:nvGrpSpPr>
      <p:grpSpPr>
        <a:xfrm>
          <a:off x="0" y="0"/>
          <a:ext cx="0" cy="0"/>
          <a:chOff x="0" y="0"/>
          <a:chExt cx="0" cy="0"/>
        </a:xfrm>
      </p:grpSpPr>
      <p:sp>
        <p:nvSpPr>
          <p:cNvPr id="566" name="Google Shape;566;p50"/>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567" name="Google Shape;567;p50"/>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568" name="Google Shape;568;p50"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569" name="Google Shape;569;p50"/>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570" name="Google Shape;570;p50"/>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1" name="Google Shape;571;p50"/>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2" name="Google Shape;572;p50"/>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3" name="Google Shape;573;p50"/>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4" name="Google Shape;574;p50"/>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575" name="Google Shape;575;p50"/>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6" name="Google Shape;576;p50"/>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7" name="Google Shape;577;p50"/>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8" name="Google Shape;578;p50"/>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579" name="Google Shape;579;p50"/>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580" name="Google Shape;580;p50"/>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581" name="Google Shape;581;p50"/>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582" name="Google Shape;582;p50"/>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583" name="Google Shape;583;p50"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584" name="Google Shape;584;p50"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585" name="Google Shape;585;p50"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586" name="Google Shape;586;p50"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587" name="Shape 587"/>
        <p:cNvGrpSpPr/>
        <p:nvPr/>
      </p:nvGrpSpPr>
      <p:grpSpPr>
        <a:xfrm>
          <a:off x="0" y="0"/>
          <a:ext cx="0" cy="0"/>
          <a:chOff x="0" y="0"/>
          <a:chExt cx="0" cy="0"/>
        </a:xfrm>
      </p:grpSpPr>
      <p:sp>
        <p:nvSpPr>
          <p:cNvPr id="588" name="Google Shape;588;p51"/>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9" name="Google Shape;589;p51"/>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590" name="Google Shape;590;p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591" name="Shape 591"/>
        <p:cNvGrpSpPr/>
        <p:nvPr/>
      </p:nvGrpSpPr>
      <p:grpSpPr>
        <a:xfrm>
          <a:off x="0" y="0"/>
          <a:ext cx="0" cy="0"/>
          <a:chOff x="0" y="0"/>
          <a:chExt cx="0" cy="0"/>
        </a:xfrm>
      </p:grpSpPr>
      <p:sp>
        <p:nvSpPr>
          <p:cNvPr id="592" name="Google Shape;592;p52"/>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3" name="Google Shape;593;p52"/>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4" name="Google Shape;594;p52"/>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595" name="Google Shape;595;p52"/>
          <p:cNvSpPr/>
          <p:nvPr>
            <p:ph idx="2" type="pic"/>
          </p:nvPr>
        </p:nvSpPr>
        <p:spPr>
          <a:xfrm>
            <a:off x="1132522" y="2890962"/>
            <a:ext cx="4442400" cy="4442400"/>
          </a:xfrm>
          <a:prstGeom prst="ellipse">
            <a:avLst/>
          </a:prstGeom>
          <a:noFill/>
          <a:ln>
            <a:noFill/>
          </a:ln>
        </p:spPr>
      </p:sp>
      <p:sp>
        <p:nvSpPr>
          <p:cNvPr id="596" name="Google Shape;596;p52"/>
          <p:cNvSpPr/>
          <p:nvPr>
            <p:ph idx="3" type="pic"/>
          </p:nvPr>
        </p:nvSpPr>
        <p:spPr>
          <a:xfrm>
            <a:off x="6922770" y="2890962"/>
            <a:ext cx="4442400" cy="4442400"/>
          </a:xfrm>
          <a:prstGeom prst="ellipse">
            <a:avLst/>
          </a:prstGeom>
          <a:noFill/>
          <a:ln>
            <a:noFill/>
          </a:ln>
        </p:spPr>
      </p:sp>
      <p:sp>
        <p:nvSpPr>
          <p:cNvPr id="597" name="Google Shape;597;p52"/>
          <p:cNvSpPr/>
          <p:nvPr>
            <p:ph idx="4" type="pic"/>
          </p:nvPr>
        </p:nvSpPr>
        <p:spPr>
          <a:xfrm>
            <a:off x="12713017" y="2890962"/>
            <a:ext cx="4442400" cy="4442400"/>
          </a:xfrm>
          <a:prstGeom prst="ellipse">
            <a:avLst/>
          </a:prstGeom>
          <a:noFill/>
          <a:ln>
            <a:noFill/>
          </a:ln>
        </p:spPr>
      </p:sp>
      <p:sp>
        <p:nvSpPr>
          <p:cNvPr id="598" name="Google Shape;598;p52"/>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599" name="Google Shape;599;p52"/>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00" name="Google Shape;600;p52"/>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01" name="Google Shape;601;p5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602" name="Google Shape;602;p5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03" name="Google Shape;603;p52"/>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04" name="Google Shape;604;p52"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605" name="Google Shape;605;p52"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606" name="Google Shape;606;p52"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607" name="Google Shape;607;p52"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608" name="Google Shape;608;p52"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609" name="Google Shape;609;p52"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610" name="Shape 610"/>
        <p:cNvGrpSpPr/>
        <p:nvPr/>
      </p:nvGrpSpPr>
      <p:grpSpPr>
        <a:xfrm>
          <a:off x="0" y="0"/>
          <a:ext cx="0" cy="0"/>
          <a:chOff x="0" y="0"/>
          <a:chExt cx="0" cy="0"/>
        </a:xfrm>
      </p:grpSpPr>
      <p:sp>
        <p:nvSpPr>
          <p:cNvPr id="611" name="Google Shape;611;p53"/>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2" name="Google Shape;612;p53"/>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3" name="Google Shape;613;p53"/>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4" name="Google Shape;614;p53"/>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15" name="Google Shape;615;p53"/>
          <p:cNvSpPr/>
          <p:nvPr>
            <p:ph idx="2" type="pic"/>
          </p:nvPr>
        </p:nvSpPr>
        <p:spPr>
          <a:xfrm>
            <a:off x="860108" y="3332187"/>
            <a:ext cx="3712800" cy="3712800"/>
          </a:xfrm>
          <a:prstGeom prst="ellipse">
            <a:avLst/>
          </a:prstGeom>
          <a:noFill/>
          <a:ln>
            <a:noFill/>
          </a:ln>
        </p:spPr>
      </p:sp>
      <p:sp>
        <p:nvSpPr>
          <p:cNvPr id="616" name="Google Shape;616;p53"/>
          <p:cNvSpPr/>
          <p:nvPr>
            <p:ph idx="3" type="pic"/>
          </p:nvPr>
        </p:nvSpPr>
        <p:spPr>
          <a:xfrm>
            <a:off x="5136833" y="3332187"/>
            <a:ext cx="3712800" cy="3712800"/>
          </a:xfrm>
          <a:prstGeom prst="ellipse">
            <a:avLst/>
          </a:prstGeom>
          <a:noFill/>
          <a:ln>
            <a:noFill/>
          </a:ln>
        </p:spPr>
      </p:sp>
      <p:sp>
        <p:nvSpPr>
          <p:cNvPr id="617" name="Google Shape;617;p53"/>
          <p:cNvSpPr/>
          <p:nvPr>
            <p:ph idx="4" type="pic"/>
          </p:nvPr>
        </p:nvSpPr>
        <p:spPr>
          <a:xfrm>
            <a:off x="9438323" y="3332187"/>
            <a:ext cx="3712800" cy="3712800"/>
          </a:xfrm>
          <a:prstGeom prst="ellipse">
            <a:avLst/>
          </a:prstGeom>
          <a:noFill/>
          <a:ln>
            <a:noFill/>
          </a:ln>
        </p:spPr>
      </p:sp>
      <p:sp>
        <p:nvSpPr>
          <p:cNvPr id="618" name="Google Shape;618;p53"/>
          <p:cNvSpPr/>
          <p:nvPr>
            <p:ph idx="5" type="pic"/>
          </p:nvPr>
        </p:nvSpPr>
        <p:spPr>
          <a:xfrm>
            <a:off x="13726478" y="3332187"/>
            <a:ext cx="3712800" cy="3712800"/>
          </a:xfrm>
          <a:prstGeom prst="ellipse">
            <a:avLst/>
          </a:prstGeom>
          <a:noFill/>
          <a:ln>
            <a:noFill/>
          </a:ln>
        </p:spPr>
      </p:sp>
      <p:sp>
        <p:nvSpPr>
          <p:cNvPr id="619" name="Google Shape;619;p53"/>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0" name="Google Shape;620;p53"/>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1" name="Google Shape;621;p53"/>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22" name="Google Shape;622;p53"/>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23" name="Google Shape;623;p5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24" name="Google Shape;624;p53"/>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625" name="Google Shape;625;p53"/>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626" name="Google Shape;626;p53"/>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627" name="Google Shape;627;p53"/>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628" name="Google Shape;628;p53"/>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629" name="Google Shape;629;p53"/>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630" name="Google Shape;630;p53"/>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631" name="Google Shape;631;p53"/>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632" name="Google Shape;632;p53"/>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633" name="Google Shape;633;p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34" name="Google Shape;634;p53"/>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635" name="Shape 635"/>
        <p:cNvGrpSpPr/>
        <p:nvPr/>
      </p:nvGrpSpPr>
      <p:grpSpPr>
        <a:xfrm>
          <a:off x="0" y="0"/>
          <a:ext cx="0" cy="0"/>
          <a:chOff x="0" y="0"/>
          <a:chExt cx="0" cy="0"/>
        </a:xfrm>
      </p:grpSpPr>
      <p:sp>
        <p:nvSpPr>
          <p:cNvPr id="636" name="Google Shape;636;p54"/>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7" name="Google Shape;637;p54"/>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8" name="Google Shape;638;p54"/>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39" name="Google Shape;639;p54"/>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0" name="Google Shape;640;p54"/>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41" name="Google Shape;641;p54"/>
          <p:cNvSpPr/>
          <p:nvPr>
            <p:ph idx="2" type="pic"/>
          </p:nvPr>
        </p:nvSpPr>
        <p:spPr>
          <a:xfrm>
            <a:off x="859508" y="4125844"/>
            <a:ext cx="2857500" cy="2857500"/>
          </a:xfrm>
          <a:prstGeom prst="ellipse">
            <a:avLst/>
          </a:prstGeom>
          <a:noFill/>
          <a:ln>
            <a:noFill/>
          </a:ln>
        </p:spPr>
      </p:sp>
      <p:sp>
        <p:nvSpPr>
          <p:cNvPr id="642" name="Google Shape;642;p54"/>
          <p:cNvSpPr/>
          <p:nvPr>
            <p:ph idx="3" type="pic"/>
          </p:nvPr>
        </p:nvSpPr>
        <p:spPr>
          <a:xfrm>
            <a:off x="4295775" y="4125844"/>
            <a:ext cx="2857500" cy="2857500"/>
          </a:xfrm>
          <a:prstGeom prst="ellipse">
            <a:avLst/>
          </a:prstGeom>
          <a:noFill/>
          <a:ln>
            <a:noFill/>
          </a:ln>
        </p:spPr>
      </p:sp>
      <p:sp>
        <p:nvSpPr>
          <p:cNvPr id="643" name="Google Shape;643;p54"/>
          <p:cNvSpPr/>
          <p:nvPr>
            <p:ph idx="4" type="pic"/>
          </p:nvPr>
        </p:nvSpPr>
        <p:spPr>
          <a:xfrm>
            <a:off x="7732395" y="4125844"/>
            <a:ext cx="2857500" cy="2857500"/>
          </a:xfrm>
          <a:prstGeom prst="ellipse">
            <a:avLst/>
          </a:prstGeom>
          <a:noFill/>
          <a:ln>
            <a:noFill/>
          </a:ln>
        </p:spPr>
      </p:sp>
      <p:sp>
        <p:nvSpPr>
          <p:cNvPr id="644" name="Google Shape;644;p54"/>
          <p:cNvSpPr/>
          <p:nvPr>
            <p:ph idx="5" type="pic"/>
          </p:nvPr>
        </p:nvSpPr>
        <p:spPr>
          <a:xfrm>
            <a:off x="11168063" y="4125844"/>
            <a:ext cx="2857500" cy="2857500"/>
          </a:xfrm>
          <a:prstGeom prst="ellipse">
            <a:avLst/>
          </a:prstGeom>
          <a:noFill/>
          <a:ln>
            <a:noFill/>
          </a:ln>
        </p:spPr>
      </p:sp>
      <p:sp>
        <p:nvSpPr>
          <p:cNvPr id="645" name="Google Shape;645;p54"/>
          <p:cNvSpPr/>
          <p:nvPr>
            <p:ph idx="6" type="pic"/>
          </p:nvPr>
        </p:nvSpPr>
        <p:spPr>
          <a:xfrm>
            <a:off x="14603730" y="4125844"/>
            <a:ext cx="2857500" cy="2857500"/>
          </a:xfrm>
          <a:prstGeom prst="ellipse">
            <a:avLst/>
          </a:prstGeom>
          <a:noFill/>
          <a:ln>
            <a:noFill/>
          </a:ln>
        </p:spPr>
      </p:sp>
      <p:sp>
        <p:nvSpPr>
          <p:cNvPr id="646" name="Google Shape;646;p5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47" name="Google Shape;647;p5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48" name="Google Shape;648;p54"/>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49" name="Google Shape;649;p54"/>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0" name="Google Shape;650;p54"/>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1" name="Google Shape;651;p54"/>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652" name="Google Shape;652;p54"/>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653" name="Google Shape;653;p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654" name="Google Shape;654;p54"/>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655" name="Google Shape;655;p54"/>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656" name="Google Shape;656;p54"/>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657" name="Google Shape;657;p54"/>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658" name="Google Shape;658;p54"/>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659" name="Google Shape;659;p54"/>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660" name="Google Shape;660;p54"/>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661" name="Google Shape;661;p54"/>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662" name="Google Shape;662;p54"/>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663" name="Google Shape;663;p54"/>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664" name="Shape 664"/>
        <p:cNvGrpSpPr/>
        <p:nvPr/>
      </p:nvGrpSpPr>
      <p:grpSpPr>
        <a:xfrm>
          <a:off x="0" y="0"/>
          <a:ext cx="0" cy="0"/>
          <a:chOff x="0" y="0"/>
          <a:chExt cx="0" cy="0"/>
        </a:xfrm>
      </p:grpSpPr>
      <p:sp>
        <p:nvSpPr>
          <p:cNvPr id="665" name="Google Shape;665;p55"/>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66" name="Google Shape;666;p55"/>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67" name="Google Shape;667;p55"/>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668" name="Google Shape;668;p55"/>
          <p:cNvSpPr/>
          <p:nvPr>
            <p:ph idx="2" type="pic"/>
          </p:nvPr>
        </p:nvSpPr>
        <p:spPr>
          <a:xfrm>
            <a:off x="6597968" y="1404938"/>
            <a:ext cx="5093100" cy="5093100"/>
          </a:xfrm>
          <a:prstGeom prst="ellipse">
            <a:avLst/>
          </a:prstGeom>
          <a:noFill/>
          <a:ln>
            <a:noFill/>
          </a:ln>
        </p:spPr>
      </p:sp>
      <p:pic>
        <p:nvPicPr>
          <p:cNvPr id="669" name="Google Shape;669;p55"/>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70" name="Google Shape;670;p55"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671" name="Google Shape;671;p55"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672" name="Google Shape;672;p55"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673" name="Google Shape;673;p55"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674" name="Google Shape;674;p55"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675" name="Shape 675"/>
        <p:cNvGrpSpPr/>
        <p:nvPr/>
      </p:nvGrpSpPr>
      <p:grpSpPr>
        <a:xfrm>
          <a:off x="0" y="0"/>
          <a:ext cx="0" cy="0"/>
          <a:chOff x="0" y="0"/>
          <a:chExt cx="0" cy="0"/>
        </a:xfrm>
      </p:grpSpPr>
      <p:sp>
        <p:nvSpPr>
          <p:cNvPr id="676" name="Google Shape;676;p56"/>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7" name="Google Shape;677;p56"/>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678" name="Google Shape;678;p56"/>
          <p:cNvSpPr/>
          <p:nvPr>
            <p:ph idx="2" type="pic"/>
          </p:nvPr>
        </p:nvSpPr>
        <p:spPr>
          <a:xfrm>
            <a:off x="2307907" y="1404938"/>
            <a:ext cx="5093100" cy="5093100"/>
          </a:xfrm>
          <a:prstGeom prst="ellipse">
            <a:avLst/>
          </a:prstGeom>
          <a:noFill/>
          <a:ln>
            <a:noFill/>
          </a:ln>
        </p:spPr>
      </p:sp>
      <p:sp>
        <p:nvSpPr>
          <p:cNvPr id="679" name="Google Shape;679;p56"/>
          <p:cNvSpPr/>
          <p:nvPr>
            <p:ph idx="3" type="pic"/>
          </p:nvPr>
        </p:nvSpPr>
        <p:spPr>
          <a:xfrm>
            <a:off x="10883265" y="1404938"/>
            <a:ext cx="5093100" cy="5093100"/>
          </a:xfrm>
          <a:prstGeom prst="ellipse">
            <a:avLst/>
          </a:prstGeom>
          <a:noFill/>
          <a:ln>
            <a:noFill/>
          </a:ln>
        </p:spPr>
      </p:sp>
      <p:sp>
        <p:nvSpPr>
          <p:cNvPr id="680" name="Google Shape;680;p56"/>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681" name="Google Shape;681;p56"/>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682" name="Google Shape;682;p56"/>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683" name="Google Shape;683;p56"/>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684" name="Google Shape;684;p56"/>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685" name="Google Shape;685;p56"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686" name="Google Shape;686;p56"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687" name="Google Shape;687;p56"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688" name="Google Shape;688;p56"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689" name="Google Shape;689;p56"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690" name="Shape 690"/>
        <p:cNvGrpSpPr/>
        <p:nvPr/>
      </p:nvGrpSpPr>
      <p:grpSpPr>
        <a:xfrm>
          <a:off x="0" y="0"/>
          <a:ext cx="0" cy="0"/>
          <a:chOff x="0" y="0"/>
          <a:chExt cx="0" cy="0"/>
        </a:xfrm>
      </p:grpSpPr>
      <p:sp>
        <p:nvSpPr>
          <p:cNvPr id="691" name="Google Shape;691;p57"/>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692" name="Google Shape;692;p57"/>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693" name="Google Shape;693;p57"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694" name="Google Shape;694;p57"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695" name="Google Shape;695;p57"/>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696" name="Google Shape;696;p57"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697" name="Shape 697"/>
        <p:cNvGrpSpPr/>
        <p:nvPr/>
      </p:nvGrpSpPr>
      <p:grpSpPr>
        <a:xfrm>
          <a:off x="0" y="0"/>
          <a:ext cx="0" cy="0"/>
          <a:chOff x="0" y="0"/>
          <a:chExt cx="0" cy="0"/>
        </a:xfrm>
      </p:grpSpPr>
      <p:pic>
        <p:nvPicPr>
          <p:cNvPr id="698" name="Google Shape;698;p5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699" name="Google Shape;699;p5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700" name="Google Shape;700;p58"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701" name="Google Shape;701;p58"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702" name="Google Shape;702;p58"/>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703" name="Google Shape;703;p58"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704" name="Google Shape;704;p5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05" name="Google Shape;705;p5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06" name="Google Shape;706;p5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707" name="Google Shape;707;p58"/>
          <p:cNvGrpSpPr/>
          <p:nvPr/>
        </p:nvGrpSpPr>
        <p:grpSpPr>
          <a:xfrm>
            <a:off x="12042648" y="4220617"/>
            <a:ext cx="2453368" cy="3995925"/>
            <a:chOff x="13642848" y="3675888"/>
            <a:chExt cx="3164003" cy="5146072"/>
          </a:xfrm>
        </p:grpSpPr>
        <p:pic>
          <p:nvPicPr>
            <p:cNvPr id="708" name="Google Shape;708;p58"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709" name="Google Shape;709;p58"/>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710" name="Google Shape;710;p58"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711" name="Google Shape;711;p5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2" name="Google Shape;712;p5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713" name="Shape 713"/>
        <p:cNvGrpSpPr/>
        <p:nvPr/>
      </p:nvGrpSpPr>
      <p:grpSpPr>
        <a:xfrm>
          <a:off x="0" y="0"/>
          <a:ext cx="0" cy="0"/>
          <a:chOff x="0" y="0"/>
          <a:chExt cx="0" cy="0"/>
        </a:xfrm>
      </p:grpSpPr>
      <p:pic>
        <p:nvPicPr>
          <p:cNvPr id="714" name="Google Shape;714;p5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15" name="Google Shape;715;p59"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16" name="Google Shape;716;p59"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717" name="Google Shape;717;p59"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718" name="Google Shape;718;p59"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719" name="Google Shape;719;p59"/>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20" name="Google Shape;720;p59"/>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21" name="Google Shape;721;p59"/>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22" name="Google Shape;722;p59"/>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23" name="Google Shape;723;p59"/>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724" name="Shape 724"/>
        <p:cNvGrpSpPr/>
        <p:nvPr/>
      </p:nvGrpSpPr>
      <p:grpSpPr>
        <a:xfrm>
          <a:off x="0" y="0"/>
          <a:ext cx="0" cy="0"/>
          <a:chOff x="0" y="0"/>
          <a:chExt cx="0" cy="0"/>
        </a:xfrm>
      </p:grpSpPr>
      <p:pic>
        <p:nvPicPr>
          <p:cNvPr id="725" name="Google Shape;725;p6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26" name="Google Shape;726;p60"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27" name="Google Shape;727;p60"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28" name="Google Shape;728;p60"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729" name="Google Shape;729;p60"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730" name="Google Shape;730;p60"/>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31" name="Google Shape;731;p60"/>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32" name="Google Shape;732;p60"/>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33" name="Google Shape;733;p60"/>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34" name="Google Shape;734;p60"/>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35" name="Google Shape;735;p60"/>
          <p:cNvSpPr/>
          <p:nvPr>
            <p:ph idx="2" type="pic"/>
          </p:nvPr>
        </p:nvSpPr>
        <p:spPr>
          <a:xfrm>
            <a:off x="2222075" y="1016000"/>
            <a:ext cx="2718000" cy="2718000"/>
          </a:xfrm>
          <a:prstGeom prst="ellipse">
            <a:avLst/>
          </a:prstGeom>
          <a:noFill/>
          <a:ln>
            <a:noFill/>
          </a:ln>
        </p:spPr>
      </p:sp>
      <p:sp>
        <p:nvSpPr>
          <p:cNvPr id="736" name="Google Shape;736;p60"/>
          <p:cNvSpPr/>
          <p:nvPr>
            <p:ph idx="3" type="pic"/>
          </p:nvPr>
        </p:nvSpPr>
        <p:spPr>
          <a:xfrm>
            <a:off x="857250" y="4628350"/>
            <a:ext cx="3400500" cy="3400500"/>
          </a:xfrm>
          <a:prstGeom prst="ellipse">
            <a:avLst/>
          </a:prstGeom>
          <a:noFill/>
          <a:ln>
            <a:noFill/>
          </a:ln>
        </p:spPr>
      </p:sp>
      <p:sp>
        <p:nvSpPr>
          <p:cNvPr id="737" name="Google Shape;737;p60"/>
          <p:cNvSpPr/>
          <p:nvPr>
            <p:ph idx="4" type="pic"/>
          </p:nvPr>
        </p:nvSpPr>
        <p:spPr>
          <a:xfrm>
            <a:off x="12073150" y="5902675"/>
            <a:ext cx="3575100" cy="3575100"/>
          </a:xfrm>
          <a:prstGeom prst="ellipse">
            <a:avLst/>
          </a:prstGeom>
          <a:noFill/>
          <a:ln>
            <a:noFill/>
          </a:ln>
        </p:spPr>
      </p:sp>
      <p:sp>
        <p:nvSpPr>
          <p:cNvPr id="738" name="Google Shape;738;p60"/>
          <p:cNvSpPr/>
          <p:nvPr>
            <p:ph idx="5" type="pic"/>
          </p:nvPr>
        </p:nvSpPr>
        <p:spPr>
          <a:xfrm>
            <a:off x="14272550" y="2881025"/>
            <a:ext cx="2718000" cy="2718000"/>
          </a:xfrm>
          <a:prstGeom prst="ellipse">
            <a:avLst/>
          </a:prstGeom>
          <a:noFill/>
          <a:ln>
            <a:noFill/>
          </a:ln>
        </p:spPr>
      </p:sp>
      <p:sp>
        <p:nvSpPr>
          <p:cNvPr id="739" name="Google Shape;739;p60"/>
          <p:cNvSpPr/>
          <p:nvPr>
            <p:ph idx="6" type="pic"/>
          </p:nvPr>
        </p:nvSpPr>
        <p:spPr>
          <a:xfrm>
            <a:off x="13662425" y="1015988"/>
            <a:ext cx="1360500" cy="1360500"/>
          </a:xfrm>
          <a:prstGeom prst="ellipse">
            <a:avLst/>
          </a:prstGeom>
          <a:noFill/>
          <a:ln>
            <a:noFill/>
          </a:ln>
        </p:spPr>
      </p:sp>
      <p:sp>
        <p:nvSpPr>
          <p:cNvPr id="740" name="Google Shape;740;p60"/>
          <p:cNvSpPr/>
          <p:nvPr>
            <p:ph idx="7" type="pic"/>
          </p:nvPr>
        </p:nvSpPr>
        <p:spPr>
          <a:xfrm>
            <a:off x="4395300" y="7499875"/>
            <a:ext cx="1977900" cy="1977900"/>
          </a:xfrm>
          <a:prstGeom prst="ellipse">
            <a:avLst/>
          </a:prstGeom>
          <a:noFill/>
          <a:ln>
            <a:noFill/>
          </a:ln>
        </p:spPr>
      </p:sp>
      <p:pic>
        <p:nvPicPr>
          <p:cNvPr id="741" name="Google Shape;741;p60"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742" name="Google Shape;742;p60"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743" name="Google Shape;743;p60"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744" name="Google Shape;744;p60"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745" name="Google Shape;745;p60"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746" name="Shape 746"/>
        <p:cNvGrpSpPr/>
        <p:nvPr/>
      </p:nvGrpSpPr>
      <p:grpSpPr>
        <a:xfrm>
          <a:off x="0" y="0"/>
          <a:ext cx="0" cy="0"/>
          <a:chOff x="0" y="0"/>
          <a:chExt cx="0" cy="0"/>
        </a:xfrm>
      </p:grpSpPr>
      <p:pic>
        <p:nvPicPr>
          <p:cNvPr id="747" name="Google Shape;747;p6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48" name="Google Shape;748;p61"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749" name="Google Shape;749;p61"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750" name="Google Shape;750;p61"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751" name="Google Shape;751;p61"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752" name="Google Shape;752;p61"/>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753" name="Google Shape;753;p61"/>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754" name="Google Shape;754;p61"/>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755" name="Google Shape;755;p61"/>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756" name="Google Shape;756;p61"/>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757" name="Google Shape;757;p61"/>
          <p:cNvSpPr/>
          <p:nvPr>
            <p:ph idx="2" type="pic"/>
          </p:nvPr>
        </p:nvSpPr>
        <p:spPr>
          <a:xfrm>
            <a:off x="2355750" y="599100"/>
            <a:ext cx="2718000" cy="2718000"/>
          </a:xfrm>
          <a:prstGeom prst="ellipse">
            <a:avLst/>
          </a:prstGeom>
          <a:noFill/>
          <a:ln>
            <a:noFill/>
          </a:ln>
        </p:spPr>
      </p:sp>
      <p:sp>
        <p:nvSpPr>
          <p:cNvPr id="758" name="Google Shape;758;p61"/>
          <p:cNvSpPr/>
          <p:nvPr>
            <p:ph idx="3" type="pic"/>
          </p:nvPr>
        </p:nvSpPr>
        <p:spPr>
          <a:xfrm>
            <a:off x="725550" y="3541400"/>
            <a:ext cx="1977900" cy="1977900"/>
          </a:xfrm>
          <a:prstGeom prst="ellipse">
            <a:avLst/>
          </a:prstGeom>
          <a:noFill/>
          <a:ln>
            <a:noFill/>
          </a:ln>
        </p:spPr>
      </p:sp>
      <p:sp>
        <p:nvSpPr>
          <p:cNvPr id="759" name="Google Shape;759;p61"/>
          <p:cNvSpPr/>
          <p:nvPr>
            <p:ph idx="4" type="pic"/>
          </p:nvPr>
        </p:nvSpPr>
        <p:spPr>
          <a:xfrm>
            <a:off x="1714500" y="6205500"/>
            <a:ext cx="3400500" cy="3400500"/>
          </a:xfrm>
          <a:prstGeom prst="ellipse">
            <a:avLst/>
          </a:prstGeom>
          <a:noFill/>
          <a:ln>
            <a:noFill/>
          </a:ln>
        </p:spPr>
      </p:sp>
      <p:sp>
        <p:nvSpPr>
          <p:cNvPr id="760" name="Google Shape;760;p61"/>
          <p:cNvSpPr/>
          <p:nvPr>
            <p:ph idx="5" type="pic"/>
          </p:nvPr>
        </p:nvSpPr>
        <p:spPr>
          <a:xfrm>
            <a:off x="13633050" y="4628350"/>
            <a:ext cx="3797700" cy="3797700"/>
          </a:xfrm>
          <a:prstGeom prst="ellipse">
            <a:avLst/>
          </a:prstGeom>
          <a:noFill/>
          <a:ln>
            <a:noFill/>
          </a:ln>
        </p:spPr>
      </p:sp>
      <p:sp>
        <p:nvSpPr>
          <p:cNvPr id="761" name="Google Shape;761;p61"/>
          <p:cNvSpPr/>
          <p:nvPr>
            <p:ph idx="6" type="pic"/>
          </p:nvPr>
        </p:nvSpPr>
        <p:spPr>
          <a:xfrm>
            <a:off x="14433925" y="1016000"/>
            <a:ext cx="2718000" cy="2718000"/>
          </a:xfrm>
          <a:prstGeom prst="ellipse">
            <a:avLst/>
          </a:prstGeom>
          <a:noFill/>
          <a:ln>
            <a:noFill/>
          </a:ln>
        </p:spPr>
      </p:sp>
      <p:sp>
        <p:nvSpPr>
          <p:cNvPr id="762" name="Google Shape;762;p61"/>
          <p:cNvSpPr/>
          <p:nvPr>
            <p:ph idx="7" type="pic"/>
          </p:nvPr>
        </p:nvSpPr>
        <p:spPr>
          <a:xfrm>
            <a:off x="12073138" y="700788"/>
            <a:ext cx="1360500" cy="1360500"/>
          </a:xfrm>
          <a:prstGeom prst="ellipse">
            <a:avLst/>
          </a:prstGeom>
          <a:noFill/>
          <a:ln>
            <a:noFill/>
          </a:ln>
        </p:spPr>
      </p:sp>
      <p:sp>
        <p:nvSpPr>
          <p:cNvPr id="763" name="Google Shape;763;p61"/>
          <p:cNvSpPr/>
          <p:nvPr>
            <p:ph idx="8" type="pic"/>
          </p:nvPr>
        </p:nvSpPr>
        <p:spPr>
          <a:xfrm>
            <a:off x="12460250" y="7905750"/>
            <a:ext cx="1563900" cy="1563900"/>
          </a:xfrm>
          <a:prstGeom prst="ellipse">
            <a:avLst/>
          </a:prstGeom>
          <a:noFill/>
          <a:ln>
            <a:noFill/>
          </a:ln>
        </p:spPr>
      </p:sp>
      <p:sp>
        <p:nvSpPr>
          <p:cNvPr id="764" name="Google Shape;764;p61"/>
          <p:cNvSpPr/>
          <p:nvPr>
            <p:ph idx="9" type="pic"/>
          </p:nvPr>
        </p:nvSpPr>
        <p:spPr>
          <a:xfrm>
            <a:off x="5553688" y="8426038"/>
            <a:ext cx="1360500" cy="1360500"/>
          </a:xfrm>
          <a:prstGeom prst="ellipse">
            <a:avLst/>
          </a:prstGeom>
          <a:noFill/>
          <a:ln>
            <a:noFill/>
          </a:ln>
        </p:spPr>
      </p:sp>
      <p:sp>
        <p:nvSpPr>
          <p:cNvPr id="765" name="Google Shape;765;p61"/>
          <p:cNvSpPr/>
          <p:nvPr>
            <p:ph idx="13" type="pic"/>
          </p:nvPr>
        </p:nvSpPr>
        <p:spPr>
          <a:xfrm>
            <a:off x="6269750" y="599100"/>
            <a:ext cx="1563900" cy="1563900"/>
          </a:xfrm>
          <a:prstGeom prst="ellipse">
            <a:avLst/>
          </a:prstGeom>
          <a:noFill/>
          <a:ln>
            <a:noFill/>
          </a:ln>
        </p:spPr>
      </p:sp>
      <p:sp>
        <p:nvSpPr>
          <p:cNvPr id="766" name="Google Shape;766;p61"/>
          <p:cNvSpPr/>
          <p:nvPr>
            <p:ph idx="14" type="pic"/>
          </p:nvPr>
        </p:nvSpPr>
        <p:spPr>
          <a:xfrm>
            <a:off x="8623025" y="7346350"/>
            <a:ext cx="1977900" cy="1977900"/>
          </a:xfrm>
          <a:prstGeom prst="ellipse">
            <a:avLst/>
          </a:prstGeom>
          <a:noFill/>
          <a:ln>
            <a:noFill/>
          </a:ln>
        </p:spPr>
      </p:sp>
      <p:pic>
        <p:nvPicPr>
          <p:cNvPr id="767" name="Google Shape;767;p61"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768" name="Google Shape;768;p61"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769" name="Google Shape;769;p61"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770" name="Google Shape;770;p61"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771" name="Google Shape;771;p61"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772" name="Google Shape;772;p61"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773" name="Shape 773"/>
        <p:cNvGrpSpPr/>
        <p:nvPr/>
      </p:nvGrpSpPr>
      <p:grpSpPr>
        <a:xfrm>
          <a:off x="0" y="0"/>
          <a:ext cx="0" cy="0"/>
          <a:chOff x="0" y="0"/>
          <a:chExt cx="0" cy="0"/>
        </a:xfrm>
      </p:grpSpPr>
      <p:pic>
        <p:nvPicPr>
          <p:cNvPr id="774" name="Google Shape;774;p6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5" name="Google Shape;775;p62"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776" name="Google Shape;776;p62"/>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777" name="Shape 777"/>
        <p:cNvGrpSpPr/>
        <p:nvPr/>
      </p:nvGrpSpPr>
      <p:grpSpPr>
        <a:xfrm>
          <a:off x="0" y="0"/>
          <a:ext cx="0" cy="0"/>
          <a:chOff x="0" y="0"/>
          <a:chExt cx="0" cy="0"/>
        </a:xfrm>
      </p:grpSpPr>
      <p:pic>
        <p:nvPicPr>
          <p:cNvPr id="778" name="Google Shape;778;p63"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79" name="Google Shape;779;p63"/>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780" name="Google Shape;780;p63"/>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781" name="Shape 781"/>
        <p:cNvGrpSpPr/>
        <p:nvPr/>
      </p:nvGrpSpPr>
      <p:grpSpPr>
        <a:xfrm>
          <a:off x="0" y="0"/>
          <a:ext cx="0" cy="0"/>
          <a:chOff x="0" y="0"/>
          <a:chExt cx="0" cy="0"/>
        </a:xfrm>
      </p:grpSpPr>
      <p:sp>
        <p:nvSpPr>
          <p:cNvPr id="782" name="Google Shape;782;p6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783" name="Google Shape;783;p6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84" name="Google Shape;784;p64"/>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785" name="Google Shape;785;p6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786" name="Shape 786"/>
        <p:cNvGrpSpPr/>
        <p:nvPr/>
      </p:nvGrpSpPr>
      <p:grpSpPr>
        <a:xfrm>
          <a:off x="0" y="0"/>
          <a:ext cx="0" cy="0"/>
          <a:chOff x="0" y="0"/>
          <a:chExt cx="0" cy="0"/>
        </a:xfrm>
      </p:grpSpPr>
      <p:pic>
        <p:nvPicPr>
          <p:cNvPr id="787" name="Google Shape;787;p6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788" name="Google Shape;788;p6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789" name="Google Shape;789;p65"/>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790" name="Google Shape;790;p65"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791" name="Google Shape;791;p65"/>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792" name="Shape 792"/>
        <p:cNvGrpSpPr/>
        <p:nvPr/>
      </p:nvGrpSpPr>
      <p:grpSpPr>
        <a:xfrm>
          <a:off x="0" y="0"/>
          <a:ext cx="0" cy="0"/>
          <a:chOff x="0" y="0"/>
          <a:chExt cx="0" cy="0"/>
        </a:xfrm>
      </p:grpSpPr>
      <p:sp>
        <p:nvSpPr>
          <p:cNvPr id="793" name="Google Shape;793;p6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94" name="Google Shape;794;p6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95" name="Google Shape;795;p6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796" name="Google Shape;796;p6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797" name="Google Shape;797;p66"/>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8" name="Google Shape;798;p66"/>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799" name="Google Shape;799;p66"/>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0" name="Google Shape;800;p66"/>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1" name="Google Shape;801;p66"/>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2" name="Google Shape;802;p66"/>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3" name="Google Shape;803;p66"/>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804" name="Google Shape;804;p66"/>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5" name="Google Shape;805;p66"/>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806" name="Google Shape;806;p66"/>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7" name="Google Shape;807;p66"/>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808" name="Google Shape;808;p66"/>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09" name="Google Shape;809;p66"/>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810" name="Google Shape;810;p66"/>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811" name="Google Shape;811;p66"/>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812" name="Google Shape;812;p66"/>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3" name="Google Shape;813;p66"/>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4" name="Google Shape;814;p66"/>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5" name="Google Shape;815;p66"/>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816" name="Google Shape;816;p66"/>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817" name="Google Shape;817;p66"/>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818" name="Google Shape;818;p66"/>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819" name="Google Shape;819;p66"/>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820" name="Google Shape;820;p66"/>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821" name="Shape 821"/>
        <p:cNvGrpSpPr/>
        <p:nvPr/>
      </p:nvGrpSpPr>
      <p:grpSpPr>
        <a:xfrm>
          <a:off x="0" y="0"/>
          <a:ext cx="0" cy="0"/>
          <a:chOff x="0" y="0"/>
          <a:chExt cx="0" cy="0"/>
        </a:xfrm>
      </p:grpSpPr>
      <p:sp>
        <p:nvSpPr>
          <p:cNvPr id="822" name="Google Shape;822;p67"/>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823" name="Google Shape;823;p67"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824" name="Google Shape;824;p67"/>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25" name="Google Shape;825;p67"/>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826" name="Google Shape;826;p67"/>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827" name="Shape 827"/>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828" name="Shape 828"/>
        <p:cNvGrpSpPr/>
        <p:nvPr/>
      </p:nvGrpSpPr>
      <p:grpSpPr>
        <a:xfrm>
          <a:off x="0" y="0"/>
          <a:ext cx="0" cy="0"/>
          <a:chOff x="0" y="0"/>
          <a:chExt cx="0" cy="0"/>
        </a:xfrm>
      </p:grpSpPr>
      <p:sp>
        <p:nvSpPr>
          <p:cNvPr id="829" name="Google Shape;829;p69"/>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830" name="Shape 830"/>
        <p:cNvGrpSpPr/>
        <p:nvPr/>
      </p:nvGrpSpPr>
      <p:grpSpPr>
        <a:xfrm>
          <a:off x="0" y="0"/>
          <a:ext cx="0" cy="0"/>
          <a:chOff x="0" y="0"/>
          <a:chExt cx="0" cy="0"/>
        </a:xfrm>
      </p:grpSpPr>
      <p:pic>
        <p:nvPicPr>
          <p:cNvPr id="831" name="Google Shape;831;p70"/>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832" name="Google Shape;832;p70"/>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833" name="Shape 833"/>
        <p:cNvGrpSpPr/>
        <p:nvPr/>
      </p:nvGrpSpPr>
      <p:grpSpPr>
        <a:xfrm>
          <a:off x="0" y="0"/>
          <a:ext cx="0" cy="0"/>
          <a:chOff x="0" y="0"/>
          <a:chExt cx="0" cy="0"/>
        </a:xfrm>
      </p:grpSpPr>
      <p:pic>
        <p:nvPicPr>
          <p:cNvPr id="834" name="Google Shape;834;p7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835" name="Shape 835"/>
        <p:cNvGrpSpPr/>
        <p:nvPr/>
      </p:nvGrpSpPr>
      <p:grpSpPr>
        <a:xfrm>
          <a:off x="0" y="0"/>
          <a:ext cx="0" cy="0"/>
          <a:chOff x="0" y="0"/>
          <a:chExt cx="0" cy="0"/>
        </a:xfrm>
      </p:grpSpPr>
      <p:pic>
        <p:nvPicPr>
          <p:cNvPr id="836" name="Google Shape;836;p7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37" name="Google Shape;837;p72" title="DF Slides for conversion_1920x1080 (6).001.jpeg"/>
          <p:cNvPicPr preferRelativeResize="0"/>
          <p:nvPr/>
        </p:nvPicPr>
        <p:blipFill rotWithShape="1">
          <a:blip r:embed="rId3">
            <a:alphaModFix/>
          </a:blip>
          <a:srcRect b="0" l="110" r="110" t="0"/>
          <a:stretch/>
        </p:blipFill>
        <p:spPr>
          <a:xfrm>
            <a:off x="-45350" y="-45346"/>
            <a:ext cx="18368626" cy="10355024"/>
          </a:xfrm>
          <a:prstGeom prst="rect">
            <a:avLst/>
          </a:prstGeom>
          <a:noFill/>
          <a:ln>
            <a:noFill/>
          </a:ln>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838" name="Shape 838"/>
        <p:cNvGrpSpPr/>
        <p:nvPr/>
      </p:nvGrpSpPr>
      <p:grpSpPr>
        <a:xfrm>
          <a:off x="0" y="0"/>
          <a:ext cx="0" cy="0"/>
          <a:chOff x="0" y="0"/>
          <a:chExt cx="0" cy="0"/>
        </a:xfrm>
      </p:grpSpPr>
      <p:pic>
        <p:nvPicPr>
          <p:cNvPr id="839" name="Google Shape;839;p7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840" name="Google Shape;840;p73" title="DF Slides for conversion_1920x1080 (6).002.jpeg"/>
          <p:cNvPicPr preferRelativeResize="0"/>
          <p:nvPr/>
        </p:nvPicPr>
        <p:blipFill rotWithShape="1">
          <a:blip r:embed="rId3">
            <a:alphaModFix/>
          </a:blip>
          <a:srcRect b="626" l="338" r="288" t="0"/>
          <a:stretch/>
        </p:blipFill>
        <p:spPr>
          <a:xfrm>
            <a:off x="0" y="0"/>
            <a:ext cx="18288000" cy="10287000"/>
          </a:xfrm>
          <a:prstGeom prst="rect">
            <a:avLst/>
          </a:prstGeom>
          <a:noFill/>
          <a:ln>
            <a:noFill/>
          </a:ln>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841" name="Shape 841"/>
        <p:cNvGrpSpPr/>
        <p:nvPr/>
      </p:nvGrpSpPr>
      <p:grpSpPr>
        <a:xfrm>
          <a:off x="0" y="0"/>
          <a:ext cx="0" cy="0"/>
          <a:chOff x="0" y="0"/>
          <a:chExt cx="0" cy="0"/>
        </a:xfrm>
      </p:grpSpPr>
      <p:pic>
        <p:nvPicPr>
          <p:cNvPr id="842" name="Google Shape;842;p74"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843" name="Shape 843"/>
        <p:cNvGrpSpPr/>
        <p:nvPr/>
      </p:nvGrpSpPr>
      <p:grpSpPr>
        <a:xfrm>
          <a:off x="0" y="0"/>
          <a:ext cx="0" cy="0"/>
          <a:chOff x="0" y="0"/>
          <a:chExt cx="0" cy="0"/>
        </a:xfrm>
      </p:grpSpPr>
      <p:pic>
        <p:nvPicPr>
          <p:cNvPr id="844" name="Google Shape;844;p75" title="DF Slides for conversion_1920x1080.001.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845" name="Shape 845"/>
        <p:cNvGrpSpPr/>
        <p:nvPr/>
      </p:nvGrpSpPr>
      <p:grpSpPr>
        <a:xfrm>
          <a:off x="0" y="0"/>
          <a:ext cx="0" cy="0"/>
          <a:chOff x="0" y="0"/>
          <a:chExt cx="0" cy="0"/>
        </a:xfrm>
      </p:grpSpPr>
      <p:pic>
        <p:nvPicPr>
          <p:cNvPr id="846" name="Google Shape;846;p76" title="DF Slides for conversion_1920x1080 (6).004.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847" name="Shape 847"/>
        <p:cNvGrpSpPr/>
        <p:nvPr/>
      </p:nvGrpSpPr>
      <p:grpSpPr>
        <a:xfrm>
          <a:off x="0" y="0"/>
          <a:ext cx="0" cy="0"/>
          <a:chOff x="0" y="0"/>
          <a:chExt cx="0" cy="0"/>
        </a:xfrm>
      </p:grpSpPr>
      <p:pic>
        <p:nvPicPr>
          <p:cNvPr id="848" name="Google Shape;848;p77"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849" name="Shape 849"/>
        <p:cNvGrpSpPr/>
        <p:nvPr/>
      </p:nvGrpSpPr>
      <p:grpSpPr>
        <a:xfrm>
          <a:off x="0" y="0"/>
          <a:ext cx="0" cy="0"/>
          <a:chOff x="0" y="0"/>
          <a:chExt cx="0" cy="0"/>
        </a:xfrm>
      </p:grpSpPr>
      <p:pic>
        <p:nvPicPr>
          <p:cNvPr id="850" name="Google Shape;850;p78"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851" name="Shape 851"/>
        <p:cNvGrpSpPr/>
        <p:nvPr/>
      </p:nvGrpSpPr>
      <p:grpSpPr>
        <a:xfrm>
          <a:off x="0" y="0"/>
          <a:ext cx="0" cy="0"/>
          <a:chOff x="0" y="0"/>
          <a:chExt cx="0" cy="0"/>
        </a:xfrm>
      </p:grpSpPr>
      <p:sp>
        <p:nvSpPr>
          <p:cNvPr id="852" name="Google Shape;852;p79"/>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853" name="Shape 853"/>
        <p:cNvGrpSpPr/>
        <p:nvPr/>
      </p:nvGrpSpPr>
      <p:grpSpPr>
        <a:xfrm>
          <a:off x="0" y="0"/>
          <a:ext cx="0" cy="0"/>
          <a:chOff x="0" y="0"/>
          <a:chExt cx="0" cy="0"/>
        </a:xfrm>
      </p:grpSpPr>
      <p:pic>
        <p:nvPicPr>
          <p:cNvPr id="854" name="Google Shape;854;p8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855" name="Google Shape;855;p80"/>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856" name="Shape 856"/>
        <p:cNvGrpSpPr/>
        <p:nvPr/>
      </p:nvGrpSpPr>
      <p:grpSpPr>
        <a:xfrm>
          <a:off x="0" y="0"/>
          <a:ext cx="0" cy="0"/>
          <a:chOff x="0" y="0"/>
          <a:chExt cx="0" cy="0"/>
        </a:xfrm>
      </p:grpSpPr>
      <p:sp>
        <p:nvSpPr>
          <p:cNvPr id="857" name="Google Shape;857;p81"/>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858" name="Google Shape;858;p81"/>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59" name="Google Shape;859;p81"/>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860" name="Google Shape;860;p81"/>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861" name="Google Shape;861;p81"/>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62" name="Google Shape;862;p81"/>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863" name="Google Shape;863;p81"/>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64" name="Google Shape;864;p81"/>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865" name="Google Shape;865;p81"/>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866" name="Google Shape;866;p81"/>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867" name="Google Shape;867;p81"/>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868" name="Google Shape;868;p81"/>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869" name="Google Shape;869;p81"/>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870" name="Google Shape;870;p81"/>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871" name="Google Shape;871;p81"/>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872" name="Google Shape;872;p81"/>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873" name="Google Shape;873;p81"/>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874" name="Google Shape;874;p81"/>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875" name="Google Shape;875;p81"/>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876" name="Google Shape;876;p81"/>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877" name="Google Shape;877;p81"/>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878" name="Google Shape;878;p81"/>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879" name="Google Shape;879;p81"/>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880" name="Google Shape;880;p81"/>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1" name="Google Shape;881;p81"/>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882" name="Google Shape;882;p81"/>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3" name="Google Shape;883;p81"/>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884" name="Google Shape;884;p81"/>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5" name="Google Shape;885;p81"/>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6" name="Google Shape;886;p81"/>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7" name="Google Shape;887;p81"/>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8" name="Google Shape;888;p81"/>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89" name="Google Shape;889;p81"/>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0" name="Google Shape;890;p81"/>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1" name="Google Shape;891;p81"/>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2" name="Google Shape;892;p81"/>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3" name="Google Shape;893;p81"/>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4" name="Google Shape;894;p81"/>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5" name="Google Shape;895;p81"/>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6" name="Google Shape;896;p81"/>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7" name="Google Shape;897;p81"/>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8" name="Google Shape;898;p81"/>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899" name="Google Shape;899;p81"/>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0" name="Google Shape;900;p81"/>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1" name="Google Shape;901;p81"/>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2" name="Google Shape;902;p81"/>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3" name="Google Shape;903;p81"/>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4" name="Google Shape;904;p81"/>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5" name="Google Shape;905;p81"/>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6" name="Google Shape;906;p81"/>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7" name="Google Shape;907;p81"/>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8" name="Google Shape;908;p81"/>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09" name="Google Shape;909;p81"/>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0" name="Google Shape;910;p81"/>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1" name="Google Shape;911;p81"/>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2" name="Google Shape;912;p81"/>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3" name="Google Shape;913;p81"/>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4" name="Google Shape;914;p81"/>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5" name="Google Shape;915;p81"/>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6" name="Google Shape;916;p81"/>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7" name="Google Shape;917;p81"/>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8" name="Google Shape;918;p81"/>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19" name="Google Shape;919;p81"/>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0" name="Google Shape;920;p81"/>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1" name="Google Shape;921;p81"/>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2" name="Google Shape;922;p81"/>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3" name="Google Shape;923;p81"/>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4" name="Google Shape;924;p81"/>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5" name="Google Shape;925;p81"/>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6" name="Google Shape;926;p81"/>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7" name="Google Shape;927;p81"/>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8" name="Google Shape;928;p81"/>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29" name="Google Shape;929;p81"/>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0" name="Google Shape;930;p81"/>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31" name="Google Shape;931;p81"/>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932" name="Google Shape;932;p81"/>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933" name="Google Shape;933;p81"/>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934" name="Google Shape;934;p81"/>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935" name="Google Shape;935;p81"/>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936" name="Google Shape;936;p81"/>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937" name="Google Shape;937;p81"/>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38" name="Google Shape;938;p81"/>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939" name="Google Shape;939;p81"/>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940" name="Google Shape;940;p81"/>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941" name="Google Shape;941;p81"/>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942" name="Google Shape;942;p81"/>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943" name="Google Shape;943;p81"/>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944" name="Google Shape;944;p81"/>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945" name="Google Shape;945;p81"/>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946" name="Google Shape;946;p81"/>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947" name="Google Shape;947;p81"/>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948" name="Google Shape;948;p81"/>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949" name="Google Shape;949;p81"/>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950" name="Google Shape;950;p81"/>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951" name="Google Shape;951;p81"/>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952" name="Google Shape;952;p81"/>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953" name="Google Shape;953;p81"/>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954" name="Google Shape;954;p81"/>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955" name="Google Shape;955;p81"/>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956" name="Google Shape;956;p81"/>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957" name="Google Shape;957;p81"/>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958" name="Google Shape;958;p81"/>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959" name="Google Shape;959;p81"/>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960" name="Google Shape;960;p81"/>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961" name="Google Shape;961;p81"/>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962" name="Google Shape;962;p81"/>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963" name="Google Shape;963;p81"/>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964" name="Google Shape;964;p81"/>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965" name="Google Shape;965;p81"/>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966" name="Google Shape;966;p81"/>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967" name="Google Shape;967;p81"/>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968" name="Google Shape;968;p81"/>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969" name="Google Shape;969;p81"/>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970" name="Google Shape;970;p81"/>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971" name="Google Shape;971;p81"/>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972" name="Google Shape;972;p81"/>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973" name="Google Shape;973;p81"/>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974" name="Google Shape;974;p81"/>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975" name="Google Shape;975;p81"/>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976" name="Google Shape;976;p81"/>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977" name="Google Shape;977;p81"/>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978" name="Google Shape;978;p81"/>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979" name="Google Shape;979;p81"/>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980" name="Google Shape;980;p81"/>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981" name="Google Shape;981;p81"/>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982" name="Google Shape;982;p81"/>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983" name="Google Shape;983;p81"/>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984" name="Google Shape;984;p81"/>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5" name="Google Shape;985;p81"/>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86" name="Google Shape;986;p81"/>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987" name="Google Shape;987;p81"/>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988" name="Google Shape;988;p81"/>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989" name="Google Shape;989;p81"/>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990" name="Google Shape;990;p81"/>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1" name="Google Shape;991;p81"/>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992" name="Google Shape;992;p81"/>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993" name="Google Shape;993;p81"/>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994" name="Google Shape;994;p81"/>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995" name="Google Shape;995;p81"/>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996" name="Google Shape;996;p81"/>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7" name="Google Shape;997;p81"/>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998" name="Google Shape;998;p81"/>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999" name="Google Shape;999;p81"/>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000" name="Google Shape;1000;p81"/>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1" name="Google Shape;1001;p81"/>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2" name="Google Shape;1002;p81"/>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3" name="Google Shape;1003;p81"/>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4" name="Google Shape;1004;p81"/>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5" name="Google Shape;1005;p81"/>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6" name="Google Shape;1006;p81"/>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7" name="Google Shape;1007;p81"/>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8" name="Google Shape;1008;p81"/>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09" name="Google Shape;1009;p81"/>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0" name="Google Shape;1010;p81"/>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1" name="Google Shape;1011;p81"/>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2" name="Google Shape;1012;p81"/>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3" name="Google Shape;1013;p81"/>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4" name="Google Shape;1014;p81"/>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5" name="Google Shape;1015;p81"/>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6" name="Google Shape;1016;p81"/>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7" name="Google Shape;1017;p81"/>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8" name="Google Shape;1018;p81"/>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19" name="Google Shape;1019;p81"/>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0" name="Google Shape;1020;p81"/>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1" name="Google Shape;1021;p81"/>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2" name="Google Shape;1022;p81"/>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3" name="Google Shape;1023;p81"/>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4" name="Google Shape;1024;p81"/>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5" name="Google Shape;1025;p81"/>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6" name="Google Shape;1026;p81"/>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7" name="Google Shape;1027;p81"/>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8" name="Google Shape;1028;p81"/>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29" name="Google Shape;1029;p81"/>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0" name="Google Shape;1030;p81"/>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1" name="Google Shape;1031;p81"/>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2" name="Google Shape;1032;p81"/>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3" name="Google Shape;1033;p81"/>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4" name="Google Shape;1034;p81"/>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5" name="Google Shape;1035;p81"/>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6" name="Google Shape;1036;p81"/>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7" name="Google Shape;1037;p81"/>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8" name="Google Shape;1038;p81"/>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39" name="Google Shape;1039;p81"/>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0" name="Google Shape;1040;p81"/>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41" name="Google Shape;1041;p81"/>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1042" name="Google Shape;1042;p81"/>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1043" name="Google Shape;1043;p81"/>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1044" name="Google Shape;1044;p81"/>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1045" name="Google Shape;1045;p81"/>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1046" name="Google Shape;1046;p81"/>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1047" name="Google Shape;1047;p81"/>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1048" name="Google Shape;1048;p81"/>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49" name="Google Shape;1049;p81"/>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1050" name="Google Shape;1050;p81"/>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1051" name="Google Shape;1051;p81"/>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1052" name="Google Shape;1052;p81"/>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1053" name="Google Shape;1053;p81"/>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1054" name="Google Shape;1054;p81"/>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1055" name="Google Shape;1055;p81"/>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1056" name="Google Shape;1056;p81"/>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1057" name="Google Shape;1057;p81"/>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1058" name="Google Shape;1058;p81"/>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1059" name="Google Shape;1059;p81"/>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1060" name="Google Shape;1060;p81"/>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1061" name="Google Shape;1061;p81"/>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1062" name="Google Shape;1062;p81"/>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1063" name="Google Shape;1063;p81"/>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1064" name="Google Shape;1064;p81"/>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1065" name="Google Shape;1065;p81"/>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1066" name="Google Shape;1066;p81"/>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1067" name="Google Shape;1067;p81"/>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1068" name="Google Shape;1068;p81"/>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69" name="Google Shape;1069;p81"/>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1070" name="Google Shape;1070;p81"/>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1071" name="Google Shape;1071;p81"/>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1072" name="Google Shape;1072;p81"/>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1073" name="Google Shape;1073;p81"/>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1074" name="Google Shape;1074;p81"/>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1075" name="Google Shape;1075;p81"/>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1076" name="Google Shape;1076;p81"/>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1077" name="Google Shape;1077;p81"/>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1078" name="Google Shape;1078;p81"/>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1079" name="Google Shape;1079;p81"/>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1080" name="Google Shape;1080;p81"/>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1081" name="Google Shape;1081;p81"/>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1082" name="Google Shape;1082;p81"/>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1083" name="Google Shape;1083;p81"/>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1084" name="Google Shape;1084;p81"/>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1085" name="Google Shape;1085;p81"/>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1086" name="Google Shape;1086;p81"/>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1087" name="Google Shape;1087;p81"/>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1088" name="Google Shape;1088;p81"/>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1089" name="Google Shape;1089;p81"/>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1090" name="Google Shape;1090;p81"/>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1091" name="Google Shape;1091;p81"/>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1092" name="Google Shape;1092;p81"/>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1093" name="Google Shape;1093;p81"/>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1094" name="Google Shape;1094;p81"/>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1095" name="Google Shape;1095;p81"/>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1096" name="Google Shape;1096;p81"/>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1097" name="Google Shape;1097;p81"/>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8" name="Google Shape;1098;p81"/>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099" name="Google Shape;1099;p81"/>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1100" name="Google Shape;1100;p81"/>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1101" name="Google Shape;1101;p81"/>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1102" name="Google Shape;1102;p81"/>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1103" name="Google Shape;1103;p81"/>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1104" name="Google Shape;1104;p81"/>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1105" name="Google Shape;1105;p81"/>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1106" name="Google Shape;1106;p81"/>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1107" name="Google Shape;1107;p81"/>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1108" name="Google Shape;1108;p81"/>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1109" name="Google Shape;1109;p81"/>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1110" name="Google Shape;1110;p81"/>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1111" name="Google Shape;1111;p81"/>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1112" name="Google Shape;1112;p81"/>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3" name="Google Shape;1113;p81"/>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4" name="Google Shape;1114;p81"/>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5" name="Google Shape;1115;p81"/>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6" name="Google Shape;1116;p81"/>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7" name="Google Shape;1117;p81"/>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8" name="Google Shape;1118;p81"/>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19" name="Google Shape;1119;p81"/>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0" name="Google Shape;1120;p81"/>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1121" name="Google Shape;1121;p81"/>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2" name="Google Shape;1122;p81"/>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3" name="Google Shape;1123;p81"/>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4" name="Google Shape;1124;p81"/>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25" name="Google Shape;1125;p81"/>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126" name="Google Shape;1126;p81"/>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127" name="Google Shape;1127;p81"/>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1128" name="Google Shape;1128;p81"/>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129" name="Google Shape;1129;p81"/>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1130" name="Google Shape;1130;p81"/>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1131" name="Google Shape;1131;p81"/>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1132" name="Google Shape;1132;p81"/>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1133" name="Google Shape;1133;p81"/>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4" name="Google Shape;1134;p81"/>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5" name="Google Shape;1135;p81"/>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6" name="Google Shape;1136;p81"/>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7" name="Google Shape;1137;p81"/>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8" name="Google Shape;1138;p81"/>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39" name="Google Shape;1139;p81"/>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0" name="Google Shape;1140;p81"/>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1" name="Google Shape;1141;p81"/>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2" name="Google Shape;1142;p81"/>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3" name="Google Shape;1143;p81"/>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4" name="Google Shape;1144;p81"/>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5" name="Google Shape;1145;p81"/>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6" name="Google Shape;1146;p81"/>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7" name="Google Shape;1147;p81"/>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8" name="Google Shape;1148;p81"/>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49" name="Google Shape;1149;p81"/>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0" name="Google Shape;1150;p81"/>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1" name="Google Shape;1151;p81"/>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2" name="Google Shape;1152;p81"/>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3" name="Google Shape;1153;p81"/>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4" name="Google Shape;1154;p81"/>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5" name="Google Shape;1155;p81"/>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6" name="Google Shape;1156;p81"/>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7" name="Google Shape;1157;p81"/>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58" name="Google Shape;1158;p81"/>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1159" name="Google Shape;1159;p81"/>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0" name="Google Shape;1160;p81"/>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61" name="Google Shape;1161;p81"/>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1162" name="Google Shape;1162;p81"/>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1163" name="Google Shape;1163;p81"/>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1164" name="Google Shape;1164;p81"/>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1165" name="Google Shape;1165;p81"/>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1166" name="Google Shape;1166;p81"/>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1167" name="Google Shape;1167;p81"/>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1168" name="Google Shape;1168;p81"/>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1169" name="Google Shape;1169;p81"/>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1170" name="Google Shape;1170;p81"/>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1171" name="Google Shape;1171;p81"/>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1172" name="Google Shape;1172;p81"/>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1173" name="Google Shape;1173;p81"/>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4" name="Google Shape;1174;p81"/>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5" name="Google Shape;1175;p81"/>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6" name="Google Shape;1176;p81"/>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7" name="Google Shape;1177;p81"/>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1178" name="Google Shape;1178;p81"/>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179" name="Google Shape;1179;p81"/>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1180" name="Google Shape;1180;p81"/>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1181" name="Google Shape;1181;p81"/>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1182" name="Google Shape;1182;p81"/>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1183" name="Google Shape;1183;p81"/>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1184" name="Google Shape;1184;p81"/>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1185" name="Google Shape;1185;p81"/>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1186" name="Google Shape;1186;p81"/>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1187" name="Google Shape;1187;p81"/>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1188" name="Google Shape;1188;p81"/>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1189" name="Google Shape;1189;p81"/>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1190" name="Google Shape;1190;p81"/>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1191" name="Google Shape;1191;p81"/>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1192" name="Google Shape;1192;p81"/>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1193" name="Google Shape;1193;p81"/>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1194" name="Google Shape;1194;p81"/>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1195" name="Google Shape;1195;p81"/>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1196" name="Google Shape;1196;p81"/>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1197" name="Google Shape;1197;p81"/>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1198" name="Google Shape;1198;p81"/>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1199" name="Google Shape;1199;p81"/>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1200" name="Google Shape;1200;p81"/>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1201" name="Google Shape;1201;p81"/>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1202" name="Google Shape;1202;p81"/>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1203" name="Google Shape;1203;p81"/>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1204" name="Google Shape;1204;p81"/>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1205" name="Google Shape;1205;p81"/>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1206" name="Google Shape;1206;p81"/>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1207" name="Google Shape;1207;p81"/>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1208" name="Google Shape;1208;p81"/>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1209" name="Google Shape;1209;p81"/>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1210" name="Google Shape;1210;p81"/>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1211" name="Google Shape;1211;p81"/>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1212" name="Google Shape;1212;p81"/>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1213" name="Google Shape;1213;p81"/>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1214" name="Google Shape;1214;p81"/>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1215" name="Google Shape;1215;p81"/>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1216" name="Google Shape;1216;p81"/>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1217" name="Google Shape;1217;p81"/>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1218" name="Google Shape;1218;p81"/>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1219" name="Google Shape;1219;p81"/>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1220" name="Google Shape;1220;p81"/>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1221" name="Google Shape;1221;p81"/>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1222" name="Google Shape;1222;p81"/>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1223" name="Google Shape;1223;p81"/>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1224" name="Google Shape;1224;p81"/>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1225" name="Google Shape;1225;p81"/>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1226" name="Google Shape;1226;p81"/>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1227" name="Google Shape;1227;p81"/>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1228" name="Google Shape;1228;p81"/>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1229" name="Google Shape;1229;p81"/>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1230" name="Google Shape;1230;p81"/>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1231" name="Google Shape;1231;p81"/>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1232" name="Google Shape;1232;p81"/>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1233" name="Google Shape;1233;p81"/>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1234" name="Google Shape;1234;p81"/>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1235" name="Google Shape;1235;p81"/>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6" name="Google Shape;1236;p81"/>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7" name="Google Shape;1237;p81"/>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238" name="Google Shape;1238;p81"/>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1239" name="Google Shape;1239;p81"/>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1240" name="Google Shape;1240;p81"/>
          <p:cNvGrpSpPr/>
          <p:nvPr/>
        </p:nvGrpSpPr>
        <p:grpSpPr>
          <a:xfrm>
            <a:off x="5987400" y="1143000"/>
            <a:ext cx="6313200" cy="312153"/>
            <a:chOff x="18111450" y="1344920"/>
            <a:chExt cx="6313200" cy="312153"/>
          </a:xfrm>
        </p:grpSpPr>
        <p:sp>
          <p:nvSpPr>
            <p:cNvPr id="1241" name="Google Shape;1241;p81"/>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242" name="Google Shape;1242;p81"/>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3" name="Google Shape;1243;p81"/>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244" name="Google Shape;1244;p81"/>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5" name="Google Shape;1245;p81"/>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246" name="Google Shape;1246;p81"/>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247" name="Google Shape;1247;p81"/>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248" name="Google Shape;1248;p81"/>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249" name="Google Shape;1249;p81"/>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1250" name="Shape 1250"/>
        <p:cNvGrpSpPr/>
        <p:nvPr/>
      </p:nvGrpSpPr>
      <p:grpSpPr>
        <a:xfrm>
          <a:off x="0" y="0"/>
          <a:ext cx="0" cy="0"/>
          <a:chOff x="0" y="0"/>
          <a:chExt cx="0" cy="0"/>
        </a:xfrm>
      </p:grpSpPr>
      <p:sp>
        <p:nvSpPr>
          <p:cNvPr id="1251" name="Google Shape;1251;p82"/>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1252" name="Google Shape;1252;p82"/>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1253" name="Google Shape;1253;p82"/>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1254" name="Google Shape;1254;p82"/>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5" name="Google Shape;1255;p82"/>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1256" name="Google Shape;1256;p82"/>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7" name="Google Shape;1257;p82"/>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1258" name="Google Shape;1258;p82"/>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59" name="Google Shape;1259;p82"/>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1260" name="Google Shape;1260;p82"/>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1" name="Google Shape;1261;p82"/>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1262" name="Google Shape;1262;p82"/>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63" name="Google Shape;1263;p82"/>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1264" name="Google Shape;1264;p82"/>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1265" name="Google Shape;1265;p82"/>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1266" name="Google Shape;1266;p82"/>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1267" name="Google Shape;1267;p82"/>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1268" name="Google Shape;1268;p82"/>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1269" name="Google Shape;1269;p82"/>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1270" name="Google Shape;1270;p82"/>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1" name="Google Shape;1271;p82"/>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1272" name="Google Shape;1272;p82"/>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1273" name="Google Shape;1273;p82"/>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4" name="Google Shape;1274;p82"/>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1275" name="Google Shape;1275;p82"/>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1276" name="Google Shape;1276;p82"/>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1277" name="Google Shape;1277;p82"/>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278" name="Google Shape;1278;p82"/>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1279" name="Google Shape;1279;p82"/>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1280" name="Google Shape;1280;p82"/>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1281" name="Google Shape;1281;p82"/>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1282" name="Google Shape;1282;p82"/>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283" name="Google Shape;1283;p82"/>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4" name="Google Shape;1284;p82"/>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285" name="Google Shape;1285;p82"/>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6" name="Google Shape;1286;p82"/>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287" name="Google Shape;1287;p82"/>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88" name="Google Shape;1288;p82"/>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1289" name="Google Shape;1289;p82"/>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0" name="Google Shape;1290;p82"/>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1291" name="Google Shape;1291;p82"/>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2" name="Google Shape;1292;p82"/>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1293" name="Google Shape;1293;p82"/>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4" name="Google Shape;1294;p82"/>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5" name="Google Shape;1295;p82"/>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1296" name="Google Shape;1296;p82"/>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7" name="Google Shape;1297;p82"/>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1298" name="Google Shape;1298;p82"/>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299" name="Google Shape;1299;p82"/>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1300" name="Google Shape;1300;p82"/>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1" name="Google Shape;1301;p82"/>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1302" name="Google Shape;1302;p82"/>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3" name="Google Shape;1303;p82"/>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1304" name="Google Shape;1304;p82"/>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5" name="Google Shape;1305;p82"/>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1306" name="Google Shape;1306;p82"/>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7" name="Google Shape;1307;p82"/>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1308" name="Google Shape;1308;p82"/>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09" name="Google Shape;1309;p82"/>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0" name="Google Shape;1310;p82"/>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1" name="Google Shape;1311;p82"/>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1312" name="Google Shape;1312;p82"/>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3" name="Google Shape;1313;p82"/>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1314" name="Google Shape;1314;p82"/>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5" name="Google Shape;1315;p82"/>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16" name="Google Shape;1316;p82"/>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7" name="Google Shape;1317;p82"/>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1318" name="Google Shape;1318;p82"/>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19" name="Google Shape;1319;p82"/>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1320" name="Google Shape;1320;p82"/>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1" name="Google Shape;1321;p82"/>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1322" name="Google Shape;1322;p82"/>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3" name="Google Shape;1323;p82"/>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1324" name="Google Shape;1324;p82"/>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5" name="Google Shape;1325;p82"/>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1326" name="Google Shape;1326;p82"/>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7" name="Google Shape;1327;p82"/>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1328" name="Google Shape;1328;p82"/>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29" name="Google Shape;1329;p82"/>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30" name="Google Shape;1330;p82"/>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1" name="Google Shape;1331;p82"/>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1332" name="Google Shape;1332;p82"/>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3" name="Google Shape;1333;p82"/>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1334" name="Google Shape;1334;p82"/>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5" name="Google Shape;1335;p82"/>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1336" name="Google Shape;1336;p82"/>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7" name="Google Shape;1337;p82"/>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1338" name="Google Shape;1338;p82"/>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39" name="Google Shape;1339;p82"/>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1340" name="Google Shape;1340;p82"/>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1" name="Google Shape;1341;p82"/>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1342" name="Google Shape;1342;p82"/>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3" name="Google Shape;1343;p82"/>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1344" name="Google Shape;1344;p82"/>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45" name="Google Shape;1345;p82"/>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346" name="Google Shape;1346;p82"/>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347" name="Google Shape;1347;p82"/>
          <p:cNvGrpSpPr/>
          <p:nvPr/>
        </p:nvGrpSpPr>
        <p:grpSpPr>
          <a:xfrm>
            <a:off x="755165" y="1921709"/>
            <a:ext cx="1322400" cy="449700"/>
            <a:chOff x="755165" y="1828821"/>
            <a:chExt cx="1322400" cy="449700"/>
          </a:xfrm>
        </p:grpSpPr>
        <p:sp>
          <p:nvSpPr>
            <p:cNvPr id="1348" name="Google Shape;134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49" name="Google Shape;134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1350" name="Google Shape;1350;p82"/>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351" name="Google Shape;1351;p82"/>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1352" name="Google Shape;1352;p82"/>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3" name="Google Shape;1353;p82"/>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1354" name="Google Shape;1354;p82"/>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55" name="Google Shape;1355;p82"/>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356" name="Google Shape;1356;p82"/>
          <p:cNvGrpSpPr/>
          <p:nvPr/>
        </p:nvGrpSpPr>
        <p:grpSpPr>
          <a:xfrm>
            <a:off x="755165" y="4519559"/>
            <a:ext cx="1322400" cy="449700"/>
            <a:chOff x="755165" y="1828821"/>
            <a:chExt cx="1322400" cy="449700"/>
          </a:xfrm>
        </p:grpSpPr>
        <p:sp>
          <p:nvSpPr>
            <p:cNvPr id="1357" name="Google Shape;1357;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58" name="Google Shape;1358;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1359" name="Google Shape;1359;p82"/>
          <p:cNvGrpSpPr/>
          <p:nvPr/>
        </p:nvGrpSpPr>
        <p:grpSpPr>
          <a:xfrm>
            <a:off x="755165" y="8686534"/>
            <a:ext cx="1322400" cy="449700"/>
            <a:chOff x="755165" y="1828821"/>
            <a:chExt cx="1322400" cy="449700"/>
          </a:xfrm>
        </p:grpSpPr>
        <p:sp>
          <p:nvSpPr>
            <p:cNvPr id="1360" name="Google Shape;1360;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361" name="Google Shape;1361;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1362" name="Google Shape;1362;p82"/>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1363" name="Google Shape;1363;p82"/>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1364" name="Google Shape;1364;p82"/>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1365" name="Google Shape;1365;p82"/>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1366" name="Google Shape;1366;p82"/>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1367" name="Google Shape;1367;p82"/>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1368" name="Google Shape;1368;p82"/>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1369" name="Google Shape;1369;p82"/>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1370" name="Google Shape;1370;p82"/>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1371" name="Google Shape;1371;p82"/>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1372" name="Google Shape;1372;p82"/>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3" name="Google Shape;1373;p82"/>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1374" name="Google Shape;1374;p82"/>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1375" name="Google Shape;1375;p82"/>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376" name="Google Shape;1376;p82"/>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377" name="Google Shape;1377;p82"/>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1378" name="Google Shape;1378;p82"/>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1379" name="Google Shape;1379;p82"/>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1380" name="Google Shape;1380;p82"/>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1" name="Google Shape;1381;p82"/>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1382" name="Google Shape;1382;p82"/>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3" name="Google Shape;1383;p82"/>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1384" name="Google Shape;1384;p82"/>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5" name="Google Shape;1385;p82"/>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1386" name="Google Shape;1386;p82"/>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7" name="Google Shape;1387;p82"/>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1388" name="Google Shape;1388;p82"/>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89" name="Google Shape;1389;p82"/>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1390" name="Google Shape;1390;p82"/>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1" name="Google Shape;1391;p82"/>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1392" name="Google Shape;1392;p82"/>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3" name="Google Shape;1393;p82"/>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1394" name="Google Shape;1394;p82"/>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5" name="Google Shape;1395;p82"/>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1396" name="Google Shape;1396;p82"/>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7" name="Google Shape;1397;p82"/>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1398" name="Google Shape;1398;p82"/>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399" name="Google Shape;1399;p82"/>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1400" name="Google Shape;1400;p82"/>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1" name="Google Shape;1401;p82"/>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1402" name="Google Shape;1402;p82"/>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3" name="Google Shape;1403;p82"/>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1404" name="Google Shape;1404;p82"/>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5" name="Google Shape;1405;p82"/>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1406" name="Google Shape;1406;p82"/>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7" name="Google Shape;1407;p82"/>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1408" name="Google Shape;1408;p82"/>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09" name="Google Shape;1409;p82"/>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1410" name="Google Shape;1410;p82"/>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1" name="Google Shape;1411;p82"/>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1412" name="Google Shape;1412;p82"/>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3" name="Google Shape;1413;p82"/>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1414" name="Google Shape;1414;p82"/>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5" name="Google Shape;1415;p82"/>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1416" name="Google Shape;1416;p82"/>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7" name="Google Shape;1417;p82"/>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1418" name="Google Shape;1418;p82"/>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19" name="Google Shape;1419;p82"/>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1420" name="Google Shape;1420;p82"/>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1" name="Google Shape;1421;p82"/>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1422" name="Google Shape;1422;p82"/>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1423" name="Google Shape;1423;p82"/>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1424" name="Google Shape;1424;p82"/>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5" name="Google Shape;1425;p82"/>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1426" name="Google Shape;1426;p82"/>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7" name="Google Shape;1427;p82"/>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1428" name="Google Shape;1428;p82"/>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29" name="Google Shape;1429;p82"/>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1430" name="Google Shape;1430;p82"/>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1" name="Google Shape;1431;p82"/>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1432" name="Google Shape;1432;p82"/>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3" name="Google Shape;1433;p82"/>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1434" name="Google Shape;1434;p82"/>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5" name="Google Shape;1435;p82"/>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1436" name="Google Shape;1436;p82"/>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7" name="Google Shape;1437;p82"/>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1438" name="Google Shape;1438;p82"/>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39" name="Google Shape;1439;p82"/>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1440" name="Google Shape;1440;p82"/>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1" name="Google Shape;1441;p82"/>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1442" name="Google Shape;1442;p82"/>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3" name="Google Shape;1443;p82"/>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1444" name="Google Shape;1444;p82"/>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5" name="Google Shape;1445;p82"/>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1446" name="Google Shape;1446;p82"/>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7" name="Google Shape;1447;p82"/>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1448" name="Google Shape;1448;p82"/>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49" name="Google Shape;1449;p82"/>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1450" name="Google Shape;1450;p82"/>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1" name="Google Shape;1451;p82"/>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1452" name="Google Shape;1452;p82"/>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3" name="Google Shape;1453;p82"/>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1454" name="Google Shape;1454;p82"/>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55" name="Google Shape;1455;p82"/>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1456" name="Google Shape;1456;p82"/>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457" name="Google Shape;1457;p82"/>
          <p:cNvGrpSpPr/>
          <p:nvPr/>
        </p:nvGrpSpPr>
        <p:grpSpPr>
          <a:xfrm>
            <a:off x="6692090" y="1921709"/>
            <a:ext cx="1322400" cy="449700"/>
            <a:chOff x="755165" y="1828821"/>
            <a:chExt cx="1322400" cy="449700"/>
          </a:xfrm>
        </p:grpSpPr>
        <p:sp>
          <p:nvSpPr>
            <p:cNvPr id="1458" name="Google Shape;1458;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59" name="Google Shape;1459;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1460" name="Google Shape;1460;p82"/>
          <p:cNvGrpSpPr/>
          <p:nvPr/>
        </p:nvGrpSpPr>
        <p:grpSpPr>
          <a:xfrm>
            <a:off x="6692090" y="2878284"/>
            <a:ext cx="1322400" cy="449700"/>
            <a:chOff x="755165" y="1828821"/>
            <a:chExt cx="1322400" cy="449700"/>
          </a:xfrm>
        </p:grpSpPr>
        <p:sp>
          <p:nvSpPr>
            <p:cNvPr id="1461" name="Google Shape;146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2" name="Google Shape;146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1463" name="Google Shape;1463;p82"/>
          <p:cNvGrpSpPr/>
          <p:nvPr/>
        </p:nvGrpSpPr>
        <p:grpSpPr>
          <a:xfrm>
            <a:off x="6692090" y="7639321"/>
            <a:ext cx="1322400" cy="449700"/>
            <a:chOff x="755165" y="1828821"/>
            <a:chExt cx="1322400" cy="449700"/>
          </a:xfrm>
        </p:grpSpPr>
        <p:sp>
          <p:nvSpPr>
            <p:cNvPr id="1464" name="Google Shape;1464;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465" name="Google Shape;1465;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466" name="Google Shape;1466;p82"/>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1467" name="Google Shape;1467;p82"/>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468" name="Google Shape;1468;p82"/>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469" name="Google Shape;1469;p82"/>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470" name="Google Shape;1470;p82"/>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471" name="Google Shape;1471;p82"/>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1472" name="Google Shape;1472;p82"/>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1473" name="Google Shape;1473;p82"/>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474" name="Google Shape;1474;p82"/>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475" name="Google Shape;1475;p82"/>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1476" name="Google Shape;1476;p82"/>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1477" name="Google Shape;1477;p82"/>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1478" name="Google Shape;1478;p82"/>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1479" name="Google Shape;1479;p82"/>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1480" name="Google Shape;1480;p82"/>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1481" name="Google Shape;1481;p82"/>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1482" name="Google Shape;1482;p82"/>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1483" name="Google Shape;1483;p82"/>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1484" name="Google Shape;1484;p82"/>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1485" name="Google Shape;1485;p82"/>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1486" name="Google Shape;1486;p82"/>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1487" name="Google Shape;1487;p82"/>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1488" name="Google Shape;1488;p82"/>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489" name="Google Shape;1489;p82"/>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1490" name="Google Shape;1490;p82"/>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1491" name="Google Shape;1491;p82"/>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1492" name="Google Shape;1492;p82"/>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3" name="Google Shape;1493;p82"/>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1494" name="Google Shape;1494;p82"/>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495" name="Google Shape;1495;p82"/>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1496" name="Google Shape;1496;p82"/>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1497" name="Google Shape;1497;p82"/>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1498" name="Google Shape;1498;p82"/>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499" name="Google Shape;1499;p82"/>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1500" name="Google Shape;1500;p82"/>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1501" name="Google Shape;1501;p82"/>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2" name="Google Shape;1502;p82"/>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503" name="Google Shape;1503;p82"/>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4" name="Google Shape;1504;p82"/>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1505" name="Google Shape;1505;p82"/>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6" name="Google Shape;1506;p82"/>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1507" name="Google Shape;1507;p82"/>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08" name="Google Shape;1508;p82"/>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1509" name="Google Shape;1509;p82"/>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0" name="Google Shape;1510;p82"/>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1511" name="Google Shape;1511;p82"/>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2" name="Google Shape;1512;p82"/>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1513" name="Google Shape;1513;p82"/>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4" name="Google Shape;1514;p82"/>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1515" name="Google Shape;1515;p82"/>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6" name="Google Shape;1516;p82"/>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1517" name="Google Shape;1517;p82"/>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18" name="Google Shape;1518;p82"/>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1519" name="Google Shape;1519;p82"/>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0" name="Google Shape;1520;p82"/>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1521" name="Google Shape;1521;p82"/>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2" name="Google Shape;1522;p82"/>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1523" name="Google Shape;1523;p82"/>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4" name="Google Shape;1524;p82"/>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1525" name="Google Shape;1525;p82"/>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6" name="Google Shape;1526;p82"/>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1527" name="Google Shape;1527;p82"/>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28" name="Google Shape;1528;p82"/>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1529" name="Google Shape;1529;p82"/>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0" name="Google Shape;1530;p82"/>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1531" name="Google Shape;1531;p82"/>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2" name="Google Shape;1532;p82"/>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1533" name="Google Shape;1533;p82"/>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4" name="Google Shape;1534;p82"/>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1535" name="Google Shape;1535;p82"/>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6" name="Google Shape;1536;p82"/>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1537" name="Google Shape;1537;p82"/>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38" name="Google Shape;1538;p82"/>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1539" name="Google Shape;1539;p82"/>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0" name="Google Shape;1540;p82"/>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1541" name="Google Shape;1541;p82"/>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2" name="Google Shape;1542;p82"/>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1543" name="Google Shape;1543;p82"/>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4" name="Google Shape;1544;p82"/>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1545" name="Google Shape;1545;p82"/>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6" name="Google Shape;1546;p82"/>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1547" name="Google Shape;1547;p82"/>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48" name="Google Shape;1548;p82"/>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1549" name="Google Shape;1549;p82"/>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1550" name="Google Shape;1550;p82"/>
          <p:cNvGrpSpPr/>
          <p:nvPr/>
        </p:nvGrpSpPr>
        <p:grpSpPr>
          <a:xfrm>
            <a:off x="11811002" y="1921709"/>
            <a:ext cx="1322400" cy="449700"/>
            <a:chOff x="755165" y="1828821"/>
            <a:chExt cx="1322400" cy="449700"/>
          </a:xfrm>
        </p:grpSpPr>
        <p:sp>
          <p:nvSpPr>
            <p:cNvPr id="1551" name="Google Shape;1551;p82"/>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552" name="Google Shape;1552;p82"/>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553" name="Google Shape;1553;p82"/>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554" name="Google Shape;1554;p82"/>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1555" name="Google Shape;1555;p82"/>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1556" name="Google Shape;1556;p82"/>
          <p:cNvGrpSpPr/>
          <p:nvPr/>
        </p:nvGrpSpPr>
        <p:grpSpPr>
          <a:xfrm>
            <a:off x="5987400" y="1143000"/>
            <a:ext cx="6313200" cy="312153"/>
            <a:chOff x="18111450" y="1344920"/>
            <a:chExt cx="6313200" cy="312153"/>
          </a:xfrm>
        </p:grpSpPr>
        <p:sp>
          <p:nvSpPr>
            <p:cNvPr id="1557" name="Google Shape;1557;p82"/>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58" name="Google Shape;1558;p82"/>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59" name="Google Shape;1559;p82"/>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60" name="Google Shape;1560;p82"/>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1" name="Google Shape;1561;p82"/>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62" name="Google Shape;1562;p82"/>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63" name="Google Shape;1563;p82"/>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64" name="Google Shape;1564;p82"/>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65" name="Google Shape;1565;p82"/>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66" name="Google Shape;1566;p82"/>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7" name="Google Shape;1567;p82"/>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1568" name="Google Shape;1568;p82"/>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1569" name="Shape 1569"/>
        <p:cNvGrpSpPr/>
        <p:nvPr/>
      </p:nvGrpSpPr>
      <p:grpSpPr>
        <a:xfrm>
          <a:off x="0" y="0"/>
          <a:ext cx="0" cy="0"/>
          <a:chOff x="0" y="0"/>
          <a:chExt cx="0" cy="0"/>
        </a:xfrm>
      </p:grpSpPr>
      <p:grpSp>
        <p:nvGrpSpPr>
          <p:cNvPr id="1570" name="Google Shape;1570;p83"/>
          <p:cNvGrpSpPr/>
          <p:nvPr/>
        </p:nvGrpSpPr>
        <p:grpSpPr>
          <a:xfrm>
            <a:off x="11456825" y="666750"/>
            <a:ext cx="6313200" cy="304786"/>
            <a:chOff x="18111450" y="1344920"/>
            <a:chExt cx="6313200" cy="312153"/>
          </a:xfrm>
        </p:grpSpPr>
        <p:sp>
          <p:nvSpPr>
            <p:cNvPr id="1571" name="Google Shape;1571;p83"/>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572" name="Google Shape;1572;p83"/>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3" name="Google Shape;1573;p83"/>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574" name="Google Shape;1574;p83"/>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5" name="Google Shape;1575;p83"/>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576" name="Google Shape;1576;p83"/>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577" name="Google Shape;1577;p83"/>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578" name="Google Shape;1578;p83"/>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1579" name="Google Shape;1579;p83"/>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1580" name="Google Shape;1580;p83"/>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1581" name="Google Shape;1581;p83"/>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1582" name="Google Shape;1582;p83"/>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3" name="Google Shape;1583;p83"/>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4" name="Google Shape;1584;p83"/>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5" name="Google Shape;1585;p83"/>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6" name="Google Shape;1586;p83"/>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7" name="Google Shape;1587;p83"/>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8" name="Google Shape;1588;p83"/>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89" name="Google Shape;1589;p83"/>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0" name="Google Shape;1590;p83"/>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1" name="Google Shape;1591;p83"/>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2" name="Google Shape;1592;p83"/>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3" name="Google Shape;1593;p83"/>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1594" name="Google Shape;1594;p83"/>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5" name="Google Shape;1595;p83"/>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1596" name="Google Shape;1596;p83"/>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7" name="Google Shape;1597;p83"/>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598" name="Google Shape;1598;p83"/>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599" name="Google Shape;1599;p83"/>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1600" name="Google Shape;1600;p83"/>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1" name="Google Shape;1601;p83"/>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1602" name="Google Shape;1602;p83"/>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3" name="Google Shape;1603;p83"/>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1604" name="Google Shape;1604;p83"/>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5" name="Google Shape;1605;p83"/>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1606" name="Google Shape;1606;p83"/>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7" name="Google Shape;1607;p83"/>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1608" name="Google Shape;1608;p83"/>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09" name="Google Shape;1609;p83"/>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1610" name="Google Shape;1610;p83"/>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1" name="Google Shape;1611;p83"/>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1612" name="Google Shape;1612;p83"/>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3" name="Google Shape;1613;p83"/>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1614" name="Google Shape;1614;p83"/>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5" name="Google Shape;1615;p83"/>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1616" name="Google Shape;1616;p83"/>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17" name="Google Shape;1617;p83"/>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1618" name="Google Shape;1618;p83"/>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1619" name="Google Shape;1619;p83"/>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0" name="Google Shape;1620;p83"/>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1621" name="Google Shape;1621;p83"/>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1622" name="Google Shape;1622;p83"/>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1623" name="Google Shape;1623;p83"/>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1624" name="Google Shape;1624;p83"/>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5" name="Google Shape;1625;p83"/>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1626" name="Google Shape;1626;p83"/>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27" name="Google Shape;1627;p83"/>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1628" name="Google Shape;1628;p83"/>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1629" name="Google Shape;1629;p83"/>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0" name="Google Shape;1630;p83"/>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1631" name="Google Shape;1631;p83"/>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2" name="Google Shape;1632;p83"/>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1633" name="Google Shape;1633;p83"/>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4" name="Google Shape;1634;p83"/>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35" name="Google Shape;1635;p83"/>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6" name="Google Shape;1636;p83"/>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1637" name="Google Shape;1637;p83"/>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38" name="Google Shape;1638;p83"/>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1639" name="Google Shape;1639;p83"/>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0" name="Google Shape;1640;p83"/>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1641" name="Google Shape;1641;p83"/>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1642" name="Google Shape;1642;p83"/>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1643" name="Google Shape;1643;p83"/>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1644" name="Google Shape;1644;p83"/>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1645" name="Google Shape;1645;p83"/>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1646" name="Google Shape;1646;p83"/>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47" name="Google Shape;1647;p83"/>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1648" name="Google Shape;1648;p83"/>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1649" name="Google Shape;1649;p83"/>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1650" name="Google Shape;1650;p83"/>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1651" name="Google Shape;1651;p83"/>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1652" name="Google Shape;1652;p83"/>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1653" name="Google Shape;1653;p83"/>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1654" name="Google Shape;1654;p83"/>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1655" name="Google Shape;1655;p83"/>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656" name="Google Shape;1656;p83"/>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1657" name="Google Shape;1657;p83"/>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1658" name="Google Shape;1658;p83"/>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1659" name="Google Shape;1659;p83"/>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60" name="Google Shape;1660;p83"/>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661" name="Google Shape;1661;p83"/>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662" name="Google Shape;1662;p83"/>
          <p:cNvGrpSpPr/>
          <p:nvPr/>
        </p:nvGrpSpPr>
        <p:grpSpPr>
          <a:xfrm>
            <a:off x="316638" y="1635959"/>
            <a:ext cx="1322400" cy="449700"/>
            <a:chOff x="755165" y="1828821"/>
            <a:chExt cx="1322400" cy="449700"/>
          </a:xfrm>
        </p:grpSpPr>
        <p:sp>
          <p:nvSpPr>
            <p:cNvPr id="1663" name="Google Shape;166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4" name="Google Shape;166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1665" name="Google Shape;1665;p83"/>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666" name="Google Shape;1666;p83"/>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667" name="Google Shape;1667;p83"/>
          <p:cNvGrpSpPr/>
          <p:nvPr/>
        </p:nvGrpSpPr>
        <p:grpSpPr>
          <a:xfrm>
            <a:off x="316638" y="4963046"/>
            <a:ext cx="1322400" cy="449700"/>
            <a:chOff x="755165" y="1828821"/>
            <a:chExt cx="1322400" cy="449700"/>
          </a:xfrm>
        </p:grpSpPr>
        <p:sp>
          <p:nvSpPr>
            <p:cNvPr id="1668" name="Google Shape;166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669" name="Google Shape;166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670" name="Google Shape;1670;p83"/>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1" name="Google Shape;1671;p83"/>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2" name="Google Shape;1672;p83"/>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1673" name="Google Shape;1673;p83"/>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4" name="Google Shape;1674;p83"/>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1675" name="Google Shape;1675;p83"/>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76" name="Google Shape;1676;p83"/>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1677" name="Google Shape;1677;p83"/>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78" name="Google Shape;1678;p83"/>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1679" name="Google Shape;1679;p83"/>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1680" name="Google Shape;1680;p83"/>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1" name="Google Shape;1681;p83"/>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1682" name="Google Shape;1682;p83"/>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3" name="Google Shape;1683;p83"/>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1684" name="Google Shape;1684;p83"/>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85" name="Google Shape;1685;p83"/>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1686" name="Google Shape;1686;p83"/>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87" name="Google Shape;1687;p83"/>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88" name="Google Shape;1688;p83"/>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1689" name="Google Shape;1689;p83"/>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0" name="Google Shape;1690;p83"/>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1691" name="Google Shape;1691;p83"/>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2" name="Google Shape;1692;p83"/>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1693" name="Google Shape;1693;p83"/>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4" name="Google Shape;1694;p83"/>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1695" name="Google Shape;1695;p83"/>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1696" name="Google Shape;1696;p83"/>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697" name="Google Shape;1697;p83"/>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1698" name="Google Shape;1698;p83"/>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699" name="Google Shape;1699;p83"/>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1700" name="Google Shape;1700;p83"/>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1701" name="Google Shape;1701;p83"/>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1702" name="Google Shape;1702;p83"/>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03" name="Google Shape;1703;p83"/>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1704" name="Google Shape;1704;p83"/>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1705" name="Google Shape;1705;p83"/>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1706" name="Google Shape;1706;p83"/>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1707" name="Google Shape;1707;p83"/>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1708" name="Google Shape;1708;p83"/>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709" name="Google Shape;1709;p83"/>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1710" name="Google Shape;1710;p83"/>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1711" name="Google Shape;1711;p83"/>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2" name="Google Shape;1712;p83"/>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1713" name="Google Shape;1713;p83"/>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4" name="Google Shape;1714;p83"/>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1715" name="Google Shape;1715;p83"/>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16" name="Google Shape;1716;p83"/>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1717" name="Google Shape;1717;p83"/>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18" name="Google Shape;1718;p83"/>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1719" name="Google Shape;1719;p83"/>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20" name="Google Shape;1720;p83"/>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1721" name="Google Shape;1721;p83"/>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2" name="Google Shape;1722;p83"/>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1723" name="Google Shape;1723;p83"/>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24" name="Google Shape;1724;p83"/>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1725" name="Google Shape;1725;p83"/>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1726" name="Google Shape;1726;p83"/>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1727" name="Google Shape;1727;p83"/>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1728" name="Google Shape;1728;p83"/>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1729" name="Google Shape;1729;p83"/>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30" name="Google Shape;1730;p83"/>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1731" name="Google Shape;1731;p83"/>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1732" name="Google Shape;1732;p83"/>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1733" name="Google Shape;1733;p83"/>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1734" name="Google Shape;1734;p83"/>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1735" name="Google Shape;1735;p83"/>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1736" name="Google Shape;1736;p83"/>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1737" name="Google Shape;1737;p83"/>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1738" name="Google Shape;1738;p83"/>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39" name="Google Shape;1739;p83"/>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1740" name="Google Shape;1740;p83"/>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1741" name="Google Shape;1741;p83"/>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742" name="Google Shape;1742;p83"/>
          <p:cNvGrpSpPr/>
          <p:nvPr/>
        </p:nvGrpSpPr>
        <p:grpSpPr>
          <a:xfrm>
            <a:off x="4927454" y="1635959"/>
            <a:ext cx="1322400" cy="449700"/>
            <a:chOff x="755165" y="1828821"/>
            <a:chExt cx="1322400" cy="449700"/>
          </a:xfrm>
        </p:grpSpPr>
        <p:sp>
          <p:nvSpPr>
            <p:cNvPr id="1743" name="Google Shape;17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4" name="Google Shape;17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1745" name="Google Shape;1745;p83"/>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746" name="Google Shape;1746;p83"/>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747" name="Google Shape;1747;p83"/>
          <p:cNvGrpSpPr/>
          <p:nvPr/>
        </p:nvGrpSpPr>
        <p:grpSpPr>
          <a:xfrm>
            <a:off x="4927454" y="2134746"/>
            <a:ext cx="1322400" cy="449700"/>
            <a:chOff x="755165" y="1828821"/>
            <a:chExt cx="1322400" cy="449700"/>
          </a:xfrm>
        </p:grpSpPr>
        <p:sp>
          <p:nvSpPr>
            <p:cNvPr id="1748" name="Google Shape;174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49" name="Google Shape;174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1750" name="Google Shape;1750;p83"/>
          <p:cNvGrpSpPr/>
          <p:nvPr/>
        </p:nvGrpSpPr>
        <p:grpSpPr>
          <a:xfrm>
            <a:off x="4927454" y="4150296"/>
            <a:ext cx="1322400" cy="449700"/>
            <a:chOff x="755165" y="1828821"/>
            <a:chExt cx="1322400" cy="449700"/>
          </a:xfrm>
        </p:grpSpPr>
        <p:sp>
          <p:nvSpPr>
            <p:cNvPr id="1751" name="Google Shape;1751;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2" name="Google Shape;1752;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1753" name="Google Shape;1753;p83"/>
          <p:cNvGrpSpPr/>
          <p:nvPr/>
        </p:nvGrpSpPr>
        <p:grpSpPr>
          <a:xfrm>
            <a:off x="4927454" y="6136146"/>
            <a:ext cx="1322400" cy="449700"/>
            <a:chOff x="755165" y="1828821"/>
            <a:chExt cx="1322400" cy="449700"/>
          </a:xfrm>
        </p:grpSpPr>
        <p:sp>
          <p:nvSpPr>
            <p:cNvPr id="1754" name="Google Shape;1754;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755" name="Google Shape;1755;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1756" name="Google Shape;1756;p83"/>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757" name="Google Shape;1757;p83"/>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58" name="Google Shape;1758;p83"/>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1759" name="Google Shape;1759;p83"/>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0" name="Google Shape;1760;p83"/>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1" name="Google Shape;1761;p83"/>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2" name="Google Shape;1762;p83"/>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763" name="Google Shape;1763;p83"/>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4" name="Google Shape;1764;p83"/>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65" name="Google Shape;1765;p83"/>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1766" name="Google Shape;1766;p83"/>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1767" name="Google Shape;1767;p83"/>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1768" name="Google Shape;1768;p83"/>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1769" name="Google Shape;1769;p83"/>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1770" name="Google Shape;1770;p83"/>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1771" name="Google Shape;1771;p83"/>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1772" name="Google Shape;1772;p83"/>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1773" name="Google Shape;1773;p83"/>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1774" name="Google Shape;1774;p83"/>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775" name="Google Shape;1775;p83"/>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1776" name="Google Shape;1776;p83"/>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1777" name="Google Shape;1777;p83"/>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8" name="Google Shape;1778;p83"/>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79" name="Google Shape;1779;p83"/>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0" name="Google Shape;1780;p83"/>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81" name="Google Shape;1781;p83"/>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1782" name="Google Shape;1782;p83"/>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1783" name="Google Shape;1783;p83"/>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1784" name="Google Shape;1784;p83"/>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1785" name="Google Shape;1785;p83"/>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6" name="Google Shape;1786;p83"/>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7" name="Google Shape;1787;p83"/>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8" name="Google Shape;1788;p83"/>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789" name="Google Shape;1789;p83"/>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1790" name="Google Shape;1790;p83"/>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1791" name="Google Shape;1791;p83"/>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1792" name="Google Shape;1792;p83"/>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1793" name="Google Shape;1793;p83"/>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1794" name="Google Shape;1794;p83"/>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5" name="Google Shape;1795;p83"/>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1796" name="Google Shape;1796;p83"/>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7" name="Google Shape;1797;p83"/>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1798" name="Google Shape;1798;p83"/>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799" name="Google Shape;1799;p83"/>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1800" name="Google Shape;1800;p83"/>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1" name="Google Shape;1801;p83"/>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1802" name="Google Shape;1802;p83"/>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3" name="Google Shape;1803;p83"/>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1804" name="Google Shape;1804;p83"/>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5" name="Google Shape;1805;p83"/>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1806" name="Google Shape;1806;p83"/>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7" name="Google Shape;1807;p83"/>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1808" name="Google Shape;1808;p83"/>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09" name="Google Shape;1809;p83"/>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1810" name="Google Shape;1810;p83"/>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1" name="Google Shape;1811;p83"/>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1812" name="Google Shape;1812;p83"/>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3" name="Google Shape;1813;p83"/>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1814" name="Google Shape;1814;p83"/>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5" name="Google Shape;1815;p83"/>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1816" name="Google Shape;1816;p83"/>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7" name="Google Shape;1817;p83"/>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1818" name="Google Shape;1818;p83"/>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19" name="Google Shape;1819;p83"/>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1820" name="Google Shape;1820;p83"/>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1" name="Google Shape;1821;p83"/>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1822" name="Google Shape;1822;p83"/>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3" name="Google Shape;1823;p83"/>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1824" name="Google Shape;1824;p83"/>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5" name="Google Shape;1825;p83"/>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1826" name="Google Shape;1826;p83"/>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7" name="Google Shape;1827;p83"/>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1828" name="Google Shape;1828;p83"/>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29" name="Google Shape;1829;p83"/>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1830" name="Google Shape;1830;p83"/>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1" name="Google Shape;1831;p83"/>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1832" name="Google Shape;1832;p83"/>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33" name="Google Shape;1833;p83"/>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1834" name="Google Shape;1834;p83"/>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35" name="Google Shape;1835;p83"/>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1836" name="Google Shape;1836;p83"/>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837" name="Google Shape;1837;p83"/>
          <p:cNvGrpSpPr/>
          <p:nvPr/>
        </p:nvGrpSpPr>
        <p:grpSpPr>
          <a:xfrm>
            <a:off x="9502346" y="1635959"/>
            <a:ext cx="1322400" cy="449700"/>
            <a:chOff x="755165" y="1828821"/>
            <a:chExt cx="1322400" cy="449700"/>
          </a:xfrm>
        </p:grpSpPr>
        <p:sp>
          <p:nvSpPr>
            <p:cNvPr id="1838" name="Google Shape;1838;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39" name="Google Shape;1839;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1840" name="Google Shape;1840;p83"/>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841" name="Google Shape;1841;p83"/>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842" name="Google Shape;1842;p83"/>
          <p:cNvGrpSpPr/>
          <p:nvPr/>
        </p:nvGrpSpPr>
        <p:grpSpPr>
          <a:xfrm>
            <a:off x="9502346" y="7402283"/>
            <a:ext cx="1322400" cy="449700"/>
            <a:chOff x="755165" y="1828821"/>
            <a:chExt cx="1322400" cy="449700"/>
          </a:xfrm>
        </p:grpSpPr>
        <p:sp>
          <p:nvSpPr>
            <p:cNvPr id="1843" name="Google Shape;1843;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844" name="Google Shape;1844;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845" name="Google Shape;1845;p83"/>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1846" name="Google Shape;1846;p83"/>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1847" name="Google Shape;1847;p83"/>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1848" name="Google Shape;1848;p83"/>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1849" name="Google Shape;1849;p83"/>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1850" name="Google Shape;1850;p83"/>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1851" name="Google Shape;1851;p83"/>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1852" name="Google Shape;1852;p83"/>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1853" name="Google Shape;1853;p83"/>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1854" name="Google Shape;1854;p83"/>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1855" name="Google Shape;1855;p83"/>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1856" name="Google Shape;1856;p83"/>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1857" name="Google Shape;1857;p83"/>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858" name="Google Shape;1858;p83"/>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59" name="Google Shape;1859;p83"/>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0" name="Google Shape;1860;p83"/>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1" name="Google Shape;1861;p83"/>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1862" name="Google Shape;1862;p83"/>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3" name="Google Shape;1863;p83"/>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1864" name="Google Shape;1864;p83"/>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5" name="Google Shape;1865;p83"/>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66" name="Google Shape;1866;p83"/>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7" name="Google Shape;1867;p83"/>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8" name="Google Shape;1868;p83"/>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69" name="Google Shape;1869;p83"/>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70" name="Google Shape;1870;p83"/>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1" name="Google Shape;1871;p83"/>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1872" name="Google Shape;1872;p83"/>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1873" name="Google Shape;1873;p83"/>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74" name="Google Shape;1874;p83"/>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5" name="Google Shape;1875;p83"/>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6" name="Google Shape;1876;p83"/>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1877" name="Google Shape;1877;p83"/>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1878" name="Google Shape;1878;p83"/>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1879" name="Google Shape;1879;p83"/>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1880" name="Google Shape;1880;p83"/>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1881" name="Google Shape;1881;p83"/>
          <p:cNvGrpSpPr/>
          <p:nvPr/>
        </p:nvGrpSpPr>
        <p:grpSpPr>
          <a:xfrm>
            <a:off x="16175571" y="3720707"/>
            <a:ext cx="1653816" cy="147291"/>
            <a:chOff x="16170809" y="4177907"/>
            <a:chExt cx="1653816" cy="147291"/>
          </a:xfrm>
        </p:grpSpPr>
        <p:sp>
          <p:nvSpPr>
            <p:cNvPr id="1882" name="Google Shape;1882;p83"/>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83" name="Google Shape;1883;p83"/>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1884" name="Google Shape;1884;p83"/>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5" name="Google Shape;1885;p83"/>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1886" name="Google Shape;1886;p83"/>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7" name="Google Shape;1887;p83"/>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1888" name="Google Shape;1888;p83"/>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89" name="Google Shape;1889;p83"/>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1890" name="Google Shape;1890;p83"/>
          <p:cNvGrpSpPr/>
          <p:nvPr/>
        </p:nvGrpSpPr>
        <p:grpSpPr>
          <a:xfrm>
            <a:off x="16175571" y="4519431"/>
            <a:ext cx="1653816" cy="128400"/>
            <a:chOff x="16170809" y="4938531"/>
            <a:chExt cx="1653816" cy="128400"/>
          </a:xfrm>
        </p:grpSpPr>
        <p:sp>
          <p:nvSpPr>
            <p:cNvPr id="1891" name="Google Shape;1891;p83"/>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1892" name="Google Shape;1892;p83"/>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1893" name="Google Shape;1893;p83"/>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4" name="Google Shape;1894;p83"/>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895" name="Google Shape;1895;p83"/>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1896" name="Google Shape;1896;p83"/>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1897" name="Google Shape;1897;p83"/>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898" name="Google Shape;1898;p83"/>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1899" name="Google Shape;1899;p83"/>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00" name="Google Shape;1900;p83"/>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1" name="Google Shape;1901;p83"/>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1902" name="Google Shape;1902;p83"/>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1903" name="Google Shape;1903;p83"/>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1904" name="Google Shape;1904;p83"/>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1905" name="Google Shape;1905;p83"/>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6" name="Google Shape;1906;p83"/>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1907" name="Google Shape;1907;p83"/>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08" name="Google Shape;1908;p83"/>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1909" name="Google Shape;1909;p83"/>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10" name="Google Shape;1910;p83"/>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1911" name="Google Shape;1911;p83"/>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1912" name="Google Shape;1912;p83"/>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13" name="Google Shape;1913;p83"/>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1914" name="Google Shape;1914;p83"/>
          <p:cNvGrpSpPr/>
          <p:nvPr/>
        </p:nvGrpSpPr>
        <p:grpSpPr>
          <a:xfrm>
            <a:off x="13711033" y="1635959"/>
            <a:ext cx="1322400" cy="449700"/>
            <a:chOff x="755165" y="1828821"/>
            <a:chExt cx="1322400" cy="449700"/>
          </a:xfrm>
        </p:grpSpPr>
        <p:sp>
          <p:nvSpPr>
            <p:cNvPr id="1915" name="Google Shape;1915;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16" name="Google Shape;1916;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1917" name="Google Shape;1917;p83"/>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1918" name="Google Shape;1918;p83"/>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1919" name="Google Shape;1919;p83"/>
          <p:cNvGrpSpPr/>
          <p:nvPr/>
        </p:nvGrpSpPr>
        <p:grpSpPr>
          <a:xfrm>
            <a:off x="13711033" y="7918896"/>
            <a:ext cx="1322400" cy="449700"/>
            <a:chOff x="755165" y="1828821"/>
            <a:chExt cx="1322400" cy="449700"/>
          </a:xfrm>
        </p:grpSpPr>
        <p:sp>
          <p:nvSpPr>
            <p:cNvPr id="1920" name="Google Shape;1920;p83"/>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1921" name="Google Shape;1921;p83"/>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1922" name="Google Shape;1922;p83"/>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3" name="Google Shape;1923;p83"/>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1924" name="Google Shape;1924;p83"/>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1925" name="Google Shape;1925;p83"/>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26" name="Google Shape;1926;p83"/>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7" name="Google Shape;1927;p83"/>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28" name="Google Shape;1928;p83"/>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29" name="Google Shape;1929;p83"/>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30" name="Google Shape;1930;p83"/>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1931" name="Google Shape;1931;p83"/>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1932" name="Google Shape;1932;p83"/>
          <p:cNvGrpSpPr/>
          <p:nvPr/>
        </p:nvGrpSpPr>
        <p:grpSpPr>
          <a:xfrm>
            <a:off x="16175571" y="9526048"/>
            <a:ext cx="2530136" cy="128400"/>
            <a:chOff x="16170809" y="9954673"/>
            <a:chExt cx="2530136" cy="128400"/>
          </a:xfrm>
        </p:grpSpPr>
        <p:sp>
          <p:nvSpPr>
            <p:cNvPr id="1933" name="Google Shape;1933;p83"/>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1934" name="Google Shape;1934;p83"/>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1935" name="Google Shape;1935;p83"/>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1936" name="Shape 1936"/>
        <p:cNvGrpSpPr/>
        <p:nvPr/>
      </p:nvGrpSpPr>
      <p:grpSpPr>
        <a:xfrm>
          <a:off x="0" y="0"/>
          <a:ext cx="0" cy="0"/>
          <a:chOff x="0" y="0"/>
          <a:chExt cx="0" cy="0"/>
        </a:xfrm>
      </p:grpSpPr>
      <p:sp>
        <p:nvSpPr>
          <p:cNvPr id="1937" name="Google Shape;1937;p84"/>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1938" name="Google Shape;1938;p84"/>
          <p:cNvGrpSpPr/>
          <p:nvPr/>
        </p:nvGrpSpPr>
        <p:grpSpPr>
          <a:xfrm>
            <a:off x="5987400" y="1143000"/>
            <a:ext cx="6313200" cy="307800"/>
            <a:chOff x="10935900" y="1111148"/>
            <a:chExt cx="6313200" cy="307800"/>
          </a:xfrm>
        </p:grpSpPr>
        <p:grpSp>
          <p:nvGrpSpPr>
            <p:cNvPr id="1939" name="Google Shape;1939;p84"/>
            <p:cNvGrpSpPr/>
            <p:nvPr/>
          </p:nvGrpSpPr>
          <p:grpSpPr>
            <a:xfrm>
              <a:off x="10935900" y="1111148"/>
              <a:ext cx="6313200" cy="307800"/>
              <a:chOff x="11238000" y="958400"/>
              <a:chExt cx="6313200" cy="307800"/>
            </a:xfrm>
          </p:grpSpPr>
          <p:sp>
            <p:nvSpPr>
              <p:cNvPr id="1940" name="Google Shape;1940;p84"/>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1941" name="Google Shape;1941;p8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2" name="Google Shape;1942;p8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1943" name="Google Shape;1943;p8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4" name="Google Shape;1944;p8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1945" name="Google Shape;1945;p8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1946" name="Google Shape;1946;p8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1947" name="Google Shape;1947;p8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1948" name="Google Shape;1948;p84"/>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1949" name="Google Shape;1949;p84"/>
          <p:cNvGrpSpPr/>
          <p:nvPr/>
        </p:nvGrpSpPr>
        <p:grpSpPr>
          <a:xfrm>
            <a:off x="439619" y="1524000"/>
            <a:ext cx="4336282" cy="8401512"/>
            <a:chOff x="478339" y="1521600"/>
            <a:chExt cx="4336282" cy="8401512"/>
          </a:xfrm>
        </p:grpSpPr>
        <p:sp>
          <p:nvSpPr>
            <p:cNvPr id="1950" name="Google Shape;1950;p84"/>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1951" name="Google Shape;1951;p84"/>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1952" name="Google Shape;1952;p84"/>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1953" name="Google Shape;1953;p84"/>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1954" name="Google Shape;1954;p84"/>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1955" name="Google Shape;1955;p84"/>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1956" name="Google Shape;1956;p84"/>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1957" name="Google Shape;1957;p84"/>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8" name="Google Shape;1958;p84"/>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1959" name="Google Shape;1959;p84"/>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1960" name="Google Shape;1960;p84"/>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1961" name="Google Shape;1961;p84"/>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1962" name="Google Shape;1962;p84"/>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1963" name="Google Shape;1963;p84"/>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1964" name="Google Shape;1964;p84"/>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1965" name="Google Shape;1965;p84"/>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1966" name="Google Shape;1966;p84"/>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1967" name="Google Shape;1967;p84"/>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1968" name="Google Shape;1968;p84"/>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1969" name="Google Shape;1969;p84"/>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1970" name="Google Shape;1970;p84"/>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1971" name="Google Shape;1971;p84"/>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1972" name="Google Shape;1972;p84"/>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1973" name="Google Shape;1973;p84"/>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1974" name="Google Shape;1974;p84"/>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1975" name="Google Shape;1975;p84"/>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1976" name="Google Shape;1976;p84"/>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1977" name="Google Shape;1977;p84"/>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1978" name="Google Shape;1978;p84"/>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1979" name="Google Shape;1979;p84"/>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1980" name="Google Shape;1980;p84"/>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1981" name="Google Shape;1981;p84"/>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1982" name="Google Shape;1982;p84"/>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1983" name="Google Shape;1983;p84"/>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1984" name="Google Shape;1984;p84"/>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1985" name="Google Shape;1985;p84"/>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1986" name="Google Shape;1986;p84"/>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1987" name="Google Shape;1987;p84"/>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1988" name="Google Shape;1988;p84"/>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1989" name="Google Shape;1989;p84"/>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1990" name="Google Shape;1990;p84"/>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1991" name="Google Shape;1991;p84"/>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1992" name="Google Shape;1992;p84"/>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1993" name="Google Shape;1993;p84"/>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1994" name="Google Shape;1994;p84"/>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1995" name="Google Shape;1995;p84"/>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6" name="Google Shape;1996;p84"/>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1997" name="Google Shape;1997;p84"/>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1998" name="Google Shape;1998;p84"/>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1999" name="Google Shape;1999;p84"/>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0" name="Google Shape;2000;p84"/>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001" name="Google Shape;2001;p84"/>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02" name="Google Shape;2002;p84"/>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2003" name="Google Shape;2003;p84"/>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4" name="Google Shape;2004;p84"/>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2005" name="Google Shape;2005;p84"/>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6" name="Google Shape;2006;p84"/>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2007" name="Google Shape;2007;p84"/>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08" name="Google Shape;2008;p84"/>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2009" name="Google Shape;2009;p84"/>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0" name="Google Shape;2010;p84"/>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1" name="Google Shape;2011;p84"/>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2" name="Google Shape;2012;p84"/>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2013" name="Google Shape;2013;p84"/>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4" name="Google Shape;2014;p84"/>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5" name="Google Shape;2015;p84"/>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16" name="Google Shape;2016;p84"/>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017" name="Google Shape;2017;p84"/>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18" name="Google Shape;2018;p84"/>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19" name="Google Shape;2019;p84"/>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0" name="Google Shape;2020;p84"/>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1" name="Google Shape;2021;p84"/>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2" name="Google Shape;2022;p84"/>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3" name="Google Shape;2023;p84"/>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4" name="Google Shape;2024;p84"/>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5" name="Google Shape;2025;p84"/>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26" name="Google Shape;2026;p84"/>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7" name="Google Shape;2027;p84"/>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28" name="Google Shape;2028;p84"/>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29" name="Google Shape;2029;p84"/>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2030" name="Google Shape;2030;p84"/>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1" name="Google Shape;2031;p84"/>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032" name="Google Shape;2032;p84"/>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3" name="Google Shape;2033;p84"/>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4" name="Google Shape;2034;p84"/>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5" name="Google Shape;2035;p84"/>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36" name="Google Shape;2036;p84"/>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7" name="Google Shape;2037;p84"/>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8" name="Google Shape;2038;p84"/>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39" name="Google Shape;2039;p84"/>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0" name="Google Shape;2040;p84"/>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1" name="Google Shape;2041;p84"/>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2042" name="Google Shape;2042;p84"/>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43" name="Google Shape;2043;p84"/>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2044" name="Google Shape;2044;p84"/>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045" name="Google Shape;2045;p84"/>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046" name="Google Shape;2046;p84"/>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047" name="Google Shape;2047;p84"/>
            <p:cNvGrpSpPr/>
            <p:nvPr/>
          </p:nvGrpSpPr>
          <p:grpSpPr>
            <a:xfrm>
              <a:off x="497950" y="1791256"/>
              <a:ext cx="952566" cy="449700"/>
              <a:chOff x="755108" y="1946374"/>
              <a:chExt cx="1322458" cy="449700"/>
            </a:xfrm>
          </p:grpSpPr>
          <p:sp>
            <p:nvSpPr>
              <p:cNvPr id="2048" name="Google Shape;204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49" name="Google Shape;2049;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2050" name="Google Shape;2050;p84"/>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051" name="Google Shape;2051;p84"/>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052" name="Google Shape;2052;p84"/>
            <p:cNvGrpSpPr/>
            <p:nvPr/>
          </p:nvGrpSpPr>
          <p:grpSpPr>
            <a:xfrm>
              <a:off x="497991" y="5752646"/>
              <a:ext cx="952525" cy="449700"/>
              <a:chOff x="755165" y="1951713"/>
              <a:chExt cx="1322400" cy="449700"/>
            </a:xfrm>
          </p:grpSpPr>
          <p:sp>
            <p:nvSpPr>
              <p:cNvPr id="2053" name="Google Shape;205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4" name="Google Shape;2054;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2055" name="Google Shape;2055;p84"/>
            <p:cNvGrpSpPr/>
            <p:nvPr/>
          </p:nvGrpSpPr>
          <p:grpSpPr>
            <a:xfrm>
              <a:off x="497991" y="2647426"/>
              <a:ext cx="952525" cy="449700"/>
              <a:chOff x="755165" y="1951713"/>
              <a:chExt cx="1322400" cy="449700"/>
            </a:xfrm>
          </p:grpSpPr>
          <p:sp>
            <p:nvSpPr>
              <p:cNvPr id="2056" name="Google Shape;2056;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057" name="Google Shape;2057;p84"/>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2058" name="Google Shape;2058;p84"/>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2059" name="Google Shape;2059;p84"/>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2060" name="Google Shape;2060;p84"/>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1" name="Google Shape;2061;p84"/>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062" name="Google Shape;2062;p84"/>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2063" name="Google Shape;2063;p84"/>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2064" name="Google Shape;2064;p84"/>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2065" name="Google Shape;2065;p84"/>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066" name="Google Shape;2066;p84"/>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067" name="Google Shape;2067;p84"/>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2068" name="Google Shape;2068;p84"/>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2069" name="Google Shape;2069;p84"/>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2070" name="Google Shape;2070;p84"/>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2071" name="Google Shape;2071;p84"/>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2072" name="Google Shape;2072;p84"/>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2073" name="Google Shape;2073;p84"/>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2074" name="Google Shape;2074;p84"/>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2075" name="Google Shape;2075;p84"/>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2076" name="Google Shape;2076;p84"/>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2077" name="Google Shape;2077;p84"/>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2078" name="Google Shape;2078;p84"/>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2079" name="Google Shape;2079;p84"/>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2080" name="Google Shape;2080;p84"/>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2081" name="Google Shape;2081;p84"/>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2082" name="Google Shape;2082;p84"/>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2083" name="Google Shape;2083;p84"/>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2084" name="Google Shape;2084;p84"/>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2085" name="Google Shape;2085;p84"/>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2086" name="Google Shape;2086;p84"/>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2087" name="Google Shape;2087;p84"/>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2088" name="Google Shape;2088;p84"/>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2089" name="Google Shape;2089;p84"/>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2090" name="Google Shape;2090;p84"/>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2091" name="Google Shape;2091;p84"/>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2092" name="Google Shape;2092;p84"/>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2093" name="Google Shape;2093;p84"/>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094" name="Google Shape;2094;p84"/>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2095" name="Google Shape;2095;p84"/>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2096" name="Google Shape;2096;p84"/>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2097" name="Google Shape;2097;p84"/>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2098" name="Google Shape;2098;p84"/>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2099" name="Google Shape;2099;p84"/>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0" name="Google Shape;2100;p84"/>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2101" name="Google Shape;2101;p84"/>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2102" name="Google Shape;2102;p84"/>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2103" name="Google Shape;2103;p84"/>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104" name="Google Shape;2104;p84"/>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105" name="Google Shape;2105;p84"/>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2106" name="Google Shape;2106;p84"/>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107" name="Google Shape;2107;p84"/>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2108" name="Google Shape;2108;p84"/>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09" name="Google Shape;2109;p84"/>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0" name="Google Shape;2110;p84"/>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2111" name="Google Shape;2111;p84"/>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2" name="Google Shape;2112;p84"/>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2113" name="Google Shape;2113;p84"/>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14" name="Google Shape;2114;p84"/>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2115" name="Google Shape;2115;p84"/>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6" name="Google Shape;2116;p84"/>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2117" name="Google Shape;2117;p84"/>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18" name="Google Shape;2118;p84"/>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2119" name="Google Shape;2119;p84"/>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0" name="Google Shape;2120;p84"/>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2121" name="Google Shape;2121;p84"/>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2" name="Google Shape;2122;p84"/>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3" name="Google Shape;2123;p84"/>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4" name="Google Shape;2124;p84"/>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2125" name="Google Shape;2125;p84"/>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26" name="Google Shape;2126;p84"/>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7" name="Google Shape;2127;p84"/>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28" name="Google Shape;2128;p84"/>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129" name="Google Shape;2129;p84"/>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0" name="Google Shape;2130;p84"/>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1" name="Google Shape;2131;p84"/>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2" name="Google Shape;2132;p84"/>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3" name="Google Shape;2133;p84"/>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4" name="Google Shape;2134;p84"/>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5" name="Google Shape;2135;p84"/>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36" name="Google Shape;2136;p84"/>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37" name="Google Shape;2137;p84"/>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8" name="Google Shape;2138;p84"/>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39" name="Google Shape;2139;p84"/>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0" name="Google Shape;2140;p84"/>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2141" name="Google Shape;2141;p84"/>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2" name="Google Shape;2142;p84"/>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143" name="Google Shape;2143;p84"/>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44" name="Google Shape;2144;p84"/>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5" name="Google Shape;2145;p84"/>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6" name="Google Shape;2146;p84"/>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7" name="Google Shape;2147;p84"/>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8" name="Google Shape;2148;p84"/>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49" name="Google Shape;2149;p84"/>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0" name="Google Shape;2150;p84"/>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1" name="Google Shape;2151;p84"/>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2152" name="Google Shape;2152;p84"/>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153" name="Google Shape;2153;p84"/>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2154" name="Google Shape;2154;p84"/>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155" name="Google Shape;2155;p84"/>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156" name="Google Shape;2156;p84"/>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157" name="Google Shape;2157;p84"/>
          <p:cNvGrpSpPr/>
          <p:nvPr/>
        </p:nvGrpSpPr>
        <p:grpSpPr>
          <a:xfrm>
            <a:off x="4758441" y="1793656"/>
            <a:ext cx="952566" cy="449700"/>
            <a:chOff x="755108" y="1946374"/>
            <a:chExt cx="1322458" cy="449700"/>
          </a:xfrm>
        </p:grpSpPr>
        <p:sp>
          <p:nvSpPr>
            <p:cNvPr id="2158" name="Google Shape;2158;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59" name="Google Shape;2159;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2160" name="Google Shape;2160;p84"/>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161" name="Google Shape;2161;p84"/>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162" name="Google Shape;2162;p84"/>
          <p:cNvGrpSpPr/>
          <p:nvPr/>
        </p:nvGrpSpPr>
        <p:grpSpPr>
          <a:xfrm>
            <a:off x="4758483" y="2298575"/>
            <a:ext cx="952525" cy="449700"/>
            <a:chOff x="755165" y="1951713"/>
            <a:chExt cx="1322400" cy="449700"/>
          </a:xfrm>
        </p:grpSpPr>
        <p:sp>
          <p:nvSpPr>
            <p:cNvPr id="2163" name="Google Shape;2163;p84"/>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164" name="Google Shape;2164;p84"/>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165" name="Google Shape;2165;p84"/>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2166" name="Google Shape;2166;p84"/>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2167" name="Google Shape;2167;p84"/>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8" name="Google Shape;2168;p84"/>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69" name="Google Shape;2169;p84"/>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2170" name="Google Shape;2170;p84"/>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171" name="Google Shape;2171;p84"/>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2172" name="Google Shape;2172;p84"/>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2173" name="Google Shape;2173;p84"/>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2174" name="Google Shape;2174;p84"/>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5" name="Google Shape;2175;p84"/>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176" name="Google Shape;2176;p84"/>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2177" name="Google Shape;2177;p84"/>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2178" name="Google Shape;2178;p84"/>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2179" name="Google Shape;2179;p84"/>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2180" name="Google Shape;2180;p84"/>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2181" name="Google Shape;2181;p84"/>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2182" name="Google Shape;2182;p84"/>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2183" name="Google Shape;2183;p84"/>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2184" name="Google Shape;2184;p84"/>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2185" name="Google Shape;2185;p84"/>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2186" name="Google Shape;2186;p84"/>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2187" name="Google Shape;2187;p84"/>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2188" name="Google Shape;2188;p84"/>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2189" name="Google Shape;2189;p84"/>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2190" name="Google Shape;2190;p84"/>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2191" name="Google Shape;2191;p84"/>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2192" name="Google Shape;2192;p84"/>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193" name="Google Shape;2193;p84"/>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2194" name="Google Shape;2194;p84"/>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2195" name="Google Shape;2195;p84"/>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2196" name="Google Shape;2196;p84"/>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2197" name="Google Shape;2197;p84"/>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2198" name="Google Shape;2198;p84"/>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2199" name="Google Shape;2199;p84"/>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2200" name="Google Shape;2200;p84"/>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01" name="Google Shape;2201;p84"/>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2" name="Google Shape;2202;p84"/>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2203" name="Google Shape;2203;p84"/>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4" name="Google Shape;2204;p84"/>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2205" name="Google Shape;2205;p84"/>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06" name="Google Shape;2206;p84"/>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2207" name="Google Shape;2207;p84"/>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08" name="Google Shape;2208;p84"/>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2209" name="Google Shape;2209;p84"/>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0" name="Google Shape;2210;p84"/>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2211" name="Google Shape;2211;p84"/>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2" name="Google Shape;2212;p84"/>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3" name="Google Shape;2213;p84"/>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4" name="Google Shape;2214;p84"/>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15" name="Google Shape;2215;p84"/>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16" name="Google Shape;2216;p84"/>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17" name="Google Shape;2217;p84"/>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18" name="Google Shape;2218;p84"/>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2219" name="Google Shape;2219;p84"/>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0" name="Google Shape;2220;p84"/>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221" name="Google Shape;2221;p84"/>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22" name="Google Shape;2222;p84"/>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3" name="Google Shape;2223;p84"/>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4" name="Google Shape;2224;p84"/>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2225" name="Google Shape;2225;p84"/>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26" name="Google Shape;2226;p84"/>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27" name="Google Shape;2227;p84"/>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28" name="Google Shape;2228;p84"/>
          <p:cNvGrpSpPr/>
          <p:nvPr/>
        </p:nvGrpSpPr>
        <p:grpSpPr>
          <a:xfrm>
            <a:off x="9353860" y="1793656"/>
            <a:ext cx="952566" cy="449700"/>
            <a:chOff x="755108" y="1946374"/>
            <a:chExt cx="1322458" cy="449700"/>
          </a:xfrm>
        </p:grpSpPr>
        <p:sp>
          <p:nvSpPr>
            <p:cNvPr id="2229" name="Google Shape;2229;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0" name="Google Shape;2230;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2231" name="Google Shape;2231;p84"/>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32" name="Google Shape;2232;p84"/>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233" name="Google Shape;2233;p84"/>
          <p:cNvGrpSpPr/>
          <p:nvPr/>
        </p:nvGrpSpPr>
        <p:grpSpPr>
          <a:xfrm>
            <a:off x="9353860" y="4763556"/>
            <a:ext cx="952566" cy="449700"/>
            <a:chOff x="755108" y="1946374"/>
            <a:chExt cx="1322458" cy="449700"/>
          </a:xfrm>
        </p:grpSpPr>
        <p:sp>
          <p:nvSpPr>
            <p:cNvPr id="2234" name="Google Shape;2234;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35" name="Google Shape;2235;p84"/>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2236" name="Google Shape;2236;p84"/>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2237" name="Google Shape;2237;p84"/>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2238" name="Google Shape;2238;p84"/>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39" name="Google Shape;2239;p84"/>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40" name="Google Shape;2240;p84"/>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2241" name="Google Shape;2241;p84"/>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2242" name="Google Shape;2242;p84"/>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2243" name="Google Shape;2243;p84"/>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44" name="Google Shape;2244;p84"/>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5" name="Google Shape;2245;p84"/>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46" name="Google Shape;2246;p84"/>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2247" name="Google Shape;2247;p84"/>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2248" name="Google Shape;2248;p84"/>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2249" name="Google Shape;2249;p84"/>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0" name="Google Shape;2250;p84"/>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1" name="Google Shape;2251;p84"/>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52" name="Google Shape;2252;p84"/>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2253" name="Google Shape;2253;p84"/>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4" name="Google Shape;2254;p84"/>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2255" name="Google Shape;2255;p84"/>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6" name="Google Shape;2256;p84"/>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2257" name="Google Shape;2257;p84"/>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58" name="Google Shape;2258;p84"/>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2259" name="Google Shape;2259;p84"/>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2260" name="Google Shape;2260;p84"/>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261" name="Google Shape;2261;p84"/>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262" name="Google Shape;2262;p84"/>
          <p:cNvGrpSpPr/>
          <p:nvPr/>
        </p:nvGrpSpPr>
        <p:grpSpPr>
          <a:xfrm>
            <a:off x="13511249" y="1524000"/>
            <a:ext cx="4643641" cy="7611424"/>
            <a:chOff x="13511249" y="1521600"/>
            <a:chExt cx="4643641" cy="7611424"/>
          </a:xfrm>
        </p:grpSpPr>
        <p:sp>
          <p:nvSpPr>
            <p:cNvPr id="2263" name="Google Shape;2263;p84"/>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2264" name="Google Shape;2264;p84"/>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65" name="Google Shape;2265;p84"/>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2266" name="Google Shape;2266;p84"/>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2267" name="Google Shape;2267;p84"/>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8" name="Google Shape;2268;p84"/>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2269" name="Google Shape;2269;p84"/>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2270" name="Google Shape;2270;p84"/>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2271" name="Google Shape;2271;p84"/>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2272" name="Google Shape;2272;p84"/>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2273" name="Google Shape;2273;p84"/>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4" name="Google Shape;2274;p84"/>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2275" name="Google Shape;2275;p84"/>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2276" name="Google Shape;2276;p84"/>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277" name="Google Shape;2277;p84"/>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278" name="Google Shape;2278;p84"/>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279" name="Google Shape;2279;p84"/>
            <p:cNvGrpSpPr/>
            <p:nvPr/>
          </p:nvGrpSpPr>
          <p:grpSpPr>
            <a:xfrm>
              <a:off x="13530860" y="1791256"/>
              <a:ext cx="952566" cy="449700"/>
              <a:chOff x="755108" y="1946374"/>
              <a:chExt cx="1322458" cy="449700"/>
            </a:xfrm>
          </p:grpSpPr>
          <p:sp>
            <p:nvSpPr>
              <p:cNvPr id="2280" name="Google Shape;2280;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281" name="Google Shape;2281;p84"/>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2282" name="Google Shape;2282;p84"/>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283" name="Google Shape;2283;p84"/>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284" name="Google Shape;2284;p84"/>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285" name="Google Shape;2285;p84"/>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2286" name="Google Shape;2286;p84"/>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7" name="Google Shape;2287;p84"/>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88" name="Google Shape;2288;p84"/>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2289" name="Google Shape;2289;p84"/>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2290" name="Google Shape;2290;p84"/>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2291" name="Google Shape;2291;p84"/>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2292" name="Google Shape;2292;p84"/>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293" name="Google Shape;2293;p84"/>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2294" name="Google Shape;2294;p84"/>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5" name="Google Shape;2295;p84"/>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6" name="Google Shape;2296;p84"/>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297" name="Google Shape;2297;p84"/>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298" name="Google Shape;2298;p84"/>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2299" name="Google Shape;2299;p84"/>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2300" name="Google Shape;2300;p84"/>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1" name="Google Shape;2301;p84"/>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02" name="Google Shape;2302;p84"/>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2303" name="Google Shape;2303;p84"/>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2304" name="Google Shape;2304;p84"/>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5" name="Google Shape;2305;p84"/>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06" name="Google Shape;2306;p84"/>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2307" name="Google Shape;2307;p84"/>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2308" name="Google Shape;2308;p84"/>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09" name="Google Shape;2309;p84"/>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310" name="Google Shape;2310;p84"/>
            <p:cNvGrpSpPr/>
            <p:nvPr/>
          </p:nvGrpSpPr>
          <p:grpSpPr>
            <a:xfrm>
              <a:off x="13530860" y="8529418"/>
              <a:ext cx="952566" cy="488922"/>
              <a:chOff x="755108" y="1946374"/>
              <a:chExt cx="1322458" cy="488922"/>
            </a:xfrm>
          </p:grpSpPr>
          <p:sp>
            <p:nvSpPr>
              <p:cNvPr id="2311" name="Google Shape;2311;p84"/>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312" name="Google Shape;2312;p84"/>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2313" name="Google Shape;2313;p84"/>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2314" name="Google Shape;2314;p84"/>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2315" name="Google Shape;2315;p84"/>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6" name="Google Shape;2316;p84"/>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7" name="Google Shape;2317;p84"/>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2318" name="Google Shape;2318;p84"/>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19" name="Google Shape;2319;p84"/>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2320" name="Google Shape;2320;p84"/>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321" name="Google Shape;2321;p84"/>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2322" name="Google Shape;2322;p84"/>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3" name="Google Shape;2323;p84"/>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24" name="Google Shape;2324;p84"/>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25" name="Google Shape;2325;p84"/>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2326" name="Google Shape;2326;p84"/>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2327" name="Google Shape;2327;p84"/>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2328" name="Google Shape;2328;p84"/>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29" name="Google Shape;2329;p84"/>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0" name="Google Shape;2330;p84"/>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1" name="Google Shape;2331;p84"/>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2332" name="Google Shape;2332;p84"/>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2333" name="Google Shape;2333;p84"/>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4" name="Google Shape;2334;p84"/>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35" name="Google Shape;2335;p84"/>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2336" name="Google Shape;2336;p84"/>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2337" name="Google Shape;2337;p84"/>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38" name="Google Shape;2338;p84"/>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39" name="Google Shape;2339;p84"/>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2340" name="Google Shape;2340;p84"/>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2341" name="Google Shape;2341;p84"/>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2342" name="Google Shape;2342;p84"/>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3" name="Google Shape;2343;p84"/>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44" name="Google Shape;2344;p84"/>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45" name="Google Shape;2345;p84"/>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2346" name="Google Shape;2346;p84"/>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2347" name="Google Shape;2347;p84"/>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8" name="Google Shape;2348;p84"/>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49" name="Google Shape;2349;p84"/>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2350" name="Google Shape;2350;p84"/>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2351" name="Google Shape;2351;p84"/>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2" name="Google Shape;2352;p84"/>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3" name="Google Shape;2353;p84"/>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2354" name="Google Shape;2354;p84"/>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2355" name="Google Shape;2355;p84"/>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6" name="Google Shape;2356;p84"/>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57" name="Google Shape;2357;p84"/>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2358" name="Google Shape;2358;p84"/>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2359" name="Google Shape;2359;p84"/>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0" name="Google Shape;2360;p84"/>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1" name="Google Shape;2361;p84"/>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2362" name="Google Shape;2362;p84"/>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363" name="Google Shape;2363;p84"/>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2364" name="Google Shape;2364;p84"/>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2365" name="Google Shape;2365;p84"/>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366" name="Google Shape;2366;p84"/>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2367" name="Google Shape;2367;p84"/>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2368" name="Shape 2368"/>
        <p:cNvGrpSpPr/>
        <p:nvPr/>
      </p:nvGrpSpPr>
      <p:grpSpPr>
        <a:xfrm>
          <a:off x="0" y="0"/>
          <a:ext cx="0" cy="0"/>
          <a:chOff x="0" y="0"/>
          <a:chExt cx="0" cy="0"/>
        </a:xfrm>
      </p:grpSpPr>
      <p:sp>
        <p:nvSpPr>
          <p:cNvPr id="2369" name="Google Shape;2369;p85"/>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2370" name="Google Shape;2370;p85"/>
          <p:cNvGrpSpPr/>
          <p:nvPr/>
        </p:nvGrpSpPr>
        <p:grpSpPr>
          <a:xfrm>
            <a:off x="6307400" y="1143000"/>
            <a:ext cx="6313200" cy="307800"/>
            <a:chOff x="22663550" y="1349273"/>
            <a:chExt cx="6313200" cy="307800"/>
          </a:xfrm>
        </p:grpSpPr>
        <p:grpSp>
          <p:nvGrpSpPr>
            <p:cNvPr id="2371" name="Google Shape;2371;p85"/>
            <p:cNvGrpSpPr/>
            <p:nvPr/>
          </p:nvGrpSpPr>
          <p:grpSpPr>
            <a:xfrm>
              <a:off x="22663550" y="1349273"/>
              <a:ext cx="6313200" cy="307800"/>
              <a:chOff x="11238000" y="958400"/>
              <a:chExt cx="6313200" cy="307800"/>
            </a:xfrm>
          </p:grpSpPr>
          <p:sp>
            <p:nvSpPr>
              <p:cNvPr id="2372" name="Google Shape;2372;p85"/>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373" name="Google Shape;2373;p85"/>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4" name="Google Shape;2374;p85"/>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75" name="Google Shape;2375;p85"/>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6" name="Google Shape;2376;p85"/>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377" name="Google Shape;2377;p85"/>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378" name="Google Shape;2378;p85"/>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379" name="Google Shape;2379;p85"/>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380" name="Google Shape;2380;p85"/>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2381" name="Google Shape;2381;p85"/>
          <p:cNvGrpSpPr/>
          <p:nvPr/>
        </p:nvGrpSpPr>
        <p:grpSpPr>
          <a:xfrm>
            <a:off x="1735561" y="1752600"/>
            <a:ext cx="5042870" cy="7465163"/>
            <a:chOff x="468329" y="1524000"/>
            <a:chExt cx="5042870" cy="7465163"/>
          </a:xfrm>
        </p:grpSpPr>
        <p:sp>
          <p:nvSpPr>
            <p:cNvPr id="2382" name="Google Shape;2382;p85"/>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383" name="Google Shape;2383;p85"/>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4" name="Google Shape;2384;p85"/>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2385" name="Google Shape;2385;p85"/>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6" name="Google Shape;2386;p85"/>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7" name="Google Shape;2387;p85"/>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2388" name="Google Shape;2388;p85"/>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2389" name="Google Shape;2389;p85"/>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2390" name="Google Shape;2390;p85"/>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2391" name="Google Shape;2391;p85"/>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392" name="Google Shape;2392;p85"/>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2393" name="Google Shape;2393;p85"/>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2394" name="Google Shape;2394;p85"/>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5" name="Google Shape;2395;p85"/>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2396" name="Google Shape;2396;p85"/>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397" name="Google Shape;2397;p85"/>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2398" name="Google Shape;2398;p85"/>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399" name="Google Shape;2399;p85"/>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2400" name="Google Shape;2400;p85"/>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1" name="Google Shape;2401;p85"/>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2" name="Google Shape;2402;p85"/>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03" name="Google Shape;2403;p85"/>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4" name="Google Shape;2404;p85"/>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5" name="Google Shape;2405;p85"/>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06" name="Google Shape;2406;p85"/>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407" name="Google Shape;2407;p85"/>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408" name="Google Shape;2408;p85"/>
            <p:cNvGrpSpPr/>
            <p:nvPr/>
          </p:nvGrpSpPr>
          <p:grpSpPr>
            <a:xfrm>
              <a:off x="487940" y="1793656"/>
              <a:ext cx="952566" cy="449700"/>
              <a:chOff x="755108" y="1946374"/>
              <a:chExt cx="1322458" cy="449700"/>
            </a:xfrm>
          </p:grpSpPr>
          <p:sp>
            <p:nvSpPr>
              <p:cNvPr id="2409" name="Google Shape;2409;p85"/>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0" name="Google Shape;2410;p85"/>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2411" name="Google Shape;2411;p85"/>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412" name="Google Shape;2412;p85"/>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2413" name="Google Shape;2413;p85"/>
            <p:cNvGrpSpPr/>
            <p:nvPr/>
          </p:nvGrpSpPr>
          <p:grpSpPr>
            <a:xfrm>
              <a:off x="487981" y="3594708"/>
              <a:ext cx="952525" cy="449700"/>
              <a:chOff x="755165" y="1951713"/>
              <a:chExt cx="1322400" cy="449700"/>
            </a:xfrm>
          </p:grpSpPr>
          <p:sp>
            <p:nvSpPr>
              <p:cNvPr id="2414" name="Google Shape;2414;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5" name="Google Shape;2415;p85"/>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2416" name="Google Shape;2416;p85"/>
            <p:cNvGrpSpPr/>
            <p:nvPr/>
          </p:nvGrpSpPr>
          <p:grpSpPr>
            <a:xfrm>
              <a:off x="487981" y="2487900"/>
              <a:ext cx="952525" cy="449700"/>
              <a:chOff x="755165" y="1951713"/>
              <a:chExt cx="1322400" cy="449700"/>
            </a:xfrm>
          </p:grpSpPr>
          <p:sp>
            <p:nvSpPr>
              <p:cNvPr id="2417" name="Google Shape;2417;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18" name="Google Shape;2418;p85"/>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2419" name="Google Shape;2419;p85"/>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420" name="Google Shape;2420;p85"/>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421" name="Google Shape;2421;p85"/>
            <p:cNvGrpSpPr/>
            <p:nvPr/>
          </p:nvGrpSpPr>
          <p:grpSpPr>
            <a:xfrm>
              <a:off x="487981" y="5143496"/>
              <a:ext cx="952525" cy="449700"/>
              <a:chOff x="755165" y="1951713"/>
              <a:chExt cx="1322400" cy="449700"/>
            </a:xfrm>
          </p:grpSpPr>
          <p:sp>
            <p:nvSpPr>
              <p:cNvPr id="2422" name="Google Shape;2422;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3" name="Google Shape;2423;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2424" name="Google Shape;2424;p85"/>
            <p:cNvGrpSpPr/>
            <p:nvPr/>
          </p:nvGrpSpPr>
          <p:grpSpPr>
            <a:xfrm>
              <a:off x="487981" y="7376208"/>
              <a:ext cx="952525" cy="449700"/>
              <a:chOff x="755165" y="1951713"/>
              <a:chExt cx="1322400" cy="449700"/>
            </a:xfrm>
          </p:grpSpPr>
          <p:sp>
            <p:nvSpPr>
              <p:cNvPr id="2425" name="Google Shape;2425;p85"/>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426" name="Google Shape;2426;p85"/>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2427" name="Google Shape;2427;p85"/>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2428" name="Google Shape;2428;p85"/>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2429" name="Google Shape;2429;p85"/>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2430" name="Google Shape;2430;p85"/>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2431" name="Google Shape;2431;p85"/>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2432" name="Google Shape;2432;p85"/>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3" name="Google Shape;2433;p85"/>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34" name="Google Shape;2434;p85"/>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5" name="Google Shape;2435;p85"/>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6" name="Google Shape;2436;p85"/>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37" name="Google Shape;2437;p85"/>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2438" name="Google Shape;2438;p85"/>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2439" name="Google Shape;2439;p85"/>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2440" name="Google Shape;2440;p85"/>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41" name="Google Shape;2441;p85"/>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2" name="Google Shape;2442;p85"/>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3" name="Google Shape;2443;p85"/>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2444" name="Google Shape;2444;p85"/>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45" name="Google Shape;2445;p85"/>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46" name="Google Shape;2446;p85"/>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2447" name="Google Shape;2447;p85"/>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2448" name="Google Shape;2448;p85"/>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2449" name="Google Shape;2449;p85"/>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2450" name="Google Shape;2450;p85"/>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2451" name="Google Shape;2451;p85"/>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2" name="Google Shape;2452;p85"/>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3" name="Google Shape;2453;p85"/>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4" name="Google Shape;2454;p85"/>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5" name="Google Shape;2455;p85"/>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56" name="Google Shape;2456;p85"/>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457" name="Google Shape;2457;p85"/>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58" name="Google Shape;2458;p85"/>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2459" name="Google Shape;2459;p85"/>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2460" name="Google Shape;2460;p85"/>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2461" name="Google Shape;2461;p85"/>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2462" name="Google Shape;2462;p85"/>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2463" name="Google Shape;2463;p85"/>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4" name="Google Shape;2464;p85"/>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65" name="Google Shape;2465;p85"/>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6" name="Google Shape;2466;p85"/>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7" name="Google Shape;2467;p85"/>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68" name="Google Shape;2468;p85"/>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2469" name="Google Shape;2469;p85"/>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0" name="Google Shape;2470;p85"/>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1" name="Google Shape;2471;p85"/>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72" name="Google Shape;2472;p85"/>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2473" name="Google Shape;2473;p85"/>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2474" name="Google Shape;2474;p85"/>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2475" name="Google Shape;2475;p85"/>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2476" name="Google Shape;2476;p85"/>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2477" name="Google Shape;2477;p85"/>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78" name="Google Shape;2478;p85"/>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79" name="Google Shape;2479;p85"/>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0" name="Google Shape;2480;p85"/>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1" name="Google Shape;2481;p85"/>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82" name="Google Shape;2482;p85"/>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2483" name="Google Shape;2483;p85"/>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84" name="Google Shape;2484;p85"/>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485" name="Google Shape;2485;p85"/>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2486" name="Google Shape;2486;p85"/>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2487" name="Google Shape;2487;p85"/>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2488" name="Google Shape;2488;p85"/>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2489" name="Google Shape;2489;p85"/>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0" name="Google Shape;2490;p85"/>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491" name="Google Shape;2491;p85"/>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492" name="Google Shape;2492;p85"/>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2493" name="Google Shape;2493;p85"/>
          <p:cNvGrpSpPr/>
          <p:nvPr/>
        </p:nvGrpSpPr>
        <p:grpSpPr>
          <a:xfrm>
            <a:off x="7088611" y="1752600"/>
            <a:ext cx="5094171" cy="6865800"/>
            <a:chOff x="5821379" y="1524000"/>
            <a:chExt cx="5094171" cy="6865800"/>
          </a:xfrm>
        </p:grpSpPr>
        <p:sp>
          <p:nvSpPr>
            <p:cNvPr id="2494" name="Google Shape;2494;p85"/>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495" name="Google Shape;2495;p85"/>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496" name="Google Shape;2496;p85"/>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2497" name="Google Shape;2497;p85"/>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2498" name="Google Shape;2498;p85"/>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2499" name="Google Shape;2499;p85"/>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2500" name="Google Shape;2500;p85"/>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1" name="Google Shape;2501;p85"/>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2502" name="Google Shape;2502;p85"/>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3" name="Google Shape;2503;p85"/>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2504" name="Google Shape;2504;p85"/>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5" name="Google Shape;2505;p85"/>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2506" name="Google Shape;2506;p85"/>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7" name="Google Shape;2507;p85"/>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08" name="Google Shape;2508;p85"/>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09" name="Google Shape;2509;p85"/>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0" name="Google Shape;2510;p85"/>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1" name="Google Shape;2511;p85"/>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12" name="Google Shape;2512;p85"/>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513" name="Google Shape;2513;p85"/>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514" name="Google Shape;2514;p85"/>
            <p:cNvGrpSpPr/>
            <p:nvPr/>
          </p:nvGrpSpPr>
          <p:grpSpPr>
            <a:xfrm>
              <a:off x="5840990" y="1793656"/>
              <a:ext cx="952541" cy="449700"/>
              <a:chOff x="5812280" y="1793656"/>
              <a:chExt cx="952541" cy="449700"/>
            </a:xfrm>
          </p:grpSpPr>
          <p:sp>
            <p:nvSpPr>
              <p:cNvPr id="2515" name="Google Shape;2515;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16" name="Google Shape;2516;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2517" name="Google Shape;2517;p85"/>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518" name="Google Shape;2518;p85"/>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2519" name="Google Shape;2519;p85"/>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2520" name="Google Shape;2520;p85"/>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1" name="Google Shape;2521;p85"/>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2522" name="Google Shape;2522;p85"/>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2523" name="Google Shape;2523;p85"/>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2524" name="Google Shape;2524;p85"/>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2525" name="Google Shape;2525;p85"/>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2526" name="Google Shape;2526;p85"/>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7" name="Google Shape;2527;p85"/>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28" name="Google Shape;2528;p85"/>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29" name="Google Shape;2529;p85"/>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0" name="Google Shape;2530;p85"/>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1" name="Google Shape;2531;p85"/>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2532" name="Google Shape;2532;p85"/>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533" name="Google Shape;2533;p85"/>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2534" name="Google Shape;2534;p85"/>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35" name="Google Shape;2535;p85"/>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6" name="Google Shape;2536;p85"/>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37" name="Google Shape;2537;p85"/>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2538" name="Google Shape;2538;p85"/>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2539" name="Google Shape;2539;p85"/>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2540" name="Google Shape;2540;p85"/>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2541" name="Google Shape;2541;p85"/>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2542" name="Google Shape;2542;p85"/>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3" name="Google Shape;2543;p85"/>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4" name="Google Shape;2544;p85"/>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5" name="Google Shape;2545;p85"/>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6" name="Google Shape;2546;p85"/>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47" name="Google Shape;2547;p85"/>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2548" name="Google Shape;2548;p85"/>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49" name="Google Shape;2549;p85"/>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2550" name="Google Shape;2550;p85"/>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551" name="Google Shape;2551;p85"/>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2552" name="Google Shape;2552;p85"/>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2553" name="Google Shape;2553;p85"/>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2554" name="Google Shape;2554;p85"/>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5" name="Google Shape;2555;p85"/>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56" name="Google Shape;2556;p85"/>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7" name="Google Shape;2557;p85"/>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8" name="Google Shape;2558;p85"/>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59" name="Google Shape;2559;p85"/>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2560" name="Google Shape;2560;p85"/>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1" name="Google Shape;2561;p85"/>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2562" name="Google Shape;2562;p85"/>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2563" name="Google Shape;2563;p85"/>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2564" name="Google Shape;2564;p85"/>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2565" name="Google Shape;2565;p85"/>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2566" name="Google Shape;2566;p85"/>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7" name="Google Shape;2567;p85"/>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68" name="Google Shape;2568;p85"/>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69" name="Google Shape;2569;p85"/>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0" name="Google Shape;2570;p85"/>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1" name="Google Shape;2571;p85"/>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572" name="Google Shape;2572;p85"/>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2573" name="Google Shape;2573;p85"/>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2574" name="Google Shape;2574;p85"/>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2575" name="Google Shape;2575;p85"/>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6" name="Google Shape;2576;p85"/>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77" name="Google Shape;2577;p85"/>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78" name="Google Shape;2578;p85"/>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579" name="Google Shape;2579;p85"/>
            <p:cNvGrpSpPr/>
            <p:nvPr/>
          </p:nvGrpSpPr>
          <p:grpSpPr>
            <a:xfrm>
              <a:off x="5840990" y="4576768"/>
              <a:ext cx="952541" cy="449700"/>
              <a:chOff x="5812280" y="1793656"/>
              <a:chExt cx="952541" cy="449700"/>
            </a:xfrm>
          </p:grpSpPr>
          <p:sp>
            <p:nvSpPr>
              <p:cNvPr id="2580" name="Google Shape;258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1" name="Google Shape;258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2582" name="Google Shape;2582;p85"/>
            <p:cNvGrpSpPr/>
            <p:nvPr/>
          </p:nvGrpSpPr>
          <p:grpSpPr>
            <a:xfrm>
              <a:off x="5840990" y="7099131"/>
              <a:ext cx="952541" cy="449700"/>
              <a:chOff x="5812280" y="1793656"/>
              <a:chExt cx="952541" cy="449700"/>
            </a:xfrm>
          </p:grpSpPr>
          <p:sp>
            <p:nvSpPr>
              <p:cNvPr id="2583" name="Google Shape;258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584" name="Google Shape;258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2585" name="Google Shape;2585;p85"/>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6" name="Google Shape;2586;p85"/>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7" name="Google Shape;2587;p85"/>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2588" name="Google Shape;2588;p85"/>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2589" name="Google Shape;2589;p85"/>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2590" name="Google Shape;2590;p85"/>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2591" name="Google Shape;2591;p85"/>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592" name="Google Shape;2592;p85"/>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3" name="Google Shape;2593;p85"/>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594" name="Google Shape;2594;p85"/>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2595" name="Google Shape;2595;p85"/>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2596" name="Google Shape;2596;p85"/>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2597" name="Google Shape;2597;p85"/>
          <p:cNvGrpSpPr/>
          <p:nvPr/>
        </p:nvGrpSpPr>
        <p:grpSpPr>
          <a:xfrm>
            <a:off x="12373539" y="1752600"/>
            <a:ext cx="4906068" cy="6868238"/>
            <a:chOff x="11106306" y="1524000"/>
            <a:chExt cx="4906068" cy="6868238"/>
          </a:xfrm>
        </p:grpSpPr>
        <p:sp>
          <p:nvSpPr>
            <p:cNvPr id="2598" name="Google Shape;2598;p85"/>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2599" name="Google Shape;2599;p85"/>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2600" name="Google Shape;2600;p85"/>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2601" name="Google Shape;2601;p85"/>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2602" name="Google Shape;2602;p85"/>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2603" name="Google Shape;2603;p85"/>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2604" name="Google Shape;2604;p85"/>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2605" name="Google Shape;2605;p85"/>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2606" name="Google Shape;2606;p85"/>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2607" name="Google Shape;2607;p85"/>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2608" name="Google Shape;2608;p85"/>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09" name="Google Shape;2609;p85"/>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2610" name="Google Shape;2610;p85"/>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1" name="Google Shape;2611;p85"/>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2612" name="Google Shape;2612;p85"/>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3" name="Google Shape;2613;p85"/>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2614" name="Google Shape;2614;p85"/>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5" name="Google Shape;2615;p85"/>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6" name="Google Shape;2616;p85"/>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17" name="Google Shape;2617;p85"/>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8" name="Google Shape;2618;p85"/>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19" name="Google Shape;2619;p85"/>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20" name="Google Shape;2620;p85"/>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621" name="Google Shape;2621;p85"/>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622" name="Google Shape;2622;p85"/>
            <p:cNvGrpSpPr/>
            <p:nvPr/>
          </p:nvGrpSpPr>
          <p:grpSpPr>
            <a:xfrm>
              <a:off x="11125917" y="1793656"/>
              <a:ext cx="952541" cy="449700"/>
              <a:chOff x="5812280" y="1793656"/>
              <a:chExt cx="952541" cy="449700"/>
            </a:xfrm>
          </p:grpSpPr>
          <p:sp>
            <p:nvSpPr>
              <p:cNvPr id="2623" name="Google Shape;262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24" name="Google Shape;262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2625" name="Google Shape;2625;p85"/>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626" name="Google Shape;2626;p85"/>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2627" name="Google Shape;2627;p85"/>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2628" name="Google Shape;2628;p85"/>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29" name="Google Shape;2629;p85"/>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2630" name="Google Shape;2630;p85"/>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2631" name="Google Shape;2631;p85"/>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2" name="Google Shape;2632;p85"/>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3" name="Google Shape;2633;p85"/>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2634" name="Google Shape;2634;p85"/>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2635" name="Google Shape;2635;p85"/>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2636" name="Google Shape;2636;p85"/>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37" name="Google Shape;2637;p85"/>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38" name="Google Shape;2638;p85"/>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2639" name="Google Shape;2639;p85"/>
            <p:cNvGrpSpPr/>
            <p:nvPr/>
          </p:nvGrpSpPr>
          <p:grpSpPr>
            <a:xfrm>
              <a:off x="11135442" y="3521656"/>
              <a:ext cx="952541" cy="449700"/>
              <a:chOff x="5812280" y="1793656"/>
              <a:chExt cx="952541" cy="449700"/>
            </a:xfrm>
          </p:grpSpPr>
          <p:sp>
            <p:nvSpPr>
              <p:cNvPr id="2640" name="Google Shape;2640;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1" name="Google Shape;2641;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2642" name="Google Shape;2642;p85"/>
            <p:cNvGrpSpPr/>
            <p:nvPr/>
          </p:nvGrpSpPr>
          <p:grpSpPr>
            <a:xfrm>
              <a:off x="11135442" y="5120481"/>
              <a:ext cx="952541" cy="449700"/>
              <a:chOff x="5812280" y="1793656"/>
              <a:chExt cx="952541" cy="449700"/>
            </a:xfrm>
          </p:grpSpPr>
          <p:sp>
            <p:nvSpPr>
              <p:cNvPr id="2643" name="Google Shape;2643;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4" name="Google Shape;2644;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2645" name="Google Shape;2645;p85"/>
            <p:cNvGrpSpPr/>
            <p:nvPr/>
          </p:nvGrpSpPr>
          <p:grpSpPr>
            <a:xfrm>
              <a:off x="11135442" y="6869256"/>
              <a:ext cx="952541" cy="449700"/>
              <a:chOff x="5812280" y="1793656"/>
              <a:chExt cx="952541" cy="449700"/>
            </a:xfrm>
          </p:grpSpPr>
          <p:sp>
            <p:nvSpPr>
              <p:cNvPr id="2646" name="Google Shape;2646;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47" name="Google Shape;2647;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2648" name="Google Shape;2648;p85"/>
            <p:cNvGrpSpPr/>
            <p:nvPr/>
          </p:nvGrpSpPr>
          <p:grpSpPr>
            <a:xfrm>
              <a:off x="11135442" y="7661443"/>
              <a:ext cx="952541" cy="449700"/>
              <a:chOff x="5812280" y="1793656"/>
              <a:chExt cx="952541" cy="449700"/>
            </a:xfrm>
          </p:grpSpPr>
          <p:sp>
            <p:nvSpPr>
              <p:cNvPr id="2649" name="Google Shape;2649;p85"/>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650" name="Google Shape;2650;p85"/>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2651" name="Google Shape;2651;p85"/>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52" name="Google Shape;2652;p85"/>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2653" name="Google Shape;2653;p85"/>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4" name="Google Shape;2654;p85"/>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2655" name="Google Shape;2655;p85"/>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2656" name="Google Shape;2656;p85"/>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2657" name="Google Shape;2657;p85"/>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58" name="Google Shape;2658;p85"/>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59" name="Google Shape;2659;p85"/>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0" name="Google Shape;2660;p85"/>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2661" name="Google Shape;2661;p85"/>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2662" name="Google Shape;2662;p85"/>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2663" name="Google Shape;2663;p85"/>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2664" name="Google Shape;2664;p85"/>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2665" name="Google Shape;2665;p85"/>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2666" name="Google Shape;2666;p85"/>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67" name="Google Shape;2667;p85"/>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2668" name="Google Shape;2668;p85"/>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69" name="Google Shape;2669;p85"/>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2670" name="Google Shape;2670;p85"/>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1" name="Google Shape;2671;p85"/>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2672" name="Google Shape;2672;p85"/>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3" name="Google Shape;2673;p85"/>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4" name="Google Shape;2674;p85"/>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75" name="Google Shape;2675;p85"/>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6" name="Google Shape;2676;p85"/>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7" name="Google Shape;2677;p85"/>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78" name="Google Shape;2678;p85"/>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2679" name="Google Shape;2679;p85"/>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80" name="Google Shape;2680;p85"/>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2681" name="Google Shape;2681;p85"/>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2682" name="Google Shape;2682;p85"/>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2683" name="Google Shape;2683;p85"/>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2684" name="Google Shape;2684;p85"/>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2685" name="Google Shape;2685;p85"/>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2686" name="Google Shape;2686;p85"/>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2687" name="Google Shape;2687;p85"/>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88" name="Google Shape;2688;p85"/>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2689" name="Google Shape;2689;p85"/>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0" name="Google Shape;2690;p85"/>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2691" name="Google Shape;2691;p85"/>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2" name="Google Shape;2692;p85"/>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2693" name="Google Shape;2693;p85"/>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4" name="Google Shape;2694;p85"/>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5" name="Google Shape;2695;p85"/>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696" name="Google Shape;2696;p85"/>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7" name="Google Shape;2697;p85"/>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8" name="Google Shape;2698;p85"/>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699" name="Google Shape;2699;p85"/>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2700" name="Google Shape;2700;p85"/>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2701" name="Shape 2701"/>
        <p:cNvGrpSpPr/>
        <p:nvPr/>
      </p:nvGrpSpPr>
      <p:grpSpPr>
        <a:xfrm>
          <a:off x="0" y="0"/>
          <a:ext cx="0" cy="0"/>
          <a:chOff x="0" y="0"/>
          <a:chExt cx="0" cy="0"/>
        </a:xfrm>
      </p:grpSpPr>
      <p:sp>
        <p:nvSpPr>
          <p:cNvPr id="2702" name="Google Shape;2702;p86"/>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2703" name="Google Shape;2703;p86"/>
          <p:cNvGrpSpPr/>
          <p:nvPr/>
        </p:nvGrpSpPr>
        <p:grpSpPr>
          <a:xfrm>
            <a:off x="11416650" y="987281"/>
            <a:ext cx="6313200" cy="308305"/>
            <a:chOff x="11238000" y="957895"/>
            <a:chExt cx="6313200" cy="308305"/>
          </a:xfrm>
        </p:grpSpPr>
        <p:sp>
          <p:nvSpPr>
            <p:cNvPr id="2704" name="Google Shape;2704;p86"/>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2705" name="Google Shape;2705;p86"/>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6" name="Google Shape;2706;p86"/>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07" name="Google Shape;2707;p86"/>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8" name="Google Shape;2708;p86"/>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2709" name="Google Shape;2709;p86"/>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2710" name="Google Shape;2710;p86"/>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2711" name="Google Shape;2711;p86"/>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2712" name="Google Shape;2712;p86"/>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2713" name="Google Shape;2713;p86"/>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2714" name="Google Shape;2714;p86"/>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2715" name="Google Shape;2715;p86"/>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2716" name="Google Shape;2716;p86"/>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2717" name="Google Shape;2717;p86"/>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2718" name="Google Shape;2718;p86"/>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2719" name="Google Shape;2719;p86"/>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2720" name="Google Shape;2720;p86"/>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2721" name="Google Shape;2721;p86"/>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2722" name="Google Shape;2722;p86"/>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2723" name="Google Shape;2723;p86"/>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2724" name="Google Shape;2724;p86"/>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2725" name="Google Shape;2725;p86"/>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2726" name="Google Shape;2726;p86"/>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727" name="Google Shape;2727;p86"/>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2728" name="Google Shape;2728;p86"/>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729" name="Google Shape;2729;p86"/>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2730" name="Google Shape;2730;p86"/>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2731" name="Google Shape;2731;p86"/>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2732" name="Google Shape;2732;p86"/>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2733" name="Google Shape;2733;p86"/>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2734" name="Google Shape;2734;p86"/>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35" name="Google Shape;2735;p86"/>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2736" name="Google Shape;2736;p86"/>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2737" name="Google Shape;2737;p86"/>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38" name="Google Shape;2738;p86"/>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739" name="Google Shape;2739;p86"/>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2740" name="Google Shape;2740;p86"/>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2741" name="Google Shape;2741;p86"/>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2742" name="Google Shape;2742;p86"/>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2743" name="Google Shape;2743;p86"/>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4" name="Google Shape;2744;p86"/>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2745" name="Google Shape;2745;p86"/>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2746" name="Google Shape;2746;p86"/>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2747" name="Google Shape;2747;p86"/>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2748" name="Google Shape;2748;p86"/>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2749" name="Google Shape;2749;p86"/>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2750" name="Google Shape;2750;p86"/>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2751" name="Google Shape;2751;p86"/>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2752" name="Google Shape;2752;p86"/>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2753" name="Google Shape;2753;p86"/>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2754" name="Google Shape;2754;p86"/>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2755" name="Google Shape;2755;p86"/>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2756" name="Google Shape;2756;p86"/>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2757" name="Google Shape;2757;p86"/>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2758" name="Google Shape;2758;p86"/>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2759" name="Google Shape;2759;p86"/>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2760" name="Google Shape;2760;p86"/>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2761" name="Google Shape;2761;p86"/>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2762" name="Google Shape;2762;p86"/>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2763" name="Google Shape;2763;p86"/>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4" name="Google Shape;2764;p86"/>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65" name="Google Shape;2765;p86"/>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6" name="Google Shape;2766;p86"/>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67" name="Google Shape;2767;p86"/>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2768" name="Google Shape;2768;p86"/>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69" name="Google Shape;2769;p86"/>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2770" name="Google Shape;2770;p86"/>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71" name="Google Shape;2771;p86"/>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2772" name="Google Shape;2772;p86"/>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3" name="Google Shape;2773;p86"/>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2774" name="Google Shape;2774;p86"/>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5" name="Google Shape;2775;p86"/>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776" name="Google Shape;2776;p86"/>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7" name="Google Shape;2777;p86"/>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2778" name="Google Shape;2778;p86"/>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79" name="Google Shape;2779;p86"/>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0" name="Google Shape;2780;p86"/>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1" name="Google Shape;2781;p86"/>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2782" name="Google Shape;2782;p86"/>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3" name="Google Shape;2783;p86"/>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4" name="Google Shape;2784;p86"/>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5" name="Google Shape;2785;p86"/>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6" name="Google Shape;2786;p86"/>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787" name="Google Shape;2787;p86"/>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2788" name="Google Shape;2788;p86"/>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89" name="Google Shape;2789;p86"/>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0" name="Google Shape;2790;p86"/>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1" name="Google Shape;2791;p86"/>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2" name="Google Shape;2792;p86"/>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3" name="Google Shape;2793;p86"/>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4" name="Google Shape;2794;p86"/>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5" name="Google Shape;2795;p86"/>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6" name="Google Shape;2796;p86"/>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797" name="Google Shape;2797;p86"/>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8" name="Google Shape;2798;p86"/>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799" name="Google Shape;2799;p86"/>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2800" name="Google Shape;2800;p86"/>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1" name="Google Shape;2801;p86"/>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2" name="Google Shape;2802;p86"/>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3" name="Google Shape;2803;p86"/>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2804" name="Google Shape;2804;p86"/>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5" name="Google Shape;2805;p86"/>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2806" name="Google Shape;2806;p86"/>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07" name="Google Shape;2807;p86"/>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8" name="Google Shape;2808;p86"/>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09" name="Google Shape;2809;p86"/>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0" name="Google Shape;2810;p86"/>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1" name="Google Shape;2811;p86"/>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2" name="Google Shape;2812;p86"/>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3" name="Google Shape;2813;p86"/>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4" name="Google Shape;2814;p86"/>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5" name="Google Shape;2815;p86"/>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6" name="Google Shape;2816;p86"/>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17" name="Google Shape;2817;p86"/>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2818" name="Google Shape;2818;p86"/>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2819" name="Google Shape;2819;p86"/>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2820" name="Google Shape;2820;p86"/>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2821" name="Google Shape;2821;p86"/>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822" name="Google Shape;2822;p86"/>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823" name="Google Shape;2823;p86"/>
          <p:cNvGrpSpPr/>
          <p:nvPr/>
        </p:nvGrpSpPr>
        <p:grpSpPr>
          <a:xfrm>
            <a:off x="497950" y="1867456"/>
            <a:ext cx="952566" cy="449700"/>
            <a:chOff x="755108" y="1946374"/>
            <a:chExt cx="1322458" cy="449700"/>
          </a:xfrm>
        </p:grpSpPr>
        <p:sp>
          <p:nvSpPr>
            <p:cNvPr id="2824" name="Google Shape;2824;p86"/>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25" name="Google Shape;2825;p86"/>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2826" name="Google Shape;2826;p86"/>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827" name="Google Shape;2827;p86"/>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2828" name="Google Shape;2828;p86"/>
          <p:cNvGrpSpPr/>
          <p:nvPr/>
        </p:nvGrpSpPr>
        <p:grpSpPr>
          <a:xfrm>
            <a:off x="497991" y="7043359"/>
            <a:ext cx="952525" cy="449700"/>
            <a:chOff x="755165" y="1951713"/>
            <a:chExt cx="1322400" cy="449700"/>
          </a:xfrm>
        </p:grpSpPr>
        <p:sp>
          <p:nvSpPr>
            <p:cNvPr id="2829" name="Google Shape;2829;p86"/>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30" name="Google Shape;2830;p86"/>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2831" name="Google Shape;2831;p86"/>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2832" name="Google Shape;2832;p86"/>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2833" name="Google Shape;2833;p86"/>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2834" name="Google Shape;2834;p86"/>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2835" name="Google Shape;2835;p86"/>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6" name="Google Shape;2836;p86"/>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2837" name="Google Shape;2837;p86"/>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2838" name="Google Shape;2838;p86"/>
          <p:cNvGrpSpPr/>
          <p:nvPr/>
        </p:nvGrpSpPr>
        <p:grpSpPr>
          <a:xfrm>
            <a:off x="497991" y="9571870"/>
            <a:ext cx="952525" cy="449700"/>
            <a:chOff x="755165" y="1979727"/>
            <a:chExt cx="1322400" cy="449700"/>
          </a:xfrm>
        </p:grpSpPr>
        <p:sp>
          <p:nvSpPr>
            <p:cNvPr id="2839" name="Google Shape;2839;p86"/>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840" name="Google Shape;2840;p86"/>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2841" name="Google Shape;2841;p86"/>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2842" name="Google Shape;2842;p86"/>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2843" name="Google Shape;2843;p86"/>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2844" name="Google Shape;2844;p86"/>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2845" name="Google Shape;2845;p86"/>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2846" name="Google Shape;2846;p86"/>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2847" name="Google Shape;2847;p86"/>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2848" name="Google Shape;2848;p86"/>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2849" name="Google Shape;2849;p86"/>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2850" name="Google Shape;2850;p86"/>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2851" name="Google Shape;2851;p86"/>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2852" name="Google Shape;2852;p86"/>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2853" name="Google Shape;2853;p86"/>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2854" name="Google Shape;2854;p86"/>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2855" name="Google Shape;2855;p86"/>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2856" name="Google Shape;2856;p86"/>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57" name="Google Shape;2857;p86"/>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2858" name="Google Shape;2858;p86"/>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59" name="Google Shape;2859;p86"/>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2860" name="Google Shape;2860;p86"/>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61" name="Google Shape;2861;p86"/>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62" name="Google Shape;2862;p86"/>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2863" name="Google Shape;2863;p86"/>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2864" name="Google Shape;2864;p86"/>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65" name="Google Shape;2865;p86"/>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2866" name="Google Shape;2866;p86"/>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2867" name="Google Shape;2867;p86"/>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2868" name="Google Shape;2868;p86"/>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2869" name="Google Shape;2869;p86"/>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2870" name="Google Shape;2870;p86"/>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2871" name="Google Shape;2871;p86"/>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2872" name="Google Shape;2872;p86"/>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2873" name="Google Shape;2873;p86"/>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2874" name="Google Shape;2874;p86"/>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2875" name="Google Shape;2875;p86"/>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2876" name="Google Shape;2876;p86"/>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2877" name="Google Shape;2877;p86"/>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2878" name="Google Shape;2878;p86"/>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2879" name="Google Shape;2879;p86"/>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2880" name="Google Shape;2880;p86"/>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2881" name="Google Shape;2881;p86"/>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2882" name="Google Shape;2882;p86"/>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2883" name="Google Shape;2883;p86"/>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2884" name="Google Shape;2884;p86"/>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2885" name="Google Shape;2885;p86"/>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2886" name="Google Shape;2886;p86"/>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2887" name="Google Shape;2887;p86"/>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2888" name="Google Shape;2888;p86"/>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89" name="Google Shape;2889;p86"/>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2890" name="Google Shape;2890;p86"/>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1" name="Google Shape;2891;p86"/>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2892" name="Google Shape;2892;p86"/>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893" name="Google Shape;2893;p86"/>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4" name="Google Shape;2894;p86"/>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895" name="Google Shape;2895;p86"/>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2896" name="Google Shape;2896;p86"/>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2897" name="Google Shape;2897;p86"/>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898" name="Google Shape;2898;p86"/>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2899" name="Google Shape;2899;p86"/>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2900" name="Google Shape;2900;p86"/>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2901" name="Google Shape;2901;p86"/>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2902" name="Google Shape;2902;p86"/>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2903" name="Google Shape;2903;p86"/>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2904" name="Google Shape;2904;p86"/>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2905" name="Google Shape;2905;p86"/>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6" name="Google Shape;2906;p86"/>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07" name="Google Shape;2907;p86"/>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8" name="Google Shape;2908;p86"/>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09" name="Google Shape;2909;p86"/>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0" name="Google Shape;2910;p86"/>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1" name="Google Shape;2911;p86"/>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2" name="Google Shape;2912;p86"/>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3" name="Google Shape;2913;p86"/>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4" name="Google Shape;2914;p86"/>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5" name="Google Shape;2915;p86"/>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6" name="Google Shape;2916;p86"/>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17" name="Google Shape;2917;p86"/>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18" name="Google Shape;2918;p86"/>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19" name="Google Shape;2919;p86"/>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2920" name="Google Shape;2920;p86"/>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2921" name="Google Shape;2921;p86"/>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2" name="Google Shape;2922;p86"/>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3" name="Google Shape;2923;p86"/>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4" name="Google Shape;2924;p86"/>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2925" name="Google Shape;2925;p86"/>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6" name="Google Shape;2926;p86"/>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7" name="Google Shape;2927;p86"/>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8" name="Google Shape;2928;p86"/>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29" name="Google Shape;2929;p86"/>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0" name="Google Shape;2930;p86"/>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1" name="Google Shape;2931;p86"/>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2" name="Google Shape;2932;p86"/>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3" name="Google Shape;2933;p86"/>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4" name="Google Shape;2934;p86"/>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5" name="Google Shape;2935;p86"/>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6" name="Google Shape;2936;p86"/>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7" name="Google Shape;2937;p86"/>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8" name="Google Shape;2938;p86"/>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39" name="Google Shape;2939;p86"/>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0" name="Google Shape;2940;p86"/>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1" name="Google Shape;2941;p86"/>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2" name="Google Shape;2942;p86"/>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3" name="Google Shape;2943;p86"/>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4" name="Google Shape;2944;p86"/>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5" name="Google Shape;2945;p86"/>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6" name="Google Shape;2946;p86"/>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7" name="Google Shape;2947;p86"/>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8" name="Google Shape;2948;p86"/>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49" name="Google Shape;2949;p86"/>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0" name="Google Shape;2950;p86"/>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1" name="Google Shape;2951;p86"/>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2" name="Google Shape;2952;p86"/>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3" name="Google Shape;2953;p86"/>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4" name="Google Shape;2954;p86"/>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5" name="Google Shape;2955;p86"/>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6" name="Google Shape;2956;p86"/>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7" name="Google Shape;2957;p86"/>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8" name="Google Shape;2958;p86"/>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2959" name="Google Shape;2959;p86"/>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2960" name="Google Shape;2960;p86"/>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2961" name="Google Shape;2961;p86"/>
          <p:cNvGrpSpPr/>
          <p:nvPr/>
        </p:nvGrpSpPr>
        <p:grpSpPr>
          <a:xfrm>
            <a:off x="4741973" y="1867456"/>
            <a:ext cx="952525" cy="449700"/>
            <a:chOff x="755165" y="1938890"/>
            <a:chExt cx="1322400" cy="449700"/>
          </a:xfrm>
        </p:grpSpPr>
        <p:sp>
          <p:nvSpPr>
            <p:cNvPr id="2962" name="Google Shape;2962;p86"/>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3" name="Google Shape;2963;p86"/>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2964" name="Google Shape;2964;p86"/>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2965" name="Google Shape;2965;p86"/>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2966" name="Google Shape;2966;p86"/>
          <p:cNvGrpSpPr/>
          <p:nvPr/>
        </p:nvGrpSpPr>
        <p:grpSpPr>
          <a:xfrm>
            <a:off x="4741973" y="6193420"/>
            <a:ext cx="952525" cy="449700"/>
            <a:chOff x="755165" y="1866174"/>
            <a:chExt cx="1322400" cy="449700"/>
          </a:xfrm>
        </p:grpSpPr>
        <p:sp>
          <p:nvSpPr>
            <p:cNvPr id="2967" name="Google Shape;2967;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68" name="Google Shape;2968;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2969" name="Google Shape;2969;p86"/>
          <p:cNvGrpSpPr/>
          <p:nvPr/>
        </p:nvGrpSpPr>
        <p:grpSpPr>
          <a:xfrm>
            <a:off x="4741973" y="9230466"/>
            <a:ext cx="952525" cy="449700"/>
            <a:chOff x="755165" y="1886345"/>
            <a:chExt cx="1322400" cy="449700"/>
          </a:xfrm>
        </p:grpSpPr>
        <p:sp>
          <p:nvSpPr>
            <p:cNvPr id="2970" name="Google Shape;2970;p86"/>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2971" name="Google Shape;2971;p86"/>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2972" name="Google Shape;2972;p86"/>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2973" name="Google Shape;2973;p86"/>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2974" name="Google Shape;2974;p86"/>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2975" name="Google Shape;2975;p86"/>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2976" name="Google Shape;2976;p86"/>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2977" name="Google Shape;2977;p86"/>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2978" name="Google Shape;2978;p86"/>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2979" name="Google Shape;2979;p86"/>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2980" name="Google Shape;2980;p86"/>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2981" name="Google Shape;2981;p86"/>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2982" name="Google Shape;2982;p86"/>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2983" name="Google Shape;2983;p86"/>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2984" name="Google Shape;2984;p86"/>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2985" name="Google Shape;2985;p86"/>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2986" name="Google Shape;2986;p86"/>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87" name="Google Shape;2987;p86"/>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88" name="Google Shape;2988;p86"/>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89" name="Google Shape;2989;p86"/>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2990" name="Google Shape;2990;p86"/>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2991" name="Google Shape;2991;p86"/>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2992" name="Google Shape;2992;p86"/>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3" name="Google Shape;2993;p86"/>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2994" name="Google Shape;2994;p86"/>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2995" name="Google Shape;2995;p86"/>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2996" name="Google Shape;2996;p86"/>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2997" name="Google Shape;2997;p86"/>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2998" name="Google Shape;2998;p86"/>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2999" name="Google Shape;2999;p86"/>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3000" name="Google Shape;3000;p86"/>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3001" name="Google Shape;3001;p86"/>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3002" name="Google Shape;3002;p86"/>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03" name="Google Shape;3003;p86"/>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3004" name="Google Shape;3004;p86"/>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3005" name="Google Shape;3005;p86"/>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3006" name="Google Shape;3006;p86"/>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3007" name="Google Shape;3007;p86"/>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3008" name="Google Shape;3008;p86"/>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3009" name="Google Shape;3009;p86"/>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3010" name="Google Shape;3010;p86"/>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3011" name="Google Shape;3011;p86"/>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3012" name="Google Shape;3012;p86"/>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13" name="Google Shape;3013;p86"/>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3014" name="Google Shape;3014;p86"/>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3015" name="Google Shape;3015;p86"/>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3016" name="Google Shape;3016;p86"/>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3017" name="Google Shape;3017;p86"/>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3018" name="Google Shape;3018;p86"/>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3019" name="Google Shape;3019;p86"/>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3020" name="Google Shape;3020;p86"/>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3021" name="Google Shape;3021;p86"/>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3022" name="Google Shape;3022;p86"/>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3023" name="Google Shape;3023;p86"/>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3024" name="Google Shape;3024;p86"/>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3025" name="Google Shape;3025;p86"/>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3026" name="Google Shape;3026;p86"/>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3027" name="Google Shape;3027;p86"/>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3028" name="Google Shape;3028;p86"/>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3029" name="Google Shape;3029;p86"/>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3030" name="Google Shape;3030;p86"/>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3031" name="Google Shape;3031;p86"/>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3032" name="Google Shape;3032;p86"/>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3033" name="Google Shape;3033;p86"/>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3034" name="Google Shape;3034;p86"/>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3035" name="Google Shape;3035;p86"/>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3036" name="Google Shape;3036;p86"/>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7" name="Google Shape;3037;p86"/>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8" name="Google Shape;3038;p86"/>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39" name="Google Shape;3039;p86"/>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40" name="Google Shape;3040;p86"/>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1" name="Google Shape;3041;p86"/>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2" name="Google Shape;3042;p86"/>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3" name="Google Shape;3043;p86"/>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4" name="Google Shape;3044;p86"/>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5" name="Google Shape;3045;p86"/>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6" name="Google Shape;3046;p86"/>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7" name="Google Shape;3047;p86"/>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8" name="Google Shape;3048;p86"/>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49" name="Google Shape;3049;p86"/>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0" name="Google Shape;3050;p86"/>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1" name="Google Shape;3051;p86"/>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2" name="Google Shape;3052;p86"/>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3" name="Google Shape;3053;p86"/>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4" name="Google Shape;3054;p86"/>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5" name="Google Shape;3055;p86"/>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6" name="Google Shape;3056;p86"/>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7" name="Google Shape;3057;p86"/>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8" name="Google Shape;3058;p86"/>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59" name="Google Shape;3059;p86"/>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0" name="Google Shape;3060;p86"/>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1" name="Google Shape;3061;p86"/>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2" name="Google Shape;3062;p86"/>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3" name="Google Shape;3063;p86"/>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4" name="Google Shape;3064;p86"/>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5" name="Google Shape;3065;p86"/>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6" name="Google Shape;3066;p86"/>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7" name="Google Shape;3067;p86"/>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8" name="Google Shape;3068;p86"/>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69" name="Google Shape;3069;p86"/>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0" name="Google Shape;3070;p86"/>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1" name="Google Shape;3071;p86"/>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2" name="Google Shape;3072;p86"/>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3" name="Google Shape;3073;p86"/>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4" name="Google Shape;3074;p86"/>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5" name="Google Shape;3075;p86"/>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6" name="Google Shape;3076;p86"/>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77" name="Google Shape;3077;p86"/>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8" name="Google Shape;3078;p86"/>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79" name="Google Shape;3079;p86"/>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0" name="Google Shape;3080;p86"/>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1" name="Google Shape;3081;p86"/>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2" name="Google Shape;3082;p86"/>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3" name="Google Shape;3083;p86"/>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4" name="Google Shape;3084;p86"/>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5" name="Google Shape;3085;p86"/>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6" name="Google Shape;3086;p86"/>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7" name="Google Shape;3087;p86"/>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88" name="Google Shape;3088;p86"/>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3089" name="Google Shape;3089;p86"/>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0" name="Google Shape;3090;p86"/>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1" name="Google Shape;3091;p86"/>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092" name="Google Shape;3092;p86"/>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3" name="Google Shape;3093;p86"/>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4" name="Google Shape;3094;p86"/>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5" name="Google Shape;3095;p86"/>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6" name="Google Shape;3096;p86"/>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3097" name="Google Shape;3097;p86"/>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098" name="Google Shape;3098;p86"/>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099" name="Google Shape;3099;p86"/>
          <p:cNvGrpSpPr/>
          <p:nvPr/>
        </p:nvGrpSpPr>
        <p:grpSpPr>
          <a:xfrm>
            <a:off x="8994853" y="1867456"/>
            <a:ext cx="952525" cy="449700"/>
            <a:chOff x="755165" y="1905021"/>
            <a:chExt cx="1322400" cy="449700"/>
          </a:xfrm>
        </p:grpSpPr>
        <p:sp>
          <p:nvSpPr>
            <p:cNvPr id="3100" name="Google Shape;3100;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1" name="Google Shape;3101;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3102" name="Google Shape;3102;p86"/>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103" name="Google Shape;3103;p86"/>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104" name="Google Shape;3104;p86"/>
          <p:cNvGrpSpPr/>
          <p:nvPr/>
        </p:nvGrpSpPr>
        <p:grpSpPr>
          <a:xfrm>
            <a:off x="8994853" y="7223868"/>
            <a:ext cx="952525" cy="449700"/>
            <a:chOff x="755165" y="1866174"/>
            <a:chExt cx="1322400" cy="449700"/>
          </a:xfrm>
        </p:grpSpPr>
        <p:sp>
          <p:nvSpPr>
            <p:cNvPr id="3105" name="Google Shape;3105;p86"/>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106" name="Google Shape;3106;p86"/>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107" name="Google Shape;3107;p86"/>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08" name="Google Shape;3108;p86"/>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3109" name="Google Shape;3109;p86"/>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3110" name="Google Shape;3110;p86"/>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1" name="Google Shape;3111;p86"/>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3112" name="Google Shape;3112;p86"/>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3113" name="Google Shape;3113;p86"/>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3114" name="Google Shape;3114;p86"/>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3115" name="Google Shape;3115;p86"/>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3116" name="Google Shape;3116;p86"/>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3117" name="Google Shape;3117;p86"/>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18" name="Google Shape;3118;p86"/>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3119" name="Google Shape;3119;p86"/>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3120" name="Google Shape;3120;p86"/>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3121" name="Google Shape;3121;p86"/>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3122" name="Google Shape;3122;p86"/>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3123" name="Google Shape;3123;p86"/>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3124" name="Google Shape;3124;p86"/>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3125" name="Google Shape;3125;p86"/>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3126" name="Google Shape;3126;p86"/>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3127" name="Google Shape;3127;p86"/>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3128" name="Google Shape;3128;p86"/>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3129" name="Google Shape;3129;p86"/>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130" name="Google Shape;3130;p86"/>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3131" name="Google Shape;3131;p86"/>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3132" name="Google Shape;3132;p86"/>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3133" name="Google Shape;3133;p86"/>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3134" name="Google Shape;3134;p86"/>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3135" name="Google Shape;3135;p86"/>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3136" name="Google Shape;3136;p86"/>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3137" name="Google Shape;3137;p86"/>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138" name="Google Shape;3138;p86"/>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3139" name="Google Shape;3139;p86"/>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140" name="Google Shape;3140;p86"/>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1" name="Google Shape;3141;p86"/>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142" name="Google Shape;3142;p86"/>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3" name="Google Shape;3143;p86"/>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3144" name="Google Shape;3144;p86"/>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5" name="Google Shape;3145;p86"/>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146" name="Google Shape;3146;p86"/>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7" name="Google Shape;3147;p86"/>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3148" name="Google Shape;3148;p86"/>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49" name="Google Shape;3149;p86"/>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3150" name="Google Shape;3150;p86"/>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1" name="Google Shape;3151;p86"/>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3152" name="Google Shape;3152;p86"/>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3" name="Google Shape;3153;p86"/>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3154" name="Google Shape;3154;p86"/>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5" name="Google Shape;3155;p86"/>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3156" name="Google Shape;3156;p86"/>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7" name="Google Shape;3157;p86"/>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158" name="Google Shape;3158;p86"/>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59" name="Google Shape;3159;p86"/>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60" name="Google Shape;3160;p86"/>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1" name="Google Shape;3161;p86"/>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3162" name="Google Shape;3162;p86"/>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3" name="Google Shape;3163;p86"/>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164" name="Google Shape;3164;p86"/>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5" name="Google Shape;3165;p86"/>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3166" name="Google Shape;3166;p86"/>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7" name="Google Shape;3167;p86"/>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168" name="Google Shape;3168;p86"/>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69" name="Google Shape;3169;p86"/>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0" name="Google Shape;3170;p86"/>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171" name="Google Shape;3171;p86"/>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2" name="Google Shape;3172;p86"/>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3" name="Google Shape;3173;p86"/>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3174" name="Google Shape;3174;p86"/>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5" name="Google Shape;3175;p86"/>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6" name="Google Shape;3176;p86"/>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177" name="Google Shape;3177;p86"/>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78" name="Google Shape;3178;p86"/>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79" name="Google Shape;3179;p86"/>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3180" name="Google Shape;3180;p86"/>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1" name="Google Shape;3181;p86"/>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2" name="Google Shape;3182;p86"/>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3183" name="Google Shape;3183;p86"/>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4" name="Google Shape;3184;p86"/>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5" name="Google Shape;3185;p86"/>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3186" name="Google Shape;3186;p86"/>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87" name="Google Shape;3187;p86"/>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188" name="Google Shape;3188;p86"/>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89" name="Google Shape;3189;p86"/>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0" name="Google Shape;3190;p86"/>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191" name="Google Shape;3191;p86"/>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3192" name="Google Shape;3192;p86"/>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193" name="Google Shape;3193;p86"/>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3194" name="Google Shape;3194;p86"/>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3195" name="Google Shape;3195;p86"/>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3196" name="Google Shape;3196;p86"/>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3197" name="Google Shape;3197;p86"/>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3198" name="Google Shape;3198;p86"/>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3199" name="Google Shape;3199;p86"/>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3200" name="Google Shape;3200;p86"/>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01" name="Google Shape;3201;p86"/>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02" name="Google Shape;3202;p86"/>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03" name="Google Shape;3203;p86"/>
          <p:cNvGrpSpPr/>
          <p:nvPr/>
        </p:nvGrpSpPr>
        <p:grpSpPr>
          <a:xfrm>
            <a:off x="13258005" y="1867456"/>
            <a:ext cx="952525" cy="449700"/>
            <a:chOff x="755165" y="1905021"/>
            <a:chExt cx="1322400" cy="449700"/>
          </a:xfrm>
        </p:grpSpPr>
        <p:sp>
          <p:nvSpPr>
            <p:cNvPr id="3204" name="Google Shape;3204;p86"/>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05" name="Google Shape;3205;p86"/>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3206" name="Google Shape;3206;p86"/>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07" name="Google Shape;3207;p86"/>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208" name="Google Shape;3208;p86"/>
          <p:cNvGrpSpPr/>
          <p:nvPr/>
        </p:nvGrpSpPr>
        <p:grpSpPr>
          <a:xfrm>
            <a:off x="13258005" y="3001220"/>
            <a:ext cx="952525" cy="449700"/>
            <a:chOff x="755165" y="1856649"/>
            <a:chExt cx="1322400" cy="449700"/>
          </a:xfrm>
        </p:grpSpPr>
        <p:sp>
          <p:nvSpPr>
            <p:cNvPr id="3209" name="Google Shape;3209;p86"/>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10" name="Google Shape;3210;p86"/>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3211" name="Shape 3211"/>
        <p:cNvGrpSpPr/>
        <p:nvPr/>
      </p:nvGrpSpPr>
      <p:grpSpPr>
        <a:xfrm>
          <a:off x="0" y="0"/>
          <a:ext cx="0" cy="0"/>
          <a:chOff x="0" y="0"/>
          <a:chExt cx="0" cy="0"/>
        </a:xfrm>
      </p:grpSpPr>
      <p:sp>
        <p:nvSpPr>
          <p:cNvPr id="3212" name="Google Shape;3212;p87"/>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3213" name="Google Shape;3213;p87"/>
          <p:cNvGrpSpPr/>
          <p:nvPr/>
        </p:nvGrpSpPr>
        <p:grpSpPr>
          <a:xfrm>
            <a:off x="5987400" y="703350"/>
            <a:ext cx="6313200" cy="307800"/>
            <a:chOff x="22663550" y="1349273"/>
            <a:chExt cx="6313200" cy="307800"/>
          </a:xfrm>
        </p:grpSpPr>
        <p:grpSp>
          <p:nvGrpSpPr>
            <p:cNvPr id="3214" name="Google Shape;3214;p87"/>
            <p:cNvGrpSpPr/>
            <p:nvPr/>
          </p:nvGrpSpPr>
          <p:grpSpPr>
            <a:xfrm>
              <a:off x="22663550" y="1349273"/>
              <a:ext cx="6313200" cy="307800"/>
              <a:chOff x="11238000" y="958400"/>
              <a:chExt cx="6313200" cy="307800"/>
            </a:xfrm>
          </p:grpSpPr>
          <p:sp>
            <p:nvSpPr>
              <p:cNvPr id="3215" name="Google Shape;3215;p87"/>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3216" name="Google Shape;3216;p87"/>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7" name="Google Shape;3217;p87"/>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18" name="Google Shape;3218;p87"/>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19" name="Google Shape;3219;p87"/>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3220" name="Google Shape;3220;p87"/>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3221" name="Google Shape;3221;p87"/>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3222" name="Google Shape;3222;p87"/>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3223" name="Google Shape;3223;p87"/>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3224" name="Google Shape;3224;p87"/>
          <p:cNvGrpSpPr/>
          <p:nvPr/>
        </p:nvGrpSpPr>
        <p:grpSpPr>
          <a:xfrm>
            <a:off x="1451611" y="1113234"/>
            <a:ext cx="5688463" cy="8985603"/>
            <a:chOff x="800611" y="1189434"/>
            <a:chExt cx="5688463" cy="8985603"/>
          </a:xfrm>
        </p:grpSpPr>
        <p:sp>
          <p:nvSpPr>
            <p:cNvPr id="3225" name="Google Shape;3225;p87"/>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3226" name="Google Shape;3226;p87"/>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3227" name="Google Shape;3227;p87"/>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3228" name="Google Shape;3228;p87"/>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3229" name="Google Shape;3229;p87"/>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3230" name="Google Shape;3230;p87"/>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3231" name="Google Shape;3231;p87"/>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3232" name="Google Shape;3232;p87"/>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3233" name="Google Shape;3233;p87"/>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3234" name="Google Shape;3234;p87"/>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3235" name="Google Shape;3235;p87"/>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3236" name="Google Shape;3236;p87"/>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3237" name="Google Shape;3237;p87"/>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3238" name="Google Shape;3238;p87"/>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3239" name="Google Shape;3239;p87"/>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3240" name="Google Shape;3240;p87"/>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3241" name="Google Shape;3241;p87"/>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3242" name="Google Shape;3242;p87"/>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43" name="Google Shape;3243;p87"/>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3244" name="Google Shape;3244;p87"/>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3245" name="Google Shape;3245;p87"/>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246" name="Google Shape;3246;p87"/>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247" name="Google Shape;3247;p87"/>
            <p:cNvGrpSpPr/>
            <p:nvPr/>
          </p:nvGrpSpPr>
          <p:grpSpPr>
            <a:xfrm>
              <a:off x="820222" y="1412656"/>
              <a:ext cx="952541" cy="449700"/>
              <a:chOff x="5812280" y="1793656"/>
              <a:chExt cx="952541" cy="449700"/>
            </a:xfrm>
          </p:grpSpPr>
          <p:sp>
            <p:nvSpPr>
              <p:cNvPr id="3248" name="Google Shape;3248;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49" name="Google Shape;3249;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3250" name="Google Shape;3250;p87"/>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251" name="Google Shape;3251;p87"/>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252" name="Google Shape;3252;p87"/>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3253" name="Google Shape;3253;p87"/>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3254" name="Google Shape;3254;p87"/>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3255" name="Google Shape;3255;p87"/>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3256" name="Google Shape;3256;p87"/>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3257" name="Google Shape;3257;p87"/>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58" name="Google Shape;3258;p87"/>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59" name="Google Shape;3259;p87"/>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0" name="Google Shape;3260;p87"/>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1" name="Google Shape;3261;p87"/>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3262" name="Google Shape;3262;p87"/>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3" name="Google Shape;3263;p87"/>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3264" name="Google Shape;3264;p87"/>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3265" name="Google Shape;3265;p87"/>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3266" name="Google Shape;3266;p87"/>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3267" name="Google Shape;3267;p87"/>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68" name="Google Shape;3268;p87"/>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69" name="Google Shape;3269;p87"/>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0" name="Google Shape;3270;p87"/>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1" name="Google Shape;3271;p87"/>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3272" name="Google Shape;3272;p87"/>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3273" name="Google Shape;3273;p87"/>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3274" name="Google Shape;3274;p87"/>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3275" name="Google Shape;3275;p87"/>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3276" name="Google Shape;3276;p87"/>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7" name="Google Shape;3277;p87"/>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78" name="Google Shape;3278;p87"/>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79" name="Google Shape;3279;p87"/>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280" name="Google Shape;3280;p87"/>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281" name="Google Shape;3281;p87"/>
            <p:cNvGrpSpPr/>
            <p:nvPr/>
          </p:nvGrpSpPr>
          <p:grpSpPr>
            <a:xfrm>
              <a:off x="820222" y="4022796"/>
              <a:ext cx="952541" cy="449700"/>
              <a:chOff x="5812280" y="1793656"/>
              <a:chExt cx="952541" cy="449700"/>
            </a:xfrm>
          </p:grpSpPr>
          <p:sp>
            <p:nvSpPr>
              <p:cNvPr id="3282" name="Google Shape;328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3" name="Google Shape;328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3284" name="Google Shape;3284;p87"/>
            <p:cNvGrpSpPr/>
            <p:nvPr/>
          </p:nvGrpSpPr>
          <p:grpSpPr>
            <a:xfrm>
              <a:off x="820222" y="8394540"/>
              <a:ext cx="952541" cy="449700"/>
              <a:chOff x="5812280" y="1793656"/>
              <a:chExt cx="952541" cy="449700"/>
            </a:xfrm>
          </p:grpSpPr>
          <p:sp>
            <p:nvSpPr>
              <p:cNvPr id="3285" name="Google Shape;3285;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286" name="Google Shape;3286;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3287" name="Google Shape;3287;p87"/>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3288" name="Google Shape;3288;p87"/>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89" name="Google Shape;3289;p87"/>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3290" name="Google Shape;3290;p87"/>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3291" name="Google Shape;3291;p87"/>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3292" name="Google Shape;3292;p87"/>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3293" name="Google Shape;3293;p87"/>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294" name="Google Shape;3294;p87"/>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3295" name="Google Shape;3295;p87"/>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3296" name="Google Shape;3296;p87"/>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3297" name="Google Shape;3297;p87"/>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3298" name="Google Shape;3298;p87"/>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299" name="Google Shape;3299;p87"/>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3300" name="Google Shape;3300;p87"/>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1" name="Google Shape;3301;p87"/>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02" name="Google Shape;3302;p87"/>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3" name="Google Shape;3303;p87"/>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4" name="Google Shape;3304;p87"/>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05" name="Google Shape;3305;p87"/>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3306" name="Google Shape;3306;p87"/>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3307" name="Google Shape;3307;p87"/>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3308" name="Google Shape;3308;p87"/>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3309" name="Google Shape;3309;p87"/>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3310" name="Google Shape;3310;p87"/>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1" name="Google Shape;3311;p87"/>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2" name="Google Shape;3312;p87"/>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3" name="Google Shape;3313;p87"/>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4" name="Google Shape;3314;p87"/>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15" name="Google Shape;3315;p87"/>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3316" name="Google Shape;3316;p87"/>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17" name="Google Shape;3317;p87"/>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3318" name="Google Shape;3318;p87"/>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19" name="Google Shape;3319;p87"/>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3320" name="Google Shape;3320;p87"/>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1" name="Google Shape;3321;p87"/>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2" name="Google Shape;3322;p87"/>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3" name="Google Shape;3323;p87"/>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3324" name="Google Shape;3324;p87"/>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325" name="Google Shape;3325;p87"/>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3326" name="Google Shape;3326;p87"/>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27" name="Google Shape;3327;p87"/>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8" name="Google Shape;3328;p87"/>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29" name="Google Shape;3329;p87"/>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3330" name="Google Shape;3330;p87"/>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3331" name="Google Shape;3331;p87"/>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3332" name="Google Shape;3332;p87"/>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3333" name="Google Shape;3333;p87"/>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4" name="Google Shape;3334;p87"/>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35" name="Google Shape;3335;p87"/>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6" name="Google Shape;3336;p87"/>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37" name="Google Shape;3337;p87"/>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3338" name="Google Shape;3338;p87"/>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39" name="Google Shape;3339;p87"/>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0" name="Google Shape;3340;p87"/>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341" name="Google Shape;3341;p87"/>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3342" name="Google Shape;3342;p87"/>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3" name="Google Shape;3343;p87"/>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44" name="Google Shape;3344;p87"/>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5" name="Google Shape;3345;p87"/>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6" name="Google Shape;3346;p87"/>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47" name="Google Shape;3347;p87"/>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3348" name="Google Shape;3348;p87"/>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3349" name="Google Shape;3349;p87"/>
          <p:cNvGrpSpPr/>
          <p:nvPr/>
        </p:nvGrpSpPr>
        <p:grpSpPr>
          <a:xfrm>
            <a:off x="7008236" y="1113234"/>
            <a:ext cx="5884964" cy="9158403"/>
            <a:chOff x="6814436" y="1418034"/>
            <a:chExt cx="5884964" cy="9158403"/>
          </a:xfrm>
        </p:grpSpPr>
        <p:sp>
          <p:nvSpPr>
            <p:cNvPr id="3350" name="Google Shape;3350;p87"/>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3351" name="Google Shape;3351;p87"/>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2" name="Google Shape;3352;p87"/>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3353" name="Google Shape;3353;p87"/>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354" name="Google Shape;3354;p87"/>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3355" name="Google Shape;3355;p87"/>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3356" name="Google Shape;3356;p87"/>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3357" name="Google Shape;3357;p87"/>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3358" name="Google Shape;3358;p87"/>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3359" name="Google Shape;3359;p87"/>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3360" name="Google Shape;3360;p87"/>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3361" name="Google Shape;3361;p87"/>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3362" name="Google Shape;3362;p87"/>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3363" name="Google Shape;3363;p87"/>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3364" name="Google Shape;3364;p87"/>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3365" name="Google Shape;3365;p87"/>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66" name="Google Shape;3366;p87"/>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367" name="Google Shape;3367;p87"/>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368" name="Google Shape;3368;p87"/>
            <p:cNvGrpSpPr/>
            <p:nvPr/>
          </p:nvGrpSpPr>
          <p:grpSpPr>
            <a:xfrm>
              <a:off x="6834047" y="1641256"/>
              <a:ext cx="952541" cy="449700"/>
              <a:chOff x="5812280" y="1793656"/>
              <a:chExt cx="952541" cy="449700"/>
            </a:xfrm>
          </p:grpSpPr>
          <p:sp>
            <p:nvSpPr>
              <p:cNvPr id="3369" name="Google Shape;3369;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70" name="Google Shape;3370;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3371" name="Google Shape;3371;p87"/>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372" name="Google Shape;3372;p87"/>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3373" name="Google Shape;3373;p87"/>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3374" name="Google Shape;3374;p87"/>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3375" name="Google Shape;3375;p87"/>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3376" name="Google Shape;3376;p87"/>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3377" name="Google Shape;3377;p87"/>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3378" name="Google Shape;3378;p87"/>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79" name="Google Shape;3379;p87"/>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80" name="Google Shape;3380;p87"/>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1" name="Google Shape;3381;p87"/>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82" name="Google Shape;3382;p87"/>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3383" name="Google Shape;3383;p87"/>
            <p:cNvGrpSpPr/>
            <p:nvPr/>
          </p:nvGrpSpPr>
          <p:grpSpPr>
            <a:xfrm>
              <a:off x="6834047" y="3337659"/>
              <a:ext cx="952541" cy="449700"/>
              <a:chOff x="5812280" y="1793656"/>
              <a:chExt cx="952541" cy="449700"/>
            </a:xfrm>
          </p:grpSpPr>
          <p:sp>
            <p:nvSpPr>
              <p:cNvPr id="3384" name="Google Shape;3384;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5" name="Google Shape;3385;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3386" name="Google Shape;3386;p87"/>
            <p:cNvGrpSpPr/>
            <p:nvPr/>
          </p:nvGrpSpPr>
          <p:grpSpPr>
            <a:xfrm>
              <a:off x="6834047" y="8972002"/>
              <a:ext cx="952541" cy="449700"/>
              <a:chOff x="5812280" y="1793656"/>
              <a:chExt cx="952541" cy="449700"/>
            </a:xfrm>
          </p:grpSpPr>
          <p:sp>
            <p:nvSpPr>
              <p:cNvPr id="3387" name="Google Shape;338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388" name="Google Shape;338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389" name="Google Shape;3389;p87"/>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3390" name="Google Shape;3390;p87"/>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3391" name="Google Shape;3391;p87"/>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3392" name="Google Shape;3392;p87"/>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3393" name="Google Shape;3393;p87"/>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3394" name="Google Shape;3394;p87"/>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5" name="Google Shape;3395;p87"/>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396" name="Google Shape;3396;p87"/>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7" name="Google Shape;3397;p87"/>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8" name="Google Shape;3398;p87"/>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399" name="Google Shape;3399;p87"/>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3400" name="Google Shape;3400;p87"/>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3401" name="Google Shape;3401;p87"/>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3402" name="Google Shape;3402;p87"/>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3" name="Google Shape;3403;p87"/>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4" name="Google Shape;3404;p87"/>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3405" name="Google Shape;3405;p87"/>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6" name="Google Shape;3406;p87"/>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07" name="Google Shape;3407;p87"/>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08" name="Google Shape;3408;p87"/>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3409" name="Google Shape;3409;p87"/>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3410" name="Google Shape;3410;p87"/>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3411" name="Google Shape;3411;p87"/>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2" name="Google Shape;3412;p87"/>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3" name="Google Shape;3413;p87"/>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14" name="Google Shape;3414;p87"/>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3415" name="Google Shape;3415;p87"/>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6" name="Google Shape;3416;p87"/>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3417" name="Google Shape;3417;p87"/>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418" name="Google Shape;3418;p87"/>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19" name="Google Shape;3419;p87"/>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0" name="Google Shape;3420;p87"/>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3421" name="Google Shape;3421;p87"/>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3422" name="Google Shape;3422;p87"/>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23" name="Google Shape;3423;p87"/>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3424" name="Google Shape;3424;p87"/>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3425" name="Google Shape;3425;p87"/>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3426" name="Google Shape;3426;p87"/>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3427" name="Google Shape;3427;p87"/>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3428" name="Google Shape;3428;p87"/>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29" name="Google Shape;3429;p87"/>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30" name="Google Shape;3430;p87"/>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1" name="Google Shape;3431;p87"/>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2" name="Google Shape;3432;p87"/>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3" name="Google Shape;3433;p87"/>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3434" name="Google Shape;3434;p87"/>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3435" name="Google Shape;3435;p87"/>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3436" name="Google Shape;3436;p87"/>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3437" name="Google Shape;3437;p87"/>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38" name="Google Shape;3438;p87"/>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39" name="Google Shape;3439;p87"/>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0" name="Google Shape;3440;p87"/>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1" name="Google Shape;3441;p87"/>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2" name="Google Shape;3442;p87"/>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3443" name="Google Shape;3443;p87"/>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3444" name="Google Shape;3444;p87"/>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3445" name="Google Shape;3445;p87"/>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3446" name="Google Shape;3446;p87"/>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7" name="Google Shape;3447;p87"/>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48" name="Google Shape;3448;p87"/>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49" name="Google Shape;3449;p87"/>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0" name="Google Shape;3450;p87"/>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3451" name="Google Shape;3451;p87"/>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3452" name="Google Shape;3452;p87"/>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3453" name="Google Shape;3453;p87"/>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4" name="Google Shape;3454;p87"/>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55" name="Google Shape;3455;p87"/>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56" name="Google Shape;3456;p87"/>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457" name="Google Shape;3457;p87"/>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3458" name="Google Shape;3458;p87"/>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3459" name="Google Shape;3459;p87"/>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0" name="Google Shape;3460;p87"/>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1" name="Google Shape;3461;p87"/>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2" name="Google Shape;3462;p87"/>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3463" name="Google Shape;3463;p87"/>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3464" name="Google Shape;3464;p87"/>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3465" name="Google Shape;3465;p87"/>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3466" name="Google Shape;3466;p87"/>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67" name="Google Shape;3467;p87"/>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3468" name="Google Shape;3468;p87"/>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69" name="Google Shape;3469;p87"/>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0" name="Google Shape;3470;p87"/>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1" name="Google Shape;3471;p87"/>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72" name="Google Shape;3472;p87"/>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3473" name="Google Shape;3473;p87"/>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74" name="Google Shape;3474;p87"/>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3475" name="Google Shape;3475;p87"/>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3476" name="Google Shape;3476;p87"/>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3477" name="Google Shape;3477;p87"/>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8" name="Google Shape;3478;p87"/>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479" name="Google Shape;3479;p87"/>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0" name="Google Shape;3480;p87"/>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481" name="Google Shape;3481;p87"/>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2" name="Google Shape;3482;p87"/>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483" name="Google Shape;3483;p87"/>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3484" name="Google Shape;3484;p87"/>
          <p:cNvGrpSpPr/>
          <p:nvPr/>
        </p:nvGrpSpPr>
        <p:grpSpPr>
          <a:xfrm>
            <a:off x="11977311" y="1113234"/>
            <a:ext cx="6240062" cy="8994991"/>
            <a:chOff x="11173911" y="1037034"/>
            <a:chExt cx="6240062" cy="8994991"/>
          </a:xfrm>
        </p:grpSpPr>
        <p:sp>
          <p:nvSpPr>
            <p:cNvPr id="3485" name="Google Shape;3485;p87"/>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3486" name="Google Shape;3486;p87"/>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3487" name="Google Shape;3487;p87"/>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88" name="Google Shape;3488;p87"/>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3489" name="Google Shape;3489;p87"/>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3490" name="Google Shape;3490;p87"/>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3491" name="Google Shape;3491;p87"/>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2" name="Google Shape;3492;p87"/>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3493" name="Google Shape;3493;p87"/>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3494" name="Google Shape;3494;p87"/>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3495" name="Google Shape;3495;p87"/>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3496" name="Google Shape;3496;p87"/>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3497" name="Google Shape;3497;p87"/>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3498" name="Google Shape;3498;p87"/>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3499" name="Google Shape;3499;p87"/>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3500" name="Google Shape;3500;p87"/>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3501" name="Google Shape;3501;p87"/>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3502" name="Google Shape;3502;p87"/>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3503" name="Google Shape;3503;p87"/>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04" name="Google Shape;3504;p87"/>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3505" name="Google Shape;3505;p87"/>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3506" name="Google Shape;3506;p87"/>
            <p:cNvGrpSpPr/>
            <p:nvPr/>
          </p:nvGrpSpPr>
          <p:grpSpPr>
            <a:xfrm>
              <a:off x="11193522" y="1260256"/>
              <a:ext cx="952541" cy="449700"/>
              <a:chOff x="5812280" y="1793656"/>
              <a:chExt cx="952541" cy="449700"/>
            </a:xfrm>
          </p:grpSpPr>
          <p:sp>
            <p:nvSpPr>
              <p:cNvPr id="3507" name="Google Shape;3507;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08" name="Google Shape;3508;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3509" name="Google Shape;3509;p87"/>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3510" name="Google Shape;3510;p87"/>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3511" name="Google Shape;3511;p87"/>
            <p:cNvGrpSpPr/>
            <p:nvPr/>
          </p:nvGrpSpPr>
          <p:grpSpPr>
            <a:xfrm>
              <a:off x="11193522" y="3934484"/>
              <a:ext cx="952541" cy="449700"/>
              <a:chOff x="5812280" y="1793656"/>
              <a:chExt cx="952541" cy="449700"/>
            </a:xfrm>
          </p:grpSpPr>
          <p:sp>
            <p:nvSpPr>
              <p:cNvPr id="3512" name="Google Shape;3512;p87"/>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3513" name="Google Shape;3513;p87"/>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3514" name="Google Shape;3514;p87"/>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5" name="Google Shape;3515;p87"/>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3516" name="Google Shape;3516;p87"/>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3517" name="Google Shape;3517;p87"/>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3518" name="Google Shape;3518;p87"/>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19" name="Google Shape;3519;p87"/>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0" name="Google Shape;3520;p87"/>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1" name="Google Shape;3521;p87"/>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3522" name="Google Shape;3522;p87"/>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3523" name="Google Shape;3523;p87"/>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3524" name="Google Shape;3524;p87"/>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5" name="Google Shape;3525;p87"/>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26" name="Google Shape;3526;p87"/>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27" name="Google Shape;3527;p87"/>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3528" name="Google Shape;3528;p87"/>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3529" name="Google Shape;3529;p87"/>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3530" name="Google Shape;3530;p87"/>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3531" name="Google Shape;3531;p87"/>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2" name="Google Shape;3532;p87"/>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33" name="Google Shape;3533;p87"/>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4" name="Google Shape;3534;p87"/>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5" name="Google Shape;3535;p87"/>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3536" name="Google Shape;3536;p87"/>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3537" name="Google Shape;3537;p87"/>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3538" name="Google Shape;3538;p87"/>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39" name="Google Shape;3539;p87"/>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0" name="Google Shape;3540;p87"/>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1" name="Google Shape;3541;p87"/>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3542" name="Google Shape;3542;p87"/>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3543" name="Google Shape;3543;p87"/>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3544" name="Google Shape;3544;p87"/>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3545" name="Google Shape;3545;p87"/>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46" name="Google Shape;3546;p87"/>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47" name="Google Shape;3547;p87"/>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3548" name="Google Shape;3548;p87"/>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3549" name="Google Shape;3549;p87"/>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0" name="Google Shape;3550;p87"/>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1" name="Google Shape;3551;p87"/>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3552" name="Google Shape;3552;p87"/>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3553" name="Google Shape;3553;p87"/>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3554" name="Google Shape;3554;p87"/>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3555" name="Google Shape;3555;p87"/>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6" name="Google Shape;3556;p87"/>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57" name="Google Shape;3557;p87"/>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8" name="Google Shape;3558;p87"/>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59" name="Google Shape;3559;p87"/>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3560" name="Google Shape;3560;p87"/>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3561" name="Google Shape;3561;p87"/>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3562" name="Google Shape;3562;p87"/>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63" name="Google Shape;3563;p87"/>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4" name="Google Shape;3564;p87"/>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3565" name="Google Shape;3565;p87"/>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66" name="Google Shape;3566;p87"/>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3567" name="Google Shape;3567;p87"/>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68" name="Google Shape;3568;p87"/>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3569" name="Google Shape;3569;p87"/>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0" name="Google Shape;3570;p87"/>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1" name="Google Shape;3571;p87"/>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3572" name="Google Shape;3572;p87"/>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3573" name="Google Shape;3573;p87"/>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3574" name="Google Shape;3574;p87"/>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5" name="Google Shape;3575;p87"/>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76" name="Google Shape;3576;p87"/>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77" name="Google Shape;3577;p87"/>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78" name="Google Shape;3578;p87"/>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3579" name="Google Shape;3579;p87"/>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3580" name="Google Shape;3580;p87"/>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81" name="Google Shape;3581;p87"/>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3582" name="Google Shape;3582;p87"/>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3583" name="Google Shape;3583;p87"/>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3584" name="Google Shape;3584;p87"/>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3585" name="Google Shape;3585;p87"/>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3586" name="Google Shape;3586;p87"/>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3587" name="Google Shape;3587;p87"/>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3588" name="Google Shape;3588;p87"/>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3589" name="Google Shape;3589;p87"/>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3590" name="Google Shape;3590;p87"/>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3591" name="Google Shape;3591;p87"/>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3592" name="Google Shape;3592;p87"/>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3593" name="Google Shape;3593;p87"/>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4" name="Google Shape;3594;p87"/>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3595" name="Google Shape;3595;p87"/>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3596" name="Google Shape;3596;p87"/>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3597" name="Google Shape;3597;p87"/>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3598" name="Shape 3598"/>
        <p:cNvGrpSpPr/>
        <p:nvPr/>
      </p:nvGrpSpPr>
      <p:grpSpPr>
        <a:xfrm>
          <a:off x="0" y="0"/>
          <a:ext cx="0" cy="0"/>
          <a:chOff x="0" y="0"/>
          <a:chExt cx="0" cy="0"/>
        </a:xfrm>
      </p:grpSpPr>
      <p:pic>
        <p:nvPicPr>
          <p:cNvPr id="3599" name="Google Shape;3599;p88"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3600" name="Google Shape;3600;p88"/>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01" name="Google Shape;3601;p88"/>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02" name="Google Shape;3602;p88"/>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603" name="Google Shape;3603;p88"/>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604" name="Google Shape;3604;p88"/>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Blue 1">
  <p:cSld name="TITLE_1_1">
    <p:bg>
      <p:bgPr>
        <a:solidFill>
          <a:srgbClr val="CFE9FE"/>
        </a:solidFill>
      </p:bgPr>
    </p:bg>
    <p:spTree>
      <p:nvGrpSpPr>
        <p:cNvPr id="3608" name="Shape 3608"/>
        <p:cNvGrpSpPr/>
        <p:nvPr/>
      </p:nvGrpSpPr>
      <p:grpSpPr>
        <a:xfrm>
          <a:off x="0" y="0"/>
          <a:ext cx="0" cy="0"/>
          <a:chOff x="0" y="0"/>
          <a:chExt cx="0" cy="0"/>
        </a:xfrm>
      </p:grpSpPr>
      <p:pic>
        <p:nvPicPr>
          <p:cNvPr id="3609" name="Google Shape;3609;p90"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10" name="Google Shape;3610;p90"/>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11" name="Google Shape;3611;p90"/>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12" name="Google Shape;3612;p90"/>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pasted-movie.png" id="3613" name="Google Shape;3613;p90"/>
          <p:cNvPicPr preferRelativeResize="0"/>
          <p:nvPr/>
        </p:nvPicPr>
        <p:blipFill rotWithShape="1">
          <a:blip r:embed="rId3">
            <a:alphaModFix/>
          </a:blip>
          <a:srcRect b="0" l="0" r="0" t="0"/>
          <a:stretch/>
        </p:blipFill>
        <p:spPr>
          <a:xfrm>
            <a:off x="12011024" y="3457128"/>
            <a:ext cx="4817111" cy="3372700"/>
          </a:xfrm>
          <a:prstGeom prst="rect">
            <a:avLst/>
          </a:prstGeom>
          <a:noFill/>
          <a:ln>
            <a:noFill/>
          </a:ln>
        </p:spPr>
      </p:pic>
      <p:pic>
        <p:nvPicPr>
          <p:cNvPr id="3614" name="Google Shape;3614;p90" title="BE-MVP-Icon-Spark_Redux_V3_STRAIGHT_yellow.png"/>
          <p:cNvPicPr preferRelativeResize="0"/>
          <p:nvPr/>
        </p:nvPicPr>
        <p:blipFill rotWithShape="1">
          <a:blip r:embed="rId4">
            <a:alphaModFix/>
          </a:blip>
          <a:srcRect b="2562" l="0" r="0" t="2562"/>
          <a:stretch/>
        </p:blipFill>
        <p:spPr>
          <a:xfrm>
            <a:off x="11999699" y="7352501"/>
            <a:ext cx="881350" cy="892624"/>
          </a:xfrm>
          <a:prstGeom prst="rect">
            <a:avLst/>
          </a:prstGeom>
          <a:noFill/>
          <a:ln>
            <a:noFill/>
          </a:ln>
        </p:spPr>
      </p:pic>
      <p:pic>
        <p:nvPicPr>
          <p:cNvPr id="3615" name="Google Shape;3615;p90" title="BE-MVP-Icon-Spark_Redux_V3_STRAIGHT_yellow.png"/>
          <p:cNvPicPr preferRelativeResize="0"/>
          <p:nvPr/>
        </p:nvPicPr>
        <p:blipFill rotWithShape="1">
          <a:blip r:embed="rId4">
            <a:alphaModFix/>
          </a:blip>
          <a:srcRect b="2562" l="0" r="0" t="2562"/>
          <a:stretch/>
        </p:blipFill>
        <p:spPr>
          <a:xfrm>
            <a:off x="11352437" y="7313993"/>
            <a:ext cx="361974" cy="366603"/>
          </a:xfrm>
          <a:prstGeom prst="rect">
            <a:avLst/>
          </a:prstGeom>
          <a:noFill/>
          <a:ln>
            <a:noFill/>
          </a:ln>
        </p:spPr>
      </p:pic>
      <p:pic>
        <p:nvPicPr>
          <p:cNvPr id="3616" name="Google Shape;3616;p90" title="BE-MVP-Icon-Spark_Redux_V3_STRAIGHT_yellow.png"/>
          <p:cNvPicPr preferRelativeResize="0"/>
          <p:nvPr/>
        </p:nvPicPr>
        <p:blipFill rotWithShape="1">
          <a:blip r:embed="rId4">
            <a:alphaModFix/>
          </a:blip>
          <a:srcRect b="2562" l="0" r="0" t="2562"/>
          <a:stretch/>
        </p:blipFill>
        <p:spPr>
          <a:xfrm>
            <a:off x="12677254" y="6820652"/>
            <a:ext cx="229750" cy="232700"/>
          </a:xfrm>
          <a:prstGeom prst="rect">
            <a:avLst/>
          </a:prstGeom>
          <a:noFill/>
          <a:ln>
            <a:noFill/>
          </a:ln>
        </p:spPr>
      </p:pic>
      <p:pic>
        <p:nvPicPr>
          <p:cNvPr id="3617" name="Google Shape;3617;p90" title="BE-MVP-Icon-Spark_Redux_V3_STRAIGHT_yellow.png"/>
          <p:cNvPicPr preferRelativeResize="0"/>
          <p:nvPr/>
        </p:nvPicPr>
        <p:blipFill rotWithShape="1">
          <a:blip r:embed="rId4">
            <a:alphaModFix/>
          </a:blip>
          <a:srcRect b="2562" l="0" r="0" t="2562"/>
          <a:stretch/>
        </p:blipFill>
        <p:spPr>
          <a:xfrm>
            <a:off x="15709439" y="3054244"/>
            <a:ext cx="163720" cy="165815"/>
          </a:xfrm>
          <a:prstGeom prst="rect">
            <a:avLst/>
          </a:prstGeom>
          <a:noFill/>
          <a:ln>
            <a:noFill/>
          </a:ln>
        </p:spPr>
      </p:pic>
      <p:pic>
        <p:nvPicPr>
          <p:cNvPr id="3618" name="Google Shape;3618;p90" title="BE-MVP-Icon-Spark_Redux_V3_STRAIGHT_yellow.png"/>
          <p:cNvPicPr preferRelativeResize="0"/>
          <p:nvPr/>
        </p:nvPicPr>
        <p:blipFill rotWithShape="1">
          <a:blip r:embed="rId4">
            <a:alphaModFix/>
          </a:blip>
          <a:srcRect b="2562" l="0" r="0" t="2562"/>
          <a:stretch/>
        </p:blipFill>
        <p:spPr>
          <a:xfrm>
            <a:off x="16388567" y="2606039"/>
            <a:ext cx="558052" cy="565190"/>
          </a:xfrm>
          <a:prstGeom prst="rect">
            <a:avLst/>
          </a:prstGeom>
          <a:noFill/>
          <a:ln>
            <a:noFill/>
          </a:ln>
        </p:spPr>
      </p:pic>
      <p:pic>
        <p:nvPicPr>
          <p:cNvPr id="3619" name="Google Shape;3619;p90" title="BE-MVP-Icon-Spark_Redux_V3_STRAIGHT_yellow.png"/>
          <p:cNvPicPr preferRelativeResize="0"/>
          <p:nvPr/>
        </p:nvPicPr>
        <p:blipFill rotWithShape="1">
          <a:blip r:embed="rId4">
            <a:alphaModFix/>
          </a:blip>
          <a:srcRect b="2562" l="0" r="0" t="2562"/>
          <a:stretch/>
        </p:blipFill>
        <p:spPr>
          <a:xfrm>
            <a:off x="16208965" y="3413439"/>
            <a:ext cx="311470" cy="315455"/>
          </a:xfrm>
          <a:prstGeom prst="rect">
            <a:avLst/>
          </a:prstGeom>
          <a:noFill/>
          <a:ln>
            <a:noFill/>
          </a:ln>
        </p:spPr>
      </p:pic>
      <p:pic>
        <p:nvPicPr>
          <p:cNvPr descr="HDD_ATH_SALESFORCE_ICON_AGENTFORCE_V3_R2 3.png" id="3620" name="Google Shape;3620;p90"/>
          <p:cNvPicPr preferRelativeResize="0"/>
          <p:nvPr/>
        </p:nvPicPr>
        <p:blipFill rotWithShape="1">
          <a:blip r:embed="rId5">
            <a:alphaModFix/>
          </a:blip>
          <a:srcRect b="0" l="0" r="0" t="0"/>
          <a:stretch/>
        </p:blipFill>
        <p:spPr>
          <a:xfrm flipH="1" rot="-2797284">
            <a:off x="11241726" y="6097162"/>
            <a:ext cx="1140444" cy="1131553"/>
          </a:xfrm>
          <a:prstGeom prst="rect">
            <a:avLst/>
          </a:prstGeom>
          <a:noFill/>
          <a:ln>
            <a:noFill/>
          </a:ln>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Blue 2">
  <p:cSld name="TITLE_1_1_1">
    <p:bg>
      <p:bgPr>
        <a:solidFill>
          <a:srgbClr val="CFE9FE"/>
        </a:solidFill>
      </p:bgPr>
    </p:bg>
    <p:spTree>
      <p:nvGrpSpPr>
        <p:cNvPr id="3621" name="Shape 3621"/>
        <p:cNvGrpSpPr/>
        <p:nvPr/>
      </p:nvGrpSpPr>
      <p:grpSpPr>
        <a:xfrm>
          <a:off x="0" y="0"/>
          <a:ext cx="0" cy="0"/>
          <a:chOff x="0" y="0"/>
          <a:chExt cx="0" cy="0"/>
        </a:xfrm>
      </p:grpSpPr>
      <p:pic>
        <p:nvPicPr>
          <p:cNvPr id="3622" name="Google Shape;3622;p91"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23" name="Google Shape;3623;p91"/>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24" name="Google Shape;3624;p91"/>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25" name="Google Shape;3625;p91"/>
          <p:cNvSpPr txBox="1"/>
          <p:nvPr>
            <p:ph idx="2" type="subTitle"/>
          </p:nvPr>
        </p:nvSpPr>
        <p:spPr>
          <a:xfrm>
            <a:off x="857250" y="8041005"/>
            <a:ext cx="9701100" cy="1161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descr="HDD_ATH_SALESFORCE_ICON_AGENTFORCE_V3_R2 3.png" id="3626" name="Google Shape;3626;p91"/>
          <p:cNvPicPr preferRelativeResize="0"/>
          <p:nvPr/>
        </p:nvPicPr>
        <p:blipFill rotWithShape="1">
          <a:blip r:embed="rId3">
            <a:alphaModFix/>
          </a:blip>
          <a:srcRect b="0" l="0" r="0" t="0"/>
          <a:stretch/>
        </p:blipFill>
        <p:spPr>
          <a:xfrm flipH="1" rot="-1860002">
            <a:off x="12098632" y="3109020"/>
            <a:ext cx="1315298" cy="1305043"/>
          </a:xfrm>
          <a:prstGeom prst="rect">
            <a:avLst/>
          </a:prstGeom>
          <a:noFill/>
          <a:ln>
            <a:noFill/>
          </a:ln>
        </p:spPr>
      </p:pic>
      <p:pic>
        <p:nvPicPr>
          <p:cNvPr id="3627" name="Google Shape;3627;p91" title="BE-MVP-Icon-Spark_Redux_V3_STRAIGHT_yellow.png"/>
          <p:cNvPicPr preferRelativeResize="0"/>
          <p:nvPr/>
        </p:nvPicPr>
        <p:blipFill rotWithShape="1">
          <a:blip r:embed="rId4">
            <a:alphaModFix/>
          </a:blip>
          <a:srcRect b="2562" l="0" r="0" t="2562"/>
          <a:stretch/>
        </p:blipFill>
        <p:spPr>
          <a:xfrm>
            <a:off x="12169574" y="5677399"/>
            <a:ext cx="849924" cy="860774"/>
          </a:xfrm>
          <a:prstGeom prst="rect">
            <a:avLst/>
          </a:prstGeom>
          <a:noFill/>
          <a:ln>
            <a:noFill/>
          </a:ln>
        </p:spPr>
      </p:pic>
      <p:pic>
        <p:nvPicPr>
          <p:cNvPr id="3628" name="Google Shape;3628;p91" title="BE-MVP-Icon-Spark_Redux_V3_STRAIGHT_yellow.png"/>
          <p:cNvPicPr preferRelativeResize="0"/>
          <p:nvPr/>
        </p:nvPicPr>
        <p:blipFill rotWithShape="1">
          <a:blip r:embed="rId4">
            <a:alphaModFix/>
          </a:blip>
          <a:srcRect b="2562" l="0" r="0" t="2562"/>
          <a:stretch/>
        </p:blipFill>
        <p:spPr>
          <a:xfrm>
            <a:off x="11683785" y="5410304"/>
            <a:ext cx="361974" cy="366603"/>
          </a:xfrm>
          <a:prstGeom prst="rect">
            <a:avLst/>
          </a:prstGeom>
          <a:noFill/>
          <a:ln>
            <a:noFill/>
          </a:ln>
        </p:spPr>
      </p:pic>
      <p:pic>
        <p:nvPicPr>
          <p:cNvPr id="3629" name="Google Shape;3629;p91" title="BE-MVP-Icon-Spark_Redux_V3_STRAIGHT_yellow.png"/>
          <p:cNvPicPr preferRelativeResize="0"/>
          <p:nvPr/>
        </p:nvPicPr>
        <p:blipFill rotWithShape="1">
          <a:blip r:embed="rId4">
            <a:alphaModFix/>
          </a:blip>
          <a:srcRect b="2562" l="0" r="0" t="2562"/>
          <a:stretch/>
        </p:blipFill>
        <p:spPr>
          <a:xfrm>
            <a:off x="12512681" y="4887938"/>
            <a:ext cx="163720" cy="165815"/>
          </a:xfrm>
          <a:prstGeom prst="rect">
            <a:avLst/>
          </a:prstGeom>
          <a:noFill/>
          <a:ln>
            <a:noFill/>
          </a:ln>
        </p:spPr>
      </p:pic>
      <p:pic>
        <p:nvPicPr>
          <p:cNvPr id="3630" name="Google Shape;3630;p91" title="BE-MVP-Icon-Spark_Redux_V3_STRAIGHT_yellow.png"/>
          <p:cNvPicPr preferRelativeResize="0"/>
          <p:nvPr/>
        </p:nvPicPr>
        <p:blipFill rotWithShape="1">
          <a:blip r:embed="rId4">
            <a:alphaModFix/>
          </a:blip>
          <a:srcRect b="2562" l="0" r="0" t="2562"/>
          <a:stretch/>
        </p:blipFill>
        <p:spPr>
          <a:xfrm>
            <a:off x="16649310" y="2072510"/>
            <a:ext cx="520500" cy="527159"/>
          </a:xfrm>
          <a:prstGeom prst="rect">
            <a:avLst/>
          </a:prstGeom>
          <a:noFill/>
          <a:ln>
            <a:noFill/>
          </a:ln>
        </p:spPr>
      </p:pic>
      <p:pic>
        <p:nvPicPr>
          <p:cNvPr id="3631" name="Google Shape;3631;p91" title="BE-MVP-Icon-Spark_Redux_V3_STRAIGHT_yellow.png"/>
          <p:cNvPicPr preferRelativeResize="0"/>
          <p:nvPr/>
        </p:nvPicPr>
        <p:blipFill rotWithShape="1">
          <a:blip r:embed="rId4">
            <a:alphaModFix/>
          </a:blip>
          <a:srcRect b="2562" l="0" r="0" t="2562"/>
          <a:stretch/>
        </p:blipFill>
        <p:spPr>
          <a:xfrm>
            <a:off x="16018376" y="3322148"/>
            <a:ext cx="278050" cy="281607"/>
          </a:xfrm>
          <a:prstGeom prst="rect">
            <a:avLst/>
          </a:prstGeom>
          <a:noFill/>
          <a:ln>
            <a:noFill/>
          </a:ln>
        </p:spPr>
      </p:pic>
      <p:pic>
        <p:nvPicPr>
          <p:cNvPr id="3632" name="Google Shape;3632;p91" title="BE-MVP-Icon-Spark_Redux_V3_STRAIGHT_yellow.png"/>
          <p:cNvPicPr preferRelativeResize="0"/>
          <p:nvPr/>
        </p:nvPicPr>
        <p:blipFill rotWithShape="1">
          <a:blip r:embed="rId4">
            <a:alphaModFix/>
          </a:blip>
          <a:srcRect b="2562" l="0" r="0" t="2562"/>
          <a:stretch/>
        </p:blipFill>
        <p:spPr>
          <a:xfrm>
            <a:off x="17311114" y="3570502"/>
            <a:ext cx="163720" cy="165815"/>
          </a:xfrm>
          <a:prstGeom prst="rect">
            <a:avLst/>
          </a:prstGeom>
          <a:noFill/>
          <a:ln>
            <a:noFill/>
          </a:ln>
        </p:spPr>
      </p:pic>
      <p:pic>
        <p:nvPicPr>
          <p:cNvPr id="3633" name="Google Shape;3633;p91" title="shadow-1.png"/>
          <p:cNvPicPr preferRelativeResize="0"/>
          <p:nvPr/>
        </p:nvPicPr>
        <p:blipFill>
          <a:blip r:embed="rId5">
            <a:alphaModFix/>
          </a:blip>
          <a:stretch>
            <a:fillRect/>
          </a:stretch>
        </p:blipFill>
        <p:spPr>
          <a:xfrm>
            <a:off x="13273376" y="8360625"/>
            <a:ext cx="4904771" cy="713682"/>
          </a:xfrm>
          <a:prstGeom prst="rect">
            <a:avLst/>
          </a:prstGeom>
          <a:noFill/>
          <a:ln>
            <a:noFill/>
          </a:ln>
        </p:spPr>
      </p:pic>
      <p:pic>
        <p:nvPicPr>
          <p:cNvPr id="3634" name="Google Shape;3634;p91"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3635" name="Google Shape;3635;p91"/>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3636" name="Google Shape;3636;p91"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3">
  <p:cSld name="TITLE_1_1_1_1">
    <p:bg>
      <p:bgPr>
        <a:solidFill>
          <a:schemeClr val="lt1"/>
        </a:solidFill>
      </p:bgPr>
    </p:bg>
    <p:spTree>
      <p:nvGrpSpPr>
        <p:cNvPr id="3637" name="Shape 3637"/>
        <p:cNvGrpSpPr/>
        <p:nvPr/>
      </p:nvGrpSpPr>
      <p:grpSpPr>
        <a:xfrm>
          <a:off x="0" y="0"/>
          <a:ext cx="0" cy="0"/>
          <a:chOff x="0" y="0"/>
          <a:chExt cx="0" cy="0"/>
        </a:xfrm>
      </p:grpSpPr>
      <p:pic>
        <p:nvPicPr>
          <p:cNvPr id="3638" name="Google Shape;3638;p9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39" name="Google Shape;3639;p92"/>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40" name="Google Shape;3640;p92"/>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41" name="Google Shape;3641;p92"/>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3642" name="Google Shape;3642;p92" title="BE-MVP-Icon-Spark_Redux_V3_STRAIGHT_yellow.png"/>
          <p:cNvPicPr preferRelativeResize="0"/>
          <p:nvPr/>
        </p:nvPicPr>
        <p:blipFill rotWithShape="1">
          <a:blip r:embed="rId3">
            <a:alphaModFix/>
          </a:blip>
          <a:srcRect b="2562" l="0" r="0" t="2562"/>
          <a:stretch/>
        </p:blipFill>
        <p:spPr>
          <a:xfrm>
            <a:off x="16803188" y="3061574"/>
            <a:ext cx="520500" cy="527159"/>
          </a:xfrm>
          <a:prstGeom prst="rect">
            <a:avLst/>
          </a:prstGeom>
          <a:noFill/>
          <a:ln>
            <a:noFill/>
          </a:ln>
        </p:spPr>
      </p:pic>
      <p:pic>
        <p:nvPicPr>
          <p:cNvPr id="3643" name="Google Shape;3643;p92" title="BE-MVP-Icon-Spark_Redux_V3_STRAIGHT_yellow.png"/>
          <p:cNvPicPr preferRelativeResize="0"/>
          <p:nvPr/>
        </p:nvPicPr>
        <p:blipFill rotWithShape="1">
          <a:blip r:embed="rId3">
            <a:alphaModFix/>
          </a:blip>
          <a:srcRect b="2562" l="0" r="0" t="2562"/>
          <a:stretch/>
        </p:blipFill>
        <p:spPr>
          <a:xfrm>
            <a:off x="16552686" y="2519441"/>
            <a:ext cx="165422" cy="167540"/>
          </a:xfrm>
          <a:prstGeom prst="rect">
            <a:avLst/>
          </a:prstGeom>
          <a:noFill/>
          <a:ln>
            <a:noFill/>
          </a:ln>
        </p:spPr>
      </p:pic>
      <p:pic>
        <p:nvPicPr>
          <p:cNvPr id="3644" name="Google Shape;3644;p92" title="BE-MVP-Icon-Spark_Redux_V3_STRAIGHT_yellow.png"/>
          <p:cNvPicPr preferRelativeResize="0"/>
          <p:nvPr/>
        </p:nvPicPr>
        <p:blipFill rotWithShape="1">
          <a:blip r:embed="rId3">
            <a:alphaModFix/>
          </a:blip>
          <a:srcRect b="2562" l="0" r="0" t="2562"/>
          <a:stretch/>
        </p:blipFill>
        <p:spPr>
          <a:xfrm>
            <a:off x="16120706" y="3550202"/>
            <a:ext cx="334876" cy="339162"/>
          </a:xfrm>
          <a:prstGeom prst="rect">
            <a:avLst/>
          </a:prstGeom>
          <a:noFill/>
          <a:ln>
            <a:noFill/>
          </a:ln>
        </p:spPr>
      </p:pic>
      <p:pic>
        <p:nvPicPr>
          <p:cNvPr id="3645" name="Google Shape;3645;p92" title="BE-MVP-Icon-Spark_Redux_V3_STRAIGHT_yellow.png"/>
          <p:cNvPicPr preferRelativeResize="0"/>
          <p:nvPr/>
        </p:nvPicPr>
        <p:blipFill rotWithShape="1">
          <a:blip r:embed="rId3">
            <a:alphaModFix/>
          </a:blip>
          <a:srcRect b="2562" l="0" r="0" t="2562"/>
          <a:stretch/>
        </p:blipFill>
        <p:spPr>
          <a:xfrm>
            <a:off x="12652252" y="7070325"/>
            <a:ext cx="276298" cy="279832"/>
          </a:xfrm>
          <a:prstGeom prst="rect">
            <a:avLst/>
          </a:prstGeom>
          <a:noFill/>
          <a:ln>
            <a:noFill/>
          </a:ln>
        </p:spPr>
      </p:pic>
      <p:pic>
        <p:nvPicPr>
          <p:cNvPr id="3646" name="Google Shape;3646;p92" title="BE-MVP-Icon-Spark_Redux_V3_STRAIGHT_yellow.png"/>
          <p:cNvPicPr preferRelativeResize="0"/>
          <p:nvPr/>
        </p:nvPicPr>
        <p:blipFill rotWithShape="1">
          <a:blip r:embed="rId3">
            <a:alphaModFix/>
          </a:blip>
          <a:srcRect b="2562" l="0" r="0" t="2562"/>
          <a:stretch/>
        </p:blipFill>
        <p:spPr>
          <a:xfrm>
            <a:off x="12276456" y="6848057"/>
            <a:ext cx="165424" cy="167540"/>
          </a:xfrm>
          <a:prstGeom prst="rect">
            <a:avLst/>
          </a:prstGeom>
          <a:noFill/>
          <a:ln>
            <a:noFill/>
          </a:ln>
        </p:spPr>
      </p:pic>
      <p:pic>
        <p:nvPicPr>
          <p:cNvPr descr="pasted-movie.png" id="3647" name="Google Shape;3647;p92"/>
          <p:cNvPicPr preferRelativeResize="0"/>
          <p:nvPr/>
        </p:nvPicPr>
        <p:blipFill rotWithShape="1">
          <a:blip r:embed="rId4">
            <a:alphaModFix/>
          </a:blip>
          <a:srcRect b="0" l="0" r="0" t="0"/>
          <a:stretch/>
        </p:blipFill>
        <p:spPr>
          <a:xfrm>
            <a:off x="11739265" y="4619864"/>
            <a:ext cx="2875881" cy="2013548"/>
          </a:xfrm>
          <a:prstGeom prst="rect">
            <a:avLst/>
          </a:prstGeom>
          <a:noFill/>
          <a:ln>
            <a:noFill/>
          </a:ln>
        </p:spPr>
      </p:pic>
      <p:pic>
        <p:nvPicPr>
          <p:cNvPr id="3648" name="Google Shape;3648;p92" title="shadow-1.png"/>
          <p:cNvPicPr preferRelativeResize="0"/>
          <p:nvPr/>
        </p:nvPicPr>
        <p:blipFill>
          <a:blip r:embed="rId5">
            <a:alphaModFix/>
          </a:blip>
          <a:stretch>
            <a:fillRect/>
          </a:stretch>
        </p:blipFill>
        <p:spPr>
          <a:xfrm>
            <a:off x="14261266" y="8456155"/>
            <a:ext cx="4378650" cy="493975"/>
          </a:xfrm>
          <a:prstGeom prst="rect">
            <a:avLst/>
          </a:prstGeom>
          <a:noFill/>
          <a:ln>
            <a:noFill/>
          </a:ln>
        </p:spPr>
      </p:pic>
      <p:pic>
        <p:nvPicPr>
          <p:cNvPr id="3649" name="Google Shape;3649;p92" title="Agent_astro.png"/>
          <p:cNvPicPr preferRelativeResize="0"/>
          <p:nvPr/>
        </p:nvPicPr>
        <p:blipFill>
          <a:blip r:embed="rId6">
            <a:alphaModFix/>
          </a:blip>
          <a:stretch>
            <a:fillRect/>
          </a:stretch>
        </p:blipFill>
        <p:spPr>
          <a:xfrm>
            <a:off x="14024742" y="4038825"/>
            <a:ext cx="3352651" cy="4699975"/>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Title Blue 4">
  <p:cSld name="TITLE_1_1_1_1_1">
    <p:bg>
      <p:bgPr>
        <a:solidFill>
          <a:schemeClr val="lt1"/>
        </a:solidFill>
      </p:bgPr>
    </p:bg>
    <p:spTree>
      <p:nvGrpSpPr>
        <p:cNvPr id="3650" name="Shape 3650"/>
        <p:cNvGrpSpPr/>
        <p:nvPr/>
      </p:nvGrpSpPr>
      <p:grpSpPr>
        <a:xfrm>
          <a:off x="0" y="0"/>
          <a:ext cx="0" cy="0"/>
          <a:chOff x="0" y="0"/>
          <a:chExt cx="0" cy="0"/>
        </a:xfrm>
      </p:grpSpPr>
      <p:pic>
        <p:nvPicPr>
          <p:cNvPr id="3651" name="Google Shape;3651;p9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652" name="Google Shape;3652;p93"/>
          <p:cNvSpPr txBox="1"/>
          <p:nvPr>
            <p:ph type="title"/>
          </p:nvPr>
        </p:nvSpPr>
        <p:spPr>
          <a:xfrm>
            <a:off x="857250" y="857250"/>
            <a:ext cx="10382400" cy="53625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9000"/>
              <a:buNone/>
              <a:defRPr sz="90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3653" name="Google Shape;3653;p93"/>
          <p:cNvSpPr txBox="1"/>
          <p:nvPr>
            <p:ph idx="1" type="subTitle"/>
          </p:nvPr>
        </p:nvSpPr>
        <p:spPr>
          <a:xfrm>
            <a:off x="857250" y="6460808"/>
            <a:ext cx="9701100" cy="1238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
        <p:nvSpPr>
          <p:cNvPr id="3654" name="Google Shape;3654;p93"/>
          <p:cNvSpPr txBox="1"/>
          <p:nvPr>
            <p:ph idx="2" type="subTitle"/>
          </p:nvPr>
        </p:nvSpPr>
        <p:spPr>
          <a:xfrm>
            <a:off x="857250" y="8041005"/>
            <a:ext cx="9701100" cy="11613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Blue">
  <p:cSld name="TITLE_1_1_1_1_1_1">
    <p:bg>
      <p:bgPr>
        <a:solidFill>
          <a:schemeClr val="accent6"/>
        </a:solidFill>
      </p:bgPr>
    </p:bg>
    <p:spTree>
      <p:nvGrpSpPr>
        <p:cNvPr id="3655" name="Shape 3655"/>
        <p:cNvGrpSpPr/>
        <p:nvPr/>
      </p:nvGrpSpPr>
      <p:grpSpPr>
        <a:xfrm>
          <a:off x="0" y="0"/>
          <a:ext cx="0" cy="0"/>
          <a:chOff x="0" y="0"/>
          <a:chExt cx="0" cy="0"/>
        </a:xfrm>
      </p:grpSpPr>
      <p:sp>
        <p:nvSpPr>
          <p:cNvPr id="3656" name="Google Shape;3656;p9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57" name="Google Shape;3657;p94"/>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58" name="Google Shape;3658;p94"/>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59" name="Google Shape;3659;p94"/>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0" name="Google Shape;3660;p9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Basic - White">
  <p:cSld name="TITLE_1_1_1_1_1_1_3">
    <p:bg>
      <p:bgPr>
        <a:solidFill>
          <a:schemeClr val="lt1"/>
        </a:solidFill>
      </p:bgPr>
    </p:bg>
    <p:spTree>
      <p:nvGrpSpPr>
        <p:cNvPr id="3661" name="Shape 3661"/>
        <p:cNvGrpSpPr/>
        <p:nvPr/>
      </p:nvGrpSpPr>
      <p:grpSpPr>
        <a:xfrm>
          <a:off x="0" y="0"/>
          <a:ext cx="0" cy="0"/>
          <a:chOff x="0" y="0"/>
          <a:chExt cx="0" cy="0"/>
        </a:xfrm>
      </p:grpSpPr>
      <p:sp>
        <p:nvSpPr>
          <p:cNvPr id="3662" name="Google Shape;3662;p9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63" name="Google Shape;3663;p95"/>
          <p:cNvSpPr txBox="1"/>
          <p:nvPr>
            <p:ph idx="1"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4" name="Google Shape;3664;p95"/>
          <p:cNvSpPr txBox="1"/>
          <p:nvPr>
            <p:ph idx="2" type="body"/>
          </p:nvPr>
        </p:nvSpPr>
        <p:spPr>
          <a:xfrm>
            <a:off x="857250" y="2814638"/>
            <a:ext cx="165735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65" name="Google Shape;3665;p95"/>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66" name="Google Shape;3666;p9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 Blue">
  <p:cSld name="TITLE_1_1_1_1_1_1_1">
    <p:bg>
      <p:bgPr>
        <a:solidFill>
          <a:schemeClr val="accent6"/>
        </a:solidFill>
      </p:bgPr>
    </p:bg>
    <p:spTree>
      <p:nvGrpSpPr>
        <p:cNvPr id="3667" name="Shape 3667"/>
        <p:cNvGrpSpPr/>
        <p:nvPr/>
      </p:nvGrpSpPr>
      <p:grpSpPr>
        <a:xfrm>
          <a:off x="0" y="0"/>
          <a:ext cx="0" cy="0"/>
          <a:chOff x="0" y="0"/>
          <a:chExt cx="0" cy="0"/>
        </a:xfrm>
      </p:grpSpPr>
      <p:sp>
        <p:nvSpPr>
          <p:cNvPr id="3668" name="Google Shape;3668;p96"/>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69" name="Google Shape;3669;p96"/>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0" name="Google Shape;3670;p9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1" name="Google Shape;3671;p96"/>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2" name="Google Shape;3672;p9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Basic - Two line 1 - White">
  <p:cSld name="TITLE_1_1_1_1_1_1_1_2">
    <p:bg>
      <p:bgPr>
        <a:solidFill>
          <a:schemeClr val="lt1"/>
        </a:solidFill>
      </p:bgPr>
    </p:bg>
    <p:spTree>
      <p:nvGrpSpPr>
        <p:cNvPr id="3673" name="Shape 3673"/>
        <p:cNvGrpSpPr/>
        <p:nvPr/>
      </p:nvGrpSpPr>
      <p:grpSpPr>
        <a:xfrm>
          <a:off x="0" y="0"/>
          <a:ext cx="0" cy="0"/>
          <a:chOff x="0" y="0"/>
          <a:chExt cx="0" cy="0"/>
        </a:xfrm>
      </p:grpSpPr>
      <p:sp>
        <p:nvSpPr>
          <p:cNvPr id="3674" name="Google Shape;3674;p97"/>
          <p:cNvSpPr txBox="1"/>
          <p:nvPr>
            <p:ph idx="1" type="subTitle"/>
          </p:nvPr>
        </p:nvSpPr>
        <p:spPr>
          <a:xfrm>
            <a:off x="868680" y="2468880"/>
            <a:ext cx="151425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75" name="Google Shape;3675;p97"/>
          <p:cNvSpPr txBox="1"/>
          <p:nvPr>
            <p:ph type="title"/>
          </p:nvPr>
        </p:nvSpPr>
        <p:spPr>
          <a:xfrm>
            <a:off x="857250" y="838200"/>
            <a:ext cx="15144900" cy="1495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76" name="Google Shape;3676;p97"/>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77" name="Google Shape;3677;p97"/>
          <p:cNvSpPr txBox="1"/>
          <p:nvPr>
            <p:ph idx="3" type="body"/>
          </p:nvPr>
        </p:nvSpPr>
        <p:spPr>
          <a:xfrm>
            <a:off x="857250" y="3390900"/>
            <a:ext cx="16573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678" name="Google Shape;3678;p9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Blue">
  <p:cSld name="TITLE_1_1_1_1_1_1_1_1">
    <p:bg>
      <p:bgPr>
        <a:solidFill>
          <a:schemeClr val="accent6"/>
        </a:solidFill>
      </p:bgPr>
    </p:bg>
    <p:spTree>
      <p:nvGrpSpPr>
        <p:cNvPr id="3679" name="Shape 3679"/>
        <p:cNvGrpSpPr/>
        <p:nvPr/>
      </p:nvGrpSpPr>
      <p:grpSpPr>
        <a:xfrm>
          <a:off x="0" y="0"/>
          <a:ext cx="0" cy="0"/>
          <a:chOff x="0" y="0"/>
          <a:chExt cx="0" cy="0"/>
        </a:xfrm>
      </p:grpSpPr>
      <p:sp>
        <p:nvSpPr>
          <p:cNvPr id="3680" name="Google Shape;3680;p98"/>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1" name="Google Shape;3681;p98"/>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2" name="Google Shape;3682;p9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83" name="Google Shape;3683;p98"/>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84" name="Google Shape;3684;p98"/>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85" name="Google Shape;3685;p9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Basic - Two column - White">
  <p:cSld name="TITLE_1_1_1_1_1_1_1_1_2">
    <p:bg>
      <p:bgPr>
        <a:solidFill>
          <a:srgbClr val="FFFEFE"/>
        </a:solidFill>
      </p:bgPr>
    </p:bg>
    <p:spTree>
      <p:nvGrpSpPr>
        <p:cNvPr id="3686" name="Shape 3686"/>
        <p:cNvGrpSpPr/>
        <p:nvPr/>
      </p:nvGrpSpPr>
      <p:grpSpPr>
        <a:xfrm>
          <a:off x="0" y="0"/>
          <a:ext cx="0" cy="0"/>
          <a:chOff x="0" y="0"/>
          <a:chExt cx="0" cy="0"/>
        </a:xfrm>
      </p:grpSpPr>
      <p:sp>
        <p:nvSpPr>
          <p:cNvPr id="3687" name="Google Shape;3687;p99"/>
          <p:cNvSpPr txBox="1"/>
          <p:nvPr>
            <p:ph idx="1" type="body"/>
          </p:nvPr>
        </p:nvSpPr>
        <p:spPr>
          <a:xfrm>
            <a:off x="94297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8" name="Google Shape;3688;p99"/>
          <p:cNvSpPr txBox="1"/>
          <p:nvPr>
            <p:ph idx="2" type="body"/>
          </p:nvPr>
        </p:nvSpPr>
        <p:spPr>
          <a:xfrm>
            <a:off x="857250" y="2814638"/>
            <a:ext cx="7991400" cy="63294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89" name="Google Shape;3689;p9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0" name="Google Shape;3690;p99"/>
          <p:cNvSpPr txBox="1"/>
          <p:nvPr>
            <p:ph idx="3"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1" name="Google Shape;3691;p99"/>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692" name="Google Shape;3692;p99"/>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 Blue">
  <p:cSld name="TITLE_1_1_1_1_1_1_1_1_1">
    <p:bg>
      <p:bgPr>
        <a:solidFill>
          <a:schemeClr val="accent6"/>
        </a:solidFill>
      </p:bgPr>
    </p:bg>
    <p:spTree>
      <p:nvGrpSpPr>
        <p:cNvPr id="3693" name="Shape 3693"/>
        <p:cNvGrpSpPr/>
        <p:nvPr/>
      </p:nvGrpSpPr>
      <p:grpSpPr>
        <a:xfrm>
          <a:off x="0" y="0"/>
          <a:ext cx="0" cy="0"/>
          <a:chOff x="0" y="0"/>
          <a:chExt cx="0" cy="0"/>
        </a:xfrm>
      </p:grpSpPr>
      <p:sp>
        <p:nvSpPr>
          <p:cNvPr id="3694" name="Google Shape;3694;p100"/>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5" name="Google Shape;3695;p10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696" name="Google Shape;3696;p100"/>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697" name="Google Shape;3697;p100"/>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698" name="Google Shape;3698;p100"/>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699" name="Google Shape;3699;p100"/>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0" name="Google Shape;3700;p10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Basic - Three column 1 - White">
  <p:cSld name="TITLE_1_1_1_1_1_1_1_1_1_1">
    <p:bg>
      <p:bgPr>
        <a:solidFill>
          <a:srgbClr val="FFFEFE"/>
        </a:solidFill>
      </p:bgPr>
    </p:bg>
    <p:spTree>
      <p:nvGrpSpPr>
        <p:cNvPr id="3701" name="Shape 3701"/>
        <p:cNvGrpSpPr/>
        <p:nvPr/>
      </p:nvGrpSpPr>
      <p:grpSpPr>
        <a:xfrm>
          <a:off x="0" y="0"/>
          <a:ext cx="0" cy="0"/>
          <a:chOff x="0" y="0"/>
          <a:chExt cx="0" cy="0"/>
        </a:xfrm>
      </p:grpSpPr>
      <p:sp>
        <p:nvSpPr>
          <p:cNvPr id="3702" name="Google Shape;3702;p101"/>
          <p:cNvSpPr txBox="1"/>
          <p:nvPr>
            <p:ph idx="1" type="body"/>
          </p:nvPr>
        </p:nvSpPr>
        <p:spPr>
          <a:xfrm>
            <a:off x="85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3" name="Google Shape;3703;p10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04" name="Google Shape;3704;p101"/>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05" name="Google Shape;3705;p101"/>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06" name="Google Shape;3706;p101"/>
          <p:cNvSpPr txBox="1"/>
          <p:nvPr>
            <p:ph idx="4" type="body"/>
          </p:nvPr>
        </p:nvSpPr>
        <p:spPr>
          <a:xfrm>
            <a:off x="6572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07" name="Google Shape;3707;p101"/>
          <p:cNvSpPr txBox="1"/>
          <p:nvPr>
            <p:ph idx="5" type="body"/>
          </p:nvPr>
        </p:nvSpPr>
        <p:spPr>
          <a:xfrm>
            <a:off x="12287250" y="2814638"/>
            <a:ext cx="5143500" cy="63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08" name="Google Shape;3708;p10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p:cSld name="CUSTOM">
    <p:bg>
      <p:bgPr>
        <a:solidFill>
          <a:schemeClr val="accent6"/>
        </a:solidFill>
      </p:bgPr>
    </p:bg>
    <p:spTree>
      <p:nvGrpSpPr>
        <p:cNvPr id="3709" name="Shape 3709"/>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p:cSld name="CUSTOM_1">
    <p:bg>
      <p:bgPr>
        <a:solidFill>
          <a:schemeClr val="accent6"/>
        </a:solidFill>
      </p:bgPr>
    </p:bg>
    <p:spTree>
      <p:nvGrpSpPr>
        <p:cNvPr id="3710" name="Shape 3710"/>
        <p:cNvGrpSpPr/>
        <p:nvPr/>
      </p:nvGrpSpPr>
      <p:grpSpPr>
        <a:xfrm>
          <a:off x="0" y="0"/>
          <a:ext cx="0" cy="0"/>
          <a:chOff x="0" y="0"/>
          <a:chExt cx="0" cy="0"/>
        </a:xfrm>
      </p:grpSpPr>
      <p:pic>
        <p:nvPicPr>
          <p:cNvPr id="3711" name="Google Shape;3711;p10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Image Right">
  <p:cSld name="TITLE_1_1_1_1_1_1_1_1_1_1_1_1">
    <p:bg>
      <p:bgPr>
        <a:solidFill>
          <a:schemeClr val="accent6"/>
        </a:solidFill>
      </p:bgPr>
    </p:bg>
    <p:spTree>
      <p:nvGrpSpPr>
        <p:cNvPr id="3712" name="Shape 3712"/>
        <p:cNvGrpSpPr/>
        <p:nvPr/>
      </p:nvGrpSpPr>
      <p:grpSpPr>
        <a:xfrm>
          <a:off x="0" y="0"/>
          <a:ext cx="0" cy="0"/>
          <a:chOff x="0" y="0"/>
          <a:chExt cx="0" cy="0"/>
        </a:xfrm>
      </p:grpSpPr>
      <p:sp>
        <p:nvSpPr>
          <p:cNvPr id="3713" name="Google Shape;3713;p104"/>
          <p:cNvSpPr txBox="1"/>
          <p:nvPr>
            <p:ph type="title"/>
          </p:nvPr>
        </p:nvSpPr>
        <p:spPr>
          <a:xfrm>
            <a:off x="857250" y="838200"/>
            <a:ext cx="108585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14" name="Google Shape;3714;p104"/>
          <p:cNvSpPr txBox="1"/>
          <p:nvPr>
            <p:ph idx="1" type="subTitle"/>
          </p:nvPr>
        </p:nvSpPr>
        <p:spPr>
          <a:xfrm>
            <a:off x="857250" y="2468880"/>
            <a:ext cx="10858500" cy="8571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15" name="Google Shape;3715;p104"/>
          <p:cNvSpPr txBox="1"/>
          <p:nvPr>
            <p:ph idx="2"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16" name="Google Shape;3716;p104"/>
          <p:cNvSpPr txBox="1"/>
          <p:nvPr>
            <p:ph idx="3" type="body"/>
          </p:nvPr>
        </p:nvSpPr>
        <p:spPr>
          <a:xfrm>
            <a:off x="857250" y="3399472"/>
            <a:ext cx="10858500" cy="57435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17" name="Google Shape;3717;p104"/>
          <p:cNvPicPr preferRelativeResize="0"/>
          <p:nvPr/>
        </p:nvPicPr>
        <p:blipFill>
          <a:blip r:embed="rId2">
            <a:alphaModFix/>
          </a:blip>
          <a:stretch>
            <a:fillRect/>
          </a:stretch>
        </p:blipFill>
        <p:spPr>
          <a:xfrm>
            <a:off x="16459200" y="8989629"/>
            <a:ext cx="953599" cy="667523"/>
          </a:xfrm>
          <a:prstGeom prst="rect">
            <a:avLst/>
          </a:prstGeom>
          <a:noFill/>
          <a:ln>
            <a:noFill/>
          </a:ln>
        </p:spPr>
      </p:pic>
      <p:sp>
        <p:nvSpPr>
          <p:cNvPr id="3718" name="Google Shape;3718;p104"/>
          <p:cNvSpPr/>
          <p:nvPr>
            <p:ph idx="4" type="pic"/>
          </p:nvPr>
        </p:nvSpPr>
        <p:spPr>
          <a:xfrm>
            <a:off x="12287250" y="855345"/>
            <a:ext cx="5142600" cy="7728600"/>
          </a:xfrm>
          <a:prstGeom prst="roundRect">
            <a:avLst>
              <a:gd fmla="val 7640" name="adj"/>
            </a:avLst>
          </a:prstGeom>
          <a:noFill/>
          <a:ln>
            <a:noFill/>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Large Image Right">
  <p:cSld name="TITLE_1_1_1_1_1_1_1_1_1_1_1_1_1_1_1">
    <p:bg>
      <p:bgPr>
        <a:solidFill>
          <a:schemeClr val="accent6"/>
        </a:solidFill>
      </p:bgPr>
    </p:bg>
    <p:spTree>
      <p:nvGrpSpPr>
        <p:cNvPr id="3719" name="Shape 3719"/>
        <p:cNvGrpSpPr/>
        <p:nvPr/>
      </p:nvGrpSpPr>
      <p:grpSpPr>
        <a:xfrm>
          <a:off x="0" y="0"/>
          <a:ext cx="0" cy="0"/>
          <a:chOff x="0" y="0"/>
          <a:chExt cx="0" cy="0"/>
        </a:xfrm>
      </p:grpSpPr>
      <p:sp>
        <p:nvSpPr>
          <p:cNvPr id="3720" name="Google Shape;3720;p105"/>
          <p:cNvSpPr/>
          <p:nvPr>
            <p:ph idx="2" type="pic"/>
          </p:nvPr>
        </p:nvSpPr>
        <p:spPr>
          <a:xfrm>
            <a:off x="9151620" y="0"/>
            <a:ext cx="9394500" cy="10295700"/>
          </a:xfrm>
          <a:prstGeom prst="roundRect">
            <a:avLst>
              <a:gd fmla="val 3341" name="adj"/>
            </a:avLst>
          </a:prstGeom>
          <a:noFill/>
          <a:ln>
            <a:noFill/>
          </a:ln>
        </p:spPr>
      </p:sp>
      <p:sp>
        <p:nvSpPr>
          <p:cNvPr id="3721" name="Google Shape;3721;p105"/>
          <p:cNvSpPr txBox="1"/>
          <p:nvPr>
            <p:ph type="title"/>
          </p:nvPr>
        </p:nvSpPr>
        <p:spPr>
          <a:xfrm>
            <a:off x="857250" y="838200"/>
            <a:ext cx="77154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22" name="Google Shape;3722;p105"/>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23" name="Google Shape;3723;p105"/>
          <p:cNvSpPr txBox="1"/>
          <p:nvPr>
            <p:ph idx="3" type="body"/>
          </p:nvPr>
        </p:nvSpPr>
        <p:spPr>
          <a:xfrm>
            <a:off x="857250" y="9620250"/>
            <a:ext cx="11636100" cy="2481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24" name="Google Shape;3724;p105"/>
          <p:cNvSpPr txBox="1"/>
          <p:nvPr>
            <p:ph idx="4" type="body"/>
          </p:nvPr>
        </p:nvSpPr>
        <p:spPr>
          <a:xfrm>
            <a:off x="857250" y="3399472"/>
            <a:ext cx="7715100" cy="5737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25" name="Google Shape;3725;p105"/>
          <p:cNvPicPr preferRelativeResize="0"/>
          <p:nvPr/>
        </p:nvPicPr>
        <p:blipFill>
          <a:blip r:embed="rId2">
            <a:alphaModFix/>
          </a:blip>
          <a:stretch>
            <a:fillRect/>
          </a:stretch>
        </p:blipFill>
        <p:spPr>
          <a:xfrm>
            <a:off x="16459200" y="8989629"/>
            <a:ext cx="953599" cy="667523"/>
          </a:xfrm>
          <a:prstGeom prst="rect">
            <a:avLst/>
          </a:prstGeom>
          <a:noFill/>
          <a:ln>
            <a:noFill/>
          </a:ln>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Split Screen">
  <p:cSld name="TITLE_1_1_1_1_1_1_1_1_1_1_1_1_1_1_1_1_1_1">
    <p:bg>
      <p:bgPr>
        <a:solidFill>
          <a:schemeClr val="accent6"/>
        </a:solidFill>
      </p:bgPr>
    </p:bg>
    <p:spTree>
      <p:nvGrpSpPr>
        <p:cNvPr id="3726" name="Shape 3726"/>
        <p:cNvGrpSpPr/>
        <p:nvPr/>
      </p:nvGrpSpPr>
      <p:grpSpPr>
        <a:xfrm>
          <a:off x="0" y="0"/>
          <a:ext cx="0" cy="0"/>
          <a:chOff x="0" y="0"/>
          <a:chExt cx="0" cy="0"/>
        </a:xfrm>
      </p:grpSpPr>
      <p:sp>
        <p:nvSpPr>
          <p:cNvPr id="3727" name="Google Shape;3727;p106"/>
          <p:cNvSpPr txBox="1"/>
          <p:nvPr>
            <p:ph idx="1" type="body"/>
          </p:nvPr>
        </p:nvSpPr>
        <p:spPr>
          <a:xfrm>
            <a:off x="857250" y="3399472"/>
            <a:ext cx="7620000" cy="57378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3728" name="Google Shape;3728;p106"/>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729" name="Google Shape;3729;p106"/>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30" name="Google Shape;3730;p106"/>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1" name="Google Shape;3731;p106"/>
          <p:cNvSpPr txBox="1"/>
          <p:nvPr>
            <p:ph idx="2"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2" name="Google Shape;3732;p106"/>
          <p:cNvSpPr txBox="1"/>
          <p:nvPr>
            <p:ph idx="3" type="body"/>
          </p:nvPr>
        </p:nvSpPr>
        <p:spPr>
          <a:xfrm>
            <a:off x="857250" y="9620250"/>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Blue">
  <p:cSld name="TITLE_1_1_1_1_1_1_1_1_1_1_1_1_1_1_1_1_1_1_1_1">
    <p:bg>
      <p:bgPr>
        <a:solidFill>
          <a:schemeClr val="accent6"/>
        </a:solidFill>
      </p:bgPr>
    </p:bg>
    <p:spTree>
      <p:nvGrpSpPr>
        <p:cNvPr id="3733" name="Shape 3733"/>
        <p:cNvGrpSpPr/>
        <p:nvPr/>
      </p:nvGrpSpPr>
      <p:grpSpPr>
        <a:xfrm>
          <a:off x="0" y="0"/>
          <a:ext cx="0" cy="0"/>
          <a:chOff x="0" y="0"/>
          <a:chExt cx="0" cy="0"/>
        </a:xfrm>
      </p:grpSpPr>
      <p:sp>
        <p:nvSpPr>
          <p:cNvPr id="3734" name="Google Shape;3734;p107"/>
          <p:cNvSpPr/>
          <p:nvPr/>
        </p:nvSpPr>
        <p:spPr>
          <a:xfrm>
            <a:off x="857250" y="2854969"/>
            <a:ext cx="165735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35" name="Google Shape;3735;p107"/>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36" name="Google Shape;3736;p107"/>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37" name="Google Shape;3737;p107"/>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38" name="Google Shape;3738;p107"/>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39" name="Google Shape;3739;p107"/>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Large - White">
  <p:cSld name="TITLE_1_1_1_1_1_1_1_1_1_1_1_1_1_1_1_1_1_1_1_1_2_1">
    <p:bg>
      <p:bgPr>
        <a:solidFill>
          <a:srgbClr val="FFFEFE"/>
        </a:solidFill>
      </p:bgPr>
    </p:bg>
    <p:spTree>
      <p:nvGrpSpPr>
        <p:cNvPr id="3740" name="Shape 3740"/>
        <p:cNvGrpSpPr/>
        <p:nvPr/>
      </p:nvGrpSpPr>
      <p:grpSpPr>
        <a:xfrm>
          <a:off x="0" y="0"/>
          <a:ext cx="0" cy="0"/>
          <a:chOff x="0" y="0"/>
          <a:chExt cx="0" cy="0"/>
        </a:xfrm>
      </p:grpSpPr>
      <p:sp>
        <p:nvSpPr>
          <p:cNvPr id="3741" name="Google Shape;3741;p108"/>
          <p:cNvSpPr/>
          <p:nvPr/>
        </p:nvSpPr>
        <p:spPr>
          <a:xfrm>
            <a:off x="857250" y="2854969"/>
            <a:ext cx="165735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2" name="Google Shape;3742;p108"/>
          <p:cNvSpPr txBox="1"/>
          <p:nvPr>
            <p:ph idx="1" type="body"/>
          </p:nvPr>
        </p:nvSpPr>
        <p:spPr>
          <a:xfrm>
            <a:off x="1143000" y="3113722"/>
            <a:ext cx="1600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43" name="Google Shape;3743;p10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44" name="Google Shape;3744;p108"/>
          <p:cNvSpPr txBox="1"/>
          <p:nvPr>
            <p:ph idx="2"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45" name="Google Shape;3745;p108"/>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46" name="Google Shape;3746;p10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Blue">
  <p:cSld name="TITLE_1_1_1_1_1_1_1_1_1_1_1_1_1_1_1_1_1_1_1_1_2_2">
    <p:bg>
      <p:bgPr>
        <a:solidFill>
          <a:schemeClr val="accent6"/>
        </a:solidFill>
      </p:bgPr>
    </p:bg>
    <p:spTree>
      <p:nvGrpSpPr>
        <p:cNvPr id="3747" name="Shape 3747"/>
        <p:cNvGrpSpPr/>
        <p:nvPr/>
      </p:nvGrpSpPr>
      <p:grpSpPr>
        <a:xfrm>
          <a:off x="0" y="0"/>
          <a:ext cx="0" cy="0"/>
          <a:chOff x="0" y="0"/>
          <a:chExt cx="0" cy="0"/>
        </a:xfrm>
      </p:grpSpPr>
      <p:sp>
        <p:nvSpPr>
          <p:cNvPr id="3748" name="Google Shape;3748;p109"/>
          <p:cNvSpPr/>
          <p:nvPr/>
        </p:nvSpPr>
        <p:spPr>
          <a:xfrm>
            <a:off x="857250" y="2432700"/>
            <a:ext cx="16573500" cy="71781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49" name="Google Shape;3749;p10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0" name="Google Shape;3750;p10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1" name="Google Shape;3751;p10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2" name="Google Shape;3752;p10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53" name="Google Shape;3753;p109"/>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ard - XLarge - White">
  <p:cSld name="TITLE_1_1_1_1_1_1_1_1_1_1_1_1_1_1_1_1_1_1_1_1_2_2_1">
    <p:bg>
      <p:bgPr>
        <a:solidFill>
          <a:schemeClr val="lt1"/>
        </a:solidFill>
      </p:bgPr>
    </p:bg>
    <p:spTree>
      <p:nvGrpSpPr>
        <p:cNvPr id="3754" name="Shape 3754"/>
        <p:cNvGrpSpPr/>
        <p:nvPr/>
      </p:nvGrpSpPr>
      <p:grpSpPr>
        <a:xfrm>
          <a:off x="0" y="0"/>
          <a:ext cx="0" cy="0"/>
          <a:chOff x="0" y="0"/>
          <a:chExt cx="0" cy="0"/>
        </a:xfrm>
      </p:grpSpPr>
      <p:sp>
        <p:nvSpPr>
          <p:cNvPr id="3755" name="Google Shape;3755;p110"/>
          <p:cNvSpPr/>
          <p:nvPr/>
        </p:nvSpPr>
        <p:spPr>
          <a:xfrm>
            <a:off x="857250" y="2432700"/>
            <a:ext cx="16573500" cy="71781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FFFE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56" name="Google Shape;3756;p11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57" name="Google Shape;3757;p110"/>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58" name="Google Shape;3758;p110"/>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59" name="Google Shape;3759;p110"/>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760" name="Google Shape;3760;p110"/>
          <p:cNvSpPr txBox="1"/>
          <p:nvPr>
            <p:ph idx="3" type="body"/>
          </p:nvPr>
        </p:nvSpPr>
        <p:spPr>
          <a:xfrm>
            <a:off x="1143000" y="2755175"/>
            <a:ext cx="16002000" cy="65793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Blue">
  <p:cSld name="TITLE_1_1_1_1_1_1_1_1_1_1_1_1_1_1_1_1_1_1_1_1_1">
    <p:bg>
      <p:bgPr>
        <a:solidFill>
          <a:schemeClr val="accent6"/>
        </a:solidFill>
      </p:bgPr>
    </p:bg>
    <p:spTree>
      <p:nvGrpSpPr>
        <p:cNvPr id="3761" name="Shape 3761"/>
        <p:cNvGrpSpPr/>
        <p:nvPr/>
      </p:nvGrpSpPr>
      <p:grpSpPr>
        <a:xfrm>
          <a:off x="0" y="0"/>
          <a:ext cx="0" cy="0"/>
          <a:chOff x="0" y="0"/>
          <a:chExt cx="0" cy="0"/>
        </a:xfrm>
      </p:grpSpPr>
      <p:sp>
        <p:nvSpPr>
          <p:cNvPr id="3762" name="Google Shape;3762;p111"/>
          <p:cNvSpPr/>
          <p:nvPr/>
        </p:nvSpPr>
        <p:spPr>
          <a:xfrm>
            <a:off x="857250"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3" name="Google Shape;3763;p111"/>
          <p:cNvSpPr/>
          <p:nvPr/>
        </p:nvSpPr>
        <p:spPr>
          <a:xfrm>
            <a:off x="9425372" y="2854969"/>
            <a:ext cx="8001000" cy="6288900"/>
          </a:xfrm>
          <a:prstGeom prst="roundRect">
            <a:avLst>
              <a:gd fmla="val 454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64" name="Google Shape;3764;p11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65" name="Google Shape;3765;p11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66" name="Google Shape;3766;p111"/>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7" name="Google Shape;3767;p111"/>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68" name="Google Shape;3768;p111"/>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69" name="Google Shape;3769;p11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ard - Two up - White">
  <p:cSld name="TITLE_1_1_1_1_1_1_1_1_1_1_1_1_1_1_1_1_1_1_1_1_1_2_1">
    <p:bg>
      <p:bgPr>
        <a:solidFill>
          <a:srgbClr val="FFFEFE"/>
        </a:solidFill>
      </p:bgPr>
    </p:bg>
    <p:spTree>
      <p:nvGrpSpPr>
        <p:cNvPr id="3770" name="Shape 3770"/>
        <p:cNvGrpSpPr/>
        <p:nvPr/>
      </p:nvGrpSpPr>
      <p:grpSpPr>
        <a:xfrm>
          <a:off x="0" y="0"/>
          <a:ext cx="0" cy="0"/>
          <a:chOff x="0" y="0"/>
          <a:chExt cx="0" cy="0"/>
        </a:xfrm>
      </p:grpSpPr>
      <p:sp>
        <p:nvSpPr>
          <p:cNvPr id="3771" name="Google Shape;3771;p112"/>
          <p:cNvSpPr/>
          <p:nvPr/>
        </p:nvSpPr>
        <p:spPr>
          <a:xfrm>
            <a:off x="857250"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2" name="Google Shape;3772;p112"/>
          <p:cNvSpPr/>
          <p:nvPr/>
        </p:nvSpPr>
        <p:spPr>
          <a:xfrm>
            <a:off x="9425372" y="2854969"/>
            <a:ext cx="8001000" cy="6288900"/>
          </a:xfrm>
          <a:prstGeom prst="roundRect">
            <a:avLst>
              <a:gd fmla="val 4544"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73" name="Google Shape;3773;p11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74" name="Google Shape;3774;p112"/>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75" name="Google Shape;3775;p112"/>
          <p:cNvSpPr txBox="1"/>
          <p:nvPr>
            <p:ph idx="2" type="body"/>
          </p:nvPr>
        </p:nvSpPr>
        <p:spPr>
          <a:xfrm>
            <a:off x="1143000"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6" name="Google Shape;3776;p112"/>
          <p:cNvSpPr txBox="1"/>
          <p:nvPr>
            <p:ph idx="3" type="body"/>
          </p:nvPr>
        </p:nvSpPr>
        <p:spPr>
          <a:xfrm>
            <a:off x="9710738" y="3113722"/>
            <a:ext cx="74295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77" name="Google Shape;3777;p112"/>
          <p:cNvSpPr txBox="1"/>
          <p:nvPr>
            <p:ph idx="4"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778" name="Google Shape;3778;p112"/>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Blue">
  <p:cSld name="TITLE_1_1_1_1_1_1_1_1_1_1_1_1_1_1_1_1_1_1_1_1_1_1">
    <p:bg>
      <p:bgPr>
        <a:solidFill>
          <a:schemeClr val="accent6"/>
        </a:solidFill>
      </p:bgPr>
    </p:bg>
    <p:spTree>
      <p:nvGrpSpPr>
        <p:cNvPr id="3779" name="Shape 3779"/>
        <p:cNvGrpSpPr/>
        <p:nvPr/>
      </p:nvGrpSpPr>
      <p:grpSpPr>
        <a:xfrm>
          <a:off x="0" y="0"/>
          <a:ext cx="0" cy="0"/>
          <a:chOff x="0" y="0"/>
          <a:chExt cx="0" cy="0"/>
        </a:xfrm>
      </p:grpSpPr>
      <p:sp>
        <p:nvSpPr>
          <p:cNvPr id="3780" name="Google Shape;3780;p113"/>
          <p:cNvSpPr/>
          <p:nvPr/>
        </p:nvSpPr>
        <p:spPr>
          <a:xfrm>
            <a:off x="85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1" name="Google Shape;3781;p113"/>
          <p:cNvSpPr/>
          <p:nvPr/>
        </p:nvSpPr>
        <p:spPr>
          <a:xfrm>
            <a:off x="6572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2" name="Google Shape;3782;p113"/>
          <p:cNvSpPr/>
          <p:nvPr/>
        </p:nvSpPr>
        <p:spPr>
          <a:xfrm>
            <a:off x="12287250" y="2854382"/>
            <a:ext cx="5143500" cy="6288900"/>
          </a:xfrm>
          <a:prstGeom prst="roundRect">
            <a:avLst>
              <a:gd fmla="val 5556"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83" name="Google Shape;3783;p11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84" name="Google Shape;3784;p11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85" name="Google Shape;3785;p11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86" name="Google Shape;3786;p113"/>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7" name="Google Shape;3787;p113"/>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88" name="Google Shape;3788;p113"/>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789" name="Google Shape;3789;p113"/>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ard - Three up - White">
  <p:cSld name="TITLE_1_1_1_1_1_1_1_1_1_1_1_1_1_1_1_1_1_1_1_1_1_1_2">
    <p:bg>
      <p:bgPr>
        <a:solidFill>
          <a:schemeClr val="lt1"/>
        </a:solidFill>
      </p:bgPr>
    </p:bg>
    <p:spTree>
      <p:nvGrpSpPr>
        <p:cNvPr id="3790" name="Shape 3790"/>
        <p:cNvGrpSpPr/>
        <p:nvPr/>
      </p:nvGrpSpPr>
      <p:grpSpPr>
        <a:xfrm>
          <a:off x="0" y="0"/>
          <a:ext cx="0" cy="0"/>
          <a:chOff x="0" y="0"/>
          <a:chExt cx="0" cy="0"/>
        </a:xfrm>
      </p:grpSpPr>
      <p:sp>
        <p:nvSpPr>
          <p:cNvPr id="3791" name="Google Shape;3791;p114"/>
          <p:cNvSpPr/>
          <p:nvPr/>
        </p:nvSpPr>
        <p:spPr>
          <a:xfrm>
            <a:off x="85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2" name="Google Shape;3792;p114"/>
          <p:cNvSpPr/>
          <p:nvPr/>
        </p:nvSpPr>
        <p:spPr>
          <a:xfrm>
            <a:off x="6572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3" name="Google Shape;3793;p114"/>
          <p:cNvSpPr/>
          <p:nvPr/>
        </p:nvSpPr>
        <p:spPr>
          <a:xfrm>
            <a:off x="12287250" y="2854382"/>
            <a:ext cx="5143500" cy="6288900"/>
          </a:xfrm>
          <a:prstGeom prst="roundRect">
            <a:avLst>
              <a:gd fmla="val 5556"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794" name="Google Shape;3794;p114"/>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795" name="Google Shape;3795;p114"/>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796" name="Google Shape;3796;p114"/>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797" name="Google Shape;3797;p114"/>
          <p:cNvSpPr txBox="1"/>
          <p:nvPr>
            <p:ph idx="3" type="body"/>
          </p:nvPr>
        </p:nvSpPr>
        <p:spPr>
          <a:xfrm>
            <a:off x="1143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8" name="Google Shape;3798;p114"/>
          <p:cNvSpPr txBox="1"/>
          <p:nvPr>
            <p:ph idx="4" type="body"/>
          </p:nvPr>
        </p:nvSpPr>
        <p:spPr>
          <a:xfrm>
            <a:off x="6858000" y="3113722"/>
            <a:ext cx="45720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799" name="Google Shape;3799;p114"/>
          <p:cNvSpPr txBox="1"/>
          <p:nvPr>
            <p:ph idx="5" type="body"/>
          </p:nvPr>
        </p:nvSpPr>
        <p:spPr>
          <a:xfrm>
            <a:off x="12568238" y="3113722"/>
            <a:ext cx="4581600" cy="57150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Char char="●"/>
              <a:defRPr sz="3000"/>
            </a:lvl1pPr>
            <a:lvl2pPr indent="-393700" lvl="1" marL="914400">
              <a:spcBef>
                <a:spcPts val="1800"/>
              </a:spcBef>
              <a:spcAft>
                <a:spcPts val="0"/>
              </a:spcAft>
              <a:buSzPts val="2600"/>
              <a:buChar char="○"/>
              <a:defRPr sz="2600"/>
            </a:lvl2pPr>
            <a:lvl3pPr indent="-381000" lvl="2" marL="1371600">
              <a:spcBef>
                <a:spcPts val="1800"/>
              </a:spcBef>
              <a:spcAft>
                <a:spcPts val="0"/>
              </a:spcAft>
              <a:buSzPts val="2400"/>
              <a:buChar char="■"/>
              <a:defRPr sz="2400"/>
            </a:lvl3pPr>
            <a:lvl4pPr indent="-368300" lvl="3" marL="1828800">
              <a:spcBef>
                <a:spcPts val="1800"/>
              </a:spcBef>
              <a:spcAft>
                <a:spcPts val="0"/>
              </a:spcAft>
              <a:buSzPts val="2200"/>
              <a:buChar char="●"/>
              <a:defRPr sz="2200"/>
            </a:lvl4pPr>
            <a:lvl5pPr indent="-355600" lvl="4" marL="2286000">
              <a:spcBef>
                <a:spcPts val="1800"/>
              </a:spcBef>
              <a:spcAft>
                <a:spcPts val="0"/>
              </a:spcAft>
              <a:buSzPts val="2000"/>
              <a:buChar char="○"/>
              <a:defRPr sz="20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00" name="Google Shape;3800;p114"/>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Blue">
  <p:cSld name="TITLE_1_1_1_1_1_1_1_1_1_1_1_1_1_1_1_1_1_1_1_1_1_1_1">
    <p:bg>
      <p:bgPr>
        <a:solidFill>
          <a:schemeClr val="accent6"/>
        </a:solidFill>
      </p:bgPr>
    </p:bg>
    <p:spTree>
      <p:nvGrpSpPr>
        <p:cNvPr id="3801" name="Shape 3801"/>
        <p:cNvGrpSpPr/>
        <p:nvPr/>
      </p:nvGrpSpPr>
      <p:grpSpPr>
        <a:xfrm>
          <a:off x="0" y="0"/>
          <a:ext cx="0" cy="0"/>
          <a:chOff x="0" y="0"/>
          <a:chExt cx="0" cy="0"/>
        </a:xfrm>
      </p:grpSpPr>
      <p:sp>
        <p:nvSpPr>
          <p:cNvPr id="3802" name="Google Shape;3802;p115"/>
          <p:cNvSpPr/>
          <p:nvPr/>
        </p:nvSpPr>
        <p:spPr>
          <a:xfrm>
            <a:off x="85725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3" name="Google Shape;3803;p115"/>
          <p:cNvSpPr/>
          <p:nvPr/>
        </p:nvSpPr>
        <p:spPr>
          <a:xfrm>
            <a:off x="5145917"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4" name="Google Shape;3804;p115"/>
          <p:cNvSpPr/>
          <p:nvPr/>
        </p:nvSpPr>
        <p:spPr>
          <a:xfrm>
            <a:off x="9434585"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5" name="Google Shape;3805;p115"/>
          <p:cNvSpPr/>
          <p:nvPr/>
        </p:nvSpPr>
        <p:spPr>
          <a:xfrm>
            <a:off x="13716000" y="2854969"/>
            <a:ext cx="3711900" cy="62889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06" name="Google Shape;3806;p115"/>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07" name="Google Shape;3807;p115"/>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08" name="Google Shape;3808;p115"/>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09" name="Google Shape;3809;p115"/>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0" name="Google Shape;3810;p115"/>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1" name="Google Shape;3811;p115"/>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12" name="Google Shape;3812;p115"/>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13" name="Google Shape;3813;p115"/>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White">
  <p:cSld name="TITLE_1_1_1_1_1_1_1_1_1_1_1_1_1_1_1_1_1_1_1_1_1_1_1_2_1">
    <p:bg>
      <p:bgPr>
        <a:solidFill>
          <a:srgbClr val="FFFEFE"/>
        </a:solidFill>
      </p:bgPr>
    </p:bg>
    <p:spTree>
      <p:nvGrpSpPr>
        <p:cNvPr id="3814" name="Shape 3814"/>
        <p:cNvGrpSpPr/>
        <p:nvPr/>
      </p:nvGrpSpPr>
      <p:grpSpPr>
        <a:xfrm>
          <a:off x="0" y="0"/>
          <a:ext cx="0" cy="0"/>
          <a:chOff x="0" y="0"/>
          <a:chExt cx="0" cy="0"/>
        </a:xfrm>
      </p:grpSpPr>
      <p:sp>
        <p:nvSpPr>
          <p:cNvPr id="3815" name="Google Shape;3815;p116"/>
          <p:cNvSpPr/>
          <p:nvPr/>
        </p:nvSpPr>
        <p:spPr>
          <a:xfrm>
            <a:off x="85725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6" name="Google Shape;3816;p116"/>
          <p:cNvSpPr/>
          <p:nvPr/>
        </p:nvSpPr>
        <p:spPr>
          <a:xfrm>
            <a:off x="5145917"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7" name="Google Shape;3817;p116"/>
          <p:cNvSpPr/>
          <p:nvPr/>
        </p:nvSpPr>
        <p:spPr>
          <a:xfrm>
            <a:off x="9434585"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8" name="Google Shape;3818;p116"/>
          <p:cNvSpPr/>
          <p:nvPr/>
        </p:nvSpPr>
        <p:spPr>
          <a:xfrm>
            <a:off x="13716000" y="2854969"/>
            <a:ext cx="3711900" cy="6288900"/>
          </a:xfrm>
          <a:prstGeom prst="roundRect">
            <a:avLst>
              <a:gd fmla="val 7699" name="adj"/>
            </a:avLst>
          </a:prstGeom>
          <a:solidFill>
            <a:srgbClr val="EAF5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3819" name="Google Shape;3819;p116"/>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sp>
        <p:nvSpPr>
          <p:cNvPr id="3820" name="Google Shape;3820;p116"/>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21" name="Google Shape;3821;p116"/>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822" name="Google Shape;3822;p116"/>
          <p:cNvSpPr txBox="1"/>
          <p:nvPr>
            <p:ph idx="3" type="body"/>
          </p:nvPr>
        </p:nvSpPr>
        <p:spPr>
          <a:xfrm>
            <a:off x="11430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3" name="Google Shape;3823;p116"/>
          <p:cNvSpPr txBox="1"/>
          <p:nvPr>
            <p:ph idx="4" type="body"/>
          </p:nvPr>
        </p:nvSpPr>
        <p:spPr>
          <a:xfrm>
            <a:off x="5430203"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4" name="Google Shape;3824;p116"/>
          <p:cNvSpPr txBox="1"/>
          <p:nvPr>
            <p:ph idx="5" type="body"/>
          </p:nvPr>
        </p:nvSpPr>
        <p:spPr>
          <a:xfrm>
            <a:off x="9715500"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825" name="Google Shape;3825;p116"/>
          <p:cNvSpPr txBox="1"/>
          <p:nvPr>
            <p:ph idx="6" type="body"/>
          </p:nvPr>
        </p:nvSpPr>
        <p:spPr>
          <a:xfrm>
            <a:off x="13996988" y="3113722"/>
            <a:ext cx="3143400" cy="57150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pic>
        <p:nvPicPr>
          <p:cNvPr id="3826" name="Google Shape;3826;p116"/>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ard - Four up - Astro">
  <p:cSld name="TITLE_1_1_1_1_1_1_1_1_1_1_1_1_1_1_1_1_1_1_1_1_1_1_1_1_3">
    <p:bg>
      <p:bgPr>
        <a:solidFill>
          <a:schemeClr val="accent6"/>
        </a:solidFill>
      </p:bgPr>
    </p:bg>
    <p:spTree>
      <p:nvGrpSpPr>
        <p:cNvPr id="3827" name="Shape 3827"/>
        <p:cNvGrpSpPr/>
        <p:nvPr/>
      </p:nvGrpSpPr>
      <p:grpSpPr>
        <a:xfrm>
          <a:off x="0" y="0"/>
          <a:ext cx="0" cy="0"/>
          <a:chOff x="0" y="0"/>
          <a:chExt cx="0" cy="0"/>
        </a:xfrm>
      </p:grpSpPr>
      <p:pic>
        <p:nvPicPr>
          <p:cNvPr descr="alt=&quot;&quot;" id="3828" name="Google Shape;3828;p117"/>
          <p:cNvPicPr preferRelativeResize="0"/>
          <p:nvPr/>
        </p:nvPicPr>
        <p:blipFill rotWithShape="1">
          <a:blip r:embed="rId2">
            <a:alphaModFix/>
          </a:blip>
          <a:srcRect b="0" l="0" r="0" t="0"/>
          <a:stretch/>
        </p:blipFill>
        <p:spPr>
          <a:xfrm rot="-1107206">
            <a:off x="1389316" y="2684208"/>
            <a:ext cx="485211" cy="491419"/>
          </a:xfrm>
          <a:prstGeom prst="rect">
            <a:avLst/>
          </a:prstGeom>
          <a:noFill/>
          <a:ln>
            <a:noFill/>
          </a:ln>
        </p:spPr>
      </p:pic>
      <p:pic>
        <p:nvPicPr>
          <p:cNvPr descr="alt=&quot;&quot;" id="3829" name="Google Shape;3829;p117"/>
          <p:cNvPicPr preferRelativeResize="0"/>
          <p:nvPr/>
        </p:nvPicPr>
        <p:blipFill rotWithShape="1">
          <a:blip r:embed="rId2">
            <a:alphaModFix/>
          </a:blip>
          <a:srcRect b="0" l="0" r="0" t="0"/>
          <a:stretch/>
        </p:blipFill>
        <p:spPr>
          <a:xfrm rot="613168">
            <a:off x="16191756" y="4305922"/>
            <a:ext cx="339935" cy="344269"/>
          </a:xfrm>
          <a:prstGeom prst="rect">
            <a:avLst/>
          </a:prstGeom>
          <a:noFill/>
          <a:ln>
            <a:noFill/>
          </a:ln>
        </p:spPr>
      </p:pic>
      <p:pic>
        <p:nvPicPr>
          <p:cNvPr id="3830" name="Google Shape;3830;p117" title="astro.png"/>
          <p:cNvPicPr preferRelativeResize="0"/>
          <p:nvPr/>
        </p:nvPicPr>
        <p:blipFill rotWithShape="1">
          <a:blip r:embed="rId3">
            <a:alphaModFix/>
          </a:blip>
          <a:srcRect b="0" l="10" r="10" t="0"/>
          <a:stretch/>
        </p:blipFill>
        <p:spPr>
          <a:xfrm>
            <a:off x="14226100" y="5326975"/>
            <a:ext cx="3498100" cy="4264350"/>
          </a:xfrm>
          <a:prstGeom prst="rect">
            <a:avLst/>
          </a:prstGeom>
          <a:noFill/>
          <a:ln>
            <a:noFill/>
          </a:ln>
        </p:spPr>
      </p:pic>
      <p:sp>
        <p:nvSpPr>
          <p:cNvPr id="3831" name="Google Shape;3831;p117"/>
          <p:cNvSpPr/>
          <p:nvPr/>
        </p:nvSpPr>
        <p:spPr>
          <a:xfrm>
            <a:off x="4544129"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2" name="Google Shape;3832;p117"/>
          <p:cNvSpPr/>
          <p:nvPr/>
        </p:nvSpPr>
        <p:spPr>
          <a:xfrm>
            <a:off x="852137" y="363505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pic>
        <p:nvPicPr>
          <p:cNvPr id="3833" name="Google Shape;3833;p117"/>
          <p:cNvPicPr preferRelativeResize="0"/>
          <p:nvPr/>
        </p:nvPicPr>
        <p:blipFill>
          <a:blip r:embed="rId4">
            <a:alphaModFix/>
          </a:blip>
          <a:stretch>
            <a:fillRect/>
          </a:stretch>
        </p:blipFill>
        <p:spPr>
          <a:xfrm>
            <a:off x="16550000" y="848191"/>
            <a:ext cx="953599" cy="667526"/>
          </a:xfrm>
          <a:prstGeom prst="rect">
            <a:avLst/>
          </a:prstGeom>
          <a:noFill/>
          <a:ln>
            <a:noFill/>
          </a:ln>
        </p:spPr>
      </p:pic>
      <p:pic>
        <p:nvPicPr>
          <p:cNvPr descr="alt=&quot;&quot;" id="3834" name="Google Shape;3834;p117"/>
          <p:cNvPicPr preferRelativeResize="0"/>
          <p:nvPr/>
        </p:nvPicPr>
        <p:blipFill>
          <a:blip r:embed="rId5">
            <a:alphaModFix amt="60000"/>
          </a:blip>
          <a:stretch>
            <a:fillRect/>
          </a:stretch>
        </p:blipFill>
        <p:spPr>
          <a:xfrm>
            <a:off x="852140" y="8019375"/>
            <a:ext cx="3396895" cy="1981876"/>
          </a:xfrm>
          <a:prstGeom prst="rect">
            <a:avLst/>
          </a:prstGeom>
          <a:noFill/>
          <a:ln>
            <a:noFill/>
          </a:ln>
        </p:spPr>
      </p:pic>
      <p:pic>
        <p:nvPicPr>
          <p:cNvPr descr="alt=&quot;&quot;" id="3835" name="Google Shape;3835;p117"/>
          <p:cNvPicPr preferRelativeResize="0"/>
          <p:nvPr/>
        </p:nvPicPr>
        <p:blipFill>
          <a:blip r:embed="rId5">
            <a:alphaModFix amt="60000"/>
          </a:blip>
          <a:stretch>
            <a:fillRect/>
          </a:stretch>
        </p:blipFill>
        <p:spPr>
          <a:xfrm>
            <a:off x="4544131" y="8019375"/>
            <a:ext cx="3396895" cy="1981876"/>
          </a:xfrm>
          <a:prstGeom prst="rect">
            <a:avLst/>
          </a:prstGeom>
          <a:noFill/>
          <a:ln>
            <a:noFill/>
          </a:ln>
        </p:spPr>
      </p:pic>
      <p:pic>
        <p:nvPicPr>
          <p:cNvPr descr="alt=&quot;&quot;" id="3836" name="Google Shape;3836;p117"/>
          <p:cNvPicPr preferRelativeResize="0"/>
          <p:nvPr/>
        </p:nvPicPr>
        <p:blipFill>
          <a:blip r:embed="rId5">
            <a:alphaModFix amt="60000"/>
          </a:blip>
          <a:stretch>
            <a:fillRect/>
          </a:stretch>
        </p:blipFill>
        <p:spPr>
          <a:xfrm>
            <a:off x="8245862" y="8019375"/>
            <a:ext cx="3396895" cy="1981876"/>
          </a:xfrm>
          <a:prstGeom prst="rect">
            <a:avLst/>
          </a:prstGeom>
          <a:noFill/>
          <a:ln>
            <a:noFill/>
          </a:ln>
        </p:spPr>
      </p:pic>
      <p:pic>
        <p:nvPicPr>
          <p:cNvPr descr="alt=&quot;&quot;" id="3837" name="Google Shape;3837;p117"/>
          <p:cNvPicPr preferRelativeResize="0"/>
          <p:nvPr/>
        </p:nvPicPr>
        <p:blipFill>
          <a:blip r:embed="rId5">
            <a:alphaModFix amt="60000"/>
          </a:blip>
          <a:stretch>
            <a:fillRect/>
          </a:stretch>
        </p:blipFill>
        <p:spPr>
          <a:xfrm>
            <a:off x="11964528" y="8019375"/>
            <a:ext cx="3396895" cy="1981876"/>
          </a:xfrm>
          <a:prstGeom prst="rect">
            <a:avLst/>
          </a:prstGeom>
          <a:noFill/>
          <a:ln>
            <a:noFill/>
          </a:ln>
        </p:spPr>
      </p:pic>
      <p:sp>
        <p:nvSpPr>
          <p:cNvPr id="3838" name="Google Shape;3838;p117"/>
          <p:cNvSpPr/>
          <p:nvPr/>
        </p:nvSpPr>
        <p:spPr>
          <a:xfrm>
            <a:off x="8245860" y="3635050"/>
            <a:ext cx="3396900" cy="48144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39" name="Google Shape;3839;p117"/>
          <p:cNvSpPr txBox="1"/>
          <p:nvPr>
            <p:ph type="title"/>
          </p:nvPr>
        </p:nvSpPr>
        <p:spPr>
          <a:xfrm>
            <a:off x="8524013"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0" name="Google Shape;3840;p117"/>
          <p:cNvSpPr/>
          <p:nvPr/>
        </p:nvSpPr>
        <p:spPr>
          <a:xfrm>
            <a:off x="11964525" y="3635300"/>
            <a:ext cx="3396900" cy="4814100"/>
          </a:xfrm>
          <a:prstGeom prst="roundRect">
            <a:avLst>
              <a:gd fmla="val 7699"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3841" name="Google Shape;3841;p117"/>
          <p:cNvSpPr txBox="1"/>
          <p:nvPr>
            <p:ph idx="2" type="title"/>
          </p:nvPr>
        </p:nvSpPr>
        <p:spPr>
          <a:xfrm>
            <a:off x="12231826" y="4722027"/>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42" name="Google Shape;3842;p117"/>
          <p:cNvSpPr/>
          <p:nvPr/>
        </p:nvSpPr>
        <p:spPr>
          <a:xfrm>
            <a:off x="1890287"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1</a:t>
            </a:r>
            <a:endParaRPr sz="3000">
              <a:solidFill>
                <a:schemeClr val="lt1"/>
              </a:solidFill>
              <a:latin typeface="Avant Garde Demi SFDC"/>
              <a:ea typeface="Avant Garde Demi SFDC"/>
              <a:cs typeface="Avant Garde Demi SFDC"/>
              <a:sym typeface="Avant Garde Demi SFDC"/>
            </a:endParaRPr>
          </a:p>
        </p:txBody>
      </p:sp>
      <p:sp>
        <p:nvSpPr>
          <p:cNvPr id="3843" name="Google Shape;3843;p117"/>
          <p:cNvSpPr/>
          <p:nvPr/>
        </p:nvSpPr>
        <p:spPr>
          <a:xfrm>
            <a:off x="9292463"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3</a:t>
            </a:r>
            <a:endParaRPr sz="3000">
              <a:solidFill>
                <a:schemeClr val="lt1"/>
              </a:solidFill>
              <a:latin typeface="Avant Garde Demi SFDC"/>
              <a:ea typeface="Avant Garde Demi SFDC"/>
              <a:cs typeface="Avant Garde Demi SFDC"/>
              <a:sym typeface="Avant Garde Demi SFDC"/>
            </a:endParaRPr>
          </a:p>
        </p:txBody>
      </p:sp>
      <p:sp>
        <p:nvSpPr>
          <p:cNvPr id="3844" name="Google Shape;3844;p117"/>
          <p:cNvSpPr/>
          <p:nvPr/>
        </p:nvSpPr>
        <p:spPr>
          <a:xfrm>
            <a:off x="13000276"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4</a:t>
            </a:r>
            <a:endParaRPr sz="3000">
              <a:solidFill>
                <a:schemeClr val="lt1"/>
              </a:solidFill>
              <a:latin typeface="Avant Garde Demi SFDC"/>
              <a:ea typeface="Avant Garde Demi SFDC"/>
              <a:cs typeface="Avant Garde Demi SFDC"/>
              <a:sym typeface="Avant Garde Demi SFDC"/>
            </a:endParaRPr>
          </a:p>
        </p:txBody>
      </p:sp>
      <p:sp>
        <p:nvSpPr>
          <p:cNvPr id="3845" name="Google Shape;3845;p117"/>
          <p:cNvSpPr/>
          <p:nvPr/>
        </p:nvSpPr>
        <p:spPr>
          <a:xfrm>
            <a:off x="5587138" y="2919025"/>
            <a:ext cx="1320600" cy="1320600"/>
          </a:xfrm>
          <a:prstGeom prst="ellipse">
            <a:avLst/>
          </a:prstGeom>
          <a:solidFill>
            <a:srgbClr val="0250D9"/>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rPr lang="en" sz="3000">
                <a:solidFill>
                  <a:schemeClr val="lt1"/>
                </a:solidFill>
                <a:latin typeface="Avant Garde Demi SFDC"/>
                <a:ea typeface="Avant Garde Demi SFDC"/>
                <a:cs typeface="Avant Garde Demi SFDC"/>
                <a:sym typeface="Avant Garde Demi SFDC"/>
              </a:rPr>
              <a:t>2</a:t>
            </a:r>
            <a:endParaRPr sz="3000">
              <a:solidFill>
                <a:schemeClr val="lt1"/>
              </a:solidFill>
              <a:latin typeface="Avant Garde Demi SFDC"/>
              <a:ea typeface="Avant Garde Demi SFDC"/>
              <a:cs typeface="Avant Garde Demi SFDC"/>
              <a:sym typeface="Avant Garde Demi SFDC"/>
            </a:endParaRPr>
          </a:p>
        </p:txBody>
      </p:sp>
      <p:pic>
        <p:nvPicPr>
          <p:cNvPr descr="alt=&quot;&quot;" id="3846" name="Google Shape;3846;p117"/>
          <p:cNvPicPr preferRelativeResize="0"/>
          <p:nvPr/>
        </p:nvPicPr>
        <p:blipFill rotWithShape="1">
          <a:blip r:embed="rId2">
            <a:alphaModFix/>
          </a:blip>
          <a:srcRect b="0" l="0" r="0" t="0"/>
          <a:stretch/>
        </p:blipFill>
        <p:spPr>
          <a:xfrm rot="-519600">
            <a:off x="15671379" y="4601860"/>
            <a:ext cx="485211" cy="491419"/>
          </a:xfrm>
          <a:prstGeom prst="rect">
            <a:avLst/>
          </a:prstGeom>
          <a:noFill/>
          <a:ln>
            <a:noFill/>
          </a:ln>
        </p:spPr>
      </p:pic>
      <p:pic>
        <p:nvPicPr>
          <p:cNvPr descr="alt=&quot;&quot;" id="3847" name="Google Shape;3847;p117"/>
          <p:cNvPicPr preferRelativeResize="0"/>
          <p:nvPr/>
        </p:nvPicPr>
        <p:blipFill rotWithShape="1">
          <a:blip r:embed="rId2">
            <a:alphaModFix/>
          </a:blip>
          <a:srcRect b="0" l="0" r="0" t="0"/>
          <a:stretch/>
        </p:blipFill>
        <p:spPr>
          <a:xfrm rot="450588">
            <a:off x="16514704" y="4846289"/>
            <a:ext cx="189095" cy="191530"/>
          </a:xfrm>
          <a:prstGeom prst="rect">
            <a:avLst/>
          </a:prstGeom>
          <a:noFill/>
          <a:ln>
            <a:noFill/>
          </a:ln>
        </p:spPr>
      </p:pic>
      <p:pic>
        <p:nvPicPr>
          <p:cNvPr descr="alt=&quot;&quot;" id="3848" name="Google Shape;3848;p117"/>
          <p:cNvPicPr preferRelativeResize="0"/>
          <p:nvPr/>
        </p:nvPicPr>
        <p:blipFill rotWithShape="1">
          <a:blip r:embed="rId2">
            <a:alphaModFix/>
          </a:blip>
          <a:srcRect b="0" l="0" r="0" t="0"/>
          <a:stretch/>
        </p:blipFill>
        <p:spPr>
          <a:xfrm rot="450588">
            <a:off x="1180359" y="3247550"/>
            <a:ext cx="189095" cy="191530"/>
          </a:xfrm>
          <a:prstGeom prst="rect">
            <a:avLst/>
          </a:prstGeom>
          <a:noFill/>
          <a:ln>
            <a:noFill/>
          </a:ln>
        </p:spPr>
      </p:pic>
      <p:sp>
        <p:nvSpPr>
          <p:cNvPr id="3849" name="Google Shape;3849;p117"/>
          <p:cNvSpPr txBox="1"/>
          <p:nvPr>
            <p:ph idx="1" type="subTitle"/>
          </p:nvPr>
        </p:nvSpPr>
        <p:spPr>
          <a:xfrm>
            <a:off x="844721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0" name="Google Shape;3850;p117"/>
          <p:cNvSpPr txBox="1"/>
          <p:nvPr>
            <p:ph idx="3" type="subTitle"/>
          </p:nvPr>
        </p:nvSpPr>
        <p:spPr>
          <a:xfrm>
            <a:off x="12155026"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1" name="Google Shape;3851;p117"/>
          <p:cNvSpPr txBox="1"/>
          <p:nvPr>
            <p:ph idx="4" type="title"/>
          </p:nvPr>
        </p:nvSpPr>
        <p:spPr>
          <a:xfrm>
            <a:off x="4818675"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2" name="Google Shape;3852;p117"/>
          <p:cNvSpPr txBox="1"/>
          <p:nvPr>
            <p:ph idx="5" type="subTitle"/>
          </p:nvPr>
        </p:nvSpPr>
        <p:spPr>
          <a:xfrm>
            <a:off x="4741882"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sp>
        <p:nvSpPr>
          <p:cNvPr id="3853" name="Google Shape;3853;p117"/>
          <p:cNvSpPr txBox="1"/>
          <p:nvPr>
            <p:ph idx="6" type="title"/>
          </p:nvPr>
        </p:nvSpPr>
        <p:spPr>
          <a:xfrm>
            <a:off x="1123064" y="4722023"/>
            <a:ext cx="2857500" cy="857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000"/>
              <a:buNone/>
              <a:defRPr sz="3000"/>
            </a:lvl1pPr>
            <a:lvl2pPr lvl="1" algn="ctr">
              <a:lnSpc>
                <a:spcPct val="90000"/>
              </a:lnSpc>
              <a:spcBef>
                <a:spcPts val="0"/>
              </a:spcBef>
              <a:spcAft>
                <a:spcPts val="0"/>
              </a:spcAft>
              <a:buSzPts val="3000"/>
              <a:buNone/>
              <a:defRPr sz="3000"/>
            </a:lvl2pPr>
            <a:lvl3pPr lvl="2" algn="ctr">
              <a:lnSpc>
                <a:spcPct val="90000"/>
              </a:lnSpc>
              <a:spcBef>
                <a:spcPts val="0"/>
              </a:spcBef>
              <a:spcAft>
                <a:spcPts val="0"/>
              </a:spcAft>
              <a:buSzPts val="3000"/>
              <a:buNone/>
              <a:defRPr sz="3000"/>
            </a:lvl3pPr>
            <a:lvl4pPr lvl="3" algn="ctr">
              <a:lnSpc>
                <a:spcPct val="90000"/>
              </a:lnSpc>
              <a:spcBef>
                <a:spcPts val="0"/>
              </a:spcBef>
              <a:spcAft>
                <a:spcPts val="0"/>
              </a:spcAft>
              <a:buSzPts val="3000"/>
              <a:buNone/>
              <a:defRPr sz="3000"/>
            </a:lvl4pPr>
            <a:lvl5pPr lvl="4" algn="ctr">
              <a:lnSpc>
                <a:spcPct val="90000"/>
              </a:lnSpc>
              <a:spcBef>
                <a:spcPts val="0"/>
              </a:spcBef>
              <a:spcAft>
                <a:spcPts val="0"/>
              </a:spcAft>
              <a:buSzPts val="3000"/>
              <a:buNone/>
              <a:defRPr sz="3000"/>
            </a:lvl5pPr>
            <a:lvl6pPr lvl="5" algn="ctr">
              <a:lnSpc>
                <a:spcPct val="90000"/>
              </a:lnSpc>
              <a:spcBef>
                <a:spcPts val="0"/>
              </a:spcBef>
              <a:spcAft>
                <a:spcPts val="0"/>
              </a:spcAft>
              <a:buSzPts val="3000"/>
              <a:buNone/>
              <a:defRPr sz="3000"/>
            </a:lvl6pPr>
            <a:lvl7pPr lvl="6" algn="ctr">
              <a:lnSpc>
                <a:spcPct val="90000"/>
              </a:lnSpc>
              <a:spcBef>
                <a:spcPts val="0"/>
              </a:spcBef>
              <a:spcAft>
                <a:spcPts val="0"/>
              </a:spcAft>
              <a:buSzPts val="3000"/>
              <a:buNone/>
              <a:defRPr sz="3000"/>
            </a:lvl7pPr>
            <a:lvl8pPr lvl="7" algn="ctr">
              <a:lnSpc>
                <a:spcPct val="90000"/>
              </a:lnSpc>
              <a:spcBef>
                <a:spcPts val="0"/>
              </a:spcBef>
              <a:spcAft>
                <a:spcPts val="0"/>
              </a:spcAft>
              <a:buSzPts val="3000"/>
              <a:buNone/>
              <a:defRPr sz="3000"/>
            </a:lvl8pPr>
            <a:lvl9pPr lvl="8" algn="ctr">
              <a:lnSpc>
                <a:spcPct val="90000"/>
              </a:lnSpc>
              <a:spcBef>
                <a:spcPts val="0"/>
              </a:spcBef>
              <a:spcAft>
                <a:spcPts val="0"/>
              </a:spcAft>
              <a:buSzPts val="3000"/>
              <a:buNone/>
              <a:defRPr sz="3000"/>
            </a:lvl9pPr>
          </a:lstStyle>
          <a:p/>
        </p:txBody>
      </p:sp>
      <p:sp>
        <p:nvSpPr>
          <p:cNvPr id="3854" name="Google Shape;3854;p117"/>
          <p:cNvSpPr txBox="1"/>
          <p:nvPr>
            <p:ph idx="7" type="subTitle"/>
          </p:nvPr>
        </p:nvSpPr>
        <p:spPr>
          <a:xfrm>
            <a:off x="1046275" y="5819625"/>
            <a:ext cx="3011100" cy="23340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2000"/>
              <a:buNone/>
              <a:defRPr sz="2000"/>
            </a:lvl1pPr>
            <a:lvl2pPr lvl="1" algn="ctr">
              <a:spcBef>
                <a:spcPts val="0"/>
              </a:spcBef>
              <a:spcAft>
                <a:spcPts val="0"/>
              </a:spcAft>
              <a:buSzPts val="2000"/>
              <a:buNone/>
              <a:defRPr sz="2000"/>
            </a:lvl2pPr>
            <a:lvl3pPr lvl="2" algn="ctr">
              <a:spcBef>
                <a:spcPts val="1800"/>
              </a:spcBef>
              <a:spcAft>
                <a:spcPts val="0"/>
              </a:spcAft>
              <a:buSzPts val="2000"/>
              <a:buNone/>
              <a:defRPr sz="2000"/>
            </a:lvl3pPr>
            <a:lvl4pPr lvl="3" algn="ctr">
              <a:spcBef>
                <a:spcPts val="1800"/>
              </a:spcBef>
              <a:spcAft>
                <a:spcPts val="0"/>
              </a:spcAft>
              <a:buSzPts val="2000"/>
              <a:buNone/>
              <a:defRPr sz="2000"/>
            </a:lvl4pPr>
            <a:lvl5pPr lvl="4" algn="ctr">
              <a:spcBef>
                <a:spcPts val="1800"/>
              </a:spcBef>
              <a:spcAft>
                <a:spcPts val="0"/>
              </a:spcAft>
              <a:buSzPts val="2000"/>
              <a:buNone/>
              <a:defRPr/>
            </a:lvl5pPr>
            <a:lvl6pPr lvl="5" algn="ctr">
              <a:spcBef>
                <a:spcPts val="1800"/>
              </a:spcBef>
              <a:spcAft>
                <a:spcPts val="0"/>
              </a:spcAft>
              <a:buSzPts val="2000"/>
              <a:buNone/>
              <a:defRPr sz="2000"/>
            </a:lvl6pPr>
            <a:lvl7pPr lvl="6" algn="ctr">
              <a:spcBef>
                <a:spcPts val="1800"/>
              </a:spcBef>
              <a:spcAft>
                <a:spcPts val="0"/>
              </a:spcAft>
              <a:buSzPts val="2000"/>
              <a:buNone/>
              <a:defRPr sz="2000"/>
            </a:lvl7pPr>
            <a:lvl8pPr lvl="7" algn="ctr">
              <a:spcBef>
                <a:spcPts val="1800"/>
              </a:spcBef>
              <a:spcAft>
                <a:spcPts val="0"/>
              </a:spcAft>
              <a:buSzPts val="2000"/>
              <a:buNone/>
              <a:defRPr sz="2000"/>
            </a:lvl8pPr>
            <a:lvl9pPr lvl="8" algn="ctr">
              <a:spcBef>
                <a:spcPts val="1800"/>
              </a:spcBef>
              <a:spcAft>
                <a:spcPts val="1800"/>
              </a:spcAft>
              <a:buSzPts val="2000"/>
              <a:buNone/>
              <a:defRPr sz="2000"/>
            </a:lvl9pPr>
          </a:lstStyle>
          <a:p/>
        </p:txBody>
      </p:sp>
      <p:pic>
        <p:nvPicPr>
          <p:cNvPr descr="alt=&quot;&quot;" id="3855" name="Google Shape;3855;p117"/>
          <p:cNvPicPr preferRelativeResize="0"/>
          <p:nvPr/>
        </p:nvPicPr>
        <p:blipFill>
          <a:blip r:embed="rId5">
            <a:alphaModFix amt="60000"/>
          </a:blip>
          <a:stretch>
            <a:fillRect/>
          </a:stretch>
        </p:blipFill>
        <p:spPr>
          <a:xfrm>
            <a:off x="14354899" y="8743727"/>
            <a:ext cx="2857498" cy="1667169"/>
          </a:xfrm>
          <a:prstGeom prst="rect">
            <a:avLst/>
          </a:prstGeom>
          <a:noFill/>
          <a:ln>
            <a:noFill/>
          </a:ln>
        </p:spPr>
      </p:pic>
      <p:sp>
        <p:nvSpPr>
          <p:cNvPr id="3856" name="Google Shape;3856;p117"/>
          <p:cNvSpPr txBox="1"/>
          <p:nvPr>
            <p:ph idx="8"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57" name="Google Shape;3857;p117"/>
          <p:cNvSpPr txBox="1"/>
          <p:nvPr>
            <p:ph idx="9" type="subTitle"/>
          </p:nvPr>
        </p:nvSpPr>
        <p:spPr>
          <a:xfrm>
            <a:off x="857250" y="1704975"/>
            <a:ext cx="15144900" cy="762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3858" name="Google Shape;3858;p117"/>
          <p:cNvSpPr txBox="1"/>
          <p:nvPr>
            <p:ph idx="1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Blue">
  <p:cSld name="TITLE_1_1_1_1_1_1_1_1_1_1_1_1_1_1_1_1_1_1_1_1_1_1_1_1">
    <p:bg>
      <p:bgPr>
        <a:solidFill>
          <a:schemeClr val="accent6"/>
        </a:solidFill>
      </p:bgPr>
    </p:bg>
    <p:spTree>
      <p:nvGrpSpPr>
        <p:cNvPr id="3859" name="Shape 3859"/>
        <p:cNvGrpSpPr/>
        <p:nvPr/>
      </p:nvGrpSpPr>
      <p:grpSpPr>
        <a:xfrm>
          <a:off x="0" y="0"/>
          <a:ext cx="0" cy="0"/>
          <a:chOff x="0" y="0"/>
          <a:chExt cx="0" cy="0"/>
        </a:xfrm>
      </p:grpSpPr>
      <p:sp>
        <p:nvSpPr>
          <p:cNvPr id="3860" name="Google Shape;3860;p118"/>
          <p:cNvSpPr/>
          <p:nvPr/>
        </p:nvSpPr>
        <p:spPr>
          <a:xfrm>
            <a:off x="7641721"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1" name="Google Shape;3861;p118"/>
          <p:cNvSpPr/>
          <p:nvPr/>
        </p:nvSpPr>
        <p:spPr>
          <a:xfrm>
            <a:off x="4249485"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2" name="Google Shape;3862;p118"/>
          <p:cNvSpPr/>
          <p:nvPr/>
        </p:nvSpPr>
        <p:spPr>
          <a:xfrm>
            <a:off x="11033956"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3" name="Google Shape;3863;p118"/>
          <p:cNvSpPr/>
          <p:nvPr/>
        </p:nvSpPr>
        <p:spPr>
          <a:xfrm>
            <a:off x="857250" y="2852566"/>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4" name="Google Shape;3864;p118"/>
          <p:cNvSpPr/>
          <p:nvPr/>
        </p:nvSpPr>
        <p:spPr>
          <a:xfrm>
            <a:off x="14426175" y="2852550"/>
            <a:ext cx="3077400" cy="6288900"/>
          </a:xfrm>
          <a:prstGeom prst="roundRect">
            <a:avLst>
              <a:gd fmla="val 6092" name="adj"/>
            </a:avLst>
          </a:prstGeom>
          <a:solidFill>
            <a:srgbClr val="FFFFFF"/>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65" name="Google Shape;3865;p118"/>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66" name="Google Shape;3866;p118"/>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67" name="Google Shape;3867;p118"/>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68" name="Google Shape;3868;p118"/>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69" name="Google Shape;3869;p118"/>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0" name="Google Shape;3870;p118"/>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1" name="Google Shape;3871;p118"/>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2" name="Google Shape;3872;p118"/>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73" name="Google Shape;3873;p118"/>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White">
  <p:cSld name="TITLE_1_1_1_1_1_1_1_1_1_1_1_1_1_1_1_1_1_1_1_1_1_1_1_1_2_1">
    <p:bg>
      <p:bgPr>
        <a:solidFill>
          <a:srgbClr val="FFFEFE"/>
        </a:solidFill>
      </p:bgPr>
    </p:bg>
    <p:spTree>
      <p:nvGrpSpPr>
        <p:cNvPr id="3874" name="Shape 3874"/>
        <p:cNvGrpSpPr/>
        <p:nvPr/>
      </p:nvGrpSpPr>
      <p:grpSpPr>
        <a:xfrm>
          <a:off x="0" y="0"/>
          <a:ext cx="0" cy="0"/>
          <a:chOff x="0" y="0"/>
          <a:chExt cx="0" cy="0"/>
        </a:xfrm>
      </p:grpSpPr>
      <p:sp>
        <p:nvSpPr>
          <p:cNvPr id="3875" name="Google Shape;3875;p119"/>
          <p:cNvSpPr/>
          <p:nvPr/>
        </p:nvSpPr>
        <p:spPr>
          <a:xfrm>
            <a:off x="7641721"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6" name="Google Shape;3876;p119"/>
          <p:cNvSpPr/>
          <p:nvPr/>
        </p:nvSpPr>
        <p:spPr>
          <a:xfrm>
            <a:off x="4249485"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7" name="Google Shape;3877;p119"/>
          <p:cNvSpPr/>
          <p:nvPr/>
        </p:nvSpPr>
        <p:spPr>
          <a:xfrm>
            <a:off x="11033956"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8" name="Google Shape;3878;p119"/>
          <p:cNvSpPr/>
          <p:nvPr/>
        </p:nvSpPr>
        <p:spPr>
          <a:xfrm>
            <a:off x="857250" y="2852566"/>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79" name="Google Shape;3879;p119"/>
          <p:cNvSpPr/>
          <p:nvPr/>
        </p:nvSpPr>
        <p:spPr>
          <a:xfrm>
            <a:off x="14426175" y="2852550"/>
            <a:ext cx="3077400" cy="6288900"/>
          </a:xfrm>
          <a:prstGeom prst="roundRect">
            <a:avLst>
              <a:gd fmla="val 6092" name="adj"/>
            </a:avLst>
          </a:prstGeom>
          <a:solidFill>
            <a:srgbClr val="EAF5FE"/>
          </a:solidFill>
          <a:ln>
            <a:noFill/>
          </a:ln>
        </p:spPr>
        <p:txBody>
          <a:bodyPr anchorCtr="0" anchor="ctr" bIns="137250" lIns="137250" spcFirstLastPara="1" rIns="137250" wrap="square" tIns="137250">
            <a:noAutofit/>
          </a:bodyPr>
          <a:lstStyle/>
          <a:p>
            <a:pPr indent="0" lvl="0" marL="0" marR="0" rtl="0" algn="l">
              <a:lnSpc>
                <a:spcPct val="100000"/>
              </a:lnSpc>
              <a:spcBef>
                <a:spcPts val="0"/>
              </a:spcBef>
              <a:spcAft>
                <a:spcPts val="0"/>
              </a:spcAft>
              <a:buNone/>
            </a:pPr>
            <a:r>
              <a:t/>
            </a:r>
            <a:endParaRPr sz="2102"/>
          </a:p>
        </p:txBody>
      </p:sp>
      <p:sp>
        <p:nvSpPr>
          <p:cNvPr id="3880" name="Google Shape;3880;p11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81" name="Google Shape;3881;p119"/>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0"/>
              </a:spcBef>
              <a:spcAft>
                <a:spcPts val="0"/>
              </a:spcAft>
              <a:buSzPts val="2400"/>
              <a:buNone/>
              <a:defRPr/>
            </a:lvl3pPr>
            <a:lvl4pPr lvl="3">
              <a:spcBef>
                <a:spcPts val="0"/>
              </a:spcBef>
              <a:spcAft>
                <a:spcPts val="0"/>
              </a:spcAft>
              <a:buSzPts val="2200"/>
              <a:buNone/>
              <a:defRPr/>
            </a:lvl4pPr>
            <a:lvl5pPr lvl="4">
              <a:spcBef>
                <a:spcPts val="0"/>
              </a:spcBef>
              <a:spcAft>
                <a:spcPts val="0"/>
              </a:spcAft>
              <a:buSzPts val="20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3882" name="Google Shape;3882;p119"/>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3883" name="Google Shape;3883;p11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884" name="Google Shape;3884;p119"/>
          <p:cNvSpPr txBox="1"/>
          <p:nvPr>
            <p:ph idx="3" type="body"/>
          </p:nvPr>
        </p:nvSpPr>
        <p:spPr>
          <a:xfrm>
            <a:off x="11100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5" name="Google Shape;3885;p119"/>
          <p:cNvSpPr txBox="1"/>
          <p:nvPr>
            <p:ph idx="4" type="body"/>
          </p:nvPr>
        </p:nvSpPr>
        <p:spPr>
          <a:xfrm>
            <a:off x="4502238"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6" name="Google Shape;3886;p119"/>
          <p:cNvSpPr txBox="1"/>
          <p:nvPr>
            <p:ph idx="5" type="body"/>
          </p:nvPr>
        </p:nvSpPr>
        <p:spPr>
          <a:xfrm>
            <a:off x="78944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7" name="Google Shape;3887;p119"/>
          <p:cNvSpPr txBox="1"/>
          <p:nvPr>
            <p:ph idx="6" type="body"/>
          </p:nvPr>
        </p:nvSpPr>
        <p:spPr>
          <a:xfrm>
            <a:off x="1128670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
        <p:nvSpPr>
          <p:cNvPr id="3888" name="Google Shape;3888;p119"/>
          <p:cNvSpPr txBox="1"/>
          <p:nvPr>
            <p:ph idx="7" type="body"/>
          </p:nvPr>
        </p:nvSpPr>
        <p:spPr>
          <a:xfrm>
            <a:off x="14678950" y="3113725"/>
            <a:ext cx="2571900" cy="5753100"/>
          </a:xfrm>
          <a:prstGeom prst="rect">
            <a:avLst/>
          </a:prstGeom>
        </p:spPr>
        <p:txBody>
          <a:bodyPr anchorCtr="0" anchor="t" bIns="0" lIns="0" spcFirstLastPara="1" rIns="0" wrap="square" tIns="0">
            <a:noAutofit/>
          </a:bodyPr>
          <a:lstStyle>
            <a:lvl1pPr indent="-381000" lvl="0" marL="457200">
              <a:spcBef>
                <a:spcPts val="0"/>
              </a:spcBef>
              <a:spcAft>
                <a:spcPts val="0"/>
              </a:spcAft>
              <a:buSzPts val="2400"/>
              <a:buChar char="●"/>
              <a:defRPr sz="2400"/>
            </a:lvl1pPr>
            <a:lvl2pPr indent="-368300" lvl="1" marL="914400">
              <a:spcBef>
                <a:spcPts val="1800"/>
              </a:spcBef>
              <a:spcAft>
                <a:spcPts val="0"/>
              </a:spcAft>
              <a:buSzPts val="2200"/>
              <a:buChar char="○"/>
              <a:defRPr sz="2200"/>
            </a:lvl2pPr>
            <a:lvl3pPr indent="-355600" lvl="2" marL="1371600">
              <a:spcBef>
                <a:spcPts val="1800"/>
              </a:spcBef>
              <a:spcAft>
                <a:spcPts val="0"/>
              </a:spcAft>
              <a:buSzPts val="2000"/>
              <a:buChar char="■"/>
              <a:defRPr sz="2000"/>
            </a:lvl3pPr>
            <a:lvl4pPr indent="-342900" lvl="3" marL="1828800">
              <a:spcBef>
                <a:spcPts val="1800"/>
              </a:spcBef>
              <a:spcAft>
                <a:spcPts val="0"/>
              </a:spcAft>
              <a:buSzPts val="1800"/>
              <a:buChar char="●"/>
              <a:defRPr sz="1800"/>
            </a:lvl4pPr>
            <a:lvl5pPr indent="-330200" lvl="4" marL="2286000">
              <a:spcBef>
                <a:spcPts val="1800"/>
              </a:spcBef>
              <a:spcAft>
                <a:spcPts val="0"/>
              </a:spcAft>
              <a:buSzPts val="1600"/>
              <a:buChar char="○"/>
              <a:defRPr sz="1600"/>
            </a:lvl5pPr>
            <a:lvl6pPr indent="-330200" lvl="5" marL="2743200">
              <a:spcBef>
                <a:spcPts val="1800"/>
              </a:spcBef>
              <a:spcAft>
                <a:spcPts val="0"/>
              </a:spcAft>
              <a:buSzPts val="1600"/>
              <a:buChar char="■"/>
              <a:defRPr sz="1600"/>
            </a:lvl6pPr>
            <a:lvl7pPr indent="-330200" lvl="6" marL="3200400">
              <a:spcBef>
                <a:spcPts val="1800"/>
              </a:spcBef>
              <a:spcAft>
                <a:spcPts val="0"/>
              </a:spcAft>
              <a:buSzPts val="1600"/>
              <a:buChar char="●"/>
              <a:defRPr sz="1600"/>
            </a:lvl7pPr>
            <a:lvl8pPr indent="-330200" lvl="7" marL="3657600">
              <a:spcBef>
                <a:spcPts val="1800"/>
              </a:spcBef>
              <a:spcAft>
                <a:spcPts val="0"/>
              </a:spcAft>
              <a:buSzPts val="1600"/>
              <a:buChar char="○"/>
              <a:defRPr sz="1600"/>
            </a:lvl8pPr>
            <a:lvl9pPr indent="-330200" lvl="8" marL="4114800">
              <a:spcBef>
                <a:spcPts val="1800"/>
              </a:spcBef>
              <a:spcAft>
                <a:spcPts val="1800"/>
              </a:spcAft>
              <a:buSzPts val="1600"/>
              <a:buChar char="■"/>
              <a:defRPr sz="16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ard – Five up_var2">
  <p:cSld name="Basic_4_1_3_1_1_1_1_1_1_1_1_1_1_1_1_1_1_1_3_2_1_1_1_2">
    <p:bg>
      <p:bgPr>
        <a:solidFill>
          <a:schemeClr val="accent6"/>
        </a:solidFill>
      </p:bgPr>
    </p:bg>
    <p:spTree>
      <p:nvGrpSpPr>
        <p:cNvPr id="3889" name="Shape 3889"/>
        <p:cNvGrpSpPr/>
        <p:nvPr/>
      </p:nvGrpSpPr>
      <p:grpSpPr>
        <a:xfrm>
          <a:off x="0" y="0"/>
          <a:ext cx="0" cy="0"/>
          <a:chOff x="0" y="0"/>
          <a:chExt cx="0" cy="0"/>
        </a:xfrm>
      </p:grpSpPr>
      <p:sp>
        <p:nvSpPr>
          <p:cNvPr id="3890" name="Google Shape;3890;p120"/>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891" name="Google Shape;3891;p120"/>
          <p:cNvSpPr/>
          <p:nvPr/>
        </p:nvSpPr>
        <p:spPr>
          <a:xfrm>
            <a:off x="9345709"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2" name="Google Shape;3892;p120"/>
          <p:cNvSpPr/>
          <p:nvPr/>
        </p:nvSpPr>
        <p:spPr>
          <a:xfrm>
            <a:off x="5106355"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3" name="Google Shape;3893;p120"/>
          <p:cNvSpPr/>
          <p:nvPr/>
        </p:nvSpPr>
        <p:spPr>
          <a:xfrm>
            <a:off x="13585063"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4" name="Google Shape;3894;p120"/>
          <p:cNvSpPr/>
          <p:nvPr/>
        </p:nvSpPr>
        <p:spPr>
          <a:xfrm>
            <a:off x="867001" y="2024213"/>
            <a:ext cx="3845700" cy="4937100"/>
          </a:xfrm>
          <a:prstGeom prst="roundRect">
            <a:avLst>
              <a:gd fmla="val 5245"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5" name="Google Shape;3895;p120"/>
          <p:cNvSpPr/>
          <p:nvPr/>
        </p:nvSpPr>
        <p:spPr>
          <a:xfrm>
            <a:off x="867001" y="7326075"/>
            <a:ext cx="16528200" cy="2173200"/>
          </a:xfrm>
          <a:prstGeom prst="roundRect">
            <a:avLst>
              <a:gd fmla="val 9549"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896" name="Google Shape;3896;p120"/>
          <p:cNvSpPr txBox="1"/>
          <p:nvPr>
            <p:ph type="title"/>
          </p:nvPr>
        </p:nvSpPr>
        <p:spPr>
          <a:xfrm>
            <a:off x="1138000"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7" name="Google Shape;3897;p120"/>
          <p:cNvSpPr txBox="1"/>
          <p:nvPr>
            <p:ph idx="2" type="body"/>
          </p:nvPr>
        </p:nvSpPr>
        <p:spPr>
          <a:xfrm>
            <a:off x="11380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898" name="Google Shape;3898;p120"/>
          <p:cNvSpPr txBox="1"/>
          <p:nvPr>
            <p:ph idx="3" type="title"/>
          </p:nvPr>
        </p:nvSpPr>
        <p:spPr>
          <a:xfrm>
            <a:off x="5377374"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899" name="Google Shape;3899;p120"/>
          <p:cNvSpPr txBox="1"/>
          <p:nvPr>
            <p:ph idx="4" type="body"/>
          </p:nvPr>
        </p:nvSpPr>
        <p:spPr>
          <a:xfrm>
            <a:off x="5368437"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0" name="Google Shape;3900;p120"/>
          <p:cNvSpPr txBox="1"/>
          <p:nvPr>
            <p:ph idx="5" type="title"/>
          </p:nvPr>
        </p:nvSpPr>
        <p:spPr>
          <a:xfrm>
            <a:off x="9616737"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1" name="Google Shape;3901;p120"/>
          <p:cNvSpPr txBox="1"/>
          <p:nvPr>
            <p:ph idx="6" type="body"/>
          </p:nvPr>
        </p:nvSpPr>
        <p:spPr>
          <a:xfrm>
            <a:off x="9607799"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2" name="Google Shape;3902;p120"/>
          <p:cNvSpPr txBox="1"/>
          <p:nvPr>
            <p:ph idx="7" type="title"/>
          </p:nvPr>
        </p:nvSpPr>
        <p:spPr>
          <a:xfrm>
            <a:off x="13831638" y="2267875"/>
            <a:ext cx="3312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3" name="Google Shape;3903;p120"/>
          <p:cNvSpPr txBox="1"/>
          <p:nvPr>
            <p:ph idx="8" type="body"/>
          </p:nvPr>
        </p:nvSpPr>
        <p:spPr>
          <a:xfrm>
            <a:off x="13822700" y="2983175"/>
            <a:ext cx="3312300" cy="35586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4" name="Google Shape;3904;p120"/>
          <p:cNvSpPr txBox="1"/>
          <p:nvPr>
            <p:ph idx="9" type="title"/>
          </p:nvPr>
        </p:nvSpPr>
        <p:spPr>
          <a:xfrm>
            <a:off x="1138000" y="7640950"/>
            <a:ext cx="159543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000"/>
              <a:buNone/>
              <a:defRPr sz="30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05" name="Google Shape;3905;p120"/>
          <p:cNvSpPr txBox="1"/>
          <p:nvPr>
            <p:ph idx="13" type="body"/>
          </p:nvPr>
        </p:nvSpPr>
        <p:spPr>
          <a:xfrm>
            <a:off x="1138000" y="8356250"/>
            <a:ext cx="15954300" cy="805200"/>
          </a:xfrm>
          <a:prstGeom prst="rect">
            <a:avLst/>
          </a:prstGeom>
          <a:noFill/>
          <a:ln>
            <a:noFill/>
          </a:ln>
        </p:spPr>
        <p:txBody>
          <a:bodyPr anchorCtr="0" anchor="t" bIns="0" lIns="0" spcFirstLastPara="1" rIns="0" wrap="square" tIns="0">
            <a:noAutofit/>
          </a:bodyPr>
          <a:lstStyle>
            <a:lvl1pPr indent="-381000" lvl="0" marL="4572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06" name="Google Shape;3906;p120"/>
          <p:cNvSpPr txBox="1"/>
          <p:nvPr>
            <p:ph idx="14"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07" name="Google Shape;3907;p120"/>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ard – Six up without subtitle 1">
  <p:cSld name="Basic_4_1_3_1_1_1_1_1_1_1_1_1_1_1_1_1_1_1_3_2_1_1_1_1_1">
    <p:bg>
      <p:bgPr>
        <a:solidFill>
          <a:schemeClr val="accent6"/>
        </a:solidFill>
      </p:bgPr>
    </p:bg>
    <p:spTree>
      <p:nvGrpSpPr>
        <p:cNvPr id="3908" name="Shape 3908"/>
        <p:cNvGrpSpPr/>
        <p:nvPr/>
      </p:nvGrpSpPr>
      <p:grpSpPr>
        <a:xfrm>
          <a:off x="0" y="0"/>
          <a:ext cx="0" cy="0"/>
          <a:chOff x="0" y="0"/>
          <a:chExt cx="0" cy="0"/>
        </a:xfrm>
      </p:grpSpPr>
      <p:sp>
        <p:nvSpPr>
          <p:cNvPr id="3909" name="Google Shape;3909;p121"/>
          <p:cNvSpPr txBox="1"/>
          <p:nvPr>
            <p:ph idx="1" type="subTitle"/>
          </p:nvPr>
        </p:nvSpPr>
        <p:spPr>
          <a:xfrm>
            <a:off x="850614" y="9669563"/>
            <a:ext cx="10879800" cy="3351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accent2"/>
              </a:buClr>
              <a:buSzPts val="1500"/>
              <a:buNone/>
              <a:defRPr sz="1500"/>
            </a:lvl1pPr>
            <a:lvl2pPr lvl="1">
              <a:lnSpc>
                <a:spcPct val="90000"/>
              </a:lnSpc>
              <a:spcBef>
                <a:spcPts val="500"/>
              </a:spcBef>
              <a:spcAft>
                <a:spcPts val="0"/>
              </a:spcAft>
              <a:buSzPts val="1500"/>
              <a:buNone/>
              <a:defRPr sz="1500"/>
            </a:lvl2pPr>
            <a:lvl3pPr lvl="2">
              <a:lnSpc>
                <a:spcPct val="90000"/>
              </a:lnSpc>
              <a:spcBef>
                <a:spcPts val="500"/>
              </a:spcBef>
              <a:spcAft>
                <a:spcPts val="0"/>
              </a:spcAft>
              <a:buSzPts val="1500"/>
              <a:buNone/>
              <a:defRPr sz="1500"/>
            </a:lvl3pPr>
            <a:lvl4pPr lvl="3">
              <a:lnSpc>
                <a:spcPct val="90000"/>
              </a:lnSpc>
              <a:spcBef>
                <a:spcPts val="500"/>
              </a:spcBef>
              <a:spcAft>
                <a:spcPts val="0"/>
              </a:spcAft>
              <a:buSzPts val="1500"/>
              <a:buNone/>
              <a:defRPr sz="1500"/>
            </a:lvl4pPr>
            <a:lvl5pPr lvl="4">
              <a:lnSpc>
                <a:spcPct val="90000"/>
              </a:lnSpc>
              <a:spcBef>
                <a:spcPts val="500"/>
              </a:spcBef>
              <a:spcAft>
                <a:spcPts val="0"/>
              </a:spcAft>
              <a:buSzPts val="1500"/>
              <a:buNone/>
              <a:defRPr b="0" sz="1500"/>
            </a:lvl5pPr>
            <a:lvl6pPr lvl="5">
              <a:lnSpc>
                <a:spcPct val="90000"/>
              </a:lnSpc>
              <a:spcBef>
                <a:spcPts val="500"/>
              </a:spcBef>
              <a:spcAft>
                <a:spcPts val="0"/>
              </a:spcAft>
              <a:buSzPts val="1500"/>
              <a:buNone/>
              <a:defRPr sz="1500"/>
            </a:lvl6pPr>
            <a:lvl7pPr lvl="6">
              <a:lnSpc>
                <a:spcPct val="90000"/>
              </a:lnSpc>
              <a:spcBef>
                <a:spcPts val="500"/>
              </a:spcBef>
              <a:spcAft>
                <a:spcPts val="0"/>
              </a:spcAft>
              <a:buSzPts val="1500"/>
              <a:buNone/>
              <a:defRPr sz="1500"/>
            </a:lvl7pPr>
            <a:lvl8pPr lvl="7">
              <a:lnSpc>
                <a:spcPct val="90000"/>
              </a:lnSpc>
              <a:spcBef>
                <a:spcPts val="500"/>
              </a:spcBef>
              <a:spcAft>
                <a:spcPts val="0"/>
              </a:spcAft>
              <a:buSzPts val="1500"/>
              <a:buNone/>
              <a:defRPr sz="1500"/>
            </a:lvl8pPr>
            <a:lvl9pPr lvl="8">
              <a:lnSpc>
                <a:spcPct val="90000"/>
              </a:lnSpc>
              <a:spcBef>
                <a:spcPts val="500"/>
              </a:spcBef>
              <a:spcAft>
                <a:spcPts val="500"/>
              </a:spcAft>
              <a:buSzPts val="1500"/>
              <a:buNone/>
              <a:defRPr sz="1500"/>
            </a:lvl9pPr>
          </a:lstStyle>
          <a:p/>
        </p:txBody>
      </p:sp>
      <p:sp>
        <p:nvSpPr>
          <p:cNvPr id="3910" name="Google Shape;3910;p121"/>
          <p:cNvSpPr/>
          <p:nvPr/>
        </p:nvSpPr>
        <p:spPr>
          <a:xfrm>
            <a:off x="12227453"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1" name="Google Shape;3911;p121"/>
          <p:cNvSpPr/>
          <p:nvPr/>
        </p:nvSpPr>
        <p:spPr>
          <a:xfrm>
            <a:off x="881386"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2" name="Google Shape;3912;p121"/>
          <p:cNvSpPr/>
          <p:nvPr/>
        </p:nvSpPr>
        <p:spPr>
          <a:xfrm>
            <a:off x="6554419" y="5820236"/>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3" name="Google Shape;3913;p121"/>
          <p:cNvSpPr/>
          <p:nvPr/>
        </p:nvSpPr>
        <p:spPr>
          <a:xfrm>
            <a:off x="12210405"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4" name="Google Shape;3914;p121"/>
          <p:cNvSpPr/>
          <p:nvPr/>
        </p:nvSpPr>
        <p:spPr>
          <a:xfrm>
            <a:off x="864338"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5" name="Google Shape;3915;p121"/>
          <p:cNvSpPr/>
          <p:nvPr/>
        </p:nvSpPr>
        <p:spPr>
          <a:xfrm>
            <a:off x="6537371" y="2006213"/>
            <a:ext cx="5227200" cy="3431100"/>
          </a:xfrm>
          <a:prstGeom prst="roundRect">
            <a:avLst>
              <a:gd fmla="val 4148"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sz="2100"/>
          </a:p>
        </p:txBody>
      </p:sp>
      <p:sp>
        <p:nvSpPr>
          <p:cNvPr id="3916" name="Google Shape;3916;p121"/>
          <p:cNvSpPr txBox="1"/>
          <p:nvPr>
            <p:ph type="title"/>
          </p:nvPr>
        </p:nvSpPr>
        <p:spPr>
          <a:xfrm>
            <a:off x="1290400"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7" name="Google Shape;3917;p121"/>
          <p:cNvSpPr txBox="1"/>
          <p:nvPr>
            <p:ph idx="2" type="body"/>
          </p:nvPr>
        </p:nvSpPr>
        <p:spPr>
          <a:xfrm>
            <a:off x="1290400"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18" name="Google Shape;3918;p121"/>
          <p:cNvSpPr txBox="1"/>
          <p:nvPr>
            <p:ph idx="3" type="title"/>
          </p:nvPr>
        </p:nvSpPr>
        <p:spPr>
          <a:xfrm>
            <a:off x="6926491"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19" name="Google Shape;3919;p121"/>
          <p:cNvSpPr txBox="1"/>
          <p:nvPr>
            <p:ph idx="4" type="body"/>
          </p:nvPr>
        </p:nvSpPr>
        <p:spPr>
          <a:xfrm>
            <a:off x="6926491"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0" name="Google Shape;3920;p121"/>
          <p:cNvSpPr txBox="1"/>
          <p:nvPr>
            <p:ph idx="5" type="title"/>
          </p:nvPr>
        </p:nvSpPr>
        <p:spPr>
          <a:xfrm>
            <a:off x="12589923" y="2267875"/>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1" name="Google Shape;3921;p121"/>
          <p:cNvSpPr txBox="1"/>
          <p:nvPr>
            <p:ph idx="6" type="body"/>
          </p:nvPr>
        </p:nvSpPr>
        <p:spPr>
          <a:xfrm>
            <a:off x="12589923" y="2983175"/>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2" name="Google Shape;3922;p121"/>
          <p:cNvSpPr txBox="1"/>
          <p:nvPr>
            <p:ph idx="7" type="title"/>
          </p:nvPr>
        </p:nvSpPr>
        <p:spPr>
          <a:xfrm>
            <a:off x="1290400"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3" name="Google Shape;3923;p121"/>
          <p:cNvSpPr txBox="1"/>
          <p:nvPr>
            <p:ph idx="8" type="body"/>
          </p:nvPr>
        </p:nvSpPr>
        <p:spPr>
          <a:xfrm>
            <a:off x="1290400"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4" name="Google Shape;3924;p121"/>
          <p:cNvSpPr txBox="1"/>
          <p:nvPr>
            <p:ph idx="9" type="title"/>
          </p:nvPr>
        </p:nvSpPr>
        <p:spPr>
          <a:xfrm>
            <a:off x="6926491"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5" name="Google Shape;3925;p121"/>
          <p:cNvSpPr txBox="1"/>
          <p:nvPr>
            <p:ph idx="13" type="body"/>
          </p:nvPr>
        </p:nvSpPr>
        <p:spPr>
          <a:xfrm>
            <a:off x="6926491"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6" name="Google Shape;3926;p121"/>
          <p:cNvSpPr txBox="1"/>
          <p:nvPr>
            <p:ph idx="14" type="title"/>
          </p:nvPr>
        </p:nvSpPr>
        <p:spPr>
          <a:xfrm>
            <a:off x="12589923" y="6082609"/>
            <a:ext cx="44367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27" name="Google Shape;3927;p121"/>
          <p:cNvSpPr txBox="1"/>
          <p:nvPr>
            <p:ph idx="15" type="body"/>
          </p:nvPr>
        </p:nvSpPr>
        <p:spPr>
          <a:xfrm>
            <a:off x="12589923" y="6797909"/>
            <a:ext cx="4436700" cy="2251200"/>
          </a:xfrm>
          <a:prstGeom prst="rect">
            <a:avLst/>
          </a:prstGeom>
          <a:noFill/>
          <a:ln>
            <a:noFill/>
          </a:ln>
        </p:spPr>
        <p:txBody>
          <a:bodyPr anchorCtr="0" anchor="t" bIns="0" lIns="0" spcFirstLastPara="1" rIns="0" wrap="square" tIns="0">
            <a:noAutofit/>
          </a:bodyPr>
          <a:lstStyle>
            <a:lvl1pPr indent="-419100" lvl="0" marL="457200" marR="0" algn="l">
              <a:lnSpc>
                <a:spcPct val="90000"/>
              </a:lnSpc>
              <a:spcBef>
                <a:spcPts val="0"/>
              </a:spcBef>
              <a:spcAft>
                <a:spcPts val="0"/>
              </a:spcAft>
              <a:buSzPts val="3000"/>
              <a:buFont typeface="Arial"/>
              <a:buChar char="●"/>
              <a:defRPr b="0" i="0" sz="3000" u="none" cap="none" strike="noStrike">
                <a:latin typeface="Salesforce Sans"/>
                <a:ea typeface="Salesforce Sans"/>
                <a:cs typeface="Salesforce Sans"/>
                <a:sym typeface="Salesforce Sans"/>
              </a:defRPr>
            </a:lvl1pPr>
            <a:lvl2pPr indent="-400050" lvl="1" marL="9144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2pPr>
            <a:lvl3pPr indent="-381000" lvl="2" marL="13716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3pPr>
            <a:lvl4pPr indent="-361950" lvl="3" marL="18288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4pPr>
            <a:lvl5pPr indent="-355600" lvl="4" marL="2286000" marR="0" algn="l">
              <a:lnSpc>
                <a:spcPct val="90000"/>
              </a:lnSpc>
              <a:spcBef>
                <a:spcPts val="0"/>
              </a:spcBef>
              <a:spcAft>
                <a:spcPts val="0"/>
              </a:spcAft>
              <a:buSzPts val="2000"/>
              <a:buChar char="○"/>
              <a:defRPr i="0" sz="3000" u="none" cap="none" strike="noStrike">
                <a:latin typeface="Salesforce Sans"/>
                <a:ea typeface="Salesforce Sans"/>
                <a:cs typeface="Salesforce Sans"/>
                <a:sym typeface="Salesforce Sans"/>
              </a:defRPr>
            </a:lvl5pPr>
            <a:lvl6pPr indent="-419100" lvl="5" marL="27432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6pPr>
            <a:lvl7pPr indent="-419100" lvl="6" marL="32004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7pPr>
            <a:lvl8pPr indent="-419100" lvl="7" marL="36576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8pPr>
            <a:lvl9pPr indent="-419100" lvl="8" marL="4114800" marR="0" algn="l">
              <a:lnSpc>
                <a:spcPct val="90000"/>
              </a:lnSpc>
              <a:spcBef>
                <a:spcPts val="0"/>
              </a:spcBef>
              <a:spcAft>
                <a:spcPts val="0"/>
              </a:spcAft>
              <a:buSzPts val="3000"/>
              <a:buChar char="■"/>
              <a:defRPr i="0" sz="3000" u="none" cap="none" strike="noStrike">
                <a:latin typeface="Salesforce Sans"/>
                <a:ea typeface="Salesforce Sans"/>
                <a:cs typeface="Salesforce Sans"/>
                <a:sym typeface="Salesforce Sans"/>
              </a:defRPr>
            </a:lvl9pPr>
          </a:lstStyle>
          <a:p/>
        </p:txBody>
      </p:sp>
      <p:sp>
        <p:nvSpPr>
          <p:cNvPr id="3928" name="Google Shape;3928;p121"/>
          <p:cNvSpPr txBox="1"/>
          <p:nvPr>
            <p:ph idx="16"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29" name="Google Shape;3929;p12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mall Cards 1">
  <p:cSld name="TITLE_1_1_1_1_1_1_2_2_1">
    <p:bg>
      <p:bgPr>
        <a:solidFill>
          <a:schemeClr val="accent6"/>
        </a:solidFill>
      </p:bgPr>
    </p:bg>
    <p:spTree>
      <p:nvGrpSpPr>
        <p:cNvPr id="3930" name="Shape 3930"/>
        <p:cNvGrpSpPr/>
        <p:nvPr/>
      </p:nvGrpSpPr>
      <p:grpSpPr>
        <a:xfrm>
          <a:off x="0" y="0"/>
          <a:ext cx="0" cy="0"/>
          <a:chOff x="0" y="0"/>
          <a:chExt cx="0" cy="0"/>
        </a:xfrm>
      </p:grpSpPr>
      <p:sp>
        <p:nvSpPr>
          <p:cNvPr id="3931" name="Google Shape;3931;p122"/>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lnSpc>
                <a:spcPct val="90000"/>
              </a:lnSpc>
              <a:spcBef>
                <a:spcPts val="0"/>
              </a:spcBef>
              <a:spcAft>
                <a:spcPts val="0"/>
              </a:spcAft>
              <a:buSzPts val="5600"/>
              <a:buNone/>
              <a:defRPr/>
            </a:lvl2pPr>
            <a:lvl3pPr lvl="2">
              <a:lnSpc>
                <a:spcPct val="90000"/>
              </a:lnSpc>
              <a:spcBef>
                <a:spcPts val="0"/>
              </a:spcBef>
              <a:spcAft>
                <a:spcPts val="0"/>
              </a:spcAft>
              <a:buSzPts val="5600"/>
              <a:buNone/>
              <a:defRPr/>
            </a:lvl3pPr>
            <a:lvl4pPr lvl="3">
              <a:lnSpc>
                <a:spcPct val="90000"/>
              </a:lnSpc>
              <a:spcBef>
                <a:spcPts val="0"/>
              </a:spcBef>
              <a:spcAft>
                <a:spcPts val="0"/>
              </a:spcAft>
              <a:buSzPts val="5600"/>
              <a:buNone/>
              <a:defRPr/>
            </a:lvl4pPr>
            <a:lvl5pPr lvl="4">
              <a:lnSpc>
                <a:spcPct val="90000"/>
              </a:lnSpc>
              <a:spcBef>
                <a:spcPts val="0"/>
              </a:spcBef>
              <a:spcAft>
                <a:spcPts val="0"/>
              </a:spcAft>
              <a:buSzPts val="5600"/>
              <a:buNone/>
              <a:defRPr/>
            </a:lvl5pPr>
            <a:lvl6pPr lvl="5">
              <a:lnSpc>
                <a:spcPct val="90000"/>
              </a:lnSpc>
              <a:spcBef>
                <a:spcPts val="0"/>
              </a:spcBef>
              <a:spcAft>
                <a:spcPts val="0"/>
              </a:spcAft>
              <a:buSzPts val="5600"/>
              <a:buNone/>
              <a:defRPr/>
            </a:lvl6pPr>
            <a:lvl7pPr lvl="6">
              <a:lnSpc>
                <a:spcPct val="90000"/>
              </a:lnSpc>
              <a:spcBef>
                <a:spcPts val="0"/>
              </a:spcBef>
              <a:spcAft>
                <a:spcPts val="0"/>
              </a:spcAft>
              <a:buSzPts val="5600"/>
              <a:buNone/>
              <a:defRPr/>
            </a:lvl7pPr>
            <a:lvl8pPr lvl="7">
              <a:lnSpc>
                <a:spcPct val="90000"/>
              </a:lnSpc>
              <a:spcBef>
                <a:spcPts val="0"/>
              </a:spcBef>
              <a:spcAft>
                <a:spcPts val="0"/>
              </a:spcAft>
              <a:buSzPts val="5600"/>
              <a:buNone/>
              <a:defRPr/>
            </a:lvl8pPr>
            <a:lvl9pPr lvl="8">
              <a:lnSpc>
                <a:spcPct val="90000"/>
              </a:lnSpc>
              <a:spcBef>
                <a:spcPts val="0"/>
              </a:spcBef>
              <a:spcAft>
                <a:spcPts val="0"/>
              </a:spcAft>
              <a:buSzPts val="5600"/>
              <a:buNone/>
              <a:defRPr/>
            </a:lvl9pPr>
          </a:lstStyle>
          <a:p/>
        </p:txBody>
      </p:sp>
      <p:pic>
        <p:nvPicPr>
          <p:cNvPr id="3932" name="Google Shape;3932;p122"/>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33" name="Google Shape;3933;p122"/>
          <p:cNvSpPr/>
          <p:nvPr/>
        </p:nvSpPr>
        <p:spPr>
          <a:xfrm>
            <a:off x="9354675"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4" name="Google Shape;3934;p122"/>
          <p:cNvSpPr/>
          <p:nvPr/>
        </p:nvSpPr>
        <p:spPr>
          <a:xfrm>
            <a:off x="9354675"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5" name="Google Shape;3935;p122"/>
          <p:cNvSpPr/>
          <p:nvPr/>
        </p:nvSpPr>
        <p:spPr>
          <a:xfrm>
            <a:off x="9354675"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6" name="Google Shape;3936;p122"/>
          <p:cNvSpPr/>
          <p:nvPr/>
        </p:nvSpPr>
        <p:spPr>
          <a:xfrm>
            <a:off x="857250" y="2438224"/>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7" name="Google Shape;3937;p122"/>
          <p:cNvSpPr/>
          <p:nvPr/>
        </p:nvSpPr>
        <p:spPr>
          <a:xfrm>
            <a:off x="857250" y="7286459"/>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8" name="Google Shape;3938;p122"/>
          <p:cNvSpPr/>
          <p:nvPr/>
        </p:nvSpPr>
        <p:spPr>
          <a:xfrm>
            <a:off x="857250" y="4862342"/>
            <a:ext cx="8081100" cy="2139900"/>
          </a:xfrm>
          <a:prstGeom prst="roundRect">
            <a:avLst>
              <a:gd fmla="val 10193" name="adj"/>
            </a:avLst>
          </a:prstGeom>
          <a:solidFill>
            <a:schemeClr val="lt1"/>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rPr lang="en" sz="2000"/>
              <a:t> </a:t>
            </a:r>
            <a:endParaRPr sz="2000"/>
          </a:p>
        </p:txBody>
      </p:sp>
      <p:sp>
        <p:nvSpPr>
          <p:cNvPr id="3939" name="Google Shape;3939;p122"/>
          <p:cNvSpPr txBox="1"/>
          <p:nvPr>
            <p:ph idx="1"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40" name="Google Shape;3940;p122"/>
          <p:cNvSpPr txBox="1"/>
          <p:nvPr>
            <p:ph idx="2" type="subTitle"/>
          </p:nvPr>
        </p:nvSpPr>
        <p:spPr>
          <a:xfrm>
            <a:off x="857250" y="1704975"/>
            <a:ext cx="15144900" cy="6675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lnSpc>
                <a:spcPct val="90000"/>
              </a:lnSpc>
              <a:spcBef>
                <a:spcPts val="0"/>
              </a:spcBef>
              <a:spcAft>
                <a:spcPts val="0"/>
              </a:spcAft>
              <a:buSzPts val="2600"/>
              <a:buNone/>
              <a:defRPr/>
            </a:lvl2pPr>
            <a:lvl3pPr lvl="2">
              <a:lnSpc>
                <a:spcPct val="90000"/>
              </a:lnSpc>
              <a:spcBef>
                <a:spcPts val="1800"/>
              </a:spcBef>
              <a:spcAft>
                <a:spcPts val="0"/>
              </a:spcAft>
              <a:buSzPts val="2400"/>
              <a:buNone/>
              <a:defRPr/>
            </a:lvl3pPr>
            <a:lvl4pPr lvl="3">
              <a:lnSpc>
                <a:spcPct val="90000"/>
              </a:lnSpc>
              <a:spcBef>
                <a:spcPts val="1800"/>
              </a:spcBef>
              <a:spcAft>
                <a:spcPts val="0"/>
              </a:spcAft>
              <a:buSzPts val="2200"/>
              <a:buNone/>
              <a:defRPr/>
            </a:lvl4pPr>
            <a:lvl5pPr lvl="4">
              <a:lnSpc>
                <a:spcPct val="90000"/>
              </a:lnSpc>
              <a:spcBef>
                <a:spcPts val="1800"/>
              </a:spcBef>
              <a:spcAft>
                <a:spcPts val="0"/>
              </a:spcAft>
              <a:buSzPts val="2000"/>
              <a:buNone/>
              <a:defRPr/>
            </a:lvl5pPr>
            <a:lvl6pPr lvl="5">
              <a:lnSpc>
                <a:spcPct val="90000"/>
              </a:lnSpc>
              <a:spcBef>
                <a:spcPts val="1800"/>
              </a:spcBef>
              <a:spcAft>
                <a:spcPts val="0"/>
              </a:spcAft>
              <a:buSzPts val="1800"/>
              <a:buNone/>
              <a:defRPr/>
            </a:lvl6pPr>
            <a:lvl7pPr lvl="6">
              <a:lnSpc>
                <a:spcPct val="90000"/>
              </a:lnSpc>
              <a:spcBef>
                <a:spcPts val="1800"/>
              </a:spcBef>
              <a:spcAft>
                <a:spcPts val="0"/>
              </a:spcAft>
              <a:buSzPts val="1800"/>
              <a:buNone/>
              <a:defRPr/>
            </a:lvl7pPr>
            <a:lvl8pPr lvl="7">
              <a:lnSpc>
                <a:spcPct val="90000"/>
              </a:lnSpc>
              <a:spcBef>
                <a:spcPts val="1800"/>
              </a:spcBef>
              <a:spcAft>
                <a:spcPts val="0"/>
              </a:spcAft>
              <a:buSzPts val="1800"/>
              <a:buNone/>
              <a:defRPr/>
            </a:lvl8pPr>
            <a:lvl9pPr lvl="8">
              <a:lnSpc>
                <a:spcPct val="90000"/>
              </a:lnSpc>
              <a:spcBef>
                <a:spcPts val="1800"/>
              </a:spcBef>
              <a:spcAft>
                <a:spcPts val="1800"/>
              </a:spcAft>
              <a:buSzPts val="1800"/>
              <a:buNone/>
              <a:defRPr/>
            </a:lvl9pPr>
          </a:lstStyle>
          <a:p/>
        </p:txBody>
      </p:sp>
      <p:sp>
        <p:nvSpPr>
          <p:cNvPr id="3941" name="Google Shape;3941;p122"/>
          <p:cNvSpPr txBox="1"/>
          <p:nvPr>
            <p:ph idx="3" type="body"/>
          </p:nvPr>
        </p:nvSpPr>
        <p:spPr>
          <a:xfrm>
            <a:off x="1110000"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2" name="Google Shape;3942;p122"/>
          <p:cNvSpPr txBox="1"/>
          <p:nvPr>
            <p:ph idx="4" type="body"/>
          </p:nvPr>
        </p:nvSpPr>
        <p:spPr>
          <a:xfrm>
            <a:off x="9642675" y="2672525"/>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3" name="Google Shape;3943;p122"/>
          <p:cNvSpPr txBox="1"/>
          <p:nvPr>
            <p:ph idx="5" type="body"/>
          </p:nvPr>
        </p:nvSpPr>
        <p:spPr>
          <a:xfrm>
            <a:off x="1110000"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4" name="Google Shape;3944;p122"/>
          <p:cNvSpPr txBox="1"/>
          <p:nvPr>
            <p:ph idx="6" type="body"/>
          </p:nvPr>
        </p:nvSpPr>
        <p:spPr>
          <a:xfrm>
            <a:off x="9642675" y="5108938"/>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5" name="Google Shape;3945;p122"/>
          <p:cNvSpPr txBox="1"/>
          <p:nvPr>
            <p:ph idx="7" type="body"/>
          </p:nvPr>
        </p:nvSpPr>
        <p:spPr>
          <a:xfrm>
            <a:off x="1110000"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
        <p:nvSpPr>
          <p:cNvPr id="3946" name="Google Shape;3946;p122"/>
          <p:cNvSpPr txBox="1"/>
          <p:nvPr>
            <p:ph idx="8" type="body"/>
          </p:nvPr>
        </p:nvSpPr>
        <p:spPr>
          <a:xfrm>
            <a:off x="9642675" y="7545363"/>
            <a:ext cx="7505100" cy="1646700"/>
          </a:xfrm>
          <a:prstGeom prst="rect">
            <a:avLst/>
          </a:prstGeom>
        </p:spPr>
        <p:txBody>
          <a:bodyPr anchorCtr="0" anchor="t" bIns="0" lIns="0" spcFirstLastPara="1" rIns="0" wrap="square" tIns="0">
            <a:noAutofit/>
          </a:bodyPr>
          <a:lstStyle>
            <a:lvl1pPr indent="-393700" lvl="0" marL="457200">
              <a:spcBef>
                <a:spcPts val="0"/>
              </a:spcBef>
              <a:spcAft>
                <a:spcPts val="0"/>
              </a:spcAft>
              <a:buSzPts val="2600"/>
              <a:buChar char="●"/>
              <a:defRPr sz="2600"/>
            </a:lvl1pPr>
            <a:lvl2pPr indent="-381000" lvl="1" marL="914400">
              <a:spcBef>
                <a:spcPts val="1800"/>
              </a:spcBef>
              <a:spcAft>
                <a:spcPts val="0"/>
              </a:spcAft>
              <a:buSzPts val="2400"/>
              <a:buChar char="○"/>
              <a:defRPr sz="2400"/>
            </a:lvl2pPr>
            <a:lvl3pPr indent="-368300" lvl="2" marL="1371600">
              <a:spcBef>
                <a:spcPts val="1800"/>
              </a:spcBef>
              <a:spcAft>
                <a:spcPts val="0"/>
              </a:spcAft>
              <a:buSzPts val="2200"/>
              <a:buChar char="■"/>
              <a:defRPr sz="2200"/>
            </a:lvl3pPr>
            <a:lvl4pPr indent="-355600" lvl="3" marL="1828800">
              <a:spcBef>
                <a:spcPts val="1800"/>
              </a:spcBef>
              <a:spcAft>
                <a:spcPts val="0"/>
              </a:spcAft>
              <a:buSzPts val="2000"/>
              <a:buChar char="●"/>
              <a:defRPr sz="2000"/>
            </a:lvl4pPr>
            <a:lvl5pPr indent="-342900" lvl="4" marL="2286000">
              <a:spcBef>
                <a:spcPts val="1800"/>
              </a:spcBef>
              <a:spcAft>
                <a:spcPts val="0"/>
              </a:spcAft>
              <a:buSzPts val="1800"/>
              <a:buChar char="○"/>
              <a:defRPr sz="1800"/>
            </a:lvl5pPr>
            <a:lvl6pPr indent="-342900" lvl="5" marL="2743200">
              <a:spcBef>
                <a:spcPts val="1800"/>
              </a:spcBef>
              <a:spcAft>
                <a:spcPts val="0"/>
              </a:spcAft>
              <a:buSzPts val="1800"/>
              <a:buChar char="■"/>
              <a:defRPr sz="1800"/>
            </a:lvl6pPr>
            <a:lvl7pPr indent="-342900" lvl="6" marL="3200400">
              <a:spcBef>
                <a:spcPts val="1800"/>
              </a:spcBef>
              <a:spcAft>
                <a:spcPts val="0"/>
              </a:spcAft>
              <a:buSzPts val="1800"/>
              <a:buChar char="●"/>
              <a:defRPr sz="1800"/>
            </a:lvl7pPr>
            <a:lvl8pPr indent="-342900" lvl="7" marL="3657600">
              <a:spcBef>
                <a:spcPts val="1800"/>
              </a:spcBef>
              <a:spcAft>
                <a:spcPts val="0"/>
              </a:spcAft>
              <a:buSzPts val="1800"/>
              <a:buChar char="○"/>
              <a:defRPr sz="1800"/>
            </a:lvl8pPr>
            <a:lvl9pPr indent="-342900" lvl="8" marL="4114800">
              <a:spcBef>
                <a:spcPts val="1800"/>
              </a:spcBef>
              <a:spcAft>
                <a:spcPts val="1800"/>
              </a:spcAft>
              <a:buSzPts val="1800"/>
              <a:buChar char="■"/>
              <a:defRPr sz="18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Next Steps - Blue">
  <p:cSld name="TITLE_1_1_1_1_1_1_4">
    <p:bg>
      <p:bgPr>
        <a:solidFill>
          <a:schemeClr val="accent6"/>
        </a:solidFill>
      </p:bgPr>
    </p:bg>
    <p:spTree>
      <p:nvGrpSpPr>
        <p:cNvPr id="3947" name="Shape 3947"/>
        <p:cNvGrpSpPr/>
        <p:nvPr/>
      </p:nvGrpSpPr>
      <p:grpSpPr>
        <a:xfrm>
          <a:off x="0" y="0"/>
          <a:ext cx="0" cy="0"/>
          <a:chOff x="0" y="0"/>
          <a:chExt cx="0" cy="0"/>
        </a:xfrm>
      </p:grpSpPr>
      <p:sp>
        <p:nvSpPr>
          <p:cNvPr id="3948" name="Google Shape;3948;p12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3949" name="Google Shape;3949;p12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3950" name="Google Shape;3950;p123"/>
          <p:cNvSpPr/>
          <p:nvPr/>
        </p:nvSpPr>
        <p:spPr>
          <a:xfrm>
            <a:off x="857250" y="21053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1" name="Google Shape;3951;p123"/>
          <p:cNvSpPr/>
          <p:nvPr/>
        </p:nvSpPr>
        <p:spPr>
          <a:xfrm>
            <a:off x="857250" y="39140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2" name="Google Shape;3952;p123"/>
          <p:cNvSpPr/>
          <p:nvPr/>
        </p:nvSpPr>
        <p:spPr>
          <a:xfrm>
            <a:off x="857250" y="57227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3" name="Google Shape;3953;p123"/>
          <p:cNvSpPr/>
          <p:nvPr/>
        </p:nvSpPr>
        <p:spPr>
          <a:xfrm>
            <a:off x="857250" y="7531463"/>
            <a:ext cx="16375800" cy="1545300"/>
          </a:xfrm>
          <a:prstGeom prst="roundRect">
            <a:avLst>
              <a:gd fmla="val 50000" name="adj"/>
            </a:avLst>
          </a:prstGeom>
          <a:solidFill>
            <a:schemeClr val="lt1"/>
          </a:solidFill>
          <a:ln>
            <a:noFill/>
          </a:ln>
        </p:spPr>
        <p:txBody>
          <a:bodyPr anchorCtr="0" anchor="ctr" bIns="68550" lIns="68550" spcFirstLastPara="1" rIns="68550" wrap="square" tIns="68550">
            <a:noAutofit/>
          </a:bodyPr>
          <a:lstStyle/>
          <a:p>
            <a:pPr indent="0" lvl="0" marL="0" rtl="0" algn="ctr">
              <a:spcBef>
                <a:spcPts val="0"/>
              </a:spcBef>
              <a:spcAft>
                <a:spcPts val="0"/>
              </a:spcAft>
              <a:buClr>
                <a:schemeClr val="accent1"/>
              </a:buClr>
              <a:buSzPts val="2300"/>
              <a:buFont typeface="Salesforce Sans"/>
              <a:buNone/>
            </a:pPr>
            <a:r>
              <a:t/>
            </a:r>
            <a:endParaRPr sz="2300">
              <a:solidFill>
                <a:schemeClr val="dk1"/>
              </a:solidFill>
              <a:latin typeface="Salesforce Sans"/>
              <a:ea typeface="Salesforce Sans"/>
              <a:cs typeface="Salesforce Sans"/>
              <a:sym typeface="Salesforce Sans"/>
            </a:endParaRPr>
          </a:p>
        </p:txBody>
      </p:sp>
      <p:sp>
        <p:nvSpPr>
          <p:cNvPr id="3954" name="Google Shape;3954;p123"/>
          <p:cNvSpPr txBox="1"/>
          <p:nvPr>
            <p:ph idx="2" type="title"/>
          </p:nvPr>
        </p:nvSpPr>
        <p:spPr>
          <a:xfrm>
            <a:off x="2493675" y="217934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5" name="Google Shape;3955;p123"/>
          <p:cNvSpPr txBox="1"/>
          <p:nvPr>
            <p:ph idx="1" type="body"/>
          </p:nvPr>
        </p:nvSpPr>
        <p:spPr>
          <a:xfrm>
            <a:off x="2493675" y="289464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6" name="Google Shape;3956;p123"/>
          <p:cNvSpPr txBox="1"/>
          <p:nvPr>
            <p:ph idx="3"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sp>
        <p:nvSpPr>
          <p:cNvPr id="3957" name="Google Shape;3957;p123"/>
          <p:cNvSpPr txBox="1"/>
          <p:nvPr>
            <p:ph idx="4" type="title"/>
          </p:nvPr>
        </p:nvSpPr>
        <p:spPr>
          <a:xfrm>
            <a:off x="2493675" y="39953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58" name="Google Shape;3958;p123"/>
          <p:cNvSpPr txBox="1"/>
          <p:nvPr>
            <p:ph idx="5" type="body"/>
          </p:nvPr>
        </p:nvSpPr>
        <p:spPr>
          <a:xfrm>
            <a:off x="2493675" y="47106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59" name="Google Shape;3959;p123"/>
          <p:cNvSpPr txBox="1"/>
          <p:nvPr>
            <p:ph idx="6" type="title"/>
          </p:nvPr>
        </p:nvSpPr>
        <p:spPr>
          <a:xfrm>
            <a:off x="2493675" y="5821727"/>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0" name="Google Shape;3960;p123"/>
          <p:cNvSpPr txBox="1"/>
          <p:nvPr>
            <p:ph idx="7" type="body"/>
          </p:nvPr>
        </p:nvSpPr>
        <p:spPr>
          <a:xfrm>
            <a:off x="2493675" y="6537027"/>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
        <p:nvSpPr>
          <p:cNvPr id="3961" name="Google Shape;3961;p123"/>
          <p:cNvSpPr txBox="1"/>
          <p:nvPr>
            <p:ph idx="8" type="title"/>
          </p:nvPr>
        </p:nvSpPr>
        <p:spPr>
          <a:xfrm>
            <a:off x="2493675" y="7612722"/>
            <a:ext cx="13927500" cy="667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3600"/>
              <a:buNone/>
              <a:defRPr sz="3600"/>
            </a:lvl1pPr>
            <a:lvl2pPr lvl="1">
              <a:lnSpc>
                <a:spcPct val="90000"/>
              </a:lnSpc>
              <a:spcBef>
                <a:spcPts val="0"/>
              </a:spcBef>
              <a:spcAft>
                <a:spcPts val="0"/>
              </a:spcAft>
              <a:buSzPts val="5600"/>
              <a:buNone/>
              <a:defRPr>
                <a:latin typeface="Salesforce Sans"/>
                <a:ea typeface="Salesforce Sans"/>
                <a:cs typeface="Salesforce Sans"/>
                <a:sym typeface="Salesforce Sans"/>
              </a:defRPr>
            </a:lvl2pPr>
            <a:lvl3pPr lvl="2">
              <a:lnSpc>
                <a:spcPct val="90000"/>
              </a:lnSpc>
              <a:spcBef>
                <a:spcPts val="0"/>
              </a:spcBef>
              <a:spcAft>
                <a:spcPts val="0"/>
              </a:spcAft>
              <a:buSzPts val="5600"/>
              <a:buNone/>
              <a:defRPr>
                <a:latin typeface="Salesforce Sans"/>
                <a:ea typeface="Salesforce Sans"/>
                <a:cs typeface="Salesforce Sans"/>
                <a:sym typeface="Salesforce Sans"/>
              </a:defRPr>
            </a:lvl3pPr>
            <a:lvl4pPr lvl="3">
              <a:lnSpc>
                <a:spcPct val="90000"/>
              </a:lnSpc>
              <a:spcBef>
                <a:spcPts val="0"/>
              </a:spcBef>
              <a:spcAft>
                <a:spcPts val="0"/>
              </a:spcAft>
              <a:buSzPts val="5600"/>
              <a:buNone/>
              <a:defRPr>
                <a:latin typeface="Salesforce Sans"/>
                <a:ea typeface="Salesforce Sans"/>
                <a:cs typeface="Salesforce Sans"/>
                <a:sym typeface="Salesforce Sans"/>
              </a:defRPr>
            </a:lvl4pPr>
            <a:lvl5pPr lvl="4">
              <a:lnSpc>
                <a:spcPct val="90000"/>
              </a:lnSpc>
              <a:spcBef>
                <a:spcPts val="0"/>
              </a:spcBef>
              <a:spcAft>
                <a:spcPts val="0"/>
              </a:spcAft>
              <a:buSzPts val="5600"/>
              <a:buNone/>
              <a:defRPr>
                <a:latin typeface="Salesforce Sans"/>
                <a:ea typeface="Salesforce Sans"/>
                <a:cs typeface="Salesforce Sans"/>
                <a:sym typeface="Salesforce Sans"/>
              </a:defRPr>
            </a:lvl5pPr>
            <a:lvl6pPr lvl="5">
              <a:lnSpc>
                <a:spcPct val="90000"/>
              </a:lnSpc>
              <a:spcBef>
                <a:spcPts val="0"/>
              </a:spcBef>
              <a:spcAft>
                <a:spcPts val="0"/>
              </a:spcAft>
              <a:buSzPts val="5600"/>
              <a:buNone/>
              <a:defRPr>
                <a:latin typeface="Salesforce Sans"/>
                <a:ea typeface="Salesforce Sans"/>
                <a:cs typeface="Salesforce Sans"/>
                <a:sym typeface="Salesforce Sans"/>
              </a:defRPr>
            </a:lvl6pPr>
            <a:lvl7pPr lvl="6">
              <a:lnSpc>
                <a:spcPct val="90000"/>
              </a:lnSpc>
              <a:spcBef>
                <a:spcPts val="0"/>
              </a:spcBef>
              <a:spcAft>
                <a:spcPts val="0"/>
              </a:spcAft>
              <a:buSzPts val="5600"/>
              <a:buNone/>
              <a:defRPr>
                <a:latin typeface="Salesforce Sans"/>
                <a:ea typeface="Salesforce Sans"/>
                <a:cs typeface="Salesforce Sans"/>
                <a:sym typeface="Salesforce Sans"/>
              </a:defRPr>
            </a:lvl7pPr>
            <a:lvl8pPr lvl="7">
              <a:lnSpc>
                <a:spcPct val="90000"/>
              </a:lnSpc>
              <a:spcBef>
                <a:spcPts val="0"/>
              </a:spcBef>
              <a:spcAft>
                <a:spcPts val="0"/>
              </a:spcAft>
              <a:buSzPts val="5600"/>
              <a:buNone/>
              <a:defRPr>
                <a:latin typeface="Salesforce Sans"/>
                <a:ea typeface="Salesforce Sans"/>
                <a:cs typeface="Salesforce Sans"/>
                <a:sym typeface="Salesforce Sans"/>
              </a:defRPr>
            </a:lvl8pPr>
            <a:lvl9pPr lvl="8">
              <a:lnSpc>
                <a:spcPct val="90000"/>
              </a:lnSpc>
              <a:spcBef>
                <a:spcPts val="0"/>
              </a:spcBef>
              <a:spcAft>
                <a:spcPts val="0"/>
              </a:spcAft>
              <a:buSzPts val="5600"/>
              <a:buNone/>
              <a:defRPr>
                <a:latin typeface="Salesforce Sans"/>
                <a:ea typeface="Salesforce Sans"/>
                <a:cs typeface="Salesforce Sans"/>
                <a:sym typeface="Salesforce Sans"/>
              </a:defRPr>
            </a:lvl9pPr>
          </a:lstStyle>
          <a:p/>
        </p:txBody>
      </p:sp>
      <p:sp>
        <p:nvSpPr>
          <p:cNvPr id="3962" name="Google Shape;3962;p123"/>
          <p:cNvSpPr txBox="1"/>
          <p:nvPr>
            <p:ph idx="9" type="body"/>
          </p:nvPr>
        </p:nvSpPr>
        <p:spPr>
          <a:xfrm>
            <a:off x="2493675" y="8328022"/>
            <a:ext cx="13927500" cy="667500"/>
          </a:xfrm>
          <a:prstGeom prst="rect">
            <a:avLst/>
          </a:prstGeom>
          <a:noFill/>
          <a:ln>
            <a:noFill/>
          </a:ln>
        </p:spPr>
        <p:txBody>
          <a:bodyPr anchorCtr="0" anchor="t" bIns="0" lIns="0" spcFirstLastPara="1" rIns="0" wrap="square" tIns="0">
            <a:noAutofit/>
          </a:bodyPr>
          <a:lstStyle>
            <a:lvl1pPr indent="-400050" lvl="0" marL="457200" marR="0" algn="l">
              <a:lnSpc>
                <a:spcPct val="90000"/>
              </a:lnSpc>
              <a:spcBef>
                <a:spcPts val="0"/>
              </a:spcBef>
              <a:spcAft>
                <a:spcPts val="0"/>
              </a:spcAft>
              <a:buSzPts val="2700"/>
              <a:buFont typeface="Arial"/>
              <a:buChar char="●"/>
              <a:defRPr b="0" i="0" sz="2700" u="none" cap="none" strike="noStrike">
                <a:latin typeface="Salesforce Sans"/>
                <a:ea typeface="Salesforce Sans"/>
                <a:cs typeface="Salesforce Sans"/>
                <a:sym typeface="Salesforce Sans"/>
              </a:defRPr>
            </a:lvl1pPr>
            <a:lvl2pPr indent="-381000" lvl="1" marL="914400" marR="0" algn="l">
              <a:lnSpc>
                <a:spcPct val="90000"/>
              </a:lnSpc>
              <a:spcBef>
                <a:spcPts val="0"/>
              </a:spcBef>
              <a:spcAft>
                <a:spcPts val="0"/>
              </a:spcAft>
              <a:buSzPts val="2400"/>
              <a:buFont typeface="Arial"/>
              <a:buChar char="○"/>
              <a:defRPr b="0" i="0" sz="2400" u="none" cap="none" strike="noStrike">
                <a:latin typeface="Salesforce Sans"/>
                <a:ea typeface="Salesforce Sans"/>
                <a:cs typeface="Salesforce Sans"/>
                <a:sym typeface="Salesforce Sans"/>
              </a:defRPr>
            </a:lvl2pPr>
            <a:lvl3pPr indent="-361950" lvl="2" marL="1371600" marR="0" algn="l">
              <a:lnSpc>
                <a:spcPct val="90000"/>
              </a:lnSpc>
              <a:spcBef>
                <a:spcPts val="0"/>
              </a:spcBef>
              <a:spcAft>
                <a:spcPts val="0"/>
              </a:spcAft>
              <a:buSzPts val="2100"/>
              <a:buFont typeface="Arial"/>
              <a:buChar char="■"/>
              <a:defRPr b="0" i="0" sz="2100" u="none" cap="none" strike="noStrike">
                <a:latin typeface="Salesforce Sans"/>
                <a:ea typeface="Salesforce Sans"/>
                <a:cs typeface="Salesforce Sans"/>
                <a:sym typeface="Salesforce Sans"/>
              </a:defRPr>
            </a:lvl3pPr>
            <a:lvl4pPr indent="-342900" lvl="3" marL="1828800" marR="0" algn="l">
              <a:lnSpc>
                <a:spcPct val="90000"/>
              </a:lnSpc>
              <a:spcBef>
                <a:spcPts val="0"/>
              </a:spcBef>
              <a:spcAft>
                <a:spcPts val="0"/>
              </a:spcAft>
              <a:buSzPts val="1800"/>
              <a:buFont typeface="Arial"/>
              <a:buChar char="●"/>
              <a:defRPr b="0" i="0" sz="1800" u="none" cap="none" strike="noStrike">
                <a:latin typeface="Salesforce Sans"/>
                <a:ea typeface="Salesforce Sans"/>
                <a:cs typeface="Salesforce Sans"/>
                <a:sym typeface="Salesforce Sans"/>
              </a:defRPr>
            </a:lvl4pPr>
            <a:lvl5pPr indent="-336550" lvl="4" marL="2286000" marR="0" algn="l">
              <a:lnSpc>
                <a:spcPct val="90000"/>
              </a:lnSpc>
              <a:spcBef>
                <a:spcPts val="0"/>
              </a:spcBef>
              <a:spcAft>
                <a:spcPts val="0"/>
              </a:spcAft>
              <a:buSzPts val="1700"/>
              <a:buChar char="○"/>
              <a:defRPr i="0" sz="2700" u="none" cap="none" strike="noStrike">
                <a:latin typeface="Salesforce Sans"/>
                <a:ea typeface="Salesforce Sans"/>
                <a:cs typeface="Salesforce Sans"/>
                <a:sym typeface="Salesforce Sans"/>
              </a:defRPr>
            </a:lvl5pPr>
            <a:lvl6pPr indent="-400050" lvl="5" marL="27432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6pPr>
            <a:lvl7pPr indent="-400050" lvl="6" marL="32004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7pPr>
            <a:lvl8pPr indent="-400050" lvl="7" marL="36576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8pPr>
            <a:lvl9pPr indent="-400050" lvl="8" marL="4114800" marR="0" algn="l">
              <a:lnSpc>
                <a:spcPct val="90000"/>
              </a:lnSpc>
              <a:spcBef>
                <a:spcPts val="0"/>
              </a:spcBef>
              <a:spcAft>
                <a:spcPts val="0"/>
              </a:spcAft>
              <a:buSzPts val="2700"/>
              <a:buChar char="■"/>
              <a:defRPr i="0" sz="2700" u="none" cap="none" strike="noStrike">
                <a:latin typeface="Salesforce Sans"/>
                <a:ea typeface="Salesforce Sans"/>
                <a:cs typeface="Salesforce Sans"/>
                <a:sym typeface="Salesforce Sans"/>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Quote 1">
  <p:cSld name="TITLE_1_1_1_1_1_1_1_1_1_1_1_1_1_1_1_1_1_1_1_1_1_1_1_1_1_1">
    <p:bg>
      <p:bgPr>
        <a:gradFill>
          <a:gsLst>
            <a:gs pos="0">
              <a:srgbClr val="90D0FE"/>
            </a:gs>
            <a:gs pos="100000">
              <a:srgbClr val="EAF5FE"/>
            </a:gs>
          </a:gsLst>
          <a:lin ang="16198662" scaled="0"/>
        </a:gradFill>
      </p:bgPr>
    </p:bg>
    <p:spTree>
      <p:nvGrpSpPr>
        <p:cNvPr id="3963" name="Shape 3963"/>
        <p:cNvGrpSpPr/>
        <p:nvPr/>
      </p:nvGrpSpPr>
      <p:grpSpPr>
        <a:xfrm>
          <a:off x="0" y="0"/>
          <a:ext cx="0" cy="0"/>
          <a:chOff x="0" y="0"/>
          <a:chExt cx="0" cy="0"/>
        </a:xfrm>
      </p:grpSpPr>
      <p:pic>
        <p:nvPicPr>
          <p:cNvPr id="3964" name="Google Shape;3964;p124"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65" name="Google Shape;3965;p124"/>
          <p:cNvSpPr/>
          <p:nvPr/>
        </p:nvSpPr>
        <p:spPr>
          <a:xfrm>
            <a:off x="857250" y="1732862"/>
            <a:ext cx="14910857" cy="6839424"/>
          </a:xfrm>
          <a:custGeom>
            <a:rect b="b" l="l" r="r" t="t"/>
            <a:pathLst>
              <a:path extrusionOk="0" h="21600" w="21539">
                <a:moveTo>
                  <a:pt x="0" y="902"/>
                </a:moveTo>
                <a:cubicBezTo>
                  <a:pt x="0" y="653"/>
                  <a:pt x="46" y="428"/>
                  <a:pt x="121" y="264"/>
                </a:cubicBezTo>
                <a:cubicBezTo>
                  <a:pt x="196" y="101"/>
                  <a:pt x="299" y="0"/>
                  <a:pt x="413" y="0"/>
                </a:cubicBezTo>
                <a:lnTo>
                  <a:pt x="21121" y="0"/>
                </a:lnTo>
                <a:cubicBezTo>
                  <a:pt x="21406" y="9"/>
                  <a:pt x="21600" y="619"/>
                  <a:pt x="21522" y="1216"/>
                </a:cubicBezTo>
                <a:cubicBezTo>
                  <a:pt x="21125" y="4240"/>
                  <a:pt x="20888" y="7447"/>
                  <a:pt x="20885" y="10771"/>
                </a:cubicBezTo>
                <a:cubicBezTo>
                  <a:pt x="20883" y="14116"/>
                  <a:pt x="21125" y="17341"/>
                  <a:pt x="21522" y="20384"/>
                </a:cubicBezTo>
                <a:cubicBezTo>
                  <a:pt x="21600" y="20981"/>
                  <a:pt x="21405" y="21590"/>
                  <a:pt x="21121" y="21600"/>
                </a:cubicBezTo>
                <a:lnTo>
                  <a:pt x="413" y="21600"/>
                </a:lnTo>
                <a:cubicBezTo>
                  <a:pt x="299" y="21600"/>
                  <a:pt x="196" y="21499"/>
                  <a:pt x="121" y="21336"/>
                </a:cubicBezTo>
                <a:cubicBezTo>
                  <a:pt x="46"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66" name="Google Shape;3966;p124" title="Salesforce logo"/>
          <p:cNvPicPr preferRelativeResize="0"/>
          <p:nvPr/>
        </p:nvPicPr>
        <p:blipFill rotWithShape="1">
          <a:blip r:embed="rId3">
            <a:alphaModFix/>
          </a:blip>
          <a:srcRect b="0" l="0" r="0" t="0"/>
          <a:stretch/>
        </p:blipFill>
        <p:spPr>
          <a:xfrm>
            <a:off x="16549999" y="848190"/>
            <a:ext cx="953601" cy="667642"/>
          </a:xfrm>
          <a:prstGeom prst="rect">
            <a:avLst/>
          </a:prstGeom>
          <a:noFill/>
          <a:ln>
            <a:noFill/>
          </a:ln>
        </p:spPr>
      </p:pic>
      <p:sp>
        <p:nvSpPr>
          <p:cNvPr id="3967" name="Google Shape;3967;p124"/>
          <p:cNvSpPr txBox="1"/>
          <p:nvPr>
            <p:ph type="title"/>
          </p:nvPr>
        </p:nvSpPr>
        <p:spPr>
          <a:xfrm>
            <a:off x="1333500" y="2400300"/>
            <a:ext cx="13239900" cy="46671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grpSp>
        <p:nvGrpSpPr>
          <p:cNvPr id="3968" name="Google Shape;3968;p124"/>
          <p:cNvGrpSpPr/>
          <p:nvPr/>
        </p:nvGrpSpPr>
        <p:grpSpPr>
          <a:xfrm>
            <a:off x="1333500" y="997673"/>
            <a:ext cx="1278450" cy="1211850"/>
            <a:chOff x="0" y="0"/>
            <a:chExt cx="1704600" cy="1615800"/>
          </a:xfrm>
        </p:grpSpPr>
        <p:sp>
          <p:nvSpPr>
            <p:cNvPr id="3969" name="Google Shape;3969;p124"/>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0" name="Google Shape;3970;p124"/>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3971" name="Google Shape;3971;p124"/>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3972" name="Google Shape;3972;p124"/>
          <p:cNvSpPr/>
          <p:nvPr/>
        </p:nvSpPr>
        <p:spPr>
          <a:xfrm>
            <a:off x="1566796"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3973" name="Google Shape;3973;p124" title="BE-MVP-Icon-Spark_Redux_V3_RIGHT_yellow.png"/>
          <p:cNvPicPr preferRelativeResize="0"/>
          <p:nvPr/>
        </p:nvPicPr>
        <p:blipFill rotWithShape="1">
          <a:blip r:embed="rId4">
            <a:alphaModFix/>
          </a:blip>
          <a:srcRect b="0" l="22394" r="8488" t="0"/>
          <a:stretch/>
        </p:blipFill>
        <p:spPr>
          <a:xfrm>
            <a:off x="-3475" y="2091850"/>
            <a:ext cx="603525" cy="931975"/>
          </a:xfrm>
          <a:prstGeom prst="rect">
            <a:avLst/>
          </a:prstGeom>
          <a:noFill/>
          <a:ln>
            <a:noFill/>
          </a:ln>
        </p:spPr>
      </p:pic>
      <p:pic>
        <p:nvPicPr>
          <p:cNvPr id="3974" name="Google Shape;3974;p124"/>
          <p:cNvPicPr preferRelativeResize="0"/>
          <p:nvPr/>
        </p:nvPicPr>
        <p:blipFill>
          <a:blip r:embed="rId5">
            <a:alphaModFix/>
          </a:blip>
          <a:stretch>
            <a:fillRect/>
          </a:stretch>
        </p:blipFill>
        <p:spPr>
          <a:xfrm>
            <a:off x="16550000" y="848191"/>
            <a:ext cx="953599" cy="667523"/>
          </a:xfrm>
          <a:prstGeom prst="rect">
            <a:avLst/>
          </a:prstGeom>
          <a:noFill/>
          <a:ln>
            <a:noFill/>
          </a:ln>
        </p:spPr>
      </p:pic>
      <p:sp>
        <p:nvSpPr>
          <p:cNvPr id="3975" name="Google Shape;3975;p124"/>
          <p:cNvSpPr txBox="1"/>
          <p:nvPr>
            <p:ph idx="1" type="subTitle"/>
          </p:nvPr>
        </p:nvSpPr>
        <p:spPr>
          <a:xfrm>
            <a:off x="1333500" y="7610475"/>
            <a:ext cx="13239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3000"/>
              <a:buNone/>
              <a:defRPr sz="3000"/>
            </a:lvl2pPr>
            <a:lvl3pPr lvl="2">
              <a:spcBef>
                <a:spcPts val="1800"/>
              </a:spcBef>
              <a:spcAft>
                <a:spcPts val="0"/>
              </a:spcAft>
              <a:buSzPts val="3000"/>
              <a:buNone/>
              <a:defRPr sz="3000"/>
            </a:lvl3pPr>
            <a:lvl4pPr lvl="3">
              <a:spcBef>
                <a:spcPts val="1800"/>
              </a:spcBef>
              <a:spcAft>
                <a:spcPts val="0"/>
              </a:spcAft>
              <a:buSzPts val="3000"/>
              <a:buNone/>
              <a:defRPr sz="3000"/>
            </a:lvl4pPr>
            <a:lvl5pPr lvl="4">
              <a:spcBef>
                <a:spcPts val="1800"/>
              </a:spcBef>
              <a:spcAft>
                <a:spcPts val="0"/>
              </a:spcAft>
              <a:buSzPts val="3000"/>
              <a:buNone/>
              <a:defRPr sz="3000"/>
            </a:lvl5pPr>
            <a:lvl6pPr lvl="5">
              <a:spcBef>
                <a:spcPts val="1800"/>
              </a:spcBef>
              <a:spcAft>
                <a:spcPts val="0"/>
              </a:spcAft>
              <a:buSzPts val="3000"/>
              <a:buNone/>
              <a:defRPr sz="3000"/>
            </a:lvl6pPr>
            <a:lvl7pPr lvl="6">
              <a:spcBef>
                <a:spcPts val="1800"/>
              </a:spcBef>
              <a:spcAft>
                <a:spcPts val="0"/>
              </a:spcAft>
              <a:buSzPts val="3000"/>
              <a:buNone/>
              <a:defRPr sz="3000"/>
            </a:lvl7pPr>
            <a:lvl8pPr lvl="7">
              <a:spcBef>
                <a:spcPts val="1800"/>
              </a:spcBef>
              <a:spcAft>
                <a:spcPts val="0"/>
              </a:spcAft>
              <a:buSzPts val="3000"/>
              <a:buNone/>
              <a:defRPr sz="3000"/>
            </a:lvl8pPr>
            <a:lvl9pPr lvl="8">
              <a:spcBef>
                <a:spcPts val="1800"/>
              </a:spcBef>
              <a:spcAft>
                <a:spcPts val="1800"/>
              </a:spcAft>
              <a:buSzPts val="3000"/>
              <a:buNone/>
              <a:defRPr sz="3000"/>
            </a:lvl9pPr>
          </a:lstStyle>
          <a:p/>
        </p:txBody>
      </p:sp>
      <p:pic>
        <p:nvPicPr>
          <p:cNvPr id="3976" name="Google Shape;3976;p124" title="BE-MVP-Icon-Spark_Redux_V3_STRAIGHT_yellow.png"/>
          <p:cNvPicPr preferRelativeResize="0"/>
          <p:nvPr/>
        </p:nvPicPr>
        <p:blipFill rotWithShape="1">
          <a:blip r:embed="rId6">
            <a:alphaModFix/>
          </a:blip>
          <a:srcRect b="2553" l="0" r="0" t="2553"/>
          <a:stretch/>
        </p:blipFill>
        <p:spPr>
          <a:xfrm rot="498582">
            <a:off x="13806739" y="8151217"/>
            <a:ext cx="966926" cy="979298"/>
          </a:xfrm>
          <a:prstGeom prst="rect">
            <a:avLst/>
          </a:prstGeom>
          <a:noFill/>
          <a:ln>
            <a:noFill/>
          </a:ln>
        </p:spPr>
      </p:pic>
      <p:pic>
        <p:nvPicPr>
          <p:cNvPr id="3977" name="Google Shape;3977;p124" title="BE-MVP-Icon-Spark_Redux_V3_LEFT_yellow.png"/>
          <p:cNvPicPr preferRelativeResize="0"/>
          <p:nvPr/>
        </p:nvPicPr>
        <p:blipFill rotWithShape="1">
          <a:blip r:embed="rId7">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p:cSld name="TITLE_1_1_1_1_1_1_1_1_1_1_1_1_1_1_1_1_1_1_1_1_1_1_1_1_1_1_1">
    <p:bg>
      <p:bgPr>
        <a:solidFill>
          <a:srgbClr val="CFE9FE"/>
        </a:solidFill>
      </p:bgPr>
    </p:bg>
    <p:spTree>
      <p:nvGrpSpPr>
        <p:cNvPr id="3978" name="Shape 3978"/>
        <p:cNvGrpSpPr/>
        <p:nvPr/>
      </p:nvGrpSpPr>
      <p:grpSpPr>
        <a:xfrm>
          <a:off x="0" y="0"/>
          <a:ext cx="0" cy="0"/>
          <a:chOff x="0" y="0"/>
          <a:chExt cx="0" cy="0"/>
        </a:xfrm>
      </p:grpSpPr>
      <p:pic>
        <p:nvPicPr>
          <p:cNvPr id="3979" name="Google Shape;3979;p12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0" name="Google Shape;3980;p125"/>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pic>
        <p:nvPicPr>
          <p:cNvPr id="3981" name="Google Shape;3981;p12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Statement 2">
  <p:cSld name="TITLE_1_1_1_1_1_1_1_1_1_1_1_1_1_1_1_1_1_1_1_1_1_1_1_1_1_1_1_1">
    <p:bg>
      <p:bgPr>
        <a:gradFill>
          <a:gsLst>
            <a:gs pos="0">
              <a:srgbClr val="90D0FE"/>
            </a:gs>
            <a:gs pos="100000">
              <a:srgbClr val="EAF5FE"/>
            </a:gs>
          </a:gsLst>
          <a:lin ang="16198662" scaled="0"/>
        </a:gradFill>
      </p:bgPr>
    </p:bg>
    <p:spTree>
      <p:nvGrpSpPr>
        <p:cNvPr id="3982" name="Shape 3982"/>
        <p:cNvGrpSpPr/>
        <p:nvPr/>
      </p:nvGrpSpPr>
      <p:grpSpPr>
        <a:xfrm>
          <a:off x="0" y="0"/>
          <a:ext cx="0" cy="0"/>
          <a:chOff x="0" y="0"/>
          <a:chExt cx="0" cy="0"/>
        </a:xfrm>
      </p:grpSpPr>
      <p:pic>
        <p:nvPicPr>
          <p:cNvPr id="3983" name="Google Shape;3983;p12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3984" name="Google Shape;3984;p126"/>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85" name="Google Shape;3985;p126"/>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3986" name="Google Shape;3986;p126"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3987" name="Google Shape;3987;p126"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3988" name="Google Shape;3988;p126"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3989" name="Google Shape;3989;p126"/>
          <p:cNvSpPr txBox="1"/>
          <p:nvPr>
            <p:ph type="title"/>
          </p:nvPr>
        </p:nvSpPr>
        <p:spPr>
          <a:xfrm>
            <a:off x="1333500" y="2314575"/>
            <a:ext cx="12954000" cy="47148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3990" name="Google Shape;3990;p126"/>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3991" name="Google Shape;3991;p126"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p:cSld name="TITLE_1_1_1_1_1_1_1_1_1_1_1_1_1_1_1_1_1_1_1_1_1_1_1_1_1_1_1_1_3">
    <p:bg>
      <p:bgPr>
        <a:solidFill>
          <a:srgbClr val="CFE9FE"/>
        </a:solidFill>
      </p:bgPr>
    </p:bg>
    <p:spTree>
      <p:nvGrpSpPr>
        <p:cNvPr id="3992" name="Shape 3992"/>
        <p:cNvGrpSpPr/>
        <p:nvPr/>
      </p:nvGrpSpPr>
      <p:grpSpPr>
        <a:xfrm>
          <a:off x="0" y="0"/>
          <a:ext cx="0" cy="0"/>
          <a:chOff x="0" y="0"/>
          <a:chExt cx="0" cy="0"/>
        </a:xfrm>
      </p:grpSpPr>
      <p:pic>
        <p:nvPicPr>
          <p:cNvPr id="3993" name="Google Shape;3993;p12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3994" name="Google Shape;3994;p127" title="Blue_shadow.png"/>
          <p:cNvPicPr preferRelativeResize="0"/>
          <p:nvPr/>
        </p:nvPicPr>
        <p:blipFill>
          <a:blip r:embed="rId3">
            <a:alphaModFix/>
          </a:blip>
          <a:stretch>
            <a:fillRect/>
          </a:stretch>
        </p:blipFill>
        <p:spPr>
          <a:xfrm>
            <a:off x="868675" y="8802925"/>
            <a:ext cx="14619324" cy="676275"/>
          </a:xfrm>
          <a:prstGeom prst="rect">
            <a:avLst/>
          </a:prstGeom>
          <a:noFill/>
          <a:ln>
            <a:noFill/>
          </a:ln>
        </p:spPr>
      </p:pic>
      <p:sp>
        <p:nvSpPr>
          <p:cNvPr id="3995" name="Google Shape;3995;p127"/>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3996" name="Google Shape;3996;p127"/>
          <p:cNvPicPr preferRelativeResize="0"/>
          <p:nvPr/>
        </p:nvPicPr>
        <p:blipFill>
          <a:blip r:embed="rId4">
            <a:alphaModFix/>
          </a:blip>
          <a:stretch>
            <a:fillRect/>
          </a:stretch>
        </p:blipFill>
        <p:spPr>
          <a:xfrm>
            <a:off x="16550000" y="848191"/>
            <a:ext cx="953599" cy="667523"/>
          </a:xfrm>
          <a:prstGeom prst="rect">
            <a:avLst/>
          </a:prstGeom>
          <a:noFill/>
          <a:ln>
            <a:noFill/>
          </a:ln>
        </p:spPr>
      </p:pic>
      <p:pic>
        <p:nvPicPr>
          <p:cNvPr id="3997" name="Google Shape;3997;p127" title="BE-MVP-Icon-Spark_Redux_V3_STRAIGHT_yellow.png"/>
          <p:cNvPicPr preferRelativeResize="0"/>
          <p:nvPr/>
        </p:nvPicPr>
        <p:blipFill rotWithShape="1">
          <a:blip r:embed="rId5">
            <a:alphaModFix/>
          </a:blip>
          <a:srcRect b="2553" l="0" r="0" t="2553"/>
          <a:stretch/>
        </p:blipFill>
        <p:spPr>
          <a:xfrm rot="498582">
            <a:off x="13806739" y="8151217"/>
            <a:ext cx="966926" cy="979298"/>
          </a:xfrm>
          <a:prstGeom prst="rect">
            <a:avLst/>
          </a:prstGeom>
          <a:noFill/>
          <a:ln>
            <a:noFill/>
          </a:ln>
        </p:spPr>
      </p:pic>
      <p:pic>
        <p:nvPicPr>
          <p:cNvPr id="3998" name="Google Shape;3998;p127" title="BE-MVP-Icon-Spark_Redux_V3_STRAIGHT_yellow.png"/>
          <p:cNvPicPr preferRelativeResize="0"/>
          <p:nvPr/>
        </p:nvPicPr>
        <p:blipFill rotWithShape="1">
          <a:blip r:embed="rId5">
            <a:alphaModFix/>
          </a:blip>
          <a:srcRect b="2553" l="0" r="0" t="2553"/>
          <a:stretch/>
        </p:blipFill>
        <p:spPr>
          <a:xfrm rot="-1459507">
            <a:off x="2495168" y="1072918"/>
            <a:ext cx="495528" cy="501868"/>
          </a:xfrm>
          <a:prstGeom prst="rect">
            <a:avLst/>
          </a:prstGeom>
          <a:noFill/>
          <a:ln>
            <a:noFill/>
          </a:ln>
        </p:spPr>
      </p:pic>
      <p:pic>
        <p:nvPicPr>
          <p:cNvPr id="3999" name="Google Shape;3999;p127" title="BE-MVP-Icon-Spark_Redux_V3_LEFT_yellow.png"/>
          <p:cNvPicPr preferRelativeResize="0"/>
          <p:nvPr/>
        </p:nvPicPr>
        <p:blipFill rotWithShape="1">
          <a:blip r:embed="rId6">
            <a:alphaModFix/>
          </a:blip>
          <a:srcRect b="2553" l="0" r="0" t="2553"/>
          <a:stretch/>
        </p:blipFill>
        <p:spPr>
          <a:xfrm rot="-1459490">
            <a:off x="1926380" y="1034195"/>
            <a:ext cx="248485" cy="251664"/>
          </a:xfrm>
          <a:prstGeom prst="rect">
            <a:avLst/>
          </a:prstGeom>
          <a:noFill/>
          <a:ln>
            <a:noFill/>
          </a:ln>
        </p:spPr>
      </p:pic>
      <p:sp>
        <p:nvSpPr>
          <p:cNvPr id="4000" name="Google Shape;4000;p127"/>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01" name="Google Shape;4001;p127"/>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02" name="Google Shape;4002;p127" title="BE-MVP-Icon-Spark_Redux_V3_LEFT_yellow.png"/>
          <p:cNvPicPr preferRelativeResize="0"/>
          <p:nvPr/>
        </p:nvPicPr>
        <p:blipFill rotWithShape="1">
          <a:blip r:embed="rId6">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tatement 3 1">
  <p:cSld name="TITLE_1_1_1_1_1_1_1_1_1_1_1_1_1_1_1_1_1_1_1_1_1_1_1_1_1_1_1_1_3_1">
    <p:bg>
      <p:bgPr>
        <a:solidFill>
          <a:srgbClr val="066AFE"/>
        </a:solidFill>
      </p:bgPr>
    </p:bg>
    <p:spTree>
      <p:nvGrpSpPr>
        <p:cNvPr id="4003" name="Shape 4003"/>
        <p:cNvGrpSpPr/>
        <p:nvPr/>
      </p:nvGrpSpPr>
      <p:grpSpPr>
        <a:xfrm>
          <a:off x="0" y="0"/>
          <a:ext cx="0" cy="0"/>
          <a:chOff x="0" y="0"/>
          <a:chExt cx="0" cy="0"/>
        </a:xfrm>
      </p:grpSpPr>
      <p:sp>
        <p:nvSpPr>
          <p:cNvPr id="4004" name="Google Shape;4004;p128"/>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05" name="Google Shape;4005;p128"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pic>
        <p:nvPicPr>
          <p:cNvPr id="4006" name="Google Shape;4006;p128" title="BE-MVP-Icon-Spark_Redux_V3_STRAIGHT_yellow.png"/>
          <p:cNvPicPr preferRelativeResize="0"/>
          <p:nvPr/>
        </p:nvPicPr>
        <p:blipFill rotWithShape="1">
          <a:blip r:embed="rId3">
            <a:alphaModFix/>
          </a:blip>
          <a:srcRect b="2553" l="0" r="0" t="2553"/>
          <a:stretch/>
        </p:blipFill>
        <p:spPr>
          <a:xfrm rot="498582">
            <a:off x="13806739" y="8151217"/>
            <a:ext cx="966926" cy="979298"/>
          </a:xfrm>
          <a:prstGeom prst="rect">
            <a:avLst/>
          </a:prstGeom>
          <a:noFill/>
          <a:ln>
            <a:noFill/>
          </a:ln>
        </p:spPr>
      </p:pic>
      <p:pic>
        <p:nvPicPr>
          <p:cNvPr id="4007" name="Google Shape;4007;p128" title="BE-MVP-Icon-Spark_Redux_V3_STRAIGHT_yellow.png"/>
          <p:cNvPicPr preferRelativeResize="0"/>
          <p:nvPr/>
        </p:nvPicPr>
        <p:blipFill rotWithShape="1">
          <a:blip r:embed="rId3">
            <a:alphaModFix/>
          </a:blip>
          <a:srcRect b="2553" l="0" r="0" t="2553"/>
          <a:stretch/>
        </p:blipFill>
        <p:spPr>
          <a:xfrm rot="-1459507">
            <a:off x="2495168" y="1072918"/>
            <a:ext cx="495528" cy="501868"/>
          </a:xfrm>
          <a:prstGeom prst="rect">
            <a:avLst/>
          </a:prstGeom>
          <a:noFill/>
          <a:ln>
            <a:noFill/>
          </a:ln>
        </p:spPr>
      </p:pic>
      <p:pic>
        <p:nvPicPr>
          <p:cNvPr id="4008" name="Google Shape;4008;p128" title="BE-MVP-Icon-Spark_Redux_V3_LEFT_yellow.png"/>
          <p:cNvPicPr preferRelativeResize="0"/>
          <p:nvPr/>
        </p:nvPicPr>
        <p:blipFill rotWithShape="1">
          <a:blip r:embed="rId4">
            <a:alphaModFix/>
          </a:blip>
          <a:srcRect b="2553" l="0" r="0" t="2553"/>
          <a:stretch/>
        </p:blipFill>
        <p:spPr>
          <a:xfrm rot="-1459490">
            <a:off x="1926380" y="1034195"/>
            <a:ext cx="248485" cy="251664"/>
          </a:xfrm>
          <a:prstGeom prst="rect">
            <a:avLst/>
          </a:prstGeom>
          <a:noFill/>
          <a:ln>
            <a:noFill/>
          </a:ln>
        </p:spPr>
      </p:pic>
      <p:sp>
        <p:nvSpPr>
          <p:cNvPr id="4009" name="Google Shape;4009;p128"/>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10" name="Google Shape;4010;p128"/>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11" name="Google Shape;4011;p128" title="BE-MVP-Icon-Spark_Redux_V3_LEFT_yellow.png"/>
          <p:cNvPicPr preferRelativeResize="0"/>
          <p:nvPr/>
        </p:nvPicPr>
        <p:blipFill rotWithShape="1">
          <a:blip r:embed="rId4">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tatement 4">
  <p:cSld name="TITLE_1_1_1_1_1_1_1_1_1_1_1_1_1_1_1_1_1_1_1_1_1_1_1_1_1_1_1_1_2">
    <p:bg>
      <p:bgPr>
        <a:solidFill>
          <a:srgbClr val="CFE9FE"/>
        </a:solidFill>
      </p:bgPr>
    </p:bg>
    <p:spTree>
      <p:nvGrpSpPr>
        <p:cNvPr id="4012" name="Shape 4012"/>
        <p:cNvGrpSpPr/>
        <p:nvPr/>
      </p:nvGrpSpPr>
      <p:grpSpPr>
        <a:xfrm>
          <a:off x="0" y="0"/>
          <a:ext cx="0" cy="0"/>
          <a:chOff x="0" y="0"/>
          <a:chExt cx="0" cy="0"/>
        </a:xfrm>
      </p:grpSpPr>
      <p:pic>
        <p:nvPicPr>
          <p:cNvPr id="4013" name="Google Shape;4013;p129"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14" name="Google Shape;4014;p129"/>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E0E5F8"/>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15" name="Google Shape;4015;p129"/>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16" name="Google Shape;4016;p129"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17" name="Google Shape;4017;p129"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18" name="Google Shape;4018;p129"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19" name="Google Shape;4019;p129"/>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20" name="Google Shape;4020;p129"/>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21" name="Google Shape;4021;p129"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5">
  <p:cSld name="TITLE_1_1_1_1_1_1_1_1_1_1_1_1_1_1_1_1_1_1_1_1_1_1_1_1_1_1_1_1_2_1">
    <p:bg>
      <p:bgPr>
        <a:solidFill>
          <a:srgbClr val="CFE9FE"/>
        </a:solidFill>
      </p:bgPr>
    </p:bg>
    <p:spTree>
      <p:nvGrpSpPr>
        <p:cNvPr id="4022" name="Shape 4022"/>
        <p:cNvGrpSpPr/>
        <p:nvPr/>
      </p:nvGrpSpPr>
      <p:grpSpPr>
        <a:xfrm>
          <a:off x="0" y="0"/>
          <a:ext cx="0" cy="0"/>
          <a:chOff x="0" y="0"/>
          <a:chExt cx="0" cy="0"/>
        </a:xfrm>
      </p:grpSpPr>
      <p:pic>
        <p:nvPicPr>
          <p:cNvPr id="4023" name="Google Shape;4023;p130"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24" name="Google Shape;4024;p130"/>
          <p:cNvSpPr/>
          <p:nvPr/>
        </p:nvSpPr>
        <p:spPr>
          <a:xfrm>
            <a:off x="868686" y="1888867"/>
            <a:ext cx="14619312" cy="6509268"/>
          </a:xfrm>
          <a:custGeom>
            <a:rect b="b" l="l" r="r" t="t"/>
            <a:pathLst>
              <a:path extrusionOk="0" h="21600" w="21600">
                <a:moveTo>
                  <a:pt x="0" y="635"/>
                </a:moveTo>
                <a:cubicBezTo>
                  <a:pt x="0" y="460"/>
                  <a:pt x="32" y="301"/>
                  <a:pt x="83" y="186"/>
                </a:cubicBezTo>
                <a:cubicBezTo>
                  <a:pt x="134" y="71"/>
                  <a:pt x="205" y="0"/>
                  <a:pt x="283" y="0"/>
                </a:cubicBezTo>
                <a:lnTo>
                  <a:pt x="21317" y="0"/>
                </a:lnTo>
                <a:cubicBezTo>
                  <a:pt x="21395" y="0"/>
                  <a:pt x="21466" y="71"/>
                  <a:pt x="21517" y="186"/>
                </a:cubicBezTo>
                <a:cubicBezTo>
                  <a:pt x="21568" y="301"/>
                  <a:pt x="21600" y="460"/>
                  <a:pt x="21600" y="635"/>
                </a:cubicBezTo>
                <a:lnTo>
                  <a:pt x="21600" y="671"/>
                </a:lnTo>
                <a:cubicBezTo>
                  <a:pt x="21600" y="773"/>
                  <a:pt x="21589" y="874"/>
                  <a:pt x="21568" y="965"/>
                </a:cubicBezTo>
                <a:cubicBezTo>
                  <a:pt x="20895" y="3915"/>
                  <a:pt x="20516" y="7258"/>
                  <a:pt x="20516" y="10800"/>
                </a:cubicBezTo>
                <a:cubicBezTo>
                  <a:pt x="20516" y="14342"/>
                  <a:pt x="20895" y="17685"/>
                  <a:pt x="21568" y="20635"/>
                </a:cubicBezTo>
                <a:cubicBezTo>
                  <a:pt x="21589" y="20726"/>
                  <a:pt x="21600" y="20827"/>
                  <a:pt x="21600" y="20929"/>
                </a:cubicBezTo>
                <a:lnTo>
                  <a:pt x="21600" y="20965"/>
                </a:lnTo>
                <a:cubicBezTo>
                  <a:pt x="21600" y="21140"/>
                  <a:pt x="21568" y="21299"/>
                  <a:pt x="21517" y="21414"/>
                </a:cubicBezTo>
                <a:cubicBezTo>
                  <a:pt x="21466" y="21529"/>
                  <a:pt x="21395" y="21600"/>
                  <a:pt x="21317" y="21600"/>
                </a:cubicBezTo>
                <a:lnTo>
                  <a:pt x="283" y="21600"/>
                </a:lnTo>
                <a:cubicBezTo>
                  <a:pt x="205" y="21600"/>
                  <a:pt x="134" y="21529"/>
                  <a:pt x="83" y="21414"/>
                </a:cubicBezTo>
                <a:cubicBezTo>
                  <a:pt x="3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025" name="Google Shape;4025;p130"/>
          <p:cNvPicPr preferRelativeResize="0"/>
          <p:nvPr/>
        </p:nvPicPr>
        <p:blipFill>
          <a:blip r:embed="rId3">
            <a:alphaModFix/>
          </a:blip>
          <a:stretch>
            <a:fillRect/>
          </a:stretch>
        </p:blipFill>
        <p:spPr>
          <a:xfrm>
            <a:off x="16550000" y="848191"/>
            <a:ext cx="953599" cy="667523"/>
          </a:xfrm>
          <a:prstGeom prst="rect">
            <a:avLst/>
          </a:prstGeom>
          <a:noFill/>
          <a:ln>
            <a:noFill/>
          </a:ln>
        </p:spPr>
      </p:pic>
      <p:pic>
        <p:nvPicPr>
          <p:cNvPr id="4026" name="Google Shape;4026;p130" title="BE-MVP-Icon-Spark_Redux_V3_STRAIGHT_yellow.png"/>
          <p:cNvPicPr preferRelativeResize="0"/>
          <p:nvPr/>
        </p:nvPicPr>
        <p:blipFill rotWithShape="1">
          <a:blip r:embed="rId4">
            <a:alphaModFix/>
          </a:blip>
          <a:srcRect b="2553" l="0" r="0" t="2553"/>
          <a:stretch/>
        </p:blipFill>
        <p:spPr>
          <a:xfrm rot="498582">
            <a:off x="13806739" y="8151217"/>
            <a:ext cx="966926" cy="979298"/>
          </a:xfrm>
          <a:prstGeom prst="rect">
            <a:avLst/>
          </a:prstGeom>
          <a:noFill/>
          <a:ln>
            <a:noFill/>
          </a:ln>
        </p:spPr>
      </p:pic>
      <p:pic>
        <p:nvPicPr>
          <p:cNvPr id="4027" name="Google Shape;4027;p130" title="BE-MVP-Icon-Spark_Redux_V3_STRAIGHT_yellow.png"/>
          <p:cNvPicPr preferRelativeResize="0"/>
          <p:nvPr/>
        </p:nvPicPr>
        <p:blipFill rotWithShape="1">
          <a:blip r:embed="rId4">
            <a:alphaModFix/>
          </a:blip>
          <a:srcRect b="2553" l="0" r="0" t="2553"/>
          <a:stretch/>
        </p:blipFill>
        <p:spPr>
          <a:xfrm rot="-1459507">
            <a:off x="2495168" y="1072918"/>
            <a:ext cx="495528" cy="501868"/>
          </a:xfrm>
          <a:prstGeom prst="rect">
            <a:avLst/>
          </a:prstGeom>
          <a:noFill/>
          <a:ln>
            <a:noFill/>
          </a:ln>
        </p:spPr>
      </p:pic>
      <p:pic>
        <p:nvPicPr>
          <p:cNvPr id="4028" name="Google Shape;4028;p130" title="BE-MVP-Icon-Spark_Redux_V3_LEFT_yellow.png"/>
          <p:cNvPicPr preferRelativeResize="0"/>
          <p:nvPr/>
        </p:nvPicPr>
        <p:blipFill rotWithShape="1">
          <a:blip r:embed="rId5">
            <a:alphaModFix/>
          </a:blip>
          <a:srcRect b="2553" l="0" r="0" t="2553"/>
          <a:stretch/>
        </p:blipFill>
        <p:spPr>
          <a:xfrm rot="-1459490">
            <a:off x="1926380" y="1034195"/>
            <a:ext cx="248485" cy="251664"/>
          </a:xfrm>
          <a:prstGeom prst="rect">
            <a:avLst/>
          </a:prstGeom>
          <a:noFill/>
          <a:ln>
            <a:noFill/>
          </a:ln>
        </p:spPr>
      </p:pic>
      <p:sp>
        <p:nvSpPr>
          <p:cNvPr id="4029" name="Google Shape;4029;p130"/>
          <p:cNvSpPr txBox="1"/>
          <p:nvPr>
            <p:ph type="title"/>
          </p:nvPr>
        </p:nvSpPr>
        <p:spPr>
          <a:xfrm>
            <a:off x="1333500" y="2314575"/>
            <a:ext cx="12954000" cy="47625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4030" name="Google Shape;4030;p130"/>
          <p:cNvSpPr txBox="1"/>
          <p:nvPr>
            <p:ph idx="1" type="subTitle"/>
          </p:nvPr>
        </p:nvSpPr>
        <p:spPr>
          <a:xfrm>
            <a:off x="1333500" y="7199948"/>
            <a:ext cx="12858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200"/>
              <a:buNone/>
              <a:defRPr sz="3200">
                <a:solidFill>
                  <a:schemeClr val="dk1"/>
                </a:solidFill>
              </a:defRPr>
            </a:lvl1pPr>
            <a:lvl2pPr lvl="1">
              <a:spcBef>
                <a:spcPts val="0"/>
              </a:spcBef>
              <a:spcAft>
                <a:spcPts val="0"/>
              </a:spcAft>
              <a:buSzPts val="3600"/>
              <a:buNone/>
              <a:defRPr sz="3600"/>
            </a:lvl2pPr>
            <a:lvl3pPr lvl="2">
              <a:spcBef>
                <a:spcPts val="1800"/>
              </a:spcBef>
              <a:spcAft>
                <a:spcPts val="0"/>
              </a:spcAft>
              <a:buSzPts val="3600"/>
              <a:buNone/>
              <a:defRPr sz="3600"/>
            </a:lvl3pPr>
            <a:lvl4pPr lvl="3">
              <a:spcBef>
                <a:spcPts val="1800"/>
              </a:spcBef>
              <a:spcAft>
                <a:spcPts val="0"/>
              </a:spcAft>
              <a:buSzPts val="3600"/>
              <a:buNone/>
              <a:defRPr sz="3600"/>
            </a:lvl4pPr>
            <a:lvl5pPr lvl="4">
              <a:spcBef>
                <a:spcPts val="1800"/>
              </a:spcBef>
              <a:spcAft>
                <a:spcPts val="0"/>
              </a:spcAft>
              <a:buSzPts val="3600"/>
              <a:buNone/>
              <a:defRPr sz="3600"/>
            </a:lvl5pPr>
            <a:lvl6pPr lvl="5">
              <a:spcBef>
                <a:spcPts val="1800"/>
              </a:spcBef>
              <a:spcAft>
                <a:spcPts val="0"/>
              </a:spcAft>
              <a:buSzPts val="3600"/>
              <a:buNone/>
              <a:defRPr sz="3600"/>
            </a:lvl6pPr>
            <a:lvl7pPr lvl="6">
              <a:spcBef>
                <a:spcPts val="1800"/>
              </a:spcBef>
              <a:spcAft>
                <a:spcPts val="0"/>
              </a:spcAft>
              <a:buSzPts val="3600"/>
              <a:buNone/>
              <a:defRPr sz="3600"/>
            </a:lvl7pPr>
            <a:lvl8pPr lvl="7">
              <a:spcBef>
                <a:spcPts val="1800"/>
              </a:spcBef>
              <a:spcAft>
                <a:spcPts val="0"/>
              </a:spcAft>
              <a:buSzPts val="3600"/>
              <a:buNone/>
              <a:defRPr sz="3600"/>
            </a:lvl8pPr>
            <a:lvl9pPr lvl="8">
              <a:spcBef>
                <a:spcPts val="1800"/>
              </a:spcBef>
              <a:spcAft>
                <a:spcPts val="1800"/>
              </a:spcAft>
              <a:buSzPts val="3600"/>
              <a:buNone/>
              <a:defRPr sz="3600"/>
            </a:lvl9pPr>
          </a:lstStyle>
          <a:p/>
        </p:txBody>
      </p:sp>
      <p:pic>
        <p:nvPicPr>
          <p:cNvPr id="4031" name="Google Shape;4031;p130" title="BE-MVP-Icon-Spark_Redux_V3_LEFT_yellow.png"/>
          <p:cNvPicPr preferRelativeResize="0"/>
          <p:nvPr/>
        </p:nvPicPr>
        <p:blipFill rotWithShape="1">
          <a:blip r:embed="rId5">
            <a:alphaModFix/>
          </a:blip>
          <a:srcRect b="0" l="1467" r="25911" t="0"/>
          <a:stretch/>
        </p:blipFill>
        <p:spPr>
          <a:xfrm rot="-4">
            <a:off x="16276822" y="5727051"/>
            <a:ext cx="2011175" cy="2955749"/>
          </a:xfrm>
          <a:prstGeom prst="rect">
            <a:avLst/>
          </a:prstGeom>
          <a:noFill/>
          <a:ln>
            <a:noFill/>
          </a:ln>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 Statement with data">
  <p:cSld name="TITLE_1_1_1_1_1_1_1_1_1_1_1_1_1_1_1_1_1_1_1_1_1_1_1_1_1_1_1_1_1_1_1">
    <p:bg>
      <p:bgPr>
        <a:solidFill>
          <a:schemeClr val="accent6"/>
        </a:solidFill>
      </p:bgPr>
    </p:bg>
    <p:spTree>
      <p:nvGrpSpPr>
        <p:cNvPr id="4032" name="Shape 4032"/>
        <p:cNvGrpSpPr/>
        <p:nvPr/>
      </p:nvGrpSpPr>
      <p:grpSpPr>
        <a:xfrm>
          <a:off x="0" y="0"/>
          <a:ext cx="0" cy="0"/>
          <a:chOff x="0" y="0"/>
          <a:chExt cx="0" cy="0"/>
        </a:xfrm>
      </p:grpSpPr>
      <p:sp>
        <p:nvSpPr>
          <p:cNvPr id="4033" name="Google Shape;4033;p131"/>
          <p:cNvSpPr/>
          <p:nvPr/>
        </p:nvSpPr>
        <p:spPr>
          <a:xfrm flipH="1">
            <a:off x="7899811" y="2002123"/>
            <a:ext cx="9512840" cy="6262064"/>
          </a:xfrm>
          <a:custGeom>
            <a:rect b="b" l="l" r="r" t="t"/>
            <a:pathLst>
              <a:path extrusionOk="0" h="21595" w="21496">
                <a:moveTo>
                  <a:pt x="0" y="1007"/>
                </a:moveTo>
                <a:cubicBezTo>
                  <a:pt x="-4" y="735"/>
                  <a:pt x="66" y="473"/>
                  <a:pt x="193" y="283"/>
                </a:cubicBezTo>
                <a:cubicBezTo>
                  <a:pt x="317" y="97"/>
                  <a:pt x="485" y="-5"/>
                  <a:pt x="659" y="1"/>
                </a:cubicBezTo>
                <a:lnTo>
                  <a:pt x="20817" y="1"/>
                </a:lnTo>
                <a:cubicBezTo>
                  <a:pt x="21265" y="-1"/>
                  <a:pt x="21578" y="682"/>
                  <a:pt x="21459" y="1341"/>
                </a:cubicBezTo>
                <a:cubicBezTo>
                  <a:pt x="20945" y="4194"/>
                  <a:pt x="20496" y="7196"/>
                  <a:pt x="20454" y="10330"/>
                </a:cubicBezTo>
                <a:cubicBezTo>
                  <a:pt x="20407" y="13779"/>
                  <a:pt x="20858" y="17129"/>
                  <a:pt x="21465" y="20223"/>
                </a:cubicBezTo>
                <a:cubicBezTo>
                  <a:pt x="21596" y="20890"/>
                  <a:pt x="21285" y="21593"/>
                  <a:pt x="20829" y="21595"/>
                </a:cubicBezTo>
                <a:lnTo>
                  <a:pt x="659" y="21595"/>
                </a:lnTo>
                <a:cubicBezTo>
                  <a:pt x="477" y="21595"/>
                  <a:pt x="312" y="21482"/>
                  <a:pt x="193" y="21300"/>
                </a:cubicBezTo>
                <a:cubicBezTo>
                  <a:pt x="73" y="21118"/>
                  <a:pt x="0" y="20867"/>
                  <a:pt x="0" y="20589"/>
                </a:cubicBezTo>
                <a:lnTo>
                  <a:pt x="0" y="1007"/>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034" name="Google Shape;4034;p131"/>
          <p:cNvSpPr txBox="1"/>
          <p:nvPr>
            <p:ph type="title"/>
          </p:nvPr>
        </p:nvSpPr>
        <p:spPr>
          <a:xfrm>
            <a:off x="8915400" y="2852738"/>
            <a:ext cx="7915200" cy="45624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pic>
        <p:nvPicPr>
          <p:cNvPr id="4035" name="Google Shape;4035;p13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8eddf9cd5d8993598fe8b721e932338b28a73d3f.png" id="4036" name="Google Shape;4036;p131"/>
          <p:cNvPicPr preferRelativeResize="0"/>
          <p:nvPr/>
        </p:nvPicPr>
        <p:blipFill rotWithShape="1">
          <a:blip r:embed="rId3">
            <a:alphaModFix/>
          </a:blip>
          <a:srcRect b="8927" l="8" r="20381" t="7173"/>
          <a:stretch/>
        </p:blipFill>
        <p:spPr>
          <a:xfrm rot="5969335">
            <a:off x="16935753" y="7113292"/>
            <a:ext cx="994791" cy="1048341"/>
          </a:xfrm>
          <a:custGeom>
            <a:rect b="b" l="l" r="r" t="t"/>
            <a:pathLst>
              <a:path extrusionOk="0" h="21600" w="21600">
                <a:moveTo>
                  <a:pt x="10697" y="0"/>
                </a:moveTo>
                <a:lnTo>
                  <a:pt x="6082" y="6470"/>
                </a:lnTo>
                <a:lnTo>
                  <a:pt x="0" y="11211"/>
                </a:lnTo>
                <a:lnTo>
                  <a:pt x="0" y="12125"/>
                </a:lnTo>
                <a:lnTo>
                  <a:pt x="6140" y="15320"/>
                </a:lnTo>
                <a:lnTo>
                  <a:pt x="9443" y="21600"/>
                </a:lnTo>
                <a:lnTo>
                  <a:pt x="11201" y="21410"/>
                </a:lnTo>
                <a:lnTo>
                  <a:pt x="16003" y="15424"/>
                </a:lnTo>
                <a:lnTo>
                  <a:pt x="21600" y="11481"/>
                </a:lnTo>
                <a:lnTo>
                  <a:pt x="16229" y="6709"/>
                </a:lnTo>
                <a:lnTo>
                  <a:pt x="10697" y="0"/>
                </a:lnTo>
                <a:close/>
              </a:path>
            </a:pathLst>
          </a:custGeom>
          <a:noFill/>
          <a:ln>
            <a:noFill/>
          </a:ln>
        </p:spPr>
      </p:pic>
      <p:pic>
        <p:nvPicPr>
          <p:cNvPr descr="8eddf9cd5d8993598fe8b721e932338b28a73d3f.png" id="4037" name="Google Shape;4037;p131"/>
          <p:cNvPicPr preferRelativeResize="0"/>
          <p:nvPr/>
        </p:nvPicPr>
        <p:blipFill rotWithShape="1">
          <a:blip r:embed="rId3">
            <a:alphaModFix/>
          </a:blip>
          <a:srcRect b="8957" l="24" r="20346" t="7179"/>
          <a:stretch/>
        </p:blipFill>
        <p:spPr>
          <a:xfrm>
            <a:off x="16951206" y="7806343"/>
            <a:ext cx="235494" cy="247914"/>
          </a:xfrm>
          <a:custGeom>
            <a:rect b="b" l="l" r="r" t="t"/>
            <a:pathLst>
              <a:path extrusionOk="0" h="21600" w="21600">
                <a:moveTo>
                  <a:pt x="10704" y="0"/>
                </a:moveTo>
                <a:lnTo>
                  <a:pt x="6090" y="6483"/>
                </a:lnTo>
                <a:lnTo>
                  <a:pt x="0" y="11202"/>
                </a:lnTo>
                <a:lnTo>
                  <a:pt x="0" y="12109"/>
                </a:lnTo>
                <a:lnTo>
                  <a:pt x="6117" y="15325"/>
                </a:lnTo>
                <a:lnTo>
                  <a:pt x="9448" y="21600"/>
                </a:lnTo>
                <a:lnTo>
                  <a:pt x="11196" y="21418"/>
                </a:lnTo>
                <a:lnTo>
                  <a:pt x="16002" y="15429"/>
                </a:lnTo>
                <a:lnTo>
                  <a:pt x="21600" y="11487"/>
                </a:lnTo>
                <a:lnTo>
                  <a:pt x="16220" y="6716"/>
                </a:lnTo>
                <a:lnTo>
                  <a:pt x="10704" y="0"/>
                </a:lnTo>
                <a:close/>
              </a:path>
            </a:pathLst>
          </a:custGeom>
          <a:noFill/>
          <a:ln>
            <a:noFill/>
          </a:ln>
        </p:spPr>
      </p:pic>
      <p:pic>
        <p:nvPicPr>
          <p:cNvPr descr="8eddf9cd5d8993598fe8b721e932338b28a73d3f.png" id="4038" name="Google Shape;4038;p131"/>
          <p:cNvPicPr preferRelativeResize="0"/>
          <p:nvPr/>
        </p:nvPicPr>
        <p:blipFill rotWithShape="1">
          <a:blip r:embed="rId3">
            <a:alphaModFix/>
          </a:blip>
          <a:srcRect b="8904" l="16" r="20354" t="7175"/>
          <a:stretch/>
        </p:blipFill>
        <p:spPr>
          <a:xfrm rot="-861880">
            <a:off x="17403210" y="8087609"/>
            <a:ext cx="436410" cy="459880"/>
          </a:xfrm>
          <a:custGeom>
            <a:rect b="b" l="l" r="r" t="t"/>
            <a:pathLst>
              <a:path extrusionOk="0" h="21600" w="21600">
                <a:moveTo>
                  <a:pt x="10697" y="0"/>
                </a:moveTo>
                <a:lnTo>
                  <a:pt x="6085" y="6459"/>
                </a:lnTo>
                <a:lnTo>
                  <a:pt x="0" y="11198"/>
                </a:lnTo>
                <a:lnTo>
                  <a:pt x="0" y="12107"/>
                </a:lnTo>
                <a:lnTo>
                  <a:pt x="6129" y="15323"/>
                </a:lnTo>
                <a:lnTo>
                  <a:pt x="9444" y="21600"/>
                </a:lnTo>
                <a:lnTo>
                  <a:pt x="11198" y="21404"/>
                </a:lnTo>
                <a:lnTo>
                  <a:pt x="16001" y="15421"/>
                </a:lnTo>
                <a:lnTo>
                  <a:pt x="21600" y="11478"/>
                </a:lnTo>
                <a:lnTo>
                  <a:pt x="16222" y="6711"/>
                </a:lnTo>
                <a:lnTo>
                  <a:pt x="10697" y="0"/>
                </a:lnTo>
                <a:close/>
              </a:path>
            </a:pathLst>
          </a:custGeom>
          <a:noFill/>
          <a:ln>
            <a:noFill/>
          </a:ln>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 Statement quote">
  <p:cSld name="TITLE_1_1_1_1_1_1_1_1_1_1_1_1_1_1_1_1_1_1_1_1_1_1_1_1_1_1_1_1_1_1_1_1_1">
    <p:bg>
      <p:bgPr>
        <a:gradFill>
          <a:gsLst>
            <a:gs pos="0">
              <a:srgbClr val="90D0FE"/>
            </a:gs>
            <a:gs pos="100000">
              <a:srgbClr val="EAF5FE"/>
            </a:gs>
          </a:gsLst>
          <a:lin ang="16198662" scaled="0"/>
        </a:gradFill>
      </p:bgPr>
    </p:bg>
    <p:spTree>
      <p:nvGrpSpPr>
        <p:cNvPr id="4039" name="Shape 4039"/>
        <p:cNvGrpSpPr/>
        <p:nvPr/>
      </p:nvGrpSpPr>
      <p:grpSpPr>
        <a:xfrm>
          <a:off x="0" y="0"/>
          <a:ext cx="0" cy="0"/>
          <a:chOff x="0" y="0"/>
          <a:chExt cx="0" cy="0"/>
        </a:xfrm>
      </p:grpSpPr>
      <p:pic>
        <p:nvPicPr>
          <p:cNvPr id="4040" name="Google Shape;4040;p132"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41" name="Google Shape;4041;p132"/>
          <p:cNvSpPr/>
          <p:nvPr/>
        </p:nvSpPr>
        <p:spPr>
          <a:xfrm>
            <a:off x="857250" y="1732862"/>
            <a:ext cx="12871065" cy="6839424"/>
          </a:xfrm>
          <a:custGeom>
            <a:rect b="b" l="l" r="r" t="t"/>
            <a:pathLst>
              <a:path extrusionOk="0" h="21600" w="21530">
                <a:moveTo>
                  <a:pt x="0" y="902"/>
                </a:moveTo>
                <a:cubicBezTo>
                  <a:pt x="0" y="653"/>
                  <a:pt x="54" y="428"/>
                  <a:pt x="140" y="264"/>
                </a:cubicBezTo>
                <a:cubicBezTo>
                  <a:pt x="226" y="101"/>
                  <a:pt x="346" y="0"/>
                  <a:pt x="478" y="0"/>
                </a:cubicBezTo>
                <a:lnTo>
                  <a:pt x="21046" y="0"/>
                </a:lnTo>
                <a:cubicBezTo>
                  <a:pt x="21375" y="9"/>
                  <a:pt x="21600" y="619"/>
                  <a:pt x="21509" y="1216"/>
                </a:cubicBezTo>
                <a:cubicBezTo>
                  <a:pt x="21050" y="4240"/>
                  <a:pt x="20775" y="7447"/>
                  <a:pt x="20772" y="10771"/>
                </a:cubicBezTo>
                <a:cubicBezTo>
                  <a:pt x="20769" y="14116"/>
                  <a:pt x="21050" y="17341"/>
                  <a:pt x="21509" y="20384"/>
                </a:cubicBezTo>
                <a:cubicBezTo>
                  <a:pt x="21600" y="20981"/>
                  <a:pt x="21375" y="21590"/>
                  <a:pt x="21046" y="21600"/>
                </a:cubicBezTo>
                <a:lnTo>
                  <a:pt x="478" y="21600"/>
                </a:lnTo>
                <a:cubicBezTo>
                  <a:pt x="346" y="21600"/>
                  <a:pt x="226" y="21499"/>
                  <a:pt x="140" y="21336"/>
                </a:cubicBezTo>
                <a:cubicBezTo>
                  <a:pt x="54" y="21172"/>
                  <a:pt x="0" y="20947"/>
                  <a:pt x="0" y="20698"/>
                </a:cubicBezTo>
                <a:lnTo>
                  <a:pt x="0" y="902"/>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sp>
        <p:nvSpPr>
          <p:cNvPr id="4042" name="Google Shape;4042;p132"/>
          <p:cNvSpPr/>
          <p:nvPr/>
        </p:nvSpPr>
        <p:spPr>
          <a:xfrm>
            <a:off x="14279102" y="3684699"/>
            <a:ext cx="3130800" cy="2884800"/>
          </a:xfrm>
          <a:prstGeom prst="roundRect">
            <a:avLst>
              <a:gd fmla="val 9717" name="adj"/>
            </a:avLst>
          </a:prstGeom>
          <a:solidFill>
            <a:srgbClr val="FCC00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14300"/>
              <a:buFont typeface="Questrial"/>
              <a:buNone/>
            </a:pPr>
            <a:r>
              <a:t/>
            </a:r>
            <a:endParaRPr b="0" i="0" sz="14300" u="none" cap="none" strike="noStrike">
              <a:solidFill>
                <a:srgbClr val="003366"/>
              </a:solidFill>
              <a:latin typeface="Questrial"/>
              <a:ea typeface="Questrial"/>
              <a:cs typeface="Questrial"/>
              <a:sym typeface="Questrial"/>
            </a:endParaRPr>
          </a:p>
        </p:txBody>
      </p:sp>
      <p:grpSp>
        <p:nvGrpSpPr>
          <p:cNvPr id="4043" name="Google Shape;4043;p132"/>
          <p:cNvGrpSpPr/>
          <p:nvPr/>
        </p:nvGrpSpPr>
        <p:grpSpPr>
          <a:xfrm>
            <a:off x="1333500" y="997673"/>
            <a:ext cx="1278450" cy="1211850"/>
            <a:chOff x="0" y="0"/>
            <a:chExt cx="1704600" cy="1615800"/>
          </a:xfrm>
        </p:grpSpPr>
        <p:sp>
          <p:nvSpPr>
            <p:cNvPr id="4044" name="Google Shape;4044;p132"/>
            <p:cNvSpPr/>
            <p:nvPr/>
          </p:nvSpPr>
          <p:spPr>
            <a:xfrm>
              <a:off x="0" y="0"/>
              <a:ext cx="1704600" cy="1615800"/>
            </a:xfrm>
            <a:prstGeom prst="roundRect">
              <a:avLst>
                <a:gd fmla="val 18170" name="adj"/>
              </a:avLst>
            </a:prstGeom>
            <a:gradFill>
              <a:gsLst>
                <a:gs pos="0">
                  <a:srgbClr val="CFE9FE">
                    <a:alpha val="30196"/>
                  </a:srgbClr>
                </a:gs>
                <a:gs pos="9810">
                  <a:srgbClr val="CFE9FE">
                    <a:alpha val="30196"/>
                  </a:srgbClr>
                </a:gs>
                <a:gs pos="100000">
                  <a:srgbClr val="90D0FE"/>
                </a:gs>
              </a:gsLst>
              <a:path path="circle">
                <a:fillToRect b="100%" l="100%" r="0%" t="0%"/>
              </a:path>
              <a:tileRect b="0%" l="0%" r="-100%" t="-100%"/>
            </a:gradFill>
            <a:ln cap="flat" cmpd="sng" w="9525">
              <a:solidFill>
                <a:srgbClr val="D8E6FE"/>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5" name="Google Shape;4045;p132"/>
            <p:cNvSpPr/>
            <p:nvPr/>
          </p:nvSpPr>
          <p:spPr>
            <a:xfrm>
              <a:off x="0" y="0"/>
              <a:ext cx="1704600" cy="1615800"/>
            </a:xfrm>
            <a:prstGeom prst="roundRect">
              <a:avLst>
                <a:gd fmla="val 18170" name="adj"/>
              </a:avLst>
            </a:prstGeom>
            <a:gradFill>
              <a:gsLst>
                <a:gs pos="0">
                  <a:srgbClr val="FFFEFE"/>
                </a:gs>
                <a:gs pos="3230">
                  <a:srgbClr val="FFFEFE"/>
                </a:gs>
                <a:gs pos="100000">
                  <a:srgbClr val="FFFEFE">
                    <a:alpha val="0"/>
                  </a:srgbClr>
                </a:gs>
              </a:gsLst>
              <a:path path="circle">
                <a:fillToRect b="100%" l="0%" r="100%" t="0%"/>
              </a:path>
              <a:tileRect b="0%" l="-100%" r="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sp>
          <p:nvSpPr>
            <p:cNvPr id="4046" name="Google Shape;4046;p132"/>
            <p:cNvSpPr/>
            <p:nvPr/>
          </p:nvSpPr>
          <p:spPr>
            <a:xfrm>
              <a:off x="0" y="0"/>
              <a:ext cx="1704600" cy="1615800"/>
            </a:xfrm>
            <a:prstGeom prst="roundRect">
              <a:avLst>
                <a:gd fmla="val 18170" name="adj"/>
              </a:avLst>
            </a:prstGeom>
            <a:gradFill>
              <a:gsLst>
                <a:gs pos="0">
                  <a:srgbClr val="FFFEFE"/>
                </a:gs>
                <a:gs pos="1570">
                  <a:srgbClr val="FFFEFE"/>
                </a:gs>
                <a:gs pos="100000">
                  <a:srgbClr val="CFE9FE">
                    <a:alpha val="0"/>
                  </a:srgbClr>
                </a:gs>
              </a:gsLst>
              <a:path path="circle">
                <a:fillToRect b="100%" l="100%" r="0%" t="0%"/>
              </a:path>
              <a:tileRect b="0%" l="0%" r="-100%" t="-100%"/>
            </a:gra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50"/>
                <a:buFont typeface="Arial"/>
                <a:buNone/>
              </a:pPr>
              <a:r>
                <a:t/>
              </a:r>
              <a:endParaRPr b="0" i="0" sz="2850" u="none" cap="none" strike="noStrike">
                <a:solidFill>
                  <a:srgbClr val="032D60"/>
                </a:solidFill>
                <a:latin typeface="Arial"/>
                <a:ea typeface="Arial"/>
                <a:cs typeface="Arial"/>
                <a:sym typeface="Arial"/>
              </a:endParaRPr>
            </a:p>
          </p:txBody>
        </p:sp>
      </p:grpSp>
      <p:sp>
        <p:nvSpPr>
          <p:cNvPr id="4047" name="Google Shape;4047;p132"/>
          <p:cNvSpPr/>
          <p:nvPr/>
        </p:nvSpPr>
        <p:spPr>
          <a:xfrm>
            <a:off x="1566863" y="1268815"/>
            <a:ext cx="830682" cy="669330"/>
          </a:xfrm>
          <a:custGeom>
            <a:rect b="b" l="l" r="r" t="t"/>
            <a:pathLst>
              <a:path extrusionOk="0" h="21600" w="21600">
                <a:moveTo>
                  <a:pt x="8391" y="0"/>
                </a:moveTo>
                <a:cubicBezTo>
                  <a:pt x="2863" y="79"/>
                  <a:pt x="0" y="4503"/>
                  <a:pt x="0" y="10260"/>
                </a:cubicBezTo>
                <a:lnTo>
                  <a:pt x="0" y="21600"/>
                </a:lnTo>
                <a:lnTo>
                  <a:pt x="8454" y="21600"/>
                </a:lnTo>
                <a:lnTo>
                  <a:pt x="8454" y="11128"/>
                </a:lnTo>
                <a:lnTo>
                  <a:pt x="4708" y="11128"/>
                </a:lnTo>
                <a:cubicBezTo>
                  <a:pt x="4708" y="6948"/>
                  <a:pt x="5532" y="5994"/>
                  <a:pt x="8391" y="5284"/>
                </a:cubicBezTo>
                <a:lnTo>
                  <a:pt x="8391" y="0"/>
                </a:lnTo>
                <a:close/>
                <a:moveTo>
                  <a:pt x="21538" y="0"/>
                </a:moveTo>
                <a:cubicBezTo>
                  <a:pt x="16009" y="79"/>
                  <a:pt x="13146" y="4503"/>
                  <a:pt x="13146" y="10260"/>
                </a:cubicBezTo>
                <a:lnTo>
                  <a:pt x="13146" y="21600"/>
                </a:lnTo>
                <a:lnTo>
                  <a:pt x="21600" y="21600"/>
                </a:lnTo>
                <a:lnTo>
                  <a:pt x="21600" y="11128"/>
                </a:lnTo>
                <a:lnTo>
                  <a:pt x="17855" y="11128"/>
                </a:lnTo>
                <a:cubicBezTo>
                  <a:pt x="17855" y="6948"/>
                  <a:pt x="18678" y="5994"/>
                  <a:pt x="21538" y="5284"/>
                </a:cubicBezTo>
                <a:lnTo>
                  <a:pt x="21538" y="0"/>
                </a:lnTo>
                <a:close/>
              </a:path>
            </a:pathLst>
          </a:custGeom>
          <a:solidFill>
            <a:srgbClr val="08ABED"/>
          </a:solidFill>
          <a:ln>
            <a:noFill/>
          </a:ln>
        </p:spPr>
        <p:txBody>
          <a:bodyPr anchorCtr="0" anchor="ctr" bIns="32500" lIns="32500" spcFirstLastPara="1" rIns="32500" wrap="square" tIns="32500">
            <a:noAutofit/>
          </a:bodyPr>
          <a:lstStyle/>
          <a:p>
            <a:pPr indent="0" lvl="0" marL="0" marR="0" rtl="0" algn="ctr">
              <a:lnSpc>
                <a:spcPct val="90000"/>
              </a:lnSpc>
              <a:spcBef>
                <a:spcPts val="0"/>
              </a:spcBef>
              <a:spcAft>
                <a:spcPts val="0"/>
              </a:spcAft>
              <a:buClr>
                <a:srgbClr val="003366"/>
              </a:buClr>
              <a:buSzPts val="2900"/>
              <a:buFont typeface="Arial"/>
              <a:buNone/>
            </a:pPr>
            <a:r>
              <a:t/>
            </a:r>
            <a:endParaRPr b="0" i="0" sz="2900" u="none" cap="none" strike="noStrike">
              <a:solidFill>
                <a:srgbClr val="032D60"/>
              </a:solidFill>
              <a:latin typeface="Arial"/>
              <a:ea typeface="Arial"/>
              <a:cs typeface="Arial"/>
              <a:sym typeface="Arial"/>
            </a:endParaRPr>
          </a:p>
        </p:txBody>
      </p:sp>
      <p:pic>
        <p:nvPicPr>
          <p:cNvPr id="4048" name="Google Shape;4048;p13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49" name="Google Shape;4049;p132"/>
          <p:cNvSpPr/>
          <p:nvPr>
            <p:ph idx="2" type="pic"/>
          </p:nvPr>
        </p:nvSpPr>
        <p:spPr>
          <a:xfrm>
            <a:off x="14278928" y="3684270"/>
            <a:ext cx="3130800" cy="2885100"/>
          </a:xfrm>
          <a:prstGeom prst="roundRect">
            <a:avLst>
              <a:gd fmla="val 9780" name="adj"/>
            </a:avLst>
          </a:prstGeom>
          <a:noFill/>
          <a:ln>
            <a:noFill/>
          </a:ln>
        </p:spPr>
      </p:sp>
      <p:sp>
        <p:nvSpPr>
          <p:cNvPr id="4050" name="Google Shape;4050;p132"/>
          <p:cNvSpPr txBox="1"/>
          <p:nvPr>
            <p:ph type="title"/>
          </p:nvPr>
        </p:nvSpPr>
        <p:spPr>
          <a:xfrm>
            <a:off x="1333500" y="2265063"/>
            <a:ext cx="10944300" cy="5775000"/>
          </a:xfrm>
          <a:prstGeom prst="rect">
            <a:avLst/>
          </a:prstGeom>
        </p:spPr>
        <p:txBody>
          <a:bodyPr anchorCtr="0" anchor="ctr" bIns="0" lIns="0" spcFirstLastPara="1" rIns="0" wrap="square" tIns="0">
            <a:noAutofit/>
          </a:bodyPr>
          <a:lstStyle>
            <a:lvl1pPr lvl="0">
              <a:lnSpc>
                <a:spcPct val="90000"/>
              </a:lnSpc>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051" name="Google Shape;4051;p132"/>
          <p:cNvSpPr txBox="1"/>
          <p:nvPr>
            <p:ph idx="1" type="subTitle"/>
          </p:nvPr>
        </p:nvSpPr>
        <p:spPr>
          <a:xfrm>
            <a:off x="14406925" y="6985950"/>
            <a:ext cx="3022800" cy="1586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2400"/>
              <a:buNone/>
              <a:defRPr b="1" sz="2400"/>
            </a:lvl1pPr>
            <a:lvl2pPr lvl="1">
              <a:spcBef>
                <a:spcPts val="0"/>
              </a:spcBef>
              <a:spcAft>
                <a:spcPts val="0"/>
              </a:spcAft>
              <a:buSzPts val="2400"/>
              <a:buNone/>
              <a:defRPr b="1" sz="2400"/>
            </a:lvl2pPr>
            <a:lvl3pPr lvl="2">
              <a:spcBef>
                <a:spcPts val="1800"/>
              </a:spcBef>
              <a:spcAft>
                <a:spcPts val="0"/>
              </a:spcAft>
              <a:buSzPts val="2400"/>
              <a:buNone/>
              <a:defRPr b="1"/>
            </a:lvl3pPr>
            <a:lvl4pPr lvl="3">
              <a:spcBef>
                <a:spcPts val="1800"/>
              </a:spcBef>
              <a:spcAft>
                <a:spcPts val="0"/>
              </a:spcAft>
              <a:buSzPts val="2400"/>
              <a:buNone/>
              <a:defRPr b="1" sz="2400"/>
            </a:lvl4pPr>
            <a:lvl5pPr lvl="4">
              <a:spcBef>
                <a:spcPts val="1800"/>
              </a:spcBef>
              <a:spcAft>
                <a:spcPts val="0"/>
              </a:spcAft>
              <a:buSzPts val="2400"/>
              <a:buNone/>
              <a:defRPr b="1" sz="2400"/>
            </a:lvl5pPr>
            <a:lvl6pPr lvl="5">
              <a:spcBef>
                <a:spcPts val="1800"/>
              </a:spcBef>
              <a:spcAft>
                <a:spcPts val="0"/>
              </a:spcAft>
              <a:buSzPts val="2400"/>
              <a:buNone/>
              <a:defRPr b="1" sz="2400"/>
            </a:lvl6pPr>
            <a:lvl7pPr lvl="6">
              <a:spcBef>
                <a:spcPts val="1800"/>
              </a:spcBef>
              <a:spcAft>
                <a:spcPts val="0"/>
              </a:spcAft>
              <a:buSzPts val="2400"/>
              <a:buNone/>
              <a:defRPr b="1" sz="2400"/>
            </a:lvl7pPr>
            <a:lvl8pPr lvl="7">
              <a:spcBef>
                <a:spcPts val="1800"/>
              </a:spcBef>
              <a:spcAft>
                <a:spcPts val="0"/>
              </a:spcAft>
              <a:buSzPts val="2400"/>
              <a:buNone/>
              <a:defRPr b="1" sz="2400"/>
            </a:lvl8pPr>
            <a:lvl9pPr lvl="8">
              <a:spcBef>
                <a:spcPts val="1800"/>
              </a:spcBef>
              <a:spcAft>
                <a:spcPts val="1800"/>
              </a:spcAft>
              <a:buSzPts val="2400"/>
              <a:buNone/>
              <a:defRPr b="1" sz="2400"/>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1">
  <p:cSld name="TITLE_1_1_1_1_1_1_1_1_1_1_1_1_1_1_1_1_1_1_1_1_1_1_1_1_1_1_1_1_1_1_1_1_1_1">
    <p:bg>
      <p:bgPr>
        <a:solidFill>
          <a:schemeClr val="lt1"/>
        </a:solidFill>
      </p:bgPr>
    </p:bg>
    <p:spTree>
      <p:nvGrpSpPr>
        <p:cNvPr id="4052" name="Shape 4052"/>
        <p:cNvGrpSpPr/>
        <p:nvPr/>
      </p:nvGrpSpPr>
      <p:grpSpPr>
        <a:xfrm>
          <a:off x="0" y="0"/>
          <a:ext cx="0" cy="0"/>
          <a:chOff x="0" y="0"/>
          <a:chExt cx="0" cy="0"/>
        </a:xfrm>
      </p:grpSpPr>
      <p:pic>
        <p:nvPicPr>
          <p:cNvPr id="4053" name="Google Shape;4053;p133"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054" name="Google Shape;4054;p133"/>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55" name="Google Shape;4055;p133"/>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56" name="Google Shape;4056;p133"/>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57" name="Google Shape;4057;p133"/>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chemeClr val="lt1"/>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pic>
        <p:nvPicPr>
          <p:cNvPr id="4058" name="Google Shape;4058;p133" title="BE-MVP-Icon-Spark_Redux_V3_RIGHT_yellow.png"/>
          <p:cNvPicPr preferRelativeResize="0"/>
          <p:nvPr/>
        </p:nvPicPr>
        <p:blipFill rotWithShape="1">
          <a:blip r:embed="rId4">
            <a:alphaModFix/>
          </a:blip>
          <a:srcRect b="8324" l="17671" r="9187" t="12399"/>
          <a:stretch/>
        </p:blipFill>
        <p:spPr>
          <a:xfrm rot="-9">
            <a:off x="1" y="6380114"/>
            <a:ext cx="1675026" cy="1937844"/>
          </a:xfrm>
          <a:prstGeom prst="rect">
            <a:avLst/>
          </a:prstGeom>
          <a:noFill/>
          <a:ln>
            <a:noFill/>
          </a:ln>
        </p:spPr>
      </p:pic>
      <p:sp>
        <p:nvSpPr>
          <p:cNvPr id="4059" name="Google Shape;4059;p133"/>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0" name="Google Shape;4060;p133"/>
          <p:cNvSpPr/>
          <p:nvPr/>
        </p:nvSpPr>
        <p:spPr>
          <a:xfrm>
            <a:off x="4686089" y="5750894"/>
            <a:ext cx="1247700" cy="1247700"/>
          </a:xfrm>
          <a:prstGeom prst="roundRect">
            <a:avLst>
              <a:gd fmla="val 2326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1" name="Google Shape;4061;p133"/>
          <p:cNvSpPr/>
          <p:nvPr/>
        </p:nvSpPr>
        <p:spPr>
          <a:xfrm>
            <a:off x="1722794" y="7255047"/>
            <a:ext cx="2704800" cy="435300"/>
          </a:xfrm>
          <a:prstGeom prst="roundRect">
            <a:avLst>
              <a:gd fmla="val 50000" name="adj"/>
            </a:avLst>
          </a:prstGeom>
          <a:solidFill>
            <a:schemeClr val="lt2"/>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2" name="Google Shape;4062;p133"/>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3" name="Google Shape;4063;p133"/>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64" name="Google Shape;4064;p133"/>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5" name="Google Shape;4065;p133"/>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6" name="Google Shape;4066;p133"/>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7" name="Google Shape;4067;p133"/>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68" name="Google Shape;4068;p133"/>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pic>
        <p:nvPicPr>
          <p:cNvPr descr="Blue_single_sparkle.png" id="4069" name="Google Shape;4069;p133"/>
          <p:cNvPicPr preferRelativeResize="0"/>
          <p:nvPr/>
        </p:nvPicPr>
        <p:blipFill rotWithShape="1">
          <a:blip r:embed="rId5">
            <a:alphaModFix/>
          </a:blip>
          <a:srcRect b="0" l="0" r="0" t="0"/>
          <a:stretch/>
        </p:blipFill>
        <p:spPr>
          <a:xfrm>
            <a:off x="3461327" y="2946149"/>
            <a:ext cx="588381" cy="597300"/>
          </a:xfrm>
          <a:prstGeom prst="rect">
            <a:avLst/>
          </a:prstGeom>
          <a:noFill/>
          <a:ln>
            <a:noFill/>
          </a:ln>
        </p:spPr>
      </p:pic>
      <p:pic>
        <p:nvPicPr>
          <p:cNvPr id="4070" name="Google Shape;4070;p133" title="BE-MVP-Icon-Spark_Redux_V3_RIGHT_yellow.png"/>
          <p:cNvPicPr preferRelativeResize="0"/>
          <p:nvPr/>
        </p:nvPicPr>
        <p:blipFill rotWithShape="1">
          <a:blip r:embed="rId4">
            <a:alphaModFix/>
          </a:blip>
          <a:srcRect b="0" l="3866" r="3875" t="0"/>
          <a:stretch/>
        </p:blipFill>
        <p:spPr>
          <a:xfrm rot="-23">
            <a:off x="3034519" y="2797750"/>
            <a:ext cx="339582" cy="392849"/>
          </a:xfrm>
          <a:prstGeom prst="rect">
            <a:avLst/>
          </a:prstGeom>
          <a:noFill/>
          <a:ln>
            <a:noFill/>
          </a:ln>
        </p:spPr>
      </p:pic>
      <p:pic>
        <p:nvPicPr>
          <p:cNvPr descr="Blue_single_sparkle.png" id="4071" name="Google Shape;4071;p133"/>
          <p:cNvPicPr preferRelativeResize="0"/>
          <p:nvPr/>
        </p:nvPicPr>
        <p:blipFill rotWithShape="1">
          <a:blip r:embed="rId5">
            <a:alphaModFix/>
          </a:blip>
          <a:srcRect b="0" l="0" r="0" t="0"/>
          <a:stretch/>
        </p:blipFill>
        <p:spPr>
          <a:xfrm>
            <a:off x="2060343" y="6548591"/>
            <a:ext cx="295517" cy="300001"/>
          </a:xfrm>
          <a:prstGeom prst="rect">
            <a:avLst/>
          </a:prstGeom>
          <a:noFill/>
          <a:ln>
            <a:noFill/>
          </a:ln>
        </p:spPr>
      </p:pic>
      <p:sp>
        <p:nvSpPr>
          <p:cNvPr id="4072" name="Google Shape;4072;p133"/>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rgbClr val="002775"/>
              </a:buClr>
              <a:buSzPts val="2800"/>
              <a:buFont typeface="Questrial"/>
              <a:buNone/>
            </a:pPr>
            <a:r>
              <a:t/>
            </a:r>
            <a:endParaRPr sz="2800">
              <a:solidFill>
                <a:srgbClr val="032D60"/>
              </a:solidFill>
            </a:endParaRPr>
          </a:p>
        </p:txBody>
      </p:sp>
      <p:pic>
        <p:nvPicPr>
          <p:cNvPr id="4073" name="Google Shape;4073;p133"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74" name="Google Shape;4074;p133"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2">
  <p:cSld name="TITLE_1_1_1_1_1_1_1_1_1_1_1_1_1_1_1_1_1_1_1_1_1_1_1_1_1_1_1_1_1_1_1_1_1_1_2">
    <p:bg>
      <p:bgPr>
        <a:solidFill>
          <a:schemeClr val="lt1"/>
        </a:solidFill>
      </p:bgPr>
    </p:bg>
    <p:spTree>
      <p:nvGrpSpPr>
        <p:cNvPr id="4075" name="Shape 4075"/>
        <p:cNvGrpSpPr/>
        <p:nvPr/>
      </p:nvGrpSpPr>
      <p:grpSpPr>
        <a:xfrm>
          <a:off x="0" y="0"/>
          <a:ext cx="0" cy="0"/>
          <a:chOff x="0" y="0"/>
          <a:chExt cx="0" cy="0"/>
        </a:xfrm>
      </p:grpSpPr>
      <p:pic>
        <p:nvPicPr>
          <p:cNvPr id="4076" name="Google Shape;4076;p134"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
        <p:nvSpPr>
          <p:cNvPr id="4077" name="Google Shape;4077;p134"/>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078" name="Google Shape;4078;p134"/>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079" name="Google Shape;4079;p134"/>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080" name="Google Shape;4080;p134"/>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CFE9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081" name="Google Shape;4081;p134"/>
          <p:cNvSpPr/>
          <p:nvPr/>
        </p:nvSpPr>
        <p:spPr>
          <a:xfrm>
            <a:off x="1722794" y="4293920"/>
            <a:ext cx="2704800" cy="2704800"/>
          </a:xfrm>
          <a:prstGeom prst="roundRect">
            <a:avLst>
              <a:gd fmla="val 988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2" name="Google Shape;4082;p134"/>
          <p:cNvSpPr/>
          <p:nvPr/>
        </p:nvSpPr>
        <p:spPr>
          <a:xfrm>
            <a:off x="4686089" y="5750894"/>
            <a:ext cx="1247700" cy="1247700"/>
          </a:xfrm>
          <a:prstGeom prst="roundRect">
            <a:avLst>
              <a:gd fmla="val 2326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3" name="Google Shape;4083;p134"/>
          <p:cNvSpPr/>
          <p:nvPr/>
        </p:nvSpPr>
        <p:spPr>
          <a:xfrm>
            <a:off x="1722794" y="7255047"/>
            <a:ext cx="2704800" cy="435300"/>
          </a:xfrm>
          <a:prstGeom prst="roundRect">
            <a:avLst>
              <a:gd fmla="val 50000" name="adj"/>
            </a:avLst>
          </a:prstGeom>
          <a:solidFill>
            <a:srgbClr val="5A1BA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084" name="Google Shape;4084;p134"/>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5" name="Google Shape;4085;p134"/>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086" name="Google Shape;4086;p134"/>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7" name="Google Shape;4087;p134"/>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8" name="Google Shape;4088;p134"/>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89" name="Google Shape;4089;p134"/>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090" name="Google Shape;4090;p134"/>
          <p:cNvSpPr/>
          <p:nvPr/>
        </p:nvSpPr>
        <p:spPr>
          <a:xfrm>
            <a:off x="1798820" y="7322727"/>
            <a:ext cx="1335900" cy="300000"/>
          </a:xfrm>
          <a:prstGeom prst="roundRect">
            <a:avLst>
              <a:gd fmla="val 50000" name="adj"/>
            </a:avLst>
          </a:prstGeom>
          <a:solidFill>
            <a:srgbClr val="9050E9"/>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091" name="Google Shape;4091;p134" title="Violet_single_sparkle.png"/>
          <p:cNvPicPr preferRelativeResize="0"/>
          <p:nvPr/>
        </p:nvPicPr>
        <p:blipFill>
          <a:blip r:embed="rId4">
            <a:alphaModFix/>
          </a:blip>
          <a:stretch>
            <a:fillRect/>
          </a:stretch>
        </p:blipFill>
        <p:spPr>
          <a:xfrm>
            <a:off x="3462900" y="2947315"/>
            <a:ext cx="585217" cy="594970"/>
          </a:xfrm>
          <a:prstGeom prst="rect">
            <a:avLst/>
          </a:prstGeom>
          <a:noFill/>
          <a:ln>
            <a:noFill/>
          </a:ln>
        </p:spPr>
      </p:pic>
      <p:pic>
        <p:nvPicPr>
          <p:cNvPr id="4092" name="Google Shape;4092;p134"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093" name="Google Shape;4093;p134" title="Violet_single_sparkle.png"/>
          <p:cNvPicPr preferRelativeResize="0"/>
          <p:nvPr/>
        </p:nvPicPr>
        <p:blipFill>
          <a:blip r:embed="rId4">
            <a:alphaModFix/>
          </a:blip>
          <a:stretch>
            <a:fillRect/>
          </a:stretch>
        </p:blipFill>
        <p:spPr>
          <a:xfrm>
            <a:off x="2061800" y="6552290"/>
            <a:ext cx="292608" cy="292608"/>
          </a:xfrm>
          <a:prstGeom prst="rect">
            <a:avLst/>
          </a:prstGeom>
          <a:noFill/>
          <a:ln>
            <a:noFill/>
          </a:ln>
        </p:spPr>
      </p:pic>
      <p:sp>
        <p:nvSpPr>
          <p:cNvPr id="4094" name="Google Shape;4094;p134"/>
          <p:cNvSpPr/>
          <p:nvPr/>
        </p:nvSpPr>
        <p:spPr>
          <a:xfrm>
            <a:off x="1626825" y="3921950"/>
            <a:ext cx="1510500" cy="1510500"/>
          </a:xfrm>
          <a:prstGeom prst="ellipse">
            <a:avLst/>
          </a:prstGeom>
          <a:solidFill>
            <a:srgbClr val="FFFEFE"/>
          </a:solidFill>
          <a:ln>
            <a:noFill/>
          </a:ln>
          <a:effectLst>
            <a:outerShdw blurRad="457200" rotWithShape="0" dir="3900000" dist="523875">
              <a:srgbClr val="300B60">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095" name="Google Shape;4095;p134"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096" name="Google Shape;4096;p134"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097" name="Google Shape;4097;p134"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3">
  <p:cSld name="TITLE_1_1_1_1_1_1_1_1_1_1_1_1_1_1_1_1_1_1_1_1_1_1_1_1_1_1_1_1_1_1_1_1_1_1_2_1">
    <p:bg>
      <p:bgPr>
        <a:solidFill>
          <a:schemeClr val="lt1"/>
        </a:solidFill>
      </p:bgPr>
    </p:bg>
    <p:spTree>
      <p:nvGrpSpPr>
        <p:cNvPr id="4098" name="Shape 4098"/>
        <p:cNvGrpSpPr/>
        <p:nvPr/>
      </p:nvGrpSpPr>
      <p:grpSpPr>
        <a:xfrm>
          <a:off x="0" y="0"/>
          <a:ext cx="0" cy="0"/>
          <a:chOff x="0" y="0"/>
          <a:chExt cx="0" cy="0"/>
        </a:xfrm>
      </p:grpSpPr>
      <p:pic>
        <p:nvPicPr>
          <p:cNvPr id="4099" name="Google Shape;4099;p135" title="Teal.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00" name="Google Shape;4100;p135"/>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01" name="Google Shape;4101;p135"/>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02" name="Google Shape;4102;p135"/>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03" name="Google Shape;4103;p135"/>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DEF9F3"/>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04" name="Google Shape;4104;p135"/>
          <p:cNvSpPr/>
          <p:nvPr/>
        </p:nvSpPr>
        <p:spPr>
          <a:xfrm>
            <a:off x="1722794" y="4293920"/>
            <a:ext cx="2704800" cy="2704800"/>
          </a:xfrm>
          <a:prstGeom prst="roundRect">
            <a:avLst>
              <a:gd fmla="val 988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05" name="Google Shape;4105;p135"/>
          <p:cNvSpPr/>
          <p:nvPr/>
        </p:nvSpPr>
        <p:spPr>
          <a:xfrm>
            <a:off x="4686089" y="5750894"/>
            <a:ext cx="1247700" cy="1247700"/>
          </a:xfrm>
          <a:prstGeom prst="roundRect">
            <a:avLst>
              <a:gd fmla="val 2326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6" name="Google Shape;4106;p135"/>
          <p:cNvSpPr/>
          <p:nvPr/>
        </p:nvSpPr>
        <p:spPr>
          <a:xfrm>
            <a:off x="1722794" y="7255047"/>
            <a:ext cx="2704800" cy="435300"/>
          </a:xfrm>
          <a:prstGeom prst="roundRect">
            <a:avLst>
              <a:gd fmla="val 50000" name="adj"/>
            </a:avLst>
          </a:prstGeom>
          <a:solidFill>
            <a:srgbClr val="056764"/>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sz="2800">
              <a:solidFill>
                <a:srgbClr val="032D60"/>
              </a:solidFill>
            </a:endParaRPr>
          </a:p>
        </p:txBody>
      </p:sp>
      <p:sp>
        <p:nvSpPr>
          <p:cNvPr id="4107" name="Google Shape;4107;p135"/>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8" name="Google Shape;4108;p135"/>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09" name="Google Shape;4109;p135"/>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0" name="Google Shape;4110;p135"/>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1" name="Google Shape;4111;p135"/>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2" name="Google Shape;4112;p135"/>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13" name="Google Shape;4113;p135"/>
          <p:cNvSpPr/>
          <p:nvPr/>
        </p:nvSpPr>
        <p:spPr>
          <a:xfrm>
            <a:off x="1798820" y="7322727"/>
            <a:ext cx="1335900" cy="300000"/>
          </a:xfrm>
          <a:prstGeom prst="roundRect">
            <a:avLst>
              <a:gd fmla="val 50000" name="adj"/>
            </a:avLst>
          </a:prstGeom>
          <a:solidFill>
            <a:srgbClr val="06A59A"/>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id="4114" name="Google Shape;4114;p135" title="Teal_single_sparkle.png"/>
          <p:cNvPicPr preferRelativeResize="0"/>
          <p:nvPr/>
        </p:nvPicPr>
        <p:blipFill>
          <a:blip r:embed="rId4">
            <a:alphaModFix/>
          </a:blip>
          <a:stretch>
            <a:fillRect/>
          </a:stretch>
        </p:blipFill>
        <p:spPr>
          <a:xfrm>
            <a:off x="3462900" y="2947313"/>
            <a:ext cx="585217" cy="594970"/>
          </a:xfrm>
          <a:prstGeom prst="rect">
            <a:avLst/>
          </a:prstGeom>
          <a:noFill/>
          <a:ln>
            <a:noFill/>
          </a:ln>
        </p:spPr>
      </p:pic>
      <p:pic>
        <p:nvPicPr>
          <p:cNvPr id="4115" name="Google Shape;4115;p135" title="BE-MVP-Icon-Spark_Redux_V3_RIGHT_yellow.png"/>
          <p:cNvPicPr preferRelativeResize="0"/>
          <p:nvPr/>
        </p:nvPicPr>
        <p:blipFill rotWithShape="1">
          <a:blip r:embed="rId5">
            <a:alphaModFix/>
          </a:blip>
          <a:srcRect b="0" l="3866" r="3875" t="0"/>
          <a:stretch/>
        </p:blipFill>
        <p:spPr>
          <a:xfrm rot="-23">
            <a:off x="3034519" y="2797750"/>
            <a:ext cx="339582" cy="392849"/>
          </a:xfrm>
          <a:prstGeom prst="rect">
            <a:avLst/>
          </a:prstGeom>
          <a:noFill/>
          <a:ln>
            <a:noFill/>
          </a:ln>
        </p:spPr>
      </p:pic>
      <p:pic>
        <p:nvPicPr>
          <p:cNvPr id="4116" name="Google Shape;4116;p135" title="Teal_single_sparkle.png"/>
          <p:cNvPicPr preferRelativeResize="0"/>
          <p:nvPr/>
        </p:nvPicPr>
        <p:blipFill>
          <a:blip r:embed="rId4">
            <a:alphaModFix/>
          </a:blip>
          <a:stretch>
            <a:fillRect/>
          </a:stretch>
        </p:blipFill>
        <p:spPr>
          <a:xfrm>
            <a:off x="2061800" y="6552287"/>
            <a:ext cx="292608" cy="292608"/>
          </a:xfrm>
          <a:prstGeom prst="rect">
            <a:avLst/>
          </a:prstGeom>
          <a:noFill/>
          <a:ln>
            <a:noFill/>
          </a:ln>
        </p:spPr>
      </p:pic>
      <p:sp>
        <p:nvSpPr>
          <p:cNvPr id="4117" name="Google Shape;4117;p135"/>
          <p:cNvSpPr/>
          <p:nvPr/>
        </p:nvSpPr>
        <p:spPr>
          <a:xfrm>
            <a:off x="1626825" y="3921950"/>
            <a:ext cx="1510500" cy="1510500"/>
          </a:xfrm>
          <a:prstGeom prst="ellipse">
            <a:avLst/>
          </a:prstGeom>
          <a:solidFill>
            <a:srgbClr val="FFFEFE"/>
          </a:solidFill>
          <a:ln>
            <a:noFill/>
          </a:ln>
          <a:effectLst>
            <a:outerShdw blurRad="457200" rotWithShape="0" dir="3900000" dist="523875">
              <a:srgbClr val="07282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18" name="Google Shape;4118;p135" title="Astro_sunglasses.png"/>
          <p:cNvPicPr preferRelativeResize="0"/>
          <p:nvPr/>
        </p:nvPicPr>
        <p:blipFill>
          <a:blip r:embed="rId6">
            <a:alphaModFix/>
          </a:blip>
          <a:stretch>
            <a:fillRect/>
          </a:stretch>
        </p:blipFill>
        <p:spPr>
          <a:xfrm flipH="1" rot="-536085">
            <a:off x="982563" y="3052767"/>
            <a:ext cx="2405274" cy="2610666"/>
          </a:xfrm>
          <a:prstGeom prst="rect">
            <a:avLst/>
          </a:prstGeom>
          <a:noFill/>
          <a:ln>
            <a:noFill/>
          </a:ln>
        </p:spPr>
      </p:pic>
      <p:pic>
        <p:nvPicPr>
          <p:cNvPr id="4119" name="Google Shape;4119;p135" title="Clapping_hands_emoji.png"/>
          <p:cNvPicPr preferRelativeResize="0"/>
          <p:nvPr/>
        </p:nvPicPr>
        <p:blipFill>
          <a:blip r:embed="rId7">
            <a:alphaModFix/>
          </a:blip>
          <a:stretch>
            <a:fillRect/>
          </a:stretch>
        </p:blipFill>
        <p:spPr>
          <a:xfrm>
            <a:off x="4846320" y="5230368"/>
            <a:ext cx="1042416" cy="1133856"/>
          </a:xfrm>
          <a:prstGeom prst="rect">
            <a:avLst/>
          </a:prstGeom>
          <a:noFill/>
          <a:ln>
            <a:noFill/>
          </a:ln>
        </p:spPr>
      </p:pic>
      <p:pic>
        <p:nvPicPr>
          <p:cNvPr id="4120" name="Google Shape;4120;p135" title="BE-MVP-Icon-Spark_Redux_V3_RIGHT_yellow.png"/>
          <p:cNvPicPr preferRelativeResize="0"/>
          <p:nvPr/>
        </p:nvPicPr>
        <p:blipFill rotWithShape="1">
          <a:blip r:embed="rId5">
            <a:alphaModFix/>
          </a:blip>
          <a:srcRect b="8324" l="17671" r="9187" t="12399"/>
          <a:stretch/>
        </p:blipFill>
        <p:spPr>
          <a:xfrm rot="-9">
            <a:off x="1" y="6380114"/>
            <a:ext cx="1675026" cy="1937844"/>
          </a:xfrm>
          <a:prstGeom prst="rect">
            <a:avLst/>
          </a:prstGeom>
          <a:noFill/>
          <a:ln>
            <a:noFill/>
          </a:ln>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4">
  <p:cSld name="TITLE_1_1_1_1_1_1_1_1_1_1_1_1_1_1_1_1_1_1_1_1_1_1_1_1_1_1_1_1_1_1_1_1_1_1_2_1_1">
    <p:bg>
      <p:bgPr>
        <a:gradFill>
          <a:gsLst>
            <a:gs pos="0">
              <a:srgbClr val="90D0FE"/>
            </a:gs>
            <a:gs pos="100000">
              <a:srgbClr val="EAF5FE"/>
            </a:gs>
          </a:gsLst>
          <a:lin ang="16198662" scaled="0"/>
        </a:gradFill>
      </p:bgPr>
    </p:bg>
    <p:spTree>
      <p:nvGrpSpPr>
        <p:cNvPr id="4121" name="Shape 4121"/>
        <p:cNvGrpSpPr/>
        <p:nvPr/>
      </p:nvGrpSpPr>
      <p:grpSpPr>
        <a:xfrm>
          <a:off x="0" y="0"/>
          <a:ext cx="0" cy="0"/>
          <a:chOff x="0" y="0"/>
          <a:chExt cx="0" cy="0"/>
        </a:xfrm>
      </p:grpSpPr>
      <p:pic>
        <p:nvPicPr>
          <p:cNvPr id="4122" name="Google Shape;4122;p136" title="Radia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123" name="Google Shape;4123;p136"/>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SzPts val="7200"/>
              <a:buNone/>
              <a:defRPr sz="72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4124" name="Google Shape;4124;p136"/>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25" name="Google Shape;4125;p136"/>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126" name="Google Shape;4126;p136"/>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27" name="Google Shape;4127;p136"/>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8" name="Google Shape;4128;p136"/>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29" name="Google Shape;4129;p136"/>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0" name="Google Shape;4130;p136"/>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1" name="Google Shape;4131;p136"/>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32" name="Google Shape;4132;p136"/>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3" name="Google Shape;4133;p136"/>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4" name="Google Shape;4134;p136"/>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5" name="Google Shape;4135;p136"/>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36" name="Google Shape;4136;p136"/>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37" name="Google Shape;4137;p136"/>
          <p:cNvPicPr preferRelativeResize="0"/>
          <p:nvPr/>
        </p:nvPicPr>
        <p:blipFill rotWithShape="1">
          <a:blip r:embed="rId4">
            <a:alphaModFix/>
          </a:blip>
          <a:srcRect b="0" l="0" r="0" t="0"/>
          <a:stretch/>
        </p:blipFill>
        <p:spPr>
          <a:xfrm>
            <a:off x="3461327" y="2946149"/>
            <a:ext cx="588381" cy="597300"/>
          </a:xfrm>
          <a:prstGeom prst="rect">
            <a:avLst/>
          </a:prstGeom>
          <a:noFill/>
          <a:ln>
            <a:noFill/>
          </a:ln>
        </p:spPr>
      </p:pic>
      <p:pic>
        <p:nvPicPr>
          <p:cNvPr descr="Blue_single_sparkle.png" id="4138" name="Google Shape;4138;p136"/>
          <p:cNvPicPr preferRelativeResize="0"/>
          <p:nvPr/>
        </p:nvPicPr>
        <p:blipFill rotWithShape="1">
          <a:blip r:embed="rId4">
            <a:alphaModFix/>
          </a:blip>
          <a:srcRect b="0" l="0" r="0" t="0"/>
          <a:stretch/>
        </p:blipFill>
        <p:spPr>
          <a:xfrm>
            <a:off x="2060343" y="6548591"/>
            <a:ext cx="295517" cy="300001"/>
          </a:xfrm>
          <a:prstGeom prst="rect">
            <a:avLst/>
          </a:prstGeom>
          <a:noFill/>
          <a:ln>
            <a:noFill/>
          </a:ln>
        </p:spPr>
      </p:pic>
      <p:sp>
        <p:nvSpPr>
          <p:cNvPr id="4139" name="Google Shape;4139;p136"/>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40" name="Google Shape;4140;p136" title="Astro_sunglasses.png"/>
          <p:cNvPicPr preferRelativeResize="0"/>
          <p:nvPr/>
        </p:nvPicPr>
        <p:blipFill>
          <a:blip r:embed="rId5">
            <a:alphaModFix/>
          </a:blip>
          <a:stretch>
            <a:fillRect/>
          </a:stretch>
        </p:blipFill>
        <p:spPr>
          <a:xfrm flipH="1" rot="-536085">
            <a:off x="982563" y="3052767"/>
            <a:ext cx="2405274" cy="2610666"/>
          </a:xfrm>
          <a:prstGeom prst="rect">
            <a:avLst/>
          </a:prstGeom>
          <a:noFill/>
          <a:ln>
            <a:noFill/>
          </a:ln>
        </p:spPr>
      </p:pic>
      <p:pic>
        <p:nvPicPr>
          <p:cNvPr id="4141" name="Google Shape;4141;p136" title="Clapping_hands_emoji.png"/>
          <p:cNvPicPr preferRelativeResize="0"/>
          <p:nvPr/>
        </p:nvPicPr>
        <p:blipFill>
          <a:blip r:embed="rId6">
            <a:alphaModFix/>
          </a:blip>
          <a:stretch>
            <a:fillRect/>
          </a:stretch>
        </p:blipFill>
        <p:spPr>
          <a:xfrm>
            <a:off x="4846320" y="5230368"/>
            <a:ext cx="1042416" cy="1133856"/>
          </a:xfrm>
          <a:prstGeom prst="rect">
            <a:avLst/>
          </a:prstGeom>
          <a:noFill/>
          <a:ln>
            <a:noFill/>
          </a:ln>
        </p:spPr>
      </p:pic>
      <p:pic>
        <p:nvPicPr>
          <p:cNvPr id="4142" name="Google Shape;4142;p136" title="BE-MVP-Icon-Spark_Redux_V3_RIGHT_yellow.png"/>
          <p:cNvPicPr preferRelativeResize="0"/>
          <p:nvPr/>
        </p:nvPicPr>
        <p:blipFill rotWithShape="1">
          <a:blip r:embed="rId7">
            <a:alphaModFix/>
          </a:blip>
          <a:srcRect b="8324" l="17671" r="9187" t="12399"/>
          <a:stretch/>
        </p:blipFill>
        <p:spPr>
          <a:xfrm rot="-9">
            <a:off x="1" y="6380114"/>
            <a:ext cx="1675026" cy="1937844"/>
          </a:xfrm>
          <a:prstGeom prst="rect">
            <a:avLst/>
          </a:prstGeom>
          <a:noFill/>
          <a:ln>
            <a:noFill/>
          </a:ln>
        </p:spPr>
      </p:pic>
      <p:pic>
        <p:nvPicPr>
          <p:cNvPr id="4143" name="Google Shape;4143;p136" title="BE-MVP-Icon-Spark_Redux_V3_RIGHT_yellow.png"/>
          <p:cNvPicPr preferRelativeResize="0"/>
          <p:nvPr/>
        </p:nvPicPr>
        <p:blipFill rotWithShape="1">
          <a:blip r:embed="rId7">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 Segue 5">
  <p:cSld name="TITLE_1_1_1_1_1_1_1_1_1_1_1_1_1_1_1_1_1_1_1_1_1_1_1_1_1_1_1_1_1_1_1_1_1_1_2_1_1_1">
    <p:bg>
      <p:bgPr>
        <a:gradFill>
          <a:gsLst>
            <a:gs pos="0">
              <a:srgbClr val="02A0FF"/>
            </a:gs>
            <a:gs pos="100000">
              <a:srgbClr val="066AFE"/>
            </a:gs>
          </a:gsLst>
          <a:lin ang="5400012" scaled="0"/>
        </a:gradFill>
      </p:bgPr>
    </p:bg>
    <p:spTree>
      <p:nvGrpSpPr>
        <p:cNvPr id="4144" name="Shape 4144"/>
        <p:cNvGrpSpPr/>
        <p:nvPr/>
      </p:nvGrpSpPr>
      <p:grpSpPr>
        <a:xfrm>
          <a:off x="0" y="0"/>
          <a:ext cx="0" cy="0"/>
          <a:chOff x="0" y="0"/>
          <a:chExt cx="0" cy="0"/>
        </a:xfrm>
      </p:grpSpPr>
      <p:sp>
        <p:nvSpPr>
          <p:cNvPr id="4145" name="Google Shape;4145;p137"/>
          <p:cNvSpPr txBox="1"/>
          <p:nvPr>
            <p:ph type="title"/>
          </p:nvPr>
        </p:nvSpPr>
        <p:spPr>
          <a:xfrm>
            <a:off x="8001000" y="2002155"/>
            <a:ext cx="9429900" cy="507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None/>
              <a:defRPr sz="7200">
                <a:solidFill>
                  <a:schemeClr val="lt1"/>
                </a:solidFill>
              </a:defRPr>
            </a:lvl2pPr>
            <a:lvl3pPr lvl="2">
              <a:spcBef>
                <a:spcPts val="0"/>
              </a:spcBef>
              <a:spcAft>
                <a:spcPts val="0"/>
              </a:spcAft>
              <a:buClr>
                <a:schemeClr val="lt1"/>
              </a:buClr>
              <a:buSzPts val="7200"/>
              <a:buNone/>
              <a:defRPr sz="7200">
                <a:solidFill>
                  <a:schemeClr val="lt1"/>
                </a:solidFill>
              </a:defRPr>
            </a:lvl3pPr>
            <a:lvl4pPr lvl="3">
              <a:spcBef>
                <a:spcPts val="0"/>
              </a:spcBef>
              <a:spcAft>
                <a:spcPts val="0"/>
              </a:spcAft>
              <a:buClr>
                <a:schemeClr val="lt1"/>
              </a:buClr>
              <a:buSzPts val="7200"/>
              <a:buNone/>
              <a:defRPr sz="7200">
                <a:solidFill>
                  <a:schemeClr val="lt1"/>
                </a:solidFill>
              </a:defRPr>
            </a:lvl4pPr>
            <a:lvl5pPr lvl="4">
              <a:spcBef>
                <a:spcPts val="0"/>
              </a:spcBef>
              <a:spcAft>
                <a:spcPts val="0"/>
              </a:spcAft>
              <a:buClr>
                <a:schemeClr val="lt1"/>
              </a:buClr>
              <a:buSzPts val="7200"/>
              <a:buNone/>
              <a:defRPr sz="7200">
                <a:solidFill>
                  <a:schemeClr val="lt1"/>
                </a:solidFill>
              </a:defRPr>
            </a:lvl5pPr>
            <a:lvl6pPr lvl="5">
              <a:spcBef>
                <a:spcPts val="0"/>
              </a:spcBef>
              <a:spcAft>
                <a:spcPts val="0"/>
              </a:spcAft>
              <a:buClr>
                <a:schemeClr val="lt1"/>
              </a:buClr>
              <a:buSzPts val="7200"/>
              <a:buNone/>
              <a:defRPr sz="7200">
                <a:solidFill>
                  <a:schemeClr val="lt1"/>
                </a:solidFill>
              </a:defRPr>
            </a:lvl6pPr>
            <a:lvl7pPr lvl="6">
              <a:spcBef>
                <a:spcPts val="0"/>
              </a:spcBef>
              <a:spcAft>
                <a:spcPts val="0"/>
              </a:spcAft>
              <a:buClr>
                <a:schemeClr val="lt1"/>
              </a:buClr>
              <a:buSzPts val="7200"/>
              <a:buNone/>
              <a:defRPr sz="7200">
                <a:solidFill>
                  <a:schemeClr val="lt1"/>
                </a:solidFill>
              </a:defRPr>
            </a:lvl7pPr>
            <a:lvl8pPr lvl="7">
              <a:spcBef>
                <a:spcPts val="0"/>
              </a:spcBef>
              <a:spcAft>
                <a:spcPts val="0"/>
              </a:spcAft>
              <a:buClr>
                <a:schemeClr val="lt1"/>
              </a:buClr>
              <a:buSzPts val="7200"/>
              <a:buNone/>
              <a:defRPr sz="7200">
                <a:solidFill>
                  <a:schemeClr val="lt1"/>
                </a:solidFill>
              </a:defRPr>
            </a:lvl8pPr>
            <a:lvl9pPr lvl="8">
              <a:spcBef>
                <a:spcPts val="0"/>
              </a:spcBef>
              <a:spcAft>
                <a:spcPts val="0"/>
              </a:spcAft>
              <a:buClr>
                <a:schemeClr val="lt1"/>
              </a:buClr>
              <a:buSzPts val="7200"/>
              <a:buNone/>
              <a:defRPr sz="7200">
                <a:solidFill>
                  <a:schemeClr val="lt1"/>
                </a:solidFill>
              </a:defRPr>
            </a:lvl9pPr>
          </a:lstStyle>
          <a:p/>
        </p:txBody>
      </p:sp>
      <p:sp>
        <p:nvSpPr>
          <p:cNvPr id="4146" name="Google Shape;4146;p137"/>
          <p:cNvSpPr txBox="1"/>
          <p:nvPr>
            <p:ph idx="1" type="subTitle"/>
          </p:nvPr>
        </p:nvSpPr>
        <p:spPr>
          <a:xfrm>
            <a:off x="8001000" y="7368540"/>
            <a:ext cx="9429900" cy="18096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lt1"/>
              </a:buClr>
              <a:buSzPts val="3200"/>
              <a:buNone/>
              <a:defRPr sz="3200">
                <a:solidFill>
                  <a:schemeClr val="lt1"/>
                </a:solidFill>
              </a:defRPr>
            </a:lvl1pPr>
            <a:lvl2pPr lvl="1">
              <a:spcBef>
                <a:spcPts val="0"/>
              </a:spcBef>
              <a:spcAft>
                <a:spcPts val="0"/>
              </a:spcAft>
              <a:buClr>
                <a:schemeClr val="lt1"/>
              </a:buClr>
              <a:buSzPts val="2600"/>
              <a:buNone/>
              <a:defRPr>
                <a:solidFill>
                  <a:schemeClr val="lt1"/>
                </a:solidFill>
              </a:defRPr>
            </a:lvl2pPr>
            <a:lvl3pPr lvl="2">
              <a:spcBef>
                <a:spcPts val="1800"/>
              </a:spcBef>
              <a:spcAft>
                <a:spcPts val="0"/>
              </a:spcAft>
              <a:buClr>
                <a:schemeClr val="lt1"/>
              </a:buClr>
              <a:buSzPts val="2400"/>
              <a:buNone/>
              <a:defRPr>
                <a:solidFill>
                  <a:schemeClr val="lt1"/>
                </a:solidFill>
              </a:defRPr>
            </a:lvl3pPr>
            <a:lvl4pPr lvl="3">
              <a:spcBef>
                <a:spcPts val="1800"/>
              </a:spcBef>
              <a:spcAft>
                <a:spcPts val="0"/>
              </a:spcAft>
              <a:buClr>
                <a:schemeClr val="lt1"/>
              </a:buClr>
              <a:buSzPts val="2200"/>
              <a:buNone/>
              <a:defRPr>
                <a:solidFill>
                  <a:schemeClr val="lt1"/>
                </a:solidFill>
              </a:defRPr>
            </a:lvl4pPr>
            <a:lvl5pPr lvl="4">
              <a:spcBef>
                <a:spcPts val="1800"/>
              </a:spcBef>
              <a:spcAft>
                <a:spcPts val="0"/>
              </a:spcAft>
              <a:buClr>
                <a:schemeClr val="lt1"/>
              </a:buClr>
              <a:buSzPts val="2000"/>
              <a:buNone/>
              <a:defRPr>
                <a:solidFill>
                  <a:schemeClr val="lt1"/>
                </a:solidFill>
              </a:defRPr>
            </a:lvl5pPr>
            <a:lvl6pPr lvl="5">
              <a:spcBef>
                <a:spcPts val="1800"/>
              </a:spcBef>
              <a:spcAft>
                <a:spcPts val="0"/>
              </a:spcAft>
              <a:buClr>
                <a:schemeClr val="lt1"/>
              </a:buClr>
              <a:buSzPts val="1800"/>
              <a:buNone/>
              <a:defRPr>
                <a:solidFill>
                  <a:schemeClr val="lt1"/>
                </a:solidFill>
              </a:defRPr>
            </a:lvl6pPr>
            <a:lvl7pPr lvl="6">
              <a:spcBef>
                <a:spcPts val="1800"/>
              </a:spcBef>
              <a:spcAft>
                <a:spcPts val="0"/>
              </a:spcAft>
              <a:buClr>
                <a:schemeClr val="lt1"/>
              </a:buClr>
              <a:buSzPts val="1800"/>
              <a:buNone/>
              <a:defRPr>
                <a:solidFill>
                  <a:schemeClr val="lt1"/>
                </a:solidFill>
              </a:defRPr>
            </a:lvl7pPr>
            <a:lvl8pPr lvl="7">
              <a:spcBef>
                <a:spcPts val="1800"/>
              </a:spcBef>
              <a:spcAft>
                <a:spcPts val="0"/>
              </a:spcAft>
              <a:buClr>
                <a:schemeClr val="lt1"/>
              </a:buClr>
              <a:buSzPts val="1800"/>
              <a:buNone/>
              <a:defRPr>
                <a:solidFill>
                  <a:schemeClr val="lt1"/>
                </a:solidFill>
              </a:defRPr>
            </a:lvl8pPr>
            <a:lvl9pPr lvl="8">
              <a:spcBef>
                <a:spcPts val="1800"/>
              </a:spcBef>
              <a:spcAft>
                <a:spcPts val="1800"/>
              </a:spcAft>
              <a:buClr>
                <a:schemeClr val="lt1"/>
              </a:buClr>
              <a:buSzPts val="1800"/>
              <a:buNone/>
              <a:defRPr>
                <a:solidFill>
                  <a:schemeClr val="lt1"/>
                </a:solidFill>
              </a:defRPr>
            </a:lvl9pPr>
          </a:lstStyle>
          <a:p/>
        </p:txBody>
      </p:sp>
      <p:pic>
        <p:nvPicPr>
          <p:cNvPr id="4147" name="Google Shape;4147;p137" title="Salesforce Cloud - Primary.png"/>
          <p:cNvPicPr preferRelativeResize="0"/>
          <p:nvPr/>
        </p:nvPicPr>
        <p:blipFill rotWithShape="1">
          <a:blip r:embed="rId2">
            <a:alphaModFix/>
          </a:blip>
          <a:srcRect b="120" l="0" r="0" t="130"/>
          <a:stretch/>
        </p:blipFill>
        <p:spPr>
          <a:xfrm>
            <a:off x="16550000" y="848191"/>
            <a:ext cx="953599" cy="667523"/>
          </a:xfrm>
          <a:prstGeom prst="rect">
            <a:avLst/>
          </a:prstGeom>
          <a:noFill/>
          <a:ln>
            <a:noFill/>
          </a:ln>
        </p:spPr>
      </p:pic>
      <p:sp>
        <p:nvSpPr>
          <p:cNvPr id="4148" name="Google Shape;4148;p137"/>
          <p:cNvSpPr/>
          <p:nvPr/>
        </p:nvSpPr>
        <p:spPr>
          <a:xfrm>
            <a:off x="868664" y="897539"/>
            <a:ext cx="6538428" cy="8477244"/>
          </a:xfrm>
          <a:custGeom>
            <a:rect b="b" l="l" r="r" t="t"/>
            <a:pathLst>
              <a:path extrusionOk="0" h="21600" w="21600">
                <a:moveTo>
                  <a:pt x="0" y="635"/>
                </a:moveTo>
                <a:cubicBezTo>
                  <a:pt x="0" y="460"/>
                  <a:pt x="92" y="301"/>
                  <a:pt x="241" y="186"/>
                </a:cubicBezTo>
                <a:cubicBezTo>
                  <a:pt x="390" y="71"/>
                  <a:pt x="596" y="0"/>
                  <a:pt x="824" y="0"/>
                </a:cubicBezTo>
                <a:lnTo>
                  <a:pt x="20776" y="0"/>
                </a:lnTo>
                <a:cubicBezTo>
                  <a:pt x="21004" y="0"/>
                  <a:pt x="21210" y="71"/>
                  <a:pt x="21359" y="186"/>
                </a:cubicBezTo>
                <a:cubicBezTo>
                  <a:pt x="21508" y="301"/>
                  <a:pt x="21600" y="460"/>
                  <a:pt x="21600" y="635"/>
                </a:cubicBezTo>
                <a:lnTo>
                  <a:pt x="21600" y="671"/>
                </a:lnTo>
                <a:cubicBezTo>
                  <a:pt x="21600" y="773"/>
                  <a:pt x="21568" y="874"/>
                  <a:pt x="21507" y="965"/>
                </a:cubicBezTo>
                <a:cubicBezTo>
                  <a:pt x="19548" y="3915"/>
                  <a:pt x="18443" y="7258"/>
                  <a:pt x="18443" y="10800"/>
                </a:cubicBezTo>
                <a:cubicBezTo>
                  <a:pt x="18443" y="14342"/>
                  <a:pt x="19548" y="17685"/>
                  <a:pt x="21507" y="20635"/>
                </a:cubicBezTo>
                <a:cubicBezTo>
                  <a:pt x="21568" y="20726"/>
                  <a:pt x="21600" y="20827"/>
                  <a:pt x="21600" y="20929"/>
                </a:cubicBezTo>
                <a:lnTo>
                  <a:pt x="21600" y="20965"/>
                </a:lnTo>
                <a:cubicBezTo>
                  <a:pt x="21600" y="21140"/>
                  <a:pt x="21508" y="21299"/>
                  <a:pt x="21359" y="21414"/>
                </a:cubicBezTo>
                <a:cubicBezTo>
                  <a:pt x="21210" y="21529"/>
                  <a:pt x="21004" y="21600"/>
                  <a:pt x="20776" y="21600"/>
                </a:cubicBezTo>
                <a:lnTo>
                  <a:pt x="824" y="21600"/>
                </a:lnTo>
                <a:cubicBezTo>
                  <a:pt x="596" y="21600"/>
                  <a:pt x="390" y="21529"/>
                  <a:pt x="241" y="21414"/>
                </a:cubicBezTo>
                <a:cubicBezTo>
                  <a:pt x="92" y="21299"/>
                  <a:pt x="0" y="21140"/>
                  <a:pt x="0" y="20965"/>
                </a:cubicBezTo>
                <a:lnTo>
                  <a:pt x="0" y="635"/>
                </a:lnTo>
                <a:close/>
              </a:path>
            </a:pathLst>
          </a:custGeom>
          <a:solidFill>
            <a:srgbClr val="FFFF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sz="2900">
              <a:solidFill>
                <a:srgbClr val="032D60"/>
              </a:solidFill>
            </a:endParaRPr>
          </a:p>
        </p:txBody>
      </p:sp>
      <p:sp>
        <p:nvSpPr>
          <p:cNvPr id="4149" name="Google Shape;4149;p137"/>
          <p:cNvSpPr/>
          <p:nvPr/>
        </p:nvSpPr>
        <p:spPr>
          <a:xfrm>
            <a:off x="1722794" y="4293920"/>
            <a:ext cx="2704800" cy="2704800"/>
          </a:xfrm>
          <a:prstGeom prst="roundRect">
            <a:avLst>
              <a:gd fmla="val 988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0" name="Google Shape;4150;p137"/>
          <p:cNvSpPr/>
          <p:nvPr/>
        </p:nvSpPr>
        <p:spPr>
          <a:xfrm>
            <a:off x="4686089" y="5750894"/>
            <a:ext cx="1247700" cy="1247700"/>
          </a:xfrm>
          <a:prstGeom prst="roundRect">
            <a:avLst>
              <a:gd fmla="val 2326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1" name="Google Shape;4151;p137"/>
          <p:cNvSpPr/>
          <p:nvPr/>
        </p:nvSpPr>
        <p:spPr>
          <a:xfrm>
            <a:off x="1722794" y="7255047"/>
            <a:ext cx="2704800" cy="435300"/>
          </a:xfrm>
          <a:prstGeom prst="roundRect">
            <a:avLst>
              <a:gd fmla="val 50000" name="adj"/>
            </a:avLst>
          </a:prstGeom>
          <a:solidFill>
            <a:srgbClr val="0250D9"/>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2" name="Google Shape;4152;p137"/>
          <p:cNvSpPr/>
          <p:nvPr/>
        </p:nvSpPr>
        <p:spPr>
          <a:xfrm>
            <a:off x="3080735" y="6093422"/>
            <a:ext cx="2451000" cy="597300"/>
          </a:xfrm>
          <a:prstGeom prst="roundRect">
            <a:avLst>
              <a:gd fmla="val 34783" name="adj"/>
            </a:avLst>
          </a:prstGeom>
          <a:gradFill>
            <a:gsLst>
              <a:gs pos="0">
                <a:srgbClr val="EAF5FE"/>
              </a:gs>
              <a:gs pos="30">
                <a:srgbClr val="EAF5FE">
                  <a:alpha val="45098"/>
                </a:srgbClr>
              </a:gs>
              <a:gs pos="100000">
                <a:srgbClr val="FFFEFE">
                  <a:alpha val="0"/>
                </a:srgbClr>
              </a:gs>
            </a:gsLst>
            <a:path path="circle">
              <a:fillToRect b="0%" l="0%" r="100%" t="100%"/>
            </a:path>
            <a:tileRect b="-100%" l="-100%" r="0%" t="0%"/>
          </a:gradFill>
          <a:ln cap="flat" cmpd="sng" w="9525">
            <a:solidFill>
              <a:srgbClr val="FFFEFE">
                <a:alpha val="64310"/>
              </a:srgbClr>
            </a:solidFill>
            <a:prstDash val="solid"/>
            <a:miter lim="4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3" name="Google Shape;4153;p137"/>
          <p:cNvSpPr/>
          <p:nvPr/>
        </p:nvSpPr>
        <p:spPr>
          <a:xfrm>
            <a:off x="3080735" y="6094497"/>
            <a:ext cx="2451000" cy="597300"/>
          </a:xfrm>
          <a:prstGeom prst="roundRect">
            <a:avLst>
              <a:gd fmla="val 36714" name="adj"/>
            </a:avLst>
          </a:prstGeom>
          <a:solidFill>
            <a:srgbClr val="FFFEFE">
              <a:alpha val="4000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32D60"/>
              </a:solidFill>
              <a:latin typeface="Arial"/>
              <a:ea typeface="Arial"/>
              <a:cs typeface="Arial"/>
              <a:sym typeface="Arial"/>
            </a:endParaRPr>
          </a:p>
        </p:txBody>
      </p:sp>
      <p:sp>
        <p:nvSpPr>
          <p:cNvPr id="4154" name="Google Shape;4154;p137"/>
          <p:cNvSpPr/>
          <p:nvPr/>
        </p:nvSpPr>
        <p:spPr>
          <a:xfrm>
            <a:off x="3216859" y="6195564"/>
            <a:ext cx="393000" cy="393000"/>
          </a:xfrm>
          <a:prstGeom prst="ellipse">
            <a:avLst/>
          </a:prstGeom>
          <a:solidFill>
            <a:srgbClr val="FFFEFE"/>
          </a:solidFill>
          <a:ln>
            <a:noFill/>
          </a:ln>
          <a:effectLst>
            <a:outerShdw blurRad="1295400" rotWithShape="0" dir="7315135" dist="981076">
              <a:srgbClr val="002775">
                <a:alpha val="3373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5" name="Google Shape;4155;p137"/>
          <p:cNvSpPr/>
          <p:nvPr/>
        </p:nvSpPr>
        <p:spPr>
          <a:xfrm rot="-5400000">
            <a:off x="3315082" y="6293784"/>
            <a:ext cx="196452" cy="196452"/>
          </a:xfrm>
          <a:custGeom>
            <a:rect b="b" l="l" r="r" t="t"/>
            <a:pathLst>
              <a:path extrusionOk="0" h="21600" w="21600">
                <a:moveTo>
                  <a:pt x="12841" y="1414"/>
                </a:moveTo>
                <a:lnTo>
                  <a:pt x="14724" y="6586"/>
                </a:lnTo>
                <a:cubicBezTo>
                  <a:pt x="14779" y="6738"/>
                  <a:pt x="14903" y="6876"/>
                  <a:pt x="15069" y="6931"/>
                </a:cubicBezTo>
                <a:lnTo>
                  <a:pt x="20221" y="8869"/>
                </a:lnTo>
                <a:cubicBezTo>
                  <a:pt x="21062" y="9186"/>
                  <a:pt x="21600" y="9972"/>
                  <a:pt x="21600" y="10862"/>
                </a:cubicBezTo>
                <a:cubicBezTo>
                  <a:pt x="21600" y="11752"/>
                  <a:pt x="21048" y="12538"/>
                  <a:pt x="20200" y="12848"/>
                </a:cubicBezTo>
                <a:lnTo>
                  <a:pt x="15028" y="14731"/>
                </a:lnTo>
                <a:cubicBezTo>
                  <a:pt x="14876" y="14786"/>
                  <a:pt x="14738" y="14910"/>
                  <a:pt x="14683" y="15076"/>
                </a:cubicBezTo>
                <a:lnTo>
                  <a:pt x="12738" y="20221"/>
                </a:lnTo>
                <a:cubicBezTo>
                  <a:pt x="12421" y="21055"/>
                  <a:pt x="11634" y="21600"/>
                  <a:pt x="10745" y="21600"/>
                </a:cubicBezTo>
                <a:cubicBezTo>
                  <a:pt x="9855" y="21600"/>
                  <a:pt x="9069" y="21048"/>
                  <a:pt x="8759" y="20200"/>
                </a:cubicBezTo>
                <a:lnTo>
                  <a:pt x="6876" y="15028"/>
                </a:lnTo>
                <a:cubicBezTo>
                  <a:pt x="6821" y="14876"/>
                  <a:pt x="6697" y="14738"/>
                  <a:pt x="6531" y="14683"/>
                </a:cubicBezTo>
                <a:lnTo>
                  <a:pt x="1379" y="12745"/>
                </a:lnTo>
                <a:cubicBezTo>
                  <a:pt x="545" y="12428"/>
                  <a:pt x="0" y="11641"/>
                  <a:pt x="0" y="10752"/>
                </a:cubicBezTo>
                <a:cubicBezTo>
                  <a:pt x="0" y="9862"/>
                  <a:pt x="552" y="9076"/>
                  <a:pt x="1400" y="8766"/>
                </a:cubicBezTo>
                <a:lnTo>
                  <a:pt x="6572" y="6883"/>
                </a:lnTo>
                <a:cubicBezTo>
                  <a:pt x="6724" y="6828"/>
                  <a:pt x="6862" y="6703"/>
                  <a:pt x="6917" y="6538"/>
                </a:cubicBezTo>
                <a:lnTo>
                  <a:pt x="8862" y="1379"/>
                </a:lnTo>
                <a:cubicBezTo>
                  <a:pt x="9179" y="545"/>
                  <a:pt x="9966" y="0"/>
                  <a:pt x="10855" y="0"/>
                </a:cubicBezTo>
                <a:cubicBezTo>
                  <a:pt x="10986" y="0"/>
                  <a:pt x="11110" y="14"/>
                  <a:pt x="11228" y="34"/>
                </a:cubicBezTo>
                <a:cubicBezTo>
                  <a:pt x="11966" y="166"/>
                  <a:pt x="12572" y="676"/>
                  <a:pt x="12841" y="1400"/>
                </a:cubicBezTo>
                <a:lnTo>
                  <a:pt x="12841" y="1414"/>
                </a:lnTo>
                <a:close/>
              </a:path>
            </a:pathLst>
          </a:custGeom>
          <a:solidFill>
            <a:srgbClr val="710391"/>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3366"/>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6" name="Google Shape;4156;p137"/>
          <p:cNvSpPr/>
          <p:nvPr/>
        </p:nvSpPr>
        <p:spPr>
          <a:xfrm>
            <a:off x="3714957" y="6195564"/>
            <a:ext cx="1716900" cy="393000"/>
          </a:xfrm>
          <a:prstGeom prst="roundRect">
            <a:avLst>
              <a:gd fmla="val 31267" name="adj"/>
            </a:avLst>
          </a:prstGeom>
          <a:solidFill>
            <a:srgbClr val="FFFEFE"/>
          </a:solidFill>
          <a:ln>
            <a:noFill/>
          </a:ln>
          <a:effectLst>
            <a:outerShdw blurRad="457200" rotWithShape="0" dir="3900000" dist="342900">
              <a:srgbClr val="002775">
                <a:alpha val="40000"/>
              </a:srgbClr>
            </a:outerShdw>
          </a:effectLst>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7" name="Google Shape;4157;p137"/>
          <p:cNvSpPr/>
          <p:nvPr/>
        </p:nvSpPr>
        <p:spPr>
          <a:xfrm rot="-2700000">
            <a:off x="3416631" y="4470004"/>
            <a:ext cx="843156" cy="838210"/>
          </a:xfrm>
          <a:custGeom>
            <a:rect b="b" l="l" r="r" t="t"/>
            <a:pathLst>
              <a:path extrusionOk="0" h="21600" w="21272">
                <a:moveTo>
                  <a:pt x="12111" y="0"/>
                </a:moveTo>
                <a:lnTo>
                  <a:pt x="9139" y="3036"/>
                </a:lnTo>
                <a:lnTo>
                  <a:pt x="14581" y="8595"/>
                </a:lnTo>
                <a:lnTo>
                  <a:pt x="0" y="8595"/>
                </a:lnTo>
                <a:lnTo>
                  <a:pt x="0" y="12883"/>
                </a:lnTo>
                <a:lnTo>
                  <a:pt x="14658" y="12883"/>
                </a:lnTo>
                <a:lnTo>
                  <a:pt x="9087" y="18564"/>
                </a:lnTo>
                <a:lnTo>
                  <a:pt x="12060" y="21600"/>
                </a:lnTo>
                <a:lnTo>
                  <a:pt x="20287" y="13205"/>
                </a:lnTo>
                <a:cubicBezTo>
                  <a:pt x="21600" y="11864"/>
                  <a:pt x="21600" y="9684"/>
                  <a:pt x="20287" y="8342"/>
                </a:cubicBezTo>
                <a:lnTo>
                  <a:pt x="12111" y="0"/>
                </a:lnTo>
                <a:close/>
              </a:path>
            </a:pathLst>
          </a:cu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sp>
        <p:nvSpPr>
          <p:cNvPr id="4158" name="Google Shape;4158;p137"/>
          <p:cNvSpPr/>
          <p:nvPr/>
        </p:nvSpPr>
        <p:spPr>
          <a:xfrm>
            <a:off x="1798820" y="7322727"/>
            <a:ext cx="1335900" cy="300000"/>
          </a:xfrm>
          <a:prstGeom prst="roundRect">
            <a:avLst>
              <a:gd fmla="val 50000" name="adj"/>
            </a:avLst>
          </a:prstGeom>
          <a:solidFill>
            <a:srgbClr val="066AFE"/>
          </a:solidFill>
          <a:ln>
            <a:noFill/>
          </a:ln>
        </p:spPr>
        <p:txBody>
          <a:bodyPr anchorCtr="0" anchor="ctr" bIns="16250" lIns="16250" spcFirstLastPara="1" rIns="16250" wrap="square" tIns="16250">
            <a:noAutofit/>
          </a:bodyPr>
          <a:lstStyle/>
          <a:p>
            <a:pPr indent="0" lvl="0" marL="0" marR="0" rtl="0" algn="l">
              <a:lnSpc>
                <a:spcPct val="90000"/>
              </a:lnSpc>
              <a:spcBef>
                <a:spcPts val="0"/>
              </a:spcBef>
              <a:spcAft>
                <a:spcPts val="0"/>
              </a:spcAft>
              <a:buClr>
                <a:srgbClr val="002775"/>
              </a:buClr>
              <a:buSzPts val="2800"/>
              <a:buFont typeface="Questrial"/>
              <a:buNone/>
            </a:pPr>
            <a:r>
              <a:t/>
            </a:r>
            <a:endParaRPr b="0" i="0" sz="2800" u="none" cap="none" strike="noStrike">
              <a:solidFill>
                <a:srgbClr val="032D60"/>
              </a:solidFill>
              <a:latin typeface="Arial"/>
              <a:ea typeface="Arial"/>
              <a:cs typeface="Arial"/>
              <a:sym typeface="Arial"/>
            </a:endParaRPr>
          </a:p>
        </p:txBody>
      </p:sp>
      <p:pic>
        <p:nvPicPr>
          <p:cNvPr descr="Blue_single_sparkle.png" id="4159" name="Google Shape;4159;p137"/>
          <p:cNvPicPr preferRelativeResize="0"/>
          <p:nvPr/>
        </p:nvPicPr>
        <p:blipFill rotWithShape="1">
          <a:blip r:embed="rId3">
            <a:alphaModFix/>
          </a:blip>
          <a:srcRect b="0" l="0" r="0" t="0"/>
          <a:stretch/>
        </p:blipFill>
        <p:spPr>
          <a:xfrm>
            <a:off x="3461327" y="2946149"/>
            <a:ext cx="588381" cy="597300"/>
          </a:xfrm>
          <a:prstGeom prst="rect">
            <a:avLst/>
          </a:prstGeom>
          <a:noFill/>
          <a:ln>
            <a:noFill/>
          </a:ln>
        </p:spPr>
      </p:pic>
      <p:pic>
        <p:nvPicPr>
          <p:cNvPr descr="Blue_single_sparkle.png" id="4160" name="Google Shape;4160;p137"/>
          <p:cNvPicPr preferRelativeResize="0"/>
          <p:nvPr/>
        </p:nvPicPr>
        <p:blipFill rotWithShape="1">
          <a:blip r:embed="rId3">
            <a:alphaModFix/>
          </a:blip>
          <a:srcRect b="0" l="0" r="0" t="0"/>
          <a:stretch/>
        </p:blipFill>
        <p:spPr>
          <a:xfrm>
            <a:off x="2060343" y="6548591"/>
            <a:ext cx="295517" cy="300001"/>
          </a:xfrm>
          <a:prstGeom prst="rect">
            <a:avLst/>
          </a:prstGeom>
          <a:noFill/>
          <a:ln>
            <a:noFill/>
          </a:ln>
        </p:spPr>
      </p:pic>
      <p:sp>
        <p:nvSpPr>
          <p:cNvPr id="4161" name="Google Shape;4161;p137"/>
          <p:cNvSpPr/>
          <p:nvPr/>
        </p:nvSpPr>
        <p:spPr>
          <a:xfrm>
            <a:off x="1626825" y="3921950"/>
            <a:ext cx="1510500" cy="1510500"/>
          </a:xfrm>
          <a:prstGeom prst="ellipse">
            <a:avLst/>
          </a:prstGeom>
          <a:solidFill>
            <a:srgbClr val="FFFEFE"/>
          </a:solidFill>
          <a:ln>
            <a:noFill/>
          </a:ln>
          <a:effectLst>
            <a:outerShdw blurRad="457200" rotWithShape="0" dir="3900000" dist="523875">
              <a:srgbClr val="002775">
                <a:alpha val="75000"/>
              </a:srgbClr>
            </a:outerShdw>
          </a:effectLst>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t/>
            </a:r>
            <a:endParaRPr sz="2800">
              <a:solidFill>
                <a:srgbClr val="032D60"/>
              </a:solidFill>
            </a:endParaRPr>
          </a:p>
        </p:txBody>
      </p:sp>
      <p:pic>
        <p:nvPicPr>
          <p:cNvPr id="4162" name="Google Shape;4162;p137" title="Astro_sunglasses.png"/>
          <p:cNvPicPr preferRelativeResize="0"/>
          <p:nvPr/>
        </p:nvPicPr>
        <p:blipFill>
          <a:blip r:embed="rId4">
            <a:alphaModFix/>
          </a:blip>
          <a:stretch>
            <a:fillRect/>
          </a:stretch>
        </p:blipFill>
        <p:spPr>
          <a:xfrm flipH="1" rot="-536085">
            <a:off x="982563" y="3052767"/>
            <a:ext cx="2405274" cy="2610666"/>
          </a:xfrm>
          <a:prstGeom prst="rect">
            <a:avLst/>
          </a:prstGeom>
          <a:noFill/>
          <a:ln>
            <a:noFill/>
          </a:ln>
        </p:spPr>
      </p:pic>
      <p:pic>
        <p:nvPicPr>
          <p:cNvPr id="4163" name="Google Shape;4163;p137" title="Clapping_hands_emoji.png"/>
          <p:cNvPicPr preferRelativeResize="0"/>
          <p:nvPr/>
        </p:nvPicPr>
        <p:blipFill>
          <a:blip r:embed="rId5">
            <a:alphaModFix/>
          </a:blip>
          <a:stretch>
            <a:fillRect/>
          </a:stretch>
        </p:blipFill>
        <p:spPr>
          <a:xfrm>
            <a:off x="4846320" y="5230368"/>
            <a:ext cx="1042416" cy="1133856"/>
          </a:xfrm>
          <a:prstGeom prst="rect">
            <a:avLst/>
          </a:prstGeom>
          <a:noFill/>
          <a:ln>
            <a:noFill/>
          </a:ln>
        </p:spPr>
      </p:pic>
      <p:pic>
        <p:nvPicPr>
          <p:cNvPr id="4164" name="Google Shape;4164;p137" title="BE-MVP-Icon-Spark_Redux_V3_RIGHT_yellow.png"/>
          <p:cNvPicPr preferRelativeResize="0"/>
          <p:nvPr/>
        </p:nvPicPr>
        <p:blipFill rotWithShape="1">
          <a:blip r:embed="rId6">
            <a:alphaModFix/>
          </a:blip>
          <a:srcRect b="8324" l="17671" r="9187" t="12399"/>
          <a:stretch/>
        </p:blipFill>
        <p:spPr>
          <a:xfrm rot="-9">
            <a:off x="1" y="6380114"/>
            <a:ext cx="1675026" cy="1937844"/>
          </a:xfrm>
          <a:prstGeom prst="rect">
            <a:avLst/>
          </a:prstGeom>
          <a:noFill/>
          <a:ln>
            <a:noFill/>
          </a:ln>
        </p:spPr>
      </p:pic>
      <p:pic>
        <p:nvPicPr>
          <p:cNvPr id="4165" name="Google Shape;4165;p137" title="BE-MVP-Icon-Spark_Redux_V3_RIGHT_yellow.png"/>
          <p:cNvPicPr preferRelativeResize="0"/>
          <p:nvPr/>
        </p:nvPicPr>
        <p:blipFill rotWithShape="1">
          <a:blip r:embed="rId6">
            <a:alphaModFix/>
          </a:blip>
          <a:srcRect b="0" l="3866" r="3875" t="0"/>
          <a:stretch/>
        </p:blipFill>
        <p:spPr>
          <a:xfrm rot="-23">
            <a:off x="3034519" y="2797750"/>
            <a:ext cx="339582" cy="39284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 Product feature 3">
  <p:cSld name="TITLE_1_1_1_1_1_1_1_1_1_1_1_1_1_1_1_1_1_1_1_1_1_1_1_1_1_1_1_1_1_1_1_1_1_1_1_1_1_1">
    <p:bg>
      <p:bgPr>
        <a:solidFill>
          <a:schemeClr val="accent6"/>
        </a:solidFill>
      </p:bgPr>
    </p:bg>
    <p:spTree>
      <p:nvGrpSpPr>
        <p:cNvPr id="4166" name="Shape 4166"/>
        <p:cNvGrpSpPr/>
        <p:nvPr/>
      </p:nvGrpSpPr>
      <p:grpSpPr>
        <a:xfrm>
          <a:off x="0" y="0"/>
          <a:ext cx="0" cy="0"/>
          <a:chOff x="0" y="0"/>
          <a:chExt cx="0" cy="0"/>
        </a:xfrm>
      </p:grpSpPr>
      <p:sp>
        <p:nvSpPr>
          <p:cNvPr id="4167" name="Google Shape;4167;p138"/>
          <p:cNvSpPr txBox="1"/>
          <p:nvPr>
            <p:ph type="title"/>
          </p:nvPr>
        </p:nvSpPr>
        <p:spPr>
          <a:xfrm>
            <a:off x="857250" y="838200"/>
            <a:ext cx="7715100" cy="16308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68" name="Google Shape;4168;p138"/>
          <p:cNvSpPr txBox="1"/>
          <p:nvPr>
            <p:ph idx="1" type="subTitle"/>
          </p:nvPr>
        </p:nvSpPr>
        <p:spPr>
          <a:xfrm>
            <a:off x="857250" y="2468880"/>
            <a:ext cx="77151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000"/>
              <a:buNone/>
              <a:defRPr>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69" name="Google Shape;4169;p138"/>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Photo - Three up">
  <p:cSld name="TITLE_1_1_1_1_1_1_1_1_1_1_1_1_1_1_1_1_1_1_1_1_1_1_1_1_1_1_1_1_1_1_1_1_1_1_1_1_1_1_1">
    <p:bg>
      <p:bgPr>
        <a:solidFill>
          <a:schemeClr val="accent6"/>
        </a:solidFill>
      </p:bgPr>
    </p:bg>
    <p:spTree>
      <p:nvGrpSpPr>
        <p:cNvPr id="4170" name="Shape 4170"/>
        <p:cNvGrpSpPr/>
        <p:nvPr/>
      </p:nvGrpSpPr>
      <p:grpSpPr>
        <a:xfrm>
          <a:off x="0" y="0"/>
          <a:ext cx="0" cy="0"/>
          <a:chOff x="0" y="0"/>
          <a:chExt cx="0" cy="0"/>
        </a:xfrm>
      </p:grpSpPr>
      <p:sp>
        <p:nvSpPr>
          <p:cNvPr id="4171" name="Google Shape;4171;p139"/>
          <p:cNvSpPr/>
          <p:nvPr/>
        </p:nvSpPr>
        <p:spPr>
          <a:xfrm>
            <a:off x="1133756"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2" name="Google Shape;4172;p139"/>
          <p:cNvSpPr/>
          <p:nvPr/>
        </p:nvSpPr>
        <p:spPr>
          <a:xfrm>
            <a:off x="12713575"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3" name="Google Shape;4173;p139"/>
          <p:cNvSpPr/>
          <p:nvPr/>
        </p:nvSpPr>
        <p:spPr>
          <a:xfrm>
            <a:off x="6923729" y="2891100"/>
            <a:ext cx="4442100" cy="4442100"/>
          </a:xfrm>
          <a:prstGeom prst="ellipse">
            <a:avLst/>
          </a:prstGeom>
          <a:solidFill>
            <a:srgbClr val="45C65A"/>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74" name="Google Shape;4174;p139"/>
          <p:cNvSpPr/>
          <p:nvPr>
            <p:ph idx="2" type="pic"/>
          </p:nvPr>
        </p:nvSpPr>
        <p:spPr>
          <a:xfrm>
            <a:off x="1132522" y="2890962"/>
            <a:ext cx="4442400" cy="4442400"/>
          </a:xfrm>
          <a:prstGeom prst="ellipse">
            <a:avLst/>
          </a:prstGeom>
          <a:noFill/>
          <a:ln>
            <a:noFill/>
          </a:ln>
        </p:spPr>
      </p:sp>
      <p:sp>
        <p:nvSpPr>
          <p:cNvPr id="4175" name="Google Shape;4175;p139"/>
          <p:cNvSpPr/>
          <p:nvPr>
            <p:ph idx="3" type="pic"/>
          </p:nvPr>
        </p:nvSpPr>
        <p:spPr>
          <a:xfrm>
            <a:off x="6922770" y="2890962"/>
            <a:ext cx="4442400" cy="4442400"/>
          </a:xfrm>
          <a:prstGeom prst="ellipse">
            <a:avLst/>
          </a:prstGeom>
          <a:noFill/>
          <a:ln>
            <a:noFill/>
          </a:ln>
        </p:spPr>
      </p:sp>
      <p:sp>
        <p:nvSpPr>
          <p:cNvPr id="4176" name="Google Shape;4176;p139"/>
          <p:cNvSpPr/>
          <p:nvPr>
            <p:ph idx="4" type="pic"/>
          </p:nvPr>
        </p:nvSpPr>
        <p:spPr>
          <a:xfrm>
            <a:off x="12713017" y="2890962"/>
            <a:ext cx="4442400" cy="4442400"/>
          </a:xfrm>
          <a:prstGeom prst="ellipse">
            <a:avLst/>
          </a:prstGeom>
          <a:noFill/>
          <a:ln>
            <a:noFill/>
          </a:ln>
        </p:spPr>
      </p:sp>
      <p:sp>
        <p:nvSpPr>
          <p:cNvPr id="4177" name="Google Shape;4177;p139"/>
          <p:cNvSpPr txBox="1"/>
          <p:nvPr>
            <p:ph idx="1" type="body"/>
          </p:nvPr>
        </p:nvSpPr>
        <p:spPr>
          <a:xfrm>
            <a:off x="6526530"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8" name="Google Shape;4178;p139"/>
          <p:cNvSpPr txBox="1"/>
          <p:nvPr>
            <p:ph idx="5" type="body"/>
          </p:nvPr>
        </p:nvSpPr>
        <p:spPr>
          <a:xfrm>
            <a:off x="736282"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79" name="Google Shape;4179;p139"/>
          <p:cNvSpPr txBox="1"/>
          <p:nvPr>
            <p:ph idx="6" type="body"/>
          </p:nvPr>
        </p:nvSpPr>
        <p:spPr>
          <a:xfrm>
            <a:off x="12316778" y="7849677"/>
            <a:ext cx="5235000" cy="8058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180" name="Google Shape;4180;p139"/>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181" name="Google Shape;4181;p139"/>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182" name="Google Shape;4182;p139"/>
          <p:cNvSpPr txBox="1"/>
          <p:nvPr>
            <p:ph idx="7"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183" name="Google Shape;4183;p139" title="BE-MVP-Icon-Spark_Redux_V3_STRAIGHT_cloudBlue.png"/>
          <p:cNvPicPr preferRelativeResize="0"/>
          <p:nvPr/>
        </p:nvPicPr>
        <p:blipFill>
          <a:blip r:embed="rId3">
            <a:alphaModFix/>
          </a:blip>
          <a:stretch>
            <a:fillRect/>
          </a:stretch>
        </p:blipFill>
        <p:spPr>
          <a:xfrm>
            <a:off x="16729175" y="6782950"/>
            <a:ext cx="426150" cy="454600"/>
          </a:xfrm>
          <a:prstGeom prst="rect">
            <a:avLst/>
          </a:prstGeom>
          <a:noFill/>
          <a:ln>
            <a:noFill/>
          </a:ln>
        </p:spPr>
      </p:pic>
      <p:pic>
        <p:nvPicPr>
          <p:cNvPr id="4184" name="Google Shape;4184;p139" title="BE-MVP-Icon-Spark_Redux_V3_RIGHT_cloudBlue.png"/>
          <p:cNvPicPr preferRelativeResize="0"/>
          <p:nvPr/>
        </p:nvPicPr>
        <p:blipFill>
          <a:blip r:embed="rId4">
            <a:alphaModFix/>
          </a:blip>
          <a:stretch>
            <a:fillRect/>
          </a:stretch>
        </p:blipFill>
        <p:spPr>
          <a:xfrm flipH="1">
            <a:off x="6144050" y="6172325"/>
            <a:ext cx="1285450" cy="1371349"/>
          </a:xfrm>
          <a:prstGeom prst="rect">
            <a:avLst/>
          </a:prstGeom>
          <a:noFill/>
          <a:ln>
            <a:noFill/>
          </a:ln>
        </p:spPr>
      </p:pic>
      <p:pic>
        <p:nvPicPr>
          <p:cNvPr id="4185" name="Google Shape;4185;p139" title="BE-MVP-Icon-Spark_Redux_V3_RIGHT_cloudBlue.png"/>
          <p:cNvPicPr preferRelativeResize="0"/>
          <p:nvPr/>
        </p:nvPicPr>
        <p:blipFill>
          <a:blip r:embed="rId4">
            <a:alphaModFix/>
          </a:blip>
          <a:stretch>
            <a:fillRect/>
          </a:stretch>
        </p:blipFill>
        <p:spPr>
          <a:xfrm>
            <a:off x="12198998" y="3194726"/>
            <a:ext cx="874700" cy="933175"/>
          </a:xfrm>
          <a:prstGeom prst="rect">
            <a:avLst/>
          </a:prstGeom>
          <a:noFill/>
          <a:ln>
            <a:noFill/>
          </a:ln>
        </p:spPr>
      </p:pic>
      <p:pic>
        <p:nvPicPr>
          <p:cNvPr id="4186" name="Google Shape;4186;p139" title="BE-MVP-Icon-Spark_Redux_V3_STRAIGHT_cloudBlue.png"/>
          <p:cNvPicPr preferRelativeResize="0"/>
          <p:nvPr/>
        </p:nvPicPr>
        <p:blipFill>
          <a:blip r:embed="rId3">
            <a:alphaModFix/>
          </a:blip>
          <a:stretch>
            <a:fillRect/>
          </a:stretch>
        </p:blipFill>
        <p:spPr>
          <a:xfrm>
            <a:off x="11445800" y="5845350"/>
            <a:ext cx="426150" cy="454600"/>
          </a:xfrm>
          <a:prstGeom prst="rect">
            <a:avLst/>
          </a:prstGeom>
          <a:noFill/>
          <a:ln>
            <a:noFill/>
          </a:ln>
        </p:spPr>
      </p:pic>
      <p:pic>
        <p:nvPicPr>
          <p:cNvPr id="4187" name="Google Shape;4187;p139" title="BE-MVP-Icon-Spark_Redux_V3_STRAIGHT_cloudBlue.png"/>
          <p:cNvPicPr preferRelativeResize="0"/>
          <p:nvPr/>
        </p:nvPicPr>
        <p:blipFill>
          <a:blip r:embed="rId3">
            <a:alphaModFix/>
          </a:blip>
          <a:stretch>
            <a:fillRect/>
          </a:stretch>
        </p:blipFill>
        <p:spPr>
          <a:xfrm>
            <a:off x="968300" y="6589500"/>
            <a:ext cx="426150" cy="454600"/>
          </a:xfrm>
          <a:prstGeom prst="rect">
            <a:avLst/>
          </a:prstGeom>
          <a:noFill/>
          <a:ln>
            <a:noFill/>
          </a:ln>
        </p:spPr>
      </p:pic>
      <p:pic>
        <p:nvPicPr>
          <p:cNvPr id="4188" name="Google Shape;4188;p139" title="BE-MVP-Icon-Spark_Redux_V3_STRAIGHT_cloudBlue.png"/>
          <p:cNvPicPr preferRelativeResize="0"/>
          <p:nvPr/>
        </p:nvPicPr>
        <p:blipFill>
          <a:blip r:embed="rId3">
            <a:alphaModFix/>
          </a:blip>
          <a:stretch>
            <a:fillRect/>
          </a:stretch>
        </p:blipFill>
        <p:spPr>
          <a:xfrm>
            <a:off x="10849625" y="2945300"/>
            <a:ext cx="338550" cy="361150"/>
          </a:xfrm>
          <a:prstGeom prst="rect">
            <a:avLst/>
          </a:prstGeom>
          <a:noFill/>
          <a:ln>
            <a:noFill/>
          </a:ln>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Photo - Four up">
  <p:cSld name="TITLE_1_1_1_1_1_1_1_1_1_1_1_1_1_1_1_1_1_1_1_1_1_1_1_1_1_1_1_1_1_1_1_1_1_1_1_1_1_1_1_1">
    <p:bg>
      <p:bgPr>
        <a:solidFill>
          <a:schemeClr val="accent6"/>
        </a:solidFill>
      </p:bgPr>
    </p:bg>
    <p:spTree>
      <p:nvGrpSpPr>
        <p:cNvPr id="4189" name="Shape 4189"/>
        <p:cNvGrpSpPr/>
        <p:nvPr/>
      </p:nvGrpSpPr>
      <p:grpSpPr>
        <a:xfrm>
          <a:off x="0" y="0"/>
          <a:ext cx="0" cy="0"/>
          <a:chOff x="0" y="0"/>
          <a:chExt cx="0" cy="0"/>
        </a:xfrm>
      </p:grpSpPr>
      <p:sp>
        <p:nvSpPr>
          <p:cNvPr id="4190" name="Google Shape;4190;p140"/>
          <p:cNvSpPr/>
          <p:nvPr/>
        </p:nvSpPr>
        <p:spPr>
          <a:xfrm>
            <a:off x="9438323"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1" name="Google Shape;4191;p140"/>
          <p:cNvSpPr/>
          <p:nvPr/>
        </p:nvSpPr>
        <p:spPr>
          <a:xfrm>
            <a:off x="5135880"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2" name="Google Shape;4192;p140"/>
          <p:cNvSpPr/>
          <p:nvPr/>
        </p:nvSpPr>
        <p:spPr>
          <a:xfrm>
            <a:off x="13726478" y="3332187"/>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3" name="Google Shape;4193;p140"/>
          <p:cNvSpPr/>
          <p:nvPr/>
        </p:nvSpPr>
        <p:spPr>
          <a:xfrm>
            <a:off x="860310" y="3332529"/>
            <a:ext cx="3712800" cy="3712800"/>
          </a:xfrm>
          <a:prstGeom prst="ellipse">
            <a:avLst/>
          </a:prstGeom>
          <a:solidFill>
            <a:srgbClr val="1AB9FF"/>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194" name="Google Shape;4194;p140"/>
          <p:cNvSpPr/>
          <p:nvPr>
            <p:ph idx="2" type="pic"/>
          </p:nvPr>
        </p:nvSpPr>
        <p:spPr>
          <a:xfrm>
            <a:off x="860108" y="3332187"/>
            <a:ext cx="3712800" cy="3712800"/>
          </a:xfrm>
          <a:prstGeom prst="ellipse">
            <a:avLst/>
          </a:prstGeom>
          <a:noFill/>
          <a:ln>
            <a:noFill/>
          </a:ln>
        </p:spPr>
      </p:sp>
      <p:sp>
        <p:nvSpPr>
          <p:cNvPr id="4195" name="Google Shape;4195;p140"/>
          <p:cNvSpPr/>
          <p:nvPr>
            <p:ph idx="3" type="pic"/>
          </p:nvPr>
        </p:nvSpPr>
        <p:spPr>
          <a:xfrm>
            <a:off x="5136833" y="3332187"/>
            <a:ext cx="3712800" cy="3712800"/>
          </a:xfrm>
          <a:prstGeom prst="ellipse">
            <a:avLst/>
          </a:prstGeom>
          <a:noFill/>
          <a:ln>
            <a:noFill/>
          </a:ln>
        </p:spPr>
      </p:sp>
      <p:sp>
        <p:nvSpPr>
          <p:cNvPr id="4196" name="Google Shape;4196;p140"/>
          <p:cNvSpPr/>
          <p:nvPr>
            <p:ph idx="4" type="pic"/>
          </p:nvPr>
        </p:nvSpPr>
        <p:spPr>
          <a:xfrm>
            <a:off x="9438323" y="3332187"/>
            <a:ext cx="3712800" cy="3712800"/>
          </a:xfrm>
          <a:prstGeom prst="ellipse">
            <a:avLst/>
          </a:prstGeom>
          <a:noFill/>
          <a:ln>
            <a:noFill/>
          </a:ln>
        </p:spPr>
      </p:sp>
      <p:sp>
        <p:nvSpPr>
          <p:cNvPr id="4197" name="Google Shape;4197;p140"/>
          <p:cNvSpPr/>
          <p:nvPr>
            <p:ph idx="5" type="pic"/>
          </p:nvPr>
        </p:nvSpPr>
        <p:spPr>
          <a:xfrm>
            <a:off x="13726478" y="3332187"/>
            <a:ext cx="3712800" cy="3712800"/>
          </a:xfrm>
          <a:prstGeom prst="ellipse">
            <a:avLst/>
          </a:prstGeom>
          <a:noFill/>
          <a:ln>
            <a:noFill/>
          </a:ln>
        </p:spPr>
      </p:sp>
      <p:sp>
        <p:nvSpPr>
          <p:cNvPr id="4198" name="Google Shape;4198;p140"/>
          <p:cNvSpPr txBox="1"/>
          <p:nvPr>
            <p:ph idx="1" type="body"/>
          </p:nvPr>
        </p:nvSpPr>
        <p:spPr>
          <a:xfrm>
            <a:off x="860100" y="7578168"/>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199" name="Google Shape;4199;p140"/>
          <p:cNvSpPr txBox="1"/>
          <p:nvPr>
            <p:ph idx="6" type="body"/>
          </p:nvPr>
        </p:nvSpPr>
        <p:spPr>
          <a:xfrm>
            <a:off x="513588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0" name="Google Shape;4200;p140"/>
          <p:cNvSpPr txBox="1"/>
          <p:nvPr>
            <p:ph idx="7" type="body"/>
          </p:nvPr>
        </p:nvSpPr>
        <p:spPr>
          <a:xfrm>
            <a:off x="9437370"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01" name="Google Shape;4201;p140"/>
          <p:cNvSpPr txBox="1"/>
          <p:nvPr>
            <p:ph idx="8" type="body"/>
          </p:nvPr>
        </p:nvSpPr>
        <p:spPr>
          <a:xfrm>
            <a:off x="13725525" y="7578182"/>
            <a:ext cx="3711900" cy="762000"/>
          </a:xfrm>
          <a:prstGeom prst="rect">
            <a:avLst/>
          </a:prstGeom>
        </p:spPr>
        <p:txBody>
          <a:bodyPr anchorCtr="0" anchor="t" bIns="0" lIns="0" spcFirstLastPara="1" rIns="0" wrap="square" tIns="0">
            <a:noAutofit/>
          </a:bodyPr>
          <a:lstStyle>
            <a:lvl1pPr indent="-419100" lvl="0" marL="457200" algn="ctr">
              <a:spcBef>
                <a:spcPts val="0"/>
              </a:spcBef>
              <a:spcAft>
                <a:spcPts val="0"/>
              </a:spcAft>
              <a:buClr>
                <a:schemeClr val="dk1"/>
              </a:buClr>
              <a:buSzPts val="3000"/>
              <a:buFont typeface="Avant Garde Demi SFDC"/>
              <a:buChar char="●"/>
              <a:defRPr sz="30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02" name="Google Shape;4202;p14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03" name="Google Shape;4203;p140"/>
          <p:cNvPicPr preferRelativeResize="0"/>
          <p:nvPr/>
        </p:nvPicPr>
        <p:blipFill rotWithShape="1">
          <a:blip r:embed="rId3">
            <a:alphaModFix/>
          </a:blip>
          <a:srcRect b="0" l="0" r="0" t="0"/>
          <a:stretch/>
        </p:blipFill>
        <p:spPr>
          <a:xfrm rot="-3849352">
            <a:off x="3063532" y="2801694"/>
            <a:ext cx="506675" cy="514351"/>
          </a:xfrm>
          <a:prstGeom prst="rect">
            <a:avLst/>
          </a:prstGeom>
          <a:noFill/>
          <a:ln>
            <a:noFill/>
          </a:ln>
        </p:spPr>
      </p:pic>
      <p:pic>
        <p:nvPicPr>
          <p:cNvPr descr="Blue_single_sparkle.png" id="4204" name="Google Shape;4204;p140"/>
          <p:cNvPicPr preferRelativeResize="0"/>
          <p:nvPr/>
        </p:nvPicPr>
        <p:blipFill rotWithShape="1">
          <a:blip r:embed="rId3">
            <a:alphaModFix/>
          </a:blip>
          <a:srcRect b="0" l="0" r="0" t="0"/>
          <a:stretch/>
        </p:blipFill>
        <p:spPr>
          <a:xfrm>
            <a:off x="4011106" y="3446653"/>
            <a:ext cx="291386" cy="295801"/>
          </a:xfrm>
          <a:prstGeom prst="rect">
            <a:avLst/>
          </a:prstGeom>
          <a:noFill/>
          <a:ln>
            <a:noFill/>
          </a:ln>
        </p:spPr>
      </p:pic>
      <p:pic>
        <p:nvPicPr>
          <p:cNvPr descr="Blue_single_sparkle.png" id="4205" name="Google Shape;4205;p140"/>
          <p:cNvPicPr preferRelativeResize="0"/>
          <p:nvPr/>
        </p:nvPicPr>
        <p:blipFill rotWithShape="1">
          <a:blip r:embed="rId3">
            <a:alphaModFix/>
          </a:blip>
          <a:srcRect b="0" l="0" r="0" t="0"/>
          <a:stretch/>
        </p:blipFill>
        <p:spPr>
          <a:xfrm>
            <a:off x="12066344" y="3082713"/>
            <a:ext cx="291386" cy="295801"/>
          </a:xfrm>
          <a:prstGeom prst="rect">
            <a:avLst/>
          </a:prstGeom>
          <a:noFill/>
          <a:ln>
            <a:noFill/>
          </a:ln>
        </p:spPr>
      </p:pic>
      <p:pic>
        <p:nvPicPr>
          <p:cNvPr descr="Blue_single_sparkle.png" id="4206" name="Google Shape;4206;p140"/>
          <p:cNvPicPr preferRelativeResize="0"/>
          <p:nvPr/>
        </p:nvPicPr>
        <p:blipFill rotWithShape="1">
          <a:blip r:embed="rId3">
            <a:alphaModFix/>
          </a:blip>
          <a:srcRect b="0" l="0" r="0" t="0"/>
          <a:stretch/>
        </p:blipFill>
        <p:spPr>
          <a:xfrm>
            <a:off x="13850154" y="2963842"/>
            <a:ext cx="656940" cy="666893"/>
          </a:xfrm>
          <a:prstGeom prst="rect">
            <a:avLst/>
          </a:prstGeom>
          <a:noFill/>
          <a:ln>
            <a:noFill/>
          </a:ln>
        </p:spPr>
      </p:pic>
      <p:pic>
        <p:nvPicPr>
          <p:cNvPr descr="Blue_single_sparkle.png" id="4207" name="Google Shape;4207;p140"/>
          <p:cNvPicPr preferRelativeResize="0"/>
          <p:nvPr/>
        </p:nvPicPr>
        <p:blipFill rotWithShape="1">
          <a:blip r:embed="rId3">
            <a:alphaModFix/>
          </a:blip>
          <a:srcRect b="0" l="0" r="0" t="0"/>
          <a:stretch/>
        </p:blipFill>
        <p:spPr>
          <a:xfrm>
            <a:off x="6828458" y="2894305"/>
            <a:ext cx="291386" cy="295801"/>
          </a:xfrm>
          <a:prstGeom prst="rect">
            <a:avLst/>
          </a:prstGeom>
          <a:noFill/>
          <a:ln>
            <a:noFill/>
          </a:ln>
        </p:spPr>
      </p:pic>
      <p:pic>
        <p:nvPicPr>
          <p:cNvPr descr="Blue_single_sparkle.png" id="4208" name="Google Shape;4208;p140"/>
          <p:cNvPicPr preferRelativeResize="0"/>
          <p:nvPr/>
        </p:nvPicPr>
        <p:blipFill rotWithShape="1">
          <a:blip r:embed="rId3">
            <a:alphaModFix/>
          </a:blip>
          <a:srcRect b="0" l="0" r="0" t="0"/>
          <a:stretch/>
        </p:blipFill>
        <p:spPr>
          <a:xfrm>
            <a:off x="16762169" y="6870146"/>
            <a:ext cx="291386" cy="295801"/>
          </a:xfrm>
          <a:prstGeom prst="rect">
            <a:avLst/>
          </a:prstGeom>
          <a:noFill/>
          <a:ln>
            <a:noFill/>
          </a:ln>
        </p:spPr>
      </p:pic>
      <p:pic>
        <p:nvPicPr>
          <p:cNvPr descr="Blue_single_sparkle.png" id="4209" name="Google Shape;4209;p140"/>
          <p:cNvPicPr preferRelativeResize="0"/>
          <p:nvPr/>
        </p:nvPicPr>
        <p:blipFill rotWithShape="1">
          <a:blip r:embed="rId3">
            <a:alphaModFix/>
          </a:blip>
          <a:srcRect b="0" l="0" r="0" t="0"/>
          <a:stretch/>
        </p:blipFill>
        <p:spPr>
          <a:xfrm>
            <a:off x="1112594" y="6599530"/>
            <a:ext cx="291386" cy="295801"/>
          </a:xfrm>
          <a:prstGeom prst="rect">
            <a:avLst/>
          </a:prstGeom>
          <a:noFill/>
          <a:ln>
            <a:noFill/>
          </a:ln>
        </p:spPr>
      </p:pic>
      <p:pic>
        <p:nvPicPr>
          <p:cNvPr descr="Blue_single_sparkle.png" id="4210" name="Google Shape;4210;p140"/>
          <p:cNvPicPr preferRelativeResize="0"/>
          <p:nvPr/>
        </p:nvPicPr>
        <p:blipFill rotWithShape="1">
          <a:blip r:embed="rId3">
            <a:alphaModFix/>
          </a:blip>
          <a:srcRect b="0" l="0" r="0" t="0"/>
          <a:stretch/>
        </p:blipFill>
        <p:spPr>
          <a:xfrm>
            <a:off x="12798875" y="6259922"/>
            <a:ext cx="527289" cy="535279"/>
          </a:xfrm>
          <a:prstGeom prst="rect">
            <a:avLst/>
          </a:prstGeom>
          <a:noFill/>
          <a:ln>
            <a:noFill/>
          </a:ln>
        </p:spPr>
      </p:pic>
      <p:pic>
        <p:nvPicPr>
          <p:cNvPr descr="Blue_single_sparkle.png" id="4211" name="Google Shape;4211;p140"/>
          <p:cNvPicPr preferRelativeResize="0"/>
          <p:nvPr/>
        </p:nvPicPr>
        <p:blipFill rotWithShape="1">
          <a:blip r:embed="rId3">
            <a:alphaModFix/>
          </a:blip>
          <a:srcRect b="0" l="0" r="0" t="0"/>
          <a:stretch/>
        </p:blipFill>
        <p:spPr>
          <a:xfrm>
            <a:off x="4489508" y="6163488"/>
            <a:ext cx="291386" cy="295801"/>
          </a:xfrm>
          <a:prstGeom prst="rect">
            <a:avLst/>
          </a:prstGeom>
          <a:noFill/>
          <a:ln>
            <a:noFill/>
          </a:ln>
        </p:spPr>
      </p:pic>
      <p:sp>
        <p:nvSpPr>
          <p:cNvPr id="4212" name="Google Shape;4212;p140"/>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13" name="Google Shape;4213;p140"/>
          <p:cNvSpPr txBox="1"/>
          <p:nvPr>
            <p:ph idx="9"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Photo - Five up">
  <p:cSld name="TITLE_1_1_1_1_1_1_1_1_1_1_1_1_1_1_1_1_1_1_1_1_1_1_1_1_1_1_1_1_1_1_1_1_1_1_1_1_1_1_1_1_1">
    <p:bg>
      <p:bgPr>
        <a:solidFill>
          <a:schemeClr val="accent6"/>
        </a:solidFill>
      </p:bgPr>
    </p:bg>
    <p:spTree>
      <p:nvGrpSpPr>
        <p:cNvPr id="4214" name="Shape 4214"/>
        <p:cNvGrpSpPr/>
        <p:nvPr/>
      </p:nvGrpSpPr>
      <p:grpSpPr>
        <a:xfrm>
          <a:off x="0" y="0"/>
          <a:ext cx="0" cy="0"/>
          <a:chOff x="0" y="0"/>
          <a:chExt cx="0" cy="0"/>
        </a:xfrm>
      </p:grpSpPr>
      <p:sp>
        <p:nvSpPr>
          <p:cNvPr id="4215" name="Google Shape;4215;p141"/>
          <p:cNvSpPr/>
          <p:nvPr/>
        </p:nvSpPr>
        <p:spPr>
          <a:xfrm>
            <a:off x="860310"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6" name="Google Shape;4216;p141"/>
          <p:cNvSpPr/>
          <p:nvPr/>
        </p:nvSpPr>
        <p:spPr>
          <a:xfrm>
            <a:off x="7732061"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7" name="Google Shape;4217;p141"/>
          <p:cNvSpPr/>
          <p:nvPr/>
        </p:nvSpPr>
        <p:spPr>
          <a:xfrm>
            <a:off x="4296185"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8" name="Google Shape;4218;p141"/>
          <p:cNvSpPr/>
          <p:nvPr/>
        </p:nvSpPr>
        <p:spPr>
          <a:xfrm>
            <a:off x="11167937"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19" name="Google Shape;4219;p141"/>
          <p:cNvSpPr/>
          <p:nvPr/>
        </p:nvSpPr>
        <p:spPr>
          <a:xfrm>
            <a:off x="14603813" y="4125999"/>
            <a:ext cx="2857500" cy="2857500"/>
          </a:xfrm>
          <a:prstGeom prst="ellipse">
            <a:avLst/>
          </a:prstGeom>
          <a:solidFill>
            <a:srgbClr val="7F8CED"/>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20" name="Google Shape;4220;p141"/>
          <p:cNvSpPr/>
          <p:nvPr>
            <p:ph idx="2" type="pic"/>
          </p:nvPr>
        </p:nvSpPr>
        <p:spPr>
          <a:xfrm>
            <a:off x="859508" y="4125844"/>
            <a:ext cx="2857500" cy="2857500"/>
          </a:xfrm>
          <a:prstGeom prst="ellipse">
            <a:avLst/>
          </a:prstGeom>
          <a:noFill/>
          <a:ln>
            <a:noFill/>
          </a:ln>
        </p:spPr>
      </p:sp>
      <p:sp>
        <p:nvSpPr>
          <p:cNvPr id="4221" name="Google Shape;4221;p141"/>
          <p:cNvSpPr/>
          <p:nvPr>
            <p:ph idx="3" type="pic"/>
          </p:nvPr>
        </p:nvSpPr>
        <p:spPr>
          <a:xfrm>
            <a:off x="4295775" y="4125844"/>
            <a:ext cx="2857500" cy="2857500"/>
          </a:xfrm>
          <a:prstGeom prst="ellipse">
            <a:avLst/>
          </a:prstGeom>
          <a:noFill/>
          <a:ln>
            <a:noFill/>
          </a:ln>
        </p:spPr>
      </p:sp>
      <p:sp>
        <p:nvSpPr>
          <p:cNvPr id="4222" name="Google Shape;4222;p141"/>
          <p:cNvSpPr/>
          <p:nvPr>
            <p:ph idx="4" type="pic"/>
          </p:nvPr>
        </p:nvSpPr>
        <p:spPr>
          <a:xfrm>
            <a:off x="7732395" y="4125844"/>
            <a:ext cx="2857500" cy="2857500"/>
          </a:xfrm>
          <a:prstGeom prst="ellipse">
            <a:avLst/>
          </a:prstGeom>
          <a:noFill/>
          <a:ln>
            <a:noFill/>
          </a:ln>
        </p:spPr>
      </p:sp>
      <p:sp>
        <p:nvSpPr>
          <p:cNvPr id="4223" name="Google Shape;4223;p141"/>
          <p:cNvSpPr/>
          <p:nvPr>
            <p:ph idx="5" type="pic"/>
          </p:nvPr>
        </p:nvSpPr>
        <p:spPr>
          <a:xfrm>
            <a:off x="11168063" y="4125844"/>
            <a:ext cx="2857500" cy="2857500"/>
          </a:xfrm>
          <a:prstGeom prst="ellipse">
            <a:avLst/>
          </a:prstGeom>
          <a:noFill/>
          <a:ln>
            <a:noFill/>
          </a:ln>
        </p:spPr>
      </p:sp>
      <p:sp>
        <p:nvSpPr>
          <p:cNvPr id="4224" name="Google Shape;4224;p141"/>
          <p:cNvSpPr/>
          <p:nvPr>
            <p:ph idx="6" type="pic"/>
          </p:nvPr>
        </p:nvSpPr>
        <p:spPr>
          <a:xfrm>
            <a:off x="14603730" y="4125844"/>
            <a:ext cx="2857500" cy="2857500"/>
          </a:xfrm>
          <a:prstGeom prst="ellipse">
            <a:avLst/>
          </a:prstGeom>
          <a:noFill/>
          <a:ln>
            <a:noFill/>
          </a:ln>
        </p:spPr>
      </p:sp>
      <p:sp>
        <p:nvSpPr>
          <p:cNvPr id="4225" name="Google Shape;4225;p141"/>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26" name="Google Shape;4226;p141"/>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27" name="Google Shape;4227;p141"/>
          <p:cNvSpPr txBox="1"/>
          <p:nvPr>
            <p:ph idx="7" type="body"/>
          </p:nvPr>
        </p:nvSpPr>
        <p:spPr>
          <a:xfrm>
            <a:off x="940117"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8" name="Google Shape;4228;p141"/>
          <p:cNvSpPr txBox="1"/>
          <p:nvPr>
            <p:ph idx="8" type="body"/>
          </p:nvPr>
        </p:nvSpPr>
        <p:spPr>
          <a:xfrm>
            <a:off x="43757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29" name="Google Shape;4229;p141"/>
          <p:cNvSpPr txBox="1"/>
          <p:nvPr>
            <p:ph idx="9" type="body"/>
          </p:nvPr>
        </p:nvSpPr>
        <p:spPr>
          <a:xfrm>
            <a:off x="7795260"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0" name="Google Shape;4230;p141"/>
          <p:cNvSpPr txBox="1"/>
          <p:nvPr>
            <p:ph idx="13" type="body"/>
          </p:nvPr>
        </p:nvSpPr>
        <p:spPr>
          <a:xfrm>
            <a:off x="11248073"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sp>
        <p:nvSpPr>
          <p:cNvPr id="4231" name="Google Shape;4231;p141"/>
          <p:cNvSpPr txBox="1"/>
          <p:nvPr>
            <p:ph idx="14" type="body"/>
          </p:nvPr>
        </p:nvSpPr>
        <p:spPr>
          <a:xfrm>
            <a:off x="14700885" y="7482029"/>
            <a:ext cx="2697600" cy="666900"/>
          </a:xfrm>
          <a:prstGeom prst="rect">
            <a:avLst/>
          </a:prstGeom>
        </p:spPr>
        <p:txBody>
          <a:bodyPr anchorCtr="0" anchor="t" bIns="0" lIns="0" spcFirstLastPara="1" rIns="0" wrap="square" tIns="0">
            <a:noAutofit/>
          </a:bodyPr>
          <a:lstStyle>
            <a:lvl1pPr indent="-393700" lvl="0" marL="457200" algn="ctr">
              <a:spcBef>
                <a:spcPts val="0"/>
              </a:spcBef>
              <a:spcAft>
                <a:spcPts val="0"/>
              </a:spcAft>
              <a:buClr>
                <a:schemeClr val="dk1"/>
              </a:buClr>
              <a:buSzPts val="2600"/>
              <a:buFont typeface="Avant Garde Demi SFDC"/>
              <a:buChar char="●"/>
              <a:defRPr sz="2600">
                <a:solidFill>
                  <a:schemeClr val="dk1"/>
                </a:solidFill>
                <a:latin typeface="Avant Garde Demi SFDC"/>
                <a:ea typeface="Avant Garde Demi SFDC"/>
                <a:cs typeface="Avant Garde Demi SFDC"/>
                <a:sym typeface="Avant Garde Demi SFDC"/>
              </a:defRPr>
            </a:lvl1pPr>
            <a:lvl2pPr indent="-393700" lvl="1" marL="914400" algn="ctr">
              <a:spcBef>
                <a:spcPts val="1800"/>
              </a:spcBef>
              <a:spcAft>
                <a:spcPts val="0"/>
              </a:spcAft>
              <a:buClr>
                <a:schemeClr val="dk1"/>
              </a:buClr>
              <a:buSzPts val="2600"/>
              <a:buFont typeface="Avant Garde Demi SFDC"/>
              <a:buChar char="○"/>
              <a:defRPr>
                <a:solidFill>
                  <a:schemeClr val="dk1"/>
                </a:solidFill>
                <a:latin typeface="Avant Garde Demi SFDC"/>
                <a:ea typeface="Avant Garde Demi SFDC"/>
                <a:cs typeface="Avant Garde Demi SFDC"/>
                <a:sym typeface="Avant Garde Demi SFDC"/>
              </a:defRPr>
            </a:lvl2pPr>
            <a:lvl3pPr indent="-381000" lvl="2" marL="1371600" algn="ctr">
              <a:spcBef>
                <a:spcPts val="1800"/>
              </a:spcBef>
              <a:spcAft>
                <a:spcPts val="0"/>
              </a:spcAft>
              <a:buClr>
                <a:schemeClr val="dk1"/>
              </a:buClr>
              <a:buSzPts val="2400"/>
              <a:buFont typeface="Avant Garde Demi SFDC"/>
              <a:buChar char="■"/>
              <a:defRPr>
                <a:solidFill>
                  <a:schemeClr val="dk1"/>
                </a:solidFill>
                <a:latin typeface="Avant Garde Demi SFDC"/>
                <a:ea typeface="Avant Garde Demi SFDC"/>
                <a:cs typeface="Avant Garde Demi SFDC"/>
                <a:sym typeface="Avant Garde Demi SFDC"/>
              </a:defRPr>
            </a:lvl3pPr>
            <a:lvl4pPr indent="-368300" lvl="3" marL="1828800" algn="ctr">
              <a:spcBef>
                <a:spcPts val="1800"/>
              </a:spcBef>
              <a:spcAft>
                <a:spcPts val="0"/>
              </a:spcAft>
              <a:buClr>
                <a:schemeClr val="dk1"/>
              </a:buClr>
              <a:buSzPts val="2200"/>
              <a:buFont typeface="Avant Garde Demi SFDC"/>
              <a:buChar char="●"/>
              <a:defRPr>
                <a:solidFill>
                  <a:schemeClr val="dk1"/>
                </a:solidFill>
                <a:latin typeface="Avant Garde Demi SFDC"/>
                <a:ea typeface="Avant Garde Demi SFDC"/>
                <a:cs typeface="Avant Garde Demi SFDC"/>
                <a:sym typeface="Avant Garde Demi SFDC"/>
              </a:defRPr>
            </a:lvl4pPr>
            <a:lvl5pPr indent="-355600" lvl="4" marL="2286000" algn="ctr">
              <a:spcBef>
                <a:spcPts val="1800"/>
              </a:spcBef>
              <a:spcAft>
                <a:spcPts val="0"/>
              </a:spcAft>
              <a:buClr>
                <a:schemeClr val="dk1"/>
              </a:buClr>
              <a:buSzPts val="2000"/>
              <a:buFont typeface="Avant Garde Demi SFDC"/>
              <a:buChar char="○"/>
              <a:defRPr>
                <a:solidFill>
                  <a:schemeClr val="dk1"/>
                </a:solidFill>
                <a:latin typeface="Avant Garde Demi SFDC"/>
                <a:ea typeface="Avant Garde Demi SFDC"/>
                <a:cs typeface="Avant Garde Demi SFDC"/>
                <a:sym typeface="Avant Garde Demi SFDC"/>
              </a:defRPr>
            </a:lvl5pPr>
            <a:lvl6pPr indent="-342900" lvl="5" marL="27432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6pPr>
            <a:lvl7pPr indent="-342900" lvl="6" marL="32004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7pPr>
            <a:lvl8pPr indent="-342900" lvl="7" marL="3657600" algn="ctr">
              <a:spcBef>
                <a:spcPts val="1800"/>
              </a:spcBef>
              <a:spcAft>
                <a:spcPts val="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8pPr>
            <a:lvl9pPr indent="-342900" lvl="8" marL="4114800" algn="ctr">
              <a:spcBef>
                <a:spcPts val="1800"/>
              </a:spcBef>
              <a:spcAft>
                <a:spcPts val="1800"/>
              </a:spcAft>
              <a:buClr>
                <a:schemeClr val="dk1"/>
              </a:buClr>
              <a:buSzPts val="1800"/>
              <a:buFont typeface="Avant Garde Demi SFDC"/>
              <a:buChar char="■"/>
              <a:defRPr>
                <a:solidFill>
                  <a:schemeClr val="dk1"/>
                </a:solidFill>
                <a:latin typeface="Avant Garde Demi SFDC"/>
                <a:ea typeface="Avant Garde Demi SFDC"/>
                <a:cs typeface="Avant Garde Demi SFDC"/>
                <a:sym typeface="Avant Garde Demi SFDC"/>
              </a:defRPr>
            </a:lvl9pPr>
          </a:lstStyle>
          <a:p/>
        </p:txBody>
      </p:sp>
      <p:pic>
        <p:nvPicPr>
          <p:cNvPr id="4232" name="Google Shape;4232;p141"/>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descr="Blue_single_sparkle.png" id="4233" name="Google Shape;4233;p141"/>
          <p:cNvPicPr preferRelativeResize="0"/>
          <p:nvPr/>
        </p:nvPicPr>
        <p:blipFill rotWithShape="1">
          <a:blip r:embed="rId3">
            <a:alphaModFix/>
          </a:blip>
          <a:srcRect b="0" l="0" r="0" t="0"/>
          <a:stretch/>
        </p:blipFill>
        <p:spPr>
          <a:xfrm>
            <a:off x="7540703" y="6482252"/>
            <a:ext cx="527290" cy="535279"/>
          </a:xfrm>
          <a:prstGeom prst="rect">
            <a:avLst/>
          </a:prstGeom>
          <a:noFill/>
          <a:ln>
            <a:noFill/>
          </a:ln>
        </p:spPr>
      </p:pic>
      <p:pic>
        <p:nvPicPr>
          <p:cNvPr descr="Blue_single_sparkle.png" id="4234" name="Google Shape;4234;p141"/>
          <p:cNvPicPr preferRelativeResize="0"/>
          <p:nvPr/>
        </p:nvPicPr>
        <p:blipFill rotWithShape="1">
          <a:blip r:embed="rId3">
            <a:alphaModFix/>
          </a:blip>
          <a:srcRect b="0" l="0" r="0" t="0"/>
          <a:stretch/>
        </p:blipFill>
        <p:spPr>
          <a:xfrm rot="-3849399">
            <a:off x="2813764" y="3588851"/>
            <a:ext cx="436697" cy="443304"/>
          </a:xfrm>
          <a:prstGeom prst="rect">
            <a:avLst/>
          </a:prstGeom>
          <a:noFill/>
          <a:ln>
            <a:noFill/>
          </a:ln>
        </p:spPr>
      </p:pic>
      <p:pic>
        <p:nvPicPr>
          <p:cNvPr descr="Blue_single_sparkle.png" id="4235" name="Google Shape;4235;p141"/>
          <p:cNvPicPr preferRelativeResize="0"/>
          <p:nvPr/>
        </p:nvPicPr>
        <p:blipFill rotWithShape="1">
          <a:blip r:embed="rId3">
            <a:alphaModFix/>
          </a:blip>
          <a:srcRect b="0" l="0" r="0" t="0"/>
          <a:stretch/>
        </p:blipFill>
        <p:spPr>
          <a:xfrm>
            <a:off x="3386925" y="4033309"/>
            <a:ext cx="250800" cy="254608"/>
          </a:xfrm>
          <a:prstGeom prst="rect">
            <a:avLst/>
          </a:prstGeom>
          <a:noFill/>
          <a:ln>
            <a:noFill/>
          </a:ln>
        </p:spPr>
      </p:pic>
      <p:pic>
        <p:nvPicPr>
          <p:cNvPr descr="Blue_single_sparkle.png" id="4236" name="Google Shape;4236;p141"/>
          <p:cNvPicPr preferRelativeResize="0"/>
          <p:nvPr/>
        </p:nvPicPr>
        <p:blipFill rotWithShape="1">
          <a:blip r:embed="rId3">
            <a:alphaModFix/>
          </a:blip>
          <a:srcRect b="0" l="0" r="0" t="0"/>
          <a:stretch/>
        </p:blipFill>
        <p:spPr>
          <a:xfrm>
            <a:off x="11475794" y="3841703"/>
            <a:ext cx="291386" cy="295801"/>
          </a:xfrm>
          <a:prstGeom prst="rect">
            <a:avLst/>
          </a:prstGeom>
          <a:noFill/>
          <a:ln>
            <a:noFill/>
          </a:ln>
        </p:spPr>
      </p:pic>
      <p:pic>
        <p:nvPicPr>
          <p:cNvPr descr="Blue_single_sparkle.png" id="4237" name="Google Shape;4237;p141"/>
          <p:cNvPicPr preferRelativeResize="0"/>
          <p:nvPr/>
        </p:nvPicPr>
        <p:blipFill rotWithShape="1">
          <a:blip r:embed="rId3">
            <a:alphaModFix/>
          </a:blip>
          <a:srcRect b="0" l="0" r="0" t="0"/>
          <a:stretch/>
        </p:blipFill>
        <p:spPr>
          <a:xfrm>
            <a:off x="8183724" y="3841703"/>
            <a:ext cx="291386" cy="295801"/>
          </a:xfrm>
          <a:prstGeom prst="rect">
            <a:avLst/>
          </a:prstGeom>
          <a:noFill/>
          <a:ln>
            <a:noFill/>
          </a:ln>
        </p:spPr>
      </p:pic>
      <p:pic>
        <p:nvPicPr>
          <p:cNvPr descr="Blue_single_sparkle.png" id="4238" name="Google Shape;4238;p141"/>
          <p:cNvPicPr preferRelativeResize="0"/>
          <p:nvPr/>
        </p:nvPicPr>
        <p:blipFill rotWithShape="1">
          <a:blip r:embed="rId3">
            <a:alphaModFix/>
          </a:blip>
          <a:srcRect b="0" l="0" r="0" t="0"/>
          <a:stretch/>
        </p:blipFill>
        <p:spPr>
          <a:xfrm>
            <a:off x="713584" y="6674265"/>
            <a:ext cx="291386" cy="295801"/>
          </a:xfrm>
          <a:prstGeom prst="rect">
            <a:avLst/>
          </a:prstGeom>
          <a:noFill/>
          <a:ln>
            <a:noFill/>
          </a:ln>
        </p:spPr>
      </p:pic>
      <p:pic>
        <p:nvPicPr>
          <p:cNvPr descr="Blue_single_sparkle.png" id="4239" name="Google Shape;4239;p141"/>
          <p:cNvPicPr preferRelativeResize="0"/>
          <p:nvPr/>
        </p:nvPicPr>
        <p:blipFill rotWithShape="1">
          <a:blip r:embed="rId3">
            <a:alphaModFix/>
          </a:blip>
          <a:srcRect b="0" l="0" r="0" t="0"/>
          <a:stretch/>
        </p:blipFill>
        <p:spPr>
          <a:xfrm>
            <a:off x="13836451" y="6483819"/>
            <a:ext cx="419625" cy="425992"/>
          </a:xfrm>
          <a:prstGeom prst="rect">
            <a:avLst/>
          </a:prstGeom>
          <a:noFill/>
          <a:ln>
            <a:noFill/>
          </a:ln>
        </p:spPr>
      </p:pic>
      <p:pic>
        <p:nvPicPr>
          <p:cNvPr descr="Blue_single_sparkle.png" id="4240" name="Google Shape;4240;p141"/>
          <p:cNvPicPr preferRelativeResize="0"/>
          <p:nvPr/>
        </p:nvPicPr>
        <p:blipFill rotWithShape="1">
          <a:blip r:embed="rId3">
            <a:alphaModFix/>
          </a:blip>
          <a:srcRect b="0" l="0" r="0" t="0"/>
          <a:stretch/>
        </p:blipFill>
        <p:spPr>
          <a:xfrm>
            <a:off x="4296185" y="6548916"/>
            <a:ext cx="291386" cy="295801"/>
          </a:xfrm>
          <a:prstGeom prst="rect">
            <a:avLst/>
          </a:prstGeom>
          <a:noFill/>
          <a:ln>
            <a:noFill/>
          </a:ln>
        </p:spPr>
      </p:pic>
      <p:pic>
        <p:nvPicPr>
          <p:cNvPr descr="Blue_single_sparkle.png" id="4241" name="Google Shape;4241;p141"/>
          <p:cNvPicPr preferRelativeResize="0"/>
          <p:nvPr/>
        </p:nvPicPr>
        <p:blipFill rotWithShape="1">
          <a:blip r:embed="rId3">
            <a:alphaModFix/>
          </a:blip>
          <a:srcRect b="0" l="0" r="0" t="0"/>
          <a:stretch/>
        </p:blipFill>
        <p:spPr>
          <a:xfrm>
            <a:off x="14573248" y="3952970"/>
            <a:ext cx="419625" cy="425981"/>
          </a:xfrm>
          <a:prstGeom prst="rect">
            <a:avLst/>
          </a:prstGeom>
          <a:noFill/>
          <a:ln>
            <a:noFill/>
          </a:ln>
        </p:spPr>
      </p:pic>
      <p:pic>
        <p:nvPicPr>
          <p:cNvPr descr="Blue_single_sparkle.png" id="4242" name="Google Shape;4242;p141"/>
          <p:cNvPicPr preferRelativeResize="0"/>
          <p:nvPr/>
        </p:nvPicPr>
        <p:blipFill rotWithShape="1">
          <a:blip r:embed="rId3">
            <a:alphaModFix/>
          </a:blip>
          <a:srcRect b="0" l="0" r="0" t="0"/>
          <a:stretch/>
        </p:blipFill>
        <p:spPr>
          <a:xfrm>
            <a:off x="17095544" y="6482241"/>
            <a:ext cx="291386" cy="295801"/>
          </a:xfrm>
          <a:prstGeom prst="rect">
            <a:avLst/>
          </a:prstGeom>
          <a:noFill/>
          <a:ln>
            <a:noFill/>
          </a:ln>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 Speaker 1">
  <p:cSld name="TITLE_1_1_1_1_1_1_1_1_1_1_1_1_1_1_1_1_1_1_1_1_1_1_1_1_1_1_1_1_1_1_1_1_1_1_1_1_1_1_1_1_1_1">
    <p:bg>
      <p:bgPr>
        <a:solidFill>
          <a:schemeClr val="accent6"/>
        </a:solidFill>
      </p:bgPr>
    </p:bg>
    <p:spTree>
      <p:nvGrpSpPr>
        <p:cNvPr id="4243" name="Shape 4243"/>
        <p:cNvGrpSpPr/>
        <p:nvPr/>
      </p:nvGrpSpPr>
      <p:grpSpPr>
        <a:xfrm>
          <a:off x="0" y="0"/>
          <a:ext cx="0" cy="0"/>
          <a:chOff x="0" y="0"/>
          <a:chExt cx="0" cy="0"/>
        </a:xfrm>
      </p:grpSpPr>
      <p:sp>
        <p:nvSpPr>
          <p:cNvPr id="4244" name="Google Shape;4244;p142"/>
          <p:cNvSpPr/>
          <p:nvPr/>
        </p:nvSpPr>
        <p:spPr>
          <a:xfrm>
            <a:off x="6597668" y="1405013"/>
            <a:ext cx="5092800" cy="5092800"/>
          </a:xfrm>
          <a:prstGeom prst="ellipse">
            <a:avLst/>
          </a:prstGeom>
          <a:solidFill>
            <a:srgbClr val="F6BC06"/>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45" name="Google Shape;4245;p142"/>
          <p:cNvSpPr txBox="1"/>
          <p:nvPr>
            <p:ph type="title"/>
          </p:nvPr>
        </p:nvSpPr>
        <p:spPr>
          <a:xfrm>
            <a:off x="1572577" y="7182802"/>
            <a:ext cx="15142800" cy="8058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46" name="Google Shape;4246;p142"/>
          <p:cNvSpPr txBox="1"/>
          <p:nvPr>
            <p:ph idx="1" type="subTitle"/>
          </p:nvPr>
        </p:nvSpPr>
        <p:spPr>
          <a:xfrm>
            <a:off x="5431155" y="8030528"/>
            <a:ext cx="74256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600"/>
              <a:buNone/>
              <a:defRPr sz="3600"/>
            </a:lvl1pPr>
            <a:lvl2pPr lvl="1" algn="ctr">
              <a:spcBef>
                <a:spcPts val="0"/>
              </a:spcBef>
              <a:spcAft>
                <a:spcPts val="0"/>
              </a:spcAft>
              <a:buSzPts val="2600"/>
              <a:buNone/>
              <a:defRPr/>
            </a:lvl2pPr>
            <a:lvl3pPr lvl="2" algn="ctr">
              <a:spcBef>
                <a:spcPts val="1800"/>
              </a:spcBef>
              <a:spcAft>
                <a:spcPts val="0"/>
              </a:spcAft>
              <a:buSzPts val="2400"/>
              <a:buNone/>
              <a:defRPr/>
            </a:lvl3pPr>
            <a:lvl4pPr lvl="3" algn="ctr">
              <a:spcBef>
                <a:spcPts val="1800"/>
              </a:spcBef>
              <a:spcAft>
                <a:spcPts val="0"/>
              </a:spcAft>
              <a:buSzPts val="2200"/>
              <a:buNone/>
              <a:defRPr/>
            </a:lvl4pPr>
            <a:lvl5pPr lvl="4" algn="ctr">
              <a:spcBef>
                <a:spcPts val="1800"/>
              </a:spcBef>
              <a:spcAft>
                <a:spcPts val="0"/>
              </a:spcAft>
              <a:buSzPts val="2000"/>
              <a:buNone/>
              <a:defRPr/>
            </a:lvl5pPr>
            <a:lvl6pPr lvl="5" algn="ctr">
              <a:spcBef>
                <a:spcPts val="1800"/>
              </a:spcBef>
              <a:spcAft>
                <a:spcPts val="0"/>
              </a:spcAft>
              <a:buSzPts val="1800"/>
              <a:buNone/>
              <a:defRPr/>
            </a:lvl6pPr>
            <a:lvl7pPr lvl="6" algn="ctr">
              <a:spcBef>
                <a:spcPts val="1800"/>
              </a:spcBef>
              <a:spcAft>
                <a:spcPts val="0"/>
              </a:spcAft>
              <a:buSzPts val="1800"/>
              <a:buNone/>
              <a:defRPr/>
            </a:lvl7pPr>
            <a:lvl8pPr lvl="7" algn="ctr">
              <a:spcBef>
                <a:spcPts val="1800"/>
              </a:spcBef>
              <a:spcAft>
                <a:spcPts val="0"/>
              </a:spcAft>
              <a:buSzPts val="1800"/>
              <a:buNone/>
              <a:defRPr/>
            </a:lvl8pPr>
            <a:lvl9pPr lvl="8" algn="ctr">
              <a:spcBef>
                <a:spcPts val="1800"/>
              </a:spcBef>
              <a:spcAft>
                <a:spcPts val="1800"/>
              </a:spcAft>
              <a:buSzPts val="1800"/>
              <a:buNone/>
              <a:defRPr/>
            </a:lvl9pPr>
          </a:lstStyle>
          <a:p/>
        </p:txBody>
      </p:sp>
      <p:sp>
        <p:nvSpPr>
          <p:cNvPr id="4247" name="Google Shape;4247;p142"/>
          <p:cNvSpPr/>
          <p:nvPr>
            <p:ph idx="2" type="pic"/>
          </p:nvPr>
        </p:nvSpPr>
        <p:spPr>
          <a:xfrm>
            <a:off x="6597968" y="1404938"/>
            <a:ext cx="5093100" cy="5093100"/>
          </a:xfrm>
          <a:prstGeom prst="ellipse">
            <a:avLst/>
          </a:prstGeom>
          <a:noFill/>
          <a:ln>
            <a:noFill/>
          </a:ln>
        </p:spPr>
      </p:sp>
      <p:pic>
        <p:nvPicPr>
          <p:cNvPr id="4248" name="Google Shape;4248;p142"/>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49" name="Google Shape;4249;p142" title="BE-MVP-Icon-Spark_Redux_V3_RIGHT_cloudBlue.png"/>
          <p:cNvPicPr preferRelativeResize="0"/>
          <p:nvPr/>
        </p:nvPicPr>
        <p:blipFill>
          <a:blip r:embed="rId3">
            <a:alphaModFix/>
          </a:blip>
          <a:stretch>
            <a:fillRect/>
          </a:stretch>
        </p:blipFill>
        <p:spPr>
          <a:xfrm>
            <a:off x="11790778" y="1549857"/>
            <a:ext cx="992943" cy="1059287"/>
          </a:xfrm>
          <a:prstGeom prst="rect">
            <a:avLst/>
          </a:prstGeom>
          <a:noFill/>
          <a:ln>
            <a:noFill/>
          </a:ln>
        </p:spPr>
      </p:pic>
      <p:pic>
        <p:nvPicPr>
          <p:cNvPr id="4250" name="Google Shape;4250;p142" title="BE-MVP-Icon-Spark_Redux_V3_STRAIGHT_cloudBlue.png"/>
          <p:cNvPicPr preferRelativeResize="0"/>
          <p:nvPr/>
        </p:nvPicPr>
        <p:blipFill>
          <a:blip r:embed="rId4">
            <a:alphaModFix/>
          </a:blip>
          <a:stretch>
            <a:fillRect/>
          </a:stretch>
        </p:blipFill>
        <p:spPr>
          <a:xfrm>
            <a:off x="11577700" y="2386300"/>
            <a:ext cx="426150" cy="454600"/>
          </a:xfrm>
          <a:prstGeom prst="rect">
            <a:avLst/>
          </a:prstGeom>
          <a:noFill/>
          <a:ln>
            <a:noFill/>
          </a:ln>
        </p:spPr>
      </p:pic>
      <p:pic>
        <p:nvPicPr>
          <p:cNvPr id="4251" name="Google Shape;4251;p142" title="BE-MVP-Icon-Spark_Redux_V3_RIGHT_cloudBlue.png"/>
          <p:cNvPicPr preferRelativeResize="0"/>
          <p:nvPr/>
        </p:nvPicPr>
        <p:blipFill>
          <a:blip r:embed="rId3">
            <a:alphaModFix/>
          </a:blip>
          <a:stretch>
            <a:fillRect/>
          </a:stretch>
        </p:blipFill>
        <p:spPr>
          <a:xfrm flipH="1">
            <a:off x="5600228" y="5540732"/>
            <a:ext cx="992943" cy="1059287"/>
          </a:xfrm>
          <a:prstGeom prst="rect">
            <a:avLst/>
          </a:prstGeom>
          <a:noFill/>
          <a:ln>
            <a:noFill/>
          </a:ln>
        </p:spPr>
      </p:pic>
      <p:pic>
        <p:nvPicPr>
          <p:cNvPr id="4252" name="Google Shape;4252;p142" title="BE-MVP-Icon-Spark_Redux_V3_STRAIGHT_cloudBlue.png"/>
          <p:cNvPicPr preferRelativeResize="0"/>
          <p:nvPr/>
        </p:nvPicPr>
        <p:blipFill>
          <a:blip r:embed="rId4">
            <a:alphaModFix/>
          </a:blip>
          <a:stretch>
            <a:fillRect/>
          </a:stretch>
        </p:blipFill>
        <p:spPr>
          <a:xfrm>
            <a:off x="6221475" y="5166925"/>
            <a:ext cx="426150" cy="454600"/>
          </a:xfrm>
          <a:prstGeom prst="rect">
            <a:avLst/>
          </a:prstGeom>
          <a:noFill/>
          <a:ln>
            <a:noFill/>
          </a:ln>
        </p:spPr>
      </p:pic>
      <p:pic>
        <p:nvPicPr>
          <p:cNvPr id="4253" name="Google Shape;4253;p142" title="BE-MVP-Icon-Spark_Redux_V3_STRAIGHT_cloudBlue.png"/>
          <p:cNvPicPr preferRelativeResize="0"/>
          <p:nvPr/>
        </p:nvPicPr>
        <p:blipFill>
          <a:blip r:embed="rId4">
            <a:alphaModFix/>
          </a:blip>
          <a:stretch>
            <a:fillRect/>
          </a:stretch>
        </p:blipFill>
        <p:spPr>
          <a:xfrm>
            <a:off x="5431150" y="5583800"/>
            <a:ext cx="242401" cy="258600"/>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 Speaker 2">
  <p:cSld name="TITLE_1_1_1_1_1_1_1_1_1_1_1_1_1_1_1_1_1_1_1_1_1_1_1_1_1_1_1_1_1_1_1_1_1_1_1_1_1_1_1_1_1_1_1">
    <p:bg>
      <p:bgPr>
        <a:solidFill>
          <a:schemeClr val="accent6"/>
        </a:solidFill>
      </p:bgPr>
    </p:bg>
    <p:spTree>
      <p:nvGrpSpPr>
        <p:cNvPr id="4254" name="Shape 4254"/>
        <p:cNvGrpSpPr/>
        <p:nvPr/>
      </p:nvGrpSpPr>
      <p:grpSpPr>
        <a:xfrm>
          <a:off x="0" y="0"/>
          <a:ext cx="0" cy="0"/>
          <a:chOff x="0" y="0"/>
          <a:chExt cx="0" cy="0"/>
        </a:xfrm>
      </p:grpSpPr>
      <p:sp>
        <p:nvSpPr>
          <p:cNvPr id="4255" name="Google Shape;4255;p143"/>
          <p:cNvSpPr/>
          <p:nvPr/>
        </p:nvSpPr>
        <p:spPr>
          <a:xfrm>
            <a:off x="2308285" y="1405013"/>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6" name="Google Shape;4256;p143"/>
          <p:cNvSpPr/>
          <p:nvPr/>
        </p:nvSpPr>
        <p:spPr>
          <a:xfrm>
            <a:off x="10883122" y="1404988"/>
            <a:ext cx="5092800" cy="5092800"/>
          </a:xfrm>
          <a:prstGeom prst="ellipse">
            <a:avLst/>
          </a:prstGeom>
          <a:solidFill>
            <a:srgbClr val="D892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sp>
        <p:nvSpPr>
          <p:cNvPr id="4257" name="Google Shape;4257;p143"/>
          <p:cNvSpPr/>
          <p:nvPr>
            <p:ph idx="2" type="pic"/>
          </p:nvPr>
        </p:nvSpPr>
        <p:spPr>
          <a:xfrm>
            <a:off x="2307907" y="1404938"/>
            <a:ext cx="5093100" cy="5093100"/>
          </a:xfrm>
          <a:prstGeom prst="ellipse">
            <a:avLst/>
          </a:prstGeom>
          <a:noFill/>
          <a:ln>
            <a:noFill/>
          </a:ln>
        </p:spPr>
      </p:sp>
      <p:sp>
        <p:nvSpPr>
          <p:cNvPr id="4258" name="Google Shape;4258;p143"/>
          <p:cNvSpPr/>
          <p:nvPr>
            <p:ph idx="3" type="pic"/>
          </p:nvPr>
        </p:nvSpPr>
        <p:spPr>
          <a:xfrm>
            <a:off x="10883265" y="1404938"/>
            <a:ext cx="5093100" cy="5093100"/>
          </a:xfrm>
          <a:prstGeom prst="ellipse">
            <a:avLst/>
          </a:prstGeom>
          <a:noFill/>
          <a:ln>
            <a:noFill/>
          </a:ln>
        </p:spPr>
      </p:sp>
      <p:sp>
        <p:nvSpPr>
          <p:cNvPr id="4259" name="Google Shape;4259;p143"/>
          <p:cNvSpPr txBox="1"/>
          <p:nvPr>
            <p:ph type="title"/>
          </p:nvPr>
        </p:nvSpPr>
        <p:spPr>
          <a:xfrm>
            <a:off x="671513"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260" name="Google Shape;4260;p143"/>
          <p:cNvSpPr txBox="1"/>
          <p:nvPr>
            <p:ph idx="1" type="subTitle"/>
          </p:nvPr>
        </p:nvSpPr>
        <p:spPr>
          <a:xfrm>
            <a:off x="1687830" y="8301990"/>
            <a:ext cx="6333300" cy="8961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261" name="Google Shape;4261;p143"/>
          <p:cNvSpPr txBox="1"/>
          <p:nvPr>
            <p:ph idx="4" type="title"/>
          </p:nvPr>
        </p:nvSpPr>
        <p:spPr>
          <a:xfrm>
            <a:off x="9246870" y="6835140"/>
            <a:ext cx="8365800" cy="1416300"/>
          </a:xfrm>
          <a:prstGeom prst="rect">
            <a:avLst/>
          </a:prstGeom>
        </p:spPr>
        <p:txBody>
          <a:bodyPr anchorCtr="0" anchor="b" bIns="0" lIns="0" spcFirstLastPara="1" rIns="0" wrap="square" tIns="0">
            <a:noAutofit/>
          </a:bodyPr>
          <a:lstStyle>
            <a:lvl1pPr lvl="0" algn="ctr">
              <a:lnSpc>
                <a:spcPct val="90000"/>
              </a:lnSpc>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4262" name="Google Shape;4262;p143"/>
          <p:cNvSpPr txBox="1"/>
          <p:nvPr>
            <p:ph idx="5" type="subTitle"/>
          </p:nvPr>
        </p:nvSpPr>
        <p:spPr>
          <a:xfrm>
            <a:off x="10263188" y="8301990"/>
            <a:ext cx="6333300" cy="8964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SzPts val="3200"/>
              <a:buNone/>
              <a:defRPr sz="3200"/>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pic>
        <p:nvPicPr>
          <p:cNvPr id="4263" name="Google Shape;4263;p143"/>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264" name="Google Shape;4264;p143" title="BE-MVP-Icon-Spark_Redux_V3_RIGHT_cloudBlue.png"/>
          <p:cNvPicPr preferRelativeResize="0"/>
          <p:nvPr/>
        </p:nvPicPr>
        <p:blipFill>
          <a:blip r:embed="rId3">
            <a:alphaModFix/>
          </a:blip>
          <a:stretch>
            <a:fillRect/>
          </a:stretch>
        </p:blipFill>
        <p:spPr>
          <a:xfrm>
            <a:off x="15009053" y="1151132"/>
            <a:ext cx="992943" cy="1059287"/>
          </a:xfrm>
          <a:prstGeom prst="rect">
            <a:avLst/>
          </a:prstGeom>
          <a:noFill/>
          <a:ln>
            <a:noFill/>
          </a:ln>
        </p:spPr>
      </p:pic>
      <p:pic>
        <p:nvPicPr>
          <p:cNvPr id="4265" name="Google Shape;4265;p143" title="BE-MVP-Icon-Spark_Redux_V3_STRAIGHT_cloudBlue.png"/>
          <p:cNvPicPr preferRelativeResize="0"/>
          <p:nvPr/>
        </p:nvPicPr>
        <p:blipFill>
          <a:blip r:embed="rId4">
            <a:alphaModFix/>
          </a:blip>
          <a:stretch>
            <a:fillRect/>
          </a:stretch>
        </p:blipFill>
        <p:spPr>
          <a:xfrm>
            <a:off x="15975900" y="2080200"/>
            <a:ext cx="426150" cy="454600"/>
          </a:xfrm>
          <a:prstGeom prst="rect">
            <a:avLst/>
          </a:prstGeom>
          <a:noFill/>
          <a:ln>
            <a:noFill/>
          </a:ln>
        </p:spPr>
      </p:pic>
      <p:pic>
        <p:nvPicPr>
          <p:cNvPr id="4266" name="Google Shape;4266;p143" title="BE-MVP-Icon-Spark_Redux_V3_RIGHT_cloudBlue.png"/>
          <p:cNvPicPr preferRelativeResize="0"/>
          <p:nvPr/>
        </p:nvPicPr>
        <p:blipFill>
          <a:blip r:embed="rId3">
            <a:alphaModFix/>
          </a:blip>
          <a:stretch>
            <a:fillRect/>
          </a:stretch>
        </p:blipFill>
        <p:spPr>
          <a:xfrm flipH="1">
            <a:off x="1714500" y="5261475"/>
            <a:ext cx="1285450" cy="1371349"/>
          </a:xfrm>
          <a:prstGeom prst="rect">
            <a:avLst/>
          </a:prstGeom>
          <a:noFill/>
          <a:ln>
            <a:noFill/>
          </a:ln>
        </p:spPr>
      </p:pic>
      <p:pic>
        <p:nvPicPr>
          <p:cNvPr id="4267" name="Google Shape;4267;p143" title="BE-MVP-Icon-Spark_Redux_V3_STRAIGHT_cloudBlue.png"/>
          <p:cNvPicPr preferRelativeResize="0"/>
          <p:nvPr/>
        </p:nvPicPr>
        <p:blipFill>
          <a:blip r:embed="rId4">
            <a:alphaModFix/>
          </a:blip>
          <a:stretch>
            <a:fillRect/>
          </a:stretch>
        </p:blipFill>
        <p:spPr>
          <a:xfrm>
            <a:off x="1560850" y="5209475"/>
            <a:ext cx="242401" cy="258600"/>
          </a:xfrm>
          <a:prstGeom prst="rect">
            <a:avLst/>
          </a:prstGeom>
          <a:noFill/>
          <a:ln>
            <a:noFill/>
          </a:ln>
        </p:spPr>
      </p:pic>
      <p:pic>
        <p:nvPicPr>
          <p:cNvPr id="4268" name="Google Shape;4268;p143" title="BE-MVP-Icon-Spark_Redux_V3_STRAIGHT_cloudBlue.png"/>
          <p:cNvPicPr preferRelativeResize="0"/>
          <p:nvPr/>
        </p:nvPicPr>
        <p:blipFill>
          <a:blip r:embed="rId4">
            <a:alphaModFix/>
          </a:blip>
          <a:stretch>
            <a:fillRect/>
          </a:stretch>
        </p:blipFill>
        <p:spPr>
          <a:xfrm>
            <a:off x="1227488" y="5838600"/>
            <a:ext cx="487012" cy="519525"/>
          </a:xfrm>
          <a:prstGeom prst="rect">
            <a:avLst/>
          </a:prstGeom>
          <a:noFill/>
          <a:ln>
            <a:noFill/>
          </a:ln>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6 Agenda">
  <p:cSld name="TITLE_1_1_1_1_1_1_1_1_1_1_1_1_1_1_1_1_1_1_1_1_1_1_1_1_1_1_1_1_1_1_1_1_1_1_1_1_1_1_1_1_1_1_1_1">
    <p:bg>
      <p:bgPr>
        <a:solidFill>
          <a:schemeClr val="accent6"/>
        </a:solidFill>
      </p:bgPr>
    </p:bg>
    <p:spTree>
      <p:nvGrpSpPr>
        <p:cNvPr id="4269" name="Shape 4269"/>
        <p:cNvGrpSpPr/>
        <p:nvPr/>
      </p:nvGrpSpPr>
      <p:grpSpPr>
        <a:xfrm>
          <a:off x="0" y="0"/>
          <a:ext cx="0" cy="0"/>
          <a:chOff x="0" y="0"/>
          <a:chExt cx="0" cy="0"/>
        </a:xfrm>
      </p:grpSpPr>
      <p:sp>
        <p:nvSpPr>
          <p:cNvPr id="4270" name="Google Shape;4270;p144"/>
          <p:cNvSpPr/>
          <p:nvPr/>
        </p:nvSpPr>
        <p:spPr>
          <a:xfrm>
            <a:off x="576133" y="576418"/>
            <a:ext cx="6445008" cy="9134154"/>
          </a:xfrm>
          <a:custGeom>
            <a:rect b="b" l="l" r="r" t="t"/>
            <a:pathLst>
              <a:path extrusionOk="0" h="21600" w="21600">
                <a:moveTo>
                  <a:pt x="0" y="635"/>
                </a:moveTo>
                <a:cubicBezTo>
                  <a:pt x="0" y="460"/>
                  <a:pt x="101" y="301"/>
                  <a:pt x="264" y="186"/>
                </a:cubicBezTo>
                <a:cubicBezTo>
                  <a:pt x="427" y="71"/>
                  <a:pt x="652" y="0"/>
                  <a:pt x="900" y="0"/>
                </a:cubicBezTo>
                <a:lnTo>
                  <a:pt x="20700" y="0"/>
                </a:lnTo>
                <a:cubicBezTo>
                  <a:pt x="20948" y="0"/>
                  <a:pt x="21173" y="71"/>
                  <a:pt x="21336" y="186"/>
                </a:cubicBezTo>
                <a:cubicBezTo>
                  <a:pt x="21499" y="301"/>
                  <a:pt x="21600" y="460"/>
                  <a:pt x="21600" y="635"/>
                </a:cubicBezTo>
                <a:lnTo>
                  <a:pt x="21600" y="671"/>
                </a:lnTo>
                <a:cubicBezTo>
                  <a:pt x="21600" y="773"/>
                  <a:pt x="21565" y="874"/>
                  <a:pt x="21499" y="965"/>
                </a:cubicBezTo>
                <a:cubicBezTo>
                  <a:pt x="19357" y="3915"/>
                  <a:pt x="18149" y="7258"/>
                  <a:pt x="18149" y="10800"/>
                </a:cubicBezTo>
                <a:cubicBezTo>
                  <a:pt x="18149" y="14342"/>
                  <a:pt x="19357" y="17685"/>
                  <a:pt x="21499" y="20635"/>
                </a:cubicBezTo>
                <a:cubicBezTo>
                  <a:pt x="21565" y="20726"/>
                  <a:pt x="21600" y="20827"/>
                  <a:pt x="21600" y="20929"/>
                </a:cubicBezTo>
                <a:lnTo>
                  <a:pt x="21600" y="20965"/>
                </a:lnTo>
                <a:cubicBezTo>
                  <a:pt x="21600" y="21140"/>
                  <a:pt x="21499" y="21299"/>
                  <a:pt x="21336" y="21414"/>
                </a:cubicBezTo>
                <a:cubicBezTo>
                  <a:pt x="21173" y="21529"/>
                  <a:pt x="20948" y="21600"/>
                  <a:pt x="20700" y="21600"/>
                </a:cubicBezTo>
                <a:lnTo>
                  <a:pt x="900" y="21600"/>
                </a:lnTo>
                <a:cubicBezTo>
                  <a:pt x="652" y="21600"/>
                  <a:pt x="427" y="21529"/>
                  <a:pt x="264" y="21414"/>
                </a:cubicBezTo>
                <a:cubicBezTo>
                  <a:pt x="101"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4271" name="Google Shape;4271;p144"/>
          <p:cNvPicPr preferRelativeResize="0"/>
          <p:nvPr/>
        </p:nvPicPr>
        <p:blipFill>
          <a:blip r:embed="rId2">
            <a:alphaModFix/>
          </a:blip>
          <a:stretch>
            <a:fillRect/>
          </a:stretch>
        </p:blipFill>
        <p:spPr>
          <a:xfrm>
            <a:off x="868675" y="848191"/>
            <a:ext cx="953599" cy="667523"/>
          </a:xfrm>
          <a:prstGeom prst="rect">
            <a:avLst/>
          </a:prstGeom>
          <a:noFill/>
          <a:ln>
            <a:noFill/>
          </a:ln>
        </p:spPr>
      </p:pic>
      <p:pic>
        <p:nvPicPr>
          <p:cNvPr id="4272" name="Google Shape;4272;p144" title="BE-MVP-Icon-Spark_Redux_V3_STRAIGHT_yellow.png"/>
          <p:cNvPicPr preferRelativeResize="0"/>
          <p:nvPr/>
        </p:nvPicPr>
        <p:blipFill rotWithShape="1">
          <a:blip r:embed="rId3">
            <a:alphaModFix/>
          </a:blip>
          <a:srcRect b="2553" l="0" r="0" t="2553"/>
          <a:stretch/>
        </p:blipFill>
        <p:spPr>
          <a:xfrm rot="498579">
            <a:off x="6165062" y="339421"/>
            <a:ext cx="598900" cy="606563"/>
          </a:xfrm>
          <a:prstGeom prst="rect">
            <a:avLst/>
          </a:prstGeom>
          <a:noFill/>
          <a:ln>
            <a:noFill/>
          </a:ln>
        </p:spPr>
      </p:pic>
      <p:pic>
        <p:nvPicPr>
          <p:cNvPr id="4273" name="Google Shape;4273;p144" title="BE-MVP-Icon-Spark_Redux_V3_LEFT_yellow.png"/>
          <p:cNvPicPr preferRelativeResize="0"/>
          <p:nvPr/>
        </p:nvPicPr>
        <p:blipFill rotWithShape="1">
          <a:blip r:embed="rId4">
            <a:alphaModFix/>
          </a:blip>
          <a:srcRect b="2616" l="0" r="0" t="2606"/>
          <a:stretch/>
        </p:blipFill>
        <p:spPr>
          <a:xfrm>
            <a:off x="6466012" y="1085550"/>
            <a:ext cx="252400" cy="255327"/>
          </a:xfrm>
          <a:prstGeom prst="rect">
            <a:avLst/>
          </a:prstGeom>
          <a:noFill/>
          <a:ln>
            <a:noFill/>
          </a:ln>
        </p:spPr>
      </p:pic>
      <p:sp>
        <p:nvSpPr>
          <p:cNvPr id="4274" name="Google Shape;4274;p144"/>
          <p:cNvSpPr txBox="1"/>
          <p:nvPr>
            <p:ph type="title"/>
          </p:nvPr>
        </p:nvSpPr>
        <p:spPr>
          <a:xfrm>
            <a:off x="868680" y="3581400"/>
            <a:ext cx="4692900" cy="3123300"/>
          </a:xfrm>
          <a:prstGeom prst="rect">
            <a:avLst/>
          </a:prstGeom>
        </p:spPr>
        <p:txBody>
          <a:bodyPr anchorCtr="0" anchor="ctr" bIns="0" lIns="0" spcFirstLastPara="1" rIns="0" wrap="square" tIns="0">
            <a:noAutofit/>
          </a:bodyPr>
          <a:lstStyle>
            <a:lvl1pPr lvl="0">
              <a:lnSpc>
                <a:spcPct val="90000"/>
              </a:lnSpc>
              <a:spcBef>
                <a:spcPts val="0"/>
              </a:spcBef>
              <a:spcAft>
                <a:spcPts val="0"/>
              </a:spcAft>
              <a:buClr>
                <a:srgbClr val="0250D9"/>
              </a:buClr>
              <a:buSzPts val="7000"/>
              <a:buNone/>
              <a:defRPr sz="7000">
                <a:solidFill>
                  <a:srgbClr val="0250D9"/>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pic>
        <p:nvPicPr>
          <p:cNvPr id="4275" name="Google Shape;4275;p144" title="BE-MVP-Icon-Spark_Redux_V3_RIGHT_yellow.png"/>
          <p:cNvPicPr preferRelativeResize="0"/>
          <p:nvPr/>
        </p:nvPicPr>
        <p:blipFill rotWithShape="1">
          <a:blip r:embed="rId5">
            <a:alphaModFix/>
          </a:blip>
          <a:srcRect b="8324" l="17671" r="9187" t="12399"/>
          <a:stretch/>
        </p:blipFill>
        <p:spPr>
          <a:xfrm rot="-6">
            <a:off x="0" y="7905755"/>
            <a:ext cx="1251175" cy="1447471"/>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 Thank you 2">
  <p:cSld name="TITLE_1_1_1_1_1_1_1_1_1_1_1_1_1_1_1_1_1_1_1_1_1_1_1_1_1_1_1_1_1_1_1_1_1_1_1_1_1_1_1_1_1_1_1_1_1">
    <p:bg>
      <p:bgPr>
        <a:solidFill>
          <a:schemeClr val="accent5"/>
        </a:solidFill>
      </p:bgPr>
    </p:bg>
    <p:spTree>
      <p:nvGrpSpPr>
        <p:cNvPr id="4276" name="Shape 4276"/>
        <p:cNvGrpSpPr/>
        <p:nvPr/>
      </p:nvGrpSpPr>
      <p:grpSpPr>
        <a:xfrm>
          <a:off x="0" y="0"/>
          <a:ext cx="0" cy="0"/>
          <a:chOff x="0" y="0"/>
          <a:chExt cx="0" cy="0"/>
        </a:xfrm>
      </p:grpSpPr>
      <p:pic>
        <p:nvPicPr>
          <p:cNvPr id="4277" name="Google Shape;4277;p145"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278" name="Google Shape;4278;p145"/>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pic>
        <p:nvPicPr>
          <p:cNvPr id="4279" name="Google Shape;4279;p145" title="BE-MVP-Icon-Spark_Redux_V3_STRAIGHT_yellow.png"/>
          <p:cNvPicPr preferRelativeResize="0"/>
          <p:nvPr/>
        </p:nvPicPr>
        <p:blipFill rotWithShape="1">
          <a:blip r:embed="rId3">
            <a:alphaModFix/>
          </a:blip>
          <a:srcRect b="2562" l="0" r="0" t="2562"/>
          <a:stretch/>
        </p:blipFill>
        <p:spPr>
          <a:xfrm>
            <a:off x="4827208" y="4659274"/>
            <a:ext cx="800070" cy="810305"/>
          </a:xfrm>
          <a:prstGeom prst="rect">
            <a:avLst/>
          </a:prstGeom>
          <a:noFill/>
          <a:ln>
            <a:noFill/>
          </a:ln>
        </p:spPr>
      </p:pic>
      <p:pic>
        <p:nvPicPr>
          <p:cNvPr id="4280" name="Google Shape;4280;p145" title="BE-MVP-Icon-Spark_Redux_V3_STRAIGHT_yellow.png"/>
          <p:cNvPicPr preferRelativeResize="0"/>
          <p:nvPr/>
        </p:nvPicPr>
        <p:blipFill rotWithShape="1">
          <a:blip r:embed="rId3">
            <a:alphaModFix/>
          </a:blip>
          <a:srcRect b="2562" l="0" r="0" t="2562"/>
          <a:stretch/>
        </p:blipFill>
        <p:spPr>
          <a:xfrm>
            <a:off x="4576047" y="5455670"/>
            <a:ext cx="448162" cy="453899"/>
          </a:xfrm>
          <a:prstGeom prst="rect">
            <a:avLst/>
          </a:prstGeom>
          <a:noFill/>
          <a:ln>
            <a:noFill/>
          </a:ln>
        </p:spPr>
      </p:pic>
      <p:pic>
        <p:nvPicPr>
          <p:cNvPr descr="HDD_ATH_SALESFORCE_ICON_AGENTFORCE_V3_R2 3.png" id="4281" name="Google Shape;4281;p145"/>
          <p:cNvPicPr preferRelativeResize="0"/>
          <p:nvPr/>
        </p:nvPicPr>
        <p:blipFill rotWithShape="1">
          <a:blip r:embed="rId4">
            <a:alphaModFix/>
          </a:blip>
          <a:srcRect b="0" l="0" r="0" t="0"/>
          <a:stretch/>
        </p:blipFill>
        <p:spPr>
          <a:xfrm flipH="1" rot="-2704027">
            <a:off x="5136872" y="5108231"/>
            <a:ext cx="1776925" cy="1763070"/>
          </a:xfrm>
          <a:prstGeom prst="rect">
            <a:avLst/>
          </a:prstGeom>
          <a:noFill/>
          <a:ln>
            <a:noFill/>
          </a:ln>
        </p:spPr>
      </p:pic>
      <p:pic>
        <p:nvPicPr>
          <p:cNvPr id="4282" name="Google Shape;4282;p145" title="shadow-1.png"/>
          <p:cNvPicPr preferRelativeResize="0"/>
          <p:nvPr/>
        </p:nvPicPr>
        <p:blipFill>
          <a:blip r:embed="rId5">
            <a:alphaModFix/>
          </a:blip>
          <a:stretch>
            <a:fillRect/>
          </a:stretch>
        </p:blipFill>
        <p:spPr>
          <a:xfrm>
            <a:off x="11768803" y="7856964"/>
            <a:ext cx="3771448" cy="548775"/>
          </a:xfrm>
          <a:prstGeom prst="rect">
            <a:avLst/>
          </a:prstGeom>
          <a:noFill/>
          <a:ln>
            <a:noFill/>
          </a:ln>
        </p:spPr>
      </p:pic>
      <p:sp>
        <p:nvSpPr>
          <p:cNvPr id="4283" name="Google Shape;4283;p145"/>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284" name="Google Shape;4284;p145"/>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285" name="Google Shape;4285;p145"/>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grpSp>
        <p:nvGrpSpPr>
          <p:cNvPr id="4286" name="Google Shape;4286;p145"/>
          <p:cNvGrpSpPr/>
          <p:nvPr/>
        </p:nvGrpSpPr>
        <p:grpSpPr>
          <a:xfrm>
            <a:off x="12042648" y="4220617"/>
            <a:ext cx="2453368" cy="3995925"/>
            <a:chOff x="13642848" y="3675888"/>
            <a:chExt cx="3164003" cy="5146072"/>
          </a:xfrm>
        </p:grpSpPr>
        <p:pic>
          <p:nvPicPr>
            <p:cNvPr id="4287" name="Google Shape;4287;p145" title="Astro_trailblazer.png"/>
            <p:cNvPicPr preferRelativeResize="0"/>
            <p:nvPr/>
          </p:nvPicPr>
          <p:blipFill>
            <a:blip r:embed="rId6">
              <a:alphaModFix/>
            </a:blip>
            <a:stretch>
              <a:fillRect/>
            </a:stretch>
          </p:blipFill>
          <p:spPr>
            <a:xfrm>
              <a:off x="13642848" y="3675888"/>
              <a:ext cx="3163999" cy="5146072"/>
            </a:xfrm>
            <a:prstGeom prst="rect">
              <a:avLst/>
            </a:prstGeom>
            <a:noFill/>
            <a:ln>
              <a:noFill/>
            </a:ln>
          </p:spPr>
        </p:pic>
        <p:pic>
          <p:nvPicPr>
            <p:cNvPr descr="Group" id="4288" name="Google Shape;4288;p145"/>
            <p:cNvPicPr preferRelativeResize="0"/>
            <p:nvPr/>
          </p:nvPicPr>
          <p:blipFill rotWithShape="1">
            <a:blip r:embed="rId7">
              <a:alphaModFix/>
            </a:blip>
            <a:srcRect b="0" l="0" r="0" t="0"/>
            <a:stretch/>
          </p:blipFill>
          <p:spPr>
            <a:xfrm>
              <a:off x="13740739" y="6261646"/>
              <a:ext cx="2630294" cy="1841599"/>
            </a:xfrm>
            <a:prstGeom prst="rect">
              <a:avLst/>
            </a:prstGeom>
            <a:noFill/>
            <a:ln>
              <a:noFill/>
            </a:ln>
          </p:spPr>
        </p:pic>
        <p:pic>
          <p:nvPicPr>
            <p:cNvPr id="4289" name="Google Shape;4289;p145" title="Astro_trailblazer_hand.png"/>
            <p:cNvPicPr preferRelativeResize="0"/>
            <p:nvPr/>
          </p:nvPicPr>
          <p:blipFill rotWithShape="1">
            <a:blip r:embed="rId8">
              <a:alphaModFix/>
            </a:blip>
            <a:srcRect b="32105" l="0" r="0" t="32108"/>
            <a:stretch/>
          </p:blipFill>
          <p:spPr>
            <a:xfrm>
              <a:off x="13642850" y="5328124"/>
              <a:ext cx="3164001" cy="1841600"/>
            </a:xfrm>
            <a:prstGeom prst="rect">
              <a:avLst/>
            </a:prstGeom>
            <a:noFill/>
            <a:ln>
              <a:noFill/>
            </a:ln>
          </p:spPr>
        </p:pic>
      </p:grpSp>
      <p:pic>
        <p:nvPicPr>
          <p:cNvPr id="4290" name="Google Shape;4290;p145"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1" name="Google Shape;4291;p145"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1">
  <p:cSld name="TITLE_1_1_1_1_1_1_1_1_1_1_1_1_1_1_1_1_1_1_1_1_1_1_1_1_1_1_1_1_1_1_1_1_1_1_1_1_1_1_1_1_1_1_1_1_1_1">
    <p:bg>
      <p:bgPr>
        <a:solidFill>
          <a:schemeClr val="accent5"/>
        </a:solidFill>
      </p:bgPr>
    </p:bg>
    <p:spTree>
      <p:nvGrpSpPr>
        <p:cNvPr id="4292" name="Shape 4292"/>
        <p:cNvGrpSpPr/>
        <p:nvPr/>
      </p:nvGrpSpPr>
      <p:grpSpPr>
        <a:xfrm>
          <a:off x="0" y="0"/>
          <a:ext cx="0" cy="0"/>
          <a:chOff x="0" y="0"/>
          <a:chExt cx="0" cy="0"/>
        </a:xfrm>
      </p:grpSpPr>
      <p:pic>
        <p:nvPicPr>
          <p:cNvPr id="4293" name="Google Shape;4293;p146"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294" name="Google Shape;4294;p146"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295" name="Google Shape;4295;p146" title="BE-MVP-Icon-Spark_Redux_V3_STRAIGHT_yellow.png"/>
          <p:cNvPicPr preferRelativeResize="0"/>
          <p:nvPr/>
        </p:nvPicPr>
        <p:blipFill rotWithShape="1">
          <a:blip r:embed="rId3">
            <a:alphaModFix/>
          </a:blip>
          <a:srcRect b="2562" l="0" r="0" t="2562"/>
          <a:stretch/>
        </p:blipFill>
        <p:spPr>
          <a:xfrm>
            <a:off x="12701663" y="2881030"/>
            <a:ext cx="265072" cy="268468"/>
          </a:xfrm>
          <a:prstGeom prst="rect">
            <a:avLst/>
          </a:prstGeom>
          <a:noFill/>
          <a:ln>
            <a:noFill/>
          </a:ln>
        </p:spPr>
      </p:pic>
      <p:pic>
        <p:nvPicPr>
          <p:cNvPr id="4296" name="Google Shape;4296;p146" title="BE-MVP-Icon-Spark_Redux_V3_STRAIGHT_yellow.png"/>
          <p:cNvPicPr preferRelativeResize="0"/>
          <p:nvPr/>
        </p:nvPicPr>
        <p:blipFill rotWithShape="1">
          <a:blip r:embed="rId3">
            <a:alphaModFix/>
          </a:blip>
          <a:srcRect b="2562" l="0" r="0" t="2562"/>
          <a:stretch/>
        </p:blipFill>
        <p:spPr>
          <a:xfrm>
            <a:off x="5392021" y="5427419"/>
            <a:ext cx="800070" cy="810305"/>
          </a:xfrm>
          <a:prstGeom prst="rect">
            <a:avLst/>
          </a:prstGeom>
          <a:noFill/>
          <a:ln>
            <a:noFill/>
          </a:ln>
        </p:spPr>
      </p:pic>
      <p:pic>
        <p:nvPicPr>
          <p:cNvPr id="4297" name="Google Shape;4297;p146" title="BE-MVP-Icon-Spark_Redux_V3_STRAIGHT_yellow.png"/>
          <p:cNvPicPr preferRelativeResize="0"/>
          <p:nvPr/>
        </p:nvPicPr>
        <p:blipFill rotWithShape="1">
          <a:blip r:embed="rId3">
            <a:alphaModFix/>
          </a:blip>
          <a:srcRect b="2562" l="0" r="0" t="2562"/>
          <a:stretch/>
        </p:blipFill>
        <p:spPr>
          <a:xfrm>
            <a:off x="4395307" y="5026412"/>
            <a:ext cx="448164" cy="453897"/>
          </a:xfrm>
          <a:prstGeom prst="rect">
            <a:avLst/>
          </a:prstGeom>
          <a:noFill/>
          <a:ln>
            <a:noFill/>
          </a:ln>
        </p:spPr>
      </p:pic>
      <p:pic>
        <p:nvPicPr>
          <p:cNvPr descr="pasted-movie.png" id="4298" name="Google Shape;4298;p146"/>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299" name="Google Shape;4299;p146"/>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00" name="Google Shape;4300;p146"/>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01" name="Google Shape;4301;p146"/>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02" name="Google Shape;4302;p146"/>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6">
  <p:cSld name="TITLE_1_1_1_1_1_1_1_1_1_1_1_1_1_1_1_1_1_1_1_1_1_1_1_1_1_1_1_1_1_1_1_1_1_1_1_1_1_1_1_1_1_1_1_1_1_1_1">
    <p:bg>
      <p:bgPr>
        <a:solidFill>
          <a:schemeClr val="accent5"/>
        </a:solidFill>
      </p:bgPr>
    </p:bg>
    <p:spTree>
      <p:nvGrpSpPr>
        <p:cNvPr id="4303" name="Shape 4303"/>
        <p:cNvGrpSpPr/>
        <p:nvPr/>
      </p:nvGrpSpPr>
      <p:grpSpPr>
        <a:xfrm>
          <a:off x="0" y="0"/>
          <a:ext cx="0" cy="0"/>
          <a:chOff x="0" y="0"/>
          <a:chExt cx="0" cy="0"/>
        </a:xfrm>
      </p:grpSpPr>
      <p:pic>
        <p:nvPicPr>
          <p:cNvPr id="4304" name="Google Shape;4304;p14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05" name="Google Shape;4305;p147"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06" name="Google Shape;4306;p147"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07" name="Google Shape;4307;p147" title="BE-MVP-Icon-Spark_Redux_V3_STRAIGHT_yellow.png"/>
          <p:cNvPicPr preferRelativeResize="0"/>
          <p:nvPr/>
        </p:nvPicPr>
        <p:blipFill rotWithShape="1">
          <a:blip r:embed="rId3">
            <a:alphaModFix/>
          </a:blip>
          <a:srcRect b="2562" l="0" r="0" t="2562"/>
          <a:stretch/>
        </p:blipFill>
        <p:spPr>
          <a:xfrm>
            <a:off x="4654833" y="4738344"/>
            <a:ext cx="800070" cy="810305"/>
          </a:xfrm>
          <a:prstGeom prst="rect">
            <a:avLst/>
          </a:prstGeom>
          <a:noFill/>
          <a:ln>
            <a:noFill/>
          </a:ln>
        </p:spPr>
      </p:pic>
      <p:pic>
        <p:nvPicPr>
          <p:cNvPr id="4308" name="Google Shape;4308;p147" title="BE-MVP-Icon-Spark_Redux_V3_STRAIGHT_yellow.png"/>
          <p:cNvPicPr preferRelativeResize="0"/>
          <p:nvPr/>
        </p:nvPicPr>
        <p:blipFill rotWithShape="1">
          <a:blip r:embed="rId3">
            <a:alphaModFix/>
          </a:blip>
          <a:srcRect b="2562" l="0" r="0" t="2562"/>
          <a:stretch/>
        </p:blipFill>
        <p:spPr>
          <a:xfrm>
            <a:off x="4123832" y="4093512"/>
            <a:ext cx="448164" cy="453897"/>
          </a:xfrm>
          <a:prstGeom prst="rect">
            <a:avLst/>
          </a:prstGeom>
          <a:noFill/>
          <a:ln>
            <a:noFill/>
          </a:ln>
        </p:spPr>
      </p:pic>
      <p:pic>
        <p:nvPicPr>
          <p:cNvPr descr="pasted-movie.png" id="4309" name="Google Shape;4309;p147"/>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10" name="Google Shape;4310;p147"/>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11" name="Google Shape;4311;p147"/>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12" name="Google Shape;4312;p147"/>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13" name="Google Shape;4313;p147"/>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14" name="Google Shape;4314;p147"/>
          <p:cNvSpPr/>
          <p:nvPr>
            <p:ph idx="2" type="pic"/>
          </p:nvPr>
        </p:nvSpPr>
        <p:spPr>
          <a:xfrm>
            <a:off x="2222075" y="1016000"/>
            <a:ext cx="2718000" cy="2718000"/>
          </a:xfrm>
          <a:prstGeom prst="ellipse">
            <a:avLst/>
          </a:prstGeom>
          <a:noFill/>
          <a:ln>
            <a:noFill/>
          </a:ln>
        </p:spPr>
      </p:sp>
      <p:sp>
        <p:nvSpPr>
          <p:cNvPr id="4315" name="Google Shape;4315;p147"/>
          <p:cNvSpPr/>
          <p:nvPr>
            <p:ph idx="3" type="pic"/>
          </p:nvPr>
        </p:nvSpPr>
        <p:spPr>
          <a:xfrm>
            <a:off x="857250" y="4628350"/>
            <a:ext cx="3400500" cy="3400500"/>
          </a:xfrm>
          <a:prstGeom prst="ellipse">
            <a:avLst/>
          </a:prstGeom>
          <a:noFill/>
          <a:ln>
            <a:noFill/>
          </a:ln>
        </p:spPr>
      </p:sp>
      <p:sp>
        <p:nvSpPr>
          <p:cNvPr id="4316" name="Google Shape;4316;p147"/>
          <p:cNvSpPr/>
          <p:nvPr>
            <p:ph idx="4" type="pic"/>
          </p:nvPr>
        </p:nvSpPr>
        <p:spPr>
          <a:xfrm>
            <a:off x="12073150" y="5902675"/>
            <a:ext cx="3575100" cy="3575100"/>
          </a:xfrm>
          <a:prstGeom prst="ellipse">
            <a:avLst/>
          </a:prstGeom>
          <a:noFill/>
          <a:ln>
            <a:noFill/>
          </a:ln>
        </p:spPr>
      </p:sp>
      <p:sp>
        <p:nvSpPr>
          <p:cNvPr id="4317" name="Google Shape;4317;p147"/>
          <p:cNvSpPr/>
          <p:nvPr>
            <p:ph idx="5" type="pic"/>
          </p:nvPr>
        </p:nvSpPr>
        <p:spPr>
          <a:xfrm>
            <a:off x="14272550" y="2881025"/>
            <a:ext cx="2718000" cy="2718000"/>
          </a:xfrm>
          <a:prstGeom prst="ellipse">
            <a:avLst/>
          </a:prstGeom>
          <a:noFill/>
          <a:ln>
            <a:noFill/>
          </a:ln>
        </p:spPr>
      </p:sp>
      <p:sp>
        <p:nvSpPr>
          <p:cNvPr id="4318" name="Google Shape;4318;p147"/>
          <p:cNvSpPr/>
          <p:nvPr>
            <p:ph idx="6" type="pic"/>
          </p:nvPr>
        </p:nvSpPr>
        <p:spPr>
          <a:xfrm>
            <a:off x="13662425" y="1015988"/>
            <a:ext cx="1360500" cy="1360500"/>
          </a:xfrm>
          <a:prstGeom prst="ellipse">
            <a:avLst/>
          </a:prstGeom>
          <a:noFill/>
          <a:ln>
            <a:noFill/>
          </a:ln>
        </p:spPr>
      </p:sp>
      <p:sp>
        <p:nvSpPr>
          <p:cNvPr id="4319" name="Google Shape;4319;p147"/>
          <p:cNvSpPr/>
          <p:nvPr>
            <p:ph idx="7" type="pic"/>
          </p:nvPr>
        </p:nvSpPr>
        <p:spPr>
          <a:xfrm>
            <a:off x="4395300" y="7499875"/>
            <a:ext cx="1977900" cy="1977900"/>
          </a:xfrm>
          <a:prstGeom prst="ellipse">
            <a:avLst/>
          </a:prstGeom>
          <a:noFill/>
          <a:ln>
            <a:noFill/>
          </a:ln>
        </p:spPr>
      </p:sp>
      <p:pic>
        <p:nvPicPr>
          <p:cNvPr id="4320" name="Google Shape;4320;p147" title="BE-MVP-Icon-Spark_Redux_V3_STRAIGHT_yellow.png"/>
          <p:cNvPicPr preferRelativeResize="0"/>
          <p:nvPr/>
        </p:nvPicPr>
        <p:blipFill rotWithShape="1">
          <a:blip r:embed="rId3">
            <a:alphaModFix/>
          </a:blip>
          <a:srcRect b="2562" l="0" r="0" t="2562"/>
          <a:stretch/>
        </p:blipFill>
        <p:spPr>
          <a:xfrm>
            <a:off x="1490419" y="1221962"/>
            <a:ext cx="448164" cy="453897"/>
          </a:xfrm>
          <a:prstGeom prst="rect">
            <a:avLst/>
          </a:prstGeom>
          <a:noFill/>
          <a:ln>
            <a:noFill/>
          </a:ln>
        </p:spPr>
      </p:pic>
      <p:pic>
        <p:nvPicPr>
          <p:cNvPr id="4321" name="Google Shape;4321;p147" title="BE-MVP-Icon-Spark_Redux_V3_STRAIGHT_yellow.png"/>
          <p:cNvPicPr preferRelativeResize="0"/>
          <p:nvPr/>
        </p:nvPicPr>
        <p:blipFill rotWithShape="1">
          <a:blip r:embed="rId3">
            <a:alphaModFix/>
          </a:blip>
          <a:srcRect b="2562" l="0" r="0" t="2562"/>
          <a:stretch/>
        </p:blipFill>
        <p:spPr>
          <a:xfrm>
            <a:off x="16043796" y="8358332"/>
            <a:ext cx="800070" cy="810305"/>
          </a:xfrm>
          <a:prstGeom prst="rect">
            <a:avLst/>
          </a:prstGeom>
          <a:noFill/>
          <a:ln>
            <a:noFill/>
          </a:ln>
        </p:spPr>
      </p:pic>
      <p:pic>
        <p:nvPicPr>
          <p:cNvPr id="4322" name="Google Shape;4322;p147" title="BE-MVP-Icon-Spark_Redux_V3_STRAIGHT_yellow.png"/>
          <p:cNvPicPr preferRelativeResize="0"/>
          <p:nvPr/>
        </p:nvPicPr>
        <p:blipFill rotWithShape="1">
          <a:blip r:embed="rId3">
            <a:alphaModFix/>
          </a:blip>
          <a:srcRect b="2562" l="0" r="0" t="2562"/>
          <a:stretch/>
        </p:blipFill>
        <p:spPr>
          <a:xfrm>
            <a:off x="3356994" y="8500362"/>
            <a:ext cx="448164" cy="453897"/>
          </a:xfrm>
          <a:prstGeom prst="rect">
            <a:avLst/>
          </a:prstGeom>
          <a:noFill/>
          <a:ln>
            <a:noFill/>
          </a:ln>
        </p:spPr>
      </p:pic>
      <p:pic>
        <p:nvPicPr>
          <p:cNvPr id="4323" name="Google Shape;4323;p147" title="BE-MVP-Icon-Spark_Redux_V3_STRAIGHT_yellow.png"/>
          <p:cNvPicPr preferRelativeResize="0"/>
          <p:nvPr/>
        </p:nvPicPr>
        <p:blipFill rotWithShape="1">
          <a:blip r:embed="rId3">
            <a:alphaModFix/>
          </a:blip>
          <a:srcRect b="2562" l="0" r="0" t="2562"/>
          <a:stretch/>
        </p:blipFill>
        <p:spPr>
          <a:xfrm>
            <a:off x="15553832" y="562112"/>
            <a:ext cx="448164" cy="453897"/>
          </a:xfrm>
          <a:prstGeom prst="rect">
            <a:avLst/>
          </a:prstGeom>
          <a:noFill/>
          <a:ln>
            <a:noFill/>
          </a:ln>
        </p:spPr>
      </p:pic>
      <p:pic>
        <p:nvPicPr>
          <p:cNvPr id="4324" name="Google Shape;4324;p147" title="BE-MVP-Icon-Spark_Redux_V3_STRAIGHT_yellow.png"/>
          <p:cNvPicPr preferRelativeResize="0"/>
          <p:nvPr/>
        </p:nvPicPr>
        <p:blipFill rotWithShape="1">
          <a:blip r:embed="rId3">
            <a:alphaModFix/>
          </a:blip>
          <a:srcRect b="2562" l="0" r="0" t="2562"/>
          <a:stretch/>
        </p:blipFill>
        <p:spPr>
          <a:xfrm>
            <a:off x="15648244" y="9191725"/>
            <a:ext cx="448164" cy="45389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7 Thank you - Photos 10">
  <p:cSld name="TITLE_1_1_1_1_1_1_1_1_1_1_1_1_1_1_1_1_1_1_1_1_1_1_1_1_1_1_1_1_1_1_1_1_1_1_1_1_1_1_1_1_1_1_1_1_1_1_2">
    <p:bg>
      <p:bgPr>
        <a:solidFill>
          <a:schemeClr val="accent5"/>
        </a:solidFill>
      </p:bgPr>
    </p:bg>
    <p:spTree>
      <p:nvGrpSpPr>
        <p:cNvPr id="4325" name="Shape 4325"/>
        <p:cNvGrpSpPr/>
        <p:nvPr/>
      </p:nvGrpSpPr>
      <p:grpSpPr>
        <a:xfrm>
          <a:off x="0" y="0"/>
          <a:ext cx="0" cy="0"/>
          <a:chOff x="0" y="0"/>
          <a:chExt cx="0" cy="0"/>
        </a:xfrm>
      </p:grpSpPr>
      <p:pic>
        <p:nvPicPr>
          <p:cNvPr id="4326" name="Google Shape;4326;p148"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27" name="Google Shape;4327;p148" title="BE-MVP-Icon-Spark_Redux_V3_STRAIGHT_yellow.png"/>
          <p:cNvPicPr preferRelativeResize="0"/>
          <p:nvPr/>
        </p:nvPicPr>
        <p:blipFill rotWithShape="1">
          <a:blip r:embed="rId3">
            <a:alphaModFix/>
          </a:blip>
          <a:srcRect b="2562" l="0" r="0" t="2562"/>
          <a:stretch/>
        </p:blipFill>
        <p:spPr>
          <a:xfrm>
            <a:off x="13026193" y="2928100"/>
            <a:ext cx="599862" cy="607533"/>
          </a:xfrm>
          <a:prstGeom prst="rect">
            <a:avLst/>
          </a:prstGeom>
          <a:noFill/>
          <a:ln>
            <a:noFill/>
          </a:ln>
        </p:spPr>
      </p:pic>
      <p:pic>
        <p:nvPicPr>
          <p:cNvPr id="4328" name="Google Shape;4328;p148" title="BE-MVP-Icon-Spark_Redux_V3_STRAIGHT_yellow.png"/>
          <p:cNvPicPr preferRelativeResize="0"/>
          <p:nvPr/>
        </p:nvPicPr>
        <p:blipFill rotWithShape="1">
          <a:blip r:embed="rId3">
            <a:alphaModFix/>
          </a:blip>
          <a:srcRect b="2562" l="0" r="0" t="2562"/>
          <a:stretch/>
        </p:blipFill>
        <p:spPr>
          <a:xfrm>
            <a:off x="12701663" y="2881030"/>
            <a:ext cx="265074" cy="268466"/>
          </a:xfrm>
          <a:prstGeom prst="rect">
            <a:avLst/>
          </a:prstGeom>
          <a:noFill/>
          <a:ln>
            <a:noFill/>
          </a:ln>
        </p:spPr>
      </p:pic>
      <p:pic>
        <p:nvPicPr>
          <p:cNvPr id="4329" name="Google Shape;4329;p148" title="BE-MVP-Icon-Spark_Redux_V3_STRAIGHT_yellow.png"/>
          <p:cNvPicPr preferRelativeResize="0"/>
          <p:nvPr/>
        </p:nvPicPr>
        <p:blipFill rotWithShape="1">
          <a:blip r:embed="rId3">
            <a:alphaModFix/>
          </a:blip>
          <a:srcRect b="2562" l="0" r="0" t="2562"/>
          <a:stretch/>
        </p:blipFill>
        <p:spPr>
          <a:xfrm>
            <a:off x="5004483" y="5478044"/>
            <a:ext cx="800070" cy="810305"/>
          </a:xfrm>
          <a:prstGeom prst="rect">
            <a:avLst/>
          </a:prstGeom>
          <a:noFill/>
          <a:ln>
            <a:noFill/>
          </a:ln>
        </p:spPr>
      </p:pic>
      <p:pic>
        <p:nvPicPr>
          <p:cNvPr id="4330" name="Google Shape;4330;p148" title="BE-MVP-Icon-Spark_Redux_V3_STRAIGHT_yellow.png"/>
          <p:cNvPicPr preferRelativeResize="0"/>
          <p:nvPr/>
        </p:nvPicPr>
        <p:blipFill rotWithShape="1">
          <a:blip r:embed="rId3">
            <a:alphaModFix/>
          </a:blip>
          <a:srcRect b="2562" l="0" r="0" t="2562"/>
          <a:stretch/>
        </p:blipFill>
        <p:spPr>
          <a:xfrm>
            <a:off x="4482457" y="5024162"/>
            <a:ext cx="448164" cy="453897"/>
          </a:xfrm>
          <a:prstGeom prst="rect">
            <a:avLst/>
          </a:prstGeom>
          <a:noFill/>
          <a:ln>
            <a:noFill/>
          </a:ln>
        </p:spPr>
      </p:pic>
      <p:pic>
        <p:nvPicPr>
          <p:cNvPr descr="pasted-movie.png" id="4331" name="Google Shape;4331;p148"/>
          <p:cNvPicPr preferRelativeResize="0"/>
          <p:nvPr/>
        </p:nvPicPr>
        <p:blipFill rotWithShape="1">
          <a:blip r:embed="rId4">
            <a:alphaModFix/>
          </a:blip>
          <a:srcRect b="0" l="0" r="0" t="0"/>
          <a:stretch/>
        </p:blipFill>
        <p:spPr>
          <a:xfrm>
            <a:off x="8397397" y="2061311"/>
            <a:ext cx="1360423" cy="952500"/>
          </a:xfrm>
          <a:prstGeom prst="rect">
            <a:avLst/>
          </a:prstGeom>
          <a:noFill/>
          <a:ln>
            <a:noFill/>
          </a:ln>
        </p:spPr>
      </p:pic>
      <p:sp>
        <p:nvSpPr>
          <p:cNvPr id="4332" name="Google Shape;4332;p148"/>
          <p:cNvSpPr txBox="1"/>
          <p:nvPr/>
        </p:nvSpPr>
        <p:spPr>
          <a:xfrm>
            <a:off x="5437598" y="2962948"/>
            <a:ext cx="765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Than</a:t>
            </a:r>
            <a:endParaRPr sz="1100">
              <a:latin typeface="Avant Garde Demi SFDC"/>
              <a:ea typeface="Avant Garde Demi SFDC"/>
              <a:cs typeface="Avant Garde Demi SFDC"/>
              <a:sym typeface="Avant Garde Demi SFDC"/>
            </a:endParaRPr>
          </a:p>
        </p:txBody>
      </p:sp>
      <p:sp>
        <p:nvSpPr>
          <p:cNvPr id="4333" name="Google Shape;4333;p148"/>
          <p:cNvSpPr txBox="1"/>
          <p:nvPr/>
        </p:nvSpPr>
        <p:spPr>
          <a:xfrm>
            <a:off x="11103752" y="2961454"/>
            <a:ext cx="17409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EFE"/>
                </a:solidFill>
                <a:latin typeface="Avant Garde Demi SFDC"/>
                <a:ea typeface="Avant Garde Demi SFDC"/>
                <a:cs typeface="Avant Garde Demi SFDC"/>
                <a:sym typeface="Avant Garde Demi SFDC"/>
              </a:rPr>
              <a:t>k</a:t>
            </a:r>
            <a:endParaRPr sz="1100">
              <a:latin typeface="Avant Garde Demi SFDC"/>
              <a:ea typeface="Avant Garde Demi SFDC"/>
              <a:cs typeface="Avant Garde Demi SFDC"/>
              <a:sym typeface="Avant Garde Demi SFDC"/>
            </a:endParaRPr>
          </a:p>
        </p:txBody>
      </p:sp>
      <p:sp>
        <p:nvSpPr>
          <p:cNvPr id="4334" name="Google Shape;4334;p148"/>
          <p:cNvSpPr txBox="1"/>
          <p:nvPr/>
        </p:nvSpPr>
        <p:spPr>
          <a:xfrm>
            <a:off x="6062746" y="4628342"/>
            <a:ext cx="2970000" cy="2718000"/>
          </a:xfrm>
          <a:prstGeom prst="rect">
            <a:avLst/>
          </a:prstGeom>
          <a:noFill/>
          <a:ln>
            <a:noFill/>
          </a:ln>
        </p:spPr>
        <p:txBody>
          <a:bodyPr anchorCtr="0" anchor="ctr" bIns="91400" lIns="91400" spcFirstLastPara="1" rIns="91400" wrap="square" tIns="91400">
            <a:noAutofit/>
          </a:bodyPr>
          <a:lstStyle/>
          <a:p>
            <a:pPr indent="0" lvl="0" marL="0" marR="0" rtl="0" algn="ctr">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y</a:t>
            </a:r>
            <a:endParaRPr sz="1100">
              <a:solidFill>
                <a:srgbClr val="FFFFFF"/>
              </a:solidFill>
              <a:latin typeface="Avant Garde Demi SFDC"/>
              <a:ea typeface="Avant Garde Demi SFDC"/>
              <a:cs typeface="Avant Garde Demi SFDC"/>
              <a:sym typeface="Avant Garde Demi SFDC"/>
            </a:endParaRPr>
          </a:p>
        </p:txBody>
      </p:sp>
      <p:sp>
        <p:nvSpPr>
          <p:cNvPr id="4335" name="Google Shape;4335;p148"/>
          <p:cNvSpPr txBox="1"/>
          <p:nvPr/>
        </p:nvSpPr>
        <p:spPr>
          <a:xfrm>
            <a:off x="8076173" y="4628350"/>
            <a:ext cx="3575100" cy="2718000"/>
          </a:xfrm>
          <a:prstGeom prst="rect">
            <a:avLst/>
          </a:prstGeom>
          <a:noFill/>
          <a:ln>
            <a:noFill/>
          </a:ln>
        </p:spPr>
        <p:txBody>
          <a:bodyPr anchorCtr="0" anchor="ctr" bIns="91400" lIns="91400" spcFirstLastPara="1" rIns="91400" wrap="square" tIns="91400">
            <a:noAutofit/>
          </a:bodyPr>
          <a:lstStyle/>
          <a:p>
            <a:pPr indent="0" lvl="0" marL="0" marR="0" rtl="0" algn="l">
              <a:lnSpc>
                <a:spcPct val="77000"/>
              </a:lnSpc>
              <a:spcBef>
                <a:spcPts val="0"/>
              </a:spcBef>
              <a:spcAft>
                <a:spcPts val="0"/>
              </a:spcAft>
              <a:buClr>
                <a:srgbClr val="FFFEFE"/>
              </a:buClr>
              <a:buSzPts val="19900"/>
              <a:buFont typeface="Questrial"/>
              <a:buNone/>
            </a:pPr>
            <a:r>
              <a:rPr i="0" lang="en" sz="19900" u="none" cap="none" strike="noStrike">
                <a:solidFill>
                  <a:srgbClr val="FFFFFF"/>
                </a:solidFill>
                <a:latin typeface="Avant Garde Demi SFDC"/>
                <a:ea typeface="Avant Garde Demi SFDC"/>
                <a:cs typeface="Avant Garde Demi SFDC"/>
                <a:sym typeface="Avant Garde Demi SFDC"/>
              </a:rPr>
              <a:t>ou</a:t>
            </a:r>
            <a:endParaRPr sz="1100">
              <a:solidFill>
                <a:srgbClr val="FFFFFF"/>
              </a:solidFill>
              <a:latin typeface="Avant Garde Demi SFDC"/>
              <a:ea typeface="Avant Garde Demi SFDC"/>
              <a:cs typeface="Avant Garde Demi SFDC"/>
              <a:sym typeface="Avant Garde Demi SFDC"/>
            </a:endParaRPr>
          </a:p>
        </p:txBody>
      </p:sp>
      <p:sp>
        <p:nvSpPr>
          <p:cNvPr id="4336" name="Google Shape;4336;p148"/>
          <p:cNvSpPr/>
          <p:nvPr>
            <p:ph idx="2" type="pic"/>
          </p:nvPr>
        </p:nvSpPr>
        <p:spPr>
          <a:xfrm>
            <a:off x="2355750" y="599100"/>
            <a:ext cx="2718000" cy="2718000"/>
          </a:xfrm>
          <a:prstGeom prst="ellipse">
            <a:avLst/>
          </a:prstGeom>
          <a:noFill/>
          <a:ln>
            <a:noFill/>
          </a:ln>
        </p:spPr>
      </p:sp>
      <p:sp>
        <p:nvSpPr>
          <p:cNvPr id="4337" name="Google Shape;4337;p148"/>
          <p:cNvSpPr/>
          <p:nvPr>
            <p:ph idx="3" type="pic"/>
          </p:nvPr>
        </p:nvSpPr>
        <p:spPr>
          <a:xfrm>
            <a:off x="725550" y="3541400"/>
            <a:ext cx="1977900" cy="1977900"/>
          </a:xfrm>
          <a:prstGeom prst="ellipse">
            <a:avLst/>
          </a:prstGeom>
          <a:noFill/>
          <a:ln>
            <a:noFill/>
          </a:ln>
        </p:spPr>
      </p:sp>
      <p:sp>
        <p:nvSpPr>
          <p:cNvPr id="4338" name="Google Shape;4338;p148"/>
          <p:cNvSpPr/>
          <p:nvPr>
            <p:ph idx="4" type="pic"/>
          </p:nvPr>
        </p:nvSpPr>
        <p:spPr>
          <a:xfrm>
            <a:off x="1714500" y="6205500"/>
            <a:ext cx="3400500" cy="3400500"/>
          </a:xfrm>
          <a:prstGeom prst="ellipse">
            <a:avLst/>
          </a:prstGeom>
          <a:noFill/>
          <a:ln>
            <a:noFill/>
          </a:ln>
        </p:spPr>
      </p:sp>
      <p:sp>
        <p:nvSpPr>
          <p:cNvPr id="4339" name="Google Shape;4339;p148"/>
          <p:cNvSpPr/>
          <p:nvPr>
            <p:ph idx="5" type="pic"/>
          </p:nvPr>
        </p:nvSpPr>
        <p:spPr>
          <a:xfrm>
            <a:off x="13633050" y="4628350"/>
            <a:ext cx="3797700" cy="3797700"/>
          </a:xfrm>
          <a:prstGeom prst="ellipse">
            <a:avLst/>
          </a:prstGeom>
          <a:noFill/>
          <a:ln>
            <a:noFill/>
          </a:ln>
        </p:spPr>
      </p:sp>
      <p:sp>
        <p:nvSpPr>
          <p:cNvPr id="4340" name="Google Shape;4340;p148"/>
          <p:cNvSpPr/>
          <p:nvPr>
            <p:ph idx="6" type="pic"/>
          </p:nvPr>
        </p:nvSpPr>
        <p:spPr>
          <a:xfrm>
            <a:off x="14433925" y="1016000"/>
            <a:ext cx="2718000" cy="2718000"/>
          </a:xfrm>
          <a:prstGeom prst="ellipse">
            <a:avLst/>
          </a:prstGeom>
          <a:noFill/>
          <a:ln>
            <a:noFill/>
          </a:ln>
        </p:spPr>
      </p:sp>
      <p:sp>
        <p:nvSpPr>
          <p:cNvPr id="4341" name="Google Shape;4341;p148"/>
          <p:cNvSpPr/>
          <p:nvPr>
            <p:ph idx="7" type="pic"/>
          </p:nvPr>
        </p:nvSpPr>
        <p:spPr>
          <a:xfrm>
            <a:off x="12073138" y="700788"/>
            <a:ext cx="1360500" cy="1360500"/>
          </a:xfrm>
          <a:prstGeom prst="ellipse">
            <a:avLst/>
          </a:prstGeom>
          <a:noFill/>
          <a:ln>
            <a:noFill/>
          </a:ln>
        </p:spPr>
      </p:sp>
      <p:sp>
        <p:nvSpPr>
          <p:cNvPr id="4342" name="Google Shape;4342;p148"/>
          <p:cNvSpPr/>
          <p:nvPr>
            <p:ph idx="8" type="pic"/>
          </p:nvPr>
        </p:nvSpPr>
        <p:spPr>
          <a:xfrm>
            <a:off x="12460250" y="7905750"/>
            <a:ext cx="1563900" cy="1563900"/>
          </a:xfrm>
          <a:prstGeom prst="ellipse">
            <a:avLst/>
          </a:prstGeom>
          <a:noFill/>
          <a:ln>
            <a:noFill/>
          </a:ln>
        </p:spPr>
      </p:sp>
      <p:sp>
        <p:nvSpPr>
          <p:cNvPr id="4343" name="Google Shape;4343;p148"/>
          <p:cNvSpPr/>
          <p:nvPr>
            <p:ph idx="9" type="pic"/>
          </p:nvPr>
        </p:nvSpPr>
        <p:spPr>
          <a:xfrm>
            <a:off x="5553688" y="8426038"/>
            <a:ext cx="1360500" cy="1360500"/>
          </a:xfrm>
          <a:prstGeom prst="ellipse">
            <a:avLst/>
          </a:prstGeom>
          <a:noFill/>
          <a:ln>
            <a:noFill/>
          </a:ln>
        </p:spPr>
      </p:sp>
      <p:sp>
        <p:nvSpPr>
          <p:cNvPr id="4344" name="Google Shape;4344;p148"/>
          <p:cNvSpPr/>
          <p:nvPr>
            <p:ph idx="13" type="pic"/>
          </p:nvPr>
        </p:nvSpPr>
        <p:spPr>
          <a:xfrm>
            <a:off x="6269750" y="599100"/>
            <a:ext cx="1563900" cy="1563900"/>
          </a:xfrm>
          <a:prstGeom prst="ellipse">
            <a:avLst/>
          </a:prstGeom>
          <a:noFill/>
          <a:ln>
            <a:noFill/>
          </a:ln>
        </p:spPr>
      </p:sp>
      <p:sp>
        <p:nvSpPr>
          <p:cNvPr id="4345" name="Google Shape;4345;p148"/>
          <p:cNvSpPr/>
          <p:nvPr>
            <p:ph idx="14" type="pic"/>
          </p:nvPr>
        </p:nvSpPr>
        <p:spPr>
          <a:xfrm>
            <a:off x="8623025" y="7346350"/>
            <a:ext cx="1977900" cy="1977900"/>
          </a:xfrm>
          <a:prstGeom prst="ellipse">
            <a:avLst/>
          </a:prstGeom>
          <a:noFill/>
          <a:ln>
            <a:noFill/>
          </a:ln>
        </p:spPr>
      </p:sp>
      <p:pic>
        <p:nvPicPr>
          <p:cNvPr id="4346" name="Google Shape;4346;p148" title="BE-MVP-Icon-Spark_Redux_V3_STRAIGHT_yellow.png"/>
          <p:cNvPicPr preferRelativeResize="0"/>
          <p:nvPr/>
        </p:nvPicPr>
        <p:blipFill rotWithShape="1">
          <a:blip r:embed="rId3">
            <a:alphaModFix/>
          </a:blip>
          <a:srcRect b="2562" l="0" r="0" t="2562"/>
          <a:stretch/>
        </p:blipFill>
        <p:spPr>
          <a:xfrm>
            <a:off x="499632" y="3149512"/>
            <a:ext cx="448164" cy="453897"/>
          </a:xfrm>
          <a:prstGeom prst="rect">
            <a:avLst/>
          </a:prstGeom>
          <a:noFill/>
          <a:ln>
            <a:noFill/>
          </a:ln>
        </p:spPr>
      </p:pic>
      <p:pic>
        <p:nvPicPr>
          <p:cNvPr id="4347" name="Google Shape;4347;p148" title="BE-MVP-Icon-Spark_Redux_V3_STRAIGHT_yellow.png"/>
          <p:cNvPicPr preferRelativeResize="0"/>
          <p:nvPr/>
        </p:nvPicPr>
        <p:blipFill rotWithShape="1">
          <a:blip r:embed="rId3">
            <a:alphaModFix/>
          </a:blip>
          <a:srcRect b="2562" l="0" r="0" t="2562"/>
          <a:stretch/>
        </p:blipFill>
        <p:spPr>
          <a:xfrm>
            <a:off x="12242121" y="6689569"/>
            <a:ext cx="800070" cy="810305"/>
          </a:xfrm>
          <a:prstGeom prst="rect">
            <a:avLst/>
          </a:prstGeom>
          <a:noFill/>
          <a:ln>
            <a:noFill/>
          </a:ln>
        </p:spPr>
      </p:pic>
      <p:pic>
        <p:nvPicPr>
          <p:cNvPr id="4348" name="Google Shape;4348;p148" title="BE-MVP-Icon-Spark_Redux_V3_STRAIGHT_yellow.png"/>
          <p:cNvPicPr preferRelativeResize="0"/>
          <p:nvPr/>
        </p:nvPicPr>
        <p:blipFill rotWithShape="1">
          <a:blip r:embed="rId3">
            <a:alphaModFix/>
          </a:blip>
          <a:srcRect b="2562" l="0" r="0" t="2562"/>
          <a:stretch/>
        </p:blipFill>
        <p:spPr>
          <a:xfrm>
            <a:off x="1837832" y="9469662"/>
            <a:ext cx="448164" cy="453897"/>
          </a:xfrm>
          <a:prstGeom prst="rect">
            <a:avLst/>
          </a:prstGeom>
          <a:noFill/>
          <a:ln>
            <a:noFill/>
          </a:ln>
        </p:spPr>
      </p:pic>
      <p:pic>
        <p:nvPicPr>
          <p:cNvPr id="4349" name="Google Shape;4349;p148" title="BE-MVP-Icon-Spark_Redux_V3_STRAIGHT_yellow.png"/>
          <p:cNvPicPr preferRelativeResize="0"/>
          <p:nvPr/>
        </p:nvPicPr>
        <p:blipFill rotWithShape="1">
          <a:blip r:embed="rId3">
            <a:alphaModFix/>
          </a:blip>
          <a:srcRect b="2562" l="0" r="0" t="2562"/>
          <a:stretch/>
        </p:blipFill>
        <p:spPr>
          <a:xfrm>
            <a:off x="10909707" y="857262"/>
            <a:ext cx="448164" cy="453897"/>
          </a:xfrm>
          <a:prstGeom prst="rect">
            <a:avLst/>
          </a:prstGeom>
          <a:noFill/>
          <a:ln>
            <a:noFill/>
          </a:ln>
        </p:spPr>
      </p:pic>
      <p:pic>
        <p:nvPicPr>
          <p:cNvPr id="4350" name="Google Shape;4350;p148" title="BE-MVP-Icon-Spark_Redux_V3_STRAIGHT_yellow.png"/>
          <p:cNvPicPr preferRelativeResize="0"/>
          <p:nvPr/>
        </p:nvPicPr>
        <p:blipFill rotWithShape="1">
          <a:blip r:embed="rId3">
            <a:alphaModFix/>
          </a:blip>
          <a:srcRect b="2562" l="0" r="0" t="2562"/>
          <a:stretch/>
        </p:blipFill>
        <p:spPr>
          <a:xfrm>
            <a:off x="16982582" y="8690112"/>
            <a:ext cx="448164" cy="453897"/>
          </a:xfrm>
          <a:prstGeom prst="rect">
            <a:avLst/>
          </a:prstGeom>
          <a:noFill/>
          <a:ln>
            <a:noFill/>
          </a:ln>
        </p:spPr>
      </p:pic>
      <p:pic>
        <p:nvPicPr>
          <p:cNvPr id="4351" name="Google Shape;4351;p148" title="BE-MVP-Icon-Spark_Redux_V3_STRAIGHT_yellow.png"/>
          <p:cNvPicPr preferRelativeResize="0"/>
          <p:nvPr/>
        </p:nvPicPr>
        <p:blipFill rotWithShape="1">
          <a:blip r:embed="rId3">
            <a:alphaModFix/>
          </a:blip>
          <a:srcRect b="2562" l="0" r="0" t="2562"/>
          <a:stretch/>
        </p:blipFill>
        <p:spPr>
          <a:xfrm>
            <a:off x="17327507" y="1016012"/>
            <a:ext cx="448164" cy="453897"/>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3 Cover 2">
  <p:cSld name="CUSTOM_2">
    <p:spTree>
      <p:nvGrpSpPr>
        <p:cNvPr id="4352" name="Shape 4352"/>
        <p:cNvGrpSpPr/>
        <p:nvPr/>
      </p:nvGrpSpPr>
      <p:grpSpPr>
        <a:xfrm>
          <a:off x="0" y="0"/>
          <a:ext cx="0" cy="0"/>
          <a:chOff x="0" y="0"/>
          <a:chExt cx="0" cy="0"/>
        </a:xfrm>
      </p:grpSpPr>
      <p:pic>
        <p:nvPicPr>
          <p:cNvPr id="4353" name="Google Shape;4353;p149"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4" name="Google Shape;4354;p149" title="Blue_shadow.png"/>
          <p:cNvPicPr preferRelativeResize="0"/>
          <p:nvPr/>
        </p:nvPicPr>
        <p:blipFill>
          <a:blip r:embed="rId3">
            <a:alphaModFix/>
          </a:blip>
          <a:stretch>
            <a:fillRect/>
          </a:stretch>
        </p:blipFill>
        <p:spPr>
          <a:xfrm>
            <a:off x="5105400" y="8802916"/>
            <a:ext cx="7620000" cy="676275"/>
          </a:xfrm>
          <a:prstGeom prst="rect">
            <a:avLst/>
          </a:prstGeom>
          <a:noFill/>
          <a:ln>
            <a:noFill/>
          </a:ln>
        </p:spPr>
      </p:pic>
      <p:pic>
        <p:nvPicPr>
          <p:cNvPr id="4355" name="Google Shape;4355;p149"/>
          <p:cNvPicPr preferRelativeResize="0"/>
          <p:nvPr/>
        </p:nvPicPr>
        <p:blipFill>
          <a:blip r:embed="rId4">
            <a:alphaModFix/>
          </a:blip>
          <a:stretch>
            <a:fillRect/>
          </a:stretch>
        </p:blipFill>
        <p:spPr>
          <a:xfrm>
            <a:off x="5299725" y="2452500"/>
            <a:ext cx="7688551" cy="5381999"/>
          </a:xfrm>
          <a:prstGeom prst="rect">
            <a:avLst/>
          </a:prstGeom>
          <a:noFill/>
          <a:ln>
            <a:noFill/>
          </a:ln>
        </p:spPr>
      </p:pic>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2 Cover 1">
  <p:cSld name="CUSTOM_3">
    <p:spTree>
      <p:nvGrpSpPr>
        <p:cNvPr id="4356" name="Shape 4356"/>
        <p:cNvGrpSpPr/>
        <p:nvPr/>
      </p:nvGrpSpPr>
      <p:grpSpPr>
        <a:xfrm>
          <a:off x="0" y="0"/>
          <a:ext cx="0" cy="0"/>
          <a:chOff x="0" y="0"/>
          <a:chExt cx="0" cy="0"/>
        </a:xfrm>
      </p:grpSpPr>
      <p:pic>
        <p:nvPicPr>
          <p:cNvPr id="4357" name="Google Shape;4357;p150" title="Radia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58" name="Google Shape;4358;p150"/>
          <p:cNvPicPr preferRelativeResize="0"/>
          <p:nvPr/>
        </p:nvPicPr>
        <p:blipFill>
          <a:blip r:embed="rId3">
            <a:alphaModFix/>
          </a:blip>
          <a:stretch>
            <a:fillRect/>
          </a:stretch>
        </p:blipFill>
        <p:spPr>
          <a:xfrm>
            <a:off x="5299725" y="2452500"/>
            <a:ext cx="7688551" cy="5381999"/>
          </a:xfrm>
          <a:prstGeom prst="rect">
            <a:avLst/>
          </a:prstGeom>
          <a:noFill/>
          <a:ln>
            <a:noFill/>
          </a:ln>
        </p:spPr>
      </p:pic>
      <p:pic>
        <p:nvPicPr>
          <p:cNvPr id="4359" name="Google Shape;4359;p150"/>
          <p:cNvPicPr preferRelativeResize="0"/>
          <p:nvPr/>
        </p:nvPicPr>
        <p:blipFill>
          <a:blip r:embed="rId4">
            <a:alphaModFix/>
          </a:blip>
          <a:stretch>
            <a:fillRect/>
          </a:stretch>
        </p:blipFill>
        <p:spPr>
          <a:xfrm>
            <a:off x="4572000" y="7505091"/>
            <a:ext cx="8572501" cy="3540050"/>
          </a:xfrm>
          <a:prstGeom prst="rect">
            <a:avLst/>
          </a:prstGeom>
          <a:noFill/>
          <a:ln>
            <a:noFill/>
          </a:ln>
        </p:spPr>
      </p:pic>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FLS">
  <p:cSld name="TITLE_1_1_1_1_1_1_1_1_1_1_1_1_1_1_1_1_1_1_1_1_1_1_1_1_1_1_1_1_1_1_1_1_1_1_1_1_1_1_1_1_1_1_1_1_1_1_1_1_1">
    <p:bg>
      <p:bgPr>
        <a:solidFill>
          <a:schemeClr val="accent6"/>
        </a:solidFill>
      </p:bgPr>
    </p:bg>
    <p:spTree>
      <p:nvGrpSpPr>
        <p:cNvPr id="4360" name="Shape 4360"/>
        <p:cNvGrpSpPr/>
        <p:nvPr/>
      </p:nvGrpSpPr>
      <p:grpSpPr>
        <a:xfrm>
          <a:off x="0" y="0"/>
          <a:ext cx="0" cy="0"/>
          <a:chOff x="0" y="0"/>
          <a:chExt cx="0" cy="0"/>
        </a:xfrm>
      </p:grpSpPr>
      <p:sp>
        <p:nvSpPr>
          <p:cNvPr id="4361" name="Google Shape;4361;p151"/>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Forward-looking statements</a:t>
            </a:r>
            <a:endParaRPr sz="5400">
              <a:solidFill>
                <a:schemeClr val="dk1"/>
              </a:solidFill>
              <a:latin typeface="Avant Garde Demi SFDC"/>
              <a:ea typeface="Avant Garde Demi SFDC"/>
              <a:cs typeface="Avant Garde Demi SFDC"/>
              <a:sym typeface="Avant Garde Demi SFDC"/>
            </a:endParaRPr>
          </a:p>
        </p:txBody>
      </p:sp>
      <p:sp>
        <p:nvSpPr>
          <p:cNvPr id="4362" name="Google Shape;4362;p151"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63" name="Google Shape;4363;p151"/>
          <p:cNvSpPr txBox="1"/>
          <p:nvPr/>
        </p:nvSpPr>
        <p:spPr>
          <a:xfrm>
            <a:off x="13199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pic>
        <p:nvPicPr>
          <p:cNvPr id="4364" name="Google Shape;4364;p151"/>
          <p:cNvPicPr preferRelativeResize="0"/>
          <p:nvPr/>
        </p:nvPicPr>
        <p:blipFill>
          <a:blip r:embed="rId2">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FLS">
  <p:cSld name="TITLE_1_1_1_1_1_1_1_1_1_1_1_1_1_1_1_1_1_1_1_1_1_1_1_1_1_1_1_1_1_1_1_1_1_1_1_1_1_1_1_1_1_1_1_1_1_1_1_1_1_1">
    <p:bg>
      <p:bgPr>
        <a:solidFill>
          <a:srgbClr val="CFE9FE"/>
        </a:solidFill>
      </p:bgPr>
    </p:bg>
    <p:spTree>
      <p:nvGrpSpPr>
        <p:cNvPr id="4365" name="Shape 4365"/>
        <p:cNvGrpSpPr/>
        <p:nvPr/>
      </p:nvGrpSpPr>
      <p:grpSpPr>
        <a:xfrm>
          <a:off x="0" y="0"/>
          <a:ext cx="0" cy="0"/>
          <a:chOff x="0" y="0"/>
          <a:chExt cx="0" cy="0"/>
        </a:xfrm>
      </p:grpSpPr>
      <p:pic>
        <p:nvPicPr>
          <p:cNvPr id="4366" name="Google Shape;4366;p152"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pic>
        <p:nvPicPr>
          <p:cNvPr id="4367" name="Google Shape;4367;p152"/>
          <p:cNvPicPr preferRelativeResize="0"/>
          <p:nvPr/>
        </p:nvPicPr>
        <p:blipFill>
          <a:blip r:embed="rId3">
            <a:alphaModFix/>
          </a:blip>
          <a:stretch>
            <a:fillRect/>
          </a:stretch>
        </p:blipFill>
        <p:spPr>
          <a:xfrm>
            <a:off x="16550000" y="848191"/>
            <a:ext cx="953599" cy="667523"/>
          </a:xfrm>
          <a:prstGeom prst="rect">
            <a:avLst/>
          </a:prstGeom>
          <a:noFill/>
          <a:ln>
            <a:noFill/>
          </a:ln>
        </p:spPr>
      </p:pic>
      <p:sp>
        <p:nvSpPr>
          <p:cNvPr id="4368" name="Google Shape;4368;p152"/>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lt1"/>
                </a:solidFill>
                <a:latin typeface="Avant Garde Demi SFDC"/>
                <a:ea typeface="Avant Garde Demi SFDC"/>
                <a:cs typeface="Avant Garde Demi SFDC"/>
                <a:sym typeface="Avant Garde Demi SFDC"/>
              </a:rPr>
              <a:t>Forward-looking statements</a:t>
            </a:r>
            <a:endParaRPr sz="5400">
              <a:solidFill>
                <a:schemeClr val="lt1"/>
              </a:solidFill>
              <a:latin typeface="Avant Garde Demi SFDC"/>
              <a:ea typeface="Avant Garde Demi SFDC"/>
              <a:cs typeface="Avant Garde Demi SFDC"/>
              <a:sym typeface="Avant Garde Demi SFDC"/>
            </a:endParaRPr>
          </a:p>
        </p:txBody>
      </p:sp>
      <p:sp>
        <p:nvSpPr>
          <p:cNvPr id="4369" name="Google Shape;4369;p152"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sp>
        <p:nvSpPr>
          <p:cNvPr id="4370" name="Google Shape;4370;p152"/>
          <p:cNvSpPr txBox="1"/>
          <p:nvPr/>
        </p:nvSpPr>
        <p:spPr>
          <a:xfrm>
            <a:off x="1343400" y="3143250"/>
            <a:ext cx="15230100" cy="530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None/>
            </a:pPr>
            <a:r>
              <a:rPr lang="en" sz="2200">
                <a:solidFill>
                  <a:srgbClr val="011962"/>
                </a:solidFill>
                <a:latin typeface="Salesforce Sans"/>
                <a:ea typeface="Salesforce Sans"/>
                <a:cs typeface="Salesforce Sans"/>
                <a:sym typeface="Salesforce Sans"/>
              </a:rPr>
              <a:t>This presentation contains forward-looking statements about, among other things, trend analyses and statements regarding future events, anticipated growth and industry prospects, and our strategies, expectations, or plans regarding product releases and enhancements. The achievement or success of the matters covered by such forward-looking statements involves risks, uncertainties, and assumptions. If any such risks or uncertainties materialize or if any of the assumptions prove incorrect, results or outcomes could differ materially from those expressed or implied by these forward-looking statements. The risks and uncertainties referred to above include those factors discussed in Salesforce's reports filed from time to time with the Securities and Exchange Commission, including, but not limited to: our ability to meet the expectations of our customers; uncertainties regarding Al technologies and their integration into our product offerings; the effect of evolving domestic and foreign government regulations; regulatory developments and regulatory investigations involving us or affecting our industry; our ability to successfully introduce new services and product features, including related to AI and Agentforce; our ability to execute our business plans; our ability to meet our long-term revenue targets and profitable growth framework; the pace of change and innovation and our ability to compete in the markets in which we participate; our ability to maintain and enhance our brands; and expectations regarding contributions from acquired companies.</a:t>
            </a:r>
            <a:endParaRPr sz="2200">
              <a:solidFill>
                <a:srgbClr val="032D60"/>
              </a:solidFill>
              <a:latin typeface="Salesforce Sans"/>
              <a:ea typeface="Salesforce Sans"/>
              <a:cs typeface="Salesforce Sans"/>
              <a:sym typeface="Salesforce Sans"/>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ard - Five up - Calendar ">
  <p:cSld name="TITLE_1_1_1_1_1_1_1_1_1_1_1_1_1_1_1_1_1_1_1_1_1_2_4">
    <p:bg>
      <p:bgPr>
        <a:solidFill>
          <a:schemeClr val="accent6"/>
        </a:solidFill>
      </p:bgPr>
    </p:bg>
    <p:spTree>
      <p:nvGrpSpPr>
        <p:cNvPr id="4371" name="Shape 4371"/>
        <p:cNvGrpSpPr/>
        <p:nvPr/>
      </p:nvGrpSpPr>
      <p:grpSpPr>
        <a:xfrm>
          <a:off x="0" y="0"/>
          <a:ext cx="0" cy="0"/>
          <a:chOff x="0" y="0"/>
          <a:chExt cx="0" cy="0"/>
        </a:xfrm>
      </p:grpSpPr>
      <p:sp>
        <p:nvSpPr>
          <p:cNvPr id="4372" name="Google Shape;4372;p153"/>
          <p:cNvSpPr txBox="1"/>
          <p:nvPr>
            <p:ph type="title"/>
          </p:nvPr>
        </p:nvSpPr>
        <p:spPr>
          <a:xfrm>
            <a:off x="857250" y="838200"/>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373" name="Google Shape;4373;p153"/>
          <p:cNvSpPr txBox="1"/>
          <p:nvPr>
            <p:ph idx="1" type="subTitle"/>
          </p:nvPr>
        </p:nvSpPr>
        <p:spPr>
          <a:xfrm>
            <a:off x="857250" y="1704975"/>
            <a:ext cx="15144900" cy="8574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4374" name="Google Shape;4374;p153"/>
          <p:cNvSpPr txBox="1"/>
          <p:nvPr>
            <p:ph idx="2" type="body"/>
          </p:nvPr>
        </p:nvSpPr>
        <p:spPr>
          <a:xfrm>
            <a:off x="857250" y="9610725"/>
            <a:ext cx="16573500" cy="428700"/>
          </a:xfrm>
          <a:prstGeom prst="rect">
            <a:avLst/>
          </a:prstGeom>
          <a:ln>
            <a:noFill/>
          </a:ln>
        </p:spPr>
        <p:txBody>
          <a:bodyPr anchorCtr="0" anchor="b"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1800"/>
              </a:spcBef>
              <a:spcAft>
                <a:spcPts val="0"/>
              </a:spcAft>
              <a:buSzPts val="1400"/>
              <a:buChar char="○"/>
              <a:defRPr sz="1400"/>
            </a:lvl2pPr>
            <a:lvl3pPr indent="-317500" lvl="2" marL="1371600">
              <a:spcBef>
                <a:spcPts val="1800"/>
              </a:spcBef>
              <a:spcAft>
                <a:spcPts val="0"/>
              </a:spcAft>
              <a:buSzPts val="1400"/>
              <a:buChar char="■"/>
              <a:defRPr sz="1400"/>
            </a:lvl3pPr>
            <a:lvl4pPr indent="-317500" lvl="3" marL="1828800">
              <a:spcBef>
                <a:spcPts val="1800"/>
              </a:spcBef>
              <a:spcAft>
                <a:spcPts val="0"/>
              </a:spcAft>
              <a:buSzPts val="1400"/>
              <a:buChar char="●"/>
              <a:defRPr sz="1400"/>
            </a:lvl4pPr>
            <a:lvl5pPr indent="-317500" lvl="4" marL="2286000">
              <a:spcBef>
                <a:spcPts val="1800"/>
              </a:spcBef>
              <a:spcAft>
                <a:spcPts val="0"/>
              </a:spcAft>
              <a:buSzPts val="1400"/>
              <a:buChar char="○"/>
              <a:defRPr sz="1400"/>
            </a:lvl5pPr>
            <a:lvl6pPr indent="-317500" lvl="5" marL="2743200">
              <a:spcBef>
                <a:spcPts val="1800"/>
              </a:spcBef>
              <a:spcAft>
                <a:spcPts val="0"/>
              </a:spcAft>
              <a:buSzPts val="1400"/>
              <a:buChar char="■"/>
              <a:defRPr sz="1400"/>
            </a:lvl6pPr>
            <a:lvl7pPr indent="-317500" lvl="6" marL="3200400">
              <a:spcBef>
                <a:spcPts val="1800"/>
              </a:spcBef>
              <a:spcAft>
                <a:spcPts val="0"/>
              </a:spcAft>
              <a:buSzPts val="1400"/>
              <a:buChar char="●"/>
              <a:defRPr sz="1400"/>
            </a:lvl7pPr>
            <a:lvl8pPr indent="-317500" lvl="7" marL="3657600">
              <a:spcBef>
                <a:spcPts val="1800"/>
              </a:spcBef>
              <a:spcAft>
                <a:spcPts val="0"/>
              </a:spcAft>
              <a:buSzPts val="1400"/>
              <a:buChar char="○"/>
              <a:defRPr sz="1400"/>
            </a:lvl8pPr>
            <a:lvl9pPr indent="-317500" lvl="8" marL="4114800">
              <a:spcBef>
                <a:spcPts val="1800"/>
              </a:spcBef>
              <a:spcAft>
                <a:spcPts val="1800"/>
              </a:spcAft>
              <a:buSzPts val="1400"/>
              <a:buChar char="■"/>
              <a:defRPr sz="1400"/>
            </a:lvl9pPr>
          </a:lstStyle>
          <a:p/>
        </p:txBody>
      </p:sp>
      <p:pic>
        <p:nvPicPr>
          <p:cNvPr id="4375" name="Google Shape;4375;p153"/>
          <p:cNvPicPr preferRelativeResize="0"/>
          <p:nvPr/>
        </p:nvPicPr>
        <p:blipFill>
          <a:blip r:embed="rId2">
            <a:alphaModFix/>
          </a:blip>
          <a:stretch>
            <a:fillRect/>
          </a:stretch>
        </p:blipFill>
        <p:spPr>
          <a:xfrm>
            <a:off x="16550000" y="848191"/>
            <a:ext cx="953599" cy="667523"/>
          </a:xfrm>
          <a:prstGeom prst="rect">
            <a:avLst/>
          </a:prstGeom>
          <a:noFill/>
          <a:ln>
            <a:noFill/>
          </a:ln>
        </p:spPr>
      </p:pic>
      <p:sp>
        <p:nvSpPr>
          <p:cNvPr id="4376" name="Google Shape;4376;p153"/>
          <p:cNvSpPr/>
          <p:nvPr/>
        </p:nvSpPr>
        <p:spPr>
          <a:xfrm>
            <a:off x="85725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7" name="Google Shape;4377;p153"/>
          <p:cNvSpPr/>
          <p:nvPr/>
        </p:nvSpPr>
        <p:spPr>
          <a:xfrm>
            <a:off x="4249875"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8" name="Google Shape;4378;p153"/>
          <p:cNvSpPr/>
          <p:nvPr/>
        </p:nvSpPr>
        <p:spPr>
          <a:xfrm>
            <a:off x="7642500"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79" name="Google Shape;4379;p153"/>
          <p:cNvSpPr/>
          <p:nvPr/>
        </p:nvSpPr>
        <p:spPr>
          <a:xfrm>
            <a:off x="11035126"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0" name="Google Shape;4380;p153"/>
          <p:cNvSpPr/>
          <p:nvPr/>
        </p:nvSpPr>
        <p:spPr>
          <a:xfrm>
            <a:off x="14427751" y="2562375"/>
            <a:ext cx="3075900" cy="5886900"/>
          </a:xfrm>
          <a:prstGeom prst="roundRect">
            <a:avLst>
              <a:gd fmla="val 8454" name="adj"/>
            </a:avLst>
          </a:prstGeom>
          <a:solidFill>
            <a:srgbClr val="FFFEFE"/>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1" name="Google Shape;4381;p153"/>
          <p:cNvSpPr/>
          <p:nvPr/>
        </p:nvSpPr>
        <p:spPr>
          <a:xfrm>
            <a:off x="1014076"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2" name="Google Shape;4382;p153"/>
          <p:cNvSpPr txBox="1"/>
          <p:nvPr/>
        </p:nvSpPr>
        <p:spPr>
          <a:xfrm>
            <a:off x="1207467"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Monday</a:t>
            </a:r>
            <a:endParaRPr sz="2000">
              <a:solidFill>
                <a:schemeClr val="lt1"/>
              </a:solidFill>
              <a:latin typeface="Avant Garde Demi SFDC"/>
              <a:ea typeface="Avant Garde Demi SFDC"/>
              <a:cs typeface="Avant Garde Demi SFDC"/>
              <a:sym typeface="Avant Garde Demi SFDC"/>
            </a:endParaRPr>
          </a:p>
        </p:txBody>
      </p:sp>
      <p:sp>
        <p:nvSpPr>
          <p:cNvPr id="4383" name="Google Shape;4383;p153"/>
          <p:cNvSpPr/>
          <p:nvPr/>
        </p:nvSpPr>
        <p:spPr>
          <a:xfrm>
            <a:off x="4406794"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4" name="Google Shape;4384;p153"/>
          <p:cNvSpPr txBox="1"/>
          <p:nvPr/>
        </p:nvSpPr>
        <p:spPr>
          <a:xfrm>
            <a:off x="4600185"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Tuesday</a:t>
            </a:r>
            <a:endParaRPr sz="2000">
              <a:solidFill>
                <a:schemeClr val="lt1"/>
              </a:solidFill>
              <a:latin typeface="Avant Garde Demi SFDC"/>
              <a:ea typeface="Avant Garde Demi SFDC"/>
              <a:cs typeface="Avant Garde Demi SFDC"/>
              <a:sym typeface="Avant Garde Demi SFDC"/>
            </a:endParaRPr>
          </a:p>
        </p:txBody>
      </p:sp>
      <p:sp>
        <p:nvSpPr>
          <p:cNvPr id="4385" name="Google Shape;4385;p153"/>
          <p:cNvSpPr/>
          <p:nvPr/>
        </p:nvSpPr>
        <p:spPr>
          <a:xfrm>
            <a:off x="7799422"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6" name="Google Shape;4386;p153"/>
          <p:cNvSpPr txBox="1"/>
          <p:nvPr/>
        </p:nvSpPr>
        <p:spPr>
          <a:xfrm>
            <a:off x="7992813"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Wednesday</a:t>
            </a:r>
            <a:endParaRPr sz="2000">
              <a:solidFill>
                <a:schemeClr val="lt1"/>
              </a:solidFill>
              <a:latin typeface="Avant Garde Demi SFDC"/>
              <a:ea typeface="Avant Garde Demi SFDC"/>
              <a:cs typeface="Avant Garde Demi SFDC"/>
              <a:sym typeface="Avant Garde Demi SFDC"/>
            </a:endParaRPr>
          </a:p>
        </p:txBody>
      </p:sp>
      <p:sp>
        <p:nvSpPr>
          <p:cNvPr id="4387" name="Google Shape;4387;p153"/>
          <p:cNvSpPr/>
          <p:nvPr/>
        </p:nvSpPr>
        <p:spPr>
          <a:xfrm>
            <a:off x="11192050"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88" name="Google Shape;4388;p153"/>
          <p:cNvSpPr txBox="1"/>
          <p:nvPr/>
        </p:nvSpPr>
        <p:spPr>
          <a:xfrm>
            <a:off x="11385441"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Thursday</a:t>
            </a:r>
            <a:endParaRPr sz="2000">
              <a:solidFill>
                <a:schemeClr val="lt1"/>
              </a:solidFill>
              <a:latin typeface="Avant Garde Demi SFDC"/>
              <a:ea typeface="Avant Garde Demi SFDC"/>
              <a:cs typeface="Avant Garde Demi SFDC"/>
              <a:sym typeface="Avant Garde Demi SFDC"/>
            </a:endParaRPr>
          </a:p>
        </p:txBody>
      </p:sp>
      <p:sp>
        <p:nvSpPr>
          <p:cNvPr id="4389" name="Google Shape;4389;p153"/>
          <p:cNvSpPr/>
          <p:nvPr/>
        </p:nvSpPr>
        <p:spPr>
          <a:xfrm>
            <a:off x="14584677" y="2717093"/>
            <a:ext cx="2762100" cy="983700"/>
          </a:xfrm>
          <a:prstGeom prst="roundRect">
            <a:avLst>
              <a:gd fmla="val 16337" name="adj"/>
            </a:avLst>
          </a:prstGeom>
          <a:solidFill>
            <a:schemeClr val="dk2"/>
          </a:solidFill>
          <a:ln>
            <a:noFill/>
          </a:ln>
        </p:spPr>
        <p:txBody>
          <a:bodyPr anchorCtr="0" anchor="ctr" bIns="57150" lIns="57150" spcFirstLastPara="1" rIns="57150" wrap="square" tIns="57150">
            <a:noAutofit/>
          </a:bodyPr>
          <a:lstStyle/>
          <a:p>
            <a:pPr indent="0" lvl="0" marL="0" marR="0" rtl="0" algn="l">
              <a:lnSpc>
                <a:spcPct val="90000"/>
              </a:lnSpc>
              <a:spcBef>
                <a:spcPts val="0"/>
              </a:spcBef>
              <a:spcAft>
                <a:spcPts val="0"/>
              </a:spcAft>
              <a:buClr>
                <a:srgbClr val="EAF5FE"/>
              </a:buClr>
              <a:buSzPts val="3000"/>
              <a:buFont typeface="Questrial"/>
              <a:buNone/>
            </a:pPr>
            <a:r>
              <a:t/>
            </a:r>
            <a:endParaRPr b="0" i="0" sz="3000" u="none" cap="none" strike="noStrike">
              <a:solidFill>
                <a:srgbClr val="032D60"/>
              </a:solidFill>
              <a:latin typeface="Arial"/>
              <a:ea typeface="Arial"/>
              <a:cs typeface="Arial"/>
              <a:sym typeface="Arial"/>
            </a:endParaRPr>
          </a:p>
        </p:txBody>
      </p:sp>
      <p:sp>
        <p:nvSpPr>
          <p:cNvPr id="4390" name="Google Shape;4390;p153"/>
          <p:cNvSpPr txBox="1"/>
          <p:nvPr/>
        </p:nvSpPr>
        <p:spPr>
          <a:xfrm>
            <a:off x="14778069" y="2831091"/>
            <a:ext cx="23751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000">
                <a:solidFill>
                  <a:schemeClr val="lt1"/>
                </a:solidFill>
                <a:latin typeface="Avant Garde Demi SFDC"/>
                <a:ea typeface="Avant Garde Demi SFDC"/>
                <a:cs typeface="Avant Garde Demi SFDC"/>
                <a:sym typeface="Avant Garde Demi SFDC"/>
              </a:rPr>
              <a:t>Friday</a:t>
            </a:r>
            <a:endParaRPr sz="2000">
              <a:solidFill>
                <a:schemeClr val="lt1"/>
              </a:solidFill>
              <a:latin typeface="Avant Garde Demi SFDC"/>
              <a:ea typeface="Avant Garde Demi SFDC"/>
              <a:cs typeface="Avant Garde Demi SFDC"/>
              <a:sym typeface="Avant Garde Demi SFDC"/>
            </a:endParaRPr>
          </a:p>
        </p:txBody>
      </p:sp>
      <p:sp>
        <p:nvSpPr>
          <p:cNvPr id="4391" name="Google Shape;4391;p153"/>
          <p:cNvSpPr txBox="1"/>
          <p:nvPr>
            <p:ph idx="3" type="title"/>
          </p:nvPr>
        </p:nvSpPr>
        <p:spPr>
          <a:xfrm>
            <a:off x="12076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2" name="Google Shape;4392;p153"/>
          <p:cNvSpPr txBox="1"/>
          <p:nvPr>
            <p:ph idx="4" type="title"/>
          </p:nvPr>
        </p:nvSpPr>
        <p:spPr>
          <a:xfrm>
            <a:off x="460027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3" name="Google Shape;4393;p153"/>
          <p:cNvSpPr txBox="1"/>
          <p:nvPr>
            <p:ph idx="5" type="title"/>
          </p:nvPr>
        </p:nvSpPr>
        <p:spPr>
          <a:xfrm>
            <a:off x="799290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4" name="Google Shape;4394;p153"/>
          <p:cNvSpPr txBox="1"/>
          <p:nvPr>
            <p:ph idx="6" type="title"/>
          </p:nvPr>
        </p:nvSpPr>
        <p:spPr>
          <a:xfrm>
            <a:off x="11385525"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sp>
        <p:nvSpPr>
          <p:cNvPr id="4395" name="Google Shape;4395;p153"/>
          <p:cNvSpPr txBox="1"/>
          <p:nvPr>
            <p:ph idx="7" type="title"/>
          </p:nvPr>
        </p:nvSpPr>
        <p:spPr>
          <a:xfrm>
            <a:off x="14778150" y="3237324"/>
            <a:ext cx="2375100" cy="3255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000"/>
              <a:buFont typeface="Salesforce Sans"/>
              <a:buNone/>
              <a:defRPr sz="2000">
                <a:solidFill>
                  <a:schemeClr val="lt1"/>
                </a:solidFill>
                <a:latin typeface="Salesforce Sans"/>
                <a:ea typeface="Salesforce Sans"/>
                <a:cs typeface="Salesforce Sans"/>
                <a:sym typeface="Salesforce Sans"/>
              </a:defRPr>
            </a:lvl1pPr>
            <a:lvl2pPr lvl="1">
              <a:spcBef>
                <a:spcPts val="0"/>
              </a:spcBef>
              <a:spcAft>
                <a:spcPts val="0"/>
              </a:spcAft>
              <a:buSzPts val="2000"/>
              <a:buFont typeface="Salesforce Sans"/>
              <a:buNone/>
              <a:defRPr sz="2000">
                <a:latin typeface="Salesforce Sans"/>
                <a:ea typeface="Salesforce Sans"/>
                <a:cs typeface="Salesforce Sans"/>
                <a:sym typeface="Salesforce Sans"/>
              </a:defRPr>
            </a:lvl2pPr>
            <a:lvl3pPr lvl="2">
              <a:spcBef>
                <a:spcPts val="0"/>
              </a:spcBef>
              <a:spcAft>
                <a:spcPts val="0"/>
              </a:spcAft>
              <a:buSzPts val="2000"/>
              <a:buFont typeface="Salesforce Sans"/>
              <a:buNone/>
              <a:defRPr sz="2000">
                <a:latin typeface="Salesforce Sans"/>
                <a:ea typeface="Salesforce Sans"/>
                <a:cs typeface="Salesforce Sans"/>
                <a:sym typeface="Salesforce Sans"/>
              </a:defRPr>
            </a:lvl3pPr>
            <a:lvl4pPr lvl="3">
              <a:spcBef>
                <a:spcPts val="0"/>
              </a:spcBef>
              <a:spcAft>
                <a:spcPts val="0"/>
              </a:spcAft>
              <a:buSzPts val="2000"/>
              <a:buFont typeface="Salesforce Sans"/>
              <a:buNone/>
              <a:defRPr sz="2000">
                <a:latin typeface="Salesforce Sans"/>
                <a:ea typeface="Salesforce Sans"/>
                <a:cs typeface="Salesforce Sans"/>
                <a:sym typeface="Salesforce Sans"/>
              </a:defRPr>
            </a:lvl4pPr>
            <a:lvl5pPr lvl="4">
              <a:spcBef>
                <a:spcPts val="0"/>
              </a:spcBef>
              <a:spcAft>
                <a:spcPts val="0"/>
              </a:spcAft>
              <a:buSzPts val="2000"/>
              <a:buFont typeface="Salesforce Sans"/>
              <a:buNone/>
              <a:defRPr sz="2000">
                <a:latin typeface="Salesforce Sans"/>
                <a:ea typeface="Salesforce Sans"/>
                <a:cs typeface="Salesforce Sans"/>
                <a:sym typeface="Salesforce Sans"/>
              </a:defRPr>
            </a:lvl5pPr>
            <a:lvl6pPr lvl="5">
              <a:spcBef>
                <a:spcPts val="0"/>
              </a:spcBef>
              <a:spcAft>
                <a:spcPts val="0"/>
              </a:spcAft>
              <a:buSzPts val="2000"/>
              <a:buFont typeface="Salesforce Sans"/>
              <a:buNone/>
              <a:defRPr sz="2000">
                <a:latin typeface="Salesforce Sans"/>
                <a:ea typeface="Salesforce Sans"/>
                <a:cs typeface="Salesforce Sans"/>
                <a:sym typeface="Salesforce Sans"/>
              </a:defRPr>
            </a:lvl6pPr>
            <a:lvl7pPr lvl="6">
              <a:spcBef>
                <a:spcPts val="0"/>
              </a:spcBef>
              <a:spcAft>
                <a:spcPts val="0"/>
              </a:spcAft>
              <a:buSzPts val="2000"/>
              <a:buFont typeface="Salesforce Sans"/>
              <a:buNone/>
              <a:defRPr sz="2000">
                <a:latin typeface="Salesforce Sans"/>
                <a:ea typeface="Salesforce Sans"/>
                <a:cs typeface="Salesforce Sans"/>
                <a:sym typeface="Salesforce Sans"/>
              </a:defRPr>
            </a:lvl7pPr>
            <a:lvl8pPr lvl="7">
              <a:spcBef>
                <a:spcPts val="0"/>
              </a:spcBef>
              <a:spcAft>
                <a:spcPts val="0"/>
              </a:spcAft>
              <a:buSzPts val="2000"/>
              <a:buFont typeface="Salesforce Sans"/>
              <a:buNone/>
              <a:defRPr sz="2000">
                <a:latin typeface="Salesforce Sans"/>
                <a:ea typeface="Salesforce Sans"/>
                <a:cs typeface="Salesforce Sans"/>
                <a:sym typeface="Salesforce Sans"/>
              </a:defRPr>
            </a:lvl8pPr>
            <a:lvl9pPr lvl="8">
              <a:spcBef>
                <a:spcPts val="0"/>
              </a:spcBef>
              <a:spcAft>
                <a:spcPts val="0"/>
              </a:spcAft>
              <a:buSzPts val="2000"/>
              <a:buFont typeface="Salesforce Sans"/>
              <a:buNone/>
              <a:defRPr sz="2000">
                <a:latin typeface="Salesforce Sans"/>
                <a:ea typeface="Salesforce Sans"/>
                <a:cs typeface="Salesforce Sans"/>
                <a:sym typeface="Salesforce Sans"/>
              </a:defRPr>
            </a:lvl9pPr>
          </a:lstStyle>
          <a:p/>
        </p:txBody>
      </p:sp>
      <p:pic>
        <p:nvPicPr>
          <p:cNvPr descr="Yellow_single_sparkle.png" id="4396" name="Google Shape;4396;p153"/>
          <p:cNvPicPr preferRelativeResize="0"/>
          <p:nvPr/>
        </p:nvPicPr>
        <p:blipFill rotWithShape="1">
          <a:blip r:embed="rId3">
            <a:alphaModFix/>
          </a:blip>
          <a:srcRect b="0" l="0" r="0" t="0"/>
          <a:stretch/>
        </p:blipFill>
        <p:spPr>
          <a:xfrm rot="618519">
            <a:off x="17716618" y="8037292"/>
            <a:ext cx="336404" cy="340708"/>
          </a:xfrm>
          <a:prstGeom prst="rect">
            <a:avLst/>
          </a:prstGeom>
          <a:noFill/>
          <a:ln>
            <a:noFill/>
          </a:ln>
        </p:spPr>
      </p:pic>
      <p:pic>
        <p:nvPicPr>
          <p:cNvPr descr="Yellow_single_sparkle.png" id="4397" name="Google Shape;4397;p153"/>
          <p:cNvPicPr preferRelativeResize="0"/>
          <p:nvPr/>
        </p:nvPicPr>
        <p:blipFill rotWithShape="1">
          <a:blip r:embed="rId3">
            <a:alphaModFix/>
          </a:blip>
          <a:srcRect b="0" l="0" r="0" t="0"/>
          <a:stretch/>
        </p:blipFill>
        <p:spPr>
          <a:xfrm rot="-669029">
            <a:off x="16923044" y="8209249"/>
            <a:ext cx="768236" cy="778064"/>
          </a:xfrm>
          <a:prstGeom prst="rect">
            <a:avLst/>
          </a:prstGeom>
          <a:noFill/>
          <a:ln>
            <a:noFill/>
          </a:ln>
        </p:spPr>
      </p:pic>
      <p:pic>
        <p:nvPicPr>
          <p:cNvPr descr="alt=&quot;&quot;" id="4398" name="Google Shape;4398;p153"/>
          <p:cNvPicPr preferRelativeResize="0"/>
          <p:nvPr/>
        </p:nvPicPr>
        <p:blipFill rotWithShape="1">
          <a:blip r:embed="rId3">
            <a:alphaModFix/>
          </a:blip>
          <a:srcRect b="0" l="0" r="0" t="0"/>
          <a:stretch/>
        </p:blipFill>
        <p:spPr>
          <a:xfrm rot="-1107206">
            <a:off x="292166" y="2423508"/>
            <a:ext cx="485211" cy="491419"/>
          </a:xfrm>
          <a:prstGeom prst="rect">
            <a:avLst/>
          </a:prstGeom>
          <a:noFill/>
          <a:ln>
            <a:noFill/>
          </a:ln>
        </p:spPr>
      </p:pic>
      <p:pic>
        <p:nvPicPr>
          <p:cNvPr descr="alt=&quot;&quot;" id="4399" name="Google Shape;4399;p153"/>
          <p:cNvPicPr preferRelativeResize="0"/>
          <p:nvPr/>
        </p:nvPicPr>
        <p:blipFill rotWithShape="1">
          <a:blip r:embed="rId3">
            <a:alphaModFix/>
          </a:blip>
          <a:srcRect b="0" l="0" r="0" t="0"/>
          <a:stretch/>
        </p:blipFill>
        <p:spPr>
          <a:xfrm rot="450588">
            <a:off x="390984" y="3078575"/>
            <a:ext cx="189095" cy="191530"/>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1 NoC">
  <p:cSld name="TITLE_1_1_1_1_1_1_1_1_1_1_1_1_1_1_1_1_1_1_1_1_1_1_1_1_1_1_1_1_1_1_1_1_1_1_1_1_1_1_1_1_1_1_1_1_1_1_1_1_1_2">
    <p:bg>
      <p:bgPr>
        <a:solidFill>
          <a:srgbClr val="CFE9FE"/>
        </a:solidFill>
      </p:bgPr>
    </p:bg>
    <p:spTree>
      <p:nvGrpSpPr>
        <p:cNvPr id="4400" name="Shape 4400"/>
        <p:cNvGrpSpPr/>
        <p:nvPr/>
      </p:nvGrpSpPr>
      <p:grpSpPr>
        <a:xfrm>
          <a:off x="0" y="0"/>
          <a:ext cx="0" cy="0"/>
          <a:chOff x="0" y="0"/>
          <a:chExt cx="0" cy="0"/>
        </a:xfrm>
      </p:grpSpPr>
      <p:sp>
        <p:nvSpPr>
          <p:cNvPr id="4401" name="Google Shape;4401;p154"/>
          <p:cNvSpPr txBox="1"/>
          <p:nvPr/>
        </p:nvSpPr>
        <p:spPr>
          <a:xfrm>
            <a:off x="864324" y="864108"/>
            <a:ext cx="15146400" cy="1256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5400">
                <a:solidFill>
                  <a:schemeClr val="dk1"/>
                </a:solidFill>
                <a:latin typeface="Avant Garde Demi SFDC"/>
                <a:ea typeface="Avant Garde Demi SFDC"/>
                <a:cs typeface="Avant Garde Demi SFDC"/>
                <a:sym typeface="Avant Garde Demi SFDC"/>
              </a:rPr>
              <a:t>Notice of confidentiality</a:t>
            </a:r>
            <a:endParaRPr sz="5400">
              <a:solidFill>
                <a:schemeClr val="dk1"/>
              </a:solidFill>
              <a:latin typeface="Avant Garde Demi SFDC"/>
              <a:ea typeface="Avant Garde Demi SFDC"/>
              <a:cs typeface="Avant Garde Demi SFDC"/>
              <a:sym typeface="Avant Garde Demi SFDC"/>
            </a:endParaRPr>
          </a:p>
        </p:txBody>
      </p:sp>
      <p:sp>
        <p:nvSpPr>
          <p:cNvPr id="4402" name="Google Shape;4402;p154" title="alt=&quot;&quot;"/>
          <p:cNvSpPr/>
          <p:nvPr/>
        </p:nvSpPr>
        <p:spPr>
          <a:xfrm>
            <a:off x="858159" y="2761300"/>
            <a:ext cx="16536000" cy="6256500"/>
          </a:xfrm>
          <a:prstGeom prst="roundRect">
            <a:avLst>
              <a:gd fmla="val 3384" name="adj"/>
            </a:avLst>
          </a:prstGeom>
          <a:solidFill>
            <a:srgbClr val="FFFFFF"/>
          </a:solidFill>
          <a:ln>
            <a:noFill/>
          </a:ln>
        </p:spPr>
        <p:txBody>
          <a:bodyPr anchorCtr="0" anchor="ctr" bIns="137150" lIns="137150" spcFirstLastPara="1" rIns="137150" wrap="square" tIns="137150">
            <a:noAutofit/>
          </a:bodyPr>
          <a:lstStyle/>
          <a:p>
            <a:pPr indent="0" lvl="0" marL="0" marR="0" rtl="0" algn="l">
              <a:lnSpc>
                <a:spcPct val="100000"/>
              </a:lnSpc>
              <a:spcBef>
                <a:spcPts val="0"/>
              </a:spcBef>
              <a:spcAft>
                <a:spcPts val="0"/>
              </a:spcAft>
              <a:buNone/>
            </a:pPr>
            <a:r>
              <a:t/>
            </a:r>
            <a:endParaRPr b="0" i="0" sz="2100" u="none" cap="none" strike="noStrike">
              <a:solidFill>
                <a:srgbClr val="FFFFFF"/>
              </a:solidFill>
              <a:latin typeface="Salesforce Sans"/>
              <a:ea typeface="Salesforce Sans"/>
              <a:cs typeface="Salesforce Sans"/>
              <a:sym typeface="Salesforce Sans"/>
            </a:endParaRPr>
          </a:p>
        </p:txBody>
      </p:sp>
      <p:pic>
        <p:nvPicPr>
          <p:cNvPr id="4403" name="Google Shape;4403;p154"/>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04" name="Google Shape;4404;p154"/>
          <p:cNvPicPr preferRelativeResize="0"/>
          <p:nvPr/>
        </p:nvPicPr>
        <p:blipFill rotWithShape="1">
          <a:blip r:embed="rId3">
            <a:alphaModFix/>
          </a:blip>
          <a:srcRect b="20754" l="3941" r="72741" t="17734"/>
          <a:stretch/>
        </p:blipFill>
        <p:spPr>
          <a:xfrm>
            <a:off x="1486825" y="3902925"/>
            <a:ext cx="3656673" cy="3786776"/>
          </a:xfrm>
          <a:prstGeom prst="rect">
            <a:avLst/>
          </a:prstGeom>
          <a:noFill/>
          <a:ln>
            <a:noFill/>
          </a:ln>
        </p:spPr>
      </p:pic>
      <p:sp>
        <p:nvSpPr>
          <p:cNvPr id="4405" name="Google Shape;4405;p154"/>
          <p:cNvSpPr txBox="1"/>
          <p:nvPr/>
        </p:nvSpPr>
        <p:spPr>
          <a:xfrm>
            <a:off x="6118768" y="4068438"/>
            <a:ext cx="9777000" cy="344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4263">
                <a:solidFill>
                  <a:srgbClr val="003366"/>
                </a:solidFill>
                <a:latin typeface="Salesforce Sans"/>
                <a:ea typeface="Salesforce Sans"/>
                <a:cs typeface="Salesforce Sans"/>
                <a:sym typeface="Salesforce Sans"/>
              </a:rPr>
              <a:t>The contents of this presentation are confidential and are intended solely </a:t>
            </a:r>
            <a:br>
              <a:rPr lang="en" sz="4263">
                <a:solidFill>
                  <a:srgbClr val="003366"/>
                </a:solidFill>
                <a:latin typeface="Salesforce Sans"/>
                <a:ea typeface="Salesforce Sans"/>
                <a:cs typeface="Salesforce Sans"/>
                <a:sym typeface="Salesforce Sans"/>
              </a:rPr>
            </a:br>
            <a:r>
              <a:rPr lang="en" sz="4263">
                <a:solidFill>
                  <a:srgbClr val="003366"/>
                </a:solidFill>
                <a:latin typeface="Salesforce Sans"/>
                <a:ea typeface="Salesforce Sans"/>
                <a:cs typeface="Salesforce Sans"/>
                <a:sym typeface="Salesforce Sans"/>
              </a:rPr>
              <a:t>for internal purposes. </a:t>
            </a:r>
            <a:r>
              <a:rPr b="1" lang="en" sz="4263">
                <a:solidFill>
                  <a:srgbClr val="003366"/>
                </a:solidFill>
                <a:latin typeface="Salesforce Sans"/>
                <a:ea typeface="Salesforce Sans"/>
                <a:cs typeface="Salesforce Sans"/>
                <a:sym typeface="Salesforce Sans"/>
              </a:rPr>
              <a:t>The contents </a:t>
            </a:r>
            <a:br>
              <a:rPr b="1" lang="en" sz="4263">
                <a:solidFill>
                  <a:srgbClr val="003366"/>
                </a:solidFill>
                <a:latin typeface="Salesforce Sans"/>
                <a:ea typeface="Salesforce Sans"/>
                <a:cs typeface="Salesforce Sans"/>
                <a:sym typeface="Salesforce Sans"/>
              </a:rPr>
            </a:br>
            <a:r>
              <a:rPr b="1" lang="en" sz="4263">
                <a:solidFill>
                  <a:srgbClr val="003366"/>
                </a:solidFill>
                <a:latin typeface="Salesforce Sans"/>
                <a:ea typeface="Salesforce Sans"/>
                <a:cs typeface="Salesforce Sans"/>
                <a:sym typeface="Salesforce Sans"/>
              </a:rPr>
              <a:t>are shared with you in trust.</a:t>
            </a:r>
            <a:endParaRPr sz="3654">
              <a:solidFill>
                <a:srgbClr val="59575C"/>
              </a:solidFill>
              <a:latin typeface="Salesforce Sans"/>
              <a:ea typeface="Salesforce Sans"/>
              <a:cs typeface="Salesforce Sans"/>
              <a:sym typeface="Salesforce Sans"/>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lank Gradient Reverse">
  <p:cSld name="CUSTOM_4">
    <p:bg>
      <p:bgPr>
        <a:gradFill>
          <a:gsLst>
            <a:gs pos="0">
              <a:srgbClr val="90D0FE"/>
            </a:gs>
            <a:gs pos="100000">
              <a:srgbClr val="EAF5FE"/>
            </a:gs>
          </a:gsLst>
          <a:lin ang="5400012" scaled="0"/>
        </a:gradFill>
      </p:bgPr>
    </p:bg>
    <p:spTree>
      <p:nvGrpSpPr>
        <p:cNvPr id="4406" name="Shape 4406"/>
        <p:cNvGrpSpPr/>
        <p:nvPr/>
      </p:nvGrpSpPr>
      <p:grpSpPr>
        <a:xfrm>
          <a:off x="0" y="0"/>
          <a:ext cx="0" cy="0"/>
          <a:chOff x="0" y="0"/>
          <a:chExt cx="0" cy="0"/>
        </a:xfrm>
      </p:grpSpPr>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TITLE_1_4">
    <p:bg>
      <p:bgPr>
        <a:solidFill>
          <a:srgbClr val="CFE9FE"/>
        </a:solidFill>
      </p:bgPr>
    </p:bg>
    <p:spTree>
      <p:nvGrpSpPr>
        <p:cNvPr id="4407" name="Shape 4407"/>
        <p:cNvGrpSpPr/>
        <p:nvPr/>
      </p:nvGrpSpPr>
      <p:grpSpPr>
        <a:xfrm>
          <a:off x="0" y="0"/>
          <a:ext cx="0" cy="0"/>
          <a:chOff x="0" y="0"/>
          <a:chExt cx="0" cy="0"/>
        </a:xfrm>
      </p:grpSpPr>
      <p:sp>
        <p:nvSpPr>
          <p:cNvPr id="4408" name="Google Shape;4408;p156"/>
          <p:cNvSpPr txBox="1"/>
          <p:nvPr>
            <p:ph idx="12" type="sldNum"/>
          </p:nvPr>
        </p:nvSpPr>
        <p:spPr>
          <a:xfrm>
            <a:off x="24383999" y="9204037"/>
            <a:ext cx="4267200" cy="660900"/>
          </a:xfrm>
          <a:prstGeom prst="rect">
            <a:avLst/>
          </a:prstGeom>
          <a:noFill/>
          <a:ln>
            <a:noFill/>
          </a:ln>
        </p:spPr>
        <p:txBody>
          <a:bodyPr anchorCtr="0" anchor="ctr" bIns="182825" lIns="182825" spcFirstLastPara="1" rIns="182825" wrap="square" tIns="182825">
            <a:normAutofit/>
          </a:bodyPr>
          <a:lstStyle>
            <a:lvl1pPr indent="0" lvl="0"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1pPr>
            <a:lvl2pPr indent="0" lvl="1"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2pPr>
            <a:lvl3pPr indent="0" lvl="2"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3pPr>
            <a:lvl4pPr indent="0" lvl="3"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4pPr>
            <a:lvl5pPr indent="0" lvl="4"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5pPr>
            <a:lvl6pPr indent="0" lvl="5"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6pPr>
            <a:lvl7pPr indent="0" lvl="6"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7pPr>
            <a:lvl8pPr indent="0" lvl="7"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8pPr>
            <a:lvl9pPr indent="0" lvl="8" marL="0" algn="r">
              <a:lnSpc>
                <a:spcPct val="100000"/>
              </a:lnSpc>
              <a:spcBef>
                <a:spcPts val="0"/>
              </a:spcBef>
              <a:spcAft>
                <a:spcPts val="0"/>
              </a:spcAft>
              <a:buClr>
                <a:srgbClr val="444444"/>
              </a:buClr>
              <a:buSzPts val="1800"/>
              <a:buFont typeface="Arial"/>
              <a:buNone/>
              <a:defRPr sz="1800">
                <a:solidFill>
                  <a:srgbClr val="444444"/>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b="0" i="0" u="none" cap="none" strike="noStrik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Logo with Light Stage">
  <p:cSld name="CUSTOM_1_1">
    <p:bg>
      <p:bgPr>
        <a:solidFill>
          <a:srgbClr val="CFE9FE"/>
        </a:solidFill>
      </p:bgPr>
    </p:bg>
    <p:spTree>
      <p:nvGrpSpPr>
        <p:cNvPr id="4409" name="Shape 4409"/>
        <p:cNvGrpSpPr/>
        <p:nvPr/>
      </p:nvGrpSpPr>
      <p:grpSpPr>
        <a:xfrm>
          <a:off x="0" y="0"/>
          <a:ext cx="0" cy="0"/>
          <a:chOff x="0" y="0"/>
          <a:chExt cx="0" cy="0"/>
        </a:xfrm>
      </p:grpSpPr>
      <p:pic>
        <p:nvPicPr>
          <p:cNvPr id="4410" name="Google Shape;4410;p157"/>
          <p:cNvPicPr preferRelativeResize="0"/>
          <p:nvPr/>
        </p:nvPicPr>
        <p:blipFill>
          <a:blip r:embed="rId2">
            <a:alphaModFix/>
          </a:blip>
          <a:stretch>
            <a:fillRect/>
          </a:stretch>
        </p:blipFill>
        <p:spPr>
          <a:xfrm>
            <a:off x="0" y="0"/>
            <a:ext cx="18288000" cy="10287000"/>
          </a:xfrm>
          <a:prstGeom prst="rect">
            <a:avLst/>
          </a:prstGeom>
          <a:noFill/>
          <a:ln>
            <a:noFill/>
          </a:ln>
        </p:spPr>
      </p:pic>
      <p:pic>
        <p:nvPicPr>
          <p:cNvPr id="4411" name="Google Shape;4411;p157"/>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Aubergine product">
  <p:cSld name="TITLE_1_1_1_1_1_1_1_1_1_1_1_1_1_1_1_1_1_1_1_1_1_1_1_1_1_1_1_1_2_1_1_1_1_1_1_1_1_1">
    <p:bg>
      <p:bgPr>
        <a:solidFill>
          <a:srgbClr val="CFE9FE"/>
        </a:solidFill>
      </p:bgPr>
    </p:bg>
    <p:spTree>
      <p:nvGrpSpPr>
        <p:cNvPr id="4412" name="Shape 4412"/>
        <p:cNvGrpSpPr/>
        <p:nvPr/>
      </p:nvGrpSpPr>
      <p:grpSpPr>
        <a:xfrm>
          <a:off x="0" y="0"/>
          <a:ext cx="0" cy="0"/>
          <a:chOff x="0" y="0"/>
          <a:chExt cx="0" cy="0"/>
        </a:xfrm>
      </p:grpSpPr>
      <p:pic>
        <p:nvPicPr>
          <p:cNvPr id="4413" name="Google Shape;4413;p158" title="slack-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ales Cloud">
  <p:cSld name="TITLE_1_1_1_1_1_1_1_1_1_1_1_1_1_1_1_1_1_1_1_1_1_1_1_1_1_1_1_1_2_1_1">
    <p:bg>
      <p:bgPr>
        <a:solidFill>
          <a:srgbClr val="CFE9FE"/>
        </a:solidFill>
      </p:bgPr>
    </p:bg>
    <p:spTree>
      <p:nvGrpSpPr>
        <p:cNvPr id="4414" name="Shape 4414"/>
        <p:cNvGrpSpPr/>
        <p:nvPr/>
      </p:nvGrpSpPr>
      <p:grpSpPr>
        <a:xfrm>
          <a:off x="0" y="0"/>
          <a:ext cx="0" cy="0"/>
          <a:chOff x="0" y="0"/>
          <a:chExt cx="0" cy="0"/>
        </a:xfrm>
      </p:grpSpPr>
      <p:pic>
        <p:nvPicPr>
          <p:cNvPr id="4415" name="Google Shape;4415;p159"/>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6" name="Google Shape;4416;p159"/>
          <p:cNvPicPr preferRelativeResize="0"/>
          <p:nvPr/>
        </p:nvPicPr>
        <p:blipFill>
          <a:blip r:embed="rId3">
            <a:alphaModFix/>
          </a:blip>
          <a:stretch>
            <a:fillRect/>
          </a:stretch>
        </p:blipFill>
        <p:spPr>
          <a:xfrm>
            <a:off x="34" y="0"/>
            <a:ext cx="18287933" cy="10287000"/>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Service">
  <p:cSld name="TITLE_1_1_1_1_1_1_1_1_1_1_1_1_1_1_1_1_1_1_1_1_1_1_1_1_1_1_1_1_2_1_1_1">
    <p:bg>
      <p:bgPr>
        <a:solidFill>
          <a:srgbClr val="CFE9FE"/>
        </a:solidFill>
      </p:bgPr>
    </p:bg>
    <p:spTree>
      <p:nvGrpSpPr>
        <p:cNvPr id="4417" name="Shape 4417"/>
        <p:cNvGrpSpPr/>
        <p:nvPr/>
      </p:nvGrpSpPr>
      <p:grpSpPr>
        <a:xfrm>
          <a:off x="0" y="0"/>
          <a:ext cx="0" cy="0"/>
          <a:chOff x="0" y="0"/>
          <a:chExt cx="0" cy="0"/>
        </a:xfrm>
      </p:grpSpPr>
      <p:pic>
        <p:nvPicPr>
          <p:cNvPr id="4418" name="Google Shape;4418;p160"/>
          <p:cNvPicPr preferRelativeResize="0"/>
          <p:nvPr/>
        </p:nvPicPr>
        <p:blipFill>
          <a:blip r:embed="rId2">
            <a:alphaModFix/>
          </a:blip>
          <a:stretch>
            <a:fillRect/>
          </a:stretch>
        </p:blipFill>
        <p:spPr>
          <a:xfrm>
            <a:off x="16550000" y="848191"/>
            <a:ext cx="953599" cy="667523"/>
          </a:xfrm>
          <a:prstGeom prst="rect">
            <a:avLst/>
          </a:prstGeom>
          <a:noFill/>
          <a:ln>
            <a:noFill/>
          </a:ln>
        </p:spPr>
      </p:pic>
      <p:pic>
        <p:nvPicPr>
          <p:cNvPr id="4419" name="Google Shape;4419;p160" title="service-bg.jpg"/>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Electric Blue product">
  <p:cSld name="TITLE_1_1_1_1_1_1_1_1_1_1_1_1_1_1_1_1_1_1_1_1_1_1_1_1_1_1_1_1_2_1_1_1_1_1_1_1_1_2">
    <p:bg>
      <p:bgPr>
        <a:solidFill>
          <a:srgbClr val="CFE9FE"/>
        </a:solidFill>
      </p:bgPr>
    </p:bg>
    <p:spTree>
      <p:nvGrpSpPr>
        <p:cNvPr id="4420" name="Shape 4420"/>
        <p:cNvGrpSpPr/>
        <p:nvPr/>
      </p:nvGrpSpPr>
      <p:grpSpPr>
        <a:xfrm>
          <a:off x="0" y="0"/>
          <a:ext cx="0" cy="0"/>
          <a:chOff x="0" y="0"/>
          <a:chExt cx="0" cy="0"/>
        </a:xfrm>
      </p:grpSpPr>
      <p:pic>
        <p:nvPicPr>
          <p:cNvPr id="4421" name="Google Shape;4421;p161" title="DF Slides for conversion_1920x1080.001.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Marketing">
  <p:cSld name="TITLE_1_1_1_1_1_1_1_1_1_1_1_1_1_1_1_1_1_1_1_1_1_1_1_1_1_1_1_1_2_1_1_1_1">
    <p:bg>
      <p:bgPr>
        <a:solidFill>
          <a:srgbClr val="CFE9FE"/>
        </a:solidFill>
      </p:bgPr>
    </p:bg>
    <p:spTree>
      <p:nvGrpSpPr>
        <p:cNvPr id="4422" name="Shape 4422"/>
        <p:cNvGrpSpPr/>
        <p:nvPr/>
      </p:nvGrpSpPr>
      <p:grpSpPr>
        <a:xfrm>
          <a:off x="0" y="0"/>
          <a:ext cx="0" cy="0"/>
          <a:chOff x="0" y="0"/>
          <a:chExt cx="0" cy="0"/>
        </a:xfrm>
      </p:grpSpPr>
      <p:pic>
        <p:nvPicPr>
          <p:cNvPr id="4423" name="Google Shape;4423;p162" title="mktg-bg.jpeg"/>
          <p:cNvPicPr preferRelativeResize="0"/>
          <p:nvPr/>
        </p:nvPicPr>
        <p:blipFill rotWithShape="1">
          <a:blip r:embed="rId2">
            <a:alphaModFix/>
          </a:blip>
          <a:srcRect b="0" l="338" r="338" t="0"/>
          <a:stretch/>
        </p:blipFill>
        <p:spPr>
          <a:xfrm>
            <a:off x="-53754" y="-68029"/>
            <a:ext cx="18470952" cy="10461074"/>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Commerce">
  <p:cSld name="TITLE_1_1_1_1_1_1_1_1_1_1_1_1_1_1_1_1_1_1_1_1_1_1_1_1_1_1_1_1_2_1_1_1_1_1">
    <p:bg>
      <p:bgPr>
        <a:solidFill>
          <a:srgbClr val="CFE9FE"/>
        </a:solidFill>
      </p:bgPr>
    </p:bg>
    <p:spTree>
      <p:nvGrpSpPr>
        <p:cNvPr id="4424" name="Shape 4424"/>
        <p:cNvGrpSpPr/>
        <p:nvPr/>
      </p:nvGrpSpPr>
      <p:grpSpPr>
        <a:xfrm>
          <a:off x="0" y="0"/>
          <a:ext cx="0" cy="0"/>
          <a:chOff x="0" y="0"/>
          <a:chExt cx="0" cy="0"/>
        </a:xfrm>
      </p:grpSpPr>
      <p:pic>
        <p:nvPicPr>
          <p:cNvPr id="4425" name="Google Shape;4425;p163" title="commerce-bg.jp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Tableau">
  <p:cSld name="TITLE_1_1_1_1_1_1_1_1_1_1_1_1_1_1_1_1_1_1_1_1_1_1_1_1_1_1_1_1_2_1_1_1_1_1_1">
    <p:bg>
      <p:bgPr>
        <a:solidFill>
          <a:srgbClr val="CFE9FE"/>
        </a:solidFill>
      </p:bgPr>
    </p:bg>
    <p:spTree>
      <p:nvGrpSpPr>
        <p:cNvPr id="4426" name="Shape 4426"/>
        <p:cNvGrpSpPr/>
        <p:nvPr/>
      </p:nvGrpSpPr>
      <p:grpSpPr>
        <a:xfrm>
          <a:off x="0" y="0"/>
          <a:ext cx="0" cy="0"/>
          <a:chOff x="0" y="0"/>
          <a:chExt cx="0" cy="0"/>
        </a:xfrm>
      </p:grpSpPr>
      <p:pic>
        <p:nvPicPr>
          <p:cNvPr id="4427" name="Google Shape;4427;p164" title="DF Slides for conversion_1920x1080 (6).005.jpeg"/>
          <p:cNvPicPr preferRelativeResize="0"/>
          <p:nvPr/>
        </p:nvPicPr>
        <p:blipFill rotWithShape="1">
          <a:blip r:embed="rId2">
            <a:alphaModFix/>
          </a:blip>
          <a:srcRect b="0" l="338" r="338" t="0"/>
          <a:stretch/>
        </p:blipFill>
        <p:spPr>
          <a:xfrm>
            <a:off x="-53754" y="-68029"/>
            <a:ext cx="18470947" cy="10461074"/>
          </a:xfrm>
          <a:prstGeom prst="rect">
            <a:avLst/>
          </a:prstGeom>
          <a:noFill/>
          <a:ln>
            <a:noFill/>
          </a:ln>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 Purple Data">
  <p:cSld name="TITLE_1_1_1_1_1_1_1_1_1_1_1_1_1_1_1_1_1_1_1_1_1_1_1_1_1_1_1_1_2_1_1_1_1_1_1_1_1_1_1">
    <p:bg>
      <p:bgPr>
        <a:solidFill>
          <a:srgbClr val="CFE9FE"/>
        </a:solidFill>
      </p:bgPr>
    </p:bg>
    <p:spTree>
      <p:nvGrpSpPr>
        <p:cNvPr id="4428" name="Shape 4428"/>
        <p:cNvGrpSpPr/>
        <p:nvPr/>
      </p:nvGrpSpPr>
      <p:grpSpPr>
        <a:xfrm>
          <a:off x="0" y="0"/>
          <a:ext cx="0" cy="0"/>
          <a:chOff x="0" y="0"/>
          <a:chExt cx="0" cy="0"/>
        </a:xfrm>
      </p:grpSpPr>
      <p:pic>
        <p:nvPicPr>
          <p:cNvPr id="4429" name="Google Shape;4429;p165" title="Purple.png"/>
          <p:cNvPicPr preferRelativeResize="0"/>
          <p:nvPr/>
        </p:nvPicPr>
        <p:blipFill rotWithShape="1">
          <a:blip r:embed="rId2">
            <a:alphaModFix/>
          </a:blip>
          <a:srcRect b="0" l="0" r="0" t="0"/>
          <a:stretch/>
        </p:blipFill>
        <p:spPr>
          <a:xfrm>
            <a:off x="0" y="0"/>
            <a:ext cx="18288000" cy="10287005"/>
          </a:xfrm>
          <a:prstGeom prst="rect">
            <a:avLst/>
          </a:prstGeom>
          <a:noFill/>
          <a:ln>
            <a:noFill/>
          </a:ln>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tx">
  <p:cSld name="TITLE_AND_BODY">
    <p:spTree>
      <p:nvGrpSpPr>
        <p:cNvPr id="4430" name="Shape 4430"/>
        <p:cNvGrpSpPr/>
        <p:nvPr/>
      </p:nvGrpSpPr>
      <p:grpSpPr>
        <a:xfrm>
          <a:off x="0" y="0"/>
          <a:ext cx="0" cy="0"/>
          <a:chOff x="0" y="0"/>
          <a:chExt cx="0" cy="0"/>
        </a:xfrm>
      </p:grpSpPr>
      <p:sp>
        <p:nvSpPr>
          <p:cNvPr id="4431" name="Google Shape;4431;p166"/>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Statement 1 1">
  <p:cSld name="TITLE_1_1_1_1_1_1_1_1_1_1_1_1_1_1_1_1_1_1_1_1_1_1_1_1_1_1_1_2">
    <p:bg>
      <p:bgPr>
        <a:solidFill>
          <a:srgbClr val="CFE9FE"/>
        </a:solidFill>
      </p:bgPr>
    </p:bg>
    <p:spTree>
      <p:nvGrpSpPr>
        <p:cNvPr id="4432" name="Shape 4432"/>
        <p:cNvGrpSpPr/>
        <p:nvPr/>
      </p:nvGrpSpPr>
      <p:grpSpPr>
        <a:xfrm>
          <a:off x="0" y="0"/>
          <a:ext cx="0" cy="0"/>
          <a:chOff x="0" y="0"/>
          <a:chExt cx="0" cy="0"/>
        </a:xfrm>
      </p:grpSpPr>
      <p:pic>
        <p:nvPicPr>
          <p:cNvPr id="4433" name="Google Shape;4433;p167" title="Blue Gradient.png"/>
          <p:cNvPicPr preferRelativeResize="0"/>
          <p:nvPr/>
        </p:nvPicPr>
        <p:blipFill>
          <a:blip r:embed="rId2">
            <a:alphaModFix/>
          </a:blip>
          <a:stretch>
            <a:fillRect/>
          </a:stretch>
        </p:blipFill>
        <p:spPr>
          <a:xfrm>
            <a:off x="0" y="0"/>
            <a:ext cx="18288000" cy="10287003"/>
          </a:xfrm>
          <a:prstGeom prst="rect">
            <a:avLst/>
          </a:prstGeom>
          <a:noFill/>
          <a:ln>
            <a:noFill/>
          </a:ln>
        </p:spPr>
      </p:pic>
      <p:sp>
        <p:nvSpPr>
          <p:cNvPr id="4434" name="Google Shape;4434;p167"/>
          <p:cNvSpPr txBox="1"/>
          <p:nvPr>
            <p:ph type="title"/>
          </p:nvPr>
        </p:nvSpPr>
        <p:spPr>
          <a:xfrm>
            <a:off x="1133475" y="3705225"/>
            <a:ext cx="16020900" cy="30909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Clr>
                <a:schemeClr val="lt1"/>
              </a:buClr>
              <a:buSzPts val="10800"/>
              <a:buNone/>
              <a:defRPr sz="10800">
                <a:solidFill>
                  <a:schemeClr val="lt1"/>
                </a:solidFill>
              </a:defRPr>
            </a:lvl1pPr>
            <a:lvl2pPr lvl="1" algn="ctr">
              <a:spcBef>
                <a:spcPts val="0"/>
              </a:spcBef>
              <a:spcAft>
                <a:spcPts val="0"/>
              </a:spcAft>
              <a:buClr>
                <a:schemeClr val="accent3"/>
              </a:buClr>
              <a:buSzPts val="10800"/>
              <a:buNone/>
              <a:defRPr sz="10800">
                <a:solidFill>
                  <a:schemeClr val="accent3"/>
                </a:solidFill>
              </a:defRPr>
            </a:lvl2pPr>
            <a:lvl3pPr lvl="2" algn="ctr">
              <a:spcBef>
                <a:spcPts val="0"/>
              </a:spcBef>
              <a:spcAft>
                <a:spcPts val="0"/>
              </a:spcAft>
              <a:buClr>
                <a:schemeClr val="accent3"/>
              </a:buClr>
              <a:buSzPts val="10800"/>
              <a:buNone/>
              <a:defRPr sz="10800">
                <a:solidFill>
                  <a:schemeClr val="accent3"/>
                </a:solidFill>
              </a:defRPr>
            </a:lvl3pPr>
            <a:lvl4pPr lvl="3" algn="ctr">
              <a:spcBef>
                <a:spcPts val="0"/>
              </a:spcBef>
              <a:spcAft>
                <a:spcPts val="0"/>
              </a:spcAft>
              <a:buClr>
                <a:schemeClr val="accent3"/>
              </a:buClr>
              <a:buSzPts val="10800"/>
              <a:buNone/>
              <a:defRPr sz="10800">
                <a:solidFill>
                  <a:schemeClr val="accent3"/>
                </a:solidFill>
              </a:defRPr>
            </a:lvl4pPr>
            <a:lvl5pPr lvl="4" algn="ctr">
              <a:spcBef>
                <a:spcPts val="0"/>
              </a:spcBef>
              <a:spcAft>
                <a:spcPts val="0"/>
              </a:spcAft>
              <a:buClr>
                <a:schemeClr val="accent3"/>
              </a:buClr>
              <a:buSzPts val="10800"/>
              <a:buNone/>
              <a:defRPr sz="10800">
                <a:solidFill>
                  <a:schemeClr val="accent3"/>
                </a:solidFill>
              </a:defRPr>
            </a:lvl5pPr>
            <a:lvl6pPr lvl="5" algn="ctr">
              <a:spcBef>
                <a:spcPts val="0"/>
              </a:spcBef>
              <a:spcAft>
                <a:spcPts val="0"/>
              </a:spcAft>
              <a:buClr>
                <a:schemeClr val="accent3"/>
              </a:buClr>
              <a:buSzPts val="10800"/>
              <a:buNone/>
              <a:defRPr sz="10800">
                <a:solidFill>
                  <a:schemeClr val="accent3"/>
                </a:solidFill>
              </a:defRPr>
            </a:lvl6pPr>
            <a:lvl7pPr lvl="6" algn="ctr">
              <a:spcBef>
                <a:spcPts val="0"/>
              </a:spcBef>
              <a:spcAft>
                <a:spcPts val="0"/>
              </a:spcAft>
              <a:buClr>
                <a:schemeClr val="accent3"/>
              </a:buClr>
              <a:buSzPts val="10800"/>
              <a:buNone/>
              <a:defRPr sz="10800">
                <a:solidFill>
                  <a:schemeClr val="accent3"/>
                </a:solidFill>
              </a:defRPr>
            </a:lvl7pPr>
            <a:lvl8pPr lvl="7" algn="ctr">
              <a:spcBef>
                <a:spcPts val="0"/>
              </a:spcBef>
              <a:spcAft>
                <a:spcPts val="0"/>
              </a:spcAft>
              <a:buClr>
                <a:schemeClr val="accent3"/>
              </a:buClr>
              <a:buSzPts val="10800"/>
              <a:buNone/>
              <a:defRPr sz="10800">
                <a:solidFill>
                  <a:schemeClr val="accent3"/>
                </a:solidFill>
              </a:defRPr>
            </a:lvl8pPr>
            <a:lvl9pPr lvl="8" algn="ctr">
              <a:spcBef>
                <a:spcPts val="0"/>
              </a:spcBef>
              <a:spcAft>
                <a:spcPts val="0"/>
              </a:spcAft>
              <a:buClr>
                <a:schemeClr val="accent3"/>
              </a:buClr>
              <a:buSzPts val="10800"/>
              <a:buNone/>
              <a:defRPr sz="10800">
                <a:solidFill>
                  <a:schemeClr val="accent3"/>
                </a:solidFill>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ayer" showMasterSp="0">
  <p:cSld name="TITLE_AND_BODY_5_1">
    <p:spTree>
      <p:nvGrpSpPr>
        <p:cNvPr id="4435" name="Shape 4435"/>
        <p:cNvGrpSpPr/>
        <p:nvPr/>
      </p:nvGrpSpPr>
      <p:grpSpPr>
        <a:xfrm>
          <a:off x="0" y="0"/>
          <a:ext cx="0" cy="0"/>
          <a:chOff x="0" y="0"/>
          <a:chExt cx="0" cy="0"/>
        </a:xfrm>
      </p:grpSpPr>
      <p:sp>
        <p:nvSpPr>
          <p:cNvPr id="4436" name="Google Shape;4436;p168"/>
          <p:cNvSpPr txBox="1"/>
          <p:nvPr>
            <p:ph idx="12" type="sldNum"/>
          </p:nvPr>
        </p:nvSpPr>
        <p:spPr>
          <a:xfrm>
            <a:off x="8839199" y="9258299"/>
            <a:ext cx="4267200" cy="277200"/>
          </a:xfrm>
          <a:prstGeom prst="rect">
            <a:avLst/>
          </a:prstGeom>
          <a:noFill/>
          <a:ln>
            <a:noFill/>
          </a:ln>
        </p:spPr>
        <p:txBody>
          <a:bodyPr anchorCtr="0" anchor="ctr" bIns="45725" lIns="45725" spcFirstLastPara="1" rIns="45725" wrap="square" tIns="45725">
            <a:spAutoFit/>
          </a:bodyPr>
          <a:lstStyle>
            <a:lvl1pPr indent="0" lvl="0"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1pPr>
            <a:lvl2pPr indent="0" lvl="1"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2pPr>
            <a:lvl3pPr indent="0" lvl="2"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3pPr>
            <a:lvl4pPr indent="0" lvl="3"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4pPr>
            <a:lvl5pPr indent="0" lvl="4"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5pPr>
            <a:lvl6pPr indent="0" lvl="5"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6pPr>
            <a:lvl7pPr indent="0" lvl="6"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7pPr>
            <a:lvl8pPr indent="0" lvl="7"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8pPr>
            <a:lvl9pPr indent="0" lvl="8" marL="0" algn="r">
              <a:lnSpc>
                <a:spcPct val="100000"/>
              </a:lnSpc>
              <a:spcBef>
                <a:spcPts val="0"/>
              </a:spcBef>
              <a:spcAft>
                <a:spcPts val="0"/>
              </a:spcAft>
              <a:buClr>
                <a:srgbClr val="000000"/>
              </a:buClr>
              <a:buSzPts val="1200"/>
              <a:buFont typeface="Arial"/>
              <a:buNone/>
              <a:defRPr sz="12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400"/>
          </a:p>
        </p:txBody>
      </p:sp>
      <p:sp>
        <p:nvSpPr>
          <p:cNvPr id="4437" name="Google Shape;4437;p168"/>
          <p:cNvSpPr/>
          <p:nvPr/>
        </p:nvSpPr>
        <p:spPr>
          <a:xfrm>
            <a:off x="755165"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38" name="Google Shape;4438;p168"/>
          <p:cNvSpPr txBox="1"/>
          <p:nvPr/>
        </p:nvSpPr>
        <p:spPr>
          <a:xfrm>
            <a:off x="869852"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439" name="Google Shape;4439;p168"/>
          <p:cNvSpPr txBox="1"/>
          <p:nvPr/>
        </p:nvSpPr>
        <p:spPr>
          <a:xfrm>
            <a:off x="2362728"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440" name="Google Shape;4440;p168"/>
          <p:cNvSpPr txBox="1"/>
          <p:nvPr/>
        </p:nvSpPr>
        <p:spPr>
          <a:xfrm>
            <a:off x="888815" y="2036196"/>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41" name="Google Shape;4441;p168"/>
          <p:cNvSpPr txBox="1"/>
          <p:nvPr/>
        </p:nvSpPr>
        <p:spPr>
          <a:xfrm>
            <a:off x="3726784"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442" name="Google Shape;4442;p168"/>
          <p:cNvSpPr/>
          <p:nvPr/>
        </p:nvSpPr>
        <p:spPr>
          <a:xfrm>
            <a:off x="755165" y="4315542"/>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43" name="Google Shape;4443;p168"/>
          <p:cNvSpPr txBox="1"/>
          <p:nvPr/>
        </p:nvSpPr>
        <p:spPr>
          <a:xfrm>
            <a:off x="888815" y="4415742"/>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Provider Network Management</a:t>
            </a:r>
            <a:endParaRPr sz="1600">
              <a:latin typeface="Avant Garde Demi SFDC"/>
              <a:ea typeface="Avant Garde Demi SFDC"/>
              <a:cs typeface="Avant Garde Demi SFDC"/>
              <a:sym typeface="Avant Garde Demi SFDC"/>
            </a:endParaRPr>
          </a:p>
        </p:txBody>
      </p:sp>
      <p:sp>
        <p:nvSpPr>
          <p:cNvPr id="4444" name="Google Shape;4444;p168"/>
          <p:cNvSpPr txBox="1"/>
          <p:nvPr/>
        </p:nvSpPr>
        <p:spPr>
          <a:xfrm>
            <a:off x="2362728" y="954979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Distribution Channel Management</a:t>
            </a:r>
            <a:endParaRPr sz="1600"/>
          </a:p>
        </p:txBody>
      </p:sp>
      <p:sp>
        <p:nvSpPr>
          <p:cNvPr id="4445" name="Google Shape;4445;p168"/>
          <p:cNvSpPr txBox="1"/>
          <p:nvPr/>
        </p:nvSpPr>
        <p:spPr>
          <a:xfrm>
            <a:off x="2362728" y="923293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Event Mgmt</a:t>
            </a:r>
            <a:endParaRPr sz="1600"/>
          </a:p>
        </p:txBody>
      </p:sp>
      <p:sp>
        <p:nvSpPr>
          <p:cNvPr id="4446" name="Google Shape;4446;p168"/>
          <p:cNvSpPr txBox="1"/>
          <p:nvPr/>
        </p:nvSpPr>
        <p:spPr>
          <a:xfrm>
            <a:off x="2362728" y="1936129"/>
            <a:ext cx="830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Brand Mgmt</a:t>
            </a:r>
            <a:endParaRPr sz="1600"/>
          </a:p>
        </p:txBody>
      </p:sp>
      <p:sp>
        <p:nvSpPr>
          <p:cNvPr id="4447" name="Google Shape;4447;p168"/>
          <p:cNvSpPr txBox="1"/>
          <p:nvPr/>
        </p:nvSpPr>
        <p:spPr>
          <a:xfrm>
            <a:off x="2362728" y="210268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Competitive</a:t>
            </a:r>
            <a:r>
              <a:rPr b="1" i="0" lang="en" sz="900" u="none" cap="none" strike="noStrike">
                <a:solidFill>
                  <a:srgbClr val="066AFE"/>
                </a:solidFill>
                <a:latin typeface="Arial"/>
                <a:ea typeface="Arial"/>
                <a:cs typeface="Arial"/>
                <a:sym typeface="Arial"/>
              </a:rPr>
              <a:t> </a:t>
            </a:r>
            <a:r>
              <a:rPr b="1" i="0" lang="en" sz="900" u="none" cap="none" strike="noStrike">
                <a:solidFill>
                  <a:srgbClr val="066AFE"/>
                </a:solidFill>
                <a:latin typeface="Salesforce Sans"/>
                <a:ea typeface="Salesforce Sans"/>
                <a:cs typeface="Salesforce Sans"/>
                <a:sym typeface="Salesforce Sans"/>
              </a:rPr>
              <a:t>Intelligence</a:t>
            </a:r>
            <a:endParaRPr sz="1600"/>
          </a:p>
        </p:txBody>
      </p:sp>
      <p:sp>
        <p:nvSpPr>
          <p:cNvPr id="4448" name="Google Shape;4448;p168"/>
          <p:cNvSpPr txBox="1"/>
          <p:nvPr/>
        </p:nvSpPr>
        <p:spPr>
          <a:xfrm>
            <a:off x="2362728" y="4308833"/>
            <a:ext cx="1130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Network Development (Adequacy/ Capacity Plan)</a:t>
            </a:r>
            <a:endParaRPr sz="1600"/>
          </a:p>
        </p:txBody>
      </p:sp>
      <p:sp>
        <p:nvSpPr>
          <p:cNvPr id="4449" name="Google Shape;4449;p168"/>
          <p:cNvSpPr txBox="1"/>
          <p:nvPr/>
        </p:nvSpPr>
        <p:spPr>
          <a:xfrm>
            <a:off x="2362728" y="522521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Application &amp; Credentialing</a:t>
            </a:r>
            <a:endParaRPr sz="1600"/>
          </a:p>
        </p:txBody>
      </p:sp>
      <p:sp>
        <p:nvSpPr>
          <p:cNvPr id="4450" name="Google Shape;4450;p168"/>
          <p:cNvSpPr txBox="1"/>
          <p:nvPr/>
        </p:nvSpPr>
        <p:spPr>
          <a:xfrm>
            <a:off x="2362728" y="659808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Relationship Mgmt</a:t>
            </a:r>
            <a:endParaRPr sz="1600"/>
          </a:p>
        </p:txBody>
      </p:sp>
      <p:sp>
        <p:nvSpPr>
          <p:cNvPr id="4451" name="Google Shape;4451;p168"/>
          <p:cNvSpPr txBox="1"/>
          <p:nvPr/>
        </p:nvSpPr>
        <p:spPr>
          <a:xfrm>
            <a:off x="2362728" y="256778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Product &amp; Benefit Development</a:t>
            </a:r>
            <a:endParaRPr sz="1600"/>
          </a:p>
        </p:txBody>
      </p:sp>
      <p:sp>
        <p:nvSpPr>
          <p:cNvPr id="4452" name="Google Shape;4452;p168"/>
          <p:cNvSpPr txBox="1"/>
          <p:nvPr/>
        </p:nvSpPr>
        <p:spPr>
          <a:xfrm>
            <a:off x="2362728" y="4913630"/>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Recruitment</a:t>
            </a:r>
            <a:endParaRPr sz="1600"/>
          </a:p>
        </p:txBody>
      </p:sp>
      <p:sp>
        <p:nvSpPr>
          <p:cNvPr id="4453" name="Google Shape;4453;p168"/>
          <p:cNvSpPr txBox="1"/>
          <p:nvPr/>
        </p:nvSpPr>
        <p:spPr>
          <a:xfrm>
            <a:off x="2362728" y="585481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Fee Schedule Mgmt</a:t>
            </a:r>
            <a:endParaRPr sz="1600"/>
          </a:p>
        </p:txBody>
      </p:sp>
      <p:sp>
        <p:nvSpPr>
          <p:cNvPr id="4454" name="Google Shape;4454;p168"/>
          <p:cNvSpPr txBox="1"/>
          <p:nvPr/>
        </p:nvSpPr>
        <p:spPr>
          <a:xfrm>
            <a:off x="2362728" y="869945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Campaign  Mgmt</a:t>
            </a:r>
            <a:endParaRPr sz="1600"/>
          </a:p>
        </p:txBody>
      </p:sp>
      <p:sp>
        <p:nvSpPr>
          <p:cNvPr id="4455" name="Google Shape;4455;p168"/>
          <p:cNvSpPr txBox="1"/>
          <p:nvPr/>
        </p:nvSpPr>
        <p:spPr>
          <a:xfrm>
            <a:off x="2362728" y="779546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Marketing</a:t>
            </a:r>
            <a:endParaRPr sz="1600"/>
          </a:p>
        </p:txBody>
      </p:sp>
      <p:sp>
        <p:nvSpPr>
          <p:cNvPr id="4456" name="Google Shape;4456;p168"/>
          <p:cNvSpPr txBox="1"/>
          <p:nvPr/>
        </p:nvSpPr>
        <p:spPr>
          <a:xfrm>
            <a:off x="2362728" y="411189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Formulary Mgmt</a:t>
            </a:r>
            <a:endParaRPr sz="1600"/>
          </a:p>
        </p:txBody>
      </p:sp>
      <p:sp>
        <p:nvSpPr>
          <p:cNvPr id="4457" name="Google Shape;4457;p168"/>
          <p:cNvSpPr txBox="1"/>
          <p:nvPr/>
        </p:nvSpPr>
        <p:spPr>
          <a:xfrm>
            <a:off x="2362728" y="7324122"/>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Provider Network Maintenance &amp; Optimization</a:t>
            </a:r>
            <a:endParaRPr sz="1600"/>
          </a:p>
        </p:txBody>
      </p:sp>
      <p:sp>
        <p:nvSpPr>
          <p:cNvPr id="4458" name="Google Shape;4458;p168"/>
          <p:cNvSpPr txBox="1"/>
          <p:nvPr/>
        </p:nvSpPr>
        <p:spPr>
          <a:xfrm>
            <a:off x="2362728" y="9062201"/>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Lead Gen</a:t>
            </a:r>
            <a:endParaRPr sz="1600"/>
          </a:p>
        </p:txBody>
      </p:sp>
      <p:sp>
        <p:nvSpPr>
          <p:cNvPr id="4459" name="Google Shape;4459;p168"/>
          <p:cNvSpPr/>
          <p:nvPr/>
        </p:nvSpPr>
        <p:spPr>
          <a:xfrm>
            <a:off x="755165" y="781966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0" name="Google Shape;4460;p168"/>
          <p:cNvSpPr txBox="1"/>
          <p:nvPr/>
        </p:nvSpPr>
        <p:spPr>
          <a:xfrm>
            <a:off x="888815" y="7881761"/>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Product &amp; Benefit Development</a:t>
            </a:r>
            <a:endParaRPr sz="1600">
              <a:latin typeface="Avant Garde Demi SFDC"/>
              <a:ea typeface="Avant Garde Demi SFDC"/>
              <a:cs typeface="Avant Garde Demi SFDC"/>
              <a:sym typeface="Avant Garde Demi SFDC"/>
            </a:endParaRPr>
          </a:p>
        </p:txBody>
      </p:sp>
      <p:sp>
        <p:nvSpPr>
          <p:cNvPr id="4461" name="Google Shape;4461;p168"/>
          <p:cNvSpPr/>
          <p:nvPr/>
        </p:nvSpPr>
        <p:spPr>
          <a:xfrm>
            <a:off x="755165" y="926030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2" name="Google Shape;4462;p168"/>
          <p:cNvSpPr txBox="1"/>
          <p:nvPr/>
        </p:nvSpPr>
        <p:spPr>
          <a:xfrm>
            <a:off x="888848" y="9322407"/>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463" name="Google Shape;4463;p168"/>
          <p:cNvSpPr/>
          <p:nvPr/>
        </p:nvSpPr>
        <p:spPr>
          <a:xfrm>
            <a:off x="3596345" y="2280568"/>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4" name="Google Shape;4464;p168"/>
          <p:cNvSpPr/>
          <p:nvPr/>
        </p:nvSpPr>
        <p:spPr>
          <a:xfrm>
            <a:off x="3596345" y="24344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5" name="Google Shape;4465;p168"/>
          <p:cNvSpPr/>
          <p:nvPr/>
        </p:nvSpPr>
        <p:spPr>
          <a:xfrm>
            <a:off x="3596345" y="25883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6" name="Google Shape;4466;p168"/>
          <p:cNvSpPr/>
          <p:nvPr/>
        </p:nvSpPr>
        <p:spPr>
          <a:xfrm>
            <a:off x="3596345" y="27422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7" name="Google Shape;4467;p168"/>
          <p:cNvSpPr/>
          <p:nvPr/>
        </p:nvSpPr>
        <p:spPr>
          <a:xfrm>
            <a:off x="3596345" y="28961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8" name="Google Shape;4468;p168"/>
          <p:cNvSpPr/>
          <p:nvPr/>
        </p:nvSpPr>
        <p:spPr>
          <a:xfrm>
            <a:off x="3596345" y="3049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69" name="Google Shape;4469;p168"/>
          <p:cNvSpPr/>
          <p:nvPr/>
        </p:nvSpPr>
        <p:spPr>
          <a:xfrm>
            <a:off x="3596345" y="32038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0" name="Google Shape;4470;p168"/>
          <p:cNvSpPr/>
          <p:nvPr/>
        </p:nvSpPr>
        <p:spPr>
          <a:xfrm>
            <a:off x="3596345" y="335775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1" name="Google Shape;4471;p168"/>
          <p:cNvSpPr/>
          <p:nvPr/>
        </p:nvSpPr>
        <p:spPr>
          <a:xfrm>
            <a:off x="3596345" y="351163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2" name="Google Shape;4472;p168"/>
          <p:cNvSpPr/>
          <p:nvPr/>
        </p:nvSpPr>
        <p:spPr>
          <a:xfrm>
            <a:off x="3596345" y="36655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3" name="Google Shape;4473;p168"/>
          <p:cNvSpPr/>
          <p:nvPr/>
        </p:nvSpPr>
        <p:spPr>
          <a:xfrm>
            <a:off x="3596345" y="381940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4" name="Google Shape;4474;p168"/>
          <p:cNvSpPr/>
          <p:nvPr/>
        </p:nvSpPr>
        <p:spPr>
          <a:xfrm>
            <a:off x="3596345" y="39732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5" name="Google Shape;4475;p168"/>
          <p:cNvSpPr/>
          <p:nvPr/>
        </p:nvSpPr>
        <p:spPr>
          <a:xfrm>
            <a:off x="3596345" y="415693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6" name="Google Shape;4476;p168"/>
          <p:cNvSpPr/>
          <p:nvPr/>
        </p:nvSpPr>
        <p:spPr>
          <a:xfrm>
            <a:off x="3596345" y="43354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7" name="Google Shape;4477;p168"/>
          <p:cNvSpPr/>
          <p:nvPr/>
        </p:nvSpPr>
        <p:spPr>
          <a:xfrm>
            <a:off x="3596345" y="4478074"/>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8" name="Google Shape;4478;p168"/>
          <p:cNvSpPr/>
          <p:nvPr/>
        </p:nvSpPr>
        <p:spPr>
          <a:xfrm>
            <a:off x="3596345" y="462069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79" name="Google Shape;4479;p168"/>
          <p:cNvSpPr/>
          <p:nvPr/>
        </p:nvSpPr>
        <p:spPr>
          <a:xfrm>
            <a:off x="3596345" y="4763313"/>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0" name="Google Shape;4480;p168"/>
          <p:cNvSpPr/>
          <p:nvPr/>
        </p:nvSpPr>
        <p:spPr>
          <a:xfrm>
            <a:off x="3596345" y="494403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1" name="Google Shape;4481;p168"/>
          <p:cNvSpPr/>
          <p:nvPr/>
        </p:nvSpPr>
        <p:spPr>
          <a:xfrm>
            <a:off x="3596345" y="509617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2" name="Google Shape;4482;p168"/>
          <p:cNvSpPr/>
          <p:nvPr/>
        </p:nvSpPr>
        <p:spPr>
          <a:xfrm>
            <a:off x="3596345" y="524832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3" name="Google Shape;4483;p168"/>
          <p:cNvSpPr/>
          <p:nvPr/>
        </p:nvSpPr>
        <p:spPr>
          <a:xfrm>
            <a:off x="3596345" y="54004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4" name="Google Shape;4484;p168"/>
          <p:cNvSpPr/>
          <p:nvPr/>
        </p:nvSpPr>
        <p:spPr>
          <a:xfrm>
            <a:off x="3596345" y="555261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5" name="Google Shape;4485;p168"/>
          <p:cNvSpPr/>
          <p:nvPr/>
        </p:nvSpPr>
        <p:spPr>
          <a:xfrm>
            <a:off x="3596345" y="57047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6" name="Google Shape;4486;p168"/>
          <p:cNvSpPr/>
          <p:nvPr/>
        </p:nvSpPr>
        <p:spPr>
          <a:xfrm>
            <a:off x="3596345" y="58865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7" name="Google Shape;4487;p168"/>
          <p:cNvSpPr/>
          <p:nvPr/>
        </p:nvSpPr>
        <p:spPr>
          <a:xfrm>
            <a:off x="3596345" y="603259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8" name="Google Shape;4488;p168"/>
          <p:cNvSpPr/>
          <p:nvPr/>
        </p:nvSpPr>
        <p:spPr>
          <a:xfrm>
            <a:off x="3596345" y="617865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89" name="Google Shape;4489;p168"/>
          <p:cNvSpPr/>
          <p:nvPr/>
        </p:nvSpPr>
        <p:spPr>
          <a:xfrm>
            <a:off x="3596345" y="6324710"/>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0" name="Google Shape;4490;p168"/>
          <p:cNvSpPr/>
          <p:nvPr/>
        </p:nvSpPr>
        <p:spPr>
          <a:xfrm>
            <a:off x="3596345" y="647077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1" name="Google Shape;4491;p168"/>
          <p:cNvSpPr/>
          <p:nvPr/>
        </p:nvSpPr>
        <p:spPr>
          <a:xfrm>
            <a:off x="3596345" y="66376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2" name="Google Shape;4492;p168"/>
          <p:cNvSpPr/>
          <p:nvPr/>
        </p:nvSpPr>
        <p:spPr>
          <a:xfrm>
            <a:off x="3596345" y="67938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3" name="Google Shape;4493;p168"/>
          <p:cNvSpPr/>
          <p:nvPr/>
        </p:nvSpPr>
        <p:spPr>
          <a:xfrm>
            <a:off x="3596345" y="712788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4" name="Google Shape;4494;p168"/>
          <p:cNvSpPr/>
          <p:nvPr/>
        </p:nvSpPr>
        <p:spPr>
          <a:xfrm>
            <a:off x="3596345" y="73691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5" name="Google Shape;4495;p168"/>
          <p:cNvSpPr/>
          <p:nvPr/>
        </p:nvSpPr>
        <p:spPr>
          <a:xfrm>
            <a:off x="3596345" y="75131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6" name="Google Shape;4496;p168"/>
          <p:cNvSpPr/>
          <p:nvPr/>
        </p:nvSpPr>
        <p:spPr>
          <a:xfrm>
            <a:off x="3596345" y="783675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7" name="Google Shape;4497;p168"/>
          <p:cNvSpPr/>
          <p:nvPr/>
        </p:nvSpPr>
        <p:spPr>
          <a:xfrm>
            <a:off x="3596345" y="798318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8" name="Google Shape;4498;p168"/>
          <p:cNvSpPr/>
          <p:nvPr/>
        </p:nvSpPr>
        <p:spPr>
          <a:xfrm>
            <a:off x="3596345" y="8129610"/>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499" name="Google Shape;4499;p168"/>
          <p:cNvSpPr/>
          <p:nvPr/>
        </p:nvSpPr>
        <p:spPr>
          <a:xfrm>
            <a:off x="3596345" y="827603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0" name="Google Shape;4500;p168"/>
          <p:cNvSpPr/>
          <p:nvPr/>
        </p:nvSpPr>
        <p:spPr>
          <a:xfrm>
            <a:off x="3596345" y="8422469"/>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1" name="Google Shape;4501;p168"/>
          <p:cNvSpPr/>
          <p:nvPr/>
        </p:nvSpPr>
        <p:spPr>
          <a:xfrm>
            <a:off x="3596345" y="856889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2" name="Google Shape;4502;p168"/>
          <p:cNvSpPr/>
          <p:nvPr/>
        </p:nvSpPr>
        <p:spPr>
          <a:xfrm>
            <a:off x="3596345" y="874929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3" name="Google Shape;4503;p168"/>
          <p:cNvSpPr/>
          <p:nvPr/>
        </p:nvSpPr>
        <p:spPr>
          <a:xfrm>
            <a:off x="3596345" y="891113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4" name="Google Shape;4504;p168"/>
          <p:cNvSpPr/>
          <p:nvPr/>
        </p:nvSpPr>
        <p:spPr>
          <a:xfrm>
            <a:off x="3596345" y="910273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5" name="Google Shape;4505;p168"/>
          <p:cNvSpPr/>
          <p:nvPr/>
        </p:nvSpPr>
        <p:spPr>
          <a:xfrm>
            <a:off x="3596345" y="92645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6" name="Google Shape;4506;p168"/>
          <p:cNvSpPr/>
          <p:nvPr/>
        </p:nvSpPr>
        <p:spPr>
          <a:xfrm>
            <a:off x="3596345" y="942640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7" name="Google Shape;4507;p168"/>
          <p:cNvSpPr/>
          <p:nvPr/>
        </p:nvSpPr>
        <p:spPr>
          <a:xfrm>
            <a:off x="3596345" y="976411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8" name="Google Shape;4508;p168"/>
          <p:cNvSpPr/>
          <p:nvPr/>
        </p:nvSpPr>
        <p:spPr>
          <a:xfrm>
            <a:off x="3596345" y="990985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09" name="Google Shape;4509;p168"/>
          <p:cNvSpPr/>
          <p:nvPr/>
        </p:nvSpPr>
        <p:spPr>
          <a:xfrm>
            <a:off x="3596345" y="961837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10" name="Google Shape;4510;p168"/>
          <p:cNvSpPr txBox="1"/>
          <p:nvPr/>
        </p:nvSpPr>
        <p:spPr>
          <a:xfrm>
            <a:off x="3683498" y="3965866"/>
            <a:ext cx="142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Times"/>
              <a:buNone/>
            </a:pPr>
            <a:r>
              <a:t/>
            </a:r>
            <a:endParaRPr b="0" i="0" sz="900" u="none" cap="none" strike="noStrike">
              <a:solidFill>
                <a:srgbClr val="000000"/>
              </a:solidFill>
              <a:latin typeface="Times"/>
              <a:ea typeface="Times"/>
              <a:cs typeface="Times"/>
              <a:sym typeface="Times"/>
            </a:endParaRPr>
          </a:p>
        </p:txBody>
      </p:sp>
      <p:sp>
        <p:nvSpPr>
          <p:cNvPr id="4511" name="Google Shape;4511;p168"/>
          <p:cNvSpPr txBox="1"/>
          <p:nvPr/>
        </p:nvSpPr>
        <p:spPr>
          <a:xfrm>
            <a:off x="3749002" y="973192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Territory Planning </a:t>
            </a:r>
            <a:endParaRPr sz="800"/>
          </a:p>
        </p:txBody>
      </p:sp>
      <p:sp>
        <p:nvSpPr>
          <p:cNvPr id="4512" name="Google Shape;4512;p168"/>
          <p:cNvSpPr txBox="1"/>
          <p:nvPr/>
        </p:nvSpPr>
        <p:spPr>
          <a:xfrm>
            <a:off x="3749002" y="988087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Outreach </a:t>
            </a:r>
            <a:endParaRPr sz="800"/>
          </a:p>
        </p:txBody>
      </p:sp>
      <p:sp>
        <p:nvSpPr>
          <p:cNvPr id="4513" name="Google Shape;4513;p168"/>
          <p:cNvSpPr txBox="1"/>
          <p:nvPr/>
        </p:nvSpPr>
        <p:spPr>
          <a:xfrm>
            <a:off x="3749002" y="95829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Distribution Channel Management </a:t>
            </a:r>
            <a:endParaRPr sz="800"/>
          </a:p>
        </p:txBody>
      </p:sp>
      <p:sp>
        <p:nvSpPr>
          <p:cNvPr id="4514" name="Google Shape;4514;p168"/>
          <p:cNvSpPr txBox="1"/>
          <p:nvPr/>
        </p:nvSpPr>
        <p:spPr>
          <a:xfrm>
            <a:off x="3749002" y="939556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Planner </a:t>
            </a:r>
            <a:endParaRPr sz="800"/>
          </a:p>
        </p:txBody>
      </p:sp>
      <p:sp>
        <p:nvSpPr>
          <p:cNvPr id="4515" name="Google Shape;4515;p168"/>
          <p:cNvSpPr txBox="1"/>
          <p:nvPr/>
        </p:nvSpPr>
        <p:spPr>
          <a:xfrm>
            <a:off x="3749002" y="9233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Event Outreach Agent </a:t>
            </a:r>
            <a:endParaRPr sz="800"/>
          </a:p>
        </p:txBody>
      </p:sp>
      <p:sp>
        <p:nvSpPr>
          <p:cNvPr id="4516" name="Google Shape;4516;p168"/>
          <p:cNvSpPr/>
          <p:nvPr/>
        </p:nvSpPr>
        <p:spPr>
          <a:xfrm>
            <a:off x="3596345" y="212668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17" name="Google Shape;4517;p168"/>
          <p:cNvSpPr txBox="1"/>
          <p:nvPr/>
        </p:nvSpPr>
        <p:spPr>
          <a:xfrm>
            <a:off x="3749002" y="20937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Intelligence </a:t>
            </a:r>
            <a:endParaRPr sz="800"/>
          </a:p>
        </p:txBody>
      </p:sp>
      <p:sp>
        <p:nvSpPr>
          <p:cNvPr id="4518" name="Google Shape;4518;p168"/>
          <p:cNvSpPr txBox="1"/>
          <p:nvPr/>
        </p:nvSpPr>
        <p:spPr>
          <a:xfrm>
            <a:off x="3749002" y="22471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Trends &amp; Price Tracking </a:t>
            </a:r>
            <a:endParaRPr sz="800"/>
          </a:p>
        </p:txBody>
      </p:sp>
      <p:sp>
        <p:nvSpPr>
          <p:cNvPr id="4519" name="Google Shape;4519;p168"/>
          <p:cNvSpPr txBox="1"/>
          <p:nvPr/>
        </p:nvSpPr>
        <p:spPr>
          <a:xfrm>
            <a:off x="3749002" y="240050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Competitive Market Gaps </a:t>
            </a:r>
            <a:endParaRPr sz="800"/>
          </a:p>
        </p:txBody>
      </p:sp>
      <p:sp>
        <p:nvSpPr>
          <p:cNvPr id="4520" name="Google Shape;4520;p168"/>
          <p:cNvSpPr/>
          <p:nvPr/>
        </p:nvSpPr>
        <p:spPr>
          <a:xfrm>
            <a:off x="3596345" y="1972802"/>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800" u="none" cap="none" strike="noStrike">
              <a:solidFill>
                <a:srgbClr val="002775"/>
              </a:solidFill>
              <a:latin typeface="Arial"/>
              <a:ea typeface="Arial"/>
              <a:cs typeface="Arial"/>
              <a:sym typeface="Arial"/>
            </a:endParaRPr>
          </a:p>
        </p:txBody>
      </p:sp>
      <p:sp>
        <p:nvSpPr>
          <p:cNvPr id="4521" name="Google Shape;4521;p168"/>
          <p:cNvSpPr txBox="1"/>
          <p:nvPr/>
        </p:nvSpPr>
        <p:spPr>
          <a:xfrm>
            <a:off x="3749002" y="194033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Brand Builder </a:t>
            </a:r>
            <a:endParaRPr sz="800"/>
          </a:p>
        </p:txBody>
      </p:sp>
      <p:sp>
        <p:nvSpPr>
          <p:cNvPr id="4522" name="Google Shape;4522;p168"/>
          <p:cNvSpPr txBox="1"/>
          <p:nvPr/>
        </p:nvSpPr>
        <p:spPr>
          <a:xfrm>
            <a:off x="3749002" y="25503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Management </a:t>
            </a:r>
            <a:endParaRPr sz="800"/>
          </a:p>
        </p:txBody>
      </p:sp>
      <p:sp>
        <p:nvSpPr>
          <p:cNvPr id="4523" name="Google Shape;4523;p168"/>
          <p:cNvSpPr txBox="1"/>
          <p:nvPr/>
        </p:nvSpPr>
        <p:spPr>
          <a:xfrm>
            <a:off x="3749002" y="285746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Details </a:t>
            </a:r>
            <a:endParaRPr sz="800"/>
          </a:p>
        </p:txBody>
      </p:sp>
      <p:sp>
        <p:nvSpPr>
          <p:cNvPr id="4524" name="Google Shape;4524;p168"/>
          <p:cNvSpPr txBox="1"/>
          <p:nvPr/>
        </p:nvSpPr>
        <p:spPr>
          <a:xfrm>
            <a:off x="3749002" y="301104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Guideline </a:t>
            </a:r>
            <a:endParaRPr sz="800"/>
          </a:p>
        </p:txBody>
      </p:sp>
      <p:sp>
        <p:nvSpPr>
          <p:cNvPr id="4525" name="Google Shape;4525;p168"/>
          <p:cNvSpPr txBox="1"/>
          <p:nvPr/>
        </p:nvSpPr>
        <p:spPr>
          <a:xfrm>
            <a:off x="3749002" y="270388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Benefit Designer </a:t>
            </a:r>
            <a:endParaRPr sz="800"/>
          </a:p>
        </p:txBody>
      </p:sp>
      <p:sp>
        <p:nvSpPr>
          <p:cNvPr id="4526" name="Google Shape;4526;p168"/>
          <p:cNvSpPr txBox="1"/>
          <p:nvPr/>
        </p:nvSpPr>
        <p:spPr>
          <a:xfrm>
            <a:off x="3749002" y="347178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Regulatory Adherence </a:t>
            </a:r>
            <a:endParaRPr sz="800"/>
          </a:p>
        </p:txBody>
      </p:sp>
      <p:sp>
        <p:nvSpPr>
          <p:cNvPr id="4527" name="Google Shape;4527;p168"/>
          <p:cNvSpPr txBox="1"/>
          <p:nvPr/>
        </p:nvSpPr>
        <p:spPr>
          <a:xfrm>
            <a:off x="3749002" y="393252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Product Lifecycle Management </a:t>
            </a:r>
            <a:endParaRPr sz="800"/>
          </a:p>
        </p:txBody>
      </p:sp>
      <p:sp>
        <p:nvSpPr>
          <p:cNvPr id="4528" name="Google Shape;4528;p168"/>
          <p:cNvSpPr txBox="1"/>
          <p:nvPr/>
        </p:nvSpPr>
        <p:spPr>
          <a:xfrm>
            <a:off x="3749002" y="430483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Network Demand and Adequacy </a:t>
            </a:r>
            <a:endParaRPr sz="800"/>
          </a:p>
        </p:txBody>
      </p:sp>
      <p:sp>
        <p:nvSpPr>
          <p:cNvPr id="4529" name="Google Shape;4529;p168"/>
          <p:cNvSpPr txBox="1"/>
          <p:nvPr/>
        </p:nvSpPr>
        <p:spPr>
          <a:xfrm>
            <a:off x="3749002" y="536819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Enrollment Status </a:t>
            </a:r>
            <a:endParaRPr sz="800"/>
          </a:p>
        </p:txBody>
      </p:sp>
      <p:sp>
        <p:nvSpPr>
          <p:cNvPr id="4530" name="Google Shape;4530;p168"/>
          <p:cNvSpPr txBox="1"/>
          <p:nvPr/>
        </p:nvSpPr>
        <p:spPr>
          <a:xfrm>
            <a:off x="3749002" y="552051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Status </a:t>
            </a:r>
            <a:endParaRPr sz="800"/>
          </a:p>
        </p:txBody>
      </p:sp>
      <p:sp>
        <p:nvSpPr>
          <p:cNvPr id="4531" name="Google Shape;4531;p168"/>
          <p:cNvSpPr txBox="1"/>
          <p:nvPr/>
        </p:nvSpPr>
        <p:spPr>
          <a:xfrm>
            <a:off x="3749002" y="614716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Dispute </a:t>
            </a:r>
            <a:endParaRPr sz="800"/>
          </a:p>
        </p:txBody>
      </p:sp>
      <p:sp>
        <p:nvSpPr>
          <p:cNvPr id="4532" name="Google Shape;4532;p168"/>
          <p:cNvSpPr txBox="1"/>
          <p:nvPr/>
        </p:nvSpPr>
        <p:spPr>
          <a:xfrm>
            <a:off x="3749002" y="6293012"/>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Design </a:t>
            </a:r>
            <a:endParaRPr sz="800"/>
          </a:p>
        </p:txBody>
      </p:sp>
      <p:sp>
        <p:nvSpPr>
          <p:cNvPr id="4533" name="Google Shape;4533;p168"/>
          <p:cNvSpPr txBox="1"/>
          <p:nvPr/>
        </p:nvSpPr>
        <p:spPr>
          <a:xfrm>
            <a:off x="3749002" y="31646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Scoring </a:t>
            </a:r>
            <a:endParaRPr sz="800"/>
          </a:p>
        </p:txBody>
      </p:sp>
      <p:sp>
        <p:nvSpPr>
          <p:cNvPr id="4534" name="Google Shape;4534;p168"/>
          <p:cNvSpPr txBox="1"/>
          <p:nvPr/>
        </p:nvSpPr>
        <p:spPr>
          <a:xfrm>
            <a:off x="3749002" y="331820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Cross Product Identification </a:t>
            </a:r>
            <a:endParaRPr sz="800"/>
          </a:p>
        </p:txBody>
      </p:sp>
      <p:sp>
        <p:nvSpPr>
          <p:cNvPr id="4535" name="Google Shape;4535;p168"/>
          <p:cNvSpPr txBox="1"/>
          <p:nvPr/>
        </p:nvSpPr>
        <p:spPr>
          <a:xfrm>
            <a:off x="3749002" y="362536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536" name="Google Shape;4536;p168"/>
          <p:cNvSpPr txBox="1"/>
          <p:nvPr/>
        </p:nvSpPr>
        <p:spPr>
          <a:xfrm>
            <a:off x="3749002" y="444595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537" name="Google Shape;4537;p168"/>
          <p:cNvSpPr txBox="1"/>
          <p:nvPr/>
        </p:nvSpPr>
        <p:spPr>
          <a:xfrm>
            <a:off x="3749002" y="458708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and Amendments </a:t>
            </a:r>
            <a:endParaRPr sz="800"/>
          </a:p>
        </p:txBody>
      </p:sp>
      <p:sp>
        <p:nvSpPr>
          <p:cNvPr id="4538" name="Google Shape;4538;p168"/>
          <p:cNvSpPr txBox="1"/>
          <p:nvPr/>
        </p:nvSpPr>
        <p:spPr>
          <a:xfrm>
            <a:off x="3749002" y="472820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Onboard </a:t>
            </a:r>
            <a:endParaRPr sz="800"/>
          </a:p>
        </p:txBody>
      </p:sp>
      <p:sp>
        <p:nvSpPr>
          <p:cNvPr id="4539" name="Google Shape;4539;p168"/>
          <p:cNvSpPr txBox="1"/>
          <p:nvPr/>
        </p:nvSpPr>
        <p:spPr>
          <a:xfrm>
            <a:off x="3749002" y="4915824"/>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Recruitment </a:t>
            </a:r>
            <a:endParaRPr sz="800"/>
          </a:p>
        </p:txBody>
      </p:sp>
      <p:sp>
        <p:nvSpPr>
          <p:cNvPr id="4540" name="Google Shape;4540;p168"/>
          <p:cNvSpPr txBox="1"/>
          <p:nvPr/>
        </p:nvSpPr>
        <p:spPr>
          <a:xfrm>
            <a:off x="3749002" y="50673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Inquiry </a:t>
            </a:r>
            <a:endParaRPr sz="800"/>
          </a:p>
        </p:txBody>
      </p:sp>
      <p:sp>
        <p:nvSpPr>
          <p:cNvPr id="4541" name="Google Shape;4541;p168"/>
          <p:cNvSpPr txBox="1"/>
          <p:nvPr/>
        </p:nvSpPr>
        <p:spPr>
          <a:xfrm>
            <a:off x="3749002" y="521586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Processing </a:t>
            </a:r>
            <a:endParaRPr sz="800"/>
          </a:p>
        </p:txBody>
      </p:sp>
      <p:sp>
        <p:nvSpPr>
          <p:cNvPr id="4542" name="Google Shape;4542;p168"/>
          <p:cNvSpPr txBox="1"/>
          <p:nvPr/>
        </p:nvSpPr>
        <p:spPr>
          <a:xfrm>
            <a:off x="3749002" y="567284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Demographic Update </a:t>
            </a:r>
            <a:endParaRPr sz="800"/>
          </a:p>
        </p:txBody>
      </p:sp>
      <p:sp>
        <p:nvSpPr>
          <p:cNvPr id="4543" name="Google Shape;4543;p168"/>
          <p:cNvSpPr txBox="1"/>
          <p:nvPr/>
        </p:nvSpPr>
        <p:spPr>
          <a:xfrm>
            <a:off x="3749002" y="600131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Inquiry </a:t>
            </a:r>
            <a:endParaRPr sz="800"/>
          </a:p>
        </p:txBody>
      </p:sp>
      <p:sp>
        <p:nvSpPr>
          <p:cNvPr id="4544" name="Google Shape;4544;p168"/>
          <p:cNvSpPr txBox="1"/>
          <p:nvPr/>
        </p:nvSpPr>
        <p:spPr>
          <a:xfrm>
            <a:off x="3749002" y="5855471"/>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Fee Schedule Management </a:t>
            </a:r>
            <a:endParaRPr sz="800"/>
          </a:p>
        </p:txBody>
      </p:sp>
      <p:sp>
        <p:nvSpPr>
          <p:cNvPr id="4545" name="Google Shape;4545;p168"/>
          <p:cNvSpPr txBox="1"/>
          <p:nvPr/>
        </p:nvSpPr>
        <p:spPr>
          <a:xfrm>
            <a:off x="3749002" y="643886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546" name="Google Shape;4546;p168"/>
          <p:cNvSpPr txBox="1"/>
          <p:nvPr/>
        </p:nvSpPr>
        <p:spPr>
          <a:xfrm>
            <a:off x="3749002" y="676161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Referral Intake &amp; Routing</a:t>
            </a:r>
            <a:endParaRPr sz="800"/>
          </a:p>
        </p:txBody>
      </p:sp>
      <p:sp>
        <p:nvSpPr>
          <p:cNvPr id="4547" name="Google Shape;4547;p168"/>
          <p:cNvSpPr txBox="1"/>
          <p:nvPr/>
        </p:nvSpPr>
        <p:spPr>
          <a:xfrm>
            <a:off x="3749002" y="69264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Submission and Status </a:t>
            </a:r>
            <a:endParaRPr sz="800"/>
          </a:p>
        </p:txBody>
      </p:sp>
      <p:sp>
        <p:nvSpPr>
          <p:cNvPr id="4548" name="Google Shape;4548;p168"/>
          <p:cNvSpPr txBox="1"/>
          <p:nvPr/>
        </p:nvSpPr>
        <p:spPr>
          <a:xfrm>
            <a:off x="3749002" y="6607526"/>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Summary</a:t>
            </a:r>
            <a:endParaRPr sz="800"/>
          </a:p>
        </p:txBody>
      </p:sp>
      <p:sp>
        <p:nvSpPr>
          <p:cNvPr id="4549" name="Google Shape;4549;p168"/>
          <p:cNvSpPr txBox="1"/>
          <p:nvPr/>
        </p:nvSpPr>
        <p:spPr>
          <a:xfrm>
            <a:off x="3749002" y="377894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Actuarial &amp; Underwriting </a:t>
            </a:r>
            <a:endParaRPr sz="800"/>
          </a:p>
        </p:txBody>
      </p:sp>
      <p:sp>
        <p:nvSpPr>
          <p:cNvPr id="4550" name="Google Shape;4550;p168"/>
          <p:cNvSpPr txBox="1"/>
          <p:nvPr/>
        </p:nvSpPr>
        <p:spPr>
          <a:xfrm>
            <a:off x="3749002" y="412215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Formulary Management </a:t>
            </a:r>
            <a:endParaRPr sz="800"/>
          </a:p>
        </p:txBody>
      </p:sp>
      <p:sp>
        <p:nvSpPr>
          <p:cNvPr id="4551" name="Google Shape;4551;p168"/>
          <p:cNvSpPr txBox="1"/>
          <p:nvPr/>
        </p:nvSpPr>
        <p:spPr>
          <a:xfrm>
            <a:off x="3749002" y="709597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Contact Center </a:t>
            </a:r>
            <a:endParaRPr sz="800"/>
          </a:p>
        </p:txBody>
      </p:sp>
      <p:sp>
        <p:nvSpPr>
          <p:cNvPr id="4552" name="Google Shape;4552;p168"/>
          <p:cNvSpPr txBox="1"/>
          <p:nvPr/>
        </p:nvSpPr>
        <p:spPr>
          <a:xfrm>
            <a:off x="3749002" y="733909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Network Optimization </a:t>
            </a:r>
            <a:endParaRPr sz="800"/>
          </a:p>
        </p:txBody>
      </p:sp>
      <p:sp>
        <p:nvSpPr>
          <p:cNvPr id="4553" name="Google Shape;4553;p168"/>
          <p:cNvSpPr txBox="1"/>
          <p:nvPr/>
        </p:nvSpPr>
        <p:spPr>
          <a:xfrm>
            <a:off x="3749002" y="781048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Segmentation &amp; Audience Planner </a:t>
            </a:r>
            <a:endParaRPr sz="800"/>
          </a:p>
        </p:txBody>
      </p:sp>
      <p:sp>
        <p:nvSpPr>
          <p:cNvPr id="4554" name="Google Shape;4554;p168"/>
          <p:cNvSpPr txBox="1"/>
          <p:nvPr/>
        </p:nvSpPr>
        <p:spPr>
          <a:xfrm>
            <a:off x="3749002" y="795582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Personalized Marketing </a:t>
            </a:r>
            <a:endParaRPr sz="800"/>
          </a:p>
        </p:txBody>
      </p:sp>
      <p:sp>
        <p:nvSpPr>
          <p:cNvPr id="4555" name="Google Shape;4555;p168"/>
          <p:cNvSpPr txBox="1"/>
          <p:nvPr/>
        </p:nvSpPr>
        <p:spPr>
          <a:xfrm>
            <a:off x="3749002" y="8101175"/>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Campaign Designer  </a:t>
            </a:r>
            <a:endParaRPr sz="800"/>
          </a:p>
        </p:txBody>
      </p:sp>
      <p:sp>
        <p:nvSpPr>
          <p:cNvPr id="4556" name="Google Shape;4556;p168"/>
          <p:cNvSpPr txBox="1"/>
          <p:nvPr/>
        </p:nvSpPr>
        <p:spPr>
          <a:xfrm>
            <a:off x="3749002" y="824652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Promotion Agent  </a:t>
            </a:r>
            <a:endParaRPr sz="800"/>
          </a:p>
        </p:txBody>
      </p:sp>
      <p:sp>
        <p:nvSpPr>
          <p:cNvPr id="4557" name="Google Shape;4557;p168"/>
          <p:cNvSpPr txBox="1"/>
          <p:nvPr/>
        </p:nvSpPr>
        <p:spPr>
          <a:xfrm>
            <a:off x="3749002" y="8391867"/>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Dynamic Content Personalizer </a:t>
            </a:r>
            <a:endParaRPr sz="800"/>
          </a:p>
        </p:txBody>
      </p:sp>
      <p:sp>
        <p:nvSpPr>
          <p:cNvPr id="4558" name="Google Shape;4558;p168"/>
          <p:cNvSpPr txBox="1"/>
          <p:nvPr/>
        </p:nvSpPr>
        <p:spPr>
          <a:xfrm>
            <a:off x="3749002" y="8537213"/>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Omnichannel Care Gap Closure Journey</a:t>
            </a:r>
            <a:endParaRPr sz="800"/>
          </a:p>
        </p:txBody>
      </p:sp>
      <p:sp>
        <p:nvSpPr>
          <p:cNvPr id="4559" name="Google Shape;4559;p168"/>
          <p:cNvSpPr txBox="1"/>
          <p:nvPr/>
        </p:nvSpPr>
        <p:spPr>
          <a:xfrm>
            <a:off x="3749002" y="8880480"/>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Health Engagement</a:t>
            </a:r>
            <a:endParaRPr sz="800"/>
          </a:p>
        </p:txBody>
      </p:sp>
      <p:sp>
        <p:nvSpPr>
          <p:cNvPr id="4560" name="Google Shape;4560;p168"/>
          <p:cNvSpPr txBox="1"/>
          <p:nvPr/>
        </p:nvSpPr>
        <p:spPr>
          <a:xfrm>
            <a:off x="3749002" y="8718709"/>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Trigger Outreach</a:t>
            </a:r>
            <a:endParaRPr sz="800"/>
          </a:p>
        </p:txBody>
      </p:sp>
      <p:sp>
        <p:nvSpPr>
          <p:cNvPr id="4561" name="Google Shape;4561;p168"/>
          <p:cNvSpPr txBox="1"/>
          <p:nvPr/>
        </p:nvSpPr>
        <p:spPr>
          <a:xfrm>
            <a:off x="3749002" y="9072018"/>
            <a:ext cx="2857500" cy="123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Lead Generation </a:t>
            </a:r>
            <a:endParaRPr sz="800"/>
          </a:p>
        </p:txBody>
      </p:sp>
      <p:sp>
        <p:nvSpPr>
          <p:cNvPr id="4562" name="Google Shape;4562;p168"/>
          <p:cNvSpPr txBox="1"/>
          <p:nvPr/>
        </p:nvSpPr>
        <p:spPr>
          <a:xfrm>
            <a:off x="3738826" y="7505262"/>
            <a:ext cx="2857500" cy="12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Roster File Management</a:t>
            </a:r>
            <a:endParaRPr sz="800"/>
          </a:p>
        </p:txBody>
      </p:sp>
      <p:sp>
        <p:nvSpPr>
          <p:cNvPr id="4563" name="Google Shape;4563;p168"/>
          <p:cNvSpPr/>
          <p:nvPr/>
        </p:nvSpPr>
        <p:spPr>
          <a:xfrm>
            <a:off x="3596345" y="696282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4" name="Google Shape;4564;p168"/>
          <p:cNvSpPr/>
          <p:nvPr/>
        </p:nvSpPr>
        <p:spPr>
          <a:xfrm>
            <a:off x="6503449"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65" name="Google Shape;4565;p168"/>
          <p:cNvSpPr txBox="1"/>
          <p:nvPr/>
        </p:nvSpPr>
        <p:spPr>
          <a:xfrm>
            <a:off x="6618136"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566" name="Google Shape;4566;p168"/>
          <p:cNvSpPr txBox="1"/>
          <p:nvPr/>
        </p:nvSpPr>
        <p:spPr>
          <a:xfrm>
            <a:off x="8111012"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567" name="Google Shape;4567;p168"/>
          <p:cNvSpPr txBox="1"/>
          <p:nvPr/>
        </p:nvSpPr>
        <p:spPr>
          <a:xfrm>
            <a:off x="6637099" y="203619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Distribution Management</a:t>
            </a:r>
            <a:endParaRPr sz="1600">
              <a:latin typeface="Avant Garde Demi SFDC"/>
              <a:ea typeface="Avant Garde Demi SFDC"/>
              <a:cs typeface="Avant Garde Demi SFDC"/>
              <a:sym typeface="Avant Garde Demi SFDC"/>
            </a:endParaRPr>
          </a:p>
        </p:txBody>
      </p:sp>
      <p:sp>
        <p:nvSpPr>
          <p:cNvPr id="4568" name="Google Shape;4568;p168"/>
          <p:cNvSpPr txBox="1"/>
          <p:nvPr/>
        </p:nvSpPr>
        <p:spPr>
          <a:xfrm>
            <a:off x="9803826"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569" name="Google Shape;4569;p168"/>
          <p:cNvSpPr/>
          <p:nvPr/>
        </p:nvSpPr>
        <p:spPr>
          <a:xfrm>
            <a:off x="6503449" y="383106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0" name="Google Shape;4570;p168"/>
          <p:cNvSpPr txBox="1"/>
          <p:nvPr/>
        </p:nvSpPr>
        <p:spPr>
          <a:xfrm>
            <a:off x="6637099" y="3931269"/>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Sales &amp; </a:t>
            </a:r>
            <a:br>
              <a:rPr i="0" lang="en" sz="900" u="none" cap="none" strike="noStrike">
                <a:solidFill>
                  <a:srgbClr val="FFFFFF"/>
                </a:solidFill>
                <a:latin typeface="Avant Garde Demi SFDC"/>
                <a:ea typeface="Avant Garde Demi SFDC"/>
                <a:cs typeface="Avant Garde Demi SFDC"/>
                <a:sym typeface="Avant Garde Demi SFDC"/>
              </a:rPr>
            </a:br>
            <a:r>
              <a:rPr i="0" lang="en" sz="900" u="none" cap="none" strike="noStrike">
                <a:solidFill>
                  <a:srgbClr val="FFFFFF"/>
                </a:solidFill>
                <a:latin typeface="Avant Garde Demi SFDC"/>
                <a:ea typeface="Avant Garde Demi SFDC"/>
                <a:cs typeface="Avant Garde Demi SFDC"/>
                <a:sym typeface="Avant Garde Demi SFDC"/>
              </a:rPr>
              <a:t>Admin</a:t>
            </a:r>
            <a:endParaRPr sz="1600">
              <a:latin typeface="Avant Garde Demi SFDC"/>
              <a:ea typeface="Avant Garde Demi SFDC"/>
              <a:cs typeface="Avant Garde Demi SFDC"/>
              <a:sym typeface="Avant Garde Demi SFDC"/>
            </a:endParaRPr>
          </a:p>
        </p:txBody>
      </p:sp>
      <p:sp>
        <p:nvSpPr>
          <p:cNvPr id="4571" name="Google Shape;4571;p168"/>
          <p:cNvSpPr txBox="1"/>
          <p:nvPr/>
        </p:nvSpPr>
        <p:spPr>
          <a:xfrm>
            <a:off x="8129601"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Contract Lifecycle Mgmt</a:t>
            </a:r>
            <a:endParaRPr sz="1600"/>
          </a:p>
        </p:txBody>
      </p:sp>
      <p:sp>
        <p:nvSpPr>
          <p:cNvPr id="4572" name="Google Shape;4572;p168"/>
          <p:cNvSpPr txBox="1"/>
          <p:nvPr/>
        </p:nvSpPr>
        <p:spPr>
          <a:xfrm>
            <a:off x="8124663" y="464310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Census Mgmt</a:t>
            </a:r>
            <a:endParaRPr sz="1600"/>
          </a:p>
        </p:txBody>
      </p:sp>
      <p:sp>
        <p:nvSpPr>
          <p:cNvPr id="4573" name="Google Shape;4573;p168"/>
          <p:cNvSpPr txBox="1"/>
          <p:nvPr/>
        </p:nvSpPr>
        <p:spPr>
          <a:xfrm>
            <a:off x="8124651" y="2244433"/>
            <a:ext cx="1130100" cy="443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Registration</a:t>
            </a:r>
            <a:br>
              <a:rPr b="1" i="0" lang="en" sz="900" u="none" cap="none" strike="noStrike">
                <a:solidFill>
                  <a:srgbClr val="066AFE"/>
                </a:solidFill>
                <a:latin typeface="Salesforce Sans"/>
                <a:ea typeface="Salesforce Sans"/>
                <a:cs typeface="Salesforce Sans"/>
                <a:sym typeface="Salesforce Sans"/>
              </a:rPr>
            </a:b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Broker Onboarding</a:t>
            </a:r>
            <a:endParaRPr sz="1600"/>
          </a:p>
        </p:txBody>
      </p:sp>
      <p:sp>
        <p:nvSpPr>
          <p:cNvPr id="4574" name="Google Shape;4574;p168"/>
          <p:cNvSpPr txBox="1"/>
          <p:nvPr/>
        </p:nvSpPr>
        <p:spPr>
          <a:xfrm>
            <a:off x="8124651" y="3815257"/>
            <a:ext cx="771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Frontline Sales</a:t>
            </a:r>
            <a:endParaRPr sz="1600"/>
          </a:p>
        </p:txBody>
      </p:sp>
      <p:sp>
        <p:nvSpPr>
          <p:cNvPr id="4575" name="Google Shape;4575;p168"/>
          <p:cNvSpPr/>
          <p:nvPr/>
        </p:nvSpPr>
        <p:spPr>
          <a:xfrm>
            <a:off x="6503449" y="603085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6" name="Google Shape;4576;p168"/>
          <p:cNvSpPr txBox="1"/>
          <p:nvPr/>
        </p:nvSpPr>
        <p:spPr>
          <a:xfrm>
            <a:off x="6637099" y="619330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Service Excellence</a:t>
            </a:r>
            <a:endParaRPr sz="1600">
              <a:latin typeface="Avant Garde Demi SFDC"/>
              <a:ea typeface="Avant Garde Demi SFDC"/>
              <a:cs typeface="Avant Garde Demi SFDC"/>
              <a:sym typeface="Avant Garde Demi SFDC"/>
            </a:endParaRPr>
          </a:p>
        </p:txBody>
      </p:sp>
      <p:sp>
        <p:nvSpPr>
          <p:cNvPr id="4577" name="Google Shape;4577;p168"/>
          <p:cNvSpPr/>
          <p:nvPr/>
        </p:nvSpPr>
        <p:spPr>
          <a:xfrm>
            <a:off x="6503449" y="8853568"/>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78" name="Google Shape;4578;p168"/>
          <p:cNvSpPr txBox="1"/>
          <p:nvPr/>
        </p:nvSpPr>
        <p:spPr>
          <a:xfrm>
            <a:off x="6637099" y="9016018"/>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579" name="Google Shape;4579;p168"/>
          <p:cNvSpPr/>
          <p:nvPr/>
        </p:nvSpPr>
        <p:spPr>
          <a:xfrm>
            <a:off x="9649430" y="197280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0" name="Google Shape;4580;p168"/>
          <p:cNvSpPr/>
          <p:nvPr/>
        </p:nvSpPr>
        <p:spPr>
          <a:xfrm>
            <a:off x="9649430" y="210695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1" name="Google Shape;4581;p168"/>
          <p:cNvSpPr/>
          <p:nvPr/>
        </p:nvSpPr>
        <p:spPr>
          <a:xfrm>
            <a:off x="9649430" y="227920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2" name="Google Shape;4582;p168"/>
          <p:cNvSpPr/>
          <p:nvPr/>
        </p:nvSpPr>
        <p:spPr>
          <a:xfrm>
            <a:off x="9649430" y="240814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3" name="Google Shape;4583;p168"/>
          <p:cNvSpPr/>
          <p:nvPr/>
        </p:nvSpPr>
        <p:spPr>
          <a:xfrm>
            <a:off x="9649430" y="2565655"/>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4" name="Google Shape;4584;p168"/>
          <p:cNvSpPr/>
          <p:nvPr/>
        </p:nvSpPr>
        <p:spPr>
          <a:xfrm>
            <a:off x="9649430" y="2691857"/>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5" name="Google Shape;4585;p168"/>
          <p:cNvSpPr/>
          <p:nvPr/>
        </p:nvSpPr>
        <p:spPr>
          <a:xfrm>
            <a:off x="9649430" y="294425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6" name="Google Shape;4586;p168"/>
          <p:cNvSpPr/>
          <p:nvPr/>
        </p:nvSpPr>
        <p:spPr>
          <a:xfrm>
            <a:off x="9649430" y="307046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7" name="Google Shape;4587;p168"/>
          <p:cNvSpPr/>
          <p:nvPr/>
        </p:nvSpPr>
        <p:spPr>
          <a:xfrm>
            <a:off x="9649430" y="31966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8" name="Google Shape;4588;p168"/>
          <p:cNvSpPr/>
          <p:nvPr/>
        </p:nvSpPr>
        <p:spPr>
          <a:xfrm>
            <a:off x="9649430" y="344906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89" name="Google Shape;4589;p168"/>
          <p:cNvSpPr/>
          <p:nvPr/>
        </p:nvSpPr>
        <p:spPr>
          <a:xfrm>
            <a:off x="9649430" y="357526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0" name="Google Shape;4590;p168"/>
          <p:cNvSpPr/>
          <p:nvPr/>
        </p:nvSpPr>
        <p:spPr>
          <a:xfrm>
            <a:off x="9649430" y="370146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1" name="Google Shape;4591;p168"/>
          <p:cNvSpPr/>
          <p:nvPr/>
        </p:nvSpPr>
        <p:spPr>
          <a:xfrm>
            <a:off x="9649430" y="3975534"/>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2" name="Google Shape;4592;p168"/>
          <p:cNvSpPr/>
          <p:nvPr/>
        </p:nvSpPr>
        <p:spPr>
          <a:xfrm>
            <a:off x="9649430" y="4090782"/>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3" name="Google Shape;4593;p168"/>
          <p:cNvSpPr/>
          <p:nvPr/>
        </p:nvSpPr>
        <p:spPr>
          <a:xfrm>
            <a:off x="9649430" y="420602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4" name="Google Shape;4594;p168"/>
          <p:cNvSpPr/>
          <p:nvPr/>
        </p:nvSpPr>
        <p:spPr>
          <a:xfrm>
            <a:off x="9649430" y="4321275"/>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5" name="Google Shape;4595;p168"/>
          <p:cNvSpPr/>
          <p:nvPr/>
        </p:nvSpPr>
        <p:spPr>
          <a:xfrm>
            <a:off x="9649430" y="4436521"/>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6" name="Google Shape;4596;p168"/>
          <p:cNvSpPr/>
          <p:nvPr/>
        </p:nvSpPr>
        <p:spPr>
          <a:xfrm>
            <a:off x="9649430" y="4551768"/>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7" name="Google Shape;4597;p168"/>
          <p:cNvSpPr/>
          <p:nvPr/>
        </p:nvSpPr>
        <p:spPr>
          <a:xfrm>
            <a:off x="9649430" y="468296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8" name="Google Shape;4598;p168"/>
          <p:cNvSpPr/>
          <p:nvPr/>
        </p:nvSpPr>
        <p:spPr>
          <a:xfrm>
            <a:off x="9649430" y="508898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599" name="Google Shape;4599;p168"/>
          <p:cNvSpPr/>
          <p:nvPr/>
        </p:nvSpPr>
        <p:spPr>
          <a:xfrm>
            <a:off x="9649430" y="522495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0" name="Google Shape;4600;p168"/>
          <p:cNvSpPr/>
          <p:nvPr/>
        </p:nvSpPr>
        <p:spPr>
          <a:xfrm>
            <a:off x="9649430" y="5422844"/>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1" name="Google Shape;4601;p168"/>
          <p:cNvSpPr/>
          <p:nvPr/>
        </p:nvSpPr>
        <p:spPr>
          <a:xfrm>
            <a:off x="9649430" y="583076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2" name="Google Shape;4602;p168"/>
          <p:cNvSpPr/>
          <p:nvPr/>
        </p:nvSpPr>
        <p:spPr>
          <a:xfrm>
            <a:off x="9649430" y="602541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3" name="Google Shape;4603;p168"/>
          <p:cNvSpPr/>
          <p:nvPr/>
        </p:nvSpPr>
        <p:spPr>
          <a:xfrm>
            <a:off x="9649430" y="6404033"/>
            <a:ext cx="78900" cy="78900"/>
          </a:xfrm>
          <a:prstGeom prst="ellipse">
            <a:avLst/>
          </a:prstGeom>
          <a:solidFill>
            <a:srgbClr val="08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4" name="Google Shape;4604;p168"/>
          <p:cNvSpPr/>
          <p:nvPr/>
        </p:nvSpPr>
        <p:spPr>
          <a:xfrm>
            <a:off x="9649430" y="6530239"/>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5" name="Google Shape;4605;p168"/>
          <p:cNvSpPr/>
          <p:nvPr/>
        </p:nvSpPr>
        <p:spPr>
          <a:xfrm>
            <a:off x="9649430" y="665644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6" name="Google Shape;4606;p168"/>
          <p:cNvSpPr/>
          <p:nvPr/>
        </p:nvSpPr>
        <p:spPr>
          <a:xfrm>
            <a:off x="9649430" y="678264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7" name="Google Shape;4607;p168"/>
          <p:cNvSpPr/>
          <p:nvPr/>
        </p:nvSpPr>
        <p:spPr>
          <a:xfrm>
            <a:off x="9649430" y="691838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8" name="Google Shape;4608;p168"/>
          <p:cNvSpPr/>
          <p:nvPr/>
        </p:nvSpPr>
        <p:spPr>
          <a:xfrm>
            <a:off x="9649430" y="704594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09" name="Google Shape;4609;p168"/>
          <p:cNvSpPr/>
          <p:nvPr/>
        </p:nvSpPr>
        <p:spPr>
          <a:xfrm>
            <a:off x="9654083" y="7767300"/>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0" name="Google Shape;4610;p168"/>
          <p:cNvSpPr/>
          <p:nvPr/>
        </p:nvSpPr>
        <p:spPr>
          <a:xfrm>
            <a:off x="9649430" y="803407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1" name="Google Shape;4611;p168"/>
          <p:cNvSpPr/>
          <p:nvPr/>
        </p:nvSpPr>
        <p:spPr>
          <a:xfrm>
            <a:off x="9649430" y="816746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2" name="Google Shape;4612;p168"/>
          <p:cNvSpPr/>
          <p:nvPr/>
        </p:nvSpPr>
        <p:spPr>
          <a:xfrm>
            <a:off x="9649430" y="830084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3" name="Google Shape;4613;p168"/>
          <p:cNvSpPr/>
          <p:nvPr/>
        </p:nvSpPr>
        <p:spPr>
          <a:xfrm>
            <a:off x="9649430" y="8701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4" name="Google Shape;4614;p168"/>
          <p:cNvSpPr/>
          <p:nvPr/>
        </p:nvSpPr>
        <p:spPr>
          <a:xfrm>
            <a:off x="9649430" y="886149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5" name="Google Shape;4615;p168"/>
          <p:cNvSpPr/>
          <p:nvPr/>
        </p:nvSpPr>
        <p:spPr>
          <a:xfrm>
            <a:off x="9649430" y="899270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6" name="Google Shape;4616;p168"/>
          <p:cNvSpPr/>
          <p:nvPr/>
        </p:nvSpPr>
        <p:spPr>
          <a:xfrm>
            <a:off x="9649430" y="912391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7" name="Google Shape;4617;p168"/>
          <p:cNvSpPr/>
          <p:nvPr/>
        </p:nvSpPr>
        <p:spPr>
          <a:xfrm>
            <a:off x="9649430" y="925511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8" name="Google Shape;4618;p168"/>
          <p:cNvSpPr/>
          <p:nvPr/>
        </p:nvSpPr>
        <p:spPr>
          <a:xfrm>
            <a:off x="9649430" y="790068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19" name="Google Shape;4619;p168"/>
          <p:cNvSpPr/>
          <p:nvPr/>
        </p:nvSpPr>
        <p:spPr>
          <a:xfrm>
            <a:off x="6503449" y="775103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20" name="Google Shape;4620;p168"/>
          <p:cNvSpPr txBox="1"/>
          <p:nvPr/>
        </p:nvSpPr>
        <p:spPr>
          <a:xfrm>
            <a:off x="6637099" y="7851236"/>
            <a:ext cx="1055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Health Management</a:t>
            </a:r>
            <a:endParaRPr sz="1600">
              <a:latin typeface="Avant Garde Demi SFDC"/>
              <a:ea typeface="Avant Garde Demi SFDC"/>
              <a:cs typeface="Avant Garde Demi SFDC"/>
              <a:sym typeface="Avant Garde Demi SFDC"/>
            </a:endParaRPr>
          </a:p>
        </p:txBody>
      </p:sp>
      <p:sp>
        <p:nvSpPr>
          <p:cNvPr id="4621" name="Google Shape;4621;p168"/>
          <p:cNvSpPr txBox="1"/>
          <p:nvPr/>
        </p:nvSpPr>
        <p:spPr>
          <a:xfrm>
            <a:off x="9818761" y="193450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Pipeline </a:t>
            </a:r>
            <a:endParaRPr sz="800"/>
          </a:p>
        </p:txBody>
      </p:sp>
      <p:sp>
        <p:nvSpPr>
          <p:cNvPr id="4622" name="Google Shape;4622;p168"/>
          <p:cNvSpPr txBox="1"/>
          <p:nvPr/>
        </p:nvSpPr>
        <p:spPr>
          <a:xfrm>
            <a:off x="9818751" y="28947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Product Training Materials </a:t>
            </a:r>
            <a:endParaRPr sz="800"/>
          </a:p>
        </p:txBody>
      </p:sp>
      <p:sp>
        <p:nvSpPr>
          <p:cNvPr id="4623" name="Google Shape;4623;p168"/>
          <p:cNvSpPr txBox="1"/>
          <p:nvPr/>
        </p:nvSpPr>
        <p:spPr>
          <a:xfrm>
            <a:off x="9818751" y="353472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Performance and Compliance </a:t>
            </a:r>
            <a:endParaRPr sz="800"/>
          </a:p>
        </p:txBody>
      </p:sp>
      <p:sp>
        <p:nvSpPr>
          <p:cNvPr id="4624" name="Google Shape;4624;p168"/>
          <p:cNvSpPr txBox="1"/>
          <p:nvPr/>
        </p:nvSpPr>
        <p:spPr>
          <a:xfrm>
            <a:off x="9818751" y="366521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Adherence </a:t>
            </a:r>
            <a:endParaRPr sz="800"/>
          </a:p>
        </p:txBody>
      </p:sp>
      <p:sp>
        <p:nvSpPr>
          <p:cNvPr id="4625" name="Google Shape;4625;p168"/>
          <p:cNvSpPr txBox="1"/>
          <p:nvPr/>
        </p:nvSpPr>
        <p:spPr>
          <a:xfrm>
            <a:off x="9818751" y="238254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Credentialing </a:t>
            </a:r>
            <a:endParaRPr sz="800"/>
          </a:p>
        </p:txBody>
      </p:sp>
      <p:sp>
        <p:nvSpPr>
          <p:cNvPr id="4626" name="Google Shape;4626;p168"/>
          <p:cNvSpPr txBox="1"/>
          <p:nvPr/>
        </p:nvSpPr>
        <p:spPr>
          <a:xfrm>
            <a:off x="9818751" y="252667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Onboarding </a:t>
            </a:r>
            <a:endParaRPr sz="800"/>
          </a:p>
        </p:txBody>
      </p:sp>
      <p:sp>
        <p:nvSpPr>
          <p:cNvPr id="4627" name="Google Shape;4627;p168"/>
          <p:cNvSpPr txBox="1"/>
          <p:nvPr/>
        </p:nvSpPr>
        <p:spPr>
          <a:xfrm>
            <a:off x="9818751" y="27720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28" name="Google Shape;4628;p168"/>
          <p:cNvSpPr txBox="1"/>
          <p:nvPr/>
        </p:nvSpPr>
        <p:spPr>
          <a:xfrm>
            <a:off x="9818751" y="314005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Commission Management </a:t>
            </a:r>
            <a:endParaRPr sz="800"/>
          </a:p>
        </p:txBody>
      </p:sp>
      <p:sp>
        <p:nvSpPr>
          <p:cNvPr id="4629" name="Google Shape;4629;p168"/>
          <p:cNvSpPr txBox="1"/>
          <p:nvPr/>
        </p:nvSpPr>
        <p:spPr>
          <a:xfrm>
            <a:off x="9818751" y="34149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Management </a:t>
            </a:r>
            <a:endParaRPr sz="800"/>
          </a:p>
        </p:txBody>
      </p:sp>
      <p:sp>
        <p:nvSpPr>
          <p:cNvPr id="4630" name="Google Shape;4630;p168"/>
          <p:cNvSpPr txBox="1"/>
          <p:nvPr/>
        </p:nvSpPr>
        <p:spPr>
          <a:xfrm>
            <a:off x="9818761" y="207083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Lifecycle Management </a:t>
            </a:r>
            <a:endParaRPr sz="800"/>
          </a:p>
        </p:txBody>
      </p:sp>
      <p:sp>
        <p:nvSpPr>
          <p:cNvPr id="4631" name="Google Shape;4631;p168"/>
          <p:cNvSpPr txBox="1"/>
          <p:nvPr/>
        </p:nvSpPr>
        <p:spPr>
          <a:xfrm>
            <a:off x="9818751" y="264935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Coaching </a:t>
            </a:r>
            <a:endParaRPr sz="800"/>
          </a:p>
        </p:txBody>
      </p:sp>
      <p:sp>
        <p:nvSpPr>
          <p:cNvPr id="4632" name="Google Shape;4632;p168"/>
          <p:cNvSpPr txBox="1"/>
          <p:nvPr/>
        </p:nvSpPr>
        <p:spPr>
          <a:xfrm>
            <a:off x="9818751" y="301738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Quoting &amp; Collaboration </a:t>
            </a:r>
            <a:endParaRPr sz="800"/>
          </a:p>
        </p:txBody>
      </p:sp>
      <p:sp>
        <p:nvSpPr>
          <p:cNvPr id="4633" name="Google Shape;4633;p168"/>
          <p:cNvSpPr txBox="1"/>
          <p:nvPr/>
        </p:nvSpPr>
        <p:spPr>
          <a:xfrm>
            <a:off x="9818751" y="326273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Generate Broker Commission </a:t>
            </a:r>
            <a:endParaRPr sz="800"/>
          </a:p>
        </p:txBody>
      </p:sp>
      <p:sp>
        <p:nvSpPr>
          <p:cNvPr id="4634" name="Google Shape;4634;p168"/>
          <p:cNvSpPr txBox="1"/>
          <p:nvPr/>
        </p:nvSpPr>
        <p:spPr>
          <a:xfrm>
            <a:off x="9818751" y="224440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Broker Registration </a:t>
            </a:r>
            <a:endParaRPr sz="800"/>
          </a:p>
        </p:txBody>
      </p:sp>
      <p:sp>
        <p:nvSpPr>
          <p:cNvPr id="4635" name="Google Shape;4635;p168"/>
          <p:cNvSpPr txBox="1"/>
          <p:nvPr/>
        </p:nvSpPr>
        <p:spPr>
          <a:xfrm>
            <a:off x="9818761" y="382002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Submission </a:t>
            </a:r>
            <a:endParaRPr sz="800"/>
          </a:p>
        </p:txBody>
      </p:sp>
      <p:sp>
        <p:nvSpPr>
          <p:cNvPr id="4636" name="Google Shape;4636;p168"/>
          <p:cNvSpPr txBox="1"/>
          <p:nvPr/>
        </p:nvSpPr>
        <p:spPr>
          <a:xfrm>
            <a:off x="9818751" y="393609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Script </a:t>
            </a:r>
            <a:endParaRPr sz="800"/>
          </a:p>
        </p:txBody>
      </p:sp>
      <p:sp>
        <p:nvSpPr>
          <p:cNvPr id="4637" name="Google Shape;4637;p168"/>
          <p:cNvSpPr txBox="1"/>
          <p:nvPr/>
        </p:nvSpPr>
        <p:spPr>
          <a:xfrm>
            <a:off x="9818751" y="40521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Training </a:t>
            </a:r>
            <a:endParaRPr sz="800"/>
          </a:p>
        </p:txBody>
      </p:sp>
      <p:sp>
        <p:nvSpPr>
          <p:cNvPr id="4638" name="Google Shape;4638;p168"/>
          <p:cNvSpPr txBox="1"/>
          <p:nvPr/>
        </p:nvSpPr>
        <p:spPr>
          <a:xfrm>
            <a:off x="9818751" y="41682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Pipeline </a:t>
            </a:r>
            <a:endParaRPr sz="800"/>
          </a:p>
        </p:txBody>
      </p:sp>
      <p:sp>
        <p:nvSpPr>
          <p:cNvPr id="4639" name="Google Shape;4639;p168"/>
          <p:cNvSpPr txBox="1"/>
          <p:nvPr/>
        </p:nvSpPr>
        <p:spPr>
          <a:xfrm>
            <a:off x="9818751" y="428432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Strategy </a:t>
            </a:r>
            <a:endParaRPr sz="800"/>
          </a:p>
        </p:txBody>
      </p:sp>
      <p:sp>
        <p:nvSpPr>
          <p:cNvPr id="4640" name="Google Shape;4640;p168"/>
          <p:cNvSpPr txBox="1"/>
          <p:nvPr/>
        </p:nvSpPr>
        <p:spPr>
          <a:xfrm>
            <a:off x="9818751" y="45164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lang="en" sz="800">
                <a:latin typeface="Salesforce Sans"/>
                <a:ea typeface="Salesforce Sans"/>
                <a:cs typeface="Salesforce Sans"/>
                <a:sym typeface="Salesforce Sans"/>
              </a:rPr>
              <a:t>Revenue Quote Management</a:t>
            </a:r>
            <a:endParaRPr sz="800"/>
          </a:p>
        </p:txBody>
      </p:sp>
      <p:sp>
        <p:nvSpPr>
          <p:cNvPr id="4641" name="Google Shape;4641;p168"/>
          <p:cNvSpPr txBox="1"/>
          <p:nvPr/>
        </p:nvSpPr>
        <p:spPr>
          <a:xfrm>
            <a:off x="9818751" y="440040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Sales Renewal </a:t>
            </a:r>
            <a:endParaRPr sz="800"/>
          </a:p>
        </p:txBody>
      </p:sp>
      <p:sp>
        <p:nvSpPr>
          <p:cNvPr id="4642" name="Google Shape;4642;p168"/>
          <p:cNvSpPr txBox="1"/>
          <p:nvPr/>
        </p:nvSpPr>
        <p:spPr>
          <a:xfrm>
            <a:off x="9818751" y="46478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Employer Group Census Management </a:t>
            </a:r>
            <a:endParaRPr sz="800"/>
          </a:p>
        </p:txBody>
      </p:sp>
      <p:sp>
        <p:nvSpPr>
          <p:cNvPr id="4643" name="Google Shape;4643;p168"/>
          <p:cNvSpPr txBox="1"/>
          <p:nvPr/>
        </p:nvSpPr>
        <p:spPr>
          <a:xfrm>
            <a:off x="9818751" y="47810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Underwriting </a:t>
            </a:r>
            <a:endParaRPr sz="800"/>
          </a:p>
        </p:txBody>
      </p:sp>
      <p:sp>
        <p:nvSpPr>
          <p:cNvPr id="4644" name="Google Shape;4644;p168"/>
          <p:cNvSpPr txBox="1"/>
          <p:nvPr/>
        </p:nvSpPr>
        <p:spPr>
          <a:xfrm>
            <a:off x="9818751" y="539450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Insurance Policy Administration </a:t>
            </a:r>
            <a:endParaRPr sz="800"/>
          </a:p>
        </p:txBody>
      </p:sp>
      <p:sp>
        <p:nvSpPr>
          <p:cNvPr id="4645" name="Google Shape;4645;p168"/>
          <p:cNvSpPr txBox="1"/>
          <p:nvPr/>
        </p:nvSpPr>
        <p:spPr>
          <a:xfrm>
            <a:off x="9818751" y="566077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Onboarding </a:t>
            </a:r>
            <a:endParaRPr sz="800"/>
          </a:p>
        </p:txBody>
      </p:sp>
      <p:sp>
        <p:nvSpPr>
          <p:cNvPr id="4646" name="Google Shape;4646;p168"/>
          <p:cNvSpPr txBox="1"/>
          <p:nvPr/>
        </p:nvSpPr>
        <p:spPr>
          <a:xfrm>
            <a:off x="9818751" y="552763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Generation </a:t>
            </a:r>
            <a:endParaRPr sz="800"/>
          </a:p>
        </p:txBody>
      </p:sp>
      <p:sp>
        <p:nvSpPr>
          <p:cNvPr id="4647" name="Google Shape;4647;p168"/>
          <p:cNvSpPr txBox="1"/>
          <p:nvPr/>
        </p:nvSpPr>
        <p:spPr>
          <a:xfrm>
            <a:off x="9818751" y="578894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48" name="Google Shape;4648;p168"/>
          <p:cNvSpPr txBox="1"/>
          <p:nvPr/>
        </p:nvSpPr>
        <p:spPr>
          <a:xfrm>
            <a:off x="9818751" y="687544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Outreach </a:t>
            </a:r>
            <a:endParaRPr sz="800"/>
          </a:p>
        </p:txBody>
      </p:sp>
      <p:sp>
        <p:nvSpPr>
          <p:cNvPr id="4649" name="Google Shape;4649;p168"/>
          <p:cNvSpPr txBox="1"/>
          <p:nvPr/>
        </p:nvSpPr>
        <p:spPr>
          <a:xfrm>
            <a:off x="9818751" y="700253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Assessment Generation &amp; Auto-population</a:t>
            </a:r>
            <a:endParaRPr sz="800"/>
          </a:p>
        </p:txBody>
      </p:sp>
      <p:sp>
        <p:nvSpPr>
          <p:cNvPr id="4650" name="Google Shape;4650;p168"/>
          <p:cNvSpPr txBox="1"/>
          <p:nvPr/>
        </p:nvSpPr>
        <p:spPr>
          <a:xfrm>
            <a:off x="9818751" y="491414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Assessment </a:t>
            </a:r>
            <a:endParaRPr sz="800"/>
          </a:p>
        </p:txBody>
      </p:sp>
      <p:sp>
        <p:nvSpPr>
          <p:cNvPr id="4651" name="Google Shape;4651;p168"/>
          <p:cNvSpPr txBox="1"/>
          <p:nvPr/>
        </p:nvSpPr>
        <p:spPr>
          <a:xfrm>
            <a:off x="9818751" y="5180410"/>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Implementation / Installation </a:t>
            </a:r>
            <a:endParaRPr sz="800"/>
          </a:p>
        </p:txBody>
      </p:sp>
      <p:sp>
        <p:nvSpPr>
          <p:cNvPr id="4652" name="Google Shape;4652;p168"/>
          <p:cNvSpPr txBox="1"/>
          <p:nvPr/>
        </p:nvSpPr>
        <p:spPr>
          <a:xfrm>
            <a:off x="9818751" y="636707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a:t>
            </a:r>
            <a:r>
              <a:rPr lang="en" sz="800">
                <a:latin typeface="Salesforce Sans"/>
                <a:ea typeface="Salesforce Sans"/>
                <a:cs typeface="Salesforce Sans"/>
                <a:sym typeface="Salesforce Sans"/>
              </a:rPr>
              <a:t>Answers</a:t>
            </a:r>
            <a:r>
              <a:rPr b="0" i="0" lang="en" sz="800" u="none" cap="none" strike="noStrike">
                <a:latin typeface="Salesforce Sans"/>
                <a:ea typeface="Salesforce Sans"/>
                <a:cs typeface="Salesforce Sans"/>
                <a:sym typeface="Salesforce Sans"/>
              </a:rPr>
              <a:t> </a:t>
            </a:r>
            <a:endParaRPr sz="800"/>
          </a:p>
        </p:txBody>
      </p:sp>
      <p:sp>
        <p:nvSpPr>
          <p:cNvPr id="4653" name="Google Shape;4653;p168"/>
          <p:cNvSpPr txBox="1"/>
          <p:nvPr/>
        </p:nvSpPr>
        <p:spPr>
          <a:xfrm>
            <a:off x="9818751" y="649416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Upselling Ancillary Services </a:t>
            </a:r>
            <a:endParaRPr sz="800"/>
          </a:p>
        </p:txBody>
      </p:sp>
      <p:sp>
        <p:nvSpPr>
          <p:cNvPr id="4654" name="Google Shape;4654;p168"/>
          <p:cNvSpPr txBox="1"/>
          <p:nvPr/>
        </p:nvSpPr>
        <p:spPr>
          <a:xfrm>
            <a:off x="9818751" y="712962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 Adherence </a:t>
            </a:r>
            <a:endParaRPr sz="800"/>
          </a:p>
        </p:txBody>
      </p:sp>
      <p:sp>
        <p:nvSpPr>
          <p:cNvPr id="4655" name="Google Shape;4655;p168"/>
          <p:cNvSpPr txBox="1"/>
          <p:nvPr/>
        </p:nvSpPr>
        <p:spPr>
          <a:xfrm>
            <a:off x="9818751" y="725672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Provider Auto-matching</a:t>
            </a:r>
            <a:endParaRPr sz="800"/>
          </a:p>
        </p:txBody>
      </p:sp>
      <p:sp>
        <p:nvSpPr>
          <p:cNvPr id="4656" name="Google Shape;4656;p168"/>
          <p:cNvSpPr txBox="1"/>
          <p:nvPr/>
        </p:nvSpPr>
        <p:spPr>
          <a:xfrm>
            <a:off x="9818751" y="737793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Disease Surveillance Case Management</a:t>
            </a:r>
            <a:endParaRPr sz="800"/>
          </a:p>
        </p:txBody>
      </p:sp>
      <p:sp>
        <p:nvSpPr>
          <p:cNvPr id="4657" name="Google Shape;4657;p168"/>
          <p:cNvSpPr txBox="1"/>
          <p:nvPr/>
        </p:nvSpPr>
        <p:spPr>
          <a:xfrm>
            <a:off x="9818751" y="598579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contact center </a:t>
            </a:r>
            <a:endParaRPr sz="800"/>
          </a:p>
        </p:txBody>
      </p:sp>
      <p:sp>
        <p:nvSpPr>
          <p:cNvPr id="4658" name="Google Shape;4658;p168"/>
          <p:cNvSpPr txBox="1"/>
          <p:nvPr/>
        </p:nvSpPr>
        <p:spPr>
          <a:xfrm>
            <a:off x="9818751" y="611288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Appeals &amp; Grievances </a:t>
            </a:r>
            <a:endParaRPr sz="800"/>
          </a:p>
        </p:txBody>
      </p:sp>
      <p:sp>
        <p:nvSpPr>
          <p:cNvPr id="4659" name="Google Shape;4659;p168"/>
          <p:cNvSpPr txBox="1"/>
          <p:nvPr/>
        </p:nvSpPr>
        <p:spPr>
          <a:xfrm>
            <a:off x="9818751" y="623997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Incentive Rewards Management </a:t>
            </a:r>
            <a:endParaRPr sz="800"/>
          </a:p>
        </p:txBody>
      </p:sp>
      <p:sp>
        <p:nvSpPr>
          <p:cNvPr id="4660" name="Google Shape;4660;p168"/>
          <p:cNvSpPr txBox="1"/>
          <p:nvPr/>
        </p:nvSpPr>
        <p:spPr>
          <a:xfrm>
            <a:off x="9818751" y="662125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Coverage summary &amp; details</a:t>
            </a:r>
            <a:endParaRPr sz="800"/>
          </a:p>
        </p:txBody>
      </p:sp>
      <p:sp>
        <p:nvSpPr>
          <p:cNvPr id="4661" name="Google Shape;4661;p168"/>
          <p:cNvSpPr txBox="1"/>
          <p:nvPr/>
        </p:nvSpPr>
        <p:spPr>
          <a:xfrm>
            <a:off x="9818751" y="5047277"/>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Contract Management </a:t>
            </a:r>
            <a:endParaRPr sz="800"/>
          </a:p>
        </p:txBody>
      </p:sp>
      <p:sp>
        <p:nvSpPr>
          <p:cNvPr id="4662" name="Google Shape;4662;p168"/>
          <p:cNvSpPr txBox="1"/>
          <p:nvPr/>
        </p:nvSpPr>
        <p:spPr>
          <a:xfrm>
            <a:off x="9818751" y="785998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Planning </a:t>
            </a:r>
            <a:endParaRPr sz="800"/>
          </a:p>
        </p:txBody>
      </p:sp>
      <p:sp>
        <p:nvSpPr>
          <p:cNvPr id="4663" name="Google Shape;4663;p168"/>
          <p:cNvSpPr txBox="1"/>
          <p:nvPr/>
        </p:nvSpPr>
        <p:spPr>
          <a:xfrm>
            <a:off x="9818751" y="799410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Member Engagement </a:t>
            </a:r>
            <a:endParaRPr sz="800"/>
          </a:p>
        </p:txBody>
      </p:sp>
      <p:sp>
        <p:nvSpPr>
          <p:cNvPr id="4664" name="Google Shape;4664;p168"/>
          <p:cNvSpPr txBox="1"/>
          <p:nvPr/>
        </p:nvSpPr>
        <p:spPr>
          <a:xfrm>
            <a:off x="9818751" y="8128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 Intake </a:t>
            </a:r>
            <a:endParaRPr sz="800"/>
          </a:p>
        </p:txBody>
      </p:sp>
      <p:sp>
        <p:nvSpPr>
          <p:cNvPr id="4665" name="Google Shape;4665;p168"/>
          <p:cNvSpPr txBox="1"/>
          <p:nvPr/>
        </p:nvSpPr>
        <p:spPr>
          <a:xfrm>
            <a:off x="9818751" y="82623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Auto Approval </a:t>
            </a:r>
            <a:endParaRPr sz="800"/>
          </a:p>
        </p:txBody>
      </p:sp>
      <p:sp>
        <p:nvSpPr>
          <p:cNvPr id="4666" name="Google Shape;4666;p168"/>
          <p:cNvSpPr txBox="1"/>
          <p:nvPr/>
        </p:nvSpPr>
        <p:spPr>
          <a:xfrm>
            <a:off x="9818751" y="8530563"/>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 Guidelines </a:t>
            </a:r>
            <a:endParaRPr sz="800"/>
          </a:p>
        </p:txBody>
      </p:sp>
      <p:sp>
        <p:nvSpPr>
          <p:cNvPr id="4667" name="Google Shape;4667;p168"/>
          <p:cNvSpPr txBox="1"/>
          <p:nvPr/>
        </p:nvSpPr>
        <p:spPr>
          <a:xfrm>
            <a:off x="9818751" y="8664678"/>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Summary </a:t>
            </a:r>
            <a:endParaRPr sz="800"/>
          </a:p>
        </p:txBody>
      </p:sp>
      <p:sp>
        <p:nvSpPr>
          <p:cNvPr id="4668" name="Google Shape;4668;p168"/>
          <p:cNvSpPr txBox="1"/>
          <p:nvPr/>
        </p:nvSpPr>
        <p:spPr>
          <a:xfrm>
            <a:off x="9818751" y="839644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Clinical Documentation </a:t>
            </a:r>
            <a:endParaRPr sz="800"/>
          </a:p>
        </p:txBody>
      </p:sp>
      <p:sp>
        <p:nvSpPr>
          <p:cNvPr id="4669" name="Google Shape;4669;p168"/>
          <p:cNvSpPr txBox="1"/>
          <p:nvPr/>
        </p:nvSpPr>
        <p:spPr>
          <a:xfrm>
            <a:off x="9818751" y="9084219"/>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Engagement </a:t>
            </a:r>
            <a:endParaRPr sz="800"/>
          </a:p>
        </p:txBody>
      </p:sp>
      <p:sp>
        <p:nvSpPr>
          <p:cNvPr id="4670" name="Google Shape;4670;p168"/>
          <p:cNvSpPr txBox="1"/>
          <p:nvPr/>
        </p:nvSpPr>
        <p:spPr>
          <a:xfrm>
            <a:off x="9818751" y="8820634"/>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Acquisition Agent </a:t>
            </a:r>
            <a:endParaRPr sz="800"/>
          </a:p>
        </p:txBody>
      </p:sp>
      <p:sp>
        <p:nvSpPr>
          <p:cNvPr id="4671" name="Google Shape;4671;p168"/>
          <p:cNvSpPr txBox="1"/>
          <p:nvPr/>
        </p:nvSpPr>
        <p:spPr>
          <a:xfrm>
            <a:off x="9818751" y="8952426"/>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Operations Agent </a:t>
            </a:r>
            <a:endParaRPr sz="800"/>
          </a:p>
        </p:txBody>
      </p:sp>
      <p:sp>
        <p:nvSpPr>
          <p:cNvPr id="4672" name="Google Shape;4672;p168"/>
          <p:cNvSpPr txBox="1"/>
          <p:nvPr/>
        </p:nvSpPr>
        <p:spPr>
          <a:xfrm>
            <a:off x="9818751" y="9216012"/>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Staff Scheduling </a:t>
            </a:r>
            <a:endParaRPr sz="800"/>
          </a:p>
        </p:txBody>
      </p:sp>
      <p:sp>
        <p:nvSpPr>
          <p:cNvPr id="4673" name="Google Shape;4673;p168"/>
          <p:cNvSpPr txBox="1"/>
          <p:nvPr/>
        </p:nvSpPr>
        <p:spPr>
          <a:xfrm>
            <a:off x="9818751" y="7725875"/>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Transitions of Care</a:t>
            </a:r>
            <a:endParaRPr sz="800"/>
          </a:p>
        </p:txBody>
      </p:sp>
      <p:sp>
        <p:nvSpPr>
          <p:cNvPr id="4674" name="Google Shape;4674;p168"/>
          <p:cNvSpPr txBox="1"/>
          <p:nvPr/>
        </p:nvSpPr>
        <p:spPr>
          <a:xfrm>
            <a:off x="9820090" y="6748351"/>
            <a:ext cx="20658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Document AI</a:t>
            </a:r>
            <a:endParaRPr sz="800"/>
          </a:p>
        </p:txBody>
      </p:sp>
      <p:sp>
        <p:nvSpPr>
          <p:cNvPr id="4675" name="Google Shape;4675;p168"/>
          <p:cNvSpPr txBox="1"/>
          <p:nvPr/>
        </p:nvSpPr>
        <p:spPr>
          <a:xfrm>
            <a:off x="8124651" y="3009452"/>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Quoting</a:t>
            </a:r>
            <a:endParaRPr sz="1600"/>
          </a:p>
        </p:txBody>
      </p:sp>
      <p:sp>
        <p:nvSpPr>
          <p:cNvPr id="4676" name="Google Shape;4676;p168"/>
          <p:cNvSpPr/>
          <p:nvPr/>
        </p:nvSpPr>
        <p:spPr>
          <a:xfrm>
            <a:off x="9649430" y="2818058"/>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7" name="Google Shape;4677;p168"/>
          <p:cNvSpPr/>
          <p:nvPr/>
        </p:nvSpPr>
        <p:spPr>
          <a:xfrm>
            <a:off x="9649430" y="3322864"/>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78" name="Google Shape;4678;p168"/>
          <p:cNvSpPr txBox="1"/>
          <p:nvPr/>
        </p:nvSpPr>
        <p:spPr>
          <a:xfrm>
            <a:off x="8124651" y="3133845"/>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Commissions</a:t>
            </a:r>
            <a:endParaRPr sz="1600"/>
          </a:p>
        </p:txBody>
      </p:sp>
      <p:sp>
        <p:nvSpPr>
          <p:cNvPr id="4679" name="Google Shape;4679;p168"/>
          <p:cNvSpPr txBox="1"/>
          <p:nvPr/>
        </p:nvSpPr>
        <p:spPr>
          <a:xfrm>
            <a:off x="8124651" y="3400789"/>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Broker Relationship Mgmt</a:t>
            </a:r>
            <a:endParaRPr sz="1600"/>
          </a:p>
        </p:txBody>
      </p:sp>
      <p:sp>
        <p:nvSpPr>
          <p:cNvPr id="4680" name="Google Shape;4680;p168"/>
          <p:cNvSpPr txBox="1"/>
          <p:nvPr/>
        </p:nvSpPr>
        <p:spPr>
          <a:xfrm>
            <a:off x="8124663" y="4776243"/>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Underwriting</a:t>
            </a:r>
            <a:endParaRPr sz="1600"/>
          </a:p>
        </p:txBody>
      </p:sp>
      <p:sp>
        <p:nvSpPr>
          <p:cNvPr id="4681" name="Google Shape;4681;p168"/>
          <p:cNvSpPr txBox="1"/>
          <p:nvPr/>
        </p:nvSpPr>
        <p:spPr>
          <a:xfrm>
            <a:off x="8124679" y="5039825"/>
            <a:ext cx="1349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Contracting</a:t>
            </a:r>
            <a:endParaRPr sz="1600"/>
          </a:p>
        </p:txBody>
      </p:sp>
      <p:sp>
        <p:nvSpPr>
          <p:cNvPr id="4682" name="Google Shape;4682;p168"/>
          <p:cNvSpPr txBox="1"/>
          <p:nvPr/>
        </p:nvSpPr>
        <p:spPr>
          <a:xfrm>
            <a:off x="8124677" y="5175225"/>
            <a:ext cx="1494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Account/Case Installation</a:t>
            </a:r>
            <a:endParaRPr sz="1600"/>
          </a:p>
        </p:txBody>
      </p:sp>
      <p:sp>
        <p:nvSpPr>
          <p:cNvPr id="4683" name="Google Shape;4683;p168"/>
          <p:cNvSpPr txBox="1"/>
          <p:nvPr/>
        </p:nvSpPr>
        <p:spPr>
          <a:xfrm>
            <a:off x="8124679" y="5394763"/>
            <a:ext cx="130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Policy Administration</a:t>
            </a:r>
            <a:endParaRPr sz="1600"/>
          </a:p>
        </p:txBody>
      </p:sp>
      <p:sp>
        <p:nvSpPr>
          <p:cNvPr id="4684" name="Google Shape;4684;p168"/>
          <p:cNvSpPr txBox="1"/>
          <p:nvPr/>
        </p:nvSpPr>
        <p:spPr>
          <a:xfrm>
            <a:off x="8124663" y="565600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Member Onboarding</a:t>
            </a:r>
            <a:endParaRPr sz="1600"/>
          </a:p>
        </p:txBody>
      </p:sp>
      <p:sp>
        <p:nvSpPr>
          <p:cNvPr id="4685" name="Google Shape;4685;p168"/>
          <p:cNvSpPr txBox="1"/>
          <p:nvPr/>
        </p:nvSpPr>
        <p:spPr>
          <a:xfrm>
            <a:off x="8124663" y="5994757"/>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Inquiry Mgmt &amp; Resolution</a:t>
            </a:r>
            <a:endParaRPr sz="1600"/>
          </a:p>
        </p:txBody>
      </p:sp>
      <p:sp>
        <p:nvSpPr>
          <p:cNvPr id="4686" name="Google Shape;4686;p168"/>
          <p:cNvSpPr txBox="1"/>
          <p:nvPr/>
        </p:nvSpPr>
        <p:spPr>
          <a:xfrm>
            <a:off x="8124663" y="6357109"/>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Engagement &amp; Education</a:t>
            </a:r>
            <a:endParaRPr sz="1600"/>
          </a:p>
        </p:txBody>
      </p:sp>
      <p:sp>
        <p:nvSpPr>
          <p:cNvPr id="4687" name="Google Shape;4687;p168"/>
          <p:cNvSpPr txBox="1"/>
          <p:nvPr/>
        </p:nvSpPr>
        <p:spPr>
          <a:xfrm>
            <a:off x="8124663" y="659462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Mgmt</a:t>
            </a:r>
            <a:endParaRPr sz="1600"/>
          </a:p>
        </p:txBody>
      </p:sp>
      <p:sp>
        <p:nvSpPr>
          <p:cNvPr id="4688" name="Google Shape;4688;p168"/>
          <p:cNvSpPr txBox="1"/>
          <p:nvPr/>
        </p:nvSpPr>
        <p:spPr>
          <a:xfrm>
            <a:off x="8124663" y="773358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Care Planning</a:t>
            </a:r>
            <a:endParaRPr sz="1600"/>
          </a:p>
        </p:txBody>
      </p:sp>
      <p:sp>
        <p:nvSpPr>
          <p:cNvPr id="4689" name="Google Shape;4689;p168"/>
          <p:cNvSpPr txBox="1"/>
          <p:nvPr/>
        </p:nvSpPr>
        <p:spPr>
          <a:xfrm>
            <a:off x="8124663" y="8183693"/>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Utilization Management</a:t>
            </a:r>
            <a:endParaRPr sz="1600"/>
          </a:p>
        </p:txBody>
      </p:sp>
      <p:sp>
        <p:nvSpPr>
          <p:cNvPr id="4690" name="Google Shape;4690;p168"/>
          <p:cNvSpPr txBox="1"/>
          <p:nvPr/>
        </p:nvSpPr>
        <p:spPr>
          <a:xfrm>
            <a:off x="8124663" y="8817854"/>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Workforce Management</a:t>
            </a:r>
            <a:endParaRPr sz="1600"/>
          </a:p>
        </p:txBody>
      </p:sp>
      <p:sp>
        <p:nvSpPr>
          <p:cNvPr id="4691" name="Google Shape;4691;p168"/>
          <p:cNvSpPr/>
          <p:nvPr/>
        </p:nvSpPr>
        <p:spPr>
          <a:xfrm>
            <a:off x="9649430" y="481513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2" name="Google Shape;4692;p168"/>
          <p:cNvSpPr/>
          <p:nvPr/>
        </p:nvSpPr>
        <p:spPr>
          <a:xfrm>
            <a:off x="9649430" y="4956820"/>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3" name="Google Shape;4693;p168"/>
          <p:cNvSpPr/>
          <p:nvPr/>
        </p:nvSpPr>
        <p:spPr>
          <a:xfrm>
            <a:off x="9649430" y="5558817"/>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4" name="Google Shape;4694;p168"/>
          <p:cNvSpPr/>
          <p:nvPr/>
        </p:nvSpPr>
        <p:spPr>
          <a:xfrm>
            <a:off x="9649430" y="5694791"/>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5" name="Google Shape;4695;p168"/>
          <p:cNvSpPr/>
          <p:nvPr/>
        </p:nvSpPr>
        <p:spPr>
          <a:xfrm>
            <a:off x="9649430" y="6151623"/>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6" name="Google Shape;4696;p168"/>
          <p:cNvSpPr/>
          <p:nvPr/>
        </p:nvSpPr>
        <p:spPr>
          <a:xfrm>
            <a:off x="9649430" y="627782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7" name="Google Shape;4697;p168"/>
          <p:cNvSpPr/>
          <p:nvPr/>
        </p:nvSpPr>
        <p:spPr>
          <a:xfrm>
            <a:off x="9649430" y="71639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8" name="Google Shape;4698;p168"/>
          <p:cNvSpPr/>
          <p:nvPr/>
        </p:nvSpPr>
        <p:spPr>
          <a:xfrm>
            <a:off x="9649430" y="7291552"/>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699" name="Google Shape;4699;p168"/>
          <p:cNvSpPr txBox="1"/>
          <p:nvPr/>
        </p:nvSpPr>
        <p:spPr>
          <a:xfrm>
            <a:off x="8129328" y="7377813"/>
            <a:ext cx="1494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Population Health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&amp; Analytics</a:t>
            </a:r>
            <a:endParaRPr sz="1600"/>
          </a:p>
        </p:txBody>
      </p:sp>
      <p:sp>
        <p:nvSpPr>
          <p:cNvPr id="4700" name="Google Shape;4700;p168"/>
          <p:cNvSpPr/>
          <p:nvPr/>
        </p:nvSpPr>
        <p:spPr>
          <a:xfrm>
            <a:off x="9649430" y="741448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1" name="Google Shape;4701;p168"/>
          <p:cNvSpPr/>
          <p:nvPr/>
        </p:nvSpPr>
        <p:spPr>
          <a:xfrm>
            <a:off x="9649430" y="8434236"/>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2" name="Google Shape;4702;p168"/>
          <p:cNvSpPr/>
          <p:nvPr/>
        </p:nvSpPr>
        <p:spPr>
          <a:xfrm>
            <a:off x="9649430" y="856762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3" name="Google Shape;4703;p168"/>
          <p:cNvSpPr/>
          <p:nvPr/>
        </p:nvSpPr>
        <p:spPr>
          <a:xfrm>
            <a:off x="12287257" y="1935996"/>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04" name="Google Shape;4704;p168"/>
          <p:cNvSpPr txBox="1"/>
          <p:nvPr/>
        </p:nvSpPr>
        <p:spPr>
          <a:xfrm>
            <a:off x="12401944" y="1633538"/>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705" name="Google Shape;4705;p168"/>
          <p:cNvSpPr txBox="1"/>
          <p:nvPr/>
        </p:nvSpPr>
        <p:spPr>
          <a:xfrm>
            <a:off x="13894820" y="1633538"/>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4706" name="Google Shape;4706;p168"/>
          <p:cNvSpPr txBox="1"/>
          <p:nvPr/>
        </p:nvSpPr>
        <p:spPr>
          <a:xfrm>
            <a:off x="12420907" y="2098446"/>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i="0" lang="en" sz="900" u="none" cap="none" strike="noStrike">
                <a:solidFill>
                  <a:srgbClr val="FFFFFF"/>
                </a:solidFill>
                <a:latin typeface="Avant Garde Demi SFDC"/>
                <a:ea typeface="Avant Garde Demi SFDC"/>
                <a:cs typeface="Avant Garde Demi SFDC"/>
                <a:sym typeface="Avant Garde Demi SFDC"/>
              </a:rPr>
              <a:t>G&amp;A</a:t>
            </a:r>
            <a:endParaRPr sz="1600">
              <a:latin typeface="Avant Garde Demi SFDC"/>
              <a:ea typeface="Avant Garde Demi SFDC"/>
              <a:cs typeface="Avant Garde Demi SFDC"/>
              <a:sym typeface="Avant Garde Demi SFDC"/>
            </a:endParaRPr>
          </a:p>
        </p:txBody>
      </p:sp>
      <p:sp>
        <p:nvSpPr>
          <p:cNvPr id="4707" name="Google Shape;4707;p168"/>
          <p:cNvSpPr txBox="1"/>
          <p:nvPr/>
        </p:nvSpPr>
        <p:spPr>
          <a:xfrm>
            <a:off x="15578108" y="1633538"/>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708" name="Google Shape;4708;p168"/>
          <p:cNvSpPr txBox="1"/>
          <p:nvPr/>
        </p:nvSpPr>
        <p:spPr>
          <a:xfrm>
            <a:off x="13913408" y="1936129"/>
            <a:ext cx="830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Digital Enablement</a:t>
            </a:r>
            <a:endParaRPr sz="1600"/>
          </a:p>
        </p:txBody>
      </p:sp>
      <p:sp>
        <p:nvSpPr>
          <p:cNvPr id="4709" name="Google Shape;4709;p168"/>
          <p:cNvSpPr txBox="1"/>
          <p:nvPr/>
        </p:nvSpPr>
        <p:spPr>
          <a:xfrm>
            <a:off x="13908470" y="4352006"/>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Cyber</a:t>
            </a:r>
            <a:endParaRPr sz="1600"/>
          </a:p>
        </p:txBody>
      </p:sp>
      <p:sp>
        <p:nvSpPr>
          <p:cNvPr id="4710" name="Google Shape;4710;p168"/>
          <p:cNvSpPr txBox="1"/>
          <p:nvPr/>
        </p:nvSpPr>
        <p:spPr>
          <a:xfrm>
            <a:off x="13908459" y="2215858"/>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sz="1600"/>
          </a:p>
        </p:txBody>
      </p:sp>
      <p:sp>
        <p:nvSpPr>
          <p:cNvPr id="4711" name="Google Shape;4711;p168"/>
          <p:cNvSpPr txBox="1"/>
          <p:nvPr/>
        </p:nvSpPr>
        <p:spPr>
          <a:xfrm>
            <a:off x="13908459" y="3958132"/>
            <a:ext cx="7716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IT Helpdesk</a:t>
            </a:r>
            <a:endParaRPr sz="1600"/>
          </a:p>
        </p:txBody>
      </p:sp>
      <p:sp>
        <p:nvSpPr>
          <p:cNvPr id="4712" name="Google Shape;4712;p168"/>
          <p:cNvSpPr/>
          <p:nvPr/>
        </p:nvSpPr>
        <p:spPr>
          <a:xfrm>
            <a:off x="15280837" y="198232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3" name="Google Shape;4713;p168"/>
          <p:cNvSpPr/>
          <p:nvPr/>
        </p:nvSpPr>
        <p:spPr>
          <a:xfrm>
            <a:off x="15280837" y="21164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4" name="Google Shape;4714;p168"/>
          <p:cNvSpPr/>
          <p:nvPr/>
        </p:nvSpPr>
        <p:spPr>
          <a:xfrm>
            <a:off x="15280837" y="2370886"/>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5" name="Google Shape;4715;p168"/>
          <p:cNvSpPr/>
          <p:nvPr/>
        </p:nvSpPr>
        <p:spPr>
          <a:xfrm>
            <a:off x="15280837" y="249631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6" name="Google Shape;4716;p168"/>
          <p:cNvSpPr/>
          <p:nvPr/>
        </p:nvSpPr>
        <p:spPr>
          <a:xfrm>
            <a:off x="15280837" y="2631271"/>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7" name="Google Shape;4717;p168"/>
          <p:cNvSpPr/>
          <p:nvPr/>
        </p:nvSpPr>
        <p:spPr>
          <a:xfrm>
            <a:off x="15280837" y="287577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8" name="Google Shape;4718;p168"/>
          <p:cNvSpPr/>
          <p:nvPr/>
        </p:nvSpPr>
        <p:spPr>
          <a:xfrm>
            <a:off x="15280837" y="299803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19" name="Google Shape;4719;p168"/>
          <p:cNvSpPr/>
          <p:nvPr/>
        </p:nvSpPr>
        <p:spPr>
          <a:xfrm>
            <a:off x="15280837" y="3246718"/>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0" name="Google Shape;4720;p168"/>
          <p:cNvSpPr/>
          <p:nvPr/>
        </p:nvSpPr>
        <p:spPr>
          <a:xfrm>
            <a:off x="15280837" y="3507431"/>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1" name="Google Shape;4721;p168"/>
          <p:cNvSpPr/>
          <p:nvPr/>
        </p:nvSpPr>
        <p:spPr>
          <a:xfrm>
            <a:off x="15280837" y="362826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2" name="Google Shape;4722;p168"/>
          <p:cNvSpPr/>
          <p:nvPr/>
        </p:nvSpPr>
        <p:spPr>
          <a:xfrm>
            <a:off x="15280837" y="374909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3" name="Google Shape;4723;p168"/>
          <p:cNvSpPr/>
          <p:nvPr/>
        </p:nvSpPr>
        <p:spPr>
          <a:xfrm>
            <a:off x="15280837" y="399648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4" name="Google Shape;4724;p168"/>
          <p:cNvSpPr/>
          <p:nvPr/>
        </p:nvSpPr>
        <p:spPr>
          <a:xfrm>
            <a:off x="15280837" y="411601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5" name="Google Shape;4725;p168"/>
          <p:cNvSpPr/>
          <p:nvPr/>
        </p:nvSpPr>
        <p:spPr>
          <a:xfrm>
            <a:off x="15280837" y="4236579"/>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6" name="Google Shape;4726;p168"/>
          <p:cNvSpPr/>
          <p:nvPr/>
        </p:nvSpPr>
        <p:spPr>
          <a:xfrm>
            <a:off x="15280837" y="477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7" name="Google Shape;4727;p168"/>
          <p:cNvSpPr/>
          <p:nvPr/>
        </p:nvSpPr>
        <p:spPr>
          <a:xfrm>
            <a:off x="15280837" y="514562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8" name="Google Shape;4728;p168"/>
          <p:cNvSpPr/>
          <p:nvPr/>
        </p:nvSpPr>
        <p:spPr>
          <a:xfrm>
            <a:off x="15280837" y="5269889"/>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29" name="Google Shape;4729;p168"/>
          <p:cNvSpPr/>
          <p:nvPr/>
        </p:nvSpPr>
        <p:spPr>
          <a:xfrm>
            <a:off x="15280837" y="539415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0" name="Google Shape;4730;p168"/>
          <p:cNvSpPr/>
          <p:nvPr/>
        </p:nvSpPr>
        <p:spPr>
          <a:xfrm>
            <a:off x="15280837" y="651732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1" name="Google Shape;4731;p168"/>
          <p:cNvSpPr/>
          <p:nvPr/>
        </p:nvSpPr>
        <p:spPr>
          <a:xfrm>
            <a:off x="15280837" y="66436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2" name="Google Shape;4732;p168"/>
          <p:cNvSpPr/>
          <p:nvPr/>
        </p:nvSpPr>
        <p:spPr>
          <a:xfrm>
            <a:off x="15280837" y="6769889"/>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3" name="Google Shape;4733;p168"/>
          <p:cNvSpPr/>
          <p:nvPr/>
        </p:nvSpPr>
        <p:spPr>
          <a:xfrm>
            <a:off x="15280837" y="6896173"/>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4" name="Google Shape;4734;p168"/>
          <p:cNvSpPr/>
          <p:nvPr/>
        </p:nvSpPr>
        <p:spPr>
          <a:xfrm>
            <a:off x="15280837" y="7022457"/>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5" name="Google Shape;4735;p168"/>
          <p:cNvSpPr/>
          <p:nvPr/>
        </p:nvSpPr>
        <p:spPr>
          <a:xfrm>
            <a:off x="15280837" y="7158163"/>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6" name="Google Shape;4736;p168"/>
          <p:cNvSpPr/>
          <p:nvPr/>
        </p:nvSpPr>
        <p:spPr>
          <a:xfrm>
            <a:off x="15285490" y="766340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7" name="Google Shape;4737;p168"/>
          <p:cNvSpPr txBox="1"/>
          <p:nvPr/>
        </p:nvSpPr>
        <p:spPr>
          <a:xfrm>
            <a:off x="13908459" y="2582340"/>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Attraction</a:t>
            </a:r>
            <a:endParaRPr sz="1600"/>
          </a:p>
        </p:txBody>
      </p:sp>
      <p:sp>
        <p:nvSpPr>
          <p:cNvPr id="4738" name="Google Shape;4738;p168"/>
          <p:cNvSpPr/>
          <p:nvPr/>
        </p:nvSpPr>
        <p:spPr>
          <a:xfrm>
            <a:off x="15280837" y="275352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39" name="Google Shape;4739;p168"/>
          <p:cNvSpPr/>
          <p:nvPr/>
        </p:nvSpPr>
        <p:spPr>
          <a:xfrm>
            <a:off x="15280837" y="3362786"/>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40" name="Google Shape;4740;p168"/>
          <p:cNvSpPr txBox="1"/>
          <p:nvPr/>
        </p:nvSpPr>
        <p:spPr>
          <a:xfrm>
            <a:off x="13908459" y="3076695"/>
            <a:ext cx="1130100" cy="291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a:t>
            </a:r>
            <a:r>
              <a:rPr b="1" lang="en" sz="900">
                <a:solidFill>
                  <a:srgbClr val="066AFE"/>
                </a:solidFill>
                <a:latin typeface="Salesforce Sans"/>
                <a:ea typeface="Salesforce Sans"/>
                <a:cs typeface="Salesforce Sans"/>
                <a:sym typeface="Salesforce Sans"/>
              </a:rPr>
              <a:t>Mgmt</a:t>
            </a:r>
            <a:r>
              <a:rPr b="1" i="0" lang="en" sz="900" u="none" cap="none" strike="noStrike">
                <a:solidFill>
                  <a:srgbClr val="066AFE"/>
                </a:solidFill>
                <a:latin typeface="Salesforce Sans"/>
                <a:ea typeface="Salesforce Sans"/>
                <a:cs typeface="Salesforce Sans"/>
                <a:sym typeface="Salesforce Sans"/>
              </a:rPr>
              <a:t> &amp; Development</a:t>
            </a:r>
            <a:endParaRPr sz="1600"/>
          </a:p>
        </p:txBody>
      </p:sp>
      <p:sp>
        <p:nvSpPr>
          <p:cNvPr id="4741" name="Google Shape;4741;p168"/>
          <p:cNvSpPr txBox="1"/>
          <p:nvPr/>
        </p:nvSpPr>
        <p:spPr>
          <a:xfrm>
            <a:off x="13908459" y="3483864"/>
            <a:ext cx="1130100" cy="1386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People Operations</a:t>
            </a:r>
            <a:endParaRPr sz="1600"/>
          </a:p>
        </p:txBody>
      </p:sp>
      <p:sp>
        <p:nvSpPr>
          <p:cNvPr id="4742" name="Google Shape;4742;p168"/>
          <p:cNvSpPr txBox="1"/>
          <p:nvPr/>
        </p:nvSpPr>
        <p:spPr>
          <a:xfrm>
            <a:off x="13908470" y="472620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sz="1600"/>
          </a:p>
        </p:txBody>
      </p:sp>
      <p:sp>
        <p:nvSpPr>
          <p:cNvPr id="4743" name="Google Shape;4743;p168"/>
          <p:cNvSpPr txBox="1"/>
          <p:nvPr/>
        </p:nvSpPr>
        <p:spPr>
          <a:xfrm>
            <a:off x="13908470" y="5104964"/>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Hospital Operations</a:t>
            </a:r>
            <a:endParaRPr sz="1600"/>
          </a:p>
        </p:txBody>
      </p:sp>
      <p:sp>
        <p:nvSpPr>
          <p:cNvPr id="4744" name="Google Shape;4744;p168"/>
          <p:cNvSpPr txBox="1"/>
          <p:nvPr/>
        </p:nvSpPr>
        <p:spPr>
          <a:xfrm>
            <a:off x="13908470" y="5486618"/>
            <a:ext cx="1199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sz="1600"/>
          </a:p>
        </p:txBody>
      </p:sp>
      <p:sp>
        <p:nvSpPr>
          <p:cNvPr id="4745" name="Google Shape;4745;p168"/>
          <p:cNvSpPr txBox="1"/>
          <p:nvPr/>
        </p:nvSpPr>
        <p:spPr>
          <a:xfrm>
            <a:off x="13908470" y="5869219"/>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Claims Mgmt</a:t>
            </a:r>
            <a:endParaRPr sz="1600"/>
          </a:p>
        </p:txBody>
      </p:sp>
      <p:sp>
        <p:nvSpPr>
          <p:cNvPr id="4746" name="Google Shape;4746;p168"/>
          <p:cNvSpPr txBox="1"/>
          <p:nvPr/>
        </p:nvSpPr>
        <p:spPr>
          <a:xfrm>
            <a:off x="13908470" y="6488286"/>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Billing &amp; Revenue Reconciliation</a:t>
            </a:r>
            <a:endParaRPr sz="1600"/>
          </a:p>
        </p:txBody>
      </p:sp>
      <p:sp>
        <p:nvSpPr>
          <p:cNvPr id="4747" name="Google Shape;4747;p168"/>
          <p:cNvSpPr txBox="1"/>
          <p:nvPr/>
        </p:nvSpPr>
        <p:spPr>
          <a:xfrm>
            <a:off x="13908470" y="7113722"/>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sz="1600"/>
          </a:p>
        </p:txBody>
      </p:sp>
      <p:sp>
        <p:nvSpPr>
          <p:cNvPr id="4748" name="Google Shape;4748;p168"/>
          <p:cNvSpPr txBox="1"/>
          <p:nvPr/>
        </p:nvSpPr>
        <p:spPr>
          <a:xfrm>
            <a:off x="13908470" y="7496140"/>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Finance Operations</a:t>
            </a:r>
            <a:endParaRPr sz="1600"/>
          </a:p>
        </p:txBody>
      </p:sp>
      <p:sp>
        <p:nvSpPr>
          <p:cNvPr id="4749" name="Google Shape;4749;p168"/>
          <p:cNvSpPr txBox="1"/>
          <p:nvPr/>
        </p:nvSpPr>
        <p:spPr>
          <a:xfrm>
            <a:off x="13908470" y="7989077"/>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Treasury</a:t>
            </a:r>
            <a:endParaRPr sz="1600"/>
          </a:p>
        </p:txBody>
      </p:sp>
      <p:sp>
        <p:nvSpPr>
          <p:cNvPr id="4750" name="Google Shape;4750;p168"/>
          <p:cNvSpPr txBox="1"/>
          <p:nvPr/>
        </p:nvSpPr>
        <p:spPr>
          <a:xfrm>
            <a:off x="13908470" y="8517473"/>
            <a:ext cx="1130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Management and Board Reporting Generation</a:t>
            </a:r>
            <a:endParaRPr sz="1600"/>
          </a:p>
        </p:txBody>
      </p:sp>
      <p:sp>
        <p:nvSpPr>
          <p:cNvPr id="4751" name="Google Shape;4751;p168"/>
          <p:cNvSpPr txBox="1"/>
          <p:nvPr/>
        </p:nvSpPr>
        <p:spPr>
          <a:xfrm>
            <a:off x="13908470" y="9025125"/>
            <a:ext cx="11301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 </a:t>
            </a:r>
            <a:endParaRPr sz="1600"/>
          </a:p>
        </p:txBody>
      </p:sp>
      <p:sp>
        <p:nvSpPr>
          <p:cNvPr id="4752" name="Google Shape;4752;p168"/>
          <p:cNvSpPr/>
          <p:nvPr/>
        </p:nvSpPr>
        <p:spPr>
          <a:xfrm>
            <a:off x="15280837" y="5534286"/>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3" name="Google Shape;4753;p168"/>
          <p:cNvSpPr/>
          <p:nvPr/>
        </p:nvSpPr>
        <p:spPr>
          <a:xfrm>
            <a:off x="15280837" y="5771012"/>
            <a:ext cx="78900" cy="789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4" name="Google Shape;4754;p168"/>
          <p:cNvSpPr/>
          <p:nvPr/>
        </p:nvSpPr>
        <p:spPr>
          <a:xfrm>
            <a:off x="15280837" y="727620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5" name="Google Shape;4755;p168"/>
          <p:cNvSpPr/>
          <p:nvPr/>
        </p:nvSpPr>
        <p:spPr>
          <a:xfrm>
            <a:off x="15280837" y="7394245"/>
            <a:ext cx="78900" cy="78900"/>
          </a:xfrm>
          <a:prstGeom prst="ellipse">
            <a:avLst/>
          </a:prstGeom>
          <a:solidFill>
            <a:srgbClr val="F3830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6" name="Google Shape;4756;p168"/>
          <p:cNvSpPr txBox="1"/>
          <p:nvPr/>
        </p:nvSpPr>
        <p:spPr>
          <a:xfrm>
            <a:off x="13913125" y="8250368"/>
            <a:ext cx="11301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i="0" lang="en" sz="900" u="none" cap="none" strike="noStrike">
                <a:solidFill>
                  <a:srgbClr val="066AFE"/>
                </a:solidFill>
                <a:latin typeface="Salesforce Sans"/>
                <a:ea typeface="Salesforce Sans"/>
                <a:cs typeface="Salesforce Sans"/>
                <a:sym typeface="Salesforce Sans"/>
              </a:rPr>
              <a:t>Tax And Compliance</a:t>
            </a:r>
            <a:endParaRPr sz="1600"/>
          </a:p>
        </p:txBody>
      </p:sp>
      <p:sp>
        <p:nvSpPr>
          <p:cNvPr id="4757" name="Google Shape;4757;p168"/>
          <p:cNvSpPr/>
          <p:nvPr/>
        </p:nvSpPr>
        <p:spPr>
          <a:xfrm>
            <a:off x="15280837" y="8564542"/>
            <a:ext cx="78900" cy="789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758" name="Google Shape;4758;p168"/>
          <p:cNvSpPr txBox="1"/>
          <p:nvPr/>
        </p:nvSpPr>
        <p:spPr>
          <a:xfrm>
            <a:off x="15455001" y="194870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Workflow Digitization </a:t>
            </a:r>
            <a:endParaRPr sz="800"/>
          </a:p>
        </p:txBody>
      </p:sp>
      <p:sp>
        <p:nvSpPr>
          <p:cNvPr id="4759" name="Google Shape;4759;p168"/>
          <p:cNvSpPr txBox="1"/>
          <p:nvPr/>
        </p:nvSpPr>
        <p:spPr>
          <a:xfrm>
            <a:off x="15455001" y="221841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Of Future And Skills Assessment </a:t>
            </a:r>
            <a:endParaRPr sz="800"/>
          </a:p>
        </p:txBody>
      </p:sp>
      <p:sp>
        <p:nvSpPr>
          <p:cNvPr id="4760" name="Google Shape;4760;p168"/>
          <p:cNvSpPr txBox="1"/>
          <p:nvPr/>
        </p:nvSpPr>
        <p:spPr>
          <a:xfrm>
            <a:off x="15455001" y="20787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SOP And Record Management  </a:t>
            </a:r>
            <a:endParaRPr sz="800"/>
          </a:p>
        </p:txBody>
      </p:sp>
      <p:sp>
        <p:nvSpPr>
          <p:cNvPr id="4761" name="Google Shape;4761;p168"/>
          <p:cNvSpPr txBox="1"/>
          <p:nvPr/>
        </p:nvSpPr>
        <p:spPr>
          <a:xfrm>
            <a:off x="15455001" y="233898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Workforce Planning  </a:t>
            </a:r>
            <a:endParaRPr sz="800"/>
          </a:p>
        </p:txBody>
      </p:sp>
      <p:sp>
        <p:nvSpPr>
          <p:cNvPr id="4762" name="Google Shape;4762;p168"/>
          <p:cNvSpPr txBox="1"/>
          <p:nvPr/>
        </p:nvSpPr>
        <p:spPr>
          <a:xfrm>
            <a:off x="15455001" y="321154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Content Design &amp; Delivery </a:t>
            </a:r>
            <a:endParaRPr sz="800"/>
          </a:p>
        </p:txBody>
      </p:sp>
      <p:sp>
        <p:nvSpPr>
          <p:cNvPr id="4763" name="Google Shape;4763;p168"/>
          <p:cNvSpPr txBox="1"/>
          <p:nvPr/>
        </p:nvSpPr>
        <p:spPr>
          <a:xfrm>
            <a:off x="15455001" y="3332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t>
            </a:r>
            <a:endParaRPr sz="800"/>
          </a:p>
        </p:txBody>
      </p:sp>
      <p:sp>
        <p:nvSpPr>
          <p:cNvPr id="4764" name="Google Shape;4764;p168"/>
          <p:cNvSpPr txBox="1"/>
          <p:nvPr/>
        </p:nvSpPr>
        <p:spPr>
          <a:xfrm>
            <a:off x="15455001" y="24595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People Measurement &amp; Reporting </a:t>
            </a:r>
            <a:endParaRPr sz="800"/>
          </a:p>
        </p:txBody>
      </p:sp>
      <p:sp>
        <p:nvSpPr>
          <p:cNvPr id="4765" name="Google Shape;4765;p168"/>
          <p:cNvSpPr txBox="1"/>
          <p:nvPr/>
        </p:nvSpPr>
        <p:spPr>
          <a:xfrm>
            <a:off x="15455001" y="25991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Sourcing Strategy Development </a:t>
            </a:r>
            <a:endParaRPr sz="800"/>
          </a:p>
        </p:txBody>
      </p:sp>
      <p:sp>
        <p:nvSpPr>
          <p:cNvPr id="4766" name="Google Shape;4766;p168"/>
          <p:cNvSpPr txBox="1"/>
          <p:nvPr/>
        </p:nvSpPr>
        <p:spPr>
          <a:xfrm>
            <a:off x="15455001" y="271974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Outreach </a:t>
            </a:r>
            <a:endParaRPr sz="800"/>
          </a:p>
        </p:txBody>
      </p:sp>
      <p:sp>
        <p:nvSpPr>
          <p:cNvPr id="4767" name="Google Shape;4767;p168"/>
          <p:cNvSpPr txBox="1"/>
          <p:nvPr/>
        </p:nvSpPr>
        <p:spPr>
          <a:xfrm>
            <a:off x="15455001" y="284031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Coaching</a:t>
            </a:r>
            <a:endParaRPr sz="800"/>
          </a:p>
        </p:txBody>
      </p:sp>
      <p:sp>
        <p:nvSpPr>
          <p:cNvPr id="4768" name="Google Shape;4768;p168"/>
          <p:cNvSpPr txBox="1"/>
          <p:nvPr/>
        </p:nvSpPr>
        <p:spPr>
          <a:xfrm>
            <a:off x="15455001" y="296088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Talent Onboarding </a:t>
            </a:r>
            <a:endParaRPr sz="800"/>
          </a:p>
        </p:txBody>
      </p:sp>
      <p:sp>
        <p:nvSpPr>
          <p:cNvPr id="4769" name="Google Shape;4769;p168"/>
          <p:cNvSpPr txBox="1"/>
          <p:nvPr/>
        </p:nvSpPr>
        <p:spPr>
          <a:xfrm>
            <a:off x="15455001" y="347173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Compensation &amp; Benefit Creation &amp; Delivery </a:t>
            </a:r>
            <a:endParaRPr sz="800"/>
          </a:p>
        </p:txBody>
      </p:sp>
      <p:sp>
        <p:nvSpPr>
          <p:cNvPr id="4770" name="Google Shape;4770;p168"/>
          <p:cNvSpPr txBox="1"/>
          <p:nvPr/>
        </p:nvSpPr>
        <p:spPr>
          <a:xfrm>
            <a:off x="15455001" y="371287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Payroll &amp; Vacation Monitoring </a:t>
            </a:r>
            <a:endParaRPr sz="800"/>
          </a:p>
        </p:txBody>
      </p:sp>
      <p:sp>
        <p:nvSpPr>
          <p:cNvPr id="4771" name="Google Shape;4771;p168"/>
          <p:cNvSpPr txBox="1"/>
          <p:nvPr/>
        </p:nvSpPr>
        <p:spPr>
          <a:xfrm>
            <a:off x="15455001" y="3592304"/>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Employee Experience &amp; Health Monitoring </a:t>
            </a:r>
            <a:endParaRPr sz="800"/>
          </a:p>
        </p:txBody>
      </p:sp>
      <p:sp>
        <p:nvSpPr>
          <p:cNvPr id="4772" name="Google Shape;4772;p168"/>
          <p:cNvSpPr txBox="1"/>
          <p:nvPr/>
        </p:nvSpPr>
        <p:spPr>
          <a:xfrm>
            <a:off x="15455001" y="383344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Compliance &amp; Labour Relations Monitoring </a:t>
            </a:r>
            <a:endParaRPr sz="800"/>
          </a:p>
        </p:txBody>
      </p:sp>
      <p:sp>
        <p:nvSpPr>
          <p:cNvPr id="4773" name="Google Shape;4773;p168"/>
          <p:cNvSpPr txBox="1"/>
          <p:nvPr/>
        </p:nvSpPr>
        <p:spPr>
          <a:xfrm>
            <a:off x="15455001" y="309097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Career Path Design </a:t>
            </a:r>
            <a:endParaRPr sz="800"/>
          </a:p>
        </p:txBody>
      </p:sp>
      <p:sp>
        <p:nvSpPr>
          <p:cNvPr id="4774" name="Google Shape;4774;p168"/>
          <p:cNvSpPr txBox="1"/>
          <p:nvPr/>
        </p:nvSpPr>
        <p:spPr>
          <a:xfrm>
            <a:off x="15455001" y="409363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Resolution &amp; Troubleshooting </a:t>
            </a:r>
            <a:endParaRPr sz="800"/>
          </a:p>
        </p:txBody>
      </p:sp>
      <p:sp>
        <p:nvSpPr>
          <p:cNvPr id="4775" name="Google Shape;4775;p168"/>
          <p:cNvSpPr txBox="1"/>
          <p:nvPr/>
        </p:nvSpPr>
        <p:spPr>
          <a:xfrm>
            <a:off x="15455001" y="421420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Knowledge Base Updates &amp; Content Creation </a:t>
            </a:r>
            <a:endParaRPr sz="800"/>
          </a:p>
        </p:txBody>
      </p:sp>
      <p:sp>
        <p:nvSpPr>
          <p:cNvPr id="4776" name="Google Shape;4776;p168"/>
          <p:cNvSpPr txBox="1"/>
          <p:nvPr/>
        </p:nvSpPr>
        <p:spPr>
          <a:xfrm>
            <a:off x="15455001" y="447439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Incident Response </a:t>
            </a:r>
            <a:endParaRPr sz="800"/>
          </a:p>
        </p:txBody>
      </p:sp>
      <p:sp>
        <p:nvSpPr>
          <p:cNvPr id="4777" name="Google Shape;4777;p168"/>
          <p:cNvSpPr txBox="1"/>
          <p:nvPr/>
        </p:nvSpPr>
        <p:spPr>
          <a:xfrm>
            <a:off x="15455001" y="473458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&amp; Infra Lifecycle Management </a:t>
            </a:r>
            <a:endParaRPr sz="800"/>
          </a:p>
        </p:txBody>
      </p:sp>
      <p:sp>
        <p:nvSpPr>
          <p:cNvPr id="4778" name="Google Shape;4778;p168"/>
          <p:cNvSpPr txBox="1"/>
          <p:nvPr/>
        </p:nvSpPr>
        <p:spPr>
          <a:xfrm>
            <a:off x="15455001" y="485514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Development </a:t>
            </a:r>
            <a:endParaRPr sz="800"/>
          </a:p>
        </p:txBody>
      </p:sp>
      <p:sp>
        <p:nvSpPr>
          <p:cNvPr id="4779" name="Google Shape;4779;p168"/>
          <p:cNvSpPr txBox="1"/>
          <p:nvPr/>
        </p:nvSpPr>
        <p:spPr>
          <a:xfrm>
            <a:off x="15455001" y="459496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Access &amp; Security Policy Creation </a:t>
            </a:r>
            <a:endParaRPr sz="800"/>
          </a:p>
        </p:txBody>
      </p:sp>
      <p:sp>
        <p:nvSpPr>
          <p:cNvPr id="4780" name="Google Shape;4780;p168"/>
          <p:cNvSpPr txBox="1"/>
          <p:nvPr/>
        </p:nvSpPr>
        <p:spPr>
          <a:xfrm>
            <a:off x="15455001" y="549609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Demand Forecasting </a:t>
            </a:r>
            <a:endParaRPr sz="800"/>
          </a:p>
        </p:txBody>
      </p:sp>
      <p:sp>
        <p:nvSpPr>
          <p:cNvPr id="4781" name="Google Shape;4781;p168"/>
          <p:cNvSpPr txBox="1"/>
          <p:nvPr/>
        </p:nvSpPr>
        <p:spPr>
          <a:xfrm>
            <a:off x="15455001" y="523590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Patient Flow </a:t>
            </a:r>
            <a:endParaRPr sz="800"/>
          </a:p>
        </p:txBody>
      </p:sp>
      <p:sp>
        <p:nvSpPr>
          <p:cNvPr id="4782" name="Google Shape;4782;p168"/>
          <p:cNvSpPr txBox="1"/>
          <p:nvPr/>
        </p:nvSpPr>
        <p:spPr>
          <a:xfrm>
            <a:off x="15455001" y="573723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VBC Outcome Tracking </a:t>
            </a:r>
            <a:endParaRPr sz="800"/>
          </a:p>
        </p:txBody>
      </p:sp>
      <p:sp>
        <p:nvSpPr>
          <p:cNvPr id="4783" name="Google Shape;4783;p168"/>
          <p:cNvSpPr txBox="1"/>
          <p:nvPr/>
        </p:nvSpPr>
        <p:spPr>
          <a:xfrm>
            <a:off x="15455001" y="561666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OR Optimization </a:t>
            </a:r>
            <a:endParaRPr sz="800"/>
          </a:p>
        </p:txBody>
      </p:sp>
      <p:sp>
        <p:nvSpPr>
          <p:cNvPr id="4784" name="Google Shape;4784;p168"/>
          <p:cNvSpPr txBox="1"/>
          <p:nvPr/>
        </p:nvSpPr>
        <p:spPr>
          <a:xfrm>
            <a:off x="15455001" y="673989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Payment Processing </a:t>
            </a:r>
            <a:endParaRPr sz="800"/>
          </a:p>
        </p:txBody>
      </p:sp>
      <p:sp>
        <p:nvSpPr>
          <p:cNvPr id="4785" name="Google Shape;4785;p168"/>
          <p:cNvSpPr txBox="1"/>
          <p:nvPr/>
        </p:nvSpPr>
        <p:spPr>
          <a:xfrm>
            <a:off x="15455001" y="686046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 Analysis &amp; Reporting </a:t>
            </a:r>
            <a:endParaRPr sz="800"/>
          </a:p>
        </p:txBody>
      </p:sp>
      <p:sp>
        <p:nvSpPr>
          <p:cNvPr id="4786" name="Google Shape;4786;p168"/>
          <p:cNvSpPr txBox="1"/>
          <p:nvPr/>
        </p:nvSpPr>
        <p:spPr>
          <a:xfrm>
            <a:off x="15455001" y="497571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Application Testing </a:t>
            </a:r>
            <a:endParaRPr sz="800"/>
          </a:p>
        </p:txBody>
      </p:sp>
      <p:sp>
        <p:nvSpPr>
          <p:cNvPr id="4787" name="Google Shape;4787;p168"/>
          <p:cNvSpPr txBox="1"/>
          <p:nvPr/>
        </p:nvSpPr>
        <p:spPr>
          <a:xfrm>
            <a:off x="15455001" y="535647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Asset Lifecycle </a:t>
            </a:r>
            <a:endParaRPr sz="800"/>
          </a:p>
        </p:txBody>
      </p:sp>
      <p:sp>
        <p:nvSpPr>
          <p:cNvPr id="4788" name="Google Shape;4788;p168"/>
          <p:cNvSpPr txBox="1"/>
          <p:nvPr/>
        </p:nvSpPr>
        <p:spPr>
          <a:xfrm>
            <a:off x="15455001" y="59974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Adjudication </a:t>
            </a:r>
            <a:endParaRPr sz="800"/>
          </a:p>
        </p:txBody>
      </p:sp>
      <p:sp>
        <p:nvSpPr>
          <p:cNvPr id="4789" name="Google Shape;4789;p168"/>
          <p:cNvSpPr txBox="1"/>
          <p:nvPr/>
        </p:nvSpPr>
        <p:spPr>
          <a:xfrm>
            <a:off x="15455001" y="611799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 Distribution </a:t>
            </a:r>
            <a:endParaRPr sz="800"/>
          </a:p>
        </p:txBody>
      </p:sp>
      <p:sp>
        <p:nvSpPr>
          <p:cNvPr id="4790" name="Google Shape;4790;p168"/>
          <p:cNvSpPr txBox="1"/>
          <p:nvPr/>
        </p:nvSpPr>
        <p:spPr>
          <a:xfrm>
            <a:off x="15455001" y="623856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Submission Processing </a:t>
            </a:r>
            <a:endParaRPr sz="800"/>
          </a:p>
        </p:txBody>
      </p:sp>
      <p:sp>
        <p:nvSpPr>
          <p:cNvPr id="4791" name="Google Shape;4791;p168"/>
          <p:cNvSpPr txBox="1"/>
          <p:nvPr/>
        </p:nvSpPr>
        <p:spPr>
          <a:xfrm>
            <a:off x="15455001" y="635913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Summary</a:t>
            </a:r>
            <a:endParaRPr sz="800"/>
          </a:p>
        </p:txBody>
      </p:sp>
      <p:sp>
        <p:nvSpPr>
          <p:cNvPr id="4792" name="Google Shape;4792;p168"/>
          <p:cNvSpPr txBox="1"/>
          <p:nvPr/>
        </p:nvSpPr>
        <p:spPr>
          <a:xfrm>
            <a:off x="15455001" y="649875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Management </a:t>
            </a:r>
            <a:endParaRPr sz="800"/>
          </a:p>
        </p:txBody>
      </p:sp>
      <p:sp>
        <p:nvSpPr>
          <p:cNvPr id="4793" name="Google Shape;4793;p168"/>
          <p:cNvSpPr txBox="1"/>
          <p:nvPr/>
        </p:nvSpPr>
        <p:spPr>
          <a:xfrm>
            <a:off x="15455001" y="698103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Accounts Receivable </a:t>
            </a:r>
            <a:endParaRPr sz="800"/>
          </a:p>
        </p:txBody>
      </p:sp>
      <p:sp>
        <p:nvSpPr>
          <p:cNvPr id="4794" name="Google Shape;4794;p168"/>
          <p:cNvSpPr txBox="1"/>
          <p:nvPr/>
        </p:nvSpPr>
        <p:spPr>
          <a:xfrm>
            <a:off x="15455001" y="6619323"/>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Billing &amp; Invoicing </a:t>
            </a:r>
            <a:endParaRPr sz="800"/>
          </a:p>
        </p:txBody>
      </p:sp>
      <p:sp>
        <p:nvSpPr>
          <p:cNvPr id="4795" name="Google Shape;4795;p168"/>
          <p:cNvSpPr txBox="1"/>
          <p:nvPr/>
        </p:nvSpPr>
        <p:spPr>
          <a:xfrm>
            <a:off x="15455001" y="735637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Performance Management &amp; KPI Monitoring </a:t>
            </a:r>
            <a:endParaRPr sz="800"/>
          </a:p>
        </p:txBody>
      </p:sp>
      <p:sp>
        <p:nvSpPr>
          <p:cNvPr id="4796" name="Google Shape;4796;p168"/>
          <p:cNvSpPr txBox="1"/>
          <p:nvPr/>
        </p:nvSpPr>
        <p:spPr>
          <a:xfrm>
            <a:off x="15455001" y="712065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Long-Term &amp; Annual Budgeting </a:t>
            </a:r>
            <a:endParaRPr sz="800"/>
          </a:p>
        </p:txBody>
      </p:sp>
      <p:sp>
        <p:nvSpPr>
          <p:cNvPr id="4797" name="Google Shape;4797;p168"/>
          <p:cNvSpPr txBox="1"/>
          <p:nvPr/>
        </p:nvSpPr>
        <p:spPr>
          <a:xfrm>
            <a:off x="15455001" y="7241220"/>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Financial Forecasting &amp; Scenario Modeling </a:t>
            </a:r>
            <a:endParaRPr sz="800"/>
          </a:p>
        </p:txBody>
      </p:sp>
      <p:sp>
        <p:nvSpPr>
          <p:cNvPr id="4798" name="Google Shape;4798;p168"/>
          <p:cNvSpPr txBox="1"/>
          <p:nvPr/>
        </p:nvSpPr>
        <p:spPr>
          <a:xfrm>
            <a:off x="15455001" y="762197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Quote-To-Cash Management</a:t>
            </a:r>
            <a:endParaRPr sz="800"/>
          </a:p>
        </p:txBody>
      </p:sp>
      <p:sp>
        <p:nvSpPr>
          <p:cNvPr id="4799" name="Google Shape;4799;p168"/>
          <p:cNvSpPr txBox="1"/>
          <p:nvPr/>
        </p:nvSpPr>
        <p:spPr>
          <a:xfrm>
            <a:off x="15455001" y="774254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Procurement &amp; Vendor Management </a:t>
            </a:r>
            <a:endParaRPr sz="800"/>
          </a:p>
        </p:txBody>
      </p:sp>
      <p:sp>
        <p:nvSpPr>
          <p:cNvPr id="4800" name="Google Shape;4800;p168"/>
          <p:cNvSpPr txBox="1"/>
          <p:nvPr/>
        </p:nvSpPr>
        <p:spPr>
          <a:xfrm>
            <a:off x="15455001" y="786311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Accounting Reconciliation</a:t>
            </a:r>
            <a:endParaRPr sz="800"/>
          </a:p>
        </p:txBody>
      </p:sp>
      <p:sp>
        <p:nvSpPr>
          <p:cNvPr id="4801" name="Google Shape;4801;p168"/>
          <p:cNvSpPr txBox="1"/>
          <p:nvPr/>
        </p:nvSpPr>
        <p:spPr>
          <a:xfrm>
            <a:off x="15455001" y="826292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Tax Filing</a:t>
            </a:r>
            <a:endParaRPr sz="800"/>
          </a:p>
        </p:txBody>
      </p:sp>
      <p:sp>
        <p:nvSpPr>
          <p:cNvPr id="4802" name="Google Shape;4802;p168"/>
          <p:cNvSpPr txBox="1"/>
          <p:nvPr/>
        </p:nvSpPr>
        <p:spPr>
          <a:xfrm>
            <a:off x="15455001" y="852311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Analytics</a:t>
            </a:r>
            <a:endParaRPr sz="800"/>
          </a:p>
        </p:txBody>
      </p:sp>
      <p:sp>
        <p:nvSpPr>
          <p:cNvPr id="4803" name="Google Shape;4803;p168"/>
          <p:cNvSpPr txBox="1"/>
          <p:nvPr/>
        </p:nvSpPr>
        <p:spPr>
          <a:xfrm>
            <a:off x="15455001" y="864368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Presentation Creation</a:t>
            </a:r>
            <a:endParaRPr sz="800"/>
          </a:p>
        </p:txBody>
      </p:sp>
      <p:sp>
        <p:nvSpPr>
          <p:cNvPr id="4804" name="Google Shape;4804;p168"/>
          <p:cNvSpPr txBox="1"/>
          <p:nvPr/>
        </p:nvSpPr>
        <p:spPr>
          <a:xfrm>
            <a:off x="15455001" y="812330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Risk Management</a:t>
            </a:r>
            <a:endParaRPr sz="800"/>
          </a:p>
        </p:txBody>
      </p:sp>
      <p:sp>
        <p:nvSpPr>
          <p:cNvPr id="4805" name="Google Shape;4805;p168"/>
          <p:cNvSpPr txBox="1"/>
          <p:nvPr/>
        </p:nvSpPr>
        <p:spPr>
          <a:xfrm>
            <a:off x="15455001" y="838349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Regulatory Reporting </a:t>
            </a:r>
            <a:endParaRPr sz="800"/>
          </a:p>
        </p:txBody>
      </p:sp>
      <p:sp>
        <p:nvSpPr>
          <p:cNvPr id="4806" name="Google Shape;4806;p168"/>
          <p:cNvSpPr txBox="1"/>
          <p:nvPr/>
        </p:nvSpPr>
        <p:spPr>
          <a:xfrm>
            <a:off x="15455001" y="7501409"/>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Transaction Monitoring</a:t>
            </a:r>
            <a:endParaRPr sz="800"/>
          </a:p>
        </p:txBody>
      </p:sp>
      <p:sp>
        <p:nvSpPr>
          <p:cNvPr id="4807" name="Google Shape;4807;p168"/>
          <p:cNvSpPr txBox="1"/>
          <p:nvPr/>
        </p:nvSpPr>
        <p:spPr>
          <a:xfrm>
            <a:off x="15455001" y="8002737"/>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Cash &amp; Liquidity Management</a:t>
            </a:r>
            <a:endParaRPr sz="800"/>
          </a:p>
        </p:txBody>
      </p:sp>
      <p:sp>
        <p:nvSpPr>
          <p:cNvPr id="4808" name="Google Shape;4808;p168"/>
          <p:cNvSpPr txBox="1"/>
          <p:nvPr/>
        </p:nvSpPr>
        <p:spPr>
          <a:xfrm>
            <a:off x="15455001" y="915152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Enforcement</a:t>
            </a:r>
            <a:endParaRPr sz="800"/>
          </a:p>
        </p:txBody>
      </p:sp>
      <p:sp>
        <p:nvSpPr>
          <p:cNvPr id="4809" name="Google Shape;4809;p168"/>
          <p:cNvSpPr txBox="1"/>
          <p:nvPr/>
        </p:nvSpPr>
        <p:spPr>
          <a:xfrm>
            <a:off x="15455001" y="9030955"/>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IP Registration </a:t>
            </a:r>
            <a:endParaRPr sz="800"/>
          </a:p>
        </p:txBody>
      </p:sp>
      <p:sp>
        <p:nvSpPr>
          <p:cNvPr id="4810" name="Google Shape;4810;p168"/>
          <p:cNvSpPr txBox="1"/>
          <p:nvPr/>
        </p:nvSpPr>
        <p:spPr>
          <a:xfrm>
            <a:off x="15455001" y="3973062"/>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Ticket Intake </a:t>
            </a:r>
            <a:endParaRPr sz="800"/>
          </a:p>
        </p:txBody>
      </p:sp>
      <p:sp>
        <p:nvSpPr>
          <p:cNvPr id="4811" name="Google Shape;4811;p168"/>
          <p:cNvSpPr txBox="1"/>
          <p:nvPr/>
        </p:nvSpPr>
        <p:spPr>
          <a:xfrm>
            <a:off x="15455001" y="4353821"/>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Threat Detection </a:t>
            </a:r>
            <a:endParaRPr sz="800"/>
          </a:p>
        </p:txBody>
      </p:sp>
      <p:sp>
        <p:nvSpPr>
          <p:cNvPr id="4812" name="Google Shape;4812;p168"/>
          <p:cNvSpPr txBox="1"/>
          <p:nvPr/>
        </p:nvSpPr>
        <p:spPr>
          <a:xfrm>
            <a:off x="15455001" y="5115338"/>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Capacity Management</a:t>
            </a:r>
            <a:endParaRPr sz="800"/>
          </a:p>
        </p:txBody>
      </p:sp>
      <p:sp>
        <p:nvSpPr>
          <p:cNvPr id="4813" name="Google Shape;4813;p168"/>
          <p:cNvSpPr txBox="1"/>
          <p:nvPr/>
        </p:nvSpPr>
        <p:spPr>
          <a:xfrm>
            <a:off x="15455001" y="5876856"/>
            <a:ext cx="2319000" cy="12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900"/>
              <a:buFont typeface="Salesforce Sans"/>
              <a:buNone/>
            </a:pPr>
            <a:r>
              <a:rPr b="0" i="0" lang="en" sz="800" u="none" cap="none" strike="noStrike">
                <a:latin typeface="Salesforce Sans"/>
                <a:ea typeface="Salesforce Sans"/>
                <a:cs typeface="Salesforce Sans"/>
                <a:sym typeface="Salesforce Sans"/>
              </a:rPr>
              <a:t>Claims Pre-Processing </a:t>
            </a:r>
            <a:endParaRPr sz="800"/>
          </a:p>
        </p:txBody>
      </p:sp>
      <p:sp>
        <p:nvSpPr>
          <p:cNvPr id="4814" name="Google Shape;4814;p168"/>
          <p:cNvSpPr/>
          <p:nvPr/>
        </p:nvSpPr>
        <p:spPr>
          <a:xfrm>
            <a:off x="15280837" y="6391035"/>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5" name="Google Shape;4815;p168"/>
          <p:cNvSpPr/>
          <p:nvPr/>
        </p:nvSpPr>
        <p:spPr>
          <a:xfrm>
            <a:off x="15285490" y="7783974"/>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6" name="Google Shape;4816;p168"/>
          <p:cNvSpPr/>
          <p:nvPr/>
        </p:nvSpPr>
        <p:spPr>
          <a:xfrm>
            <a:off x="15285490" y="7901260"/>
            <a:ext cx="78900" cy="789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817" name="Google Shape;4817;p168"/>
          <p:cNvSpPr txBox="1"/>
          <p:nvPr/>
        </p:nvSpPr>
        <p:spPr>
          <a:xfrm>
            <a:off x="12578375" y="9692475"/>
            <a:ext cx="50805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4818" name="Google Shape;4818;p168"/>
          <p:cNvSpPr txBox="1"/>
          <p:nvPr/>
        </p:nvSpPr>
        <p:spPr>
          <a:xfrm>
            <a:off x="346500" y="381000"/>
            <a:ext cx="175950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400">
                <a:solidFill>
                  <a:srgbClr val="002775"/>
                </a:solidFill>
                <a:latin typeface="Avant Garde Demi SFDC"/>
                <a:ea typeface="Avant Garde Demi SFDC"/>
                <a:cs typeface="Avant Garde Demi SFDC"/>
                <a:sym typeface="Avant Garde Demi SFDC"/>
              </a:rPr>
              <a:t>Accelerate outcomes with 100+ agentic payer workflows</a:t>
            </a:r>
            <a:endParaRPr sz="4400">
              <a:solidFill>
                <a:srgbClr val="002775"/>
              </a:solidFill>
              <a:latin typeface="Avant Garde Demi SFDC"/>
              <a:ea typeface="Avant Garde Demi SFDC"/>
              <a:cs typeface="Avant Garde Demi SFDC"/>
              <a:sym typeface="Avant Garde Demi SFDC"/>
            </a:endParaRPr>
          </a:p>
        </p:txBody>
      </p:sp>
      <p:grpSp>
        <p:nvGrpSpPr>
          <p:cNvPr id="4819" name="Google Shape;4819;p168"/>
          <p:cNvGrpSpPr/>
          <p:nvPr/>
        </p:nvGrpSpPr>
        <p:grpSpPr>
          <a:xfrm>
            <a:off x="5987400" y="1143000"/>
            <a:ext cx="6313200" cy="312153"/>
            <a:chOff x="18111450" y="1344920"/>
            <a:chExt cx="6313200" cy="312153"/>
          </a:xfrm>
        </p:grpSpPr>
        <p:sp>
          <p:nvSpPr>
            <p:cNvPr id="4820" name="Google Shape;4820;p168"/>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4821" name="Google Shape;4821;p168"/>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2" name="Google Shape;4822;p168"/>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4823" name="Google Shape;4823;p168"/>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4" name="Google Shape;4824;p168"/>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4825" name="Google Shape;4825;p168"/>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4826" name="Google Shape;4826;p168"/>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4827" name="Google Shape;4827;p168"/>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4828" name="Google Shape;4828;p168"/>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rovider" showMasterSp="0">
  <p:cSld name="TITLE_AND_BODY_5_1_1">
    <p:spTree>
      <p:nvGrpSpPr>
        <p:cNvPr id="4829" name="Shape 4829"/>
        <p:cNvGrpSpPr/>
        <p:nvPr/>
      </p:nvGrpSpPr>
      <p:grpSpPr>
        <a:xfrm>
          <a:off x="0" y="0"/>
          <a:ext cx="0" cy="0"/>
          <a:chOff x="0" y="0"/>
          <a:chExt cx="0" cy="0"/>
        </a:xfrm>
      </p:grpSpPr>
      <p:sp>
        <p:nvSpPr>
          <p:cNvPr id="4830" name="Google Shape;4830;p169"/>
          <p:cNvSpPr txBox="1"/>
          <p:nvPr/>
        </p:nvSpPr>
        <p:spPr>
          <a:xfrm>
            <a:off x="849750" y="381000"/>
            <a:ext cx="16588500" cy="908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Accelerate outcomes with 100+ agentic provider workflows</a:t>
            </a:r>
            <a:endParaRPr sz="4500">
              <a:solidFill>
                <a:srgbClr val="002775"/>
              </a:solidFill>
              <a:latin typeface="Avant Garde Demi SFDC"/>
              <a:ea typeface="Avant Garde Demi SFDC"/>
              <a:cs typeface="Avant Garde Demi SFDC"/>
              <a:sym typeface="Avant Garde Demi SFDC"/>
            </a:endParaRPr>
          </a:p>
        </p:txBody>
      </p:sp>
      <p:sp>
        <p:nvSpPr>
          <p:cNvPr id="4831" name="Google Shape;4831;p169"/>
          <p:cNvSpPr txBox="1"/>
          <p:nvPr/>
        </p:nvSpPr>
        <p:spPr>
          <a:xfrm>
            <a:off x="12643350" y="9693275"/>
            <a:ext cx="5445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 </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rgbClr val="0D9DDA"/>
                </a:solidFill>
                <a:latin typeface="Salesforce Sans"/>
                <a:ea typeface="Salesforce Sans"/>
                <a:cs typeface="Salesforce Sans"/>
                <a:sym typeface="Salesforce Sans"/>
                <a:hlinkClick r:id="rId2">
                  <a:extLst>
                    <a:ext uri="{A12FA001-AC4F-418D-AE19-62706E023703}">
                      <ahyp:hlinkClr val="tx"/>
                    </a:ext>
                  </a:extLst>
                </a:hlinkClick>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4832" name="Google Shape;4832;p169"/>
          <p:cNvSpPr txBox="1"/>
          <p:nvPr/>
        </p:nvSpPr>
        <p:spPr>
          <a:xfrm>
            <a:off x="3820748" y="34055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Lead Identification </a:t>
            </a:r>
            <a:endParaRPr i="0" sz="800" u="none" cap="none" strike="noStrike">
              <a:latin typeface="Salesforce Sans"/>
              <a:ea typeface="Salesforce Sans"/>
              <a:cs typeface="Salesforce Sans"/>
              <a:sym typeface="Salesforce Sans"/>
            </a:endParaRPr>
          </a:p>
        </p:txBody>
      </p:sp>
      <p:sp>
        <p:nvSpPr>
          <p:cNvPr id="4833" name="Google Shape;4833;p169"/>
          <p:cNvSpPr/>
          <p:nvPr/>
        </p:nvSpPr>
        <p:spPr>
          <a:xfrm>
            <a:off x="3663735" y="608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4" name="Google Shape;4834;p169"/>
          <p:cNvSpPr txBox="1"/>
          <p:nvPr/>
        </p:nvSpPr>
        <p:spPr>
          <a:xfrm>
            <a:off x="3820748" y="606428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Provider Auto-matching</a:t>
            </a:r>
            <a:endParaRPr i="0" sz="800" u="none" cap="none" strike="noStrike">
              <a:latin typeface="Salesforce Sans"/>
              <a:ea typeface="Salesforce Sans"/>
              <a:cs typeface="Salesforce Sans"/>
              <a:sym typeface="Salesforce Sans"/>
            </a:endParaRPr>
          </a:p>
        </p:txBody>
      </p:sp>
      <p:sp>
        <p:nvSpPr>
          <p:cNvPr id="4835" name="Google Shape;4835;p169"/>
          <p:cNvSpPr/>
          <p:nvPr/>
        </p:nvSpPr>
        <p:spPr>
          <a:xfrm>
            <a:off x="3663735" y="663744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6" name="Google Shape;4836;p169"/>
          <p:cNvSpPr txBox="1"/>
          <p:nvPr/>
        </p:nvSpPr>
        <p:spPr>
          <a:xfrm>
            <a:off x="3820748" y="661554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EHR data fetch &amp; write</a:t>
            </a:r>
            <a:endParaRPr i="0" sz="800" u="none" cap="none" strike="noStrike">
              <a:latin typeface="Salesforce Sans"/>
              <a:ea typeface="Salesforce Sans"/>
              <a:cs typeface="Salesforce Sans"/>
              <a:sym typeface="Salesforce Sans"/>
            </a:endParaRPr>
          </a:p>
        </p:txBody>
      </p:sp>
      <p:sp>
        <p:nvSpPr>
          <p:cNvPr id="4837" name="Google Shape;4837;p169"/>
          <p:cNvSpPr/>
          <p:nvPr/>
        </p:nvSpPr>
        <p:spPr>
          <a:xfrm>
            <a:off x="3663735" y="718508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38" name="Google Shape;4838;p169"/>
          <p:cNvSpPr txBox="1"/>
          <p:nvPr/>
        </p:nvSpPr>
        <p:spPr>
          <a:xfrm>
            <a:off x="3820748" y="716318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Document AI</a:t>
            </a:r>
            <a:endParaRPr i="0" sz="800" u="none" cap="none" strike="noStrike">
              <a:latin typeface="Salesforce Sans"/>
              <a:ea typeface="Salesforce Sans"/>
              <a:cs typeface="Salesforce Sans"/>
              <a:sym typeface="Salesforce Sans"/>
            </a:endParaRPr>
          </a:p>
        </p:txBody>
      </p:sp>
      <p:sp>
        <p:nvSpPr>
          <p:cNvPr id="4839" name="Google Shape;4839;p169"/>
          <p:cNvSpPr/>
          <p:nvPr/>
        </p:nvSpPr>
        <p:spPr>
          <a:xfrm>
            <a:off x="3663735" y="734242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0" name="Google Shape;4840;p169"/>
          <p:cNvSpPr txBox="1"/>
          <p:nvPr/>
        </p:nvSpPr>
        <p:spPr>
          <a:xfrm>
            <a:off x="3820748" y="732052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Disease Case Creation, Classification, De-dup</a:t>
            </a:r>
            <a:endParaRPr i="0" sz="800" u="none" cap="none" strike="noStrike">
              <a:latin typeface="Salesforce Sans"/>
              <a:ea typeface="Salesforce Sans"/>
              <a:cs typeface="Salesforce Sans"/>
              <a:sym typeface="Salesforce Sans"/>
            </a:endParaRPr>
          </a:p>
        </p:txBody>
      </p:sp>
      <p:sp>
        <p:nvSpPr>
          <p:cNvPr id="4841" name="Google Shape;4841;p169"/>
          <p:cNvSpPr/>
          <p:nvPr/>
        </p:nvSpPr>
        <p:spPr>
          <a:xfrm>
            <a:off x="3663735" y="749486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42" name="Google Shape;4842;p169"/>
          <p:cNvSpPr txBox="1"/>
          <p:nvPr/>
        </p:nvSpPr>
        <p:spPr>
          <a:xfrm>
            <a:off x="3820748" y="747296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Root Cause Analysis </a:t>
            </a:r>
            <a:endParaRPr i="0" sz="800" u="none" cap="none" strike="noStrike">
              <a:latin typeface="Salesforce Sans"/>
              <a:ea typeface="Salesforce Sans"/>
              <a:cs typeface="Salesforce Sans"/>
              <a:sym typeface="Salesforce Sans"/>
            </a:endParaRPr>
          </a:p>
        </p:txBody>
      </p:sp>
      <p:sp>
        <p:nvSpPr>
          <p:cNvPr id="4843" name="Google Shape;4843;p169"/>
          <p:cNvSpPr txBox="1"/>
          <p:nvPr/>
        </p:nvSpPr>
        <p:spPr>
          <a:xfrm>
            <a:off x="3820748" y="7635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Registry Curation (Disease, Donor) </a:t>
            </a:r>
            <a:endParaRPr i="0" sz="800" u="none" cap="none" strike="noStrike">
              <a:latin typeface="Salesforce Sans"/>
              <a:ea typeface="Salesforce Sans"/>
              <a:cs typeface="Salesforce Sans"/>
              <a:sym typeface="Salesforce Sans"/>
            </a:endParaRPr>
          </a:p>
        </p:txBody>
      </p:sp>
      <p:sp>
        <p:nvSpPr>
          <p:cNvPr id="4844" name="Google Shape;4844;p169"/>
          <p:cNvSpPr txBox="1"/>
          <p:nvPr/>
        </p:nvSpPr>
        <p:spPr>
          <a:xfrm>
            <a:off x="3820748" y="77925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Risk Management </a:t>
            </a:r>
            <a:endParaRPr i="0" sz="800" u="none" cap="none" strike="noStrike">
              <a:latin typeface="Salesforce Sans"/>
              <a:ea typeface="Salesforce Sans"/>
              <a:cs typeface="Salesforce Sans"/>
              <a:sym typeface="Salesforce Sans"/>
            </a:endParaRPr>
          </a:p>
        </p:txBody>
      </p:sp>
      <p:sp>
        <p:nvSpPr>
          <p:cNvPr id="4845" name="Google Shape;4845;p169"/>
          <p:cNvSpPr txBox="1"/>
          <p:nvPr/>
        </p:nvSpPr>
        <p:spPr>
          <a:xfrm>
            <a:off x="3820748" y="79498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Syndromic</a:t>
            </a:r>
            <a:r>
              <a:rPr i="0" lang="en" sz="800" u="none" cap="none" strike="noStrike">
                <a:latin typeface="Salesforce Sans"/>
                <a:ea typeface="Salesforce Sans"/>
                <a:cs typeface="Salesforce Sans"/>
                <a:sym typeface="Salesforce Sans"/>
              </a:rPr>
              <a:t> Surveillance </a:t>
            </a:r>
            <a:endParaRPr i="0" sz="800" u="none" cap="none" strike="noStrike">
              <a:latin typeface="Salesforce Sans"/>
              <a:ea typeface="Salesforce Sans"/>
              <a:cs typeface="Salesforce Sans"/>
              <a:sym typeface="Salesforce Sans"/>
            </a:endParaRPr>
          </a:p>
        </p:txBody>
      </p:sp>
      <p:sp>
        <p:nvSpPr>
          <p:cNvPr id="4846" name="Google Shape;4846;p169"/>
          <p:cNvSpPr txBox="1"/>
          <p:nvPr/>
        </p:nvSpPr>
        <p:spPr>
          <a:xfrm>
            <a:off x="3820748" y="810722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Attribution Modeling &amp; Management </a:t>
            </a:r>
            <a:endParaRPr i="0" sz="800" u="none" cap="none" strike="noStrike">
              <a:latin typeface="Salesforce Sans"/>
              <a:ea typeface="Salesforce Sans"/>
              <a:cs typeface="Salesforce Sans"/>
              <a:sym typeface="Salesforce Sans"/>
            </a:endParaRPr>
          </a:p>
        </p:txBody>
      </p:sp>
      <p:sp>
        <p:nvSpPr>
          <p:cNvPr id="4847" name="Google Shape;4847;p169"/>
          <p:cNvSpPr txBox="1"/>
          <p:nvPr/>
        </p:nvSpPr>
        <p:spPr>
          <a:xfrm>
            <a:off x="3820748" y="826456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Analytics </a:t>
            </a:r>
            <a:endParaRPr i="0" sz="800" u="none" cap="none" strike="noStrike">
              <a:latin typeface="Salesforce Sans"/>
              <a:ea typeface="Salesforce Sans"/>
              <a:cs typeface="Salesforce Sans"/>
              <a:sym typeface="Salesforce Sans"/>
            </a:endParaRPr>
          </a:p>
        </p:txBody>
      </p:sp>
      <p:sp>
        <p:nvSpPr>
          <p:cNvPr id="4848" name="Google Shape;4848;p169"/>
          <p:cNvSpPr txBox="1"/>
          <p:nvPr/>
        </p:nvSpPr>
        <p:spPr>
          <a:xfrm>
            <a:off x="3820748" y="842190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Population Health Program Management </a:t>
            </a:r>
            <a:endParaRPr i="0" sz="800" u="none" cap="none" strike="noStrike">
              <a:latin typeface="Salesforce Sans"/>
              <a:ea typeface="Salesforce Sans"/>
              <a:cs typeface="Salesforce Sans"/>
              <a:sym typeface="Salesforce Sans"/>
            </a:endParaRPr>
          </a:p>
        </p:txBody>
      </p:sp>
      <p:sp>
        <p:nvSpPr>
          <p:cNvPr id="4849" name="Google Shape;4849;p169"/>
          <p:cNvSpPr/>
          <p:nvPr/>
        </p:nvSpPr>
        <p:spPr>
          <a:xfrm>
            <a:off x="2362728" y="2998465"/>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Event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0" name="Google Shape;4850;p169"/>
          <p:cNvSpPr/>
          <p:nvPr/>
        </p:nvSpPr>
        <p:spPr>
          <a:xfrm>
            <a:off x="2362728" y="3424867"/>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Customer Lifecycle and Conversion</a:t>
            </a:r>
            <a:endParaRPr b="1" i="0" sz="900" u="none" cap="none" strike="noStrike">
              <a:solidFill>
                <a:srgbClr val="066AFE"/>
              </a:solidFill>
              <a:latin typeface="Salesforce Sans"/>
              <a:ea typeface="Salesforce Sans"/>
              <a:cs typeface="Salesforce Sans"/>
              <a:sym typeface="Salesforce Sans"/>
            </a:endParaRPr>
          </a:p>
        </p:txBody>
      </p:sp>
      <p:sp>
        <p:nvSpPr>
          <p:cNvPr id="4851" name="Google Shape;4851;p169"/>
          <p:cNvSpPr/>
          <p:nvPr/>
        </p:nvSpPr>
        <p:spPr>
          <a:xfrm>
            <a:off x="2362728" y="3822065"/>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External Stakeholder Engagement</a:t>
            </a:r>
            <a:endParaRPr b="1" i="0" sz="900" u="none" cap="none" strike="noStrike">
              <a:solidFill>
                <a:srgbClr val="066AFE"/>
              </a:solidFill>
              <a:latin typeface="Salesforce Sans"/>
              <a:ea typeface="Salesforce Sans"/>
              <a:cs typeface="Salesforce Sans"/>
              <a:sym typeface="Salesforce Sans"/>
            </a:endParaRPr>
          </a:p>
        </p:txBody>
      </p:sp>
      <p:sp>
        <p:nvSpPr>
          <p:cNvPr id="4852" name="Google Shape;4852;p169"/>
          <p:cNvSpPr/>
          <p:nvPr/>
        </p:nvSpPr>
        <p:spPr>
          <a:xfrm>
            <a:off x="2362728" y="4492537"/>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Contact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Inquiry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3" name="Google Shape;4853;p169"/>
          <p:cNvSpPr/>
          <p:nvPr/>
        </p:nvSpPr>
        <p:spPr>
          <a:xfrm>
            <a:off x="2362728" y="4809685"/>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Registration &amp; Appointment </a:t>
            </a:r>
            <a:r>
              <a:rPr b="1" lang="en" sz="900">
                <a:solidFill>
                  <a:srgbClr val="066AFE"/>
                </a:solidFill>
                <a:latin typeface="Salesforce Sans"/>
                <a:ea typeface="Salesforce Sans"/>
                <a:cs typeface="Salesforce Sans"/>
                <a:sym typeface="Salesforce Sans"/>
              </a:rPr>
              <a:t>Mgmt</a:t>
            </a:r>
            <a:endParaRPr b="1" i="0" sz="900" u="none" cap="none" strike="noStrike">
              <a:solidFill>
                <a:srgbClr val="066AFE"/>
              </a:solidFill>
              <a:latin typeface="Salesforce Sans"/>
              <a:ea typeface="Salesforce Sans"/>
              <a:cs typeface="Salesforce Sans"/>
              <a:sym typeface="Salesforce Sans"/>
            </a:endParaRPr>
          </a:p>
        </p:txBody>
      </p:sp>
      <p:sp>
        <p:nvSpPr>
          <p:cNvPr id="4854" name="Google Shape;4854;p169"/>
          <p:cNvSpPr/>
          <p:nvPr/>
        </p:nvSpPr>
        <p:spPr>
          <a:xfrm>
            <a:off x="2362728" y="5665978"/>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Assessments</a:t>
            </a:r>
            <a:endParaRPr b="1" i="0" sz="900" u="none" cap="none" strike="noStrike">
              <a:solidFill>
                <a:srgbClr val="066AFE"/>
              </a:solidFill>
              <a:latin typeface="Salesforce Sans"/>
              <a:ea typeface="Salesforce Sans"/>
              <a:cs typeface="Salesforce Sans"/>
              <a:sym typeface="Salesforce Sans"/>
            </a:endParaRPr>
          </a:p>
        </p:txBody>
      </p:sp>
      <p:sp>
        <p:nvSpPr>
          <p:cNvPr id="4855" name="Google Shape;4855;p169"/>
          <p:cNvSpPr/>
          <p:nvPr/>
        </p:nvSpPr>
        <p:spPr>
          <a:xfrm>
            <a:off x="2362728" y="6065754"/>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Action and Planning</a:t>
            </a:r>
            <a:endParaRPr b="1" i="0" sz="900" u="none" cap="none" strike="noStrike">
              <a:solidFill>
                <a:srgbClr val="066AFE"/>
              </a:solidFill>
              <a:latin typeface="Salesforce Sans"/>
              <a:ea typeface="Salesforce Sans"/>
              <a:cs typeface="Salesforce Sans"/>
              <a:sym typeface="Salesforce Sans"/>
            </a:endParaRPr>
          </a:p>
        </p:txBody>
      </p:sp>
      <p:sp>
        <p:nvSpPr>
          <p:cNvPr id="4856" name="Google Shape;4856;p169"/>
          <p:cNvSpPr/>
          <p:nvPr/>
        </p:nvSpPr>
        <p:spPr>
          <a:xfrm>
            <a:off x="2362728" y="6624603"/>
            <a:ext cx="1099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Data &amp; Documentation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4857" name="Google Shape;4857;p169"/>
          <p:cNvSpPr/>
          <p:nvPr/>
        </p:nvSpPr>
        <p:spPr>
          <a:xfrm>
            <a:off x="2362728" y="7159822"/>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Population Health Management</a:t>
            </a:r>
            <a:endParaRPr b="1" i="0" sz="900" u="none" cap="none" strike="noStrike">
              <a:solidFill>
                <a:srgbClr val="066AFE"/>
              </a:solidFill>
              <a:latin typeface="Salesforce Sans"/>
              <a:ea typeface="Salesforce Sans"/>
              <a:cs typeface="Salesforce Sans"/>
              <a:sym typeface="Salesforce Sans"/>
            </a:endParaRPr>
          </a:p>
        </p:txBody>
      </p:sp>
      <p:sp>
        <p:nvSpPr>
          <p:cNvPr id="4858" name="Google Shape;4858;p169"/>
          <p:cNvSpPr/>
          <p:nvPr/>
        </p:nvSpPr>
        <p:spPr>
          <a:xfrm>
            <a:off x="2362728" y="8658131"/>
            <a:ext cx="1099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Care Orchestration</a:t>
            </a:r>
            <a:endParaRPr b="1" i="0" sz="900" u="none" cap="none" strike="noStrike">
              <a:solidFill>
                <a:srgbClr val="066AFE"/>
              </a:solidFill>
              <a:latin typeface="Salesforce Sans"/>
              <a:ea typeface="Salesforce Sans"/>
              <a:cs typeface="Salesforce Sans"/>
              <a:sym typeface="Salesforce Sans"/>
            </a:endParaRPr>
          </a:p>
        </p:txBody>
      </p:sp>
      <p:sp>
        <p:nvSpPr>
          <p:cNvPr id="4859" name="Google Shape;4859;p169"/>
          <p:cNvSpPr/>
          <p:nvPr/>
        </p:nvSpPr>
        <p:spPr>
          <a:xfrm>
            <a:off x="2362728" y="9525416"/>
            <a:ext cx="1099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Patient Relationship &amp; Activation</a:t>
            </a:r>
            <a:endParaRPr b="1" i="0" sz="900" u="none" cap="none" strike="noStrike">
              <a:solidFill>
                <a:srgbClr val="066AFE"/>
              </a:solidFill>
              <a:latin typeface="Salesforce Sans"/>
              <a:ea typeface="Salesforce Sans"/>
              <a:cs typeface="Salesforce Sans"/>
              <a:sym typeface="Salesforce Sans"/>
            </a:endParaRPr>
          </a:p>
        </p:txBody>
      </p:sp>
      <p:sp>
        <p:nvSpPr>
          <p:cNvPr id="4860" name="Google Shape;4860;p169"/>
          <p:cNvSpPr/>
          <p:nvPr/>
        </p:nvSpPr>
        <p:spPr>
          <a:xfrm>
            <a:off x="2362728" y="2298197"/>
            <a:ext cx="1099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Campaign Execution</a:t>
            </a:r>
            <a:endParaRPr b="1" i="0" sz="900" u="none" cap="none" strike="noStrike">
              <a:solidFill>
                <a:srgbClr val="066AFE"/>
              </a:solidFill>
              <a:latin typeface="Salesforce Sans"/>
              <a:ea typeface="Salesforce Sans"/>
              <a:cs typeface="Salesforce Sans"/>
              <a:sym typeface="Salesforce Sans"/>
            </a:endParaRPr>
          </a:p>
        </p:txBody>
      </p:sp>
      <p:sp>
        <p:nvSpPr>
          <p:cNvPr id="4861" name="Google Shape;4861;p169"/>
          <p:cNvSpPr txBox="1"/>
          <p:nvPr/>
        </p:nvSpPr>
        <p:spPr>
          <a:xfrm>
            <a:off x="3820748" y="229401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4862" name="Google Shape;4862;p169"/>
          <p:cNvSpPr/>
          <p:nvPr/>
        </p:nvSpPr>
        <p:spPr>
          <a:xfrm>
            <a:off x="3663735" y="231591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3" name="Google Shape;4863;p169"/>
          <p:cNvSpPr txBox="1"/>
          <p:nvPr/>
        </p:nvSpPr>
        <p:spPr>
          <a:xfrm>
            <a:off x="3820748" y="2451355"/>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Trigger Outreach</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64" name="Google Shape;4864;p169"/>
          <p:cNvSpPr/>
          <p:nvPr/>
        </p:nvSpPr>
        <p:spPr>
          <a:xfrm>
            <a:off x="3663735" y="2473255"/>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5" name="Google Shape;4865;p169"/>
          <p:cNvSpPr txBox="1"/>
          <p:nvPr/>
        </p:nvSpPr>
        <p:spPr>
          <a:xfrm>
            <a:off x="3820748" y="260869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4866" name="Google Shape;4866;p169"/>
          <p:cNvSpPr/>
          <p:nvPr/>
        </p:nvSpPr>
        <p:spPr>
          <a:xfrm>
            <a:off x="3663735" y="263059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7" name="Google Shape;4867;p169"/>
          <p:cNvSpPr txBox="1"/>
          <p:nvPr/>
        </p:nvSpPr>
        <p:spPr>
          <a:xfrm>
            <a:off x="3820748" y="276603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Omnichannel Care Journeys</a:t>
            </a:r>
            <a:endParaRPr i="0" sz="800" u="none" cap="none" strike="noStrike">
              <a:latin typeface="Salesforce Sans"/>
              <a:ea typeface="Salesforce Sans"/>
              <a:cs typeface="Salesforce Sans"/>
              <a:sym typeface="Salesforce Sans"/>
            </a:endParaRPr>
          </a:p>
        </p:txBody>
      </p:sp>
      <p:sp>
        <p:nvSpPr>
          <p:cNvPr id="4868" name="Google Shape;4868;p169"/>
          <p:cNvSpPr/>
          <p:nvPr/>
        </p:nvSpPr>
        <p:spPr>
          <a:xfrm>
            <a:off x="3663735" y="278793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69" name="Google Shape;4869;p169"/>
          <p:cNvSpPr txBox="1"/>
          <p:nvPr/>
        </p:nvSpPr>
        <p:spPr>
          <a:xfrm>
            <a:off x="3820748" y="30027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Outreach </a:t>
            </a:r>
            <a:endParaRPr i="0" sz="800" u="none" cap="none" strike="noStrike">
              <a:latin typeface="Salesforce Sans"/>
              <a:ea typeface="Salesforce Sans"/>
              <a:cs typeface="Salesforce Sans"/>
              <a:sym typeface="Salesforce Sans"/>
            </a:endParaRPr>
          </a:p>
        </p:txBody>
      </p:sp>
      <p:sp>
        <p:nvSpPr>
          <p:cNvPr id="4870" name="Google Shape;4870;p169"/>
          <p:cNvSpPr/>
          <p:nvPr/>
        </p:nvSpPr>
        <p:spPr>
          <a:xfrm>
            <a:off x="3663735" y="30246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1" name="Google Shape;4871;p169"/>
          <p:cNvSpPr txBox="1"/>
          <p:nvPr/>
        </p:nvSpPr>
        <p:spPr>
          <a:xfrm>
            <a:off x="3820748" y="31600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Event Planner </a:t>
            </a:r>
            <a:endParaRPr i="0" sz="800" u="none" cap="none" strike="noStrike">
              <a:latin typeface="Salesforce Sans"/>
              <a:ea typeface="Salesforce Sans"/>
              <a:cs typeface="Salesforce Sans"/>
              <a:sym typeface="Salesforce Sans"/>
            </a:endParaRPr>
          </a:p>
        </p:txBody>
      </p:sp>
      <p:sp>
        <p:nvSpPr>
          <p:cNvPr id="4872" name="Google Shape;4872;p169"/>
          <p:cNvSpPr/>
          <p:nvPr/>
        </p:nvSpPr>
        <p:spPr>
          <a:xfrm>
            <a:off x="3663735" y="318198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3" name="Google Shape;4873;p169"/>
          <p:cNvSpPr/>
          <p:nvPr/>
        </p:nvSpPr>
        <p:spPr>
          <a:xfrm>
            <a:off x="3663735" y="341590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4" name="Google Shape;4874;p169"/>
          <p:cNvSpPr txBox="1"/>
          <p:nvPr/>
        </p:nvSpPr>
        <p:spPr>
          <a:xfrm>
            <a:off x="3820748" y="355334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Journey </a:t>
            </a:r>
            <a:endParaRPr i="0" sz="800" u="none" cap="none" strike="noStrike">
              <a:latin typeface="Salesforce Sans"/>
              <a:ea typeface="Salesforce Sans"/>
              <a:cs typeface="Salesforce Sans"/>
              <a:sym typeface="Salesforce Sans"/>
            </a:endParaRPr>
          </a:p>
        </p:txBody>
      </p:sp>
      <p:sp>
        <p:nvSpPr>
          <p:cNvPr id="4875" name="Google Shape;4875;p169"/>
          <p:cNvSpPr/>
          <p:nvPr/>
        </p:nvSpPr>
        <p:spPr>
          <a:xfrm>
            <a:off x="3663735" y="35752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6" name="Google Shape;4876;p169"/>
          <p:cNvSpPr txBox="1"/>
          <p:nvPr/>
        </p:nvSpPr>
        <p:spPr>
          <a:xfrm>
            <a:off x="3820748" y="378926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Health Engagement</a:t>
            </a:r>
            <a:endParaRPr i="0" sz="800" u="none" cap="none" strike="noStrike">
              <a:latin typeface="Salesforce Sans"/>
              <a:ea typeface="Salesforce Sans"/>
              <a:cs typeface="Salesforce Sans"/>
              <a:sym typeface="Salesforce Sans"/>
            </a:endParaRPr>
          </a:p>
        </p:txBody>
      </p:sp>
      <p:sp>
        <p:nvSpPr>
          <p:cNvPr id="4877" name="Google Shape;4877;p169"/>
          <p:cNvSpPr/>
          <p:nvPr/>
        </p:nvSpPr>
        <p:spPr>
          <a:xfrm>
            <a:off x="3663735" y="381116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78" name="Google Shape;4878;p169"/>
          <p:cNvSpPr txBox="1"/>
          <p:nvPr/>
        </p:nvSpPr>
        <p:spPr>
          <a:xfrm>
            <a:off x="3820748" y="39466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Donor Management </a:t>
            </a:r>
            <a:endParaRPr i="0" sz="800" u="none" cap="none" strike="noStrike">
              <a:latin typeface="Salesforce Sans"/>
              <a:ea typeface="Salesforce Sans"/>
              <a:cs typeface="Salesforce Sans"/>
              <a:sym typeface="Salesforce Sans"/>
            </a:endParaRPr>
          </a:p>
        </p:txBody>
      </p:sp>
      <p:sp>
        <p:nvSpPr>
          <p:cNvPr id="4879" name="Google Shape;4879;p169"/>
          <p:cNvSpPr/>
          <p:nvPr/>
        </p:nvSpPr>
        <p:spPr>
          <a:xfrm>
            <a:off x="3663735" y="396850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0" name="Google Shape;4880;p169"/>
          <p:cNvSpPr txBox="1"/>
          <p:nvPr/>
        </p:nvSpPr>
        <p:spPr>
          <a:xfrm>
            <a:off x="3820748" y="410394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Community Relations </a:t>
            </a:r>
            <a:endParaRPr i="0" sz="800" u="none" cap="none" strike="noStrike">
              <a:latin typeface="Salesforce Sans"/>
              <a:ea typeface="Salesforce Sans"/>
              <a:cs typeface="Salesforce Sans"/>
              <a:sym typeface="Salesforce Sans"/>
            </a:endParaRPr>
          </a:p>
        </p:txBody>
      </p:sp>
      <p:sp>
        <p:nvSpPr>
          <p:cNvPr id="4881" name="Google Shape;4881;p169"/>
          <p:cNvSpPr/>
          <p:nvPr/>
        </p:nvSpPr>
        <p:spPr>
          <a:xfrm>
            <a:off x="3663735" y="4125847"/>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2" name="Google Shape;4882;p169"/>
          <p:cNvSpPr txBox="1"/>
          <p:nvPr/>
        </p:nvSpPr>
        <p:spPr>
          <a:xfrm>
            <a:off x="3820748" y="426128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Policy     </a:t>
            </a:r>
            <a:endParaRPr i="0" sz="800" u="none" cap="none" strike="noStrike">
              <a:latin typeface="Salesforce Sans"/>
              <a:ea typeface="Salesforce Sans"/>
              <a:cs typeface="Salesforce Sans"/>
              <a:sym typeface="Salesforce Sans"/>
            </a:endParaRPr>
          </a:p>
        </p:txBody>
      </p:sp>
      <p:sp>
        <p:nvSpPr>
          <p:cNvPr id="4883" name="Google Shape;4883;p169"/>
          <p:cNvSpPr/>
          <p:nvPr/>
        </p:nvSpPr>
        <p:spPr>
          <a:xfrm>
            <a:off x="3663735" y="42831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4" name="Google Shape;4884;p169"/>
          <p:cNvSpPr txBox="1"/>
          <p:nvPr/>
        </p:nvSpPr>
        <p:spPr>
          <a:xfrm>
            <a:off x="3820748" y="44962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Support </a:t>
            </a:r>
            <a:endParaRPr i="0" sz="800" u="none" cap="none" strike="noStrike">
              <a:latin typeface="Salesforce Sans"/>
              <a:ea typeface="Salesforce Sans"/>
              <a:cs typeface="Salesforce Sans"/>
              <a:sym typeface="Salesforce Sans"/>
            </a:endParaRPr>
          </a:p>
        </p:txBody>
      </p:sp>
      <p:sp>
        <p:nvSpPr>
          <p:cNvPr id="4885" name="Google Shape;4885;p169"/>
          <p:cNvSpPr/>
          <p:nvPr/>
        </p:nvSpPr>
        <p:spPr>
          <a:xfrm>
            <a:off x="3663735" y="451816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6" name="Google Shape;4886;p169"/>
          <p:cNvSpPr txBox="1"/>
          <p:nvPr/>
        </p:nvSpPr>
        <p:spPr>
          <a:xfrm>
            <a:off x="3820748" y="48069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Intake </a:t>
            </a:r>
            <a:endParaRPr i="0" sz="800" u="none" cap="none" strike="noStrike">
              <a:latin typeface="Salesforce Sans"/>
              <a:ea typeface="Salesforce Sans"/>
              <a:cs typeface="Salesforce Sans"/>
              <a:sym typeface="Salesforce Sans"/>
            </a:endParaRPr>
          </a:p>
        </p:txBody>
      </p:sp>
      <p:sp>
        <p:nvSpPr>
          <p:cNvPr id="4887" name="Google Shape;4887;p169"/>
          <p:cNvSpPr/>
          <p:nvPr/>
        </p:nvSpPr>
        <p:spPr>
          <a:xfrm>
            <a:off x="3663735" y="482888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88" name="Google Shape;4888;p169"/>
          <p:cNvSpPr txBox="1"/>
          <p:nvPr/>
        </p:nvSpPr>
        <p:spPr>
          <a:xfrm>
            <a:off x="3820748" y="496403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89" name="Google Shape;4889;p169"/>
          <p:cNvSpPr/>
          <p:nvPr/>
        </p:nvSpPr>
        <p:spPr>
          <a:xfrm>
            <a:off x="3663735" y="4985934"/>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0" name="Google Shape;4890;p169"/>
          <p:cNvSpPr txBox="1"/>
          <p:nvPr/>
        </p:nvSpPr>
        <p:spPr>
          <a:xfrm>
            <a:off x="3820748" y="5121086"/>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Medication Refill </a:t>
            </a:r>
            <a:endParaRPr i="0" sz="800" u="none" cap="none" strike="noStrike">
              <a:latin typeface="Salesforce Sans"/>
              <a:ea typeface="Salesforce Sans"/>
              <a:cs typeface="Salesforce Sans"/>
              <a:sym typeface="Salesforce Sans"/>
            </a:endParaRPr>
          </a:p>
        </p:txBody>
      </p:sp>
      <p:sp>
        <p:nvSpPr>
          <p:cNvPr id="4891" name="Google Shape;4891;p169"/>
          <p:cNvSpPr/>
          <p:nvPr/>
        </p:nvSpPr>
        <p:spPr>
          <a:xfrm>
            <a:off x="3663735" y="5142986"/>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2" name="Google Shape;4892;p169"/>
          <p:cNvSpPr txBox="1"/>
          <p:nvPr/>
        </p:nvSpPr>
        <p:spPr>
          <a:xfrm>
            <a:off x="3820748" y="5278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Scheduling </a:t>
            </a:r>
            <a:endParaRPr i="0" sz="800" u="none" cap="none" strike="noStrike">
              <a:latin typeface="Salesforce Sans"/>
              <a:ea typeface="Salesforce Sans"/>
              <a:cs typeface="Salesforce Sans"/>
              <a:sym typeface="Salesforce Sans"/>
            </a:endParaRPr>
          </a:p>
        </p:txBody>
      </p:sp>
      <p:sp>
        <p:nvSpPr>
          <p:cNvPr id="4893" name="Google Shape;4893;p169"/>
          <p:cNvSpPr/>
          <p:nvPr/>
        </p:nvSpPr>
        <p:spPr>
          <a:xfrm>
            <a:off x="3663735" y="5300038"/>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4" name="Google Shape;4894;p169"/>
          <p:cNvSpPr txBox="1"/>
          <p:nvPr/>
        </p:nvSpPr>
        <p:spPr>
          <a:xfrm>
            <a:off x="3820748" y="543519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Referral </a:t>
            </a:r>
            <a:r>
              <a:rPr lang="en" sz="800">
                <a:latin typeface="Salesforce Sans"/>
                <a:ea typeface="Salesforce Sans"/>
                <a:cs typeface="Salesforce Sans"/>
                <a:sym typeface="Salesforce Sans"/>
              </a:rPr>
              <a:t>Intake &amp; routing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895" name="Google Shape;4895;p169"/>
          <p:cNvSpPr/>
          <p:nvPr/>
        </p:nvSpPr>
        <p:spPr>
          <a:xfrm>
            <a:off x="3663735" y="545709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6" name="Google Shape;4896;p169"/>
          <p:cNvSpPr txBox="1"/>
          <p:nvPr/>
        </p:nvSpPr>
        <p:spPr>
          <a:xfrm>
            <a:off x="3820748" y="56690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Assessment Generation &amp; Auto-populate</a:t>
            </a:r>
            <a:endParaRPr i="0" sz="800" u="none" cap="none" strike="noStrike">
              <a:latin typeface="Salesforce Sans"/>
              <a:ea typeface="Salesforce Sans"/>
              <a:cs typeface="Salesforce Sans"/>
              <a:sym typeface="Salesforce Sans"/>
            </a:endParaRPr>
          </a:p>
        </p:txBody>
      </p:sp>
      <p:sp>
        <p:nvSpPr>
          <p:cNvPr id="4897" name="Google Shape;4897;p169"/>
          <p:cNvSpPr/>
          <p:nvPr/>
        </p:nvSpPr>
        <p:spPr>
          <a:xfrm>
            <a:off x="3663735" y="569092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898" name="Google Shape;4898;p169"/>
          <p:cNvSpPr txBox="1"/>
          <p:nvPr/>
        </p:nvSpPr>
        <p:spPr>
          <a:xfrm>
            <a:off x="3820748" y="622451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Behavioral Health </a:t>
            </a:r>
            <a:endParaRPr i="0" sz="800" u="none" cap="none" strike="noStrike">
              <a:latin typeface="Salesforce Sans"/>
              <a:ea typeface="Salesforce Sans"/>
              <a:cs typeface="Salesforce Sans"/>
              <a:sym typeface="Salesforce Sans"/>
            </a:endParaRPr>
          </a:p>
        </p:txBody>
      </p:sp>
      <p:sp>
        <p:nvSpPr>
          <p:cNvPr id="4899" name="Google Shape;4899;p169"/>
          <p:cNvSpPr/>
          <p:nvPr/>
        </p:nvSpPr>
        <p:spPr>
          <a:xfrm>
            <a:off x="3663735" y="624641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0" name="Google Shape;4900;p169"/>
          <p:cNvSpPr txBox="1"/>
          <p:nvPr/>
        </p:nvSpPr>
        <p:spPr>
          <a:xfrm>
            <a:off x="3820748" y="677288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Medical Document Review </a:t>
            </a:r>
            <a:endParaRPr i="0" sz="800" u="none" cap="none" strike="noStrike">
              <a:latin typeface="Salesforce Sans"/>
              <a:ea typeface="Salesforce Sans"/>
              <a:cs typeface="Salesforce Sans"/>
              <a:sym typeface="Salesforce Sans"/>
            </a:endParaRPr>
          </a:p>
        </p:txBody>
      </p:sp>
      <p:sp>
        <p:nvSpPr>
          <p:cNvPr id="4901" name="Google Shape;4901;p169"/>
          <p:cNvSpPr/>
          <p:nvPr/>
        </p:nvSpPr>
        <p:spPr>
          <a:xfrm>
            <a:off x="3663735" y="67947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2" name="Google Shape;4902;p169"/>
          <p:cNvSpPr txBox="1"/>
          <p:nvPr/>
        </p:nvSpPr>
        <p:spPr>
          <a:xfrm>
            <a:off x="3820748" y="8662124"/>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Coordination </a:t>
            </a:r>
            <a:endParaRPr i="0" sz="800" u="none" cap="none" strike="noStrike">
              <a:latin typeface="Salesforce Sans"/>
              <a:ea typeface="Salesforce Sans"/>
              <a:cs typeface="Salesforce Sans"/>
              <a:sym typeface="Salesforce Sans"/>
            </a:endParaRPr>
          </a:p>
        </p:txBody>
      </p:sp>
      <p:sp>
        <p:nvSpPr>
          <p:cNvPr id="4903" name="Google Shape;4903;p169"/>
          <p:cNvSpPr/>
          <p:nvPr/>
        </p:nvSpPr>
        <p:spPr>
          <a:xfrm>
            <a:off x="3663735" y="8684024"/>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4" name="Google Shape;4904;p169"/>
          <p:cNvSpPr txBox="1"/>
          <p:nvPr/>
        </p:nvSpPr>
        <p:spPr>
          <a:xfrm>
            <a:off x="3820748" y="881946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Utilization Management </a:t>
            </a:r>
            <a:endParaRPr i="0" sz="800" u="none" cap="none" strike="noStrike">
              <a:latin typeface="Salesforce Sans"/>
              <a:ea typeface="Salesforce Sans"/>
              <a:cs typeface="Salesforce Sans"/>
              <a:sym typeface="Salesforce Sans"/>
            </a:endParaRPr>
          </a:p>
        </p:txBody>
      </p:sp>
      <p:sp>
        <p:nvSpPr>
          <p:cNvPr id="4905" name="Google Shape;4905;p169"/>
          <p:cNvSpPr/>
          <p:nvPr/>
        </p:nvSpPr>
        <p:spPr>
          <a:xfrm>
            <a:off x="3663735" y="88413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6" name="Google Shape;4906;p169"/>
          <p:cNvSpPr txBox="1"/>
          <p:nvPr/>
        </p:nvSpPr>
        <p:spPr>
          <a:xfrm>
            <a:off x="3820748" y="897680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Support </a:t>
            </a:r>
            <a:endParaRPr i="0" sz="800" u="none" cap="none" strike="noStrike">
              <a:latin typeface="Salesforce Sans"/>
              <a:ea typeface="Salesforce Sans"/>
              <a:cs typeface="Salesforce Sans"/>
              <a:sym typeface="Salesforce Sans"/>
            </a:endParaRPr>
          </a:p>
        </p:txBody>
      </p:sp>
      <p:sp>
        <p:nvSpPr>
          <p:cNvPr id="4907" name="Google Shape;4907;p169"/>
          <p:cNvSpPr/>
          <p:nvPr/>
        </p:nvSpPr>
        <p:spPr>
          <a:xfrm>
            <a:off x="3663735" y="899870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08" name="Google Shape;4908;p169"/>
          <p:cNvSpPr txBox="1"/>
          <p:nvPr/>
        </p:nvSpPr>
        <p:spPr>
          <a:xfrm>
            <a:off x="3820748" y="913414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Home Health </a:t>
            </a:r>
            <a:r>
              <a:rPr lang="en" sz="800">
                <a:latin typeface="Salesforce Sans"/>
                <a:ea typeface="Salesforce Sans"/>
                <a:cs typeface="Salesforce Sans"/>
                <a:sym typeface="Salesforce Sans"/>
              </a:rPr>
              <a:t>Quoting &amp; Budgeting</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09" name="Google Shape;4909;p169"/>
          <p:cNvSpPr/>
          <p:nvPr/>
        </p:nvSpPr>
        <p:spPr>
          <a:xfrm>
            <a:off x="3663735" y="9156042"/>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0" name="Google Shape;4910;p169"/>
          <p:cNvSpPr txBox="1"/>
          <p:nvPr/>
        </p:nvSpPr>
        <p:spPr>
          <a:xfrm>
            <a:off x="3820748" y="929148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Benefits &amp; eligibility verification </a:t>
            </a:r>
            <a:endParaRPr i="0" sz="800" u="none" cap="none" strike="noStrike">
              <a:latin typeface="Salesforce Sans"/>
              <a:ea typeface="Salesforce Sans"/>
              <a:cs typeface="Salesforce Sans"/>
              <a:sym typeface="Salesforce Sans"/>
            </a:endParaRPr>
          </a:p>
        </p:txBody>
      </p:sp>
      <p:sp>
        <p:nvSpPr>
          <p:cNvPr id="4911" name="Google Shape;4911;p169"/>
          <p:cNvSpPr/>
          <p:nvPr/>
        </p:nvSpPr>
        <p:spPr>
          <a:xfrm>
            <a:off x="3663735" y="9313382"/>
            <a:ext cx="79200" cy="79200"/>
          </a:xfrm>
          <a:prstGeom prst="ellipse">
            <a:avLst/>
          </a:prstGeom>
          <a:solidFill>
            <a:srgbClr val="1360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2" name="Google Shape;4912;p169"/>
          <p:cNvSpPr txBox="1"/>
          <p:nvPr/>
        </p:nvSpPr>
        <p:spPr>
          <a:xfrm>
            <a:off x="3820748" y="9529667"/>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Engagement </a:t>
            </a:r>
            <a:endParaRPr i="0" sz="800" u="none" cap="none" strike="noStrike">
              <a:latin typeface="Salesforce Sans"/>
              <a:ea typeface="Salesforce Sans"/>
              <a:cs typeface="Salesforce Sans"/>
              <a:sym typeface="Salesforce Sans"/>
            </a:endParaRPr>
          </a:p>
        </p:txBody>
      </p:sp>
      <p:sp>
        <p:nvSpPr>
          <p:cNvPr id="4913" name="Google Shape;4913;p169"/>
          <p:cNvSpPr/>
          <p:nvPr/>
        </p:nvSpPr>
        <p:spPr>
          <a:xfrm>
            <a:off x="3663735" y="955156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4" name="Google Shape;4914;p169"/>
          <p:cNvSpPr txBox="1"/>
          <p:nvPr/>
        </p:nvSpPr>
        <p:spPr>
          <a:xfrm>
            <a:off x="3820748" y="9687009"/>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Patient and pre-call summaries </a:t>
            </a:r>
            <a:endParaRPr i="0" sz="800" u="none" cap="none" strike="noStrike">
              <a:latin typeface="Salesforce Sans"/>
              <a:ea typeface="Salesforce Sans"/>
              <a:cs typeface="Salesforce Sans"/>
              <a:sym typeface="Salesforce Sans"/>
            </a:endParaRPr>
          </a:p>
        </p:txBody>
      </p:sp>
      <p:sp>
        <p:nvSpPr>
          <p:cNvPr id="4915" name="Google Shape;4915;p169"/>
          <p:cNvSpPr/>
          <p:nvPr/>
        </p:nvSpPr>
        <p:spPr>
          <a:xfrm>
            <a:off x="3663735" y="970890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6" name="Google Shape;4916;p169"/>
          <p:cNvSpPr txBox="1"/>
          <p:nvPr/>
        </p:nvSpPr>
        <p:spPr>
          <a:xfrm>
            <a:off x="3820748" y="9844350"/>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Program Enrollment </a:t>
            </a:r>
            <a:endParaRPr i="0" sz="800" u="none" cap="none" strike="noStrike">
              <a:latin typeface="Salesforce Sans"/>
              <a:ea typeface="Salesforce Sans"/>
              <a:cs typeface="Salesforce Sans"/>
              <a:sym typeface="Salesforce Sans"/>
            </a:endParaRPr>
          </a:p>
        </p:txBody>
      </p:sp>
      <p:sp>
        <p:nvSpPr>
          <p:cNvPr id="4917" name="Google Shape;4917;p169"/>
          <p:cNvSpPr/>
          <p:nvPr/>
        </p:nvSpPr>
        <p:spPr>
          <a:xfrm>
            <a:off x="3663735" y="986625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18" name="Google Shape;4918;p169"/>
          <p:cNvSpPr txBox="1"/>
          <p:nvPr/>
        </p:nvSpPr>
        <p:spPr>
          <a:xfrm>
            <a:off x="3820748" y="5829601"/>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Voice &amp; AI-powered assessments </a:t>
            </a:r>
            <a:endParaRPr i="0" sz="800" u="none" cap="none" strike="noStrike">
              <a:latin typeface="Salesforce Sans"/>
              <a:ea typeface="Salesforce Sans"/>
              <a:cs typeface="Salesforce Sans"/>
              <a:sym typeface="Salesforce Sans"/>
            </a:endParaRPr>
          </a:p>
        </p:txBody>
      </p:sp>
      <p:sp>
        <p:nvSpPr>
          <p:cNvPr id="4919" name="Google Shape;4919;p169"/>
          <p:cNvSpPr/>
          <p:nvPr/>
        </p:nvSpPr>
        <p:spPr>
          <a:xfrm>
            <a:off x="3663735" y="5851501"/>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0" name="Google Shape;4920;p169"/>
          <p:cNvSpPr txBox="1"/>
          <p:nvPr/>
        </p:nvSpPr>
        <p:spPr>
          <a:xfrm>
            <a:off x="3820748" y="6930223"/>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Scribe </a:t>
            </a:r>
            <a:endParaRPr i="0" sz="800" u="none" cap="none" strike="noStrike">
              <a:latin typeface="Salesforce Sans"/>
              <a:ea typeface="Salesforce Sans"/>
              <a:cs typeface="Salesforce Sans"/>
              <a:sym typeface="Salesforce Sans"/>
            </a:endParaRPr>
          </a:p>
        </p:txBody>
      </p:sp>
      <p:sp>
        <p:nvSpPr>
          <p:cNvPr id="4921" name="Google Shape;4921;p169"/>
          <p:cNvSpPr/>
          <p:nvPr/>
        </p:nvSpPr>
        <p:spPr>
          <a:xfrm>
            <a:off x="3663735" y="695212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2" name="Google Shape;4922;p169"/>
          <p:cNvSpPr txBox="1"/>
          <p:nvPr/>
        </p:nvSpPr>
        <p:spPr>
          <a:xfrm>
            <a:off x="3820748" y="638120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Virtual Care </a:t>
            </a:r>
            <a:endParaRPr i="0" sz="800" u="none" cap="none" strike="noStrike">
              <a:latin typeface="Salesforce Sans"/>
              <a:ea typeface="Salesforce Sans"/>
              <a:cs typeface="Salesforce Sans"/>
              <a:sym typeface="Salesforce Sans"/>
            </a:endParaRPr>
          </a:p>
        </p:txBody>
      </p:sp>
      <p:sp>
        <p:nvSpPr>
          <p:cNvPr id="4923" name="Google Shape;4923;p169"/>
          <p:cNvSpPr/>
          <p:nvPr/>
        </p:nvSpPr>
        <p:spPr>
          <a:xfrm>
            <a:off x="3663735" y="640310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24" name="Google Shape;4924;p169"/>
          <p:cNvSpPr txBox="1"/>
          <p:nvPr/>
        </p:nvSpPr>
        <p:spPr>
          <a:xfrm>
            <a:off x="869852"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4925" name="Google Shape;4925;p169"/>
          <p:cNvSpPr txBox="1"/>
          <p:nvPr/>
        </p:nvSpPr>
        <p:spPr>
          <a:xfrm>
            <a:off x="2362728"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4926" name="Google Shape;4926;p169"/>
          <p:cNvGrpSpPr/>
          <p:nvPr/>
        </p:nvGrpSpPr>
        <p:grpSpPr>
          <a:xfrm>
            <a:off x="755165" y="1921709"/>
            <a:ext cx="1322400" cy="449700"/>
            <a:chOff x="755165" y="1828821"/>
            <a:chExt cx="1322400" cy="449700"/>
          </a:xfrm>
        </p:grpSpPr>
        <p:sp>
          <p:nvSpPr>
            <p:cNvPr id="4927" name="Google Shape;492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28" name="Google Shape;492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 &amp; Outreach</a:t>
              </a:r>
              <a:endParaRPr sz="900">
                <a:solidFill>
                  <a:srgbClr val="FFFFFF"/>
                </a:solidFill>
                <a:latin typeface="Avant Garde Demi SFDC"/>
                <a:ea typeface="Avant Garde Demi SFDC"/>
                <a:cs typeface="Avant Garde Demi SFDC"/>
                <a:sym typeface="Avant Garde Demi SFDC"/>
              </a:endParaRPr>
            </a:p>
          </p:txBody>
        </p:sp>
      </p:grpSp>
      <p:sp>
        <p:nvSpPr>
          <p:cNvPr id="4929" name="Google Shape;4929;p169"/>
          <p:cNvSpPr txBox="1"/>
          <p:nvPr/>
        </p:nvSpPr>
        <p:spPr>
          <a:xfrm>
            <a:off x="3820741"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4930" name="Google Shape;4930;p169"/>
          <p:cNvSpPr txBox="1"/>
          <p:nvPr/>
        </p:nvSpPr>
        <p:spPr>
          <a:xfrm>
            <a:off x="3820748" y="1902762"/>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Customer Segmentation </a:t>
            </a:r>
            <a:endParaRPr i="0" sz="800" u="none" cap="none" strike="noStrike">
              <a:latin typeface="Salesforce Sans"/>
              <a:ea typeface="Salesforce Sans"/>
              <a:cs typeface="Salesforce Sans"/>
              <a:sym typeface="Salesforce Sans"/>
            </a:endParaRPr>
          </a:p>
        </p:txBody>
      </p:sp>
      <p:sp>
        <p:nvSpPr>
          <p:cNvPr id="4931" name="Google Shape;4931;p169"/>
          <p:cNvSpPr/>
          <p:nvPr/>
        </p:nvSpPr>
        <p:spPr>
          <a:xfrm>
            <a:off x="3663735" y="192466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2" name="Google Shape;4932;p169"/>
          <p:cNvSpPr txBox="1"/>
          <p:nvPr/>
        </p:nvSpPr>
        <p:spPr>
          <a:xfrm>
            <a:off x="3820748" y="2060138"/>
            <a:ext cx="229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Brand Builder </a:t>
            </a:r>
            <a:endParaRPr i="0" sz="800" u="none" cap="none" strike="noStrike">
              <a:latin typeface="Salesforce Sans"/>
              <a:ea typeface="Salesforce Sans"/>
              <a:cs typeface="Salesforce Sans"/>
              <a:sym typeface="Salesforce Sans"/>
            </a:endParaRPr>
          </a:p>
        </p:txBody>
      </p:sp>
      <p:sp>
        <p:nvSpPr>
          <p:cNvPr id="4933" name="Google Shape;4933;p169"/>
          <p:cNvSpPr/>
          <p:nvPr/>
        </p:nvSpPr>
        <p:spPr>
          <a:xfrm>
            <a:off x="3663735" y="208203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34" name="Google Shape;4934;p169"/>
          <p:cNvSpPr txBox="1"/>
          <p:nvPr/>
        </p:nvSpPr>
        <p:spPr>
          <a:xfrm>
            <a:off x="2362728" y="1896441"/>
            <a:ext cx="830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Strategic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4935" name="Google Shape;4935;p169"/>
          <p:cNvGrpSpPr/>
          <p:nvPr/>
        </p:nvGrpSpPr>
        <p:grpSpPr>
          <a:xfrm>
            <a:off x="755165" y="4519559"/>
            <a:ext cx="1322400" cy="449700"/>
            <a:chOff x="755165" y="1828821"/>
            <a:chExt cx="1322400" cy="449700"/>
          </a:xfrm>
        </p:grpSpPr>
        <p:sp>
          <p:nvSpPr>
            <p:cNvPr id="4936" name="Google Shape;4936;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37" name="Google Shape;4937;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a:t>
              </a:r>
              <a:br>
                <a:rPr lang="en" sz="900">
                  <a:solidFill>
                    <a:srgbClr val="FFFFFF"/>
                  </a:solidFill>
                  <a:latin typeface="Avant Garde Demi SFDC"/>
                  <a:ea typeface="Avant Garde Demi SFDC"/>
                  <a:cs typeface="Avant Garde Demi SFDC"/>
                  <a:sym typeface="Avant Garde Demi SFDC"/>
                </a:rPr>
              </a:br>
              <a:r>
                <a:rPr lang="en" sz="900">
                  <a:solidFill>
                    <a:srgbClr val="FFFFFF"/>
                  </a:solidFill>
                  <a:latin typeface="Avant Garde Demi SFDC"/>
                  <a:ea typeface="Avant Garde Demi SFDC"/>
                  <a:cs typeface="Avant Garde Demi SFDC"/>
                  <a:sym typeface="Avant Garde Demi SFDC"/>
                </a:rPr>
                <a:t>Experience</a:t>
              </a:r>
              <a:endParaRPr sz="900">
                <a:solidFill>
                  <a:srgbClr val="FFFFFF"/>
                </a:solidFill>
                <a:latin typeface="Avant Garde Demi SFDC"/>
                <a:ea typeface="Avant Garde Demi SFDC"/>
                <a:cs typeface="Avant Garde Demi SFDC"/>
                <a:sym typeface="Avant Garde Demi SFDC"/>
              </a:endParaRPr>
            </a:p>
          </p:txBody>
        </p:sp>
      </p:grpSp>
      <p:grpSp>
        <p:nvGrpSpPr>
          <p:cNvPr id="4938" name="Google Shape;4938;p169"/>
          <p:cNvGrpSpPr/>
          <p:nvPr/>
        </p:nvGrpSpPr>
        <p:grpSpPr>
          <a:xfrm>
            <a:off x="755165" y="8686534"/>
            <a:ext cx="1322400" cy="449700"/>
            <a:chOff x="755165" y="1828821"/>
            <a:chExt cx="1322400" cy="449700"/>
          </a:xfrm>
        </p:grpSpPr>
        <p:sp>
          <p:nvSpPr>
            <p:cNvPr id="4939" name="Google Shape;4939;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4940" name="Google Shape;4940;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Care Coordination for Providers</a:t>
              </a:r>
              <a:endParaRPr sz="900">
                <a:solidFill>
                  <a:srgbClr val="FFFFFF"/>
                </a:solidFill>
                <a:latin typeface="Avant Garde Demi SFDC"/>
                <a:ea typeface="Avant Garde Demi SFDC"/>
                <a:cs typeface="Avant Garde Demi SFDC"/>
                <a:sym typeface="Avant Garde Demi SFDC"/>
              </a:endParaRPr>
            </a:p>
          </p:txBody>
        </p:sp>
      </p:grpSp>
      <p:sp>
        <p:nvSpPr>
          <p:cNvPr id="4941" name="Google Shape;4941;p169"/>
          <p:cNvSpPr txBox="1"/>
          <p:nvPr/>
        </p:nvSpPr>
        <p:spPr>
          <a:xfrm>
            <a:off x="9761632" y="839720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Of Future And Skills Assessment </a:t>
            </a:r>
            <a:endParaRPr i="0" sz="800" u="none" cap="none" strike="noStrike">
              <a:latin typeface="Salesforce Sans"/>
              <a:ea typeface="Salesforce Sans"/>
              <a:cs typeface="Salesforce Sans"/>
              <a:sym typeface="Salesforce Sans"/>
            </a:endParaRPr>
          </a:p>
        </p:txBody>
      </p:sp>
      <p:sp>
        <p:nvSpPr>
          <p:cNvPr id="4942" name="Google Shape;4942;p169"/>
          <p:cNvSpPr/>
          <p:nvPr/>
        </p:nvSpPr>
        <p:spPr>
          <a:xfrm>
            <a:off x="8296054" y="1896585"/>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 Network Development &amp; Setup</a:t>
            </a:r>
            <a:endParaRPr b="1" i="0" sz="900" u="none" cap="none" strike="noStrike">
              <a:solidFill>
                <a:srgbClr val="066AFE"/>
              </a:solidFill>
              <a:latin typeface="Salesforce Sans"/>
              <a:ea typeface="Salesforce Sans"/>
              <a:cs typeface="Salesforce Sans"/>
              <a:sym typeface="Salesforce Sans"/>
            </a:endParaRPr>
          </a:p>
        </p:txBody>
      </p:sp>
      <p:sp>
        <p:nvSpPr>
          <p:cNvPr id="4943" name="Google Shape;4943;p169"/>
          <p:cNvSpPr/>
          <p:nvPr/>
        </p:nvSpPr>
        <p:spPr>
          <a:xfrm>
            <a:off x="8296050" y="2450962"/>
            <a:ext cx="1092600" cy="4395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Provider</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Relationship &amp; Performance Mgmt</a:t>
            </a:r>
            <a:endParaRPr b="1" i="0" sz="900" u="none" cap="none" strike="noStrike">
              <a:solidFill>
                <a:srgbClr val="066AFE"/>
              </a:solidFill>
              <a:latin typeface="Salesforce Sans"/>
              <a:ea typeface="Salesforce Sans"/>
              <a:cs typeface="Salesforce Sans"/>
              <a:sym typeface="Salesforce Sans"/>
            </a:endParaRPr>
          </a:p>
        </p:txBody>
      </p:sp>
      <p:sp>
        <p:nvSpPr>
          <p:cNvPr id="4944" name="Google Shape;4944;p169"/>
          <p:cNvSpPr/>
          <p:nvPr/>
        </p:nvSpPr>
        <p:spPr>
          <a:xfrm>
            <a:off x="8296050" y="2914937"/>
            <a:ext cx="1092600" cy="2637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 Startupz</a:t>
            </a:r>
            <a:endParaRPr b="1" i="0" sz="900" u="none" cap="none" strike="noStrike">
              <a:solidFill>
                <a:srgbClr val="066AFE"/>
              </a:solidFill>
              <a:latin typeface="Salesforce Sans"/>
              <a:ea typeface="Salesforce Sans"/>
              <a:cs typeface="Salesforce Sans"/>
              <a:sym typeface="Salesforce Sans"/>
            </a:endParaRPr>
          </a:p>
        </p:txBody>
      </p:sp>
      <p:sp>
        <p:nvSpPr>
          <p:cNvPr id="4945" name="Google Shape;4945;p169"/>
          <p:cNvSpPr/>
          <p:nvPr/>
        </p:nvSpPr>
        <p:spPr>
          <a:xfrm>
            <a:off x="8296050" y="3465387"/>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Study</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Pre-Approval</a:t>
            </a:r>
            <a:endParaRPr b="1" i="0" sz="900" u="none" cap="none" strike="noStrike">
              <a:solidFill>
                <a:srgbClr val="066AFE"/>
              </a:solidFill>
              <a:latin typeface="Salesforce Sans"/>
              <a:ea typeface="Salesforce Sans"/>
              <a:cs typeface="Salesforce Sans"/>
              <a:sym typeface="Salesforce Sans"/>
            </a:endParaRPr>
          </a:p>
        </p:txBody>
      </p:sp>
      <p:sp>
        <p:nvSpPr>
          <p:cNvPr id="4946" name="Google Shape;4946;p169"/>
          <p:cNvSpPr/>
          <p:nvPr/>
        </p:nvSpPr>
        <p:spPr>
          <a:xfrm>
            <a:off x="8296042" y="3857951"/>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Trial Execution</a:t>
            </a:r>
            <a:endParaRPr b="1" i="0" sz="900" u="none" cap="none" strike="noStrike">
              <a:solidFill>
                <a:srgbClr val="066AFE"/>
              </a:solidFill>
              <a:latin typeface="Salesforce Sans"/>
              <a:ea typeface="Salesforce Sans"/>
              <a:cs typeface="Salesforce Sans"/>
              <a:sym typeface="Salesforce Sans"/>
            </a:endParaRPr>
          </a:p>
        </p:txBody>
      </p:sp>
      <p:sp>
        <p:nvSpPr>
          <p:cNvPr id="4947" name="Google Shape;4947;p169"/>
          <p:cNvSpPr/>
          <p:nvPr/>
        </p:nvSpPr>
        <p:spPr>
          <a:xfrm>
            <a:off x="8296042" y="4407125"/>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Data Analysis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Results</a:t>
            </a:r>
            <a:endParaRPr b="1" i="0" sz="900" u="none" cap="none" strike="noStrike">
              <a:solidFill>
                <a:srgbClr val="066AFE"/>
              </a:solidFill>
              <a:latin typeface="Salesforce Sans"/>
              <a:ea typeface="Salesforce Sans"/>
              <a:cs typeface="Salesforce Sans"/>
              <a:sym typeface="Salesforce Sans"/>
            </a:endParaRPr>
          </a:p>
        </p:txBody>
      </p:sp>
      <p:sp>
        <p:nvSpPr>
          <p:cNvPr id="4948" name="Google Shape;4948;p169"/>
          <p:cNvSpPr/>
          <p:nvPr/>
        </p:nvSpPr>
        <p:spPr>
          <a:xfrm>
            <a:off x="8296042" y="495467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Supply Chain Operations &amp; Management</a:t>
            </a:r>
            <a:endParaRPr b="1" i="0" sz="900" u="none" cap="none" strike="noStrike">
              <a:solidFill>
                <a:srgbClr val="066AFE"/>
              </a:solidFill>
              <a:latin typeface="Salesforce Sans"/>
              <a:ea typeface="Salesforce Sans"/>
              <a:cs typeface="Salesforce Sans"/>
              <a:sym typeface="Salesforce Sans"/>
            </a:endParaRPr>
          </a:p>
        </p:txBody>
      </p:sp>
      <p:sp>
        <p:nvSpPr>
          <p:cNvPr id="4949" name="Google Shape;4949;p169"/>
          <p:cNvSpPr/>
          <p:nvPr/>
        </p:nvSpPr>
        <p:spPr>
          <a:xfrm>
            <a:off x="8296042" y="5678728"/>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Procurement</a:t>
            </a:r>
            <a:endParaRPr b="1" i="0" sz="900" u="none" cap="none" strike="noStrike">
              <a:solidFill>
                <a:srgbClr val="066AFE"/>
              </a:solidFill>
              <a:latin typeface="Salesforce Sans"/>
              <a:ea typeface="Salesforce Sans"/>
              <a:cs typeface="Salesforce Sans"/>
              <a:sym typeface="Salesforce Sans"/>
            </a:endParaRPr>
          </a:p>
        </p:txBody>
      </p:sp>
      <p:sp>
        <p:nvSpPr>
          <p:cNvPr id="4950" name="Google Shape;4950;p169"/>
          <p:cNvSpPr/>
          <p:nvPr/>
        </p:nvSpPr>
        <p:spPr>
          <a:xfrm>
            <a:off x="8296042" y="6220060"/>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Logistics Management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Delivery</a:t>
            </a:r>
            <a:endParaRPr b="1" i="0" sz="900" u="none" cap="none" strike="noStrike">
              <a:solidFill>
                <a:srgbClr val="066AFE"/>
              </a:solidFill>
              <a:latin typeface="Salesforce Sans"/>
              <a:ea typeface="Salesforce Sans"/>
              <a:cs typeface="Salesforce Sans"/>
              <a:sym typeface="Salesforce Sans"/>
            </a:endParaRPr>
          </a:p>
        </p:txBody>
      </p:sp>
      <p:sp>
        <p:nvSpPr>
          <p:cNvPr id="4951" name="Google Shape;4951;p169"/>
          <p:cNvSpPr/>
          <p:nvPr/>
        </p:nvSpPr>
        <p:spPr>
          <a:xfrm>
            <a:off x="8296042" y="6937036"/>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Specialized Clinical Resource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2" name="Google Shape;4952;p169"/>
          <p:cNvSpPr/>
          <p:nvPr/>
        </p:nvSpPr>
        <p:spPr>
          <a:xfrm>
            <a:off x="8296042" y="7609744"/>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Workforce Management</a:t>
            </a:r>
            <a:endParaRPr b="1" i="0" sz="900" u="none" cap="none" strike="noStrike">
              <a:solidFill>
                <a:srgbClr val="066AFE"/>
              </a:solidFill>
              <a:latin typeface="Salesforce Sans"/>
              <a:ea typeface="Salesforce Sans"/>
              <a:cs typeface="Salesforce Sans"/>
              <a:sym typeface="Salesforce Sans"/>
            </a:endParaRPr>
          </a:p>
        </p:txBody>
      </p:sp>
      <p:sp>
        <p:nvSpPr>
          <p:cNvPr id="4953" name="Google Shape;4953;p169"/>
          <p:cNvSpPr/>
          <p:nvPr/>
        </p:nvSpPr>
        <p:spPr>
          <a:xfrm>
            <a:off x="8296050" y="7997005"/>
            <a:ext cx="1021800" cy="357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Digital Enablement</a:t>
            </a:r>
            <a:endParaRPr b="1" i="0" sz="900" u="none" cap="none" strike="noStrike">
              <a:solidFill>
                <a:srgbClr val="066AFE"/>
              </a:solidFill>
              <a:latin typeface="Salesforce Sans"/>
              <a:ea typeface="Salesforce Sans"/>
              <a:cs typeface="Salesforce Sans"/>
              <a:sym typeface="Salesforce Sans"/>
            </a:endParaRPr>
          </a:p>
        </p:txBody>
      </p:sp>
      <p:sp>
        <p:nvSpPr>
          <p:cNvPr id="4954" name="Google Shape;4954;p169"/>
          <p:cNvSpPr/>
          <p:nvPr/>
        </p:nvSpPr>
        <p:spPr>
          <a:xfrm>
            <a:off x="8296042" y="8384069"/>
            <a:ext cx="10218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4955" name="Google Shape;4955;p169"/>
          <p:cNvSpPr/>
          <p:nvPr/>
        </p:nvSpPr>
        <p:spPr>
          <a:xfrm>
            <a:off x="8296042" y="8926420"/>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4956" name="Google Shape;4956;p169"/>
          <p:cNvSpPr txBox="1"/>
          <p:nvPr/>
        </p:nvSpPr>
        <p:spPr>
          <a:xfrm>
            <a:off x="9761633" y="18976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Acquisition </a:t>
            </a:r>
            <a:endParaRPr i="0" sz="800" u="none" cap="none" strike="noStrike">
              <a:latin typeface="Salesforce Sans"/>
              <a:ea typeface="Salesforce Sans"/>
              <a:cs typeface="Salesforce Sans"/>
              <a:sym typeface="Salesforce Sans"/>
            </a:endParaRPr>
          </a:p>
        </p:txBody>
      </p:sp>
      <p:sp>
        <p:nvSpPr>
          <p:cNvPr id="4957" name="Google Shape;4957;p169"/>
          <p:cNvSpPr/>
          <p:nvPr/>
        </p:nvSpPr>
        <p:spPr>
          <a:xfrm>
            <a:off x="9590884" y="1919543"/>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sz="800">
              <a:solidFill>
                <a:srgbClr val="002775"/>
              </a:solidFill>
              <a:latin typeface="Salesforce Sans"/>
              <a:ea typeface="Salesforce Sans"/>
              <a:cs typeface="Salesforce Sans"/>
              <a:sym typeface="Salesforce Sans"/>
            </a:endParaRPr>
          </a:p>
        </p:txBody>
      </p:sp>
      <p:sp>
        <p:nvSpPr>
          <p:cNvPr id="4958" name="Google Shape;4958;p169"/>
          <p:cNvSpPr txBox="1"/>
          <p:nvPr/>
        </p:nvSpPr>
        <p:spPr>
          <a:xfrm>
            <a:off x="9761633" y="205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Onboarding </a:t>
            </a:r>
            <a:endParaRPr i="0" sz="800" u="none" cap="none" strike="noStrike">
              <a:latin typeface="Salesforce Sans"/>
              <a:ea typeface="Salesforce Sans"/>
              <a:cs typeface="Salesforce Sans"/>
              <a:sym typeface="Salesforce Sans"/>
            </a:endParaRPr>
          </a:p>
        </p:txBody>
      </p:sp>
      <p:sp>
        <p:nvSpPr>
          <p:cNvPr id="4959" name="Google Shape;4959;p169"/>
          <p:cNvSpPr/>
          <p:nvPr/>
        </p:nvSpPr>
        <p:spPr>
          <a:xfrm>
            <a:off x="9590884" y="2076874"/>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0" name="Google Shape;4960;p169"/>
          <p:cNvSpPr txBox="1"/>
          <p:nvPr/>
        </p:nvSpPr>
        <p:spPr>
          <a:xfrm>
            <a:off x="9761633" y="22128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Relations </a:t>
            </a:r>
            <a:endParaRPr i="0" sz="800" u="none" cap="none" strike="noStrike">
              <a:latin typeface="Salesforce Sans"/>
              <a:ea typeface="Salesforce Sans"/>
              <a:cs typeface="Salesforce Sans"/>
              <a:sym typeface="Salesforce Sans"/>
            </a:endParaRPr>
          </a:p>
        </p:txBody>
      </p:sp>
      <p:sp>
        <p:nvSpPr>
          <p:cNvPr id="4961" name="Google Shape;4961;p169"/>
          <p:cNvSpPr/>
          <p:nvPr/>
        </p:nvSpPr>
        <p:spPr>
          <a:xfrm>
            <a:off x="9590884" y="223473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2" name="Google Shape;4962;p169"/>
          <p:cNvSpPr txBox="1"/>
          <p:nvPr/>
        </p:nvSpPr>
        <p:spPr>
          <a:xfrm>
            <a:off x="9761633" y="244761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a:t>
            </a:r>
            <a:r>
              <a:rPr lang="en" sz="800">
                <a:latin typeface="Salesforce Sans"/>
                <a:ea typeface="Salesforce Sans"/>
                <a:cs typeface="Salesforce Sans"/>
                <a:sym typeface="Salesforce Sans"/>
              </a:rPr>
              <a:t>Summary</a:t>
            </a:r>
            <a:r>
              <a:rPr i="0" lang="en" sz="800" u="none" cap="none" strike="noStrike">
                <a:latin typeface="Salesforce Sans"/>
                <a:ea typeface="Salesforce Sans"/>
                <a:cs typeface="Salesforce Sans"/>
                <a:sym typeface="Salesforce Sans"/>
              </a:rPr>
              <a:t> </a:t>
            </a:r>
            <a:endParaRPr i="0" sz="800" u="none" cap="none" strike="noStrike">
              <a:latin typeface="Salesforce Sans"/>
              <a:ea typeface="Salesforce Sans"/>
              <a:cs typeface="Salesforce Sans"/>
              <a:sym typeface="Salesforce Sans"/>
            </a:endParaRPr>
          </a:p>
        </p:txBody>
      </p:sp>
      <p:sp>
        <p:nvSpPr>
          <p:cNvPr id="4963" name="Google Shape;4963;p169"/>
          <p:cNvSpPr/>
          <p:nvPr/>
        </p:nvSpPr>
        <p:spPr>
          <a:xfrm>
            <a:off x="9590884" y="2469513"/>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4" name="Google Shape;4964;p169"/>
          <p:cNvSpPr txBox="1"/>
          <p:nvPr/>
        </p:nvSpPr>
        <p:spPr>
          <a:xfrm>
            <a:off x="9761633" y="26052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Provider Service </a:t>
            </a:r>
            <a:endParaRPr i="0" sz="800" u="none" cap="none" strike="noStrike">
              <a:latin typeface="Salesforce Sans"/>
              <a:ea typeface="Salesforce Sans"/>
              <a:cs typeface="Salesforce Sans"/>
              <a:sym typeface="Salesforce Sans"/>
            </a:endParaRPr>
          </a:p>
        </p:txBody>
      </p:sp>
      <p:sp>
        <p:nvSpPr>
          <p:cNvPr id="4965" name="Google Shape;4965;p169"/>
          <p:cNvSpPr/>
          <p:nvPr/>
        </p:nvSpPr>
        <p:spPr>
          <a:xfrm>
            <a:off x="9590884" y="26271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6" name="Google Shape;4966;p169"/>
          <p:cNvSpPr txBox="1"/>
          <p:nvPr/>
        </p:nvSpPr>
        <p:spPr>
          <a:xfrm>
            <a:off x="9761633" y="291655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Regional Identification </a:t>
            </a:r>
            <a:endParaRPr i="0" sz="800" u="none" cap="none" strike="noStrike">
              <a:latin typeface="Salesforce Sans"/>
              <a:ea typeface="Salesforce Sans"/>
              <a:cs typeface="Salesforce Sans"/>
              <a:sym typeface="Salesforce Sans"/>
            </a:endParaRPr>
          </a:p>
        </p:txBody>
      </p:sp>
      <p:sp>
        <p:nvSpPr>
          <p:cNvPr id="4967" name="Google Shape;4967;p169"/>
          <p:cNvSpPr/>
          <p:nvPr/>
        </p:nvSpPr>
        <p:spPr>
          <a:xfrm>
            <a:off x="9590884" y="29384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68" name="Google Shape;4968;p169"/>
          <p:cNvSpPr txBox="1"/>
          <p:nvPr/>
        </p:nvSpPr>
        <p:spPr>
          <a:xfrm>
            <a:off x="9761633" y="307442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Site Feasibility </a:t>
            </a:r>
            <a:endParaRPr i="0" sz="800" u="none" cap="none" strike="noStrike">
              <a:latin typeface="Salesforce Sans"/>
              <a:ea typeface="Salesforce Sans"/>
              <a:cs typeface="Salesforce Sans"/>
              <a:sym typeface="Salesforce Sans"/>
            </a:endParaRPr>
          </a:p>
        </p:txBody>
      </p:sp>
      <p:sp>
        <p:nvSpPr>
          <p:cNvPr id="4969" name="Google Shape;4969;p169"/>
          <p:cNvSpPr/>
          <p:nvPr/>
        </p:nvSpPr>
        <p:spPr>
          <a:xfrm>
            <a:off x="9590884" y="3096322"/>
            <a:ext cx="79200" cy="79200"/>
          </a:xfrm>
          <a:prstGeom prst="ellipse">
            <a:avLst/>
          </a:prstGeom>
          <a:solidFill>
            <a:srgbClr val="0B5CAB"/>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0" name="Google Shape;4970;p169"/>
          <p:cNvSpPr txBox="1"/>
          <p:nvPr/>
        </p:nvSpPr>
        <p:spPr>
          <a:xfrm>
            <a:off x="9761633" y="3232294"/>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Vendor Activation </a:t>
            </a:r>
            <a:endParaRPr i="0" sz="800" u="none" cap="none" strike="noStrike">
              <a:latin typeface="Salesforce Sans"/>
              <a:ea typeface="Salesforce Sans"/>
              <a:cs typeface="Salesforce Sans"/>
              <a:sym typeface="Salesforce Sans"/>
            </a:endParaRPr>
          </a:p>
        </p:txBody>
      </p:sp>
      <p:sp>
        <p:nvSpPr>
          <p:cNvPr id="4971" name="Google Shape;4971;p169"/>
          <p:cNvSpPr/>
          <p:nvPr/>
        </p:nvSpPr>
        <p:spPr>
          <a:xfrm>
            <a:off x="9590884" y="32541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2" name="Google Shape;4972;p169"/>
          <p:cNvSpPr txBox="1"/>
          <p:nvPr/>
        </p:nvSpPr>
        <p:spPr>
          <a:xfrm>
            <a:off x="9761633" y="346636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Country And Administrative Regulations </a:t>
            </a:r>
            <a:endParaRPr i="0" sz="800" u="none" cap="none" strike="noStrike">
              <a:latin typeface="Salesforce Sans"/>
              <a:ea typeface="Salesforce Sans"/>
              <a:cs typeface="Salesforce Sans"/>
              <a:sym typeface="Salesforce Sans"/>
            </a:endParaRPr>
          </a:p>
        </p:txBody>
      </p:sp>
      <p:sp>
        <p:nvSpPr>
          <p:cNvPr id="4973" name="Google Shape;4973;p169"/>
          <p:cNvSpPr/>
          <p:nvPr/>
        </p:nvSpPr>
        <p:spPr>
          <a:xfrm>
            <a:off x="9590884" y="348826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4" name="Google Shape;4974;p169"/>
          <p:cNvSpPr txBox="1"/>
          <p:nvPr/>
        </p:nvSpPr>
        <p:spPr>
          <a:xfrm>
            <a:off x="9761633" y="362424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Core Document Authoring </a:t>
            </a:r>
            <a:endParaRPr i="0" sz="800" u="none" cap="none" strike="noStrike">
              <a:latin typeface="Salesforce Sans"/>
              <a:ea typeface="Salesforce Sans"/>
              <a:cs typeface="Salesforce Sans"/>
              <a:sym typeface="Salesforce Sans"/>
            </a:endParaRPr>
          </a:p>
        </p:txBody>
      </p:sp>
      <p:sp>
        <p:nvSpPr>
          <p:cNvPr id="4975" name="Google Shape;4975;p169"/>
          <p:cNvSpPr/>
          <p:nvPr/>
        </p:nvSpPr>
        <p:spPr>
          <a:xfrm>
            <a:off x="9590884" y="364614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6" name="Google Shape;4976;p169"/>
          <p:cNvSpPr txBox="1"/>
          <p:nvPr/>
        </p:nvSpPr>
        <p:spPr>
          <a:xfrm>
            <a:off x="9761633" y="386069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CTMS </a:t>
            </a:r>
            <a:endParaRPr i="0" sz="800" u="none" cap="none" strike="noStrike">
              <a:latin typeface="Salesforce Sans"/>
              <a:ea typeface="Salesforce Sans"/>
              <a:cs typeface="Salesforce Sans"/>
              <a:sym typeface="Salesforce Sans"/>
            </a:endParaRPr>
          </a:p>
        </p:txBody>
      </p:sp>
      <p:sp>
        <p:nvSpPr>
          <p:cNvPr id="4977" name="Google Shape;4977;p169"/>
          <p:cNvSpPr/>
          <p:nvPr/>
        </p:nvSpPr>
        <p:spPr>
          <a:xfrm>
            <a:off x="9590884" y="3882593"/>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78" name="Google Shape;4978;p169"/>
          <p:cNvSpPr txBox="1"/>
          <p:nvPr/>
        </p:nvSpPr>
        <p:spPr>
          <a:xfrm>
            <a:off x="9761633" y="401641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Candidate Auto-matching</a:t>
            </a:r>
            <a:endParaRPr i="0" sz="800" u="none" cap="none" strike="noStrike">
              <a:latin typeface="Salesforce Sans"/>
              <a:ea typeface="Salesforce Sans"/>
              <a:cs typeface="Salesforce Sans"/>
              <a:sym typeface="Salesforce Sans"/>
            </a:endParaRPr>
          </a:p>
        </p:txBody>
      </p:sp>
      <p:sp>
        <p:nvSpPr>
          <p:cNvPr id="4979" name="Google Shape;4979;p169"/>
          <p:cNvSpPr/>
          <p:nvPr/>
        </p:nvSpPr>
        <p:spPr>
          <a:xfrm>
            <a:off x="9590884" y="4038319"/>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0" name="Google Shape;4980;p169"/>
          <p:cNvSpPr txBox="1"/>
          <p:nvPr/>
        </p:nvSpPr>
        <p:spPr>
          <a:xfrm>
            <a:off x="9761633" y="440693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Data Cleaning </a:t>
            </a:r>
            <a:endParaRPr i="0" sz="800" u="none" cap="none" strike="noStrike">
              <a:latin typeface="Salesforce Sans"/>
              <a:ea typeface="Salesforce Sans"/>
              <a:cs typeface="Salesforce Sans"/>
              <a:sym typeface="Salesforce Sans"/>
            </a:endParaRPr>
          </a:p>
        </p:txBody>
      </p:sp>
      <p:sp>
        <p:nvSpPr>
          <p:cNvPr id="4981" name="Google Shape;4981;p169"/>
          <p:cNvSpPr/>
          <p:nvPr/>
        </p:nvSpPr>
        <p:spPr>
          <a:xfrm>
            <a:off x="9590884" y="442883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2" name="Google Shape;4982;p169"/>
          <p:cNvSpPr txBox="1"/>
          <p:nvPr/>
        </p:nvSpPr>
        <p:spPr>
          <a:xfrm>
            <a:off x="9761633" y="47220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Publication Development </a:t>
            </a:r>
            <a:endParaRPr i="0" sz="800" u="none" cap="none" strike="noStrike">
              <a:latin typeface="Salesforce Sans"/>
              <a:ea typeface="Salesforce Sans"/>
              <a:cs typeface="Salesforce Sans"/>
              <a:sym typeface="Salesforce Sans"/>
            </a:endParaRPr>
          </a:p>
        </p:txBody>
      </p:sp>
      <p:sp>
        <p:nvSpPr>
          <p:cNvPr id="4983" name="Google Shape;4983;p169"/>
          <p:cNvSpPr/>
          <p:nvPr/>
        </p:nvSpPr>
        <p:spPr>
          <a:xfrm>
            <a:off x="9590884" y="474398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4" name="Google Shape;4984;p169"/>
          <p:cNvSpPr txBox="1"/>
          <p:nvPr/>
        </p:nvSpPr>
        <p:spPr>
          <a:xfrm>
            <a:off x="9761633" y="495615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Supply Chain </a:t>
            </a:r>
            <a:endParaRPr i="0" sz="800" u="none" cap="none" strike="noStrike">
              <a:latin typeface="Salesforce Sans"/>
              <a:ea typeface="Salesforce Sans"/>
              <a:cs typeface="Salesforce Sans"/>
              <a:sym typeface="Salesforce Sans"/>
            </a:endParaRPr>
          </a:p>
        </p:txBody>
      </p:sp>
      <p:sp>
        <p:nvSpPr>
          <p:cNvPr id="4985" name="Google Shape;4985;p169"/>
          <p:cNvSpPr/>
          <p:nvPr/>
        </p:nvSpPr>
        <p:spPr>
          <a:xfrm>
            <a:off x="9590884" y="497805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6" name="Google Shape;4986;p169"/>
          <p:cNvSpPr txBox="1"/>
          <p:nvPr/>
        </p:nvSpPr>
        <p:spPr>
          <a:xfrm>
            <a:off x="9761633" y="511522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Management </a:t>
            </a:r>
            <a:endParaRPr i="0" sz="800" u="none" cap="none" strike="noStrike">
              <a:latin typeface="Salesforce Sans"/>
              <a:ea typeface="Salesforce Sans"/>
              <a:cs typeface="Salesforce Sans"/>
              <a:sym typeface="Salesforce Sans"/>
            </a:endParaRPr>
          </a:p>
        </p:txBody>
      </p:sp>
      <p:sp>
        <p:nvSpPr>
          <p:cNvPr id="4987" name="Google Shape;4987;p169"/>
          <p:cNvSpPr/>
          <p:nvPr/>
        </p:nvSpPr>
        <p:spPr>
          <a:xfrm>
            <a:off x="9590884" y="513712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88" name="Google Shape;4988;p169"/>
          <p:cNvSpPr txBox="1"/>
          <p:nvPr/>
        </p:nvSpPr>
        <p:spPr>
          <a:xfrm>
            <a:off x="9761633" y="527428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t>
            </a:r>
            <a:endParaRPr i="0" sz="800" u="none" cap="none" strike="noStrike">
              <a:latin typeface="Salesforce Sans"/>
              <a:ea typeface="Salesforce Sans"/>
              <a:cs typeface="Salesforce Sans"/>
              <a:sym typeface="Salesforce Sans"/>
            </a:endParaRPr>
          </a:p>
        </p:txBody>
      </p:sp>
      <p:sp>
        <p:nvSpPr>
          <p:cNvPr id="4989" name="Google Shape;4989;p169"/>
          <p:cNvSpPr/>
          <p:nvPr/>
        </p:nvSpPr>
        <p:spPr>
          <a:xfrm>
            <a:off x="9590884" y="529618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0" name="Google Shape;4990;p169"/>
          <p:cNvSpPr txBox="1"/>
          <p:nvPr/>
        </p:nvSpPr>
        <p:spPr>
          <a:xfrm>
            <a:off x="9761633" y="543334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Logistics </a:t>
            </a:r>
            <a:endParaRPr i="0" sz="800" u="none" cap="none" strike="noStrike">
              <a:latin typeface="Salesforce Sans"/>
              <a:ea typeface="Salesforce Sans"/>
              <a:cs typeface="Salesforce Sans"/>
              <a:sym typeface="Salesforce Sans"/>
            </a:endParaRPr>
          </a:p>
        </p:txBody>
      </p:sp>
      <p:sp>
        <p:nvSpPr>
          <p:cNvPr id="4991" name="Google Shape;4991;p169"/>
          <p:cNvSpPr/>
          <p:nvPr/>
        </p:nvSpPr>
        <p:spPr>
          <a:xfrm>
            <a:off x="9590884" y="545524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2" name="Google Shape;4992;p169"/>
          <p:cNvSpPr txBox="1"/>
          <p:nvPr/>
        </p:nvSpPr>
        <p:spPr>
          <a:xfrm>
            <a:off x="9761632" y="5669063"/>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Qualification &amp; Contracting </a:t>
            </a:r>
            <a:endParaRPr i="0" sz="800" u="none" cap="none" strike="noStrike">
              <a:latin typeface="Salesforce Sans"/>
              <a:ea typeface="Salesforce Sans"/>
              <a:cs typeface="Salesforce Sans"/>
              <a:sym typeface="Salesforce Sans"/>
            </a:endParaRPr>
          </a:p>
        </p:txBody>
      </p:sp>
      <p:sp>
        <p:nvSpPr>
          <p:cNvPr id="4993" name="Google Shape;4993;p169"/>
          <p:cNvSpPr/>
          <p:nvPr/>
        </p:nvSpPr>
        <p:spPr>
          <a:xfrm>
            <a:off x="9590884" y="569096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4" name="Google Shape;4994;p169"/>
          <p:cNvSpPr txBox="1"/>
          <p:nvPr/>
        </p:nvSpPr>
        <p:spPr>
          <a:xfrm>
            <a:off x="9761632" y="582663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And Negotiation </a:t>
            </a:r>
            <a:endParaRPr i="0" sz="800" u="none" cap="none" strike="noStrike">
              <a:latin typeface="Salesforce Sans"/>
              <a:ea typeface="Salesforce Sans"/>
              <a:cs typeface="Salesforce Sans"/>
              <a:sym typeface="Salesforce Sans"/>
            </a:endParaRPr>
          </a:p>
        </p:txBody>
      </p:sp>
      <p:sp>
        <p:nvSpPr>
          <p:cNvPr id="4995" name="Google Shape;4995;p169"/>
          <p:cNvSpPr/>
          <p:nvPr/>
        </p:nvSpPr>
        <p:spPr>
          <a:xfrm>
            <a:off x="9590884" y="584853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6" name="Google Shape;4996;p169"/>
          <p:cNvSpPr txBox="1"/>
          <p:nvPr/>
        </p:nvSpPr>
        <p:spPr>
          <a:xfrm>
            <a:off x="9761632" y="598614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Supplier Performance Monitoring </a:t>
            </a:r>
            <a:endParaRPr i="0" sz="800" u="none" cap="none" strike="noStrike">
              <a:latin typeface="Salesforce Sans"/>
              <a:ea typeface="Salesforce Sans"/>
              <a:cs typeface="Salesforce Sans"/>
              <a:sym typeface="Salesforce Sans"/>
            </a:endParaRPr>
          </a:p>
        </p:txBody>
      </p:sp>
      <p:sp>
        <p:nvSpPr>
          <p:cNvPr id="4997" name="Google Shape;4997;p169"/>
          <p:cNvSpPr/>
          <p:nvPr/>
        </p:nvSpPr>
        <p:spPr>
          <a:xfrm>
            <a:off x="9590884" y="600804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4998" name="Google Shape;4998;p169"/>
          <p:cNvSpPr txBox="1"/>
          <p:nvPr/>
        </p:nvSpPr>
        <p:spPr>
          <a:xfrm>
            <a:off x="9761632" y="622235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Inventory And Warehouse Optimization </a:t>
            </a:r>
            <a:endParaRPr i="0" sz="800" u="none" cap="none" strike="noStrike">
              <a:latin typeface="Salesforce Sans"/>
              <a:ea typeface="Salesforce Sans"/>
              <a:cs typeface="Salesforce Sans"/>
              <a:sym typeface="Salesforce Sans"/>
            </a:endParaRPr>
          </a:p>
        </p:txBody>
      </p:sp>
      <p:sp>
        <p:nvSpPr>
          <p:cNvPr id="4999" name="Google Shape;4999;p169"/>
          <p:cNvSpPr/>
          <p:nvPr/>
        </p:nvSpPr>
        <p:spPr>
          <a:xfrm>
            <a:off x="9590884" y="624425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0" name="Google Shape;5000;p169"/>
          <p:cNvSpPr txBox="1"/>
          <p:nvPr/>
        </p:nvSpPr>
        <p:spPr>
          <a:xfrm>
            <a:off x="9761632" y="637650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Distribution Control </a:t>
            </a:r>
            <a:endParaRPr i="0" sz="800" u="none" cap="none" strike="noStrike">
              <a:latin typeface="Salesforce Sans"/>
              <a:ea typeface="Salesforce Sans"/>
              <a:cs typeface="Salesforce Sans"/>
              <a:sym typeface="Salesforce Sans"/>
            </a:endParaRPr>
          </a:p>
        </p:txBody>
      </p:sp>
      <p:sp>
        <p:nvSpPr>
          <p:cNvPr id="5001" name="Google Shape;5001;p169"/>
          <p:cNvSpPr/>
          <p:nvPr/>
        </p:nvSpPr>
        <p:spPr>
          <a:xfrm>
            <a:off x="9590884" y="639840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rPr baseline="30000" lang="en" sz="800">
                <a:solidFill>
                  <a:srgbClr val="002775"/>
                </a:solidFill>
                <a:latin typeface="Salesforce Sans"/>
                <a:ea typeface="Salesforce Sans"/>
                <a:cs typeface="Salesforce Sans"/>
                <a:sym typeface="Salesforce Sans"/>
              </a:rPr>
              <a:t> </a:t>
            </a:r>
            <a:endParaRPr baseline="30000" i="0" sz="800" u="none" cap="none" strike="noStrike">
              <a:solidFill>
                <a:srgbClr val="002775"/>
              </a:solidFill>
              <a:latin typeface="Salesforce Sans"/>
              <a:ea typeface="Salesforce Sans"/>
              <a:cs typeface="Salesforce Sans"/>
              <a:sym typeface="Salesforce Sans"/>
            </a:endParaRPr>
          </a:p>
        </p:txBody>
      </p:sp>
      <p:sp>
        <p:nvSpPr>
          <p:cNvPr id="5002" name="Google Shape;5002;p169"/>
          <p:cNvSpPr txBox="1"/>
          <p:nvPr/>
        </p:nvSpPr>
        <p:spPr>
          <a:xfrm>
            <a:off x="9761632" y="6531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Transportation Planning </a:t>
            </a:r>
            <a:endParaRPr i="0" sz="800" u="none" cap="none" strike="noStrike">
              <a:latin typeface="Salesforce Sans"/>
              <a:ea typeface="Salesforce Sans"/>
              <a:cs typeface="Salesforce Sans"/>
              <a:sym typeface="Salesforce Sans"/>
            </a:endParaRPr>
          </a:p>
        </p:txBody>
      </p:sp>
      <p:sp>
        <p:nvSpPr>
          <p:cNvPr id="5003" name="Google Shape;5003;p169"/>
          <p:cNvSpPr/>
          <p:nvPr/>
        </p:nvSpPr>
        <p:spPr>
          <a:xfrm>
            <a:off x="9590884" y="655389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4" name="Google Shape;5004;p169"/>
          <p:cNvSpPr txBox="1"/>
          <p:nvPr/>
        </p:nvSpPr>
        <p:spPr>
          <a:xfrm>
            <a:off x="9761632" y="668749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Returns And Reporting </a:t>
            </a:r>
            <a:endParaRPr i="0" sz="800" u="none" cap="none" strike="noStrike">
              <a:latin typeface="Salesforce Sans"/>
              <a:ea typeface="Salesforce Sans"/>
              <a:cs typeface="Salesforce Sans"/>
              <a:sym typeface="Salesforce Sans"/>
            </a:endParaRPr>
          </a:p>
        </p:txBody>
      </p:sp>
      <p:sp>
        <p:nvSpPr>
          <p:cNvPr id="5005" name="Google Shape;5005;p169"/>
          <p:cNvSpPr/>
          <p:nvPr/>
        </p:nvSpPr>
        <p:spPr>
          <a:xfrm>
            <a:off x="9590884" y="6709391"/>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6" name="Google Shape;5006;p169"/>
          <p:cNvSpPr txBox="1"/>
          <p:nvPr/>
        </p:nvSpPr>
        <p:spPr>
          <a:xfrm>
            <a:off x="9761632" y="69175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Pharmacy Inventory </a:t>
            </a:r>
            <a:endParaRPr i="0" sz="800" u="none" cap="none" strike="noStrike">
              <a:latin typeface="Salesforce Sans"/>
              <a:ea typeface="Salesforce Sans"/>
              <a:cs typeface="Salesforce Sans"/>
              <a:sym typeface="Salesforce Sans"/>
            </a:endParaRPr>
          </a:p>
        </p:txBody>
      </p:sp>
      <p:sp>
        <p:nvSpPr>
          <p:cNvPr id="5007" name="Google Shape;5007;p169"/>
          <p:cNvSpPr/>
          <p:nvPr/>
        </p:nvSpPr>
        <p:spPr>
          <a:xfrm>
            <a:off x="9590884" y="6939495"/>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08" name="Google Shape;5008;p169"/>
          <p:cNvSpPr txBox="1"/>
          <p:nvPr/>
        </p:nvSpPr>
        <p:spPr>
          <a:xfrm>
            <a:off x="9761632" y="707308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Blood Inventory </a:t>
            </a:r>
            <a:endParaRPr i="0" sz="800" u="none" cap="none" strike="noStrike">
              <a:latin typeface="Salesforce Sans"/>
              <a:ea typeface="Salesforce Sans"/>
              <a:cs typeface="Salesforce Sans"/>
              <a:sym typeface="Salesforce Sans"/>
            </a:endParaRPr>
          </a:p>
        </p:txBody>
      </p:sp>
      <p:sp>
        <p:nvSpPr>
          <p:cNvPr id="5009" name="Google Shape;5009;p169"/>
          <p:cNvSpPr/>
          <p:nvPr/>
        </p:nvSpPr>
        <p:spPr>
          <a:xfrm>
            <a:off x="9590884" y="709498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0" name="Google Shape;5010;p169"/>
          <p:cNvSpPr txBox="1"/>
          <p:nvPr/>
        </p:nvSpPr>
        <p:spPr>
          <a:xfrm>
            <a:off x="9761632" y="722857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Sterilization </a:t>
            </a:r>
            <a:endParaRPr i="0" sz="800" u="none" cap="none" strike="noStrike">
              <a:latin typeface="Salesforce Sans"/>
              <a:ea typeface="Salesforce Sans"/>
              <a:cs typeface="Salesforce Sans"/>
              <a:sym typeface="Salesforce Sans"/>
            </a:endParaRPr>
          </a:p>
        </p:txBody>
      </p:sp>
      <p:sp>
        <p:nvSpPr>
          <p:cNvPr id="5011" name="Google Shape;5011;p169"/>
          <p:cNvSpPr/>
          <p:nvPr/>
        </p:nvSpPr>
        <p:spPr>
          <a:xfrm>
            <a:off x="9590884" y="7250479"/>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2" name="Google Shape;5012;p169"/>
          <p:cNvSpPr txBox="1"/>
          <p:nvPr/>
        </p:nvSpPr>
        <p:spPr>
          <a:xfrm>
            <a:off x="9761632" y="738407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Waste Management </a:t>
            </a:r>
            <a:endParaRPr i="0" sz="800" u="none" cap="none" strike="noStrike">
              <a:latin typeface="Salesforce Sans"/>
              <a:ea typeface="Salesforce Sans"/>
              <a:cs typeface="Salesforce Sans"/>
              <a:sym typeface="Salesforce Sans"/>
            </a:endParaRPr>
          </a:p>
        </p:txBody>
      </p:sp>
      <p:sp>
        <p:nvSpPr>
          <p:cNvPr id="5013" name="Google Shape;5013;p169"/>
          <p:cNvSpPr/>
          <p:nvPr/>
        </p:nvSpPr>
        <p:spPr>
          <a:xfrm>
            <a:off x="9590884" y="740597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4" name="Google Shape;5014;p169"/>
          <p:cNvSpPr txBox="1"/>
          <p:nvPr/>
        </p:nvSpPr>
        <p:spPr>
          <a:xfrm>
            <a:off x="9761632" y="761496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Acquisition </a:t>
            </a:r>
            <a:endParaRPr i="0" sz="800" u="none" cap="none" strike="noStrike">
              <a:latin typeface="Salesforce Sans"/>
              <a:ea typeface="Salesforce Sans"/>
              <a:cs typeface="Salesforce Sans"/>
              <a:sym typeface="Salesforce Sans"/>
            </a:endParaRPr>
          </a:p>
        </p:txBody>
      </p:sp>
      <p:sp>
        <p:nvSpPr>
          <p:cNvPr id="5015" name="Google Shape;5015;p169"/>
          <p:cNvSpPr/>
          <p:nvPr/>
        </p:nvSpPr>
        <p:spPr>
          <a:xfrm>
            <a:off x="9590884" y="763686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6" name="Google Shape;5016;p169"/>
          <p:cNvSpPr txBox="1"/>
          <p:nvPr/>
        </p:nvSpPr>
        <p:spPr>
          <a:xfrm>
            <a:off x="9761632" y="777018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Operations </a:t>
            </a:r>
            <a:endParaRPr i="0" sz="800" u="none" cap="none" strike="noStrike">
              <a:latin typeface="Salesforce Sans"/>
              <a:ea typeface="Salesforce Sans"/>
              <a:cs typeface="Salesforce Sans"/>
              <a:sym typeface="Salesforce Sans"/>
            </a:endParaRPr>
          </a:p>
        </p:txBody>
      </p:sp>
      <p:sp>
        <p:nvSpPr>
          <p:cNvPr id="5017" name="Google Shape;5017;p169"/>
          <p:cNvSpPr/>
          <p:nvPr/>
        </p:nvSpPr>
        <p:spPr>
          <a:xfrm>
            <a:off x="9590884" y="7792085"/>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18" name="Google Shape;5018;p169"/>
          <p:cNvSpPr txBox="1"/>
          <p:nvPr/>
        </p:nvSpPr>
        <p:spPr>
          <a:xfrm>
            <a:off x="9761632" y="8000561"/>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Workflow Digitization </a:t>
            </a:r>
            <a:endParaRPr i="0" sz="800" u="none" cap="none" strike="noStrike">
              <a:latin typeface="Salesforce Sans"/>
              <a:ea typeface="Salesforce Sans"/>
              <a:cs typeface="Salesforce Sans"/>
              <a:sym typeface="Salesforce Sans"/>
            </a:endParaRPr>
          </a:p>
        </p:txBody>
      </p:sp>
      <p:sp>
        <p:nvSpPr>
          <p:cNvPr id="5019" name="Google Shape;5019;p169"/>
          <p:cNvSpPr/>
          <p:nvPr/>
        </p:nvSpPr>
        <p:spPr>
          <a:xfrm>
            <a:off x="9590884" y="802246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0" name="Google Shape;5020;p169"/>
          <p:cNvSpPr txBox="1"/>
          <p:nvPr/>
        </p:nvSpPr>
        <p:spPr>
          <a:xfrm>
            <a:off x="9761632" y="8165577"/>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Sop And Record Management </a:t>
            </a:r>
            <a:endParaRPr i="0" sz="800" u="none" cap="none" strike="noStrike">
              <a:latin typeface="Salesforce Sans"/>
              <a:ea typeface="Salesforce Sans"/>
              <a:cs typeface="Salesforce Sans"/>
              <a:sym typeface="Salesforce Sans"/>
            </a:endParaRPr>
          </a:p>
        </p:txBody>
      </p:sp>
      <p:sp>
        <p:nvSpPr>
          <p:cNvPr id="5021" name="Google Shape;5021;p169"/>
          <p:cNvSpPr/>
          <p:nvPr/>
        </p:nvSpPr>
        <p:spPr>
          <a:xfrm>
            <a:off x="9590884" y="8187477"/>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2" name="Google Shape;5022;p169"/>
          <p:cNvSpPr txBox="1"/>
          <p:nvPr/>
        </p:nvSpPr>
        <p:spPr>
          <a:xfrm>
            <a:off x="9761632" y="8547995"/>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Workforce Planning </a:t>
            </a:r>
            <a:endParaRPr i="0" sz="800" u="none" cap="none" strike="noStrike">
              <a:latin typeface="Salesforce Sans"/>
              <a:ea typeface="Salesforce Sans"/>
              <a:cs typeface="Salesforce Sans"/>
              <a:sym typeface="Salesforce Sans"/>
            </a:endParaRPr>
          </a:p>
        </p:txBody>
      </p:sp>
      <p:sp>
        <p:nvSpPr>
          <p:cNvPr id="5023" name="Google Shape;5023;p169"/>
          <p:cNvSpPr/>
          <p:nvPr/>
        </p:nvSpPr>
        <p:spPr>
          <a:xfrm>
            <a:off x="9590884" y="8569895"/>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4" name="Google Shape;5024;p169"/>
          <p:cNvSpPr txBox="1"/>
          <p:nvPr/>
        </p:nvSpPr>
        <p:spPr>
          <a:xfrm>
            <a:off x="9761632" y="870348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People Measurement &amp; Reporting </a:t>
            </a:r>
            <a:endParaRPr i="0" sz="800" u="none" cap="none" strike="noStrike">
              <a:latin typeface="Salesforce Sans"/>
              <a:ea typeface="Salesforce Sans"/>
              <a:cs typeface="Salesforce Sans"/>
              <a:sym typeface="Salesforce Sans"/>
            </a:endParaRPr>
          </a:p>
        </p:txBody>
      </p:sp>
      <p:sp>
        <p:nvSpPr>
          <p:cNvPr id="5025" name="Google Shape;5025;p169"/>
          <p:cNvSpPr/>
          <p:nvPr/>
        </p:nvSpPr>
        <p:spPr>
          <a:xfrm>
            <a:off x="9590884" y="8725386"/>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6" name="Google Shape;5026;p169"/>
          <p:cNvSpPr txBox="1"/>
          <p:nvPr/>
        </p:nvSpPr>
        <p:spPr>
          <a:xfrm>
            <a:off x="9761632" y="893425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Sourcing Strategy Development </a:t>
            </a:r>
            <a:endParaRPr i="0" sz="800" u="none" cap="none" strike="noStrike">
              <a:latin typeface="Salesforce Sans"/>
              <a:ea typeface="Salesforce Sans"/>
              <a:cs typeface="Salesforce Sans"/>
              <a:sym typeface="Salesforce Sans"/>
            </a:endParaRPr>
          </a:p>
        </p:txBody>
      </p:sp>
      <p:sp>
        <p:nvSpPr>
          <p:cNvPr id="5027" name="Google Shape;5027;p169"/>
          <p:cNvSpPr/>
          <p:nvPr/>
        </p:nvSpPr>
        <p:spPr>
          <a:xfrm>
            <a:off x="9590884" y="895615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28" name="Google Shape;5028;p169"/>
          <p:cNvSpPr txBox="1"/>
          <p:nvPr/>
        </p:nvSpPr>
        <p:spPr>
          <a:xfrm>
            <a:off x="9761632" y="9097812"/>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Outreach </a:t>
            </a:r>
            <a:endParaRPr i="0" sz="800" u="none" cap="none" strike="noStrike">
              <a:latin typeface="Salesforce Sans"/>
              <a:ea typeface="Salesforce Sans"/>
              <a:cs typeface="Salesforce Sans"/>
              <a:sym typeface="Salesforce Sans"/>
            </a:endParaRPr>
          </a:p>
        </p:txBody>
      </p:sp>
      <p:sp>
        <p:nvSpPr>
          <p:cNvPr id="5029" name="Google Shape;5029;p169"/>
          <p:cNvSpPr/>
          <p:nvPr/>
        </p:nvSpPr>
        <p:spPr>
          <a:xfrm>
            <a:off x="9590884" y="9119712"/>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0" name="Google Shape;5030;p169"/>
          <p:cNvSpPr txBox="1"/>
          <p:nvPr/>
        </p:nvSpPr>
        <p:spPr>
          <a:xfrm>
            <a:off x="9761632" y="9262828"/>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Coaching </a:t>
            </a:r>
            <a:endParaRPr i="0" sz="800" u="none" cap="none" strike="noStrike">
              <a:latin typeface="Salesforce Sans"/>
              <a:ea typeface="Salesforce Sans"/>
              <a:cs typeface="Salesforce Sans"/>
              <a:sym typeface="Salesforce Sans"/>
            </a:endParaRPr>
          </a:p>
        </p:txBody>
      </p:sp>
      <p:sp>
        <p:nvSpPr>
          <p:cNvPr id="5031" name="Google Shape;5031;p169"/>
          <p:cNvSpPr/>
          <p:nvPr/>
        </p:nvSpPr>
        <p:spPr>
          <a:xfrm>
            <a:off x="9590884" y="9284728"/>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2" name="Google Shape;5032;p169"/>
          <p:cNvSpPr txBox="1"/>
          <p:nvPr/>
        </p:nvSpPr>
        <p:spPr>
          <a:xfrm>
            <a:off x="9761632" y="9427806"/>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Talent Onboarding </a:t>
            </a:r>
            <a:endParaRPr i="0" sz="800" u="none" cap="none" strike="noStrike">
              <a:latin typeface="Salesforce Sans"/>
              <a:ea typeface="Salesforce Sans"/>
              <a:cs typeface="Salesforce Sans"/>
              <a:sym typeface="Salesforce Sans"/>
            </a:endParaRPr>
          </a:p>
        </p:txBody>
      </p:sp>
      <p:sp>
        <p:nvSpPr>
          <p:cNvPr id="5033" name="Google Shape;5033;p169"/>
          <p:cNvSpPr/>
          <p:nvPr/>
        </p:nvSpPr>
        <p:spPr>
          <a:xfrm>
            <a:off x="9590884" y="94497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34" name="Google Shape;5034;p169"/>
          <p:cNvSpPr txBox="1"/>
          <p:nvPr/>
        </p:nvSpPr>
        <p:spPr>
          <a:xfrm>
            <a:off x="9761633" y="4174280"/>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lang="en" sz="800">
                <a:latin typeface="Salesforce Sans"/>
                <a:ea typeface="Salesforce Sans"/>
                <a:cs typeface="Salesforce Sans"/>
                <a:sym typeface="Salesforce Sans"/>
              </a:rPr>
              <a:t>Study Management &amp; Site Selection</a:t>
            </a:r>
            <a:endParaRPr i="0" sz="800" u="none" cap="none" strike="noStrike">
              <a:latin typeface="Salesforce Sans"/>
              <a:ea typeface="Salesforce Sans"/>
              <a:cs typeface="Salesforce Sans"/>
              <a:sym typeface="Salesforce Sans"/>
            </a:endParaRPr>
          </a:p>
        </p:txBody>
      </p:sp>
      <p:sp>
        <p:nvSpPr>
          <p:cNvPr id="5035" name="Google Shape;5035;p169"/>
          <p:cNvSpPr/>
          <p:nvPr/>
        </p:nvSpPr>
        <p:spPr>
          <a:xfrm>
            <a:off x="9590884" y="4196180"/>
            <a:ext cx="79200" cy="79200"/>
          </a:xfrm>
          <a:prstGeom prst="ellipse">
            <a:avLst/>
          </a:prstGeom>
          <a:solidFill>
            <a:srgbClr val="066A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036" name="Google Shape;5036;p169"/>
          <p:cNvGrpSpPr/>
          <p:nvPr/>
        </p:nvGrpSpPr>
        <p:grpSpPr>
          <a:xfrm>
            <a:off x="6692090" y="1921709"/>
            <a:ext cx="1322400" cy="449700"/>
            <a:chOff x="755165" y="1828821"/>
            <a:chExt cx="1322400" cy="449700"/>
          </a:xfrm>
        </p:grpSpPr>
        <p:sp>
          <p:nvSpPr>
            <p:cNvPr id="5037" name="Google Shape;5037;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38" name="Google Shape;5038;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Provider Relations</a:t>
              </a:r>
              <a:endParaRPr sz="900">
                <a:solidFill>
                  <a:srgbClr val="FFFFFF"/>
                </a:solidFill>
                <a:latin typeface="Avant Garde Demi SFDC"/>
                <a:ea typeface="Avant Garde Demi SFDC"/>
                <a:cs typeface="Avant Garde Demi SFDC"/>
                <a:sym typeface="Avant Garde Demi SFDC"/>
              </a:endParaRPr>
            </a:p>
          </p:txBody>
        </p:sp>
      </p:grpSp>
      <p:grpSp>
        <p:nvGrpSpPr>
          <p:cNvPr id="5039" name="Google Shape;5039;p169"/>
          <p:cNvGrpSpPr/>
          <p:nvPr/>
        </p:nvGrpSpPr>
        <p:grpSpPr>
          <a:xfrm>
            <a:off x="6692090" y="2878284"/>
            <a:ext cx="1322400" cy="449700"/>
            <a:chOff x="755165" y="1828821"/>
            <a:chExt cx="1322400" cy="449700"/>
          </a:xfrm>
        </p:grpSpPr>
        <p:sp>
          <p:nvSpPr>
            <p:cNvPr id="5040" name="Google Shape;504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1" name="Google Shape;504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Research</a:t>
              </a:r>
              <a:endParaRPr sz="900">
                <a:solidFill>
                  <a:srgbClr val="FFFFFF"/>
                </a:solidFill>
                <a:latin typeface="Avant Garde Demi SFDC"/>
                <a:ea typeface="Avant Garde Demi SFDC"/>
                <a:cs typeface="Avant Garde Demi SFDC"/>
                <a:sym typeface="Avant Garde Demi SFDC"/>
              </a:endParaRPr>
            </a:p>
          </p:txBody>
        </p:sp>
      </p:grpSp>
      <p:grpSp>
        <p:nvGrpSpPr>
          <p:cNvPr id="5042" name="Google Shape;5042;p169"/>
          <p:cNvGrpSpPr/>
          <p:nvPr/>
        </p:nvGrpSpPr>
        <p:grpSpPr>
          <a:xfrm>
            <a:off x="6692090" y="7639321"/>
            <a:ext cx="1322400" cy="449700"/>
            <a:chOff x="755165" y="1828821"/>
            <a:chExt cx="1322400" cy="449700"/>
          </a:xfrm>
        </p:grpSpPr>
        <p:sp>
          <p:nvSpPr>
            <p:cNvPr id="5043" name="Google Shape;5043;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044" name="Google Shape;5044;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045" name="Google Shape;5045;p169"/>
          <p:cNvSpPr txBox="1"/>
          <p:nvPr/>
        </p:nvSpPr>
        <p:spPr>
          <a:xfrm>
            <a:off x="9761633" y="4565999"/>
            <a:ext cx="20481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Statistical Analysis </a:t>
            </a:r>
            <a:endParaRPr i="0" sz="800" u="none" cap="none" strike="noStrike">
              <a:latin typeface="Salesforce Sans"/>
              <a:ea typeface="Salesforce Sans"/>
              <a:cs typeface="Salesforce Sans"/>
              <a:sym typeface="Salesforce Sans"/>
            </a:endParaRPr>
          </a:p>
        </p:txBody>
      </p:sp>
      <p:sp>
        <p:nvSpPr>
          <p:cNvPr id="5046" name="Google Shape;5046;p169"/>
          <p:cNvSpPr/>
          <p:nvPr/>
        </p:nvSpPr>
        <p:spPr>
          <a:xfrm>
            <a:off x="9590884" y="4593852"/>
            <a:ext cx="79200" cy="79200"/>
          </a:xfrm>
          <a:prstGeom prst="ellipse">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47" name="Google Shape;5047;p169"/>
          <p:cNvSpPr txBox="1"/>
          <p:nvPr/>
        </p:nvSpPr>
        <p:spPr>
          <a:xfrm>
            <a:off x="6808917"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048" name="Google Shape;5048;p169"/>
          <p:cNvSpPr txBox="1"/>
          <p:nvPr/>
        </p:nvSpPr>
        <p:spPr>
          <a:xfrm>
            <a:off x="8301793"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049" name="Google Shape;5049;p169"/>
          <p:cNvSpPr txBox="1"/>
          <p:nvPr/>
        </p:nvSpPr>
        <p:spPr>
          <a:xfrm>
            <a:off x="9759805"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050" name="Google Shape;5050;p169"/>
          <p:cNvSpPr txBox="1"/>
          <p:nvPr/>
        </p:nvSpPr>
        <p:spPr>
          <a:xfrm>
            <a:off x="14884817" y="19139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Career Path Design </a:t>
            </a:r>
            <a:endParaRPr i="0" sz="800" u="none" cap="none" strike="noStrike">
              <a:latin typeface="Salesforce Sans"/>
              <a:ea typeface="Salesforce Sans"/>
              <a:cs typeface="Salesforce Sans"/>
              <a:sym typeface="Salesforce Sans"/>
            </a:endParaRPr>
          </a:p>
        </p:txBody>
      </p:sp>
      <p:sp>
        <p:nvSpPr>
          <p:cNvPr id="5051" name="Google Shape;5051;p169"/>
          <p:cNvSpPr txBox="1"/>
          <p:nvPr/>
        </p:nvSpPr>
        <p:spPr>
          <a:xfrm>
            <a:off x="14884817" y="292262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Compliance &amp; Labour Relations Monitoring </a:t>
            </a:r>
            <a:endParaRPr i="0" sz="800" u="none" cap="none" strike="noStrike">
              <a:latin typeface="Salesforce Sans"/>
              <a:ea typeface="Salesforce Sans"/>
              <a:cs typeface="Salesforce Sans"/>
              <a:sym typeface="Salesforce Sans"/>
            </a:endParaRPr>
          </a:p>
        </p:txBody>
      </p:sp>
      <p:sp>
        <p:nvSpPr>
          <p:cNvPr id="5052" name="Google Shape;5052;p169"/>
          <p:cNvSpPr txBox="1"/>
          <p:nvPr/>
        </p:nvSpPr>
        <p:spPr>
          <a:xfrm>
            <a:off x="14884817" y="37002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053" name="Google Shape;5053;p169"/>
          <p:cNvSpPr txBox="1"/>
          <p:nvPr/>
        </p:nvSpPr>
        <p:spPr>
          <a:xfrm>
            <a:off x="14884817" y="38568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054" name="Google Shape;5054;p169"/>
          <p:cNvSpPr txBox="1"/>
          <p:nvPr/>
        </p:nvSpPr>
        <p:spPr>
          <a:xfrm>
            <a:off x="14884817" y="401345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Access &amp; Security Policy Creation </a:t>
            </a:r>
            <a:endParaRPr i="0" sz="800" u="none" cap="none" strike="noStrike">
              <a:latin typeface="Salesforce Sans"/>
              <a:ea typeface="Salesforce Sans"/>
              <a:cs typeface="Salesforce Sans"/>
              <a:sym typeface="Salesforce Sans"/>
            </a:endParaRPr>
          </a:p>
        </p:txBody>
      </p:sp>
      <p:sp>
        <p:nvSpPr>
          <p:cNvPr id="5055" name="Google Shape;5055;p169"/>
          <p:cNvSpPr txBox="1"/>
          <p:nvPr/>
        </p:nvSpPr>
        <p:spPr>
          <a:xfrm>
            <a:off x="14884817" y="433738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Development </a:t>
            </a:r>
            <a:endParaRPr i="0" sz="800" u="none" cap="none" strike="noStrike">
              <a:latin typeface="Salesforce Sans"/>
              <a:ea typeface="Salesforce Sans"/>
              <a:cs typeface="Salesforce Sans"/>
              <a:sym typeface="Salesforce Sans"/>
            </a:endParaRPr>
          </a:p>
        </p:txBody>
      </p:sp>
      <p:sp>
        <p:nvSpPr>
          <p:cNvPr id="5056" name="Google Shape;5056;p169"/>
          <p:cNvSpPr txBox="1"/>
          <p:nvPr/>
        </p:nvSpPr>
        <p:spPr>
          <a:xfrm>
            <a:off x="14884817" y="451422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Application Testing </a:t>
            </a:r>
            <a:endParaRPr i="0" sz="800" u="none" cap="none" strike="noStrike">
              <a:latin typeface="Salesforce Sans"/>
              <a:ea typeface="Salesforce Sans"/>
              <a:cs typeface="Salesforce Sans"/>
              <a:sym typeface="Salesforce Sans"/>
            </a:endParaRPr>
          </a:p>
        </p:txBody>
      </p:sp>
      <p:sp>
        <p:nvSpPr>
          <p:cNvPr id="5057" name="Google Shape;5057;p169"/>
          <p:cNvSpPr txBox="1"/>
          <p:nvPr/>
        </p:nvSpPr>
        <p:spPr>
          <a:xfrm>
            <a:off x="14884817" y="69298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Transaction Monitoring </a:t>
            </a:r>
            <a:endParaRPr i="0" sz="800" u="none" cap="none" strike="noStrike">
              <a:latin typeface="Salesforce Sans"/>
              <a:ea typeface="Salesforce Sans"/>
              <a:cs typeface="Salesforce Sans"/>
              <a:sym typeface="Salesforce Sans"/>
            </a:endParaRPr>
          </a:p>
        </p:txBody>
      </p:sp>
      <p:sp>
        <p:nvSpPr>
          <p:cNvPr id="5058" name="Google Shape;5058;p169"/>
          <p:cNvSpPr txBox="1"/>
          <p:nvPr/>
        </p:nvSpPr>
        <p:spPr>
          <a:xfrm>
            <a:off x="14884817" y="762537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Cash &amp; Liquidity Management </a:t>
            </a:r>
            <a:endParaRPr i="0" sz="800" u="none" cap="none" strike="noStrike">
              <a:latin typeface="Salesforce Sans"/>
              <a:ea typeface="Salesforce Sans"/>
              <a:cs typeface="Salesforce Sans"/>
              <a:sym typeface="Salesforce Sans"/>
            </a:endParaRPr>
          </a:p>
        </p:txBody>
      </p:sp>
      <p:sp>
        <p:nvSpPr>
          <p:cNvPr id="5059" name="Google Shape;5059;p169"/>
          <p:cNvSpPr txBox="1"/>
          <p:nvPr/>
        </p:nvSpPr>
        <p:spPr>
          <a:xfrm>
            <a:off x="14884817" y="778078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Risk Management </a:t>
            </a:r>
            <a:endParaRPr i="0" sz="800" u="none" cap="none" strike="noStrike">
              <a:latin typeface="Salesforce Sans"/>
              <a:ea typeface="Salesforce Sans"/>
              <a:cs typeface="Salesforce Sans"/>
              <a:sym typeface="Salesforce Sans"/>
            </a:endParaRPr>
          </a:p>
        </p:txBody>
      </p:sp>
      <p:sp>
        <p:nvSpPr>
          <p:cNvPr id="5060" name="Google Shape;5060;p169"/>
          <p:cNvSpPr txBox="1"/>
          <p:nvPr/>
        </p:nvSpPr>
        <p:spPr>
          <a:xfrm>
            <a:off x="14884817" y="801001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Tax Filing </a:t>
            </a:r>
            <a:endParaRPr i="0" sz="800" u="none" cap="none" strike="noStrike">
              <a:latin typeface="Salesforce Sans"/>
              <a:ea typeface="Salesforce Sans"/>
              <a:cs typeface="Salesforce Sans"/>
              <a:sym typeface="Salesforce Sans"/>
            </a:endParaRPr>
          </a:p>
        </p:txBody>
      </p:sp>
      <p:sp>
        <p:nvSpPr>
          <p:cNvPr id="5061" name="Google Shape;5061;p169"/>
          <p:cNvSpPr txBox="1"/>
          <p:nvPr/>
        </p:nvSpPr>
        <p:spPr>
          <a:xfrm>
            <a:off x="14884817" y="81844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Regulatory Reporting </a:t>
            </a:r>
            <a:endParaRPr i="0" sz="800" u="none" cap="none" strike="noStrike">
              <a:latin typeface="Salesforce Sans"/>
              <a:ea typeface="Salesforce Sans"/>
              <a:cs typeface="Salesforce Sans"/>
              <a:sym typeface="Salesforce Sans"/>
            </a:endParaRPr>
          </a:p>
        </p:txBody>
      </p:sp>
      <p:sp>
        <p:nvSpPr>
          <p:cNvPr id="5062" name="Google Shape;5062;p169"/>
          <p:cNvSpPr txBox="1"/>
          <p:nvPr/>
        </p:nvSpPr>
        <p:spPr>
          <a:xfrm>
            <a:off x="14884817" y="857150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Presentation Creation </a:t>
            </a:r>
            <a:endParaRPr i="0" sz="800" u="none" cap="none" strike="noStrike">
              <a:latin typeface="Salesforce Sans"/>
              <a:ea typeface="Salesforce Sans"/>
              <a:cs typeface="Salesforce Sans"/>
              <a:sym typeface="Salesforce Sans"/>
            </a:endParaRPr>
          </a:p>
        </p:txBody>
      </p:sp>
      <p:sp>
        <p:nvSpPr>
          <p:cNvPr id="5063" name="Google Shape;5063;p169"/>
          <p:cNvSpPr txBox="1"/>
          <p:nvPr/>
        </p:nvSpPr>
        <p:spPr>
          <a:xfrm>
            <a:off x="14884817" y="887932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Registration </a:t>
            </a:r>
            <a:endParaRPr i="0" sz="800" u="none" cap="none" strike="noStrike">
              <a:latin typeface="Salesforce Sans"/>
              <a:ea typeface="Salesforce Sans"/>
              <a:cs typeface="Salesforce Sans"/>
              <a:sym typeface="Salesforce Sans"/>
            </a:endParaRPr>
          </a:p>
        </p:txBody>
      </p:sp>
      <p:sp>
        <p:nvSpPr>
          <p:cNvPr id="5064" name="Google Shape;5064;p169"/>
          <p:cNvSpPr txBox="1"/>
          <p:nvPr/>
        </p:nvSpPr>
        <p:spPr>
          <a:xfrm>
            <a:off x="14884825" y="9034721"/>
            <a:ext cx="30780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IP Enforcement </a:t>
            </a:r>
            <a:endParaRPr i="0" sz="800" u="none" cap="none" strike="noStrike">
              <a:latin typeface="Salesforce Sans"/>
              <a:ea typeface="Salesforce Sans"/>
              <a:cs typeface="Salesforce Sans"/>
              <a:sym typeface="Salesforce Sans"/>
            </a:endParaRPr>
          </a:p>
        </p:txBody>
      </p:sp>
      <p:sp>
        <p:nvSpPr>
          <p:cNvPr id="5065" name="Google Shape;5065;p169"/>
          <p:cNvSpPr/>
          <p:nvPr/>
        </p:nvSpPr>
        <p:spPr>
          <a:xfrm>
            <a:off x="13420704" y="1891938"/>
            <a:ext cx="1021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Management &amp; Development</a:t>
            </a:r>
            <a:endParaRPr b="1" i="0" sz="900" u="none" cap="none" strike="noStrike">
              <a:solidFill>
                <a:srgbClr val="066AFE"/>
              </a:solidFill>
              <a:latin typeface="Salesforce Sans"/>
              <a:ea typeface="Salesforce Sans"/>
              <a:cs typeface="Salesforce Sans"/>
              <a:sym typeface="Salesforce Sans"/>
            </a:endParaRPr>
          </a:p>
        </p:txBody>
      </p:sp>
      <p:sp>
        <p:nvSpPr>
          <p:cNvPr id="5066" name="Google Shape;5066;p169"/>
          <p:cNvSpPr/>
          <p:nvPr/>
        </p:nvSpPr>
        <p:spPr>
          <a:xfrm>
            <a:off x="13420704" y="2450155"/>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People Operations</a:t>
            </a:r>
            <a:endParaRPr b="1" i="0" sz="900" u="none" cap="none" strike="noStrike">
              <a:solidFill>
                <a:srgbClr val="066AFE"/>
              </a:solidFill>
              <a:latin typeface="Salesforce Sans"/>
              <a:ea typeface="Salesforce Sans"/>
              <a:cs typeface="Salesforce Sans"/>
              <a:sym typeface="Salesforce Sans"/>
            </a:endParaRPr>
          </a:p>
        </p:txBody>
      </p:sp>
      <p:sp>
        <p:nvSpPr>
          <p:cNvPr id="5067" name="Google Shape;5067;p169"/>
          <p:cNvSpPr/>
          <p:nvPr/>
        </p:nvSpPr>
        <p:spPr>
          <a:xfrm>
            <a:off x="13420704" y="314929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068" name="Google Shape;5068;p169"/>
          <p:cNvSpPr/>
          <p:nvPr/>
        </p:nvSpPr>
        <p:spPr>
          <a:xfrm>
            <a:off x="13420704" y="3697852"/>
            <a:ext cx="10218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Cyber</a:t>
            </a:r>
            <a:endParaRPr b="1" i="0" sz="900" u="none" cap="none" strike="noStrike">
              <a:solidFill>
                <a:srgbClr val="066AFE"/>
              </a:solidFill>
              <a:latin typeface="Salesforce Sans"/>
              <a:ea typeface="Salesforce Sans"/>
              <a:cs typeface="Salesforce Sans"/>
              <a:sym typeface="Salesforce Sans"/>
            </a:endParaRPr>
          </a:p>
        </p:txBody>
      </p:sp>
      <p:sp>
        <p:nvSpPr>
          <p:cNvPr id="5069" name="Google Shape;5069;p169"/>
          <p:cNvSpPr/>
          <p:nvPr/>
        </p:nvSpPr>
        <p:spPr>
          <a:xfrm>
            <a:off x="13420704" y="4175744"/>
            <a:ext cx="10218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Infra &amp; Application Management</a:t>
            </a:r>
            <a:endParaRPr b="1" i="0" sz="900" u="none" cap="none" strike="noStrike">
              <a:solidFill>
                <a:srgbClr val="066AFE"/>
              </a:solidFill>
              <a:latin typeface="Salesforce Sans"/>
              <a:ea typeface="Salesforce Sans"/>
              <a:cs typeface="Salesforce Sans"/>
              <a:sym typeface="Salesforce Sans"/>
            </a:endParaRPr>
          </a:p>
        </p:txBody>
      </p:sp>
      <p:sp>
        <p:nvSpPr>
          <p:cNvPr id="5070" name="Google Shape;5070;p169"/>
          <p:cNvSpPr/>
          <p:nvPr/>
        </p:nvSpPr>
        <p:spPr>
          <a:xfrm>
            <a:off x="13420704" y="4743720"/>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Hospital Operations</a:t>
            </a:r>
            <a:endParaRPr b="1" i="0" sz="900" u="none" cap="none" strike="noStrike">
              <a:solidFill>
                <a:srgbClr val="066AFE"/>
              </a:solidFill>
              <a:latin typeface="Salesforce Sans"/>
              <a:ea typeface="Salesforce Sans"/>
              <a:cs typeface="Salesforce Sans"/>
              <a:sym typeface="Salesforce Sans"/>
            </a:endParaRPr>
          </a:p>
        </p:txBody>
      </p:sp>
      <p:sp>
        <p:nvSpPr>
          <p:cNvPr id="5071" name="Google Shape;5071;p169"/>
          <p:cNvSpPr/>
          <p:nvPr/>
        </p:nvSpPr>
        <p:spPr>
          <a:xfrm>
            <a:off x="13420704" y="529734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Clinical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2" name="Google Shape;5072;p169"/>
          <p:cNvSpPr/>
          <p:nvPr/>
        </p:nvSpPr>
        <p:spPr>
          <a:xfrm>
            <a:off x="13420704" y="5846634"/>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Revenue Cycle Management</a:t>
            </a:r>
            <a:endParaRPr b="1" i="0" sz="900" u="none" cap="none" strike="noStrike">
              <a:solidFill>
                <a:srgbClr val="066AFE"/>
              </a:solidFill>
              <a:latin typeface="Salesforce Sans"/>
              <a:ea typeface="Salesforce Sans"/>
              <a:cs typeface="Salesforce Sans"/>
              <a:sym typeface="Salesforce Sans"/>
            </a:endParaRPr>
          </a:p>
        </p:txBody>
      </p:sp>
      <p:sp>
        <p:nvSpPr>
          <p:cNvPr id="5073" name="Google Shape;5073;p169"/>
          <p:cNvSpPr/>
          <p:nvPr/>
        </p:nvSpPr>
        <p:spPr>
          <a:xfrm>
            <a:off x="13420704" y="6386911"/>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074" name="Google Shape;5074;p169"/>
          <p:cNvSpPr/>
          <p:nvPr/>
        </p:nvSpPr>
        <p:spPr>
          <a:xfrm>
            <a:off x="13420704" y="6925512"/>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Finance Operations</a:t>
            </a:r>
            <a:endParaRPr b="1" i="0" sz="900" u="none" cap="none" strike="noStrike">
              <a:solidFill>
                <a:srgbClr val="066AFE"/>
              </a:solidFill>
              <a:latin typeface="Salesforce Sans"/>
              <a:ea typeface="Salesforce Sans"/>
              <a:cs typeface="Salesforce Sans"/>
              <a:sym typeface="Salesforce Sans"/>
            </a:endParaRPr>
          </a:p>
        </p:txBody>
      </p:sp>
      <p:sp>
        <p:nvSpPr>
          <p:cNvPr id="5075" name="Google Shape;5075;p169"/>
          <p:cNvSpPr/>
          <p:nvPr/>
        </p:nvSpPr>
        <p:spPr>
          <a:xfrm>
            <a:off x="13420704" y="7619359"/>
            <a:ext cx="10926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Treasury</a:t>
            </a:r>
            <a:endParaRPr b="1" i="0" sz="900" u="none" cap="none" strike="noStrike">
              <a:solidFill>
                <a:srgbClr val="066AFE"/>
              </a:solidFill>
              <a:latin typeface="Salesforce Sans"/>
              <a:ea typeface="Salesforce Sans"/>
              <a:cs typeface="Salesforce Sans"/>
              <a:sym typeface="Salesforce Sans"/>
            </a:endParaRPr>
          </a:p>
        </p:txBody>
      </p:sp>
      <p:sp>
        <p:nvSpPr>
          <p:cNvPr id="5076" name="Google Shape;5076;p169"/>
          <p:cNvSpPr/>
          <p:nvPr/>
        </p:nvSpPr>
        <p:spPr>
          <a:xfrm>
            <a:off x="13420704" y="8006349"/>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Tax </a:t>
            </a:r>
            <a:r>
              <a:rPr b="1" lang="en" sz="900">
                <a:solidFill>
                  <a:srgbClr val="066AFE"/>
                </a:solidFill>
                <a:latin typeface="Salesforce Sans"/>
                <a:ea typeface="Salesforce Sans"/>
                <a:cs typeface="Salesforce Sans"/>
                <a:sym typeface="Salesforce Sans"/>
              </a:rPr>
              <a:t>a</a:t>
            </a:r>
            <a:r>
              <a:rPr b="1" i="0" lang="en" sz="900" u="none" cap="none" strike="noStrike">
                <a:solidFill>
                  <a:srgbClr val="066AFE"/>
                </a:solidFill>
                <a:latin typeface="Salesforce Sans"/>
                <a:ea typeface="Salesforce Sans"/>
                <a:cs typeface="Salesforce Sans"/>
                <a:sym typeface="Salesforce Sans"/>
              </a:rPr>
              <a:t>nd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Compliance</a:t>
            </a:r>
            <a:endParaRPr b="1" i="0" sz="900" u="none" cap="none" strike="noStrike">
              <a:solidFill>
                <a:srgbClr val="066AFE"/>
              </a:solidFill>
              <a:latin typeface="Salesforce Sans"/>
              <a:ea typeface="Salesforce Sans"/>
              <a:cs typeface="Salesforce Sans"/>
              <a:sym typeface="Salesforce Sans"/>
            </a:endParaRPr>
          </a:p>
        </p:txBody>
      </p:sp>
      <p:sp>
        <p:nvSpPr>
          <p:cNvPr id="5077" name="Google Shape;5077;p169"/>
          <p:cNvSpPr/>
          <p:nvPr/>
        </p:nvSpPr>
        <p:spPr>
          <a:xfrm>
            <a:off x="13420704" y="8429628"/>
            <a:ext cx="1092600" cy="246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Management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078" name="Google Shape;5078;p169"/>
          <p:cNvSpPr/>
          <p:nvPr/>
        </p:nvSpPr>
        <p:spPr>
          <a:xfrm>
            <a:off x="13420704" y="8876755"/>
            <a:ext cx="1092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66AFE"/>
                </a:solidFill>
                <a:latin typeface="Salesforce Sans"/>
                <a:ea typeface="Salesforce Sans"/>
                <a:cs typeface="Salesforce Sans"/>
                <a:sym typeface="Salesforce Sans"/>
              </a:rPr>
              <a:t>Litigation &amp; I</a:t>
            </a:r>
            <a:r>
              <a:rPr b="1" lang="en" sz="900">
                <a:solidFill>
                  <a:srgbClr val="066AFE"/>
                </a:solidFill>
                <a:latin typeface="Salesforce Sans"/>
                <a:ea typeface="Salesforce Sans"/>
                <a:cs typeface="Salesforce Sans"/>
                <a:sym typeface="Salesforce Sans"/>
              </a:rPr>
              <a:t>P</a:t>
            </a:r>
            <a:r>
              <a:rPr b="1" i="0" lang="en" sz="900" u="none" cap="none" strike="noStrike">
                <a:solidFill>
                  <a:srgbClr val="066AFE"/>
                </a:solidFill>
                <a:latin typeface="Salesforce Sans"/>
                <a:ea typeface="Salesforce Sans"/>
                <a:cs typeface="Salesforce Sans"/>
                <a:sym typeface="Salesforce Sans"/>
              </a:rPr>
              <a:t> Protection</a:t>
            </a:r>
            <a:endParaRPr b="1" i="0" sz="900" u="none" cap="none" strike="noStrike">
              <a:solidFill>
                <a:srgbClr val="066AFE"/>
              </a:solidFill>
              <a:latin typeface="Salesforce Sans"/>
              <a:ea typeface="Salesforce Sans"/>
              <a:cs typeface="Salesforce Sans"/>
              <a:sym typeface="Salesforce Sans"/>
            </a:endParaRPr>
          </a:p>
        </p:txBody>
      </p:sp>
      <p:sp>
        <p:nvSpPr>
          <p:cNvPr id="5079" name="Google Shape;5079;p169"/>
          <p:cNvSpPr txBox="1"/>
          <p:nvPr/>
        </p:nvSpPr>
        <p:spPr>
          <a:xfrm>
            <a:off x="14884817" y="206935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Content Design &amp; Delivery </a:t>
            </a:r>
            <a:endParaRPr i="0" sz="800" u="none" cap="none" strike="noStrike">
              <a:latin typeface="Salesforce Sans"/>
              <a:ea typeface="Salesforce Sans"/>
              <a:cs typeface="Salesforce Sans"/>
              <a:sym typeface="Salesforce Sans"/>
            </a:endParaRPr>
          </a:p>
        </p:txBody>
      </p:sp>
      <p:sp>
        <p:nvSpPr>
          <p:cNvPr id="5080" name="Google Shape;5080;p169"/>
          <p:cNvSpPr/>
          <p:nvPr/>
        </p:nvSpPr>
        <p:spPr>
          <a:xfrm>
            <a:off x="14716218" y="2091250"/>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1" name="Google Shape;5081;p169"/>
          <p:cNvSpPr txBox="1"/>
          <p:nvPr/>
        </p:nvSpPr>
        <p:spPr>
          <a:xfrm>
            <a:off x="14884817" y="222476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082" name="Google Shape;5082;p169"/>
          <p:cNvSpPr/>
          <p:nvPr/>
        </p:nvSpPr>
        <p:spPr>
          <a:xfrm>
            <a:off x="14716218" y="224666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3" name="Google Shape;5083;p169"/>
          <p:cNvSpPr txBox="1"/>
          <p:nvPr/>
        </p:nvSpPr>
        <p:spPr>
          <a:xfrm>
            <a:off x="14884817" y="245399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Compensation &amp; Benefit Creation &amp; Delivery </a:t>
            </a:r>
            <a:endParaRPr i="0" sz="800" u="none" cap="none" strike="noStrike">
              <a:latin typeface="Salesforce Sans"/>
              <a:ea typeface="Salesforce Sans"/>
              <a:cs typeface="Salesforce Sans"/>
              <a:sym typeface="Salesforce Sans"/>
            </a:endParaRPr>
          </a:p>
        </p:txBody>
      </p:sp>
      <p:sp>
        <p:nvSpPr>
          <p:cNvPr id="5084" name="Google Shape;5084;p169"/>
          <p:cNvSpPr/>
          <p:nvPr/>
        </p:nvSpPr>
        <p:spPr>
          <a:xfrm>
            <a:off x="14716218" y="2475897"/>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5" name="Google Shape;5085;p169"/>
          <p:cNvSpPr txBox="1"/>
          <p:nvPr/>
        </p:nvSpPr>
        <p:spPr>
          <a:xfrm>
            <a:off x="14884817" y="261179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Employee Experience &amp; Health Monitoring </a:t>
            </a:r>
            <a:endParaRPr i="0" sz="800" u="none" cap="none" strike="noStrike">
              <a:latin typeface="Salesforce Sans"/>
              <a:ea typeface="Salesforce Sans"/>
              <a:cs typeface="Salesforce Sans"/>
              <a:sym typeface="Salesforce Sans"/>
            </a:endParaRPr>
          </a:p>
        </p:txBody>
      </p:sp>
      <p:sp>
        <p:nvSpPr>
          <p:cNvPr id="5086" name="Google Shape;5086;p169"/>
          <p:cNvSpPr/>
          <p:nvPr/>
        </p:nvSpPr>
        <p:spPr>
          <a:xfrm>
            <a:off x="14716218" y="2633692"/>
            <a:ext cx="79200" cy="79200"/>
          </a:xfrm>
          <a:prstGeom prst="ellipse">
            <a:avLst/>
          </a:prstGeom>
          <a:solidFill>
            <a:srgbClr val="D17DF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7" name="Google Shape;5087;p169"/>
          <p:cNvSpPr txBox="1"/>
          <p:nvPr/>
        </p:nvSpPr>
        <p:spPr>
          <a:xfrm>
            <a:off x="14884817" y="276720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Payroll &amp; Vacation Monitoring </a:t>
            </a:r>
            <a:endParaRPr i="0" sz="800" u="none" cap="none" strike="noStrike">
              <a:latin typeface="Salesforce Sans"/>
              <a:ea typeface="Salesforce Sans"/>
              <a:cs typeface="Salesforce Sans"/>
              <a:sym typeface="Salesforce Sans"/>
            </a:endParaRPr>
          </a:p>
        </p:txBody>
      </p:sp>
      <p:sp>
        <p:nvSpPr>
          <p:cNvPr id="5088" name="Google Shape;5088;p169"/>
          <p:cNvSpPr/>
          <p:nvPr/>
        </p:nvSpPr>
        <p:spPr>
          <a:xfrm>
            <a:off x="14716218" y="278910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89" name="Google Shape;5089;p169"/>
          <p:cNvSpPr txBox="1"/>
          <p:nvPr/>
        </p:nvSpPr>
        <p:spPr>
          <a:xfrm>
            <a:off x="14884817" y="31530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Ticket Intake </a:t>
            </a:r>
            <a:endParaRPr i="0" sz="800" u="none" cap="none" strike="noStrike">
              <a:latin typeface="Salesforce Sans"/>
              <a:ea typeface="Salesforce Sans"/>
              <a:cs typeface="Salesforce Sans"/>
              <a:sym typeface="Salesforce Sans"/>
            </a:endParaRPr>
          </a:p>
        </p:txBody>
      </p:sp>
      <p:sp>
        <p:nvSpPr>
          <p:cNvPr id="5090" name="Google Shape;5090;p169"/>
          <p:cNvSpPr/>
          <p:nvPr/>
        </p:nvSpPr>
        <p:spPr>
          <a:xfrm>
            <a:off x="14716218" y="31749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1" name="Google Shape;5091;p169"/>
          <p:cNvSpPr txBox="1"/>
          <p:nvPr/>
        </p:nvSpPr>
        <p:spPr>
          <a:xfrm>
            <a:off x="14884817" y="33096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Resolution &amp; Troubleshooting </a:t>
            </a:r>
            <a:endParaRPr i="0" sz="800" u="none" cap="none" strike="noStrike">
              <a:latin typeface="Salesforce Sans"/>
              <a:ea typeface="Salesforce Sans"/>
              <a:cs typeface="Salesforce Sans"/>
              <a:sym typeface="Salesforce Sans"/>
            </a:endParaRPr>
          </a:p>
        </p:txBody>
      </p:sp>
      <p:sp>
        <p:nvSpPr>
          <p:cNvPr id="5092" name="Google Shape;5092;p169"/>
          <p:cNvSpPr/>
          <p:nvPr/>
        </p:nvSpPr>
        <p:spPr>
          <a:xfrm>
            <a:off x="14716218" y="333154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3" name="Google Shape;5093;p169"/>
          <p:cNvSpPr txBox="1"/>
          <p:nvPr/>
        </p:nvSpPr>
        <p:spPr>
          <a:xfrm>
            <a:off x="14884817" y="418196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&amp; Infra Lifecycle Management </a:t>
            </a:r>
            <a:endParaRPr i="0" sz="800" u="none" cap="none" strike="noStrike">
              <a:latin typeface="Salesforce Sans"/>
              <a:ea typeface="Salesforce Sans"/>
              <a:cs typeface="Salesforce Sans"/>
              <a:sym typeface="Salesforce Sans"/>
            </a:endParaRPr>
          </a:p>
        </p:txBody>
      </p:sp>
      <p:sp>
        <p:nvSpPr>
          <p:cNvPr id="5094" name="Google Shape;5094;p169"/>
          <p:cNvSpPr/>
          <p:nvPr/>
        </p:nvSpPr>
        <p:spPr>
          <a:xfrm>
            <a:off x="14716218" y="420386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5" name="Google Shape;5095;p169"/>
          <p:cNvSpPr txBox="1"/>
          <p:nvPr/>
        </p:nvSpPr>
        <p:spPr>
          <a:xfrm>
            <a:off x="14884817" y="474584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Capacity Management </a:t>
            </a:r>
            <a:endParaRPr i="0" sz="800" u="none" cap="none" strike="noStrike">
              <a:latin typeface="Salesforce Sans"/>
              <a:ea typeface="Salesforce Sans"/>
              <a:cs typeface="Salesforce Sans"/>
              <a:sym typeface="Salesforce Sans"/>
            </a:endParaRPr>
          </a:p>
        </p:txBody>
      </p:sp>
      <p:sp>
        <p:nvSpPr>
          <p:cNvPr id="5096" name="Google Shape;5096;p169"/>
          <p:cNvSpPr/>
          <p:nvPr/>
        </p:nvSpPr>
        <p:spPr>
          <a:xfrm>
            <a:off x="14716218" y="4767742"/>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7" name="Google Shape;5097;p169"/>
          <p:cNvSpPr txBox="1"/>
          <p:nvPr/>
        </p:nvSpPr>
        <p:spPr>
          <a:xfrm>
            <a:off x="14884817" y="4903637"/>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Patient Flow </a:t>
            </a:r>
            <a:endParaRPr i="0" sz="800" u="none" cap="none" strike="noStrike">
              <a:latin typeface="Salesforce Sans"/>
              <a:ea typeface="Salesforce Sans"/>
              <a:cs typeface="Salesforce Sans"/>
              <a:sym typeface="Salesforce Sans"/>
            </a:endParaRPr>
          </a:p>
        </p:txBody>
      </p:sp>
      <p:sp>
        <p:nvSpPr>
          <p:cNvPr id="5098" name="Google Shape;5098;p169"/>
          <p:cNvSpPr/>
          <p:nvPr/>
        </p:nvSpPr>
        <p:spPr>
          <a:xfrm>
            <a:off x="14716218" y="4925537"/>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099" name="Google Shape;5099;p169"/>
          <p:cNvSpPr txBox="1"/>
          <p:nvPr/>
        </p:nvSpPr>
        <p:spPr>
          <a:xfrm>
            <a:off x="14884817" y="505905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Asset Lifecycle </a:t>
            </a:r>
            <a:endParaRPr i="0" sz="800" u="none" cap="none" strike="noStrike">
              <a:latin typeface="Salesforce Sans"/>
              <a:ea typeface="Salesforce Sans"/>
              <a:cs typeface="Salesforce Sans"/>
              <a:sym typeface="Salesforce Sans"/>
            </a:endParaRPr>
          </a:p>
        </p:txBody>
      </p:sp>
      <p:sp>
        <p:nvSpPr>
          <p:cNvPr id="5100" name="Google Shape;5100;p169"/>
          <p:cNvSpPr/>
          <p:nvPr/>
        </p:nvSpPr>
        <p:spPr>
          <a:xfrm>
            <a:off x="14716218" y="5080951"/>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1" name="Google Shape;5101;p169"/>
          <p:cNvSpPr txBox="1"/>
          <p:nvPr/>
        </p:nvSpPr>
        <p:spPr>
          <a:xfrm>
            <a:off x="14884817" y="528828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Demand Forecasting </a:t>
            </a:r>
            <a:endParaRPr i="0" sz="800" u="none" cap="none" strike="noStrike">
              <a:latin typeface="Salesforce Sans"/>
              <a:ea typeface="Salesforce Sans"/>
              <a:cs typeface="Salesforce Sans"/>
              <a:sym typeface="Salesforce Sans"/>
            </a:endParaRPr>
          </a:p>
        </p:txBody>
      </p:sp>
      <p:sp>
        <p:nvSpPr>
          <p:cNvPr id="5102" name="Google Shape;5102;p169"/>
          <p:cNvSpPr/>
          <p:nvPr/>
        </p:nvSpPr>
        <p:spPr>
          <a:xfrm>
            <a:off x="14716218" y="531018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3" name="Google Shape;5103;p169"/>
          <p:cNvSpPr txBox="1"/>
          <p:nvPr/>
        </p:nvSpPr>
        <p:spPr>
          <a:xfrm>
            <a:off x="14884817" y="546274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OR Optimization </a:t>
            </a:r>
            <a:endParaRPr i="0" sz="800" u="none" cap="none" strike="noStrike">
              <a:latin typeface="Salesforce Sans"/>
              <a:ea typeface="Salesforce Sans"/>
              <a:cs typeface="Salesforce Sans"/>
              <a:sym typeface="Salesforce Sans"/>
            </a:endParaRPr>
          </a:p>
        </p:txBody>
      </p:sp>
      <p:sp>
        <p:nvSpPr>
          <p:cNvPr id="5104" name="Google Shape;5104;p169"/>
          <p:cNvSpPr/>
          <p:nvPr/>
        </p:nvSpPr>
        <p:spPr>
          <a:xfrm>
            <a:off x="14716218" y="5484648"/>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5" name="Google Shape;5105;p169"/>
          <p:cNvSpPr txBox="1"/>
          <p:nvPr/>
        </p:nvSpPr>
        <p:spPr>
          <a:xfrm>
            <a:off x="14884817" y="5616980"/>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VBC Outcome Tracking </a:t>
            </a:r>
            <a:endParaRPr i="0" sz="800" u="none" cap="none" strike="noStrike">
              <a:latin typeface="Salesforce Sans"/>
              <a:ea typeface="Salesforce Sans"/>
              <a:cs typeface="Salesforce Sans"/>
              <a:sym typeface="Salesforce Sans"/>
            </a:endParaRPr>
          </a:p>
        </p:txBody>
      </p:sp>
      <p:sp>
        <p:nvSpPr>
          <p:cNvPr id="5106" name="Google Shape;5106;p169"/>
          <p:cNvSpPr/>
          <p:nvPr/>
        </p:nvSpPr>
        <p:spPr>
          <a:xfrm>
            <a:off x="14716218" y="56388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7" name="Google Shape;5107;p169"/>
          <p:cNvSpPr txBox="1"/>
          <p:nvPr/>
        </p:nvSpPr>
        <p:spPr>
          <a:xfrm>
            <a:off x="14884817" y="584739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Clinical Documentation &amp; Pre-Auth </a:t>
            </a:r>
            <a:endParaRPr i="0" sz="800" u="none" cap="none" strike="noStrike">
              <a:latin typeface="Salesforce Sans"/>
              <a:ea typeface="Salesforce Sans"/>
              <a:cs typeface="Salesforce Sans"/>
              <a:sym typeface="Salesforce Sans"/>
            </a:endParaRPr>
          </a:p>
        </p:txBody>
      </p:sp>
      <p:sp>
        <p:nvSpPr>
          <p:cNvPr id="5108" name="Google Shape;5108;p169"/>
          <p:cNvSpPr/>
          <p:nvPr/>
        </p:nvSpPr>
        <p:spPr>
          <a:xfrm>
            <a:off x="14716218" y="5869294"/>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09" name="Google Shape;5109;p169"/>
          <p:cNvSpPr txBox="1"/>
          <p:nvPr/>
        </p:nvSpPr>
        <p:spPr>
          <a:xfrm>
            <a:off x="14884817" y="600280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Claims Submission &amp; Billing </a:t>
            </a:r>
            <a:endParaRPr i="0" sz="800" u="none" cap="none" strike="noStrike">
              <a:latin typeface="Salesforce Sans"/>
              <a:ea typeface="Salesforce Sans"/>
              <a:cs typeface="Salesforce Sans"/>
              <a:sym typeface="Salesforce Sans"/>
            </a:endParaRPr>
          </a:p>
        </p:txBody>
      </p:sp>
      <p:sp>
        <p:nvSpPr>
          <p:cNvPr id="5110" name="Google Shape;5110;p169"/>
          <p:cNvSpPr/>
          <p:nvPr/>
        </p:nvSpPr>
        <p:spPr>
          <a:xfrm>
            <a:off x="14716218" y="6024708"/>
            <a:ext cx="79200" cy="79200"/>
          </a:xfrm>
          <a:prstGeom prst="ellipse">
            <a:avLst/>
          </a:prstGeom>
          <a:solidFill>
            <a:srgbClr val="AD7BEE"/>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1" name="Google Shape;5111;p169"/>
          <p:cNvSpPr txBox="1"/>
          <p:nvPr/>
        </p:nvSpPr>
        <p:spPr>
          <a:xfrm>
            <a:off x="14884817" y="6158222"/>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Payment &amp; Follow-Up </a:t>
            </a:r>
            <a:endParaRPr i="0" sz="800" u="none" cap="none" strike="noStrike">
              <a:latin typeface="Salesforce Sans"/>
              <a:ea typeface="Salesforce Sans"/>
              <a:cs typeface="Salesforce Sans"/>
              <a:sym typeface="Salesforce Sans"/>
            </a:endParaRPr>
          </a:p>
        </p:txBody>
      </p:sp>
      <p:sp>
        <p:nvSpPr>
          <p:cNvPr id="5112" name="Google Shape;5112;p169"/>
          <p:cNvSpPr/>
          <p:nvPr/>
        </p:nvSpPr>
        <p:spPr>
          <a:xfrm>
            <a:off x="14716218" y="6180122"/>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3" name="Google Shape;5113;p169"/>
          <p:cNvSpPr txBox="1"/>
          <p:nvPr/>
        </p:nvSpPr>
        <p:spPr>
          <a:xfrm>
            <a:off x="14884817" y="638983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Long-Term &amp; Annual Budgeting </a:t>
            </a:r>
            <a:endParaRPr i="0" sz="800" u="none" cap="none" strike="noStrike">
              <a:latin typeface="Salesforce Sans"/>
              <a:ea typeface="Salesforce Sans"/>
              <a:cs typeface="Salesforce Sans"/>
              <a:sym typeface="Salesforce Sans"/>
            </a:endParaRPr>
          </a:p>
        </p:txBody>
      </p:sp>
      <p:sp>
        <p:nvSpPr>
          <p:cNvPr id="5114" name="Google Shape;5114;p169"/>
          <p:cNvSpPr/>
          <p:nvPr/>
        </p:nvSpPr>
        <p:spPr>
          <a:xfrm>
            <a:off x="14716218" y="6411736"/>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5" name="Google Shape;5115;p169"/>
          <p:cNvSpPr txBox="1"/>
          <p:nvPr/>
        </p:nvSpPr>
        <p:spPr>
          <a:xfrm>
            <a:off x="14884817" y="6542869"/>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Financial Forecasting &amp; Scenario Modeling </a:t>
            </a:r>
            <a:endParaRPr i="0" sz="800" u="none" cap="none" strike="noStrike">
              <a:latin typeface="Salesforce Sans"/>
              <a:ea typeface="Salesforce Sans"/>
              <a:cs typeface="Salesforce Sans"/>
              <a:sym typeface="Salesforce Sans"/>
            </a:endParaRPr>
          </a:p>
        </p:txBody>
      </p:sp>
      <p:sp>
        <p:nvSpPr>
          <p:cNvPr id="5116" name="Google Shape;5116;p169"/>
          <p:cNvSpPr/>
          <p:nvPr/>
        </p:nvSpPr>
        <p:spPr>
          <a:xfrm>
            <a:off x="14716218" y="6564769"/>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7" name="Google Shape;5117;p169"/>
          <p:cNvSpPr txBox="1"/>
          <p:nvPr/>
        </p:nvSpPr>
        <p:spPr>
          <a:xfrm>
            <a:off x="14884817" y="669828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Performance Management &amp; KPI Monitoring </a:t>
            </a:r>
            <a:endParaRPr i="0" sz="800" u="none" cap="none" strike="noStrike">
              <a:latin typeface="Salesforce Sans"/>
              <a:ea typeface="Salesforce Sans"/>
              <a:cs typeface="Salesforce Sans"/>
              <a:sym typeface="Salesforce Sans"/>
            </a:endParaRPr>
          </a:p>
        </p:txBody>
      </p:sp>
      <p:sp>
        <p:nvSpPr>
          <p:cNvPr id="5118" name="Google Shape;5118;p169"/>
          <p:cNvSpPr/>
          <p:nvPr/>
        </p:nvSpPr>
        <p:spPr>
          <a:xfrm>
            <a:off x="14716218" y="6720183"/>
            <a:ext cx="79200" cy="79200"/>
          </a:xfrm>
          <a:prstGeom prst="ellipse">
            <a:avLst/>
          </a:prstGeom>
          <a:solidFill>
            <a:srgbClr val="F6922C"/>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19" name="Google Shape;5119;p169"/>
          <p:cNvSpPr txBox="1"/>
          <p:nvPr/>
        </p:nvSpPr>
        <p:spPr>
          <a:xfrm>
            <a:off x="14884817" y="7085311"/>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Quote-To-Cash Management </a:t>
            </a:r>
            <a:endParaRPr i="0" sz="800" u="none" cap="none" strike="noStrike">
              <a:latin typeface="Salesforce Sans"/>
              <a:ea typeface="Salesforce Sans"/>
              <a:cs typeface="Salesforce Sans"/>
              <a:sym typeface="Salesforce Sans"/>
            </a:endParaRPr>
          </a:p>
        </p:txBody>
      </p:sp>
      <p:sp>
        <p:nvSpPr>
          <p:cNvPr id="5120" name="Google Shape;5120;p169"/>
          <p:cNvSpPr/>
          <p:nvPr/>
        </p:nvSpPr>
        <p:spPr>
          <a:xfrm>
            <a:off x="14716218" y="7107211"/>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1" name="Google Shape;5121;p169"/>
          <p:cNvSpPr txBox="1"/>
          <p:nvPr/>
        </p:nvSpPr>
        <p:spPr>
          <a:xfrm>
            <a:off x="14884817" y="7238344"/>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Procurement &amp; Vendor Management </a:t>
            </a:r>
            <a:endParaRPr i="0" sz="800" u="none" cap="none" strike="noStrike">
              <a:latin typeface="Salesforce Sans"/>
              <a:ea typeface="Salesforce Sans"/>
              <a:cs typeface="Salesforce Sans"/>
              <a:sym typeface="Salesforce Sans"/>
            </a:endParaRPr>
          </a:p>
        </p:txBody>
      </p:sp>
      <p:sp>
        <p:nvSpPr>
          <p:cNvPr id="5122" name="Google Shape;5122;p169"/>
          <p:cNvSpPr/>
          <p:nvPr/>
        </p:nvSpPr>
        <p:spPr>
          <a:xfrm>
            <a:off x="14716218" y="7260244"/>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3" name="Google Shape;5123;p169"/>
          <p:cNvSpPr txBox="1"/>
          <p:nvPr/>
        </p:nvSpPr>
        <p:spPr>
          <a:xfrm>
            <a:off x="14884817" y="7393758"/>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Accounting Reconciliation </a:t>
            </a:r>
            <a:endParaRPr i="0" sz="800" u="none" cap="none" strike="noStrike">
              <a:latin typeface="Salesforce Sans"/>
              <a:ea typeface="Salesforce Sans"/>
              <a:cs typeface="Salesforce Sans"/>
              <a:sym typeface="Salesforce Sans"/>
            </a:endParaRPr>
          </a:p>
        </p:txBody>
      </p:sp>
      <p:sp>
        <p:nvSpPr>
          <p:cNvPr id="5124" name="Google Shape;5124;p169"/>
          <p:cNvSpPr/>
          <p:nvPr/>
        </p:nvSpPr>
        <p:spPr>
          <a:xfrm>
            <a:off x="14716218" y="7415658"/>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5" name="Google Shape;5125;p169"/>
          <p:cNvSpPr txBox="1"/>
          <p:nvPr/>
        </p:nvSpPr>
        <p:spPr>
          <a:xfrm>
            <a:off x="14884817" y="8418476"/>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Analytics </a:t>
            </a:r>
            <a:endParaRPr i="0" sz="800" u="none" cap="none" strike="noStrike">
              <a:latin typeface="Salesforce Sans"/>
              <a:ea typeface="Salesforce Sans"/>
              <a:cs typeface="Salesforce Sans"/>
              <a:sym typeface="Salesforce Sans"/>
            </a:endParaRPr>
          </a:p>
        </p:txBody>
      </p:sp>
      <p:sp>
        <p:nvSpPr>
          <p:cNvPr id="5126" name="Google Shape;5126;p169"/>
          <p:cNvSpPr/>
          <p:nvPr/>
        </p:nvSpPr>
        <p:spPr>
          <a:xfrm>
            <a:off x="14716218" y="8440376"/>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27" name="Google Shape;5127;p169"/>
          <p:cNvSpPr txBox="1"/>
          <p:nvPr/>
        </p:nvSpPr>
        <p:spPr>
          <a:xfrm>
            <a:off x="14884817" y="3466253"/>
            <a:ext cx="3208200" cy="123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800"/>
              <a:buFont typeface="Arial"/>
              <a:buNone/>
            </a:pPr>
            <a:r>
              <a:rPr i="0" lang="en" sz="800" u="none" cap="none" strike="noStrike">
                <a:latin typeface="Salesforce Sans"/>
                <a:ea typeface="Salesforce Sans"/>
                <a:cs typeface="Salesforce Sans"/>
                <a:sym typeface="Salesforce Sans"/>
              </a:rPr>
              <a:t>Knowledge Base Updat</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s &amp; Content Creation </a:t>
            </a:r>
            <a:endParaRPr i="0" sz="800" u="none" cap="none" strike="noStrike">
              <a:latin typeface="Salesforce Sans"/>
              <a:ea typeface="Salesforce Sans"/>
              <a:cs typeface="Salesforce Sans"/>
              <a:sym typeface="Salesforce Sans"/>
            </a:endParaRPr>
          </a:p>
        </p:txBody>
      </p:sp>
      <p:sp>
        <p:nvSpPr>
          <p:cNvPr id="5128" name="Google Shape;5128;p169"/>
          <p:cNvSpPr/>
          <p:nvPr/>
        </p:nvSpPr>
        <p:spPr>
          <a:xfrm>
            <a:off x="14716218" y="3488153"/>
            <a:ext cx="79200" cy="79200"/>
          </a:xfrm>
          <a:prstGeom prst="ellipse">
            <a:avLst/>
          </a:prstGeom>
          <a:solidFill>
            <a:srgbClr val="0250D9"/>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grpSp>
        <p:nvGrpSpPr>
          <p:cNvPr id="5129" name="Google Shape;5129;p169"/>
          <p:cNvGrpSpPr/>
          <p:nvPr/>
        </p:nvGrpSpPr>
        <p:grpSpPr>
          <a:xfrm>
            <a:off x="11811002" y="1921709"/>
            <a:ext cx="1322400" cy="449700"/>
            <a:chOff x="755165" y="1828821"/>
            <a:chExt cx="1322400" cy="449700"/>
          </a:xfrm>
        </p:grpSpPr>
        <p:sp>
          <p:nvSpPr>
            <p:cNvPr id="5130" name="Google Shape;5130;p169"/>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131" name="Google Shape;5131;p169"/>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132" name="Google Shape;5132;p169"/>
          <p:cNvSpPr txBox="1"/>
          <p:nvPr/>
        </p:nvSpPr>
        <p:spPr>
          <a:xfrm>
            <a:off x="11927828" y="161925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133" name="Google Shape;5133;p169"/>
          <p:cNvSpPr txBox="1"/>
          <p:nvPr/>
        </p:nvSpPr>
        <p:spPr>
          <a:xfrm>
            <a:off x="13420704" y="161925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sp>
        <p:nvSpPr>
          <p:cNvPr id="5134" name="Google Shape;5134;p169"/>
          <p:cNvSpPr txBox="1"/>
          <p:nvPr/>
        </p:nvSpPr>
        <p:spPr>
          <a:xfrm>
            <a:off x="14878717" y="161925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grpSp>
        <p:nvGrpSpPr>
          <p:cNvPr id="5135" name="Google Shape;5135;p169"/>
          <p:cNvGrpSpPr/>
          <p:nvPr/>
        </p:nvGrpSpPr>
        <p:grpSpPr>
          <a:xfrm>
            <a:off x="5987400" y="1143000"/>
            <a:ext cx="6313200" cy="312153"/>
            <a:chOff x="18111450" y="1344920"/>
            <a:chExt cx="6313200" cy="312153"/>
          </a:xfrm>
        </p:grpSpPr>
        <p:sp>
          <p:nvSpPr>
            <p:cNvPr id="5136" name="Google Shape;5136;p169"/>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37" name="Google Shape;5137;p169"/>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38" name="Google Shape;5138;p169"/>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39" name="Google Shape;5139;p169"/>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0" name="Google Shape;5140;p169"/>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41" name="Google Shape;5141;p169"/>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42" name="Google Shape;5142;p169"/>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43" name="Google Shape;5143;p169"/>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44" name="Google Shape;5144;p169"/>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45" name="Google Shape;5145;p169"/>
          <p:cNvSpPr/>
          <p:nvPr/>
        </p:nvSpPr>
        <p:spPr>
          <a:xfrm>
            <a:off x="3665465" y="7961774"/>
            <a:ext cx="79200" cy="79200"/>
          </a:xfrm>
          <a:prstGeom prst="ellipse">
            <a:avLst/>
          </a:prstGeom>
          <a:solidFill>
            <a:srgbClr val="DD7A01"/>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6" name="Google Shape;5146;p169"/>
          <p:cNvSpPr/>
          <p:nvPr/>
        </p:nvSpPr>
        <p:spPr>
          <a:xfrm>
            <a:off x="3669596" y="8447329"/>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
        <p:nvSpPr>
          <p:cNvPr id="5147" name="Google Shape;5147;p169"/>
          <p:cNvSpPr/>
          <p:nvPr/>
        </p:nvSpPr>
        <p:spPr>
          <a:xfrm>
            <a:off x="3669494" y="7803580"/>
            <a:ext cx="79200" cy="79200"/>
          </a:xfrm>
          <a:prstGeom prst="ellipse">
            <a:avLst/>
          </a:prstGeom>
          <a:solidFill>
            <a:srgbClr val="00B3FF"/>
          </a:solid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800"/>
              <a:buFont typeface="Arial"/>
              <a:buNone/>
            </a:pPr>
            <a:r>
              <a:t/>
            </a:r>
            <a:endParaRPr i="0" sz="800" u="none" cap="none" strike="noStrike">
              <a:solidFill>
                <a:srgbClr val="002775"/>
              </a:solidFill>
              <a:latin typeface="Salesforce Sans"/>
              <a:ea typeface="Salesforce Sans"/>
              <a:cs typeface="Salesforce Sans"/>
              <a:sym typeface="Salesforce Sans"/>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Banking" showMasterSp="0">
  <p:cSld name="TITLE_AND_BODY_5_1_1_1">
    <p:spTree>
      <p:nvGrpSpPr>
        <p:cNvPr id="5148" name="Shape 5148"/>
        <p:cNvGrpSpPr/>
        <p:nvPr/>
      </p:nvGrpSpPr>
      <p:grpSpPr>
        <a:xfrm>
          <a:off x="0" y="0"/>
          <a:ext cx="0" cy="0"/>
          <a:chOff x="0" y="0"/>
          <a:chExt cx="0" cy="0"/>
        </a:xfrm>
      </p:grpSpPr>
      <p:grpSp>
        <p:nvGrpSpPr>
          <p:cNvPr id="5149" name="Google Shape;5149;p170"/>
          <p:cNvGrpSpPr/>
          <p:nvPr/>
        </p:nvGrpSpPr>
        <p:grpSpPr>
          <a:xfrm>
            <a:off x="11456825" y="666750"/>
            <a:ext cx="6313200" cy="304786"/>
            <a:chOff x="18111450" y="1344920"/>
            <a:chExt cx="6313200" cy="312153"/>
          </a:xfrm>
        </p:grpSpPr>
        <p:sp>
          <p:nvSpPr>
            <p:cNvPr id="5150" name="Google Shape;5150;p170"/>
            <p:cNvSpPr/>
            <p:nvPr/>
          </p:nvSpPr>
          <p:spPr>
            <a:xfrm>
              <a:off x="18111450" y="134492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151" name="Google Shape;5151;p170"/>
            <p:cNvSpPr/>
            <p:nvPr/>
          </p:nvSpPr>
          <p:spPr>
            <a:xfrm>
              <a:off x="18263595" y="1430273"/>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2" name="Google Shape;5152;p170"/>
            <p:cNvSpPr/>
            <p:nvPr/>
          </p:nvSpPr>
          <p:spPr>
            <a:xfrm>
              <a:off x="21984062" y="1430273"/>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153" name="Google Shape;5153;p170"/>
            <p:cNvSpPr/>
            <p:nvPr/>
          </p:nvSpPr>
          <p:spPr>
            <a:xfrm>
              <a:off x="19769137" y="1430273"/>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4" name="Google Shape;5154;p170"/>
            <p:cNvSpPr/>
            <p:nvPr/>
          </p:nvSpPr>
          <p:spPr>
            <a:xfrm>
              <a:off x="23478626" y="1430273"/>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155" name="Google Shape;5155;p170"/>
            <p:cNvSpPr/>
            <p:nvPr/>
          </p:nvSpPr>
          <p:spPr>
            <a:xfrm>
              <a:off x="19904694" y="1380023"/>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156" name="Google Shape;5156;p170"/>
            <p:cNvSpPr/>
            <p:nvPr/>
          </p:nvSpPr>
          <p:spPr>
            <a:xfrm>
              <a:off x="22133518" y="1349273"/>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157" name="Google Shape;5157;p170"/>
            <p:cNvSpPr/>
            <p:nvPr/>
          </p:nvSpPr>
          <p:spPr>
            <a:xfrm>
              <a:off x="18420999" y="1371323"/>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sp>
          <p:nvSpPr>
            <p:cNvPr id="5158" name="Google Shape;5158;p170"/>
            <p:cNvSpPr txBox="1"/>
            <p:nvPr/>
          </p:nvSpPr>
          <p:spPr>
            <a:xfrm>
              <a:off x="236803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sp>
        <p:nvSpPr>
          <p:cNvPr id="5159" name="Google Shape;5159;p170"/>
          <p:cNvSpPr txBox="1"/>
          <p:nvPr/>
        </p:nvSpPr>
        <p:spPr>
          <a:xfrm>
            <a:off x="762000" y="381000"/>
            <a:ext cx="12679200" cy="908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4500">
                <a:solidFill>
                  <a:srgbClr val="002775"/>
                </a:solidFill>
                <a:latin typeface="Avant Garde Demi SFDC"/>
                <a:ea typeface="Avant Garde Demi SFDC"/>
                <a:cs typeface="Avant Garde Demi SFDC"/>
                <a:sym typeface="Avant Garde Demi SFDC"/>
              </a:rPr>
              <a:t>100+ retail banking agentic workflows </a:t>
            </a:r>
            <a:endParaRPr sz="4500">
              <a:solidFill>
                <a:srgbClr val="002775"/>
              </a:solidFill>
              <a:latin typeface="Avant Garde Demi SFDC"/>
              <a:ea typeface="Avant Garde Demi SFDC"/>
              <a:cs typeface="Avant Garde Demi SFDC"/>
              <a:sym typeface="Avant Garde Demi SFDC"/>
            </a:endParaRPr>
          </a:p>
        </p:txBody>
      </p:sp>
      <p:sp>
        <p:nvSpPr>
          <p:cNvPr id="5160" name="Google Shape;5160;p170"/>
          <p:cNvSpPr txBox="1"/>
          <p:nvPr/>
        </p:nvSpPr>
        <p:spPr>
          <a:xfrm>
            <a:off x="13516378" y="9768675"/>
            <a:ext cx="4543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G&amp;A Agent can also be enabled by Agentforce Operations customizations</a:t>
            </a:r>
            <a:endParaRPr sz="800">
              <a:latin typeface="Salesforce Sans"/>
              <a:ea typeface="Salesforce Sans"/>
              <a:cs typeface="Salesforce Sans"/>
              <a:sym typeface="Salesforce Sans"/>
            </a:endParaRPr>
          </a:p>
        </p:txBody>
      </p:sp>
      <p:sp>
        <p:nvSpPr>
          <p:cNvPr id="5161" name="Google Shape;5161;p170"/>
          <p:cNvSpPr/>
          <p:nvPr/>
        </p:nvSpPr>
        <p:spPr>
          <a:xfrm>
            <a:off x="3054012" y="427401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2" name="Google Shape;5162;p170"/>
          <p:cNvSpPr/>
          <p:nvPr/>
        </p:nvSpPr>
        <p:spPr>
          <a:xfrm>
            <a:off x="3054012" y="672077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3" name="Google Shape;5163;p170"/>
          <p:cNvSpPr/>
          <p:nvPr/>
        </p:nvSpPr>
        <p:spPr>
          <a:xfrm>
            <a:off x="3054012" y="3492989"/>
            <a:ext cx="79200" cy="79200"/>
          </a:xfrm>
          <a:prstGeom prst="ellipse">
            <a:avLst/>
          </a:prstGeom>
          <a:solidFill>
            <a:srgbClr val="0B5CAB"/>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4" name="Google Shape;5164;p170"/>
          <p:cNvSpPr/>
          <p:nvPr/>
        </p:nvSpPr>
        <p:spPr>
          <a:xfrm>
            <a:off x="3054012" y="687705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5" name="Google Shape;5165;p170"/>
          <p:cNvSpPr/>
          <p:nvPr/>
        </p:nvSpPr>
        <p:spPr>
          <a:xfrm>
            <a:off x="3054012" y="71220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6" name="Google Shape;5166;p170"/>
          <p:cNvSpPr/>
          <p:nvPr/>
        </p:nvSpPr>
        <p:spPr>
          <a:xfrm>
            <a:off x="3054012" y="7416317"/>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7" name="Google Shape;5167;p170"/>
          <p:cNvSpPr/>
          <p:nvPr/>
        </p:nvSpPr>
        <p:spPr>
          <a:xfrm>
            <a:off x="3054012" y="612809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8" name="Google Shape;5168;p170"/>
          <p:cNvSpPr/>
          <p:nvPr/>
        </p:nvSpPr>
        <p:spPr>
          <a:xfrm>
            <a:off x="3054012" y="640820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69" name="Google Shape;5169;p170"/>
          <p:cNvSpPr/>
          <p:nvPr/>
        </p:nvSpPr>
        <p:spPr>
          <a:xfrm>
            <a:off x="3054012" y="656448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0" name="Google Shape;5170;p170"/>
          <p:cNvSpPr/>
          <p:nvPr/>
        </p:nvSpPr>
        <p:spPr>
          <a:xfrm>
            <a:off x="3054012" y="597499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1" name="Google Shape;5171;p170"/>
          <p:cNvSpPr/>
          <p:nvPr/>
        </p:nvSpPr>
        <p:spPr>
          <a:xfrm>
            <a:off x="3054012" y="5818708"/>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2" name="Google Shape;5172;p170"/>
          <p:cNvSpPr txBox="1"/>
          <p:nvPr/>
        </p:nvSpPr>
        <p:spPr>
          <a:xfrm>
            <a:off x="3209568" y="7811885"/>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Real-Time Market Position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Liquidity Capture</a:t>
            </a:r>
            <a:endParaRPr i="0" sz="800" u="none" cap="none" strike="noStrike">
              <a:latin typeface="Salesforce Sans"/>
              <a:ea typeface="Salesforce Sans"/>
              <a:cs typeface="Salesforce Sans"/>
              <a:sym typeface="Salesforce Sans"/>
            </a:endParaRPr>
          </a:p>
        </p:txBody>
      </p:sp>
      <p:sp>
        <p:nvSpPr>
          <p:cNvPr id="5173" name="Google Shape;5173;p170"/>
          <p:cNvSpPr/>
          <p:nvPr/>
        </p:nvSpPr>
        <p:spPr>
          <a:xfrm>
            <a:off x="3054012" y="16358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4" name="Google Shape;5174;p170"/>
          <p:cNvSpPr txBox="1"/>
          <p:nvPr/>
        </p:nvSpPr>
        <p:spPr>
          <a:xfrm>
            <a:off x="3209568" y="1602062"/>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5175" name="Google Shape;5175;p170"/>
          <p:cNvSpPr/>
          <p:nvPr/>
        </p:nvSpPr>
        <p:spPr>
          <a:xfrm>
            <a:off x="3054012" y="178952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6" name="Google Shape;5176;p170"/>
          <p:cNvSpPr txBox="1"/>
          <p:nvPr/>
        </p:nvSpPr>
        <p:spPr>
          <a:xfrm>
            <a:off x="3209568" y="1765071"/>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77" name="Google Shape;5177;p170"/>
          <p:cNvSpPr/>
          <p:nvPr/>
        </p:nvSpPr>
        <p:spPr>
          <a:xfrm>
            <a:off x="3054012" y="194438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78" name="Google Shape;5178;p170"/>
          <p:cNvSpPr txBox="1"/>
          <p:nvPr/>
        </p:nvSpPr>
        <p:spPr>
          <a:xfrm>
            <a:off x="3209568" y="1919934"/>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 </a:t>
            </a:r>
            <a:endParaRPr i="0" sz="800" u="none" cap="none" strike="noStrike">
              <a:latin typeface="Salesforce Sans"/>
              <a:ea typeface="Salesforce Sans"/>
              <a:cs typeface="Salesforce Sans"/>
              <a:sym typeface="Salesforce Sans"/>
            </a:endParaRPr>
          </a:p>
        </p:txBody>
      </p:sp>
      <p:sp>
        <p:nvSpPr>
          <p:cNvPr id="5179" name="Google Shape;5179;p170"/>
          <p:cNvSpPr/>
          <p:nvPr/>
        </p:nvSpPr>
        <p:spPr>
          <a:xfrm>
            <a:off x="3054012" y="20992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0" name="Google Shape;5180;p170"/>
          <p:cNvSpPr txBox="1"/>
          <p:nvPr/>
        </p:nvSpPr>
        <p:spPr>
          <a:xfrm>
            <a:off x="3209568" y="207479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5181" name="Google Shape;5181;p170"/>
          <p:cNvSpPr/>
          <p:nvPr/>
        </p:nvSpPr>
        <p:spPr>
          <a:xfrm>
            <a:off x="3054012" y="22541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2" name="Google Shape;5182;p170"/>
          <p:cNvSpPr txBox="1"/>
          <p:nvPr/>
        </p:nvSpPr>
        <p:spPr>
          <a:xfrm>
            <a:off x="3209568" y="2229658"/>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183" name="Google Shape;5183;p170"/>
          <p:cNvSpPr/>
          <p:nvPr/>
        </p:nvSpPr>
        <p:spPr>
          <a:xfrm>
            <a:off x="3054012" y="263966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4" name="Google Shape;5184;p170"/>
          <p:cNvSpPr txBox="1"/>
          <p:nvPr/>
        </p:nvSpPr>
        <p:spPr>
          <a:xfrm>
            <a:off x="3209568" y="2615213"/>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 </a:t>
            </a:r>
            <a:endParaRPr i="0" sz="800" u="none" cap="none" strike="noStrike">
              <a:latin typeface="Salesforce Sans"/>
              <a:ea typeface="Salesforce Sans"/>
              <a:cs typeface="Salesforce Sans"/>
              <a:sym typeface="Salesforce Sans"/>
            </a:endParaRPr>
          </a:p>
        </p:txBody>
      </p:sp>
      <p:sp>
        <p:nvSpPr>
          <p:cNvPr id="5185" name="Google Shape;5185;p170"/>
          <p:cNvSpPr/>
          <p:nvPr/>
        </p:nvSpPr>
        <p:spPr>
          <a:xfrm>
            <a:off x="3054012" y="27945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6" name="Google Shape;5186;p170"/>
          <p:cNvSpPr txBox="1"/>
          <p:nvPr/>
        </p:nvSpPr>
        <p:spPr>
          <a:xfrm>
            <a:off x="3209568" y="277007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 </a:t>
            </a:r>
            <a:endParaRPr i="0" sz="800" u="none" cap="none" strike="noStrike">
              <a:latin typeface="Salesforce Sans"/>
              <a:ea typeface="Salesforce Sans"/>
              <a:cs typeface="Salesforce Sans"/>
              <a:sym typeface="Salesforce Sans"/>
            </a:endParaRPr>
          </a:p>
        </p:txBody>
      </p:sp>
      <p:sp>
        <p:nvSpPr>
          <p:cNvPr id="5187" name="Google Shape;5187;p170"/>
          <p:cNvSpPr/>
          <p:nvPr/>
        </p:nvSpPr>
        <p:spPr>
          <a:xfrm>
            <a:off x="3054012" y="248665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88" name="Google Shape;5188;p170"/>
          <p:cNvSpPr txBox="1"/>
          <p:nvPr/>
        </p:nvSpPr>
        <p:spPr>
          <a:xfrm>
            <a:off x="3209568" y="246220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Qualification</a:t>
            </a:r>
            <a:endParaRPr i="0" sz="800" u="none" cap="none" strike="noStrike">
              <a:latin typeface="Salesforce Sans"/>
              <a:ea typeface="Salesforce Sans"/>
              <a:cs typeface="Salesforce Sans"/>
              <a:sym typeface="Salesforce Sans"/>
            </a:endParaRPr>
          </a:p>
        </p:txBody>
      </p:sp>
      <p:sp>
        <p:nvSpPr>
          <p:cNvPr id="5189" name="Google Shape;5189;p170"/>
          <p:cNvSpPr/>
          <p:nvPr/>
        </p:nvSpPr>
        <p:spPr>
          <a:xfrm>
            <a:off x="3054012" y="364825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0" name="Google Shape;5190;p170"/>
          <p:cNvSpPr txBox="1"/>
          <p:nvPr/>
        </p:nvSpPr>
        <p:spPr>
          <a:xfrm>
            <a:off x="3209568" y="3623808"/>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 </a:t>
            </a:r>
            <a:endParaRPr i="0" sz="800" u="none" cap="none" strike="noStrike">
              <a:latin typeface="Salesforce Sans"/>
              <a:ea typeface="Salesforce Sans"/>
              <a:cs typeface="Salesforce Sans"/>
              <a:sym typeface="Salesforce Sans"/>
            </a:endParaRPr>
          </a:p>
        </p:txBody>
      </p:sp>
      <p:sp>
        <p:nvSpPr>
          <p:cNvPr id="5191" name="Google Shape;5191;p170"/>
          <p:cNvSpPr/>
          <p:nvPr/>
        </p:nvSpPr>
        <p:spPr>
          <a:xfrm>
            <a:off x="3054012" y="33396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2" name="Google Shape;5192;p170"/>
          <p:cNvSpPr txBox="1"/>
          <p:nvPr/>
        </p:nvSpPr>
        <p:spPr>
          <a:xfrm>
            <a:off x="3209568" y="3315214"/>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5193" name="Google Shape;5193;p170"/>
          <p:cNvSpPr/>
          <p:nvPr/>
        </p:nvSpPr>
        <p:spPr>
          <a:xfrm>
            <a:off x="3054012" y="40418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4" name="Google Shape;5194;p170"/>
          <p:cNvSpPr txBox="1"/>
          <p:nvPr/>
        </p:nvSpPr>
        <p:spPr>
          <a:xfrm>
            <a:off x="3209568" y="401743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5195" name="Google Shape;5195;p170"/>
          <p:cNvSpPr/>
          <p:nvPr/>
        </p:nvSpPr>
        <p:spPr>
          <a:xfrm>
            <a:off x="3054012" y="3884642"/>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6" name="Google Shape;5196;p170"/>
          <p:cNvSpPr txBox="1"/>
          <p:nvPr/>
        </p:nvSpPr>
        <p:spPr>
          <a:xfrm>
            <a:off x="3209568" y="386019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Scoring</a:t>
            </a:r>
            <a:endParaRPr i="0" sz="800" u="none" cap="none" strike="noStrike">
              <a:latin typeface="Salesforce Sans"/>
              <a:ea typeface="Salesforce Sans"/>
              <a:cs typeface="Salesforce Sans"/>
              <a:sym typeface="Salesforce Sans"/>
            </a:endParaRPr>
          </a:p>
        </p:txBody>
      </p:sp>
      <p:sp>
        <p:nvSpPr>
          <p:cNvPr id="5197" name="Google Shape;5197;p170"/>
          <p:cNvSpPr txBox="1"/>
          <p:nvPr/>
        </p:nvSpPr>
        <p:spPr>
          <a:xfrm>
            <a:off x="3209568" y="4249563"/>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Skills And Knowledge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Gap Assessment</a:t>
            </a:r>
            <a:endParaRPr i="0" sz="800" u="none" cap="none" strike="noStrike">
              <a:latin typeface="Salesforce Sans"/>
              <a:ea typeface="Salesforce Sans"/>
              <a:cs typeface="Salesforce Sans"/>
              <a:sym typeface="Salesforce Sans"/>
            </a:endParaRPr>
          </a:p>
        </p:txBody>
      </p:sp>
      <p:sp>
        <p:nvSpPr>
          <p:cNvPr id="5198" name="Google Shape;5198;p170"/>
          <p:cNvSpPr/>
          <p:nvPr/>
        </p:nvSpPr>
        <p:spPr>
          <a:xfrm>
            <a:off x="3054012" y="558191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199" name="Google Shape;5199;p170"/>
          <p:cNvSpPr txBox="1"/>
          <p:nvPr/>
        </p:nvSpPr>
        <p:spPr>
          <a:xfrm>
            <a:off x="3209568" y="555746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Opening </a:t>
            </a:r>
            <a:endParaRPr i="0" sz="800" u="none" cap="none" strike="noStrike">
              <a:latin typeface="Salesforce Sans"/>
              <a:ea typeface="Salesforce Sans"/>
              <a:cs typeface="Salesforce Sans"/>
              <a:sym typeface="Salesforce Sans"/>
            </a:endParaRPr>
          </a:p>
        </p:txBody>
      </p:sp>
      <p:sp>
        <p:nvSpPr>
          <p:cNvPr id="5200" name="Google Shape;5200;p170"/>
          <p:cNvSpPr txBox="1"/>
          <p:nvPr/>
        </p:nvSpPr>
        <p:spPr>
          <a:xfrm>
            <a:off x="3209568" y="579331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Card Fraud Detection</a:t>
            </a:r>
            <a:endParaRPr i="0" sz="800" u="none" cap="none" strike="noStrike">
              <a:latin typeface="Salesforce Sans"/>
              <a:ea typeface="Salesforce Sans"/>
              <a:cs typeface="Salesforce Sans"/>
              <a:sym typeface="Salesforce Sans"/>
            </a:endParaRPr>
          </a:p>
        </p:txBody>
      </p:sp>
      <p:sp>
        <p:nvSpPr>
          <p:cNvPr id="5201" name="Google Shape;5201;p170"/>
          <p:cNvSpPr txBox="1"/>
          <p:nvPr/>
        </p:nvSpPr>
        <p:spPr>
          <a:xfrm>
            <a:off x="3209568" y="65429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 Takeover Detection</a:t>
            </a:r>
            <a:endParaRPr i="0" sz="800" u="none" cap="none" strike="noStrike">
              <a:latin typeface="Salesforce Sans"/>
              <a:ea typeface="Salesforce Sans"/>
              <a:cs typeface="Salesforce Sans"/>
              <a:sym typeface="Salesforce Sans"/>
            </a:endParaRPr>
          </a:p>
        </p:txBody>
      </p:sp>
      <p:sp>
        <p:nvSpPr>
          <p:cNvPr id="5202" name="Google Shape;5202;p170"/>
          <p:cNvSpPr txBox="1"/>
          <p:nvPr/>
        </p:nvSpPr>
        <p:spPr>
          <a:xfrm>
            <a:off x="3209568" y="6700182"/>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Fraud Alert</a:t>
            </a:r>
            <a:endParaRPr i="0" sz="800" u="none" cap="none" strike="noStrike">
              <a:latin typeface="Salesforce Sans"/>
              <a:ea typeface="Salesforce Sans"/>
              <a:cs typeface="Salesforce Sans"/>
              <a:sym typeface="Salesforce Sans"/>
            </a:endParaRPr>
          </a:p>
        </p:txBody>
      </p:sp>
      <p:sp>
        <p:nvSpPr>
          <p:cNvPr id="5203" name="Google Shape;5203;p170"/>
          <p:cNvSpPr/>
          <p:nvPr/>
        </p:nvSpPr>
        <p:spPr>
          <a:xfrm>
            <a:off x="3054012" y="2949387"/>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4" name="Google Shape;5204;p170"/>
          <p:cNvSpPr txBox="1"/>
          <p:nvPr/>
        </p:nvSpPr>
        <p:spPr>
          <a:xfrm>
            <a:off x="3209568" y="2924937"/>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Meeting Live Response </a:t>
            </a:r>
            <a:endParaRPr i="0" sz="800" u="none" cap="none" strike="noStrike">
              <a:latin typeface="Salesforce Sans"/>
              <a:ea typeface="Salesforce Sans"/>
              <a:cs typeface="Salesforce Sans"/>
              <a:sym typeface="Salesforce Sans"/>
            </a:endParaRPr>
          </a:p>
        </p:txBody>
      </p:sp>
      <p:sp>
        <p:nvSpPr>
          <p:cNvPr id="5205" name="Google Shape;5205;p170"/>
          <p:cNvSpPr/>
          <p:nvPr/>
        </p:nvSpPr>
        <p:spPr>
          <a:xfrm>
            <a:off x="3054012" y="310587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6" name="Google Shape;5206;p170"/>
          <p:cNvSpPr txBox="1"/>
          <p:nvPr/>
        </p:nvSpPr>
        <p:spPr>
          <a:xfrm>
            <a:off x="3209568" y="3081425"/>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Follow-up</a:t>
            </a:r>
            <a:endParaRPr i="0" sz="800" u="none" cap="none" strike="noStrike">
              <a:latin typeface="Salesforce Sans"/>
              <a:ea typeface="Salesforce Sans"/>
              <a:cs typeface="Salesforce Sans"/>
              <a:sym typeface="Salesforce Sans"/>
            </a:endParaRPr>
          </a:p>
        </p:txBody>
      </p:sp>
      <p:sp>
        <p:nvSpPr>
          <p:cNvPr id="5207" name="Google Shape;5207;p170"/>
          <p:cNvSpPr txBox="1"/>
          <p:nvPr/>
        </p:nvSpPr>
        <p:spPr>
          <a:xfrm>
            <a:off x="3209568" y="346853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 </a:t>
            </a:r>
            <a:endParaRPr i="0" sz="800" u="none" cap="none" strike="noStrike">
              <a:latin typeface="Salesforce Sans"/>
              <a:ea typeface="Salesforce Sans"/>
              <a:cs typeface="Salesforce Sans"/>
              <a:sym typeface="Salesforce Sans"/>
            </a:endParaRPr>
          </a:p>
        </p:txBody>
      </p:sp>
      <p:sp>
        <p:nvSpPr>
          <p:cNvPr id="5208" name="Google Shape;5208;p170"/>
          <p:cNvSpPr/>
          <p:nvPr/>
        </p:nvSpPr>
        <p:spPr>
          <a:xfrm>
            <a:off x="3054012" y="455984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09" name="Google Shape;5209;p170"/>
          <p:cNvSpPr txBox="1"/>
          <p:nvPr/>
        </p:nvSpPr>
        <p:spPr>
          <a:xfrm>
            <a:off x="3209568" y="453539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5210" name="Google Shape;5210;p170"/>
          <p:cNvSpPr/>
          <p:nvPr/>
        </p:nvSpPr>
        <p:spPr>
          <a:xfrm>
            <a:off x="3054012" y="47170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1" name="Google Shape;5211;p170"/>
          <p:cNvSpPr txBox="1"/>
          <p:nvPr/>
        </p:nvSpPr>
        <p:spPr>
          <a:xfrm>
            <a:off x="3209568" y="46926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5212" name="Google Shape;5212;p170"/>
          <p:cNvSpPr/>
          <p:nvPr/>
        </p:nvSpPr>
        <p:spPr>
          <a:xfrm>
            <a:off x="3054012" y="495293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3" name="Google Shape;5213;p170"/>
          <p:cNvSpPr txBox="1"/>
          <p:nvPr/>
        </p:nvSpPr>
        <p:spPr>
          <a:xfrm>
            <a:off x="3209568" y="492848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14" name="Google Shape;5214;p170"/>
          <p:cNvSpPr/>
          <p:nvPr/>
        </p:nvSpPr>
        <p:spPr>
          <a:xfrm>
            <a:off x="3054012" y="511018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5" name="Google Shape;5215;p170"/>
          <p:cNvSpPr txBox="1"/>
          <p:nvPr/>
        </p:nvSpPr>
        <p:spPr>
          <a:xfrm>
            <a:off x="3209568" y="508573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Enrichment</a:t>
            </a:r>
            <a:endParaRPr i="0" sz="800" u="none" cap="none" strike="noStrike">
              <a:latin typeface="Salesforce Sans"/>
              <a:ea typeface="Salesforce Sans"/>
              <a:cs typeface="Salesforce Sans"/>
              <a:sym typeface="Salesforce Sans"/>
            </a:endParaRPr>
          </a:p>
        </p:txBody>
      </p:sp>
      <p:sp>
        <p:nvSpPr>
          <p:cNvPr id="5216" name="Google Shape;5216;p170"/>
          <p:cNvSpPr/>
          <p:nvPr/>
        </p:nvSpPr>
        <p:spPr>
          <a:xfrm>
            <a:off x="3054012" y="5264251"/>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7" name="Google Shape;5217;p170"/>
          <p:cNvSpPr txBox="1"/>
          <p:nvPr/>
        </p:nvSpPr>
        <p:spPr>
          <a:xfrm>
            <a:off x="3209568" y="5239801"/>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Screening</a:t>
            </a:r>
            <a:endParaRPr i="0" sz="800" u="none" cap="none" strike="noStrike">
              <a:latin typeface="Salesforce Sans"/>
              <a:ea typeface="Salesforce Sans"/>
              <a:cs typeface="Salesforce Sans"/>
              <a:sym typeface="Salesforce Sans"/>
            </a:endParaRPr>
          </a:p>
        </p:txBody>
      </p:sp>
      <p:sp>
        <p:nvSpPr>
          <p:cNvPr id="5218" name="Google Shape;5218;p170"/>
          <p:cNvSpPr/>
          <p:nvPr/>
        </p:nvSpPr>
        <p:spPr>
          <a:xfrm>
            <a:off x="3054012" y="542149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19" name="Google Shape;5219;p170"/>
          <p:cNvSpPr txBox="1"/>
          <p:nvPr/>
        </p:nvSpPr>
        <p:spPr>
          <a:xfrm>
            <a:off x="3209568" y="5397045"/>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KYC Memo </a:t>
            </a:r>
            <a:endParaRPr i="0" sz="800" u="none" cap="none" strike="noStrike">
              <a:latin typeface="Salesforce Sans"/>
              <a:ea typeface="Salesforce Sans"/>
              <a:cs typeface="Salesforce Sans"/>
              <a:sym typeface="Salesforce Sans"/>
            </a:endParaRPr>
          </a:p>
        </p:txBody>
      </p:sp>
      <p:sp>
        <p:nvSpPr>
          <p:cNvPr id="5220" name="Google Shape;5220;p170"/>
          <p:cNvSpPr txBox="1"/>
          <p:nvPr/>
        </p:nvSpPr>
        <p:spPr>
          <a:xfrm>
            <a:off x="3209568" y="595055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Application Fraud Detection</a:t>
            </a:r>
            <a:endParaRPr i="0" sz="800" u="none" cap="none" strike="noStrike">
              <a:latin typeface="Salesforce Sans"/>
              <a:ea typeface="Salesforce Sans"/>
              <a:cs typeface="Salesforce Sans"/>
              <a:sym typeface="Salesforce Sans"/>
            </a:endParaRPr>
          </a:p>
        </p:txBody>
      </p:sp>
      <p:sp>
        <p:nvSpPr>
          <p:cNvPr id="5221" name="Google Shape;5221;p170"/>
          <p:cNvSpPr txBox="1"/>
          <p:nvPr/>
        </p:nvSpPr>
        <p:spPr>
          <a:xfrm>
            <a:off x="3209568" y="638569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AML Detection</a:t>
            </a:r>
            <a:endParaRPr i="0" sz="800" u="none" cap="none" strike="noStrike">
              <a:latin typeface="Salesforce Sans"/>
              <a:ea typeface="Salesforce Sans"/>
              <a:cs typeface="Salesforce Sans"/>
              <a:sym typeface="Salesforce Sans"/>
            </a:endParaRPr>
          </a:p>
        </p:txBody>
      </p:sp>
      <p:sp>
        <p:nvSpPr>
          <p:cNvPr id="5222" name="Google Shape;5222;p170"/>
          <p:cNvSpPr txBox="1"/>
          <p:nvPr/>
        </p:nvSpPr>
        <p:spPr>
          <a:xfrm>
            <a:off x="3209568" y="6104627"/>
            <a:ext cx="1920000" cy="1281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Behavioral / Biometric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Fraud Detection</a:t>
            </a:r>
            <a:endParaRPr i="0" sz="800" u="none" cap="none" strike="noStrike">
              <a:latin typeface="Salesforce Sans"/>
              <a:ea typeface="Salesforce Sans"/>
              <a:cs typeface="Salesforce Sans"/>
              <a:sym typeface="Salesforce Sans"/>
            </a:endParaRPr>
          </a:p>
        </p:txBody>
      </p:sp>
      <p:sp>
        <p:nvSpPr>
          <p:cNvPr id="5223" name="Google Shape;5223;p170"/>
          <p:cNvSpPr txBox="1"/>
          <p:nvPr/>
        </p:nvSpPr>
        <p:spPr>
          <a:xfrm>
            <a:off x="3209568" y="6857426"/>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Investigation</a:t>
            </a:r>
            <a:endParaRPr i="0" sz="800" u="none" cap="none" strike="noStrike">
              <a:latin typeface="Salesforce Sans"/>
              <a:ea typeface="Salesforce Sans"/>
              <a:cs typeface="Salesforce Sans"/>
              <a:sym typeface="Salesforce Sans"/>
            </a:endParaRPr>
          </a:p>
        </p:txBody>
      </p:sp>
      <p:sp>
        <p:nvSpPr>
          <p:cNvPr id="5224" name="Google Shape;5224;p170"/>
          <p:cNvSpPr txBox="1"/>
          <p:nvPr/>
        </p:nvSpPr>
        <p:spPr>
          <a:xfrm>
            <a:off x="3209568" y="737910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Interpretation</a:t>
            </a:r>
            <a:endParaRPr i="0" sz="800" u="none" cap="none" strike="noStrike">
              <a:latin typeface="Salesforce Sans"/>
              <a:ea typeface="Salesforce Sans"/>
              <a:cs typeface="Salesforce Sans"/>
              <a:sym typeface="Salesforce Sans"/>
            </a:endParaRPr>
          </a:p>
        </p:txBody>
      </p:sp>
      <p:sp>
        <p:nvSpPr>
          <p:cNvPr id="5225" name="Google Shape;5225;p170"/>
          <p:cNvSpPr/>
          <p:nvPr/>
        </p:nvSpPr>
        <p:spPr>
          <a:xfrm>
            <a:off x="3054012" y="7598903"/>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26" name="Google Shape;5226;p170"/>
          <p:cNvSpPr txBox="1"/>
          <p:nvPr/>
        </p:nvSpPr>
        <p:spPr>
          <a:xfrm>
            <a:off x="3209568" y="7574453"/>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Filing</a:t>
            </a:r>
            <a:endParaRPr i="0" sz="800" u="none" cap="none" strike="noStrike">
              <a:latin typeface="Salesforce Sans"/>
              <a:ea typeface="Salesforce Sans"/>
              <a:cs typeface="Salesforce Sans"/>
              <a:sym typeface="Salesforce Sans"/>
            </a:endParaRPr>
          </a:p>
        </p:txBody>
      </p:sp>
      <p:sp>
        <p:nvSpPr>
          <p:cNvPr id="5227" name="Google Shape;5227;p170"/>
          <p:cNvSpPr txBox="1"/>
          <p:nvPr/>
        </p:nvSpPr>
        <p:spPr>
          <a:xfrm>
            <a:off x="3209568" y="8094549"/>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Analysis And Stress Testing</a:t>
            </a:r>
            <a:endParaRPr i="0" sz="800" u="none" cap="none" strike="noStrike">
              <a:latin typeface="Salesforce Sans"/>
              <a:ea typeface="Salesforce Sans"/>
              <a:cs typeface="Salesforce Sans"/>
              <a:sym typeface="Salesforce Sans"/>
            </a:endParaRPr>
          </a:p>
        </p:txBody>
      </p:sp>
      <p:sp>
        <p:nvSpPr>
          <p:cNvPr id="5228" name="Google Shape;5228;p170"/>
          <p:cNvSpPr txBox="1"/>
          <p:nvPr/>
        </p:nvSpPr>
        <p:spPr>
          <a:xfrm>
            <a:off x="3209568" y="7093278"/>
            <a:ext cx="192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management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Monitoring</a:t>
            </a:r>
            <a:endParaRPr i="0" sz="800" u="none" cap="none" strike="noStrike">
              <a:latin typeface="Salesforce Sans"/>
              <a:ea typeface="Salesforce Sans"/>
              <a:cs typeface="Salesforce Sans"/>
              <a:sym typeface="Salesforce Sans"/>
            </a:endParaRPr>
          </a:p>
        </p:txBody>
      </p:sp>
      <p:sp>
        <p:nvSpPr>
          <p:cNvPr id="5229" name="Google Shape;5229;p170"/>
          <p:cNvSpPr/>
          <p:nvPr/>
        </p:nvSpPr>
        <p:spPr>
          <a:xfrm>
            <a:off x="1789208" y="3861781"/>
            <a:ext cx="8466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Dynamic Deal Scoring</a:t>
            </a:r>
            <a:endParaRPr b="1" i="0" sz="900" u="none" cap="none" strike="noStrike">
              <a:solidFill>
                <a:srgbClr val="066AFE"/>
              </a:solidFill>
              <a:latin typeface="Salesforce Sans"/>
              <a:ea typeface="Salesforce Sans"/>
              <a:cs typeface="Salesforce Sans"/>
              <a:sym typeface="Salesforce Sans"/>
            </a:endParaRPr>
          </a:p>
        </p:txBody>
      </p:sp>
      <p:sp>
        <p:nvSpPr>
          <p:cNvPr id="5230" name="Google Shape;5230;p170"/>
          <p:cNvSpPr/>
          <p:nvPr/>
        </p:nvSpPr>
        <p:spPr>
          <a:xfrm>
            <a:off x="1789208" y="2466358"/>
            <a:ext cx="815400" cy="415200"/>
          </a:xfrm>
          <a:prstGeom prst="roundRect">
            <a:avLst>
              <a:gd fmla="val 0" name="adj"/>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Banking Relationship</a:t>
            </a:r>
            <a:endParaRPr b="1" i="0" sz="900" u="none" cap="none" strike="noStrike">
              <a:solidFill>
                <a:srgbClr val="066AFE"/>
              </a:solidFill>
              <a:latin typeface="Salesforce Sans"/>
              <a:ea typeface="Salesforce Sans"/>
              <a:cs typeface="Salesforce Sans"/>
              <a:sym typeface="Salesforce Sans"/>
            </a:endParaRPr>
          </a:p>
        </p:txBody>
      </p:sp>
      <p:sp>
        <p:nvSpPr>
          <p:cNvPr id="5231" name="Google Shape;5231;p170"/>
          <p:cNvSpPr/>
          <p:nvPr/>
        </p:nvSpPr>
        <p:spPr>
          <a:xfrm>
            <a:off x="1789219" y="3321250"/>
            <a:ext cx="11049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Engagement, Cross-Selling and Customer Retention</a:t>
            </a:r>
            <a:endParaRPr b="1" i="0" sz="900" u="none" cap="none" strike="noStrike">
              <a:solidFill>
                <a:srgbClr val="066AFE"/>
              </a:solidFill>
              <a:latin typeface="Salesforce Sans"/>
              <a:ea typeface="Salesforce Sans"/>
              <a:cs typeface="Salesforce Sans"/>
              <a:sym typeface="Salesforce Sans"/>
            </a:endParaRPr>
          </a:p>
        </p:txBody>
      </p:sp>
      <p:sp>
        <p:nvSpPr>
          <p:cNvPr id="5232" name="Google Shape;5232;p170"/>
          <p:cNvSpPr/>
          <p:nvPr/>
        </p:nvSpPr>
        <p:spPr>
          <a:xfrm>
            <a:off x="1789208" y="425244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Frontline Sales Coaching</a:t>
            </a:r>
            <a:endParaRPr b="1" i="0" sz="900" u="none" cap="none" strike="noStrike">
              <a:solidFill>
                <a:srgbClr val="066AFE"/>
              </a:solidFill>
              <a:latin typeface="Salesforce Sans"/>
              <a:ea typeface="Salesforce Sans"/>
              <a:cs typeface="Salesforce Sans"/>
              <a:sym typeface="Salesforce Sans"/>
            </a:endParaRPr>
          </a:p>
        </p:txBody>
      </p:sp>
      <p:sp>
        <p:nvSpPr>
          <p:cNvPr id="5233" name="Google Shape;5233;p170"/>
          <p:cNvSpPr/>
          <p:nvPr/>
        </p:nvSpPr>
        <p:spPr>
          <a:xfrm>
            <a:off x="1789208" y="4934067"/>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K</a:t>
            </a:r>
            <a:r>
              <a:rPr b="1" lang="en" sz="900">
                <a:solidFill>
                  <a:srgbClr val="066AFE"/>
                </a:solidFill>
                <a:latin typeface="Salesforce Sans"/>
                <a:ea typeface="Salesforce Sans"/>
                <a:cs typeface="Salesforce Sans"/>
                <a:sym typeface="Salesforce Sans"/>
              </a:rPr>
              <a:t>now Your Customer</a:t>
            </a:r>
            <a:endParaRPr b="1" i="0" sz="900" u="none" cap="none" strike="noStrike">
              <a:solidFill>
                <a:srgbClr val="066AFE"/>
              </a:solidFill>
              <a:latin typeface="Salesforce Sans"/>
              <a:ea typeface="Salesforce Sans"/>
              <a:cs typeface="Salesforce Sans"/>
              <a:sym typeface="Salesforce Sans"/>
            </a:endParaRPr>
          </a:p>
        </p:txBody>
      </p:sp>
      <p:sp>
        <p:nvSpPr>
          <p:cNvPr id="5234" name="Google Shape;5234;p170"/>
          <p:cNvSpPr/>
          <p:nvPr/>
        </p:nvSpPr>
        <p:spPr>
          <a:xfrm>
            <a:off x="1789208" y="5793127"/>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Fraud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235" name="Google Shape;5235;p170"/>
          <p:cNvSpPr/>
          <p:nvPr/>
        </p:nvSpPr>
        <p:spPr>
          <a:xfrm>
            <a:off x="1789208" y="7093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Regulatory Reporting</a:t>
            </a:r>
            <a:endParaRPr b="1" i="0" sz="900" u="none" cap="none" strike="noStrike">
              <a:solidFill>
                <a:srgbClr val="066AFE"/>
              </a:solidFill>
              <a:latin typeface="Salesforce Sans"/>
              <a:ea typeface="Salesforce Sans"/>
              <a:cs typeface="Salesforce Sans"/>
              <a:sym typeface="Salesforce Sans"/>
            </a:endParaRPr>
          </a:p>
        </p:txBody>
      </p:sp>
      <p:sp>
        <p:nvSpPr>
          <p:cNvPr id="5236" name="Google Shape;5236;p170"/>
          <p:cNvSpPr/>
          <p:nvPr/>
        </p:nvSpPr>
        <p:spPr>
          <a:xfrm>
            <a:off x="1789208" y="7811894"/>
            <a:ext cx="8154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 &amp; Liquidity Risk Monitoring</a:t>
            </a:r>
            <a:endParaRPr b="1" i="0" sz="900" u="none" cap="none" strike="noStrike">
              <a:solidFill>
                <a:srgbClr val="066AFE"/>
              </a:solidFill>
              <a:latin typeface="Salesforce Sans"/>
              <a:ea typeface="Salesforce Sans"/>
              <a:cs typeface="Salesforce Sans"/>
              <a:sym typeface="Salesforce Sans"/>
            </a:endParaRPr>
          </a:p>
        </p:txBody>
      </p:sp>
      <p:sp>
        <p:nvSpPr>
          <p:cNvPr id="5237" name="Google Shape;5237;p170"/>
          <p:cNvSpPr txBox="1"/>
          <p:nvPr/>
        </p:nvSpPr>
        <p:spPr>
          <a:xfrm>
            <a:off x="3209568" y="8256537"/>
            <a:ext cx="1920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Limit Monitoring Management</a:t>
            </a:r>
            <a:endParaRPr i="0" sz="800" u="none" cap="none" strike="noStrike">
              <a:latin typeface="Salesforce Sans"/>
              <a:ea typeface="Salesforce Sans"/>
              <a:cs typeface="Salesforce Sans"/>
              <a:sym typeface="Salesforce Sans"/>
            </a:endParaRPr>
          </a:p>
        </p:txBody>
      </p:sp>
      <p:sp>
        <p:nvSpPr>
          <p:cNvPr id="5238" name="Google Shape;5238;p170"/>
          <p:cNvSpPr/>
          <p:nvPr/>
        </p:nvSpPr>
        <p:spPr>
          <a:xfrm>
            <a:off x="3054012" y="828098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39" name="Google Shape;5239;p170"/>
          <p:cNvSpPr txBox="1"/>
          <p:nvPr/>
        </p:nvSpPr>
        <p:spPr>
          <a:xfrm>
            <a:off x="431325"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240" name="Google Shape;5240;p170"/>
          <p:cNvSpPr txBox="1"/>
          <p:nvPr/>
        </p:nvSpPr>
        <p:spPr>
          <a:xfrm>
            <a:off x="1794423"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241" name="Google Shape;5241;p170"/>
          <p:cNvGrpSpPr/>
          <p:nvPr/>
        </p:nvGrpSpPr>
        <p:grpSpPr>
          <a:xfrm>
            <a:off x="316638" y="1635959"/>
            <a:ext cx="1322400" cy="449700"/>
            <a:chOff x="755165" y="1828821"/>
            <a:chExt cx="1322400" cy="449700"/>
          </a:xfrm>
        </p:grpSpPr>
        <p:sp>
          <p:nvSpPr>
            <p:cNvPr id="5242" name="Google Shape;524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3" name="Google Shape;524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 </a:t>
              </a:r>
              <a:endParaRPr sz="900">
                <a:solidFill>
                  <a:srgbClr val="FFFFFF"/>
                </a:solidFill>
                <a:latin typeface="Avant Garde Demi SFDC"/>
                <a:ea typeface="Avant Garde Demi SFDC"/>
                <a:cs typeface="Avant Garde Demi SFDC"/>
                <a:sym typeface="Avant Garde Demi SFDC"/>
              </a:endParaRPr>
            </a:p>
          </p:txBody>
        </p:sp>
      </p:grpSp>
      <p:sp>
        <p:nvSpPr>
          <p:cNvPr id="5244" name="Google Shape;5244;p170"/>
          <p:cNvSpPr txBox="1"/>
          <p:nvPr/>
        </p:nvSpPr>
        <p:spPr>
          <a:xfrm>
            <a:off x="3211954"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245" name="Google Shape;5245;p170"/>
          <p:cNvSpPr txBox="1"/>
          <p:nvPr/>
        </p:nvSpPr>
        <p:spPr>
          <a:xfrm>
            <a:off x="1789208"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Marketing Personalization</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246" name="Google Shape;5246;p170"/>
          <p:cNvGrpSpPr/>
          <p:nvPr/>
        </p:nvGrpSpPr>
        <p:grpSpPr>
          <a:xfrm>
            <a:off x="316638" y="4963046"/>
            <a:ext cx="1322400" cy="449700"/>
            <a:chOff x="755165" y="1828821"/>
            <a:chExt cx="1322400" cy="449700"/>
          </a:xfrm>
        </p:grpSpPr>
        <p:sp>
          <p:nvSpPr>
            <p:cNvPr id="5247" name="Google Shape;524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248" name="Google Shape;524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249" name="Google Shape;5249;p170"/>
          <p:cNvSpPr/>
          <p:nvPr/>
        </p:nvSpPr>
        <p:spPr>
          <a:xfrm>
            <a:off x="7653242" y="460475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0" name="Google Shape;5250;p170"/>
          <p:cNvSpPr/>
          <p:nvPr/>
        </p:nvSpPr>
        <p:spPr>
          <a:xfrm>
            <a:off x="7653242" y="4296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1" name="Google Shape;5251;p170"/>
          <p:cNvSpPr txBox="1"/>
          <p:nvPr/>
        </p:nvSpPr>
        <p:spPr>
          <a:xfrm>
            <a:off x="7811494" y="192417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 Monitoring</a:t>
            </a:r>
            <a:endParaRPr i="0" sz="800" u="none" cap="none" strike="noStrike">
              <a:latin typeface="Salesforce Sans"/>
              <a:ea typeface="Salesforce Sans"/>
              <a:cs typeface="Salesforce Sans"/>
              <a:sym typeface="Salesforce Sans"/>
            </a:endParaRPr>
          </a:p>
        </p:txBody>
      </p:sp>
      <p:sp>
        <p:nvSpPr>
          <p:cNvPr id="5252" name="Google Shape;5252;p170"/>
          <p:cNvSpPr/>
          <p:nvPr/>
        </p:nvSpPr>
        <p:spPr>
          <a:xfrm>
            <a:off x="7653242" y="218274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3" name="Google Shape;5253;p170"/>
          <p:cNvSpPr txBox="1"/>
          <p:nvPr/>
        </p:nvSpPr>
        <p:spPr>
          <a:xfrm>
            <a:off x="7811494" y="215814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Customer Research</a:t>
            </a:r>
            <a:endParaRPr i="0" sz="800" u="none" cap="none" strike="noStrike">
              <a:latin typeface="Salesforce Sans"/>
              <a:ea typeface="Salesforce Sans"/>
              <a:cs typeface="Salesforce Sans"/>
              <a:sym typeface="Salesforce Sans"/>
            </a:endParaRPr>
          </a:p>
        </p:txBody>
      </p:sp>
      <p:sp>
        <p:nvSpPr>
          <p:cNvPr id="5254" name="Google Shape;5254;p170"/>
          <p:cNvSpPr/>
          <p:nvPr/>
        </p:nvSpPr>
        <p:spPr>
          <a:xfrm>
            <a:off x="7653242" y="234011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55" name="Google Shape;5255;p170"/>
          <p:cNvSpPr txBox="1"/>
          <p:nvPr/>
        </p:nvSpPr>
        <p:spPr>
          <a:xfrm>
            <a:off x="7811494" y="231551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Ideation</a:t>
            </a:r>
            <a:endParaRPr i="0" sz="800" u="none" cap="none" strike="noStrike">
              <a:latin typeface="Salesforce Sans"/>
              <a:ea typeface="Salesforce Sans"/>
              <a:cs typeface="Salesforce Sans"/>
              <a:sym typeface="Salesforce Sans"/>
            </a:endParaRPr>
          </a:p>
        </p:txBody>
      </p:sp>
      <p:sp>
        <p:nvSpPr>
          <p:cNvPr id="5256" name="Google Shape;5256;p170"/>
          <p:cNvSpPr/>
          <p:nvPr/>
        </p:nvSpPr>
        <p:spPr>
          <a:xfrm>
            <a:off x="7653242" y="2658030"/>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57" name="Google Shape;5257;p170"/>
          <p:cNvSpPr txBox="1"/>
          <p:nvPr/>
        </p:nvSpPr>
        <p:spPr>
          <a:xfrm>
            <a:off x="7811494" y="263343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Profitability Modeling</a:t>
            </a:r>
            <a:endParaRPr i="0" sz="800" u="none" cap="none" strike="noStrike">
              <a:latin typeface="Salesforce Sans"/>
              <a:ea typeface="Salesforce Sans"/>
              <a:cs typeface="Salesforce Sans"/>
              <a:sym typeface="Salesforce Sans"/>
            </a:endParaRPr>
          </a:p>
        </p:txBody>
      </p:sp>
      <p:sp>
        <p:nvSpPr>
          <p:cNvPr id="5258" name="Google Shape;5258;p170"/>
          <p:cNvSpPr txBox="1"/>
          <p:nvPr/>
        </p:nvSpPr>
        <p:spPr>
          <a:xfrm>
            <a:off x="7811494" y="286739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t>
            </a:r>
            <a:r>
              <a:rPr i="0" lang="en" sz="800" u="none" cap="none" strike="noStrike">
                <a:latin typeface="Salesforce Sans"/>
                <a:ea typeface="Salesforce Sans"/>
                <a:cs typeface="Salesforce Sans"/>
                <a:sym typeface="Salesforce Sans"/>
              </a:rPr>
              <a:t>eature Build</a:t>
            </a:r>
            <a:endParaRPr i="0" sz="800" u="none" cap="none" strike="noStrike">
              <a:latin typeface="Salesforce Sans"/>
              <a:ea typeface="Salesforce Sans"/>
              <a:cs typeface="Salesforce Sans"/>
              <a:sym typeface="Salesforce Sans"/>
            </a:endParaRPr>
          </a:p>
        </p:txBody>
      </p:sp>
      <p:sp>
        <p:nvSpPr>
          <p:cNvPr id="5259" name="Google Shape;5259;p170"/>
          <p:cNvSpPr/>
          <p:nvPr/>
        </p:nvSpPr>
        <p:spPr>
          <a:xfrm>
            <a:off x="7653242" y="304936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0" name="Google Shape;5260;p170"/>
          <p:cNvSpPr txBox="1"/>
          <p:nvPr/>
        </p:nvSpPr>
        <p:spPr>
          <a:xfrm>
            <a:off x="7811494" y="302476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&amp; Compliance Review</a:t>
            </a:r>
            <a:endParaRPr i="0" sz="800" u="none" cap="none" strike="noStrike">
              <a:latin typeface="Salesforce Sans"/>
              <a:ea typeface="Salesforce Sans"/>
              <a:cs typeface="Salesforce Sans"/>
              <a:sym typeface="Salesforce Sans"/>
            </a:endParaRPr>
          </a:p>
        </p:txBody>
      </p:sp>
      <p:sp>
        <p:nvSpPr>
          <p:cNvPr id="5261" name="Google Shape;5261;p170"/>
          <p:cNvSpPr/>
          <p:nvPr/>
        </p:nvSpPr>
        <p:spPr>
          <a:xfrm>
            <a:off x="7653242" y="2500659"/>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2" name="Google Shape;5262;p170"/>
          <p:cNvSpPr txBox="1"/>
          <p:nvPr/>
        </p:nvSpPr>
        <p:spPr>
          <a:xfrm>
            <a:off x="7811494" y="247605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Feature Definition</a:t>
            </a:r>
            <a:endParaRPr i="0" sz="800" u="none" cap="none" strike="noStrike">
              <a:latin typeface="Salesforce Sans"/>
              <a:ea typeface="Salesforce Sans"/>
              <a:cs typeface="Salesforce Sans"/>
              <a:sym typeface="Salesforce Sans"/>
            </a:endParaRPr>
          </a:p>
        </p:txBody>
      </p:sp>
      <p:sp>
        <p:nvSpPr>
          <p:cNvPr id="5263" name="Google Shape;5263;p170"/>
          <p:cNvSpPr/>
          <p:nvPr/>
        </p:nvSpPr>
        <p:spPr>
          <a:xfrm>
            <a:off x="7653242" y="4453383"/>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64" name="Google Shape;5264;p170"/>
          <p:cNvSpPr txBox="1"/>
          <p:nvPr/>
        </p:nvSpPr>
        <p:spPr>
          <a:xfrm>
            <a:off x="7811494" y="442878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Facility Letter</a:t>
            </a:r>
            <a:endParaRPr i="0" sz="800" u="none" cap="none" strike="noStrike">
              <a:latin typeface="Salesforce Sans"/>
              <a:ea typeface="Salesforce Sans"/>
              <a:cs typeface="Salesforce Sans"/>
              <a:sym typeface="Salesforce Sans"/>
            </a:endParaRPr>
          </a:p>
        </p:txBody>
      </p:sp>
      <p:sp>
        <p:nvSpPr>
          <p:cNvPr id="5265" name="Google Shape;5265;p170"/>
          <p:cNvSpPr/>
          <p:nvPr/>
        </p:nvSpPr>
        <p:spPr>
          <a:xfrm>
            <a:off x="7653242" y="4141815"/>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6" name="Google Shape;5266;p170"/>
          <p:cNvSpPr txBox="1"/>
          <p:nvPr/>
        </p:nvSpPr>
        <p:spPr>
          <a:xfrm>
            <a:off x="7811494" y="411721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67" name="Google Shape;5267;p170"/>
          <p:cNvSpPr txBox="1"/>
          <p:nvPr/>
        </p:nvSpPr>
        <p:spPr>
          <a:xfrm>
            <a:off x="7811494" y="458615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Collections &amp; Recovery </a:t>
            </a:r>
            <a:endParaRPr i="0" sz="800" u="none" cap="none" strike="noStrike">
              <a:latin typeface="Salesforce Sans"/>
              <a:ea typeface="Salesforce Sans"/>
              <a:cs typeface="Salesforce Sans"/>
              <a:sym typeface="Salesforce Sans"/>
            </a:endParaRPr>
          </a:p>
        </p:txBody>
      </p:sp>
      <p:sp>
        <p:nvSpPr>
          <p:cNvPr id="5268" name="Google Shape;5268;p170"/>
          <p:cNvSpPr/>
          <p:nvPr/>
        </p:nvSpPr>
        <p:spPr>
          <a:xfrm>
            <a:off x="7653242" y="4847896"/>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69" name="Google Shape;5269;p170"/>
          <p:cNvSpPr txBox="1"/>
          <p:nvPr/>
        </p:nvSpPr>
        <p:spPr>
          <a:xfrm>
            <a:off x="7811494" y="4823296"/>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Document Verification</a:t>
            </a:r>
            <a:endParaRPr i="0" sz="800" u="none" cap="none" strike="noStrike">
              <a:latin typeface="Salesforce Sans"/>
              <a:ea typeface="Salesforce Sans"/>
              <a:cs typeface="Salesforce Sans"/>
              <a:sym typeface="Salesforce Sans"/>
            </a:endParaRPr>
          </a:p>
        </p:txBody>
      </p:sp>
      <p:sp>
        <p:nvSpPr>
          <p:cNvPr id="5270" name="Google Shape;5270;p170"/>
          <p:cNvSpPr/>
          <p:nvPr/>
        </p:nvSpPr>
        <p:spPr>
          <a:xfrm>
            <a:off x="7653242" y="500225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1" name="Google Shape;5271;p170"/>
          <p:cNvSpPr txBox="1"/>
          <p:nvPr/>
        </p:nvSpPr>
        <p:spPr>
          <a:xfrm>
            <a:off x="7811494" y="4977655"/>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Deposit Processing</a:t>
            </a:r>
            <a:endParaRPr i="0" sz="800" u="none" cap="none" strike="noStrike">
              <a:latin typeface="Salesforce Sans"/>
              <a:ea typeface="Salesforce Sans"/>
              <a:cs typeface="Salesforce Sans"/>
              <a:sym typeface="Salesforce Sans"/>
            </a:endParaRPr>
          </a:p>
        </p:txBody>
      </p:sp>
      <p:sp>
        <p:nvSpPr>
          <p:cNvPr id="5272" name="Google Shape;5272;p170"/>
          <p:cNvSpPr/>
          <p:nvPr/>
        </p:nvSpPr>
        <p:spPr>
          <a:xfrm>
            <a:off x="7653242" y="320356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3" name="Google Shape;5273;p170"/>
          <p:cNvSpPr txBox="1"/>
          <p:nvPr/>
        </p:nvSpPr>
        <p:spPr>
          <a:xfrm>
            <a:off x="7811494" y="3178964"/>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 Rate-Setting</a:t>
            </a:r>
            <a:endParaRPr i="0" sz="800" u="none" cap="none" strike="noStrike">
              <a:latin typeface="Salesforce Sans"/>
              <a:ea typeface="Salesforce Sans"/>
              <a:cs typeface="Salesforce Sans"/>
              <a:sym typeface="Salesforce Sans"/>
            </a:endParaRPr>
          </a:p>
        </p:txBody>
      </p:sp>
      <p:sp>
        <p:nvSpPr>
          <p:cNvPr id="5274" name="Google Shape;5274;p170"/>
          <p:cNvSpPr txBox="1"/>
          <p:nvPr/>
        </p:nvSpPr>
        <p:spPr>
          <a:xfrm>
            <a:off x="7811494" y="42714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Credit Memo</a:t>
            </a:r>
            <a:endParaRPr i="0" sz="800" u="none" cap="none" strike="noStrike">
              <a:latin typeface="Salesforce Sans"/>
              <a:ea typeface="Salesforce Sans"/>
              <a:cs typeface="Salesforce Sans"/>
              <a:sym typeface="Salesforce Sans"/>
            </a:endParaRPr>
          </a:p>
        </p:txBody>
      </p:sp>
      <p:sp>
        <p:nvSpPr>
          <p:cNvPr id="5275" name="Google Shape;5275;p170"/>
          <p:cNvSpPr/>
          <p:nvPr/>
        </p:nvSpPr>
        <p:spPr>
          <a:xfrm>
            <a:off x="7653242" y="5622600"/>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76" name="Google Shape;5276;p170"/>
          <p:cNvSpPr txBox="1"/>
          <p:nvPr/>
        </p:nvSpPr>
        <p:spPr>
          <a:xfrm>
            <a:off x="7811494" y="565132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 Payment Matching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and Reconciliation</a:t>
            </a:r>
            <a:endParaRPr i="0" sz="800" u="none" cap="none" strike="noStrike">
              <a:latin typeface="Salesforce Sans"/>
              <a:ea typeface="Salesforce Sans"/>
              <a:cs typeface="Salesforce Sans"/>
              <a:sym typeface="Salesforce Sans"/>
            </a:endParaRPr>
          </a:p>
        </p:txBody>
      </p:sp>
      <p:sp>
        <p:nvSpPr>
          <p:cNvPr id="5277" name="Google Shape;5277;p170"/>
          <p:cNvSpPr/>
          <p:nvPr/>
        </p:nvSpPr>
        <p:spPr>
          <a:xfrm>
            <a:off x="7653242" y="589571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78" name="Google Shape;5278;p170"/>
          <p:cNvSpPr txBox="1"/>
          <p:nvPr/>
        </p:nvSpPr>
        <p:spPr>
          <a:xfrm>
            <a:off x="7811494" y="5871117"/>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Adjustment and Posting</a:t>
            </a:r>
            <a:endParaRPr i="0" sz="800" u="none" cap="none" strike="noStrike">
              <a:latin typeface="Salesforce Sans"/>
              <a:ea typeface="Salesforce Sans"/>
              <a:cs typeface="Salesforce Sans"/>
              <a:sym typeface="Salesforce Sans"/>
            </a:endParaRPr>
          </a:p>
        </p:txBody>
      </p:sp>
      <p:sp>
        <p:nvSpPr>
          <p:cNvPr id="5279" name="Google Shape;5279;p170"/>
          <p:cNvSpPr txBox="1"/>
          <p:nvPr/>
        </p:nvSpPr>
        <p:spPr>
          <a:xfrm>
            <a:off x="7811494" y="341293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Performance Visibility</a:t>
            </a:r>
            <a:endParaRPr i="0" sz="800" u="none" cap="none" strike="noStrike">
              <a:latin typeface="Salesforce Sans"/>
              <a:ea typeface="Salesforce Sans"/>
              <a:cs typeface="Salesforce Sans"/>
              <a:sym typeface="Salesforce Sans"/>
            </a:endParaRPr>
          </a:p>
        </p:txBody>
      </p:sp>
      <p:sp>
        <p:nvSpPr>
          <p:cNvPr id="5280" name="Google Shape;5280;p170"/>
          <p:cNvSpPr txBox="1"/>
          <p:nvPr/>
        </p:nvSpPr>
        <p:spPr>
          <a:xfrm>
            <a:off x="7811494" y="372767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Activation</a:t>
            </a:r>
            <a:endParaRPr i="0" sz="800" u="none" cap="none" strike="noStrike">
              <a:latin typeface="Salesforce Sans"/>
              <a:ea typeface="Salesforce Sans"/>
              <a:cs typeface="Salesforce Sans"/>
              <a:sym typeface="Salesforce Sans"/>
            </a:endParaRPr>
          </a:p>
        </p:txBody>
      </p:sp>
      <p:sp>
        <p:nvSpPr>
          <p:cNvPr id="5281" name="Google Shape;5281;p170"/>
          <p:cNvSpPr/>
          <p:nvPr/>
        </p:nvSpPr>
        <p:spPr>
          <a:xfrm>
            <a:off x="7653242" y="52356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82" name="Google Shape;5282;p170"/>
          <p:cNvSpPr txBox="1"/>
          <p:nvPr/>
        </p:nvSpPr>
        <p:spPr>
          <a:xfrm>
            <a:off x="7811494" y="521101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Payment Processing</a:t>
            </a:r>
            <a:endParaRPr i="0" sz="800" u="none" cap="none" strike="noStrike">
              <a:latin typeface="Salesforce Sans"/>
              <a:ea typeface="Salesforce Sans"/>
              <a:cs typeface="Salesforce Sans"/>
              <a:sym typeface="Salesforce Sans"/>
            </a:endParaRPr>
          </a:p>
        </p:txBody>
      </p:sp>
      <p:sp>
        <p:nvSpPr>
          <p:cNvPr id="5283" name="Google Shape;5283;p170"/>
          <p:cNvSpPr/>
          <p:nvPr/>
        </p:nvSpPr>
        <p:spPr>
          <a:xfrm>
            <a:off x="6401215" y="286739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Dev &amp; Build</a:t>
            </a:r>
            <a:endParaRPr b="1" i="0" sz="900" u="none" cap="none" strike="noStrike">
              <a:solidFill>
                <a:srgbClr val="066AFE"/>
              </a:solidFill>
              <a:latin typeface="Salesforce Sans"/>
              <a:ea typeface="Salesforce Sans"/>
              <a:cs typeface="Salesforce Sans"/>
              <a:sym typeface="Salesforce Sans"/>
            </a:endParaRPr>
          </a:p>
        </p:txBody>
      </p:sp>
      <p:sp>
        <p:nvSpPr>
          <p:cNvPr id="5284" name="Google Shape;5284;p170"/>
          <p:cNvSpPr/>
          <p:nvPr/>
        </p:nvSpPr>
        <p:spPr>
          <a:xfrm>
            <a:off x="6401215" y="2158141"/>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Value Prop Strategy &amp; Design</a:t>
            </a:r>
            <a:endParaRPr b="1" i="0" sz="900" u="none" cap="none" strike="noStrike">
              <a:solidFill>
                <a:srgbClr val="066AFE"/>
              </a:solidFill>
              <a:latin typeface="Salesforce Sans"/>
              <a:ea typeface="Salesforce Sans"/>
              <a:cs typeface="Salesforce Sans"/>
              <a:sym typeface="Salesforce Sans"/>
            </a:endParaRPr>
          </a:p>
        </p:txBody>
      </p:sp>
      <p:sp>
        <p:nvSpPr>
          <p:cNvPr id="5285" name="Google Shape;5285;p170"/>
          <p:cNvSpPr/>
          <p:nvPr/>
        </p:nvSpPr>
        <p:spPr>
          <a:xfrm>
            <a:off x="6401214" y="5594469"/>
            <a:ext cx="11166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Reconciliations</a:t>
            </a:r>
            <a:endParaRPr b="1" i="0" sz="900" u="none" cap="none" strike="noStrike">
              <a:solidFill>
                <a:srgbClr val="066AFE"/>
              </a:solidFill>
              <a:latin typeface="Salesforce Sans"/>
              <a:ea typeface="Salesforce Sans"/>
              <a:cs typeface="Salesforce Sans"/>
              <a:sym typeface="Salesforce Sans"/>
            </a:endParaRPr>
          </a:p>
        </p:txBody>
      </p:sp>
      <p:sp>
        <p:nvSpPr>
          <p:cNvPr id="5286" name="Google Shape;5286;p170"/>
          <p:cNvSpPr/>
          <p:nvPr/>
        </p:nvSpPr>
        <p:spPr>
          <a:xfrm>
            <a:off x="6401215" y="412038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Lending Operations</a:t>
            </a:r>
            <a:endParaRPr b="1" i="0" sz="900" u="none" cap="none" strike="noStrike">
              <a:solidFill>
                <a:srgbClr val="066AFE"/>
              </a:solidFill>
              <a:latin typeface="Salesforce Sans"/>
              <a:ea typeface="Salesforce Sans"/>
              <a:cs typeface="Salesforce Sans"/>
              <a:sym typeface="Salesforce Sans"/>
            </a:endParaRPr>
          </a:p>
        </p:txBody>
      </p:sp>
      <p:sp>
        <p:nvSpPr>
          <p:cNvPr id="5287" name="Google Shape;5287;p170"/>
          <p:cNvSpPr/>
          <p:nvPr/>
        </p:nvSpPr>
        <p:spPr>
          <a:xfrm>
            <a:off x="6401215" y="4823294"/>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Deposit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288" name="Google Shape;5288;p170"/>
          <p:cNvSpPr/>
          <p:nvPr/>
        </p:nvSpPr>
        <p:spPr>
          <a:xfrm>
            <a:off x="6401214" y="5214200"/>
            <a:ext cx="1253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Payment &amp;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Trans</a:t>
            </a:r>
            <a:r>
              <a:rPr b="1" lang="en" sz="900">
                <a:solidFill>
                  <a:srgbClr val="066AFE"/>
                </a:solidFill>
                <a:latin typeface="Salesforce Sans"/>
                <a:ea typeface="Salesforce Sans"/>
                <a:cs typeface="Salesforce Sans"/>
                <a:sym typeface="Salesforce Sans"/>
              </a:rPr>
              <a:t>fer Operations</a:t>
            </a:r>
            <a:endParaRPr b="1" i="0" sz="900" u="none" cap="none" strike="noStrike">
              <a:solidFill>
                <a:srgbClr val="066AFE"/>
              </a:solidFill>
              <a:latin typeface="Salesforce Sans"/>
              <a:ea typeface="Salesforce Sans"/>
              <a:cs typeface="Salesforce Sans"/>
              <a:sym typeface="Salesforce Sans"/>
            </a:endParaRPr>
          </a:p>
        </p:txBody>
      </p:sp>
      <p:sp>
        <p:nvSpPr>
          <p:cNvPr id="5289" name="Google Shape;5289;p170"/>
          <p:cNvSpPr/>
          <p:nvPr/>
        </p:nvSpPr>
        <p:spPr>
          <a:xfrm>
            <a:off x="6401215" y="3412930"/>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Onboarding</a:t>
            </a:r>
            <a:endParaRPr b="1" i="0" sz="900" u="none" cap="none" strike="noStrike">
              <a:solidFill>
                <a:srgbClr val="066AFE"/>
              </a:solidFill>
              <a:latin typeface="Salesforce Sans"/>
              <a:ea typeface="Salesforce Sans"/>
              <a:cs typeface="Salesforce Sans"/>
              <a:sym typeface="Salesforce Sans"/>
            </a:endParaRPr>
          </a:p>
        </p:txBody>
      </p:sp>
      <p:sp>
        <p:nvSpPr>
          <p:cNvPr id="5290" name="Google Shape;5290;p170"/>
          <p:cNvSpPr/>
          <p:nvPr/>
        </p:nvSpPr>
        <p:spPr>
          <a:xfrm>
            <a:off x="7653242" y="769282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1" name="Google Shape;5291;p170"/>
          <p:cNvSpPr txBox="1"/>
          <p:nvPr/>
        </p:nvSpPr>
        <p:spPr>
          <a:xfrm>
            <a:off x="7805144" y="766822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Translation</a:t>
            </a:r>
            <a:endParaRPr i="0" sz="800" u="none" cap="none" strike="noStrike">
              <a:latin typeface="Salesforce Sans"/>
              <a:ea typeface="Salesforce Sans"/>
              <a:cs typeface="Salesforce Sans"/>
              <a:sym typeface="Salesforce Sans"/>
            </a:endParaRPr>
          </a:p>
        </p:txBody>
      </p:sp>
      <p:sp>
        <p:nvSpPr>
          <p:cNvPr id="5292" name="Google Shape;5292;p170"/>
          <p:cNvSpPr/>
          <p:nvPr/>
        </p:nvSpPr>
        <p:spPr>
          <a:xfrm>
            <a:off x="7653242" y="79267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3" name="Google Shape;5293;p170"/>
          <p:cNvSpPr txBox="1"/>
          <p:nvPr/>
        </p:nvSpPr>
        <p:spPr>
          <a:xfrm>
            <a:off x="7811494" y="790218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Intake</a:t>
            </a:r>
            <a:endParaRPr i="0" sz="800" u="none" cap="none" strike="noStrike">
              <a:latin typeface="Salesforce Sans"/>
              <a:ea typeface="Salesforce Sans"/>
              <a:cs typeface="Salesforce Sans"/>
              <a:sym typeface="Salesforce Sans"/>
            </a:endParaRPr>
          </a:p>
        </p:txBody>
      </p:sp>
      <p:sp>
        <p:nvSpPr>
          <p:cNvPr id="5294" name="Google Shape;5294;p170"/>
          <p:cNvSpPr/>
          <p:nvPr/>
        </p:nvSpPr>
        <p:spPr>
          <a:xfrm>
            <a:off x="7653242" y="722070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295" name="Google Shape;5295;p170"/>
          <p:cNvSpPr txBox="1"/>
          <p:nvPr/>
        </p:nvSpPr>
        <p:spPr>
          <a:xfrm>
            <a:off x="7801969" y="7184493"/>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Requirements</a:t>
            </a:r>
            <a:endParaRPr i="0" sz="800" u="none" cap="none" strike="noStrike">
              <a:latin typeface="Salesforce Sans"/>
              <a:ea typeface="Salesforce Sans"/>
              <a:cs typeface="Salesforce Sans"/>
              <a:sym typeface="Salesforce Sans"/>
            </a:endParaRPr>
          </a:p>
        </p:txBody>
      </p:sp>
      <p:sp>
        <p:nvSpPr>
          <p:cNvPr id="5296" name="Google Shape;5296;p170"/>
          <p:cNvSpPr/>
          <p:nvPr/>
        </p:nvSpPr>
        <p:spPr>
          <a:xfrm>
            <a:off x="7653242" y="73780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7" name="Google Shape;5297;p170"/>
          <p:cNvSpPr txBox="1"/>
          <p:nvPr/>
        </p:nvSpPr>
        <p:spPr>
          <a:xfrm>
            <a:off x="7805144" y="7353480"/>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Documentation </a:t>
            </a:r>
            <a:endParaRPr i="0" sz="800" u="none" cap="none" strike="noStrike">
              <a:latin typeface="Salesforce Sans"/>
              <a:ea typeface="Salesforce Sans"/>
              <a:cs typeface="Salesforce Sans"/>
              <a:sym typeface="Salesforce Sans"/>
            </a:endParaRPr>
          </a:p>
        </p:txBody>
      </p:sp>
      <p:sp>
        <p:nvSpPr>
          <p:cNvPr id="5298" name="Google Shape;5298;p170"/>
          <p:cNvSpPr/>
          <p:nvPr/>
        </p:nvSpPr>
        <p:spPr>
          <a:xfrm>
            <a:off x="7653242" y="753545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299" name="Google Shape;5299;p170"/>
          <p:cNvSpPr txBox="1"/>
          <p:nvPr/>
        </p:nvSpPr>
        <p:spPr>
          <a:xfrm>
            <a:off x="7811494" y="7510851"/>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a:t>
            </a:r>
            <a:endParaRPr i="0" sz="800" u="none" cap="none" strike="noStrike">
              <a:latin typeface="Salesforce Sans"/>
              <a:ea typeface="Salesforce Sans"/>
              <a:cs typeface="Salesforce Sans"/>
              <a:sym typeface="Salesforce Sans"/>
            </a:endParaRPr>
          </a:p>
        </p:txBody>
      </p:sp>
      <p:sp>
        <p:nvSpPr>
          <p:cNvPr id="5300" name="Google Shape;5300;p170"/>
          <p:cNvSpPr/>
          <p:nvPr/>
        </p:nvSpPr>
        <p:spPr>
          <a:xfrm>
            <a:off x="7653242" y="810103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1" name="Google Shape;5301;p170"/>
          <p:cNvSpPr txBox="1"/>
          <p:nvPr/>
        </p:nvSpPr>
        <p:spPr>
          <a:xfrm>
            <a:off x="7801975" y="8076432"/>
            <a:ext cx="2089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&amp; Troubleshooting</a:t>
            </a:r>
            <a:endParaRPr i="0" sz="800" u="none" cap="none" strike="noStrike">
              <a:latin typeface="Salesforce Sans"/>
              <a:ea typeface="Salesforce Sans"/>
              <a:cs typeface="Salesforce Sans"/>
              <a:sym typeface="Salesforce Sans"/>
            </a:endParaRPr>
          </a:p>
        </p:txBody>
      </p:sp>
      <p:sp>
        <p:nvSpPr>
          <p:cNvPr id="5302" name="Google Shape;5302;p170"/>
          <p:cNvSpPr/>
          <p:nvPr/>
        </p:nvSpPr>
        <p:spPr>
          <a:xfrm>
            <a:off x="7653242" y="82752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8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03" name="Google Shape;5303;p170"/>
          <p:cNvSpPr txBox="1"/>
          <p:nvPr/>
        </p:nvSpPr>
        <p:spPr>
          <a:xfrm>
            <a:off x="7801969" y="8250679"/>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Knowledge</a:t>
            </a:r>
            <a:endParaRPr i="0" sz="800" u="none" cap="none" strike="noStrike">
              <a:latin typeface="Salesforce Sans"/>
              <a:ea typeface="Salesforce Sans"/>
              <a:cs typeface="Salesforce Sans"/>
              <a:sym typeface="Salesforce Sans"/>
            </a:endParaRPr>
          </a:p>
        </p:txBody>
      </p:sp>
      <p:sp>
        <p:nvSpPr>
          <p:cNvPr id="5304" name="Google Shape;5304;p170"/>
          <p:cNvSpPr/>
          <p:nvPr/>
        </p:nvSpPr>
        <p:spPr>
          <a:xfrm>
            <a:off x="6401215" y="7903826"/>
            <a:ext cx="8154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Helpdesk</a:t>
            </a:r>
            <a:endParaRPr b="1" i="0" sz="900" u="none" cap="none" strike="noStrike">
              <a:solidFill>
                <a:srgbClr val="066AFE"/>
              </a:solidFill>
              <a:latin typeface="Salesforce Sans"/>
              <a:ea typeface="Salesforce Sans"/>
              <a:cs typeface="Salesforce Sans"/>
              <a:sym typeface="Salesforce Sans"/>
            </a:endParaRPr>
          </a:p>
        </p:txBody>
      </p:sp>
      <p:sp>
        <p:nvSpPr>
          <p:cNvPr id="5305" name="Google Shape;5305;p170"/>
          <p:cNvSpPr/>
          <p:nvPr/>
        </p:nvSpPr>
        <p:spPr>
          <a:xfrm>
            <a:off x="6401215" y="7196106"/>
            <a:ext cx="8928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Technology Modernization</a:t>
            </a:r>
            <a:endParaRPr b="1" i="0" sz="900" u="none" cap="none" strike="noStrike">
              <a:solidFill>
                <a:srgbClr val="066AFE"/>
              </a:solidFill>
              <a:latin typeface="Salesforce Sans"/>
              <a:ea typeface="Salesforce Sans"/>
              <a:cs typeface="Salesforce Sans"/>
              <a:sym typeface="Salesforce Sans"/>
            </a:endParaRPr>
          </a:p>
        </p:txBody>
      </p:sp>
      <p:sp>
        <p:nvSpPr>
          <p:cNvPr id="5306" name="Google Shape;5306;p170"/>
          <p:cNvSpPr txBox="1"/>
          <p:nvPr/>
        </p:nvSpPr>
        <p:spPr>
          <a:xfrm>
            <a:off x="7811494" y="3884148"/>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Compliance Guardrails</a:t>
            </a:r>
            <a:endParaRPr i="0" sz="800" u="none" cap="none" strike="noStrike">
              <a:latin typeface="Salesforce Sans"/>
              <a:ea typeface="Salesforce Sans"/>
              <a:cs typeface="Salesforce Sans"/>
              <a:sym typeface="Salesforce Sans"/>
            </a:endParaRPr>
          </a:p>
        </p:txBody>
      </p:sp>
      <p:sp>
        <p:nvSpPr>
          <p:cNvPr id="5307" name="Google Shape;5307;p170"/>
          <p:cNvSpPr txBox="1"/>
          <p:nvPr/>
        </p:nvSpPr>
        <p:spPr>
          <a:xfrm>
            <a:off x="7811494" y="3570302"/>
            <a:ext cx="2326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Onboarding </a:t>
            </a:r>
            <a:endParaRPr i="0" sz="800" u="none" cap="none" strike="noStrike">
              <a:latin typeface="Salesforce Sans"/>
              <a:ea typeface="Salesforce Sans"/>
              <a:cs typeface="Salesforce Sans"/>
              <a:sym typeface="Salesforce Sans"/>
            </a:endParaRPr>
          </a:p>
        </p:txBody>
      </p:sp>
      <p:sp>
        <p:nvSpPr>
          <p:cNvPr id="5308" name="Google Shape;5308;p170"/>
          <p:cNvSpPr/>
          <p:nvPr/>
        </p:nvSpPr>
        <p:spPr>
          <a:xfrm>
            <a:off x="7653242" y="3594902"/>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09" name="Google Shape;5309;p170"/>
          <p:cNvSpPr txBox="1"/>
          <p:nvPr/>
        </p:nvSpPr>
        <p:spPr>
          <a:xfrm>
            <a:off x="7811294" y="6260866"/>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Disaster Recovery</a:t>
            </a:r>
            <a:endParaRPr i="0" sz="800" u="none" cap="none" strike="noStrike">
              <a:latin typeface="Salesforce Sans"/>
              <a:ea typeface="Salesforce Sans"/>
              <a:cs typeface="Salesforce Sans"/>
              <a:sym typeface="Salesforce Sans"/>
            </a:endParaRPr>
          </a:p>
        </p:txBody>
      </p:sp>
      <p:sp>
        <p:nvSpPr>
          <p:cNvPr id="5310" name="Google Shape;5310;p170"/>
          <p:cNvSpPr txBox="1"/>
          <p:nvPr/>
        </p:nvSpPr>
        <p:spPr>
          <a:xfrm>
            <a:off x="7823994" y="641788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 </a:t>
            </a:r>
            <a:endParaRPr i="0" sz="800" u="none" cap="none" strike="noStrike">
              <a:latin typeface="Salesforce Sans"/>
              <a:ea typeface="Salesforce Sans"/>
              <a:cs typeface="Salesforce Sans"/>
              <a:sym typeface="Salesforce Sans"/>
            </a:endParaRPr>
          </a:p>
        </p:txBody>
      </p:sp>
      <p:sp>
        <p:nvSpPr>
          <p:cNvPr id="5311" name="Google Shape;5311;p170"/>
          <p:cNvSpPr txBox="1"/>
          <p:nvPr/>
        </p:nvSpPr>
        <p:spPr>
          <a:xfrm>
            <a:off x="7811294" y="610384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Continuity Planning</a:t>
            </a:r>
            <a:endParaRPr i="0" sz="800" u="none" cap="none" strike="noStrike">
              <a:latin typeface="Salesforce Sans"/>
              <a:ea typeface="Salesforce Sans"/>
              <a:cs typeface="Salesforce Sans"/>
              <a:sym typeface="Salesforce Sans"/>
            </a:endParaRPr>
          </a:p>
        </p:txBody>
      </p:sp>
      <p:sp>
        <p:nvSpPr>
          <p:cNvPr id="5312" name="Google Shape;5312;p170"/>
          <p:cNvSpPr txBox="1"/>
          <p:nvPr/>
        </p:nvSpPr>
        <p:spPr>
          <a:xfrm>
            <a:off x="7823994" y="6574912"/>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 </a:t>
            </a:r>
            <a:endParaRPr i="0" sz="800" u="none" cap="none" strike="noStrike">
              <a:latin typeface="Salesforce Sans"/>
              <a:ea typeface="Salesforce Sans"/>
              <a:cs typeface="Salesforce Sans"/>
              <a:sym typeface="Salesforce Sans"/>
            </a:endParaRPr>
          </a:p>
        </p:txBody>
      </p:sp>
      <p:sp>
        <p:nvSpPr>
          <p:cNvPr id="5313" name="Google Shape;5313;p170"/>
          <p:cNvSpPr txBox="1"/>
          <p:nvPr/>
        </p:nvSpPr>
        <p:spPr>
          <a:xfrm>
            <a:off x="7807494" y="6964910"/>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Offensive Security Testing</a:t>
            </a:r>
            <a:endParaRPr i="0" sz="800" u="none" cap="none" strike="noStrike">
              <a:latin typeface="Salesforce Sans"/>
              <a:ea typeface="Salesforce Sans"/>
              <a:cs typeface="Salesforce Sans"/>
              <a:sym typeface="Salesforce Sans"/>
            </a:endParaRPr>
          </a:p>
        </p:txBody>
      </p:sp>
      <p:sp>
        <p:nvSpPr>
          <p:cNvPr id="5314" name="Google Shape;5314;p170"/>
          <p:cNvSpPr txBox="1"/>
          <p:nvPr/>
        </p:nvSpPr>
        <p:spPr>
          <a:xfrm>
            <a:off x="7813844" y="6807539"/>
            <a:ext cx="238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Access &amp; Security Policy Creation</a:t>
            </a:r>
            <a:endParaRPr i="0" sz="800" u="none" cap="none" strike="noStrike">
              <a:latin typeface="Salesforce Sans"/>
              <a:ea typeface="Salesforce Sans"/>
              <a:cs typeface="Salesforce Sans"/>
              <a:sym typeface="Salesforce Sans"/>
            </a:endParaRPr>
          </a:p>
        </p:txBody>
      </p:sp>
      <p:sp>
        <p:nvSpPr>
          <p:cNvPr id="5315" name="Google Shape;5315;p170"/>
          <p:cNvSpPr/>
          <p:nvPr/>
        </p:nvSpPr>
        <p:spPr>
          <a:xfrm>
            <a:off x="6401215" y="6113367"/>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Infra Operations</a:t>
            </a:r>
            <a:endParaRPr b="1" i="0" sz="900" u="none" cap="none" strike="noStrike">
              <a:solidFill>
                <a:srgbClr val="066AFE"/>
              </a:solidFill>
              <a:latin typeface="Salesforce Sans"/>
              <a:ea typeface="Salesforce Sans"/>
              <a:cs typeface="Salesforce Sans"/>
              <a:sym typeface="Salesforce Sans"/>
            </a:endParaRPr>
          </a:p>
        </p:txBody>
      </p:sp>
      <p:sp>
        <p:nvSpPr>
          <p:cNvPr id="5316" name="Google Shape;5316;p170"/>
          <p:cNvSpPr/>
          <p:nvPr/>
        </p:nvSpPr>
        <p:spPr>
          <a:xfrm>
            <a:off x="6401215" y="6813888"/>
            <a:ext cx="815400" cy="1386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a:t>
            </a:r>
            <a:r>
              <a:rPr b="1" lang="en" sz="900">
                <a:solidFill>
                  <a:srgbClr val="066AFE"/>
                </a:solidFill>
                <a:latin typeface="Salesforce Sans"/>
                <a:ea typeface="Salesforce Sans"/>
                <a:cs typeface="Salesforce Sans"/>
                <a:sym typeface="Salesforce Sans"/>
              </a:rPr>
              <a:t> Security</a:t>
            </a:r>
            <a:endParaRPr b="1" i="0" sz="900" u="none" cap="none" strike="noStrike">
              <a:solidFill>
                <a:srgbClr val="066AFE"/>
              </a:solidFill>
              <a:latin typeface="Salesforce Sans"/>
              <a:ea typeface="Salesforce Sans"/>
              <a:cs typeface="Salesforce Sans"/>
              <a:sym typeface="Salesforce Sans"/>
            </a:endParaRPr>
          </a:p>
        </p:txBody>
      </p:sp>
      <p:sp>
        <p:nvSpPr>
          <p:cNvPr id="5317" name="Google Shape;5317;p170"/>
          <p:cNvSpPr txBox="1"/>
          <p:nvPr/>
        </p:nvSpPr>
        <p:spPr>
          <a:xfrm>
            <a:off x="5042141"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18" name="Google Shape;5318;p170"/>
          <p:cNvSpPr txBox="1"/>
          <p:nvPr/>
        </p:nvSpPr>
        <p:spPr>
          <a:xfrm>
            <a:off x="7814431" y="1768246"/>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Development</a:t>
            </a:r>
            <a:endParaRPr sz="800">
              <a:latin typeface="Salesforce Sans"/>
              <a:ea typeface="Salesforce Sans"/>
              <a:cs typeface="Salesforce Sans"/>
              <a:sym typeface="Salesforce Sans"/>
            </a:endParaRPr>
          </a:p>
        </p:txBody>
      </p:sp>
      <p:sp>
        <p:nvSpPr>
          <p:cNvPr id="5319" name="Google Shape;5319;p170"/>
          <p:cNvSpPr txBox="1"/>
          <p:nvPr/>
        </p:nvSpPr>
        <p:spPr>
          <a:xfrm>
            <a:off x="7814431" y="1611400"/>
            <a:ext cx="19200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Inventory management</a:t>
            </a:r>
            <a:endParaRPr sz="800">
              <a:latin typeface="Salesforce Sans"/>
              <a:ea typeface="Salesforce Sans"/>
              <a:cs typeface="Salesforce Sans"/>
              <a:sym typeface="Salesforce Sans"/>
            </a:endParaRPr>
          </a:p>
        </p:txBody>
      </p:sp>
      <p:sp>
        <p:nvSpPr>
          <p:cNvPr id="5320" name="Google Shape;5320;p170"/>
          <p:cNvSpPr txBox="1"/>
          <p:nvPr/>
        </p:nvSpPr>
        <p:spPr>
          <a:xfrm>
            <a:off x="6406430"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321" name="Google Shape;5321;p170"/>
          <p:cNvGrpSpPr/>
          <p:nvPr/>
        </p:nvGrpSpPr>
        <p:grpSpPr>
          <a:xfrm>
            <a:off x="4927454" y="1635959"/>
            <a:ext cx="1322400" cy="449700"/>
            <a:chOff x="755165" y="1828821"/>
            <a:chExt cx="1322400" cy="449700"/>
          </a:xfrm>
        </p:grpSpPr>
        <p:sp>
          <p:nvSpPr>
            <p:cNvPr id="5322" name="Google Shape;53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3" name="Google Shape;53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Risk &amp; Compliance </a:t>
              </a:r>
              <a:endParaRPr sz="900">
                <a:solidFill>
                  <a:srgbClr val="FFFFFF"/>
                </a:solidFill>
                <a:latin typeface="Avant Garde Demi SFDC"/>
                <a:ea typeface="Avant Garde Demi SFDC"/>
                <a:cs typeface="Avant Garde Demi SFDC"/>
                <a:sym typeface="Avant Garde Demi SFDC"/>
              </a:endParaRPr>
            </a:p>
          </p:txBody>
        </p:sp>
      </p:grpSp>
      <p:sp>
        <p:nvSpPr>
          <p:cNvPr id="5324" name="Google Shape;5324;p170"/>
          <p:cNvSpPr txBox="1"/>
          <p:nvPr/>
        </p:nvSpPr>
        <p:spPr>
          <a:xfrm>
            <a:off x="7816818" y="13335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325" name="Google Shape;5325;p170"/>
          <p:cNvSpPr txBox="1"/>
          <p:nvPr/>
        </p:nvSpPr>
        <p:spPr>
          <a:xfrm>
            <a:off x="6401215" y="1610700"/>
            <a:ext cx="9633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Model Risk Management</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326" name="Google Shape;5326;p170"/>
          <p:cNvGrpSpPr/>
          <p:nvPr/>
        </p:nvGrpSpPr>
        <p:grpSpPr>
          <a:xfrm>
            <a:off x="4927454" y="2134746"/>
            <a:ext cx="1322400" cy="449700"/>
            <a:chOff x="755165" y="1828821"/>
            <a:chExt cx="1322400" cy="449700"/>
          </a:xfrm>
        </p:grpSpPr>
        <p:sp>
          <p:nvSpPr>
            <p:cNvPr id="5327" name="Google Shape;532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28" name="Google Shape;532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Products</a:t>
              </a:r>
              <a:endParaRPr sz="900">
                <a:solidFill>
                  <a:srgbClr val="FFFFFF"/>
                </a:solidFill>
                <a:latin typeface="Avant Garde Demi SFDC"/>
                <a:ea typeface="Avant Garde Demi SFDC"/>
                <a:cs typeface="Avant Garde Demi SFDC"/>
                <a:sym typeface="Avant Garde Demi SFDC"/>
              </a:endParaRPr>
            </a:p>
          </p:txBody>
        </p:sp>
      </p:grpSp>
      <p:grpSp>
        <p:nvGrpSpPr>
          <p:cNvPr id="5329" name="Google Shape;5329;p170"/>
          <p:cNvGrpSpPr/>
          <p:nvPr/>
        </p:nvGrpSpPr>
        <p:grpSpPr>
          <a:xfrm>
            <a:off x="4927454" y="4150296"/>
            <a:ext cx="1322400" cy="449700"/>
            <a:chOff x="755165" y="1828821"/>
            <a:chExt cx="1322400" cy="449700"/>
          </a:xfrm>
        </p:grpSpPr>
        <p:sp>
          <p:nvSpPr>
            <p:cNvPr id="5330" name="Google Shape;5330;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1" name="Google Shape;5331;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grpSp>
        <p:nvGrpSpPr>
          <p:cNvPr id="5332" name="Google Shape;5332;p170"/>
          <p:cNvGrpSpPr/>
          <p:nvPr/>
        </p:nvGrpSpPr>
        <p:grpSpPr>
          <a:xfrm>
            <a:off x="4927454" y="6136146"/>
            <a:ext cx="1322400" cy="449700"/>
            <a:chOff x="755165" y="1828821"/>
            <a:chExt cx="1322400" cy="449700"/>
          </a:xfrm>
        </p:grpSpPr>
        <p:sp>
          <p:nvSpPr>
            <p:cNvPr id="5333" name="Google Shape;5333;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334" name="Google Shape;5334;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Technology</a:t>
              </a:r>
              <a:endParaRPr sz="900">
                <a:solidFill>
                  <a:srgbClr val="FFFFFF"/>
                </a:solidFill>
                <a:latin typeface="Avant Garde Demi SFDC"/>
                <a:ea typeface="Avant Garde Demi SFDC"/>
                <a:cs typeface="Avant Garde Demi SFDC"/>
                <a:sym typeface="Avant Garde Demi SFDC"/>
              </a:endParaRPr>
            </a:p>
          </p:txBody>
        </p:sp>
      </p:grpSp>
      <p:sp>
        <p:nvSpPr>
          <p:cNvPr id="5335" name="Google Shape;5335;p170"/>
          <p:cNvSpPr txBox="1"/>
          <p:nvPr/>
        </p:nvSpPr>
        <p:spPr>
          <a:xfrm>
            <a:off x="9617033"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336" name="Google Shape;5336;p170"/>
          <p:cNvSpPr/>
          <p:nvPr/>
        </p:nvSpPr>
        <p:spPr>
          <a:xfrm>
            <a:off x="12013084" y="9397988"/>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7" name="Google Shape;5337;p170"/>
          <p:cNvSpPr txBox="1"/>
          <p:nvPr/>
        </p:nvSpPr>
        <p:spPr>
          <a:xfrm>
            <a:off x="12177393" y="9364517"/>
            <a:ext cx="18684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t>
            </a:r>
            <a:endParaRPr i="0" sz="800" u="none" cap="none" strike="noStrike">
              <a:latin typeface="Salesforce Sans"/>
              <a:ea typeface="Salesforce Sans"/>
              <a:cs typeface="Salesforce Sans"/>
              <a:sym typeface="Salesforce Sans"/>
            </a:endParaRPr>
          </a:p>
        </p:txBody>
      </p:sp>
      <p:sp>
        <p:nvSpPr>
          <p:cNvPr id="5338" name="Google Shape;5338;p170"/>
          <p:cNvSpPr/>
          <p:nvPr/>
        </p:nvSpPr>
        <p:spPr>
          <a:xfrm>
            <a:off x="12013084" y="78927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39" name="Google Shape;5339;p170"/>
          <p:cNvSpPr/>
          <p:nvPr/>
        </p:nvSpPr>
        <p:spPr>
          <a:xfrm>
            <a:off x="12013084" y="8817796"/>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0" name="Google Shape;5340;p170"/>
          <p:cNvSpPr/>
          <p:nvPr/>
        </p:nvSpPr>
        <p:spPr>
          <a:xfrm>
            <a:off x="12013084" y="8485387"/>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1" name="Google Shape;5341;p170"/>
          <p:cNvSpPr/>
          <p:nvPr/>
        </p:nvSpPr>
        <p:spPr>
          <a:xfrm>
            <a:off x="12013084" y="923012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342" name="Google Shape;5342;p170"/>
          <p:cNvSpPr/>
          <p:nvPr/>
        </p:nvSpPr>
        <p:spPr>
          <a:xfrm>
            <a:off x="12013084" y="8257270"/>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3" name="Google Shape;5343;p170"/>
          <p:cNvSpPr/>
          <p:nvPr/>
        </p:nvSpPr>
        <p:spPr>
          <a:xfrm>
            <a:off x="12013084" y="8651591"/>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44" name="Google Shape;5344;p170"/>
          <p:cNvSpPr txBox="1"/>
          <p:nvPr/>
        </p:nvSpPr>
        <p:spPr>
          <a:xfrm>
            <a:off x="12177400" y="7367810"/>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Skills Assessment</a:t>
            </a:r>
            <a:endParaRPr i="0" sz="800" u="none" cap="none" strike="noStrike">
              <a:latin typeface="Salesforce Sans"/>
              <a:ea typeface="Salesforce Sans"/>
              <a:cs typeface="Salesforce Sans"/>
              <a:sym typeface="Salesforce Sans"/>
            </a:endParaRPr>
          </a:p>
        </p:txBody>
      </p:sp>
      <p:sp>
        <p:nvSpPr>
          <p:cNvPr id="5345" name="Google Shape;5345;p170"/>
          <p:cNvSpPr txBox="1"/>
          <p:nvPr/>
        </p:nvSpPr>
        <p:spPr>
          <a:xfrm>
            <a:off x="12177400" y="764996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5346" name="Google Shape;5346;p170"/>
          <p:cNvSpPr txBox="1"/>
          <p:nvPr/>
        </p:nvSpPr>
        <p:spPr>
          <a:xfrm>
            <a:off x="12177400" y="785930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Reporting</a:t>
            </a:r>
            <a:endParaRPr i="0" sz="800" u="none" cap="none" strike="noStrike">
              <a:latin typeface="Salesforce Sans"/>
              <a:ea typeface="Salesforce Sans"/>
              <a:cs typeface="Salesforce Sans"/>
              <a:sym typeface="Salesforce Sans"/>
            </a:endParaRPr>
          </a:p>
        </p:txBody>
      </p:sp>
      <p:sp>
        <p:nvSpPr>
          <p:cNvPr id="5347" name="Google Shape;5347;p170"/>
          <p:cNvSpPr txBox="1"/>
          <p:nvPr/>
        </p:nvSpPr>
        <p:spPr>
          <a:xfrm>
            <a:off x="12177400" y="8778718"/>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5348" name="Google Shape;5348;p170"/>
          <p:cNvSpPr txBox="1"/>
          <p:nvPr/>
        </p:nvSpPr>
        <p:spPr>
          <a:xfrm>
            <a:off x="12177400" y="8450042"/>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5349" name="Google Shape;5349;p170"/>
          <p:cNvSpPr txBox="1"/>
          <p:nvPr/>
        </p:nvSpPr>
        <p:spPr>
          <a:xfrm>
            <a:off x="12177400" y="9196663"/>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350" name="Google Shape;5350;p170"/>
          <p:cNvSpPr txBox="1"/>
          <p:nvPr/>
        </p:nvSpPr>
        <p:spPr>
          <a:xfrm>
            <a:off x="12177400" y="9019276"/>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5351" name="Google Shape;5351;p170"/>
          <p:cNvSpPr txBox="1"/>
          <p:nvPr/>
        </p:nvSpPr>
        <p:spPr>
          <a:xfrm>
            <a:off x="12177400" y="822379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5352" name="Google Shape;5352;p170"/>
          <p:cNvSpPr txBox="1"/>
          <p:nvPr/>
        </p:nvSpPr>
        <p:spPr>
          <a:xfrm>
            <a:off x="12177400" y="8614380"/>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5353" name="Google Shape;5353;p170"/>
          <p:cNvSpPr/>
          <p:nvPr/>
        </p:nvSpPr>
        <p:spPr>
          <a:xfrm>
            <a:off x="10976107" y="737407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354" name="Google Shape;5354;p170"/>
          <p:cNvSpPr/>
          <p:nvPr/>
        </p:nvSpPr>
        <p:spPr>
          <a:xfrm>
            <a:off x="10976107" y="9030426"/>
            <a:ext cx="8736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M</a:t>
            </a:r>
            <a:r>
              <a:rPr b="1" lang="en" sz="900">
                <a:solidFill>
                  <a:srgbClr val="066AFE"/>
                </a:solidFill>
                <a:latin typeface="Salesforce Sans"/>
                <a:ea typeface="Salesforce Sans"/>
                <a:cs typeface="Salesforce Sans"/>
                <a:sym typeface="Salesforce Sans"/>
              </a:rPr>
              <a:t>anagement &amp;</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5355" name="Google Shape;5355;p170"/>
          <p:cNvSpPr/>
          <p:nvPr/>
        </p:nvSpPr>
        <p:spPr>
          <a:xfrm>
            <a:off x="10976107" y="8233907"/>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a:t>
            </a:r>
            <a:endParaRPr b="1" i="0" sz="900" u="none" cap="none" strike="noStrike">
              <a:solidFill>
                <a:srgbClr val="066AFE"/>
              </a:solidFill>
              <a:latin typeface="Salesforce Sans"/>
              <a:ea typeface="Salesforce Sans"/>
              <a:cs typeface="Salesforce Sans"/>
              <a:sym typeface="Salesforce Sans"/>
            </a:endParaRPr>
          </a:p>
        </p:txBody>
      </p:sp>
      <p:sp>
        <p:nvSpPr>
          <p:cNvPr id="5356" name="Google Shape;5356;p170"/>
          <p:cNvSpPr/>
          <p:nvPr/>
        </p:nvSpPr>
        <p:spPr>
          <a:xfrm>
            <a:off x="12013084" y="242894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7" name="Google Shape;5357;p170"/>
          <p:cNvSpPr/>
          <p:nvPr/>
        </p:nvSpPr>
        <p:spPr>
          <a:xfrm>
            <a:off x="12013084" y="302183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8" name="Google Shape;5358;p170"/>
          <p:cNvSpPr/>
          <p:nvPr/>
        </p:nvSpPr>
        <p:spPr>
          <a:xfrm>
            <a:off x="12013084" y="330399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59" name="Google Shape;5359;p170"/>
          <p:cNvSpPr/>
          <p:nvPr/>
        </p:nvSpPr>
        <p:spPr>
          <a:xfrm>
            <a:off x="12013084" y="272538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60" name="Google Shape;5360;p170"/>
          <p:cNvSpPr txBox="1"/>
          <p:nvPr/>
        </p:nvSpPr>
        <p:spPr>
          <a:xfrm>
            <a:off x="12177400" y="2404977"/>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Authentication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Access Mgmt. </a:t>
            </a:r>
            <a:endParaRPr i="0" sz="800" u="none" cap="none" strike="noStrike">
              <a:latin typeface="Salesforce Sans"/>
              <a:ea typeface="Salesforce Sans"/>
              <a:cs typeface="Salesforce Sans"/>
              <a:sym typeface="Salesforce Sans"/>
            </a:endParaRPr>
          </a:p>
        </p:txBody>
      </p:sp>
      <p:sp>
        <p:nvSpPr>
          <p:cNvPr id="5361" name="Google Shape;5361;p170"/>
          <p:cNvSpPr txBox="1"/>
          <p:nvPr/>
        </p:nvSpPr>
        <p:spPr>
          <a:xfrm>
            <a:off x="12177400" y="304549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Personalized Engagement </a:t>
            </a:r>
            <a:endParaRPr i="0" sz="800" u="none" cap="none" strike="noStrike">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&amp; Recommendations</a:t>
            </a:r>
            <a:endParaRPr i="0" sz="800" u="none" cap="none" strike="noStrike">
              <a:latin typeface="Salesforce Sans"/>
              <a:ea typeface="Salesforce Sans"/>
              <a:cs typeface="Salesforce Sans"/>
              <a:sym typeface="Salesforce Sans"/>
            </a:endParaRPr>
          </a:p>
        </p:txBody>
      </p:sp>
      <p:sp>
        <p:nvSpPr>
          <p:cNvPr id="5362" name="Google Shape;5362;p170"/>
          <p:cNvSpPr txBox="1"/>
          <p:nvPr/>
        </p:nvSpPr>
        <p:spPr>
          <a:xfrm>
            <a:off x="12177400" y="3270506"/>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Feedback &amp; Monitoring </a:t>
            </a:r>
            <a:endParaRPr i="0" sz="800" u="none" cap="none" strike="noStrike">
              <a:latin typeface="Salesforce Sans"/>
              <a:ea typeface="Salesforce Sans"/>
              <a:cs typeface="Salesforce Sans"/>
              <a:sym typeface="Salesforce Sans"/>
            </a:endParaRPr>
          </a:p>
        </p:txBody>
      </p:sp>
      <p:sp>
        <p:nvSpPr>
          <p:cNvPr id="5363" name="Google Shape;5363;p170"/>
          <p:cNvSpPr txBox="1"/>
          <p:nvPr/>
        </p:nvSpPr>
        <p:spPr>
          <a:xfrm>
            <a:off x="12177400" y="2691899"/>
            <a:ext cx="13527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Transaction Execution </a:t>
            </a:r>
            <a:br>
              <a:rPr i="0" lang="en" sz="800" u="none" cap="none" strike="noStrike">
                <a:latin typeface="Salesforce Sans"/>
                <a:ea typeface="Salesforce Sans"/>
                <a:cs typeface="Salesforce Sans"/>
                <a:sym typeface="Salesforce Sans"/>
              </a:rPr>
            </a:br>
            <a:r>
              <a:rPr i="0" lang="en" sz="800" u="none" cap="none" strike="noStrike">
                <a:latin typeface="Salesforce Sans"/>
                <a:ea typeface="Salesforce Sans"/>
                <a:cs typeface="Salesforce Sans"/>
                <a:sym typeface="Salesforce Sans"/>
              </a:rPr>
              <a:t>&amp; Service Requests</a:t>
            </a:r>
            <a:endParaRPr i="0" sz="800" u="none" cap="none" strike="noStrike">
              <a:latin typeface="Salesforce Sans"/>
              <a:ea typeface="Salesforce Sans"/>
              <a:cs typeface="Salesforce Sans"/>
              <a:sym typeface="Salesforce Sans"/>
            </a:endParaRPr>
          </a:p>
        </p:txBody>
      </p:sp>
      <p:sp>
        <p:nvSpPr>
          <p:cNvPr id="5364" name="Google Shape;5364;p170"/>
          <p:cNvSpPr/>
          <p:nvPr/>
        </p:nvSpPr>
        <p:spPr>
          <a:xfrm>
            <a:off x="12013084"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5" name="Google Shape;5365;p170"/>
          <p:cNvSpPr/>
          <p:nvPr/>
        </p:nvSpPr>
        <p:spPr>
          <a:xfrm>
            <a:off x="12013084" y="1817804"/>
            <a:ext cx="79200" cy="792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6" name="Google Shape;5366;p170"/>
          <p:cNvSpPr/>
          <p:nvPr/>
        </p:nvSpPr>
        <p:spPr>
          <a:xfrm>
            <a:off x="12013084" y="218698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7" name="Google Shape;5367;p170"/>
          <p:cNvSpPr/>
          <p:nvPr/>
        </p:nvSpPr>
        <p:spPr>
          <a:xfrm>
            <a:off x="12013084" y="200817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368" name="Google Shape;5368;p170"/>
          <p:cNvSpPr txBox="1"/>
          <p:nvPr/>
        </p:nvSpPr>
        <p:spPr>
          <a:xfrm>
            <a:off x="12177400" y="1593917"/>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369" name="Google Shape;5369;p170"/>
          <p:cNvSpPr txBox="1"/>
          <p:nvPr/>
        </p:nvSpPr>
        <p:spPr>
          <a:xfrm>
            <a:off x="12177400" y="1779653"/>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 </a:t>
            </a:r>
            <a:endParaRPr i="0" sz="800" u="none" cap="none" strike="noStrike">
              <a:latin typeface="Salesforce Sans"/>
              <a:ea typeface="Salesforce Sans"/>
              <a:cs typeface="Salesforce Sans"/>
              <a:sym typeface="Salesforce Sans"/>
            </a:endParaRPr>
          </a:p>
        </p:txBody>
      </p:sp>
      <p:sp>
        <p:nvSpPr>
          <p:cNvPr id="5370" name="Google Shape;5370;p170"/>
          <p:cNvSpPr txBox="1"/>
          <p:nvPr/>
        </p:nvSpPr>
        <p:spPr>
          <a:xfrm>
            <a:off x="12177400" y="2151124"/>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5371" name="Google Shape;5371;p170"/>
          <p:cNvSpPr txBox="1"/>
          <p:nvPr/>
        </p:nvSpPr>
        <p:spPr>
          <a:xfrm>
            <a:off x="12177400" y="1965389"/>
            <a:ext cx="13626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Sentiment Analysis</a:t>
            </a:r>
            <a:endParaRPr i="0" sz="800" u="none" cap="none" strike="noStrike">
              <a:latin typeface="Salesforce Sans"/>
              <a:ea typeface="Salesforce Sans"/>
              <a:cs typeface="Salesforce Sans"/>
              <a:sym typeface="Salesforce Sans"/>
            </a:endParaRPr>
          </a:p>
        </p:txBody>
      </p:sp>
      <p:sp>
        <p:nvSpPr>
          <p:cNvPr id="5372" name="Google Shape;5372;p170"/>
          <p:cNvSpPr/>
          <p:nvPr/>
        </p:nvSpPr>
        <p:spPr>
          <a:xfrm>
            <a:off x="10976107" y="3517445"/>
            <a:ext cx="841200" cy="692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lang="en" sz="900">
                <a:solidFill>
                  <a:srgbClr val="066AFE"/>
                </a:solidFill>
                <a:latin typeface="Salesforce Sans"/>
                <a:ea typeface="Salesforce Sans"/>
                <a:cs typeface="Salesforce Sans"/>
                <a:sym typeface="Salesforce Sans"/>
              </a:rPr>
              <a:t>Banking Service</a:t>
            </a:r>
            <a:endParaRPr b="1" i="0" sz="900" u="none" cap="none" strike="noStrike">
              <a:solidFill>
                <a:srgbClr val="066AFE"/>
              </a:solidFill>
              <a:latin typeface="Salesforce Sans"/>
              <a:ea typeface="Salesforce Sans"/>
              <a:cs typeface="Salesforce Sans"/>
              <a:sym typeface="Salesforce Sans"/>
            </a:endParaRPr>
          </a:p>
        </p:txBody>
      </p:sp>
      <p:sp>
        <p:nvSpPr>
          <p:cNvPr id="5373" name="Google Shape;5373;p170"/>
          <p:cNvSpPr/>
          <p:nvPr/>
        </p:nvSpPr>
        <p:spPr>
          <a:xfrm>
            <a:off x="12013084" y="354449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4" name="Google Shape;5374;p170"/>
          <p:cNvSpPr txBox="1"/>
          <p:nvPr/>
        </p:nvSpPr>
        <p:spPr>
          <a:xfrm>
            <a:off x="12177400" y="35109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Frequently Asked Questions</a:t>
            </a:r>
            <a:endParaRPr i="0" sz="800" u="none" cap="none" strike="noStrike">
              <a:latin typeface="Salesforce Sans"/>
              <a:ea typeface="Salesforce Sans"/>
              <a:cs typeface="Salesforce Sans"/>
              <a:sym typeface="Salesforce Sans"/>
            </a:endParaRPr>
          </a:p>
        </p:txBody>
      </p:sp>
      <p:sp>
        <p:nvSpPr>
          <p:cNvPr id="5375" name="Google Shape;5375;p170"/>
          <p:cNvSpPr/>
          <p:nvPr/>
        </p:nvSpPr>
        <p:spPr>
          <a:xfrm>
            <a:off x="12013084" y="37298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6" name="Google Shape;5376;p170"/>
          <p:cNvSpPr txBox="1"/>
          <p:nvPr/>
        </p:nvSpPr>
        <p:spPr>
          <a:xfrm>
            <a:off x="12177400" y="369633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View Balances &amp; Transactions</a:t>
            </a:r>
            <a:endParaRPr i="0" sz="800" u="none" cap="none" strike="noStrike">
              <a:latin typeface="Salesforce Sans"/>
              <a:ea typeface="Salesforce Sans"/>
              <a:cs typeface="Salesforce Sans"/>
              <a:sym typeface="Salesforce Sans"/>
            </a:endParaRPr>
          </a:p>
        </p:txBody>
      </p:sp>
      <p:sp>
        <p:nvSpPr>
          <p:cNvPr id="5377" name="Google Shape;5377;p170"/>
          <p:cNvSpPr/>
          <p:nvPr/>
        </p:nvSpPr>
        <p:spPr>
          <a:xfrm>
            <a:off x="12013084" y="390548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78" name="Google Shape;5378;p170"/>
          <p:cNvSpPr txBox="1"/>
          <p:nvPr/>
        </p:nvSpPr>
        <p:spPr>
          <a:xfrm>
            <a:off x="12177400" y="387199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Transfer Funds</a:t>
            </a:r>
            <a:endParaRPr i="0" sz="800" u="none" cap="none" strike="noStrike">
              <a:latin typeface="Salesforce Sans"/>
              <a:ea typeface="Salesforce Sans"/>
              <a:cs typeface="Salesforce Sans"/>
              <a:sym typeface="Salesforce Sans"/>
            </a:endParaRPr>
          </a:p>
        </p:txBody>
      </p:sp>
      <p:sp>
        <p:nvSpPr>
          <p:cNvPr id="5379" name="Google Shape;5379;p170"/>
          <p:cNvSpPr/>
          <p:nvPr/>
        </p:nvSpPr>
        <p:spPr>
          <a:xfrm>
            <a:off x="12013084" y="409082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0" name="Google Shape;5380;p170"/>
          <p:cNvSpPr txBox="1"/>
          <p:nvPr/>
        </p:nvSpPr>
        <p:spPr>
          <a:xfrm>
            <a:off x="12177400" y="40573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Credit Card Bill Payment</a:t>
            </a:r>
            <a:endParaRPr i="0" sz="800" u="none" cap="none" strike="noStrike">
              <a:latin typeface="Salesforce Sans"/>
              <a:ea typeface="Salesforce Sans"/>
              <a:cs typeface="Salesforce Sans"/>
              <a:sym typeface="Salesforce Sans"/>
            </a:endParaRPr>
          </a:p>
        </p:txBody>
      </p:sp>
      <p:sp>
        <p:nvSpPr>
          <p:cNvPr id="5381" name="Google Shape;5381;p170"/>
          <p:cNvSpPr/>
          <p:nvPr/>
        </p:nvSpPr>
        <p:spPr>
          <a:xfrm>
            <a:off x="12013084" y="428622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2" name="Google Shape;5382;p170"/>
          <p:cNvSpPr txBox="1"/>
          <p:nvPr/>
        </p:nvSpPr>
        <p:spPr>
          <a:xfrm>
            <a:off x="12177400" y="42527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Loan Payment</a:t>
            </a:r>
            <a:endParaRPr i="0" sz="800" u="none" cap="none" strike="noStrike">
              <a:latin typeface="Salesforce Sans"/>
              <a:ea typeface="Salesforce Sans"/>
              <a:cs typeface="Salesforce Sans"/>
              <a:sym typeface="Salesforce Sans"/>
            </a:endParaRPr>
          </a:p>
        </p:txBody>
      </p:sp>
      <p:sp>
        <p:nvSpPr>
          <p:cNvPr id="5383" name="Google Shape;5383;p170"/>
          <p:cNvSpPr/>
          <p:nvPr/>
        </p:nvSpPr>
        <p:spPr>
          <a:xfrm>
            <a:off x="12013084" y="447156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4" name="Google Shape;5384;p170"/>
          <p:cNvSpPr txBox="1"/>
          <p:nvPr/>
        </p:nvSpPr>
        <p:spPr>
          <a:xfrm>
            <a:off x="12177400" y="443806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Payment</a:t>
            </a:r>
            <a:endParaRPr i="0" sz="800" u="none" cap="none" strike="noStrike">
              <a:latin typeface="Salesforce Sans"/>
              <a:ea typeface="Salesforce Sans"/>
              <a:cs typeface="Salesforce Sans"/>
              <a:sym typeface="Salesforce Sans"/>
            </a:endParaRPr>
          </a:p>
        </p:txBody>
      </p:sp>
      <p:sp>
        <p:nvSpPr>
          <p:cNvPr id="5385" name="Google Shape;5385;p170"/>
          <p:cNvSpPr/>
          <p:nvPr/>
        </p:nvSpPr>
        <p:spPr>
          <a:xfrm>
            <a:off x="12013084" y="464721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6" name="Google Shape;5386;p170"/>
          <p:cNvSpPr txBox="1"/>
          <p:nvPr/>
        </p:nvSpPr>
        <p:spPr>
          <a:xfrm>
            <a:off x="12177400" y="461372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One Time ACH-Deposit</a:t>
            </a:r>
            <a:endParaRPr i="0" sz="800" u="none" cap="none" strike="noStrike">
              <a:latin typeface="Salesforce Sans"/>
              <a:ea typeface="Salesforce Sans"/>
              <a:cs typeface="Salesforce Sans"/>
              <a:sym typeface="Salesforce Sans"/>
            </a:endParaRPr>
          </a:p>
        </p:txBody>
      </p:sp>
      <p:sp>
        <p:nvSpPr>
          <p:cNvPr id="5387" name="Google Shape;5387;p170"/>
          <p:cNvSpPr/>
          <p:nvPr/>
        </p:nvSpPr>
        <p:spPr>
          <a:xfrm>
            <a:off x="12013084" y="483255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88" name="Google Shape;5388;p170"/>
          <p:cNvSpPr txBox="1"/>
          <p:nvPr/>
        </p:nvSpPr>
        <p:spPr>
          <a:xfrm>
            <a:off x="12177400" y="479906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Dispute Intake</a:t>
            </a:r>
            <a:endParaRPr i="0" sz="800" u="none" cap="none" strike="noStrike">
              <a:latin typeface="Salesforce Sans"/>
              <a:ea typeface="Salesforce Sans"/>
              <a:cs typeface="Salesforce Sans"/>
              <a:sym typeface="Salesforce Sans"/>
            </a:endParaRPr>
          </a:p>
        </p:txBody>
      </p:sp>
      <p:sp>
        <p:nvSpPr>
          <p:cNvPr id="5389" name="Google Shape;5389;p170"/>
          <p:cNvSpPr/>
          <p:nvPr/>
        </p:nvSpPr>
        <p:spPr>
          <a:xfrm>
            <a:off x="12013084" y="502664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0" name="Google Shape;5390;p170"/>
          <p:cNvSpPr txBox="1"/>
          <p:nvPr/>
        </p:nvSpPr>
        <p:spPr>
          <a:xfrm>
            <a:off x="12177400" y="499315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Secure PIN Services</a:t>
            </a:r>
            <a:endParaRPr i="0" sz="800" u="none" cap="none" strike="noStrike">
              <a:latin typeface="Salesforce Sans"/>
              <a:ea typeface="Salesforce Sans"/>
              <a:cs typeface="Salesforce Sans"/>
              <a:sym typeface="Salesforce Sans"/>
            </a:endParaRPr>
          </a:p>
        </p:txBody>
      </p:sp>
      <p:sp>
        <p:nvSpPr>
          <p:cNvPr id="5391" name="Google Shape;5391;p170"/>
          <p:cNvSpPr/>
          <p:nvPr/>
        </p:nvSpPr>
        <p:spPr>
          <a:xfrm>
            <a:off x="12013084" y="521197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2" name="Google Shape;5392;p170"/>
          <p:cNvSpPr txBox="1"/>
          <p:nvPr/>
        </p:nvSpPr>
        <p:spPr>
          <a:xfrm>
            <a:off x="12177400" y="51784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Request Loan Payoff</a:t>
            </a:r>
            <a:endParaRPr i="0" sz="800" u="none" cap="none" strike="noStrike">
              <a:latin typeface="Salesforce Sans"/>
              <a:ea typeface="Salesforce Sans"/>
              <a:cs typeface="Salesforce Sans"/>
              <a:sym typeface="Salesforce Sans"/>
            </a:endParaRPr>
          </a:p>
        </p:txBody>
      </p:sp>
      <p:sp>
        <p:nvSpPr>
          <p:cNvPr id="5393" name="Google Shape;5393;p170"/>
          <p:cNvSpPr/>
          <p:nvPr/>
        </p:nvSpPr>
        <p:spPr>
          <a:xfrm>
            <a:off x="12013084" y="538763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4" name="Google Shape;5394;p170"/>
          <p:cNvSpPr txBox="1"/>
          <p:nvPr/>
        </p:nvSpPr>
        <p:spPr>
          <a:xfrm>
            <a:off x="12177400" y="535414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Card Security Lock / Unlock</a:t>
            </a:r>
            <a:endParaRPr i="0" sz="800" u="none" cap="none" strike="noStrike">
              <a:latin typeface="Salesforce Sans"/>
              <a:ea typeface="Salesforce Sans"/>
              <a:cs typeface="Salesforce Sans"/>
              <a:sym typeface="Salesforce Sans"/>
            </a:endParaRPr>
          </a:p>
        </p:txBody>
      </p:sp>
      <p:sp>
        <p:nvSpPr>
          <p:cNvPr id="5395" name="Google Shape;5395;p170"/>
          <p:cNvSpPr/>
          <p:nvPr/>
        </p:nvSpPr>
        <p:spPr>
          <a:xfrm>
            <a:off x="12013084" y="5572972"/>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6" name="Google Shape;5396;p170"/>
          <p:cNvSpPr txBox="1"/>
          <p:nvPr/>
        </p:nvSpPr>
        <p:spPr>
          <a:xfrm>
            <a:off x="12177400" y="553948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Report Lost Card</a:t>
            </a:r>
            <a:endParaRPr i="0" sz="800" u="none" cap="none" strike="noStrike">
              <a:latin typeface="Salesforce Sans"/>
              <a:ea typeface="Salesforce Sans"/>
              <a:cs typeface="Salesforce Sans"/>
              <a:sym typeface="Salesforce Sans"/>
            </a:endParaRPr>
          </a:p>
        </p:txBody>
      </p:sp>
      <p:sp>
        <p:nvSpPr>
          <p:cNvPr id="5397" name="Google Shape;5397;p170"/>
          <p:cNvSpPr/>
          <p:nvPr/>
        </p:nvSpPr>
        <p:spPr>
          <a:xfrm>
            <a:off x="12013084" y="576909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398" name="Google Shape;5398;p170"/>
          <p:cNvSpPr txBox="1"/>
          <p:nvPr/>
        </p:nvSpPr>
        <p:spPr>
          <a:xfrm>
            <a:off x="12177400" y="57356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Travel Notification</a:t>
            </a:r>
            <a:endParaRPr i="0" sz="800" u="none" cap="none" strike="noStrike">
              <a:latin typeface="Salesforce Sans"/>
              <a:ea typeface="Salesforce Sans"/>
              <a:cs typeface="Salesforce Sans"/>
              <a:sym typeface="Salesforce Sans"/>
            </a:endParaRPr>
          </a:p>
        </p:txBody>
      </p:sp>
      <p:sp>
        <p:nvSpPr>
          <p:cNvPr id="5399" name="Google Shape;5399;p170"/>
          <p:cNvSpPr/>
          <p:nvPr/>
        </p:nvSpPr>
        <p:spPr>
          <a:xfrm>
            <a:off x="12013084" y="594474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0" name="Google Shape;5400;p170"/>
          <p:cNvSpPr txBox="1"/>
          <p:nvPr/>
        </p:nvSpPr>
        <p:spPr>
          <a:xfrm>
            <a:off x="12177400" y="591126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Flexible Billing Management</a:t>
            </a:r>
            <a:endParaRPr i="0" sz="800" u="none" cap="none" strike="noStrike">
              <a:latin typeface="Salesforce Sans"/>
              <a:ea typeface="Salesforce Sans"/>
              <a:cs typeface="Salesforce Sans"/>
              <a:sym typeface="Salesforce Sans"/>
            </a:endParaRPr>
          </a:p>
        </p:txBody>
      </p:sp>
      <p:sp>
        <p:nvSpPr>
          <p:cNvPr id="5401" name="Google Shape;5401;p170"/>
          <p:cNvSpPr/>
          <p:nvPr/>
        </p:nvSpPr>
        <p:spPr>
          <a:xfrm>
            <a:off x="12013084" y="613008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2" name="Google Shape;5402;p170"/>
          <p:cNvSpPr txBox="1"/>
          <p:nvPr/>
        </p:nvSpPr>
        <p:spPr>
          <a:xfrm>
            <a:off x="12177400" y="609659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Statement Services</a:t>
            </a:r>
            <a:endParaRPr i="0" sz="800" u="none" cap="none" strike="noStrike">
              <a:latin typeface="Salesforce Sans"/>
              <a:ea typeface="Salesforce Sans"/>
              <a:cs typeface="Salesforce Sans"/>
              <a:sym typeface="Salesforce Sans"/>
            </a:endParaRPr>
          </a:p>
        </p:txBody>
      </p:sp>
      <p:sp>
        <p:nvSpPr>
          <p:cNvPr id="5403" name="Google Shape;5403;p170"/>
          <p:cNvSpPr/>
          <p:nvPr/>
        </p:nvSpPr>
        <p:spPr>
          <a:xfrm>
            <a:off x="12013084" y="6314646"/>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4" name="Google Shape;5404;p170"/>
          <p:cNvSpPr txBox="1"/>
          <p:nvPr/>
        </p:nvSpPr>
        <p:spPr>
          <a:xfrm>
            <a:off x="12177400" y="628116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Fee Reversal</a:t>
            </a:r>
            <a:endParaRPr i="0" sz="800" u="none" cap="none" strike="noStrike">
              <a:latin typeface="Salesforce Sans"/>
              <a:ea typeface="Salesforce Sans"/>
              <a:cs typeface="Salesforce Sans"/>
              <a:sym typeface="Salesforce Sans"/>
            </a:endParaRPr>
          </a:p>
        </p:txBody>
      </p:sp>
      <p:sp>
        <p:nvSpPr>
          <p:cNvPr id="5405" name="Google Shape;5405;p170"/>
          <p:cNvSpPr/>
          <p:nvPr/>
        </p:nvSpPr>
        <p:spPr>
          <a:xfrm>
            <a:off x="12013084" y="651427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6" name="Google Shape;5406;p170"/>
          <p:cNvSpPr txBox="1"/>
          <p:nvPr/>
        </p:nvSpPr>
        <p:spPr>
          <a:xfrm>
            <a:off x="12177400" y="648078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Address Update</a:t>
            </a:r>
            <a:endParaRPr i="0" sz="800" u="none" cap="none" strike="noStrike">
              <a:latin typeface="Salesforce Sans"/>
              <a:ea typeface="Salesforce Sans"/>
              <a:cs typeface="Salesforce Sans"/>
              <a:sym typeface="Salesforce Sans"/>
            </a:endParaRPr>
          </a:p>
        </p:txBody>
      </p:sp>
      <p:sp>
        <p:nvSpPr>
          <p:cNvPr id="5407" name="Google Shape;5407;p170"/>
          <p:cNvSpPr/>
          <p:nvPr/>
        </p:nvSpPr>
        <p:spPr>
          <a:xfrm>
            <a:off x="12013084" y="668992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08" name="Google Shape;5408;p170"/>
          <p:cNvSpPr txBox="1"/>
          <p:nvPr/>
        </p:nvSpPr>
        <p:spPr>
          <a:xfrm>
            <a:off x="12177400" y="665644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Stop Check Payment</a:t>
            </a:r>
            <a:endParaRPr i="0" sz="800" u="none" cap="none" strike="noStrike">
              <a:latin typeface="Salesforce Sans"/>
              <a:ea typeface="Salesforce Sans"/>
              <a:cs typeface="Salesforce Sans"/>
              <a:sym typeface="Salesforce Sans"/>
            </a:endParaRPr>
          </a:p>
        </p:txBody>
      </p:sp>
      <p:sp>
        <p:nvSpPr>
          <p:cNvPr id="5409" name="Google Shape;5409;p170"/>
          <p:cNvSpPr/>
          <p:nvPr/>
        </p:nvSpPr>
        <p:spPr>
          <a:xfrm>
            <a:off x="12013084" y="687526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0" name="Google Shape;5410;p170"/>
          <p:cNvSpPr txBox="1"/>
          <p:nvPr/>
        </p:nvSpPr>
        <p:spPr>
          <a:xfrm>
            <a:off x="12177400" y="684178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Checkbook</a:t>
            </a:r>
            <a:endParaRPr i="0" sz="800" u="none" cap="none" strike="noStrike">
              <a:latin typeface="Salesforce Sans"/>
              <a:ea typeface="Salesforce Sans"/>
              <a:cs typeface="Salesforce Sans"/>
              <a:sym typeface="Salesforce Sans"/>
            </a:endParaRPr>
          </a:p>
        </p:txBody>
      </p:sp>
      <p:sp>
        <p:nvSpPr>
          <p:cNvPr id="5411" name="Google Shape;5411;p170"/>
          <p:cNvSpPr/>
          <p:nvPr/>
        </p:nvSpPr>
        <p:spPr>
          <a:xfrm>
            <a:off x="12013084" y="7057835"/>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12" name="Google Shape;5412;p170"/>
          <p:cNvSpPr txBox="1"/>
          <p:nvPr/>
        </p:nvSpPr>
        <p:spPr>
          <a:xfrm>
            <a:off x="12177400" y="7008832"/>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Complaint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Resolution Assistance</a:t>
            </a:r>
            <a:endParaRPr i="0" sz="800" u="none" cap="none" strike="noStrike">
              <a:latin typeface="Salesforce Sans"/>
              <a:ea typeface="Salesforce Sans"/>
              <a:cs typeface="Salesforce Sans"/>
              <a:sym typeface="Salesforce Sans"/>
            </a:endParaRPr>
          </a:p>
        </p:txBody>
      </p:sp>
      <p:sp>
        <p:nvSpPr>
          <p:cNvPr id="5413" name="Google Shape;5413;p170"/>
          <p:cNvSpPr/>
          <p:nvPr/>
        </p:nvSpPr>
        <p:spPr>
          <a:xfrm>
            <a:off x="12013084" y="7683239"/>
            <a:ext cx="79200" cy="792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14" name="Google Shape;5414;p170"/>
          <p:cNvSpPr/>
          <p:nvPr/>
        </p:nvSpPr>
        <p:spPr>
          <a:xfrm>
            <a:off x="10976107" y="2391929"/>
            <a:ext cx="8154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Digital Self Service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66AFE"/>
              </a:solidFill>
              <a:latin typeface="Salesforce Sans"/>
              <a:ea typeface="Salesforce Sans"/>
              <a:cs typeface="Salesforce Sans"/>
              <a:sym typeface="Salesforce Sans"/>
            </a:endParaRPr>
          </a:p>
        </p:txBody>
      </p:sp>
      <p:sp>
        <p:nvSpPr>
          <p:cNvPr id="5415" name="Google Shape;5415;p170"/>
          <p:cNvSpPr txBox="1"/>
          <p:nvPr/>
        </p:nvSpPr>
        <p:spPr>
          <a:xfrm>
            <a:off x="10981321"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16" name="Google Shape;5416;p170"/>
          <p:cNvGrpSpPr/>
          <p:nvPr/>
        </p:nvGrpSpPr>
        <p:grpSpPr>
          <a:xfrm>
            <a:off x="9502346" y="1635959"/>
            <a:ext cx="1322400" cy="449700"/>
            <a:chOff x="755165" y="1828821"/>
            <a:chExt cx="1322400" cy="449700"/>
          </a:xfrm>
        </p:grpSpPr>
        <p:sp>
          <p:nvSpPr>
            <p:cNvPr id="5417" name="Google Shape;5417;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18" name="Google Shape;5418;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Servicing</a:t>
              </a:r>
              <a:endParaRPr sz="900">
                <a:solidFill>
                  <a:srgbClr val="FFFFFF"/>
                </a:solidFill>
                <a:latin typeface="Avant Garde Demi SFDC"/>
                <a:ea typeface="Avant Garde Demi SFDC"/>
                <a:cs typeface="Avant Garde Demi SFDC"/>
                <a:sym typeface="Avant Garde Demi SFDC"/>
              </a:endParaRPr>
            </a:p>
          </p:txBody>
        </p:sp>
      </p:grpSp>
      <p:sp>
        <p:nvSpPr>
          <p:cNvPr id="5419" name="Google Shape;5419;p170"/>
          <p:cNvSpPr txBox="1"/>
          <p:nvPr/>
        </p:nvSpPr>
        <p:spPr>
          <a:xfrm>
            <a:off x="12179626"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20" name="Google Shape;5420;p170"/>
          <p:cNvSpPr txBox="1"/>
          <p:nvPr/>
        </p:nvSpPr>
        <p:spPr>
          <a:xfrm>
            <a:off x="10976102" y="1610700"/>
            <a:ext cx="9291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Assisted Service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Via Contact </a:t>
            </a:r>
            <a:br>
              <a:rPr b="1" lang="en" sz="900">
                <a:solidFill>
                  <a:srgbClr val="066AFE"/>
                </a:solidFill>
                <a:latin typeface="Salesforce Sans"/>
                <a:ea typeface="Salesforce Sans"/>
                <a:cs typeface="Salesforce Sans"/>
                <a:sym typeface="Salesforce Sans"/>
              </a:rPr>
            </a:br>
            <a:r>
              <a:rPr b="1" lang="en" sz="900">
                <a:solidFill>
                  <a:srgbClr val="066AFE"/>
                </a:solidFill>
                <a:latin typeface="Salesforce Sans"/>
                <a:ea typeface="Salesforce Sans"/>
                <a:cs typeface="Salesforce Sans"/>
                <a:sym typeface="Salesforce Sans"/>
              </a:rPr>
              <a:t>Center</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21" name="Google Shape;5421;p170"/>
          <p:cNvGrpSpPr/>
          <p:nvPr/>
        </p:nvGrpSpPr>
        <p:grpSpPr>
          <a:xfrm>
            <a:off x="9502346" y="7402283"/>
            <a:ext cx="1322400" cy="449700"/>
            <a:chOff x="755165" y="1828821"/>
            <a:chExt cx="1322400" cy="449700"/>
          </a:xfrm>
        </p:grpSpPr>
        <p:sp>
          <p:nvSpPr>
            <p:cNvPr id="5422" name="Google Shape;5422;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23" name="Google Shape;5423;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24" name="Google Shape;5424;p170"/>
          <p:cNvSpPr/>
          <p:nvPr/>
        </p:nvSpPr>
        <p:spPr>
          <a:xfrm>
            <a:off x="15184789" y="5637635"/>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Contract Lifecycle M</a:t>
            </a:r>
            <a:r>
              <a:rPr b="1" lang="en" sz="900">
                <a:solidFill>
                  <a:srgbClr val="066AFE"/>
                </a:solidFill>
                <a:latin typeface="Salesforce Sans"/>
                <a:ea typeface="Salesforce Sans"/>
                <a:cs typeface="Salesforce Sans"/>
                <a:sym typeface="Salesforce Sans"/>
              </a:rPr>
              <a:t>anagement</a:t>
            </a:r>
            <a:endParaRPr b="1" i="0" sz="900" u="none" cap="none" strike="noStrike">
              <a:solidFill>
                <a:srgbClr val="066AFE"/>
              </a:solidFill>
              <a:latin typeface="Salesforce Sans"/>
              <a:ea typeface="Salesforce Sans"/>
              <a:cs typeface="Salesforce Sans"/>
              <a:sym typeface="Salesforce Sans"/>
            </a:endParaRPr>
          </a:p>
        </p:txBody>
      </p:sp>
      <p:sp>
        <p:nvSpPr>
          <p:cNvPr id="5425" name="Google Shape;5425;p170"/>
          <p:cNvSpPr/>
          <p:nvPr/>
        </p:nvSpPr>
        <p:spPr>
          <a:xfrm>
            <a:off x="15184789" y="354082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Finance Op</a:t>
            </a:r>
            <a:r>
              <a:rPr b="1" lang="en" sz="900">
                <a:solidFill>
                  <a:srgbClr val="066AFE"/>
                </a:solidFill>
                <a:latin typeface="Salesforce Sans"/>
                <a:ea typeface="Salesforce Sans"/>
                <a:cs typeface="Salesforce Sans"/>
                <a:sym typeface="Salesforce Sans"/>
              </a:rPr>
              <a:t>erations</a:t>
            </a:r>
            <a:endParaRPr b="1" i="0" sz="900" u="none" cap="none" strike="noStrike">
              <a:solidFill>
                <a:srgbClr val="066AFE"/>
              </a:solidFill>
              <a:latin typeface="Salesforce Sans"/>
              <a:ea typeface="Salesforce Sans"/>
              <a:cs typeface="Salesforce Sans"/>
              <a:sym typeface="Salesforce Sans"/>
            </a:endParaRPr>
          </a:p>
        </p:txBody>
      </p:sp>
      <p:sp>
        <p:nvSpPr>
          <p:cNvPr id="5426" name="Google Shape;5426;p170"/>
          <p:cNvSpPr/>
          <p:nvPr/>
        </p:nvSpPr>
        <p:spPr>
          <a:xfrm>
            <a:off x="15184789" y="2755050"/>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a:t>
            </a:r>
            <a:endParaRPr b="1" i="0" sz="900" u="none" cap="none" strike="noStrike">
              <a:solidFill>
                <a:srgbClr val="066AFE"/>
              </a:solidFill>
              <a:latin typeface="Salesforce Sans"/>
              <a:ea typeface="Salesforce Sans"/>
              <a:cs typeface="Salesforce Sans"/>
              <a:sym typeface="Salesforce Sans"/>
            </a:endParaRPr>
          </a:p>
        </p:txBody>
      </p:sp>
      <p:sp>
        <p:nvSpPr>
          <p:cNvPr id="5427" name="Google Shape;5427;p170"/>
          <p:cNvSpPr/>
          <p:nvPr/>
        </p:nvSpPr>
        <p:spPr>
          <a:xfrm>
            <a:off x="15184789" y="6282095"/>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&amp; Dispute</a:t>
            </a:r>
            <a:endParaRPr b="1" i="0" sz="900" u="none" cap="none" strike="noStrike">
              <a:solidFill>
                <a:srgbClr val="066AFE"/>
              </a:solidFill>
              <a:latin typeface="Salesforce Sans"/>
              <a:ea typeface="Salesforce Sans"/>
              <a:cs typeface="Salesforce Sans"/>
              <a:sym typeface="Salesforce Sans"/>
            </a:endParaRPr>
          </a:p>
        </p:txBody>
      </p:sp>
      <p:sp>
        <p:nvSpPr>
          <p:cNvPr id="5428" name="Google Shape;5428;p170"/>
          <p:cNvSpPr/>
          <p:nvPr/>
        </p:nvSpPr>
        <p:spPr>
          <a:xfrm>
            <a:off x="15184789" y="4238872"/>
            <a:ext cx="841200" cy="277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Comp</a:t>
            </a:r>
            <a:r>
              <a:rPr b="1" lang="en" sz="900">
                <a:solidFill>
                  <a:srgbClr val="066AFE"/>
                </a:solidFill>
                <a:latin typeface="Salesforce Sans"/>
                <a:ea typeface="Salesforce Sans"/>
                <a:cs typeface="Salesforce Sans"/>
                <a:sym typeface="Salesforce Sans"/>
              </a:rPr>
              <a:t>liance</a:t>
            </a:r>
            <a:endParaRPr b="1" i="0" sz="900" u="none" cap="none" strike="noStrike">
              <a:solidFill>
                <a:srgbClr val="066AFE"/>
              </a:solidFill>
              <a:latin typeface="Salesforce Sans"/>
              <a:ea typeface="Salesforce Sans"/>
              <a:cs typeface="Salesforce Sans"/>
              <a:sym typeface="Salesforce Sans"/>
            </a:endParaRPr>
          </a:p>
        </p:txBody>
      </p:sp>
      <p:sp>
        <p:nvSpPr>
          <p:cNvPr id="5429" name="Google Shape;5429;p170"/>
          <p:cNvSpPr/>
          <p:nvPr/>
        </p:nvSpPr>
        <p:spPr>
          <a:xfrm>
            <a:off x="15184789" y="5190103"/>
            <a:ext cx="841200" cy="553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0000"/>
              </a:buClr>
              <a:buSzPts val="10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Generation</a:t>
            </a:r>
            <a:endParaRPr b="1" i="0" sz="900" u="none" cap="none" strike="noStrike">
              <a:solidFill>
                <a:srgbClr val="066AFE"/>
              </a:solidFill>
              <a:latin typeface="Salesforce Sans"/>
              <a:ea typeface="Salesforce Sans"/>
              <a:cs typeface="Salesforce Sans"/>
              <a:sym typeface="Salesforce Sans"/>
            </a:endParaRPr>
          </a:p>
        </p:txBody>
      </p:sp>
      <p:sp>
        <p:nvSpPr>
          <p:cNvPr id="5430" name="Google Shape;5430;p170"/>
          <p:cNvSpPr/>
          <p:nvPr/>
        </p:nvSpPr>
        <p:spPr>
          <a:xfrm>
            <a:off x="15184789" y="6840813"/>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Selection</a:t>
            </a:r>
            <a:endParaRPr b="1" i="0" sz="900" u="none" cap="none" strike="noStrike">
              <a:solidFill>
                <a:srgbClr val="066AFE"/>
              </a:solidFill>
              <a:latin typeface="Salesforce Sans"/>
              <a:ea typeface="Salesforce Sans"/>
              <a:cs typeface="Salesforce Sans"/>
              <a:sym typeface="Salesforce Sans"/>
            </a:endParaRPr>
          </a:p>
        </p:txBody>
      </p:sp>
      <p:sp>
        <p:nvSpPr>
          <p:cNvPr id="5431" name="Google Shape;5431;p170"/>
          <p:cNvSpPr/>
          <p:nvPr/>
        </p:nvSpPr>
        <p:spPr>
          <a:xfrm>
            <a:off x="15184789" y="736451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Onboarding</a:t>
            </a:r>
            <a:endParaRPr b="1" i="0" sz="900" u="none" cap="none" strike="noStrike">
              <a:solidFill>
                <a:srgbClr val="066AFE"/>
              </a:solidFill>
              <a:latin typeface="Salesforce Sans"/>
              <a:ea typeface="Salesforce Sans"/>
              <a:cs typeface="Salesforce Sans"/>
              <a:sym typeface="Salesforce Sans"/>
            </a:endParaRPr>
          </a:p>
        </p:txBody>
      </p:sp>
      <p:sp>
        <p:nvSpPr>
          <p:cNvPr id="5432" name="Google Shape;5432;p170"/>
          <p:cNvSpPr/>
          <p:nvPr/>
        </p:nvSpPr>
        <p:spPr>
          <a:xfrm>
            <a:off x="15184789" y="7897066"/>
            <a:ext cx="841200" cy="41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Collections &amp; Recovery</a:t>
            </a:r>
            <a:endParaRPr b="1" i="0" sz="900" u="none" cap="none" strike="noStrike">
              <a:solidFill>
                <a:srgbClr val="066AFE"/>
              </a:solidFill>
              <a:latin typeface="Salesforce Sans"/>
              <a:ea typeface="Salesforce Sans"/>
              <a:cs typeface="Salesforce Sans"/>
              <a:sym typeface="Salesforce Sans"/>
            </a:endParaRPr>
          </a:p>
        </p:txBody>
      </p:sp>
      <p:sp>
        <p:nvSpPr>
          <p:cNvPr id="5433" name="Google Shape;5433;p170"/>
          <p:cNvSpPr txBox="1"/>
          <p:nvPr/>
        </p:nvSpPr>
        <p:spPr>
          <a:xfrm>
            <a:off x="16339882" y="9381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Extension Requests</a:t>
            </a:r>
            <a:endParaRPr i="0" sz="800" u="none" cap="none" strike="noStrike">
              <a:latin typeface="Salesforce Sans"/>
              <a:ea typeface="Salesforce Sans"/>
              <a:cs typeface="Salesforce Sans"/>
              <a:sym typeface="Salesforce Sans"/>
            </a:endParaRPr>
          </a:p>
        </p:txBody>
      </p:sp>
      <p:sp>
        <p:nvSpPr>
          <p:cNvPr id="5434" name="Google Shape;5434;p170"/>
          <p:cNvSpPr/>
          <p:nvPr/>
        </p:nvSpPr>
        <p:spPr>
          <a:xfrm>
            <a:off x="15184789" y="4961804"/>
            <a:ext cx="841200" cy="175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lang="en" sz="900">
                <a:solidFill>
                  <a:srgbClr val="066AFE"/>
                </a:solidFill>
                <a:latin typeface="Salesforce Sans"/>
                <a:ea typeface="Salesforce Sans"/>
                <a:cs typeface="Salesforce Sans"/>
                <a:sym typeface="Salesforce Sans"/>
              </a:rPr>
              <a:t>Tax &amp; Comp</a:t>
            </a:r>
            <a:endParaRPr b="1" i="0" sz="900" u="none" cap="none" strike="noStrike">
              <a:solidFill>
                <a:srgbClr val="066AFE"/>
              </a:solidFill>
              <a:latin typeface="Salesforce Sans"/>
              <a:ea typeface="Salesforce Sans"/>
              <a:cs typeface="Salesforce Sans"/>
              <a:sym typeface="Salesforce Sans"/>
            </a:endParaRPr>
          </a:p>
        </p:txBody>
      </p:sp>
      <p:sp>
        <p:nvSpPr>
          <p:cNvPr id="5435" name="Google Shape;5435;p170"/>
          <p:cNvSpPr txBox="1"/>
          <p:nvPr/>
        </p:nvSpPr>
        <p:spPr>
          <a:xfrm>
            <a:off x="13825720" y="13335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436" name="Google Shape;5436;p170"/>
          <p:cNvSpPr/>
          <p:nvPr/>
        </p:nvSpPr>
        <p:spPr>
          <a:xfrm>
            <a:off x="16175571" y="7926127"/>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37" name="Google Shape;5437;p170"/>
          <p:cNvSpPr/>
          <p:nvPr/>
        </p:nvSpPr>
        <p:spPr>
          <a:xfrm>
            <a:off x="16175571" y="87273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8" name="Google Shape;5438;p170"/>
          <p:cNvSpPr/>
          <p:nvPr/>
        </p:nvSpPr>
        <p:spPr>
          <a:xfrm>
            <a:off x="16175571" y="820012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39" name="Google Shape;5439;p170"/>
          <p:cNvSpPr/>
          <p:nvPr/>
        </p:nvSpPr>
        <p:spPr>
          <a:xfrm>
            <a:off x="16175571" y="846697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0" name="Google Shape;5440;p170"/>
          <p:cNvSpPr txBox="1"/>
          <p:nvPr/>
        </p:nvSpPr>
        <p:spPr>
          <a:xfrm>
            <a:off x="16339887" y="7669019"/>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Management</a:t>
            </a:r>
            <a:endParaRPr sz="800">
              <a:latin typeface="Salesforce Sans"/>
              <a:ea typeface="Salesforce Sans"/>
              <a:cs typeface="Salesforce Sans"/>
              <a:sym typeface="Salesforce Sans"/>
            </a:endParaRPr>
          </a:p>
        </p:txBody>
      </p:sp>
      <p:sp>
        <p:nvSpPr>
          <p:cNvPr id="5441" name="Google Shape;5441;p170"/>
          <p:cNvSpPr txBox="1"/>
          <p:nvPr/>
        </p:nvSpPr>
        <p:spPr>
          <a:xfrm>
            <a:off x="16339887" y="7892644"/>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Management for Collections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2" name="Google Shape;5442;p170"/>
          <p:cNvSpPr txBox="1"/>
          <p:nvPr/>
        </p:nvSpPr>
        <p:spPr>
          <a:xfrm>
            <a:off x="16339887" y="8688231"/>
            <a:ext cx="1243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Call Script for Collections</a:t>
            </a:r>
            <a:endParaRPr sz="800">
              <a:latin typeface="Salesforce Sans"/>
              <a:ea typeface="Salesforce Sans"/>
              <a:cs typeface="Salesforce Sans"/>
              <a:sym typeface="Salesforce Sans"/>
            </a:endParaRPr>
          </a:p>
        </p:txBody>
      </p:sp>
      <p:sp>
        <p:nvSpPr>
          <p:cNvPr id="5443" name="Google Shape;5443;p170"/>
          <p:cNvSpPr txBox="1"/>
          <p:nvPr/>
        </p:nvSpPr>
        <p:spPr>
          <a:xfrm>
            <a:off x="16339887" y="8166641"/>
            <a:ext cx="1243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Promise-to-Pay Agreements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4" name="Google Shape;5444;p170"/>
          <p:cNvSpPr txBox="1"/>
          <p:nvPr/>
        </p:nvSpPr>
        <p:spPr>
          <a:xfrm>
            <a:off x="16339887" y="842976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Link for Collection Plan</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45" name="Google Shape;5445;p170"/>
          <p:cNvSpPr/>
          <p:nvPr/>
        </p:nvSpPr>
        <p:spPr>
          <a:xfrm>
            <a:off x="16175571" y="277184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6" name="Google Shape;5446;p170"/>
          <p:cNvSpPr/>
          <p:nvPr/>
        </p:nvSpPr>
        <p:spPr>
          <a:xfrm>
            <a:off x="16175571" y="3334490"/>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7" name="Google Shape;5447;p170"/>
          <p:cNvSpPr/>
          <p:nvPr/>
        </p:nvSpPr>
        <p:spPr>
          <a:xfrm>
            <a:off x="16175571" y="35659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8" name="Google Shape;5448;p170"/>
          <p:cNvSpPr/>
          <p:nvPr/>
        </p:nvSpPr>
        <p:spPr>
          <a:xfrm>
            <a:off x="16175571" y="3068286"/>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49" name="Google Shape;5449;p170"/>
          <p:cNvSpPr txBox="1"/>
          <p:nvPr/>
        </p:nvSpPr>
        <p:spPr>
          <a:xfrm>
            <a:off x="16339887" y="2747877"/>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0" name="Google Shape;5450;p170"/>
          <p:cNvSpPr txBox="1"/>
          <p:nvPr/>
        </p:nvSpPr>
        <p:spPr>
          <a:xfrm>
            <a:off x="16339887" y="3309890"/>
            <a:ext cx="13527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451" name="Google Shape;5451;p170"/>
          <p:cNvSpPr txBox="1"/>
          <p:nvPr/>
        </p:nvSpPr>
        <p:spPr>
          <a:xfrm>
            <a:off x="16339888" y="3532438"/>
            <a:ext cx="14184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 </a:t>
            </a:r>
            <a:endParaRPr sz="800">
              <a:latin typeface="Salesforce Sans"/>
              <a:ea typeface="Salesforce Sans"/>
              <a:cs typeface="Salesforce Sans"/>
              <a:sym typeface="Salesforce Sans"/>
            </a:endParaRPr>
          </a:p>
        </p:txBody>
      </p:sp>
      <p:sp>
        <p:nvSpPr>
          <p:cNvPr id="5452" name="Google Shape;5452;p170"/>
          <p:cNvSpPr txBox="1"/>
          <p:nvPr/>
        </p:nvSpPr>
        <p:spPr>
          <a:xfrm>
            <a:off x="16339887" y="3034799"/>
            <a:ext cx="13527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a:p>
            <a:pPr indent="0" lvl="0" marL="0" rtl="0" algn="l">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53" name="Google Shape;5453;p170"/>
          <p:cNvSpPr/>
          <p:nvPr/>
        </p:nvSpPr>
        <p:spPr>
          <a:xfrm>
            <a:off x="16175571" y="162740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4" name="Google Shape;5454;p170"/>
          <p:cNvSpPr/>
          <p:nvPr/>
        </p:nvSpPr>
        <p:spPr>
          <a:xfrm>
            <a:off x="16175571" y="1903529"/>
            <a:ext cx="79200" cy="79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5" name="Google Shape;5455;p170"/>
          <p:cNvSpPr/>
          <p:nvPr/>
        </p:nvSpPr>
        <p:spPr>
          <a:xfrm>
            <a:off x="16175571" y="2174863"/>
            <a:ext cx="79200" cy="79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b="0" i="0" sz="800" u="none" cap="none" strike="noStrike">
              <a:solidFill>
                <a:srgbClr val="FFFFFF"/>
              </a:solidFill>
              <a:latin typeface="Arial"/>
              <a:ea typeface="Arial"/>
              <a:cs typeface="Arial"/>
              <a:sym typeface="Arial"/>
            </a:endParaRPr>
          </a:p>
        </p:txBody>
      </p:sp>
      <p:sp>
        <p:nvSpPr>
          <p:cNvPr id="5456" name="Google Shape;5456;p170"/>
          <p:cNvSpPr txBox="1"/>
          <p:nvPr/>
        </p:nvSpPr>
        <p:spPr>
          <a:xfrm>
            <a:off x="16339888" y="1593925"/>
            <a:ext cx="13239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Benefit Management</a:t>
            </a:r>
            <a:endParaRPr sz="800">
              <a:latin typeface="Salesforce Sans"/>
              <a:ea typeface="Salesforce Sans"/>
              <a:cs typeface="Salesforce Sans"/>
              <a:sym typeface="Salesforce Sans"/>
            </a:endParaRPr>
          </a:p>
        </p:txBody>
      </p:sp>
      <p:sp>
        <p:nvSpPr>
          <p:cNvPr id="5457" name="Google Shape;5457;p170"/>
          <p:cNvSpPr txBox="1"/>
          <p:nvPr/>
        </p:nvSpPr>
        <p:spPr>
          <a:xfrm>
            <a:off x="16339888" y="1865375"/>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Health Monitoring</a:t>
            </a:r>
            <a:endParaRPr sz="800">
              <a:latin typeface="Salesforce Sans"/>
              <a:ea typeface="Salesforce Sans"/>
              <a:cs typeface="Salesforce Sans"/>
              <a:sym typeface="Salesforce Sans"/>
            </a:endParaRPr>
          </a:p>
        </p:txBody>
      </p:sp>
      <p:sp>
        <p:nvSpPr>
          <p:cNvPr id="5458" name="Google Shape;5458;p170"/>
          <p:cNvSpPr txBox="1"/>
          <p:nvPr/>
        </p:nvSpPr>
        <p:spPr>
          <a:xfrm>
            <a:off x="16339888" y="2403550"/>
            <a:ext cx="112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Relations Monitoring</a:t>
            </a:r>
            <a:endParaRPr sz="800">
              <a:latin typeface="Salesforce Sans"/>
              <a:ea typeface="Salesforce Sans"/>
              <a:cs typeface="Salesforce Sans"/>
              <a:sym typeface="Salesforce Sans"/>
            </a:endParaRPr>
          </a:p>
        </p:txBody>
      </p:sp>
      <p:sp>
        <p:nvSpPr>
          <p:cNvPr id="5459" name="Google Shape;5459;p170"/>
          <p:cNvSpPr txBox="1"/>
          <p:nvPr/>
        </p:nvSpPr>
        <p:spPr>
          <a:xfrm>
            <a:off x="16339888" y="2132088"/>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Monitoring</a:t>
            </a:r>
            <a:endParaRPr sz="800">
              <a:latin typeface="Salesforce Sans"/>
              <a:ea typeface="Salesforce Sans"/>
              <a:cs typeface="Salesforce Sans"/>
              <a:sym typeface="Salesforce Sans"/>
            </a:endParaRPr>
          </a:p>
        </p:txBody>
      </p:sp>
      <p:grpSp>
        <p:nvGrpSpPr>
          <p:cNvPr id="5460" name="Google Shape;5460;p170"/>
          <p:cNvGrpSpPr/>
          <p:nvPr/>
        </p:nvGrpSpPr>
        <p:grpSpPr>
          <a:xfrm>
            <a:off x="16175571" y="3720707"/>
            <a:ext cx="1653816" cy="147291"/>
            <a:chOff x="16170809" y="4177907"/>
            <a:chExt cx="1653816" cy="147291"/>
          </a:xfrm>
        </p:grpSpPr>
        <p:sp>
          <p:nvSpPr>
            <p:cNvPr id="5461" name="Google Shape;5461;p170"/>
            <p:cNvSpPr/>
            <p:nvPr/>
          </p:nvSpPr>
          <p:spPr>
            <a:xfrm>
              <a:off x="16170809" y="4177907"/>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62" name="Google Shape;5462;p170"/>
            <p:cNvSpPr txBox="1"/>
            <p:nvPr/>
          </p:nvSpPr>
          <p:spPr>
            <a:xfrm>
              <a:off x="16335125" y="419679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grpSp>
      <p:sp>
        <p:nvSpPr>
          <p:cNvPr id="5463" name="Google Shape;5463;p170"/>
          <p:cNvSpPr/>
          <p:nvPr/>
        </p:nvSpPr>
        <p:spPr>
          <a:xfrm>
            <a:off x="16175571" y="3982243"/>
            <a:ext cx="79200" cy="79200"/>
          </a:xfrm>
          <a:prstGeom prst="ellipse">
            <a:avLst/>
          </a:prstGeom>
          <a:solidFill>
            <a:srgbClr val="17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4" name="Google Shape;5464;p170"/>
          <p:cNvSpPr txBox="1"/>
          <p:nvPr/>
        </p:nvSpPr>
        <p:spPr>
          <a:xfrm>
            <a:off x="16339887" y="3948747"/>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465" name="Google Shape;5465;p170"/>
          <p:cNvSpPr/>
          <p:nvPr/>
        </p:nvSpPr>
        <p:spPr>
          <a:xfrm>
            <a:off x="16175571" y="42579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6" name="Google Shape;5466;p170"/>
          <p:cNvSpPr txBox="1"/>
          <p:nvPr/>
        </p:nvSpPr>
        <p:spPr>
          <a:xfrm>
            <a:off x="16339887" y="422441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Extraction</a:t>
            </a:r>
            <a:endParaRPr i="0" sz="800" u="none" cap="none" strike="noStrike">
              <a:latin typeface="Salesforce Sans"/>
              <a:ea typeface="Salesforce Sans"/>
              <a:cs typeface="Salesforce Sans"/>
              <a:sym typeface="Salesforce Sans"/>
            </a:endParaRPr>
          </a:p>
        </p:txBody>
      </p:sp>
      <p:sp>
        <p:nvSpPr>
          <p:cNvPr id="5467" name="Google Shape;5467;p170"/>
          <p:cNvSpPr/>
          <p:nvPr/>
        </p:nvSpPr>
        <p:spPr>
          <a:xfrm>
            <a:off x="16175571" y="4405150"/>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68" name="Google Shape;5468;p170"/>
          <p:cNvSpPr txBox="1"/>
          <p:nvPr/>
        </p:nvSpPr>
        <p:spPr>
          <a:xfrm>
            <a:off x="16339887" y="437165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Impact Analysis</a:t>
            </a:r>
            <a:endParaRPr i="0" sz="800" u="none" cap="none" strike="noStrike">
              <a:latin typeface="Salesforce Sans"/>
              <a:ea typeface="Salesforce Sans"/>
              <a:cs typeface="Salesforce Sans"/>
              <a:sym typeface="Salesforce Sans"/>
            </a:endParaRPr>
          </a:p>
        </p:txBody>
      </p:sp>
      <p:grpSp>
        <p:nvGrpSpPr>
          <p:cNvPr id="5469" name="Google Shape;5469;p170"/>
          <p:cNvGrpSpPr/>
          <p:nvPr/>
        </p:nvGrpSpPr>
        <p:grpSpPr>
          <a:xfrm>
            <a:off x="16175571" y="4519431"/>
            <a:ext cx="1653816" cy="128400"/>
            <a:chOff x="16170809" y="4938531"/>
            <a:chExt cx="1653816" cy="128400"/>
          </a:xfrm>
        </p:grpSpPr>
        <p:sp>
          <p:nvSpPr>
            <p:cNvPr id="5470" name="Google Shape;5470;p170"/>
            <p:cNvSpPr/>
            <p:nvPr/>
          </p:nvSpPr>
          <p:spPr>
            <a:xfrm>
              <a:off x="16170809" y="496313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sp>
          <p:nvSpPr>
            <p:cNvPr id="5471" name="Google Shape;5471;p170"/>
            <p:cNvSpPr txBox="1"/>
            <p:nvPr/>
          </p:nvSpPr>
          <p:spPr>
            <a:xfrm>
              <a:off x="16335125" y="4938531"/>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Frontline Compliance</a:t>
              </a:r>
              <a:endParaRPr i="0" sz="800" u="none" cap="none" strike="noStrike">
                <a:latin typeface="Salesforce Sans"/>
                <a:ea typeface="Salesforce Sans"/>
                <a:cs typeface="Salesforce Sans"/>
                <a:sym typeface="Salesforce Sans"/>
              </a:endParaRPr>
            </a:p>
          </p:txBody>
        </p:sp>
      </p:grpSp>
      <p:sp>
        <p:nvSpPr>
          <p:cNvPr id="5472" name="Google Shape;5472;p170"/>
          <p:cNvSpPr/>
          <p:nvPr/>
        </p:nvSpPr>
        <p:spPr>
          <a:xfrm>
            <a:off x="16175571" y="470492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3" name="Google Shape;5473;p170"/>
          <p:cNvSpPr txBox="1"/>
          <p:nvPr/>
        </p:nvSpPr>
        <p:spPr>
          <a:xfrm>
            <a:off x="16339887" y="4671430"/>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Natural Language Policy Controls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4" name="Google Shape;5474;p170"/>
          <p:cNvSpPr txBox="1"/>
          <p:nvPr/>
        </p:nvSpPr>
        <p:spPr>
          <a:xfrm>
            <a:off x="16339887" y="489471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t/>
            </a:r>
            <a:endParaRPr i="0" sz="800" u="none" cap="none" strike="noStrike">
              <a:latin typeface="Salesforce Sans"/>
              <a:ea typeface="Salesforce Sans"/>
              <a:cs typeface="Salesforce Sans"/>
              <a:sym typeface="Salesforce Sans"/>
            </a:endParaRPr>
          </a:p>
        </p:txBody>
      </p:sp>
      <p:sp>
        <p:nvSpPr>
          <p:cNvPr id="5475" name="Google Shape;5475;p170"/>
          <p:cNvSpPr txBox="1"/>
          <p:nvPr/>
        </p:nvSpPr>
        <p:spPr>
          <a:xfrm>
            <a:off x="16339887" y="4949088"/>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476" name="Google Shape;5476;p170"/>
          <p:cNvSpPr/>
          <p:nvPr/>
        </p:nvSpPr>
        <p:spPr>
          <a:xfrm>
            <a:off x="16175571" y="565401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77" name="Google Shape;5477;p170"/>
          <p:cNvSpPr txBox="1"/>
          <p:nvPr/>
        </p:nvSpPr>
        <p:spPr>
          <a:xfrm>
            <a:off x="16339887" y="562052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478" name="Google Shape;5478;p170"/>
          <p:cNvSpPr txBox="1"/>
          <p:nvPr/>
        </p:nvSpPr>
        <p:spPr>
          <a:xfrm>
            <a:off x="16339887" y="5768083"/>
            <a:ext cx="1489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479" name="Google Shape;5479;p170"/>
          <p:cNvSpPr/>
          <p:nvPr/>
        </p:nvSpPr>
        <p:spPr>
          <a:xfrm>
            <a:off x="16175571" y="6073891"/>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0" name="Google Shape;5480;p170"/>
          <p:cNvSpPr txBox="1"/>
          <p:nvPr/>
        </p:nvSpPr>
        <p:spPr>
          <a:xfrm>
            <a:off x="16339887" y="6040403"/>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5481" name="Google Shape;5481;p170"/>
          <p:cNvSpPr txBox="1"/>
          <p:nvPr/>
        </p:nvSpPr>
        <p:spPr>
          <a:xfrm>
            <a:off x="16339887" y="6263687"/>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 Agent</a:t>
            </a:r>
            <a:endParaRPr sz="800">
              <a:latin typeface="Salesforce Sans"/>
              <a:ea typeface="Salesforce Sans"/>
              <a:cs typeface="Salesforce Sans"/>
              <a:sym typeface="Salesforce Sans"/>
            </a:endParaRPr>
          </a:p>
        </p:txBody>
      </p:sp>
      <p:sp>
        <p:nvSpPr>
          <p:cNvPr id="5482" name="Google Shape;5482;p170"/>
          <p:cNvSpPr txBox="1"/>
          <p:nvPr/>
        </p:nvSpPr>
        <p:spPr>
          <a:xfrm>
            <a:off x="16339887" y="6449024"/>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 Agent</a:t>
            </a:r>
            <a:endParaRPr sz="800">
              <a:latin typeface="Salesforce Sans"/>
              <a:ea typeface="Salesforce Sans"/>
              <a:cs typeface="Salesforce Sans"/>
              <a:sym typeface="Salesforce Sans"/>
            </a:endParaRPr>
          </a:p>
        </p:txBody>
      </p:sp>
      <p:sp>
        <p:nvSpPr>
          <p:cNvPr id="5483" name="Google Shape;5483;p170"/>
          <p:cNvSpPr txBox="1"/>
          <p:nvPr/>
        </p:nvSpPr>
        <p:spPr>
          <a:xfrm>
            <a:off x="16339887" y="6633586"/>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 Agent</a:t>
            </a:r>
            <a:endParaRPr sz="800">
              <a:latin typeface="Salesforce Sans"/>
              <a:ea typeface="Salesforce Sans"/>
              <a:cs typeface="Salesforce Sans"/>
              <a:sym typeface="Salesforce Sans"/>
            </a:endParaRPr>
          </a:p>
        </p:txBody>
      </p:sp>
      <p:sp>
        <p:nvSpPr>
          <p:cNvPr id="5484" name="Google Shape;5484;p170"/>
          <p:cNvSpPr/>
          <p:nvPr/>
        </p:nvSpPr>
        <p:spPr>
          <a:xfrm>
            <a:off x="16175571" y="6866695"/>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5" name="Google Shape;5485;p170"/>
          <p:cNvSpPr txBox="1"/>
          <p:nvPr/>
        </p:nvSpPr>
        <p:spPr>
          <a:xfrm>
            <a:off x="16339887" y="6833210"/>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sz="800">
              <a:latin typeface="Salesforce Sans"/>
              <a:ea typeface="Salesforce Sans"/>
              <a:cs typeface="Salesforce Sans"/>
              <a:sym typeface="Salesforce Sans"/>
            </a:endParaRPr>
          </a:p>
        </p:txBody>
      </p:sp>
      <p:sp>
        <p:nvSpPr>
          <p:cNvPr id="5486" name="Google Shape;5486;p170"/>
          <p:cNvSpPr/>
          <p:nvPr/>
        </p:nvSpPr>
        <p:spPr>
          <a:xfrm>
            <a:off x="16175571" y="7013778"/>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7" name="Google Shape;5487;p170"/>
          <p:cNvSpPr txBox="1"/>
          <p:nvPr/>
        </p:nvSpPr>
        <p:spPr>
          <a:xfrm>
            <a:off x="16339887" y="6980295"/>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sz="800">
              <a:latin typeface="Salesforce Sans"/>
              <a:ea typeface="Salesforce Sans"/>
              <a:cs typeface="Salesforce Sans"/>
              <a:sym typeface="Salesforce Sans"/>
            </a:endParaRPr>
          </a:p>
        </p:txBody>
      </p:sp>
      <p:sp>
        <p:nvSpPr>
          <p:cNvPr id="5488" name="Google Shape;5488;p170"/>
          <p:cNvSpPr/>
          <p:nvPr/>
        </p:nvSpPr>
        <p:spPr>
          <a:xfrm>
            <a:off x="16175571" y="716101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489" name="Google Shape;5489;p170"/>
          <p:cNvSpPr txBox="1"/>
          <p:nvPr/>
        </p:nvSpPr>
        <p:spPr>
          <a:xfrm>
            <a:off x="16339887" y="7127531"/>
            <a:ext cx="1489500" cy="128400"/>
          </a:xfrm>
          <a:prstGeom prst="rect">
            <a:avLst/>
          </a:prstGeom>
          <a:noFill/>
          <a:ln>
            <a:noFill/>
          </a:ln>
        </p:spPr>
        <p:txBody>
          <a:bodyPr anchorCtr="0" anchor="ctr"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5490" name="Google Shape;5490;p170"/>
          <p:cNvSpPr txBox="1"/>
          <p:nvPr/>
        </p:nvSpPr>
        <p:spPr>
          <a:xfrm>
            <a:off x="16339887" y="7359132"/>
            <a:ext cx="1489500" cy="128400"/>
          </a:xfrm>
          <a:prstGeom prst="rect">
            <a:avLst/>
          </a:prstGeom>
          <a:noFill/>
          <a:ln>
            <a:noFill/>
          </a:ln>
        </p:spPr>
        <p:txBody>
          <a:bodyPr anchorCtr="0" anchor="t" bIns="0" lIns="4950" spcFirstLastPara="1" rIns="4950" wrap="square" tIns="4950">
            <a:no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Enablement</a:t>
            </a:r>
            <a:endParaRPr sz="800">
              <a:latin typeface="Salesforce Sans"/>
              <a:ea typeface="Salesforce Sans"/>
              <a:cs typeface="Salesforce Sans"/>
              <a:sym typeface="Salesforce Sans"/>
            </a:endParaRPr>
          </a:p>
        </p:txBody>
      </p:sp>
      <p:sp>
        <p:nvSpPr>
          <p:cNvPr id="5491" name="Google Shape;5491;p170"/>
          <p:cNvSpPr/>
          <p:nvPr/>
        </p:nvSpPr>
        <p:spPr>
          <a:xfrm>
            <a:off x="16175571" y="7702289"/>
            <a:ext cx="79200" cy="79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492" name="Google Shape;5492;p170"/>
          <p:cNvSpPr txBox="1"/>
          <p:nvPr/>
        </p:nvSpPr>
        <p:spPr>
          <a:xfrm>
            <a:off x="15190009" y="13335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493" name="Google Shape;5493;p170"/>
          <p:cNvGrpSpPr/>
          <p:nvPr/>
        </p:nvGrpSpPr>
        <p:grpSpPr>
          <a:xfrm>
            <a:off x="13711033" y="1635959"/>
            <a:ext cx="1322400" cy="449700"/>
            <a:chOff x="755165" y="1828821"/>
            <a:chExt cx="1322400" cy="449700"/>
          </a:xfrm>
        </p:grpSpPr>
        <p:sp>
          <p:nvSpPr>
            <p:cNvPr id="5494" name="Google Shape;5494;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495" name="Google Shape;5495;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496" name="Google Shape;5496;p170"/>
          <p:cNvSpPr txBox="1"/>
          <p:nvPr/>
        </p:nvSpPr>
        <p:spPr>
          <a:xfrm>
            <a:off x="16342114" y="1333500"/>
            <a:ext cx="14895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497" name="Google Shape;5497;p170"/>
          <p:cNvSpPr txBox="1"/>
          <p:nvPr/>
        </p:nvSpPr>
        <p:spPr>
          <a:xfrm>
            <a:off x="15184789" y="1610700"/>
            <a:ext cx="9633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Operations</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498" name="Google Shape;5498;p170"/>
          <p:cNvGrpSpPr/>
          <p:nvPr/>
        </p:nvGrpSpPr>
        <p:grpSpPr>
          <a:xfrm>
            <a:off x="13711033" y="7918896"/>
            <a:ext cx="1322400" cy="449700"/>
            <a:chOff x="755165" y="1828821"/>
            <a:chExt cx="1322400" cy="449700"/>
          </a:xfrm>
        </p:grpSpPr>
        <p:sp>
          <p:nvSpPr>
            <p:cNvPr id="5499" name="Google Shape;5499;p170"/>
            <p:cNvSpPr/>
            <p:nvPr/>
          </p:nvSpPr>
          <p:spPr>
            <a:xfrm>
              <a:off x="755165" y="18288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500" name="Google Shape;5500;p170"/>
            <p:cNvSpPr txBox="1"/>
            <p:nvPr/>
          </p:nvSpPr>
          <p:spPr>
            <a:xfrm>
              <a:off x="888815" y="1929021"/>
              <a:ext cx="10551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Collections &amp; Recover</a:t>
              </a:r>
              <a:endParaRPr sz="900">
                <a:solidFill>
                  <a:srgbClr val="FFFFFF"/>
                </a:solidFill>
                <a:latin typeface="Avant Garde Demi SFDC"/>
                <a:ea typeface="Avant Garde Demi SFDC"/>
                <a:cs typeface="Avant Garde Demi SFDC"/>
                <a:sym typeface="Avant Garde Demi SFDC"/>
              </a:endParaRPr>
            </a:p>
          </p:txBody>
        </p:sp>
      </p:grpSp>
      <p:sp>
        <p:nvSpPr>
          <p:cNvPr id="5501" name="Google Shape;5501;p170"/>
          <p:cNvSpPr/>
          <p:nvPr/>
        </p:nvSpPr>
        <p:spPr>
          <a:xfrm>
            <a:off x="16175571" y="5202961"/>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2" name="Google Shape;5502;p170"/>
          <p:cNvSpPr txBox="1"/>
          <p:nvPr/>
        </p:nvSpPr>
        <p:spPr>
          <a:xfrm>
            <a:off x="16339887" y="5169472"/>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sz="800">
              <a:latin typeface="Salesforce Sans"/>
              <a:ea typeface="Salesforce Sans"/>
              <a:cs typeface="Salesforce Sans"/>
              <a:sym typeface="Salesforce Sans"/>
            </a:endParaRPr>
          </a:p>
        </p:txBody>
      </p:sp>
      <p:sp>
        <p:nvSpPr>
          <p:cNvPr id="5503" name="Google Shape;5503;p170"/>
          <p:cNvSpPr txBox="1"/>
          <p:nvPr/>
        </p:nvSpPr>
        <p:spPr>
          <a:xfrm>
            <a:off x="16339887" y="5319759"/>
            <a:ext cx="14895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sz="800">
              <a:latin typeface="Salesforce Sans"/>
              <a:ea typeface="Salesforce Sans"/>
              <a:cs typeface="Salesforce Sans"/>
              <a:sym typeface="Salesforce Sans"/>
            </a:endParaRPr>
          </a:p>
        </p:txBody>
      </p:sp>
      <p:sp>
        <p:nvSpPr>
          <p:cNvPr id="5504" name="Google Shape;5504;p170"/>
          <p:cNvSpPr/>
          <p:nvPr/>
        </p:nvSpPr>
        <p:spPr>
          <a:xfrm>
            <a:off x="16175571" y="754773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05" name="Google Shape;5505;p170"/>
          <p:cNvSpPr txBox="1"/>
          <p:nvPr/>
        </p:nvSpPr>
        <p:spPr>
          <a:xfrm>
            <a:off x="16339887" y="7514256"/>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6" name="Google Shape;5506;p170"/>
          <p:cNvSpPr/>
          <p:nvPr/>
        </p:nvSpPr>
        <p:spPr>
          <a:xfrm>
            <a:off x="16175571" y="8873254"/>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7" name="Google Shape;5507;p170"/>
          <p:cNvSpPr txBox="1"/>
          <p:nvPr/>
        </p:nvSpPr>
        <p:spPr>
          <a:xfrm>
            <a:off x="16339887" y="8836042"/>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Information and Query Support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08" name="Google Shape;5508;p170"/>
          <p:cNvSpPr/>
          <p:nvPr/>
        </p:nvSpPr>
        <p:spPr>
          <a:xfrm>
            <a:off x="16175571" y="9144729"/>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09" name="Google Shape;5509;p170"/>
          <p:cNvSpPr txBox="1"/>
          <p:nvPr/>
        </p:nvSpPr>
        <p:spPr>
          <a:xfrm>
            <a:off x="16339887" y="9107517"/>
            <a:ext cx="1243500" cy="128400"/>
          </a:xfrm>
          <a:prstGeom prst="rect">
            <a:avLst/>
          </a:prstGeom>
          <a:noFill/>
          <a:ln>
            <a:noFill/>
          </a:ln>
        </p:spPr>
        <p:txBody>
          <a:bodyPr anchorCtr="0" anchor="t"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Representative Contact Update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10" name="Google Shape;5510;p170"/>
          <p:cNvSpPr/>
          <p:nvPr/>
        </p:nvSpPr>
        <p:spPr>
          <a:xfrm>
            <a:off x="16175571" y="9406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5511" name="Google Shape;5511;p170"/>
          <p:cNvGrpSpPr/>
          <p:nvPr/>
        </p:nvGrpSpPr>
        <p:grpSpPr>
          <a:xfrm>
            <a:off x="16175571" y="9526048"/>
            <a:ext cx="2530136" cy="128400"/>
            <a:chOff x="16170809" y="9954673"/>
            <a:chExt cx="2530136" cy="128400"/>
          </a:xfrm>
        </p:grpSpPr>
        <p:sp>
          <p:nvSpPr>
            <p:cNvPr id="5512" name="Google Shape;5512;p170"/>
            <p:cNvSpPr txBox="1"/>
            <p:nvPr/>
          </p:nvSpPr>
          <p:spPr>
            <a:xfrm>
              <a:off x="16335145" y="9954673"/>
              <a:ext cx="2365800" cy="1284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 Customer Verification</a:t>
              </a:r>
              <a:endParaRPr i="0" sz="800" u="none" cap="none" strike="noStrike">
                <a:latin typeface="Salesforce Sans"/>
                <a:ea typeface="Salesforce Sans"/>
                <a:cs typeface="Salesforce Sans"/>
                <a:sym typeface="Salesforce Sans"/>
              </a:endParaRPr>
            </a:p>
          </p:txBody>
        </p:sp>
        <p:sp>
          <p:nvSpPr>
            <p:cNvPr id="5513" name="Google Shape;5513;p170"/>
            <p:cNvSpPr/>
            <p:nvPr/>
          </p:nvSpPr>
          <p:spPr>
            <a:xfrm>
              <a:off x="16170809" y="9979273"/>
              <a:ext cx="79200" cy="79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latin typeface="Salesforce Sans"/>
                <a:ea typeface="Salesforce Sans"/>
                <a:cs typeface="Salesforce Sans"/>
                <a:sym typeface="Salesforce Sans"/>
              </a:endParaRPr>
            </a:p>
          </p:txBody>
        </p:sp>
      </p:grpSp>
      <p:sp>
        <p:nvSpPr>
          <p:cNvPr id="5514" name="Google Shape;5514;p170"/>
          <p:cNvSpPr txBox="1"/>
          <p:nvPr/>
        </p:nvSpPr>
        <p:spPr>
          <a:xfrm>
            <a:off x="9694269" y="9906521"/>
            <a:ext cx="83850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Pharma" showMasterSp="0">
  <p:cSld name="TITLE_AND_BODY_5_1_1_1_1">
    <p:spTree>
      <p:nvGrpSpPr>
        <p:cNvPr id="5515" name="Shape 5515"/>
        <p:cNvGrpSpPr/>
        <p:nvPr/>
      </p:nvGrpSpPr>
      <p:grpSpPr>
        <a:xfrm>
          <a:off x="0" y="0"/>
          <a:ext cx="0" cy="0"/>
          <a:chOff x="0" y="0"/>
          <a:chExt cx="0" cy="0"/>
        </a:xfrm>
      </p:grpSpPr>
      <p:sp>
        <p:nvSpPr>
          <p:cNvPr id="5516" name="Google Shape;5516;p171"/>
          <p:cNvSpPr txBox="1"/>
          <p:nvPr/>
        </p:nvSpPr>
        <p:spPr>
          <a:xfrm>
            <a:off x="857250"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pharma workflows</a:t>
            </a:r>
            <a:endParaRPr sz="4200">
              <a:solidFill>
                <a:schemeClr val="dk1"/>
              </a:solidFill>
              <a:latin typeface="Avant Garde Demi SFDC"/>
              <a:ea typeface="Avant Garde Demi SFDC"/>
              <a:cs typeface="Avant Garde Demi SFDC"/>
              <a:sym typeface="Avant Garde Demi SFDC"/>
            </a:endParaRPr>
          </a:p>
        </p:txBody>
      </p:sp>
      <p:grpSp>
        <p:nvGrpSpPr>
          <p:cNvPr id="5517" name="Google Shape;5517;p171"/>
          <p:cNvGrpSpPr/>
          <p:nvPr/>
        </p:nvGrpSpPr>
        <p:grpSpPr>
          <a:xfrm>
            <a:off x="5987400" y="1143000"/>
            <a:ext cx="6313200" cy="307800"/>
            <a:chOff x="10935900" y="1111148"/>
            <a:chExt cx="6313200" cy="307800"/>
          </a:xfrm>
        </p:grpSpPr>
        <p:grpSp>
          <p:nvGrpSpPr>
            <p:cNvPr id="5518" name="Google Shape;5518;p171"/>
            <p:cNvGrpSpPr/>
            <p:nvPr/>
          </p:nvGrpSpPr>
          <p:grpSpPr>
            <a:xfrm>
              <a:off x="10935900" y="1111148"/>
              <a:ext cx="6313200" cy="307800"/>
              <a:chOff x="11238000" y="958400"/>
              <a:chExt cx="6313200" cy="307800"/>
            </a:xfrm>
          </p:grpSpPr>
          <p:sp>
            <p:nvSpPr>
              <p:cNvPr id="5519" name="Google Shape;5519;p171"/>
              <p:cNvSpPr/>
              <p:nvPr/>
            </p:nvSpPr>
            <p:spPr>
              <a:xfrm>
                <a:off x="11238000" y="9614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520" name="Google Shape;5520;p171"/>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1" name="Google Shape;5521;p171"/>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22" name="Google Shape;5522;p171"/>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3" name="Google Shape;5523;p171"/>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524" name="Google Shape;5524;p171"/>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525" name="Google Shape;5525;p171"/>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526" name="Google Shape;5526;p171"/>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527" name="Google Shape;5527;p171"/>
            <p:cNvSpPr txBox="1"/>
            <p:nvPr/>
          </p:nvSpPr>
          <p:spPr>
            <a:xfrm>
              <a:off x="16504798" y="1185550"/>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528" name="Google Shape;5528;p171"/>
          <p:cNvGrpSpPr/>
          <p:nvPr/>
        </p:nvGrpSpPr>
        <p:grpSpPr>
          <a:xfrm>
            <a:off x="439619" y="1524000"/>
            <a:ext cx="4336282" cy="8401512"/>
            <a:chOff x="478339" y="1521600"/>
            <a:chExt cx="4336282" cy="8401512"/>
          </a:xfrm>
        </p:grpSpPr>
        <p:sp>
          <p:nvSpPr>
            <p:cNvPr id="5529" name="Google Shape;5529;p171"/>
            <p:cNvSpPr/>
            <p:nvPr/>
          </p:nvSpPr>
          <p:spPr>
            <a:xfrm>
              <a:off x="1601900" y="2618605"/>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Early Disease Research </a:t>
              </a:r>
              <a:endParaRPr b="1" i="0" sz="945" u="none" cap="none" strike="noStrike">
                <a:solidFill>
                  <a:srgbClr val="066AFE"/>
                </a:solidFill>
                <a:latin typeface="Salesforce Sans"/>
                <a:ea typeface="Salesforce Sans"/>
                <a:cs typeface="Salesforce Sans"/>
                <a:sym typeface="Salesforce Sans"/>
              </a:endParaRPr>
            </a:p>
          </p:txBody>
        </p:sp>
        <p:sp>
          <p:nvSpPr>
            <p:cNvPr id="5530" name="Google Shape;5530;p171"/>
            <p:cNvSpPr/>
            <p:nvPr/>
          </p:nvSpPr>
          <p:spPr>
            <a:xfrm>
              <a:off x="1601900" y="9464113"/>
              <a:ext cx="14577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a:t>
              </a:r>
              <a:r>
                <a:rPr b="1" lang="en" sz="945">
                  <a:solidFill>
                    <a:srgbClr val="066AFE"/>
                  </a:solidFill>
                  <a:latin typeface="Salesforce Sans"/>
                  <a:ea typeface="Salesforce Sans"/>
                  <a:cs typeface="Salesforce Sans"/>
                  <a:sym typeface="Salesforce Sans"/>
                </a:rPr>
                <a:t> </a:t>
              </a:r>
              <a:br>
                <a:rPr b="1" lang="en" sz="945">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Intelligence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Monitoring </a:t>
              </a:r>
              <a:endParaRPr b="1" i="0" sz="945" u="none" cap="none" strike="noStrike">
                <a:solidFill>
                  <a:srgbClr val="066AFE"/>
                </a:solidFill>
                <a:latin typeface="Salesforce Sans"/>
                <a:ea typeface="Salesforce Sans"/>
                <a:cs typeface="Salesforce Sans"/>
                <a:sym typeface="Salesforce Sans"/>
              </a:endParaRPr>
            </a:p>
          </p:txBody>
        </p:sp>
        <p:sp>
          <p:nvSpPr>
            <p:cNvPr id="5531" name="Google Shape;5531;p171"/>
            <p:cNvSpPr/>
            <p:nvPr/>
          </p:nvSpPr>
          <p:spPr>
            <a:xfrm>
              <a:off x="1601900" y="3693863"/>
              <a:ext cx="12960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Drug / Compound Identification </a:t>
              </a:r>
              <a:endParaRPr b="1" i="0" sz="945" u="none" cap="none" strike="noStrike">
                <a:solidFill>
                  <a:srgbClr val="066AFE"/>
                </a:solidFill>
                <a:latin typeface="Salesforce Sans"/>
                <a:ea typeface="Salesforce Sans"/>
                <a:cs typeface="Salesforce Sans"/>
                <a:sym typeface="Salesforce Sans"/>
              </a:endParaRPr>
            </a:p>
          </p:txBody>
        </p:sp>
        <p:sp>
          <p:nvSpPr>
            <p:cNvPr id="5532" name="Google Shape;5532;p171"/>
            <p:cNvSpPr/>
            <p:nvPr/>
          </p:nvSpPr>
          <p:spPr>
            <a:xfrm>
              <a:off x="1601900" y="3158862"/>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Target Discovery </a:t>
              </a:r>
              <a:endParaRPr b="1" i="0" sz="945" u="none" cap="none" strike="noStrike">
                <a:solidFill>
                  <a:srgbClr val="066AFE"/>
                </a:solidFill>
                <a:latin typeface="Salesforce Sans"/>
                <a:ea typeface="Salesforce Sans"/>
                <a:cs typeface="Salesforce Sans"/>
                <a:sym typeface="Salesforce Sans"/>
              </a:endParaRPr>
            </a:p>
          </p:txBody>
        </p:sp>
        <p:sp>
          <p:nvSpPr>
            <p:cNvPr id="5533" name="Google Shape;5533;p171"/>
            <p:cNvSpPr/>
            <p:nvPr/>
          </p:nvSpPr>
          <p:spPr>
            <a:xfrm>
              <a:off x="1601900" y="4084100"/>
              <a:ext cx="1121100" cy="459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Biochemical Simulation &amp; Modelling</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highlight>
                  <a:srgbClr val="FFFF00"/>
                </a:highlight>
                <a:latin typeface="Salesforce Sans"/>
                <a:ea typeface="Salesforce Sans"/>
                <a:cs typeface="Salesforce Sans"/>
                <a:sym typeface="Salesforce Sans"/>
              </a:endParaRPr>
            </a:p>
          </p:txBody>
        </p:sp>
        <p:sp>
          <p:nvSpPr>
            <p:cNvPr id="5534" name="Google Shape;5534;p171"/>
            <p:cNvSpPr/>
            <p:nvPr/>
          </p:nvSpPr>
          <p:spPr>
            <a:xfrm>
              <a:off x="1601900" y="4562067"/>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Protocol Design </a:t>
              </a:r>
              <a:endParaRPr b="1" i="0" sz="945" u="none" cap="none" strike="noStrike">
                <a:solidFill>
                  <a:srgbClr val="066AFE"/>
                </a:solidFill>
                <a:latin typeface="Salesforce Sans"/>
                <a:ea typeface="Salesforce Sans"/>
                <a:cs typeface="Salesforce Sans"/>
                <a:sym typeface="Salesforce Sans"/>
              </a:endParaRPr>
            </a:p>
          </p:txBody>
        </p:sp>
        <p:sp>
          <p:nvSpPr>
            <p:cNvPr id="5535" name="Google Shape;5535;p171"/>
            <p:cNvSpPr/>
            <p:nvPr/>
          </p:nvSpPr>
          <p:spPr>
            <a:xfrm>
              <a:off x="1601900" y="5363200"/>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Comparative Analysis </a:t>
              </a:r>
              <a:endParaRPr b="1" i="0" sz="945" u="none" cap="none" strike="noStrike">
                <a:solidFill>
                  <a:srgbClr val="066AFE"/>
                </a:solidFill>
                <a:latin typeface="Salesforce Sans"/>
                <a:ea typeface="Salesforce Sans"/>
                <a:cs typeface="Salesforce Sans"/>
                <a:sym typeface="Salesforce Sans"/>
              </a:endParaRPr>
            </a:p>
          </p:txBody>
        </p:sp>
        <p:sp>
          <p:nvSpPr>
            <p:cNvPr id="5536" name="Google Shape;5536;p171"/>
            <p:cNvSpPr/>
            <p:nvPr/>
          </p:nvSpPr>
          <p:spPr>
            <a:xfrm>
              <a:off x="1601900" y="6256263"/>
              <a:ext cx="11835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Pre-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Approval</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7" name="Google Shape;5537;p171"/>
            <p:cNvSpPr/>
            <p:nvPr/>
          </p:nvSpPr>
          <p:spPr>
            <a:xfrm>
              <a:off x="1601900" y="7298388"/>
              <a:ext cx="10920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Data Analysis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&amp; Results</a:t>
              </a:r>
              <a:r>
                <a:rPr b="1" lang="en" sz="945">
                  <a:solidFill>
                    <a:srgbClr val="066AFE"/>
                  </a:solidFill>
                  <a:latin typeface="Salesforce Sans"/>
                  <a:ea typeface="Salesforce Sans"/>
                  <a:cs typeface="Salesforce Sans"/>
                  <a:sym typeface="Salesforce Sans"/>
                </a:rPr>
                <a:t> </a:t>
              </a:r>
              <a:endParaRPr b="1" i="0" sz="945" u="none" cap="none" strike="noStrike">
                <a:solidFill>
                  <a:srgbClr val="066AFE"/>
                </a:solidFill>
                <a:latin typeface="Salesforce Sans"/>
                <a:ea typeface="Salesforce Sans"/>
                <a:cs typeface="Salesforce Sans"/>
                <a:sym typeface="Salesforce Sans"/>
              </a:endParaRPr>
            </a:p>
          </p:txBody>
        </p:sp>
        <p:sp>
          <p:nvSpPr>
            <p:cNvPr id="5538" name="Google Shape;5538;p171"/>
            <p:cNvSpPr/>
            <p:nvPr/>
          </p:nvSpPr>
          <p:spPr>
            <a:xfrm>
              <a:off x="1601900" y="6629419"/>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Trial Execution </a:t>
              </a:r>
              <a:endParaRPr b="1" i="0" sz="945" u="none" cap="none" strike="noStrike">
                <a:solidFill>
                  <a:srgbClr val="066AFE"/>
                </a:solidFill>
                <a:latin typeface="Salesforce Sans"/>
                <a:ea typeface="Salesforce Sans"/>
                <a:cs typeface="Salesforce Sans"/>
                <a:sym typeface="Salesforce Sans"/>
              </a:endParaRPr>
            </a:p>
          </p:txBody>
        </p:sp>
        <p:sp>
          <p:nvSpPr>
            <p:cNvPr id="5539" name="Google Shape;5539;p171"/>
            <p:cNvSpPr/>
            <p:nvPr/>
          </p:nvSpPr>
          <p:spPr>
            <a:xfrm>
              <a:off x="1601900" y="5727840"/>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Study Startup </a:t>
              </a:r>
              <a:endParaRPr b="1" i="0" sz="945" u="none" cap="none" strike="noStrike">
                <a:solidFill>
                  <a:srgbClr val="066AFE"/>
                </a:solidFill>
                <a:latin typeface="Salesforce Sans"/>
                <a:ea typeface="Salesforce Sans"/>
                <a:cs typeface="Salesforce Sans"/>
                <a:sym typeface="Salesforce Sans"/>
              </a:endParaRPr>
            </a:p>
          </p:txBody>
        </p:sp>
        <p:sp>
          <p:nvSpPr>
            <p:cNvPr id="5540" name="Google Shape;5540;p171"/>
            <p:cNvSpPr/>
            <p:nvPr/>
          </p:nvSpPr>
          <p:spPr>
            <a:xfrm>
              <a:off x="1601900" y="7641472"/>
              <a:ext cx="10749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Initial</a:t>
              </a:r>
              <a:r>
                <a:rPr b="1" lang="en" sz="945">
                  <a:solidFill>
                    <a:srgbClr val="066AFE"/>
                  </a:solidFill>
                  <a:latin typeface="Salesforce Sans"/>
                  <a:ea typeface="Salesforce Sans"/>
                  <a:cs typeface="Salesforce Sans"/>
                  <a:sym typeface="Salesforce Sans"/>
                </a:rPr>
                <a:t> </a:t>
              </a:r>
              <a:r>
                <a:rPr b="1" i="0" lang="en" sz="945" u="none" cap="none" strike="noStrike">
                  <a:solidFill>
                    <a:srgbClr val="066AFE"/>
                  </a:solidFill>
                  <a:latin typeface="Salesforce Sans"/>
                  <a:ea typeface="Salesforce Sans"/>
                  <a:cs typeface="Salesforce Sans"/>
                  <a:sym typeface="Salesforce Sans"/>
                </a:rPr>
                <a:t>Regulatory Reporting </a:t>
              </a:r>
              <a:endParaRPr b="1" i="0" sz="945" u="none" cap="none" strike="noStrike">
                <a:solidFill>
                  <a:srgbClr val="066AFE"/>
                </a:solidFill>
                <a:latin typeface="Salesforce Sans"/>
                <a:ea typeface="Salesforce Sans"/>
                <a:cs typeface="Salesforce Sans"/>
                <a:sym typeface="Salesforce Sans"/>
              </a:endParaRPr>
            </a:p>
          </p:txBody>
        </p:sp>
        <p:sp>
          <p:nvSpPr>
            <p:cNvPr id="5541" name="Google Shape;5541;p171"/>
            <p:cNvSpPr/>
            <p:nvPr/>
          </p:nvSpPr>
          <p:spPr>
            <a:xfrm>
              <a:off x="1601900" y="82988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Regulatory </a:t>
              </a:r>
              <a:br>
                <a:rPr b="1" i="0" lang="en" sz="945" u="none" cap="none" strike="noStrike">
                  <a:solidFill>
                    <a:srgbClr val="066AFE"/>
                  </a:solidFill>
                  <a:latin typeface="Salesforce Sans"/>
                  <a:ea typeface="Salesforce Sans"/>
                  <a:cs typeface="Salesforce Sans"/>
                  <a:sym typeface="Salesforce Sans"/>
                </a:rPr>
              </a:br>
              <a:r>
                <a:rPr b="1" i="0" lang="en" sz="945" u="none" cap="none" strike="noStrike">
                  <a:solidFill>
                    <a:srgbClr val="066AFE"/>
                  </a:solidFill>
                  <a:latin typeface="Salesforce Sans"/>
                  <a:ea typeface="Salesforce Sans"/>
                  <a:cs typeface="Salesforce Sans"/>
                  <a:sym typeface="Salesforce Sans"/>
                </a:rPr>
                <a:t>Inquiry </a:t>
              </a:r>
              <a:endParaRPr b="1" i="0" sz="945" u="none" cap="none" strike="noStrike">
                <a:solidFill>
                  <a:srgbClr val="066AFE"/>
                </a:solidFill>
                <a:latin typeface="Salesforce Sans"/>
                <a:ea typeface="Salesforce Sans"/>
                <a:cs typeface="Salesforce Sans"/>
                <a:sym typeface="Salesforce Sans"/>
              </a:endParaRPr>
            </a:p>
          </p:txBody>
        </p:sp>
        <p:sp>
          <p:nvSpPr>
            <p:cNvPr id="5542" name="Google Shape;5542;p171"/>
            <p:cNvSpPr/>
            <p:nvPr/>
          </p:nvSpPr>
          <p:spPr>
            <a:xfrm>
              <a:off x="1601900" y="8659599"/>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45" u="none" cap="none" strike="noStrike">
                  <a:solidFill>
                    <a:srgbClr val="066AFE"/>
                  </a:solidFill>
                  <a:latin typeface="Salesforce Sans"/>
                  <a:ea typeface="Salesforce Sans"/>
                  <a:cs typeface="Salesforce Sans"/>
                  <a:sym typeface="Salesforce Sans"/>
                </a:rPr>
                <a:t>Post-Marketing Surveillance </a:t>
              </a:r>
              <a:endParaRPr b="1" i="0" sz="945" u="none" cap="none" strike="noStrike">
                <a:solidFill>
                  <a:srgbClr val="066AFE"/>
                </a:solidFill>
                <a:latin typeface="Salesforce Sans"/>
                <a:ea typeface="Salesforce Sans"/>
                <a:cs typeface="Salesforce Sans"/>
                <a:sym typeface="Salesforce Sans"/>
              </a:endParaRPr>
            </a:p>
          </p:txBody>
        </p:sp>
        <p:sp>
          <p:nvSpPr>
            <p:cNvPr id="5543" name="Google Shape;5543;p171"/>
            <p:cNvSpPr txBox="1"/>
            <p:nvPr/>
          </p:nvSpPr>
          <p:spPr>
            <a:xfrm>
              <a:off x="3048821" y="29421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Preparation</a:t>
              </a:r>
              <a:endParaRPr i="0" sz="800" u="none" cap="none" strike="noStrike">
                <a:latin typeface="Salesforce Sans"/>
                <a:ea typeface="Salesforce Sans"/>
                <a:cs typeface="Salesforce Sans"/>
                <a:sym typeface="Salesforce Sans"/>
              </a:endParaRPr>
            </a:p>
          </p:txBody>
        </p:sp>
        <p:sp>
          <p:nvSpPr>
            <p:cNvPr id="5544" name="Google Shape;5544;p171"/>
            <p:cNvSpPr txBox="1"/>
            <p:nvPr/>
          </p:nvSpPr>
          <p:spPr>
            <a:xfrm>
              <a:off x="3048821" y="31572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Identification</a:t>
              </a:r>
              <a:endParaRPr sz="800">
                <a:latin typeface="Salesforce Sans"/>
                <a:ea typeface="Salesforce Sans"/>
                <a:cs typeface="Salesforce Sans"/>
                <a:sym typeface="Salesforce Sans"/>
              </a:endParaRPr>
            </a:p>
          </p:txBody>
        </p:sp>
        <p:sp>
          <p:nvSpPr>
            <p:cNvPr id="5545" name="Google Shape;5545;p171"/>
            <p:cNvSpPr txBox="1"/>
            <p:nvPr/>
          </p:nvSpPr>
          <p:spPr>
            <a:xfrm>
              <a:off x="3048821" y="331296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Validation</a:t>
              </a:r>
              <a:endParaRPr sz="800">
                <a:latin typeface="Salesforce Sans"/>
                <a:ea typeface="Salesforce Sans"/>
                <a:cs typeface="Salesforce Sans"/>
                <a:sym typeface="Salesforce Sans"/>
              </a:endParaRPr>
            </a:p>
          </p:txBody>
        </p:sp>
        <p:sp>
          <p:nvSpPr>
            <p:cNvPr id="5546" name="Google Shape;5546;p171"/>
            <p:cNvSpPr txBox="1"/>
            <p:nvPr/>
          </p:nvSpPr>
          <p:spPr>
            <a:xfrm>
              <a:off x="3048821" y="38679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Formulation Development</a:t>
              </a:r>
              <a:endParaRPr sz="800">
                <a:latin typeface="Salesforce Sans"/>
                <a:ea typeface="Salesforce Sans"/>
                <a:cs typeface="Salesforce Sans"/>
                <a:sym typeface="Salesforce Sans"/>
              </a:endParaRPr>
            </a:p>
          </p:txBody>
        </p:sp>
        <p:sp>
          <p:nvSpPr>
            <p:cNvPr id="5547" name="Google Shape;5547;p171"/>
            <p:cNvSpPr txBox="1"/>
            <p:nvPr/>
          </p:nvSpPr>
          <p:spPr>
            <a:xfrm>
              <a:off x="3048821" y="34749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Target Prioritization</a:t>
              </a:r>
              <a:endParaRPr sz="800">
                <a:latin typeface="Salesforce Sans"/>
                <a:ea typeface="Salesforce Sans"/>
                <a:cs typeface="Salesforce Sans"/>
                <a:sym typeface="Salesforce Sans"/>
              </a:endParaRPr>
            </a:p>
          </p:txBody>
        </p:sp>
        <p:sp>
          <p:nvSpPr>
            <p:cNvPr id="5548" name="Google Shape;5548;p171"/>
            <p:cNvSpPr txBox="1"/>
            <p:nvPr/>
          </p:nvSpPr>
          <p:spPr>
            <a:xfrm>
              <a:off x="3048821" y="4714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Model Selection</a:t>
              </a:r>
              <a:endParaRPr i="0" sz="800" u="none" cap="none" strike="noStrike">
                <a:latin typeface="Salesforce Sans"/>
                <a:ea typeface="Salesforce Sans"/>
                <a:cs typeface="Salesforce Sans"/>
                <a:sym typeface="Salesforce Sans"/>
              </a:endParaRPr>
            </a:p>
          </p:txBody>
        </p:sp>
        <p:sp>
          <p:nvSpPr>
            <p:cNvPr id="5549" name="Google Shape;5549;p171"/>
            <p:cNvSpPr txBox="1"/>
            <p:nvPr/>
          </p:nvSpPr>
          <p:spPr>
            <a:xfrm>
              <a:off x="3048821" y="45589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Type Designation</a:t>
              </a:r>
              <a:endParaRPr sz="800">
                <a:latin typeface="Salesforce Sans"/>
                <a:ea typeface="Salesforce Sans"/>
                <a:cs typeface="Salesforce Sans"/>
                <a:sym typeface="Salesforce Sans"/>
              </a:endParaRPr>
            </a:p>
          </p:txBody>
        </p:sp>
        <p:sp>
          <p:nvSpPr>
            <p:cNvPr id="5550" name="Google Shape;5550;p171"/>
            <p:cNvSpPr txBox="1"/>
            <p:nvPr/>
          </p:nvSpPr>
          <p:spPr>
            <a:xfrm>
              <a:off x="3048821" y="514764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 Vitro Validation</a:t>
              </a:r>
              <a:endParaRPr sz="800">
                <a:latin typeface="Salesforce Sans"/>
                <a:ea typeface="Salesforce Sans"/>
                <a:cs typeface="Salesforce Sans"/>
                <a:sym typeface="Salesforce Sans"/>
              </a:endParaRPr>
            </a:p>
          </p:txBody>
        </p:sp>
        <p:sp>
          <p:nvSpPr>
            <p:cNvPr id="5551" name="Google Shape;5551;p171"/>
            <p:cNvSpPr txBox="1"/>
            <p:nvPr/>
          </p:nvSpPr>
          <p:spPr>
            <a:xfrm>
              <a:off x="3048821" y="5364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Synthesis</a:t>
              </a:r>
              <a:endParaRPr sz="800">
                <a:latin typeface="Salesforce Sans"/>
                <a:ea typeface="Salesforce Sans"/>
                <a:cs typeface="Salesforce Sans"/>
                <a:sym typeface="Salesforce Sans"/>
              </a:endParaRPr>
            </a:p>
          </p:txBody>
        </p:sp>
        <p:sp>
          <p:nvSpPr>
            <p:cNvPr id="5552" name="Google Shape;5552;p171"/>
            <p:cNvSpPr txBox="1"/>
            <p:nvPr/>
          </p:nvSpPr>
          <p:spPr>
            <a:xfrm>
              <a:off x="3048821" y="55177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H2H Benchmarking</a:t>
              </a:r>
              <a:endParaRPr sz="800">
                <a:latin typeface="Salesforce Sans"/>
                <a:ea typeface="Salesforce Sans"/>
                <a:cs typeface="Salesforce Sans"/>
                <a:sym typeface="Salesforce Sans"/>
              </a:endParaRPr>
            </a:p>
          </p:txBody>
        </p:sp>
        <p:sp>
          <p:nvSpPr>
            <p:cNvPr id="5553" name="Google Shape;5553;p171"/>
            <p:cNvSpPr txBox="1"/>
            <p:nvPr/>
          </p:nvSpPr>
          <p:spPr>
            <a:xfrm>
              <a:off x="3048821" y="58875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Feasibility</a:t>
              </a:r>
              <a:endParaRPr sz="800">
                <a:latin typeface="Salesforce Sans"/>
                <a:ea typeface="Salesforce Sans"/>
                <a:cs typeface="Salesforce Sans"/>
                <a:sym typeface="Salesforce Sans"/>
              </a:endParaRPr>
            </a:p>
          </p:txBody>
        </p:sp>
        <p:sp>
          <p:nvSpPr>
            <p:cNvPr id="5554" name="Google Shape;5554;p171"/>
            <p:cNvSpPr txBox="1"/>
            <p:nvPr/>
          </p:nvSpPr>
          <p:spPr>
            <a:xfrm>
              <a:off x="3048821" y="62629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Country &amp; Admin Regulations</a:t>
              </a:r>
              <a:endParaRPr sz="800">
                <a:latin typeface="Salesforce Sans"/>
                <a:ea typeface="Salesforce Sans"/>
                <a:cs typeface="Salesforce Sans"/>
                <a:sym typeface="Salesforce Sans"/>
              </a:endParaRPr>
            </a:p>
          </p:txBody>
        </p:sp>
        <p:sp>
          <p:nvSpPr>
            <p:cNvPr id="5555" name="Google Shape;5555;p171"/>
            <p:cNvSpPr txBox="1"/>
            <p:nvPr/>
          </p:nvSpPr>
          <p:spPr>
            <a:xfrm>
              <a:off x="3048821" y="64163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Core Document Authoring</a:t>
              </a:r>
              <a:endParaRPr sz="800">
                <a:latin typeface="Salesforce Sans"/>
                <a:ea typeface="Salesforce Sans"/>
                <a:cs typeface="Salesforce Sans"/>
                <a:sym typeface="Salesforce Sans"/>
              </a:endParaRPr>
            </a:p>
          </p:txBody>
        </p:sp>
        <p:sp>
          <p:nvSpPr>
            <p:cNvPr id="5556" name="Google Shape;5556;p171"/>
            <p:cNvSpPr txBox="1"/>
            <p:nvPr/>
          </p:nvSpPr>
          <p:spPr>
            <a:xfrm>
              <a:off x="3048821" y="57317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Regional Identification</a:t>
              </a:r>
              <a:endParaRPr sz="800">
                <a:latin typeface="Salesforce Sans"/>
                <a:ea typeface="Salesforce Sans"/>
                <a:cs typeface="Salesforce Sans"/>
                <a:sym typeface="Salesforce Sans"/>
              </a:endParaRPr>
            </a:p>
          </p:txBody>
        </p:sp>
        <p:sp>
          <p:nvSpPr>
            <p:cNvPr id="5557" name="Google Shape;5557;p171"/>
            <p:cNvSpPr txBox="1"/>
            <p:nvPr/>
          </p:nvSpPr>
          <p:spPr>
            <a:xfrm>
              <a:off x="3048821" y="6624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Finding</a:t>
              </a:r>
              <a:endParaRPr i="0" sz="800" u="none" cap="none" strike="noStrike">
                <a:latin typeface="Salesforce Sans"/>
                <a:ea typeface="Salesforce Sans"/>
                <a:cs typeface="Salesforce Sans"/>
                <a:sym typeface="Salesforce Sans"/>
              </a:endParaRPr>
            </a:p>
          </p:txBody>
        </p:sp>
        <p:sp>
          <p:nvSpPr>
            <p:cNvPr id="5558" name="Google Shape;5558;p171"/>
            <p:cNvSpPr txBox="1"/>
            <p:nvPr/>
          </p:nvSpPr>
          <p:spPr>
            <a:xfrm>
              <a:off x="3048821" y="67800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Visit Scheduling</a:t>
              </a:r>
              <a:endParaRPr i="0" sz="800" u="none" cap="none" strike="noStrike">
                <a:latin typeface="Salesforce Sans"/>
                <a:ea typeface="Salesforce Sans"/>
                <a:cs typeface="Salesforce Sans"/>
                <a:sym typeface="Salesforce Sans"/>
              </a:endParaRPr>
            </a:p>
          </p:txBody>
        </p:sp>
        <p:sp>
          <p:nvSpPr>
            <p:cNvPr id="5559" name="Google Shape;5559;p171"/>
            <p:cNvSpPr txBox="1"/>
            <p:nvPr/>
          </p:nvSpPr>
          <p:spPr>
            <a:xfrm>
              <a:off x="3048821" y="693584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Monitoring</a:t>
              </a:r>
              <a:endParaRPr i="0" sz="800" u="none" cap="none" strike="noStrike">
                <a:latin typeface="Salesforce Sans"/>
                <a:ea typeface="Salesforce Sans"/>
                <a:cs typeface="Salesforce Sans"/>
                <a:sym typeface="Salesforce Sans"/>
              </a:endParaRPr>
            </a:p>
          </p:txBody>
        </p:sp>
        <p:sp>
          <p:nvSpPr>
            <p:cNvPr id="5560" name="Google Shape;5560;p171"/>
            <p:cNvSpPr txBox="1"/>
            <p:nvPr/>
          </p:nvSpPr>
          <p:spPr>
            <a:xfrm>
              <a:off x="3048821" y="486982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Validation (e.g., Controls, Doses, Endpoints)</a:t>
              </a:r>
              <a:endParaRPr sz="800">
                <a:latin typeface="Salesforce Sans"/>
                <a:ea typeface="Salesforce Sans"/>
                <a:cs typeface="Salesforce Sans"/>
                <a:sym typeface="Salesforce Sans"/>
              </a:endParaRPr>
            </a:p>
          </p:txBody>
        </p:sp>
        <p:sp>
          <p:nvSpPr>
            <p:cNvPr id="5561" name="Google Shape;5561;p171"/>
            <p:cNvSpPr txBox="1"/>
            <p:nvPr/>
          </p:nvSpPr>
          <p:spPr>
            <a:xfrm>
              <a:off x="3048821" y="77911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Safety Case</a:t>
              </a:r>
              <a:endParaRPr i="0" sz="800" u="none" cap="none" strike="noStrike">
                <a:latin typeface="Salesforce Sans"/>
                <a:ea typeface="Salesforce Sans"/>
                <a:cs typeface="Salesforce Sans"/>
                <a:sym typeface="Salesforce Sans"/>
              </a:endParaRPr>
            </a:p>
          </p:txBody>
        </p:sp>
        <p:sp>
          <p:nvSpPr>
            <p:cNvPr id="5562" name="Google Shape;5562;p171"/>
            <p:cNvSpPr txBox="1"/>
            <p:nvPr/>
          </p:nvSpPr>
          <p:spPr>
            <a:xfrm>
              <a:off x="3048821" y="8088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Submission Readiness</a:t>
              </a:r>
              <a:endParaRPr i="0" sz="800" u="none" cap="none" strike="noStrike">
                <a:latin typeface="Salesforce Sans"/>
                <a:ea typeface="Salesforce Sans"/>
                <a:cs typeface="Salesforce Sans"/>
                <a:sym typeface="Salesforce Sans"/>
              </a:endParaRPr>
            </a:p>
          </p:txBody>
        </p:sp>
        <p:sp>
          <p:nvSpPr>
            <p:cNvPr id="5563" name="Google Shape;5563;p171"/>
            <p:cNvSpPr txBox="1"/>
            <p:nvPr/>
          </p:nvSpPr>
          <p:spPr>
            <a:xfrm>
              <a:off x="3048821" y="793973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 Generation</a:t>
              </a:r>
              <a:endParaRPr i="0" sz="800" u="none" cap="none" strike="noStrike">
                <a:latin typeface="Salesforce Sans"/>
                <a:ea typeface="Salesforce Sans"/>
                <a:cs typeface="Salesforce Sans"/>
                <a:sym typeface="Salesforce Sans"/>
              </a:endParaRPr>
            </a:p>
          </p:txBody>
        </p:sp>
        <p:sp>
          <p:nvSpPr>
            <p:cNvPr id="5564" name="Google Shape;5564;p171"/>
            <p:cNvSpPr txBox="1"/>
            <p:nvPr/>
          </p:nvSpPr>
          <p:spPr>
            <a:xfrm>
              <a:off x="3048821" y="84512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Response Generation</a:t>
              </a:r>
              <a:endParaRPr i="0" sz="800" u="none" cap="none" strike="noStrike">
                <a:latin typeface="Salesforce Sans"/>
                <a:ea typeface="Salesforce Sans"/>
                <a:cs typeface="Salesforce Sans"/>
                <a:sym typeface="Salesforce Sans"/>
              </a:endParaRPr>
            </a:p>
          </p:txBody>
        </p:sp>
        <p:sp>
          <p:nvSpPr>
            <p:cNvPr id="5565" name="Google Shape;5565;p171"/>
            <p:cNvSpPr txBox="1"/>
            <p:nvPr/>
          </p:nvSpPr>
          <p:spPr>
            <a:xfrm>
              <a:off x="3048821" y="865988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Design</a:t>
              </a:r>
              <a:endParaRPr i="0" sz="800" u="none" cap="none" strike="noStrike">
                <a:latin typeface="Salesforce Sans"/>
                <a:ea typeface="Salesforce Sans"/>
                <a:cs typeface="Salesforce Sans"/>
                <a:sym typeface="Salesforce Sans"/>
              </a:endParaRPr>
            </a:p>
          </p:txBody>
        </p:sp>
        <p:sp>
          <p:nvSpPr>
            <p:cNvPr id="5566" name="Google Shape;5566;p171"/>
            <p:cNvSpPr txBox="1"/>
            <p:nvPr/>
          </p:nvSpPr>
          <p:spPr>
            <a:xfrm>
              <a:off x="3048821" y="88084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Post-Approval Execution</a:t>
              </a:r>
              <a:endParaRPr i="0" sz="800" u="none" cap="none" strike="noStrike">
                <a:latin typeface="Salesforce Sans"/>
                <a:ea typeface="Salesforce Sans"/>
                <a:cs typeface="Salesforce Sans"/>
                <a:sym typeface="Salesforce Sans"/>
              </a:endParaRPr>
            </a:p>
          </p:txBody>
        </p:sp>
        <p:sp>
          <p:nvSpPr>
            <p:cNvPr id="5567" name="Google Shape;5567;p171"/>
            <p:cNvSpPr txBox="1"/>
            <p:nvPr/>
          </p:nvSpPr>
          <p:spPr>
            <a:xfrm>
              <a:off x="3048821" y="89571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Periodic Reporting</a:t>
              </a:r>
              <a:endParaRPr i="0" sz="800" u="none" cap="none" strike="noStrike">
                <a:latin typeface="Salesforce Sans"/>
                <a:ea typeface="Salesforce Sans"/>
                <a:cs typeface="Salesforce Sans"/>
                <a:sym typeface="Salesforce Sans"/>
              </a:endParaRPr>
            </a:p>
          </p:txBody>
        </p:sp>
        <p:sp>
          <p:nvSpPr>
            <p:cNvPr id="5568" name="Google Shape;5568;p171"/>
            <p:cNvSpPr txBox="1"/>
            <p:nvPr/>
          </p:nvSpPr>
          <p:spPr>
            <a:xfrm>
              <a:off x="3048821" y="91083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Labelling</a:t>
              </a:r>
              <a:endParaRPr i="0" sz="800" u="none" cap="none" strike="noStrike">
                <a:latin typeface="Salesforce Sans"/>
                <a:ea typeface="Salesforce Sans"/>
                <a:cs typeface="Salesforce Sans"/>
                <a:sym typeface="Salesforce Sans"/>
              </a:endParaRPr>
            </a:p>
          </p:txBody>
        </p:sp>
        <p:sp>
          <p:nvSpPr>
            <p:cNvPr id="5569" name="Google Shape;5569;p171"/>
            <p:cNvSpPr txBox="1"/>
            <p:nvPr/>
          </p:nvSpPr>
          <p:spPr>
            <a:xfrm>
              <a:off x="3048821" y="92481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Case Database</a:t>
              </a:r>
              <a:endParaRPr i="0" sz="800" u="none" cap="none" strike="noStrike">
                <a:latin typeface="Salesforce Sans"/>
                <a:ea typeface="Salesforce Sans"/>
                <a:cs typeface="Salesforce Sans"/>
                <a:sym typeface="Salesforce Sans"/>
              </a:endParaRPr>
            </a:p>
          </p:txBody>
        </p:sp>
        <p:sp>
          <p:nvSpPr>
            <p:cNvPr id="5570" name="Google Shape;5570;p171"/>
            <p:cNvSpPr txBox="1"/>
            <p:nvPr/>
          </p:nvSpPr>
          <p:spPr>
            <a:xfrm>
              <a:off x="3048821" y="70898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Study Management</a:t>
              </a:r>
              <a:endParaRPr i="0" sz="800" u="none" cap="none" strike="noStrike">
                <a:latin typeface="Salesforce Sans"/>
                <a:ea typeface="Salesforce Sans"/>
                <a:cs typeface="Salesforce Sans"/>
                <a:sym typeface="Salesforce Sans"/>
              </a:endParaRPr>
            </a:p>
          </p:txBody>
        </p:sp>
        <p:sp>
          <p:nvSpPr>
            <p:cNvPr id="5571" name="Google Shape;5571;p171"/>
            <p:cNvSpPr txBox="1"/>
            <p:nvPr/>
          </p:nvSpPr>
          <p:spPr>
            <a:xfrm>
              <a:off x="3048821" y="72998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Cleaning</a:t>
              </a:r>
              <a:endParaRPr i="0" sz="800" u="none" cap="none" strike="noStrike">
                <a:latin typeface="Salesforce Sans"/>
                <a:ea typeface="Salesforce Sans"/>
                <a:cs typeface="Salesforce Sans"/>
                <a:sym typeface="Salesforce Sans"/>
              </a:endParaRPr>
            </a:p>
          </p:txBody>
        </p:sp>
        <p:sp>
          <p:nvSpPr>
            <p:cNvPr id="5572" name="Google Shape;5572;p171"/>
            <p:cNvSpPr txBox="1"/>
            <p:nvPr/>
          </p:nvSpPr>
          <p:spPr>
            <a:xfrm>
              <a:off x="3048821" y="7430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a:t>
              </a:r>
              <a:endParaRPr i="0" sz="800" u="none" cap="none" strike="noStrike">
                <a:latin typeface="Salesforce Sans"/>
                <a:ea typeface="Salesforce Sans"/>
                <a:cs typeface="Salesforce Sans"/>
                <a:sym typeface="Salesforce Sans"/>
              </a:endParaRPr>
            </a:p>
          </p:txBody>
        </p:sp>
        <p:sp>
          <p:nvSpPr>
            <p:cNvPr id="5573" name="Google Shape;5573;p171"/>
            <p:cNvSpPr txBox="1"/>
            <p:nvPr/>
          </p:nvSpPr>
          <p:spPr>
            <a:xfrm>
              <a:off x="3048821" y="76425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Preparation</a:t>
              </a:r>
              <a:endParaRPr i="0" sz="800" u="none" cap="none" strike="noStrike">
                <a:latin typeface="Salesforce Sans"/>
                <a:ea typeface="Salesforce Sans"/>
                <a:cs typeface="Salesforce Sans"/>
                <a:sym typeface="Salesforce Sans"/>
              </a:endParaRPr>
            </a:p>
          </p:txBody>
        </p:sp>
        <p:sp>
          <p:nvSpPr>
            <p:cNvPr id="5574" name="Google Shape;5574;p171"/>
            <p:cNvSpPr/>
            <p:nvPr/>
          </p:nvSpPr>
          <p:spPr>
            <a:xfrm>
              <a:off x="2912773" y="3498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5" name="Google Shape;5575;p171"/>
            <p:cNvSpPr/>
            <p:nvPr/>
          </p:nvSpPr>
          <p:spPr>
            <a:xfrm>
              <a:off x="2912773" y="57503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76" name="Google Shape;5576;p171"/>
            <p:cNvSpPr/>
            <p:nvPr/>
          </p:nvSpPr>
          <p:spPr>
            <a:xfrm>
              <a:off x="2912773" y="67986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77" name="Google Shape;5577;p171"/>
            <p:cNvSpPr txBox="1"/>
            <p:nvPr/>
          </p:nvSpPr>
          <p:spPr>
            <a:xfrm>
              <a:off x="3048821" y="176598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Candidates Matching</a:t>
              </a:r>
              <a:endParaRPr sz="800">
                <a:latin typeface="Salesforce Sans"/>
                <a:ea typeface="Salesforce Sans"/>
                <a:cs typeface="Salesforce Sans"/>
                <a:sym typeface="Salesforce Sans"/>
              </a:endParaRPr>
            </a:p>
          </p:txBody>
        </p:sp>
        <p:sp>
          <p:nvSpPr>
            <p:cNvPr id="5578" name="Google Shape;5578;p171"/>
            <p:cNvSpPr/>
            <p:nvPr/>
          </p:nvSpPr>
          <p:spPr>
            <a:xfrm>
              <a:off x="2912773" y="17844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79" name="Google Shape;5579;p171"/>
            <p:cNvSpPr txBox="1"/>
            <p:nvPr/>
          </p:nvSpPr>
          <p:spPr>
            <a:xfrm>
              <a:off x="3048821" y="1921000"/>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Clinical Trial Site Filter and Search </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580" name="Google Shape;5580;p171"/>
            <p:cNvSpPr/>
            <p:nvPr/>
          </p:nvSpPr>
          <p:spPr>
            <a:xfrm>
              <a:off x="2912773" y="19394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81" name="Google Shape;5581;p171"/>
            <p:cNvSpPr txBox="1"/>
            <p:nvPr/>
          </p:nvSpPr>
          <p:spPr>
            <a:xfrm>
              <a:off x="3048821" y="20760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Investigator Filter and Search </a:t>
              </a:r>
              <a:endParaRPr sz="800">
                <a:latin typeface="Salesforce Sans"/>
                <a:ea typeface="Salesforce Sans"/>
                <a:cs typeface="Salesforce Sans"/>
                <a:sym typeface="Salesforce Sans"/>
              </a:endParaRPr>
            </a:p>
          </p:txBody>
        </p:sp>
        <p:sp>
          <p:nvSpPr>
            <p:cNvPr id="5582" name="Google Shape;5582;p171"/>
            <p:cNvSpPr/>
            <p:nvPr/>
          </p:nvSpPr>
          <p:spPr>
            <a:xfrm>
              <a:off x="2912773" y="20944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3" name="Google Shape;5583;p171"/>
            <p:cNvSpPr txBox="1"/>
            <p:nvPr/>
          </p:nvSpPr>
          <p:spPr>
            <a:xfrm>
              <a:off x="3048821" y="22367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sz="800">
                <a:latin typeface="Salesforce Sans"/>
                <a:ea typeface="Salesforce Sans"/>
                <a:cs typeface="Salesforce Sans"/>
                <a:sym typeface="Salesforce Sans"/>
              </a:endParaRPr>
            </a:p>
          </p:txBody>
        </p:sp>
        <p:sp>
          <p:nvSpPr>
            <p:cNvPr id="5584" name="Google Shape;5584;p171"/>
            <p:cNvSpPr/>
            <p:nvPr/>
          </p:nvSpPr>
          <p:spPr>
            <a:xfrm>
              <a:off x="2912773" y="225524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5" name="Google Shape;5585;p171"/>
            <p:cNvSpPr txBox="1"/>
            <p:nvPr/>
          </p:nvSpPr>
          <p:spPr>
            <a:xfrm>
              <a:off x="3048821" y="24020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sz="800">
                <a:latin typeface="Salesforce Sans"/>
                <a:ea typeface="Salesforce Sans"/>
                <a:cs typeface="Salesforce Sans"/>
                <a:sym typeface="Salesforce Sans"/>
              </a:endParaRPr>
            </a:p>
          </p:txBody>
        </p:sp>
        <p:sp>
          <p:nvSpPr>
            <p:cNvPr id="5586" name="Google Shape;5586;p171"/>
            <p:cNvSpPr/>
            <p:nvPr/>
          </p:nvSpPr>
          <p:spPr>
            <a:xfrm>
              <a:off x="2912773" y="24205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7" name="Google Shape;5587;p171"/>
            <p:cNvSpPr txBox="1"/>
            <p:nvPr/>
          </p:nvSpPr>
          <p:spPr>
            <a:xfrm>
              <a:off x="3048821" y="27733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Evidence Validation</a:t>
              </a:r>
              <a:endParaRPr sz="800">
                <a:latin typeface="Salesforce Sans"/>
                <a:ea typeface="Salesforce Sans"/>
                <a:cs typeface="Salesforce Sans"/>
                <a:sym typeface="Salesforce Sans"/>
              </a:endParaRPr>
            </a:p>
          </p:txBody>
        </p:sp>
        <p:sp>
          <p:nvSpPr>
            <p:cNvPr id="5588" name="Google Shape;5588;p171"/>
            <p:cNvSpPr/>
            <p:nvPr/>
          </p:nvSpPr>
          <p:spPr>
            <a:xfrm>
              <a:off x="2912773" y="27917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89" name="Google Shape;5589;p171"/>
            <p:cNvSpPr/>
            <p:nvPr/>
          </p:nvSpPr>
          <p:spPr>
            <a:xfrm>
              <a:off x="2912773" y="2960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0" name="Google Shape;5590;p171"/>
            <p:cNvSpPr/>
            <p:nvPr/>
          </p:nvSpPr>
          <p:spPr>
            <a:xfrm>
              <a:off x="2912773" y="31756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1" name="Google Shape;5591;p171"/>
            <p:cNvSpPr txBox="1"/>
            <p:nvPr/>
          </p:nvSpPr>
          <p:spPr>
            <a:xfrm>
              <a:off x="3048821" y="2619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Literature Analysis</a:t>
              </a:r>
              <a:endParaRPr sz="800">
                <a:latin typeface="Salesforce Sans"/>
                <a:ea typeface="Salesforce Sans"/>
                <a:cs typeface="Salesforce Sans"/>
                <a:sym typeface="Salesforce Sans"/>
              </a:endParaRPr>
            </a:p>
          </p:txBody>
        </p:sp>
        <p:sp>
          <p:nvSpPr>
            <p:cNvPr id="5592" name="Google Shape;5592;p171"/>
            <p:cNvSpPr/>
            <p:nvPr/>
          </p:nvSpPr>
          <p:spPr>
            <a:xfrm>
              <a:off x="2912773" y="26383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3" name="Google Shape;5593;p171"/>
            <p:cNvSpPr/>
            <p:nvPr/>
          </p:nvSpPr>
          <p:spPr>
            <a:xfrm>
              <a:off x="2912773" y="38864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4" name="Google Shape;5594;p171"/>
            <p:cNvSpPr/>
            <p:nvPr/>
          </p:nvSpPr>
          <p:spPr>
            <a:xfrm>
              <a:off x="2912773" y="45775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595" name="Google Shape;5595;p171"/>
            <p:cNvSpPr/>
            <p:nvPr/>
          </p:nvSpPr>
          <p:spPr>
            <a:xfrm>
              <a:off x="2912773" y="55363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596" name="Google Shape;5596;p171"/>
            <p:cNvSpPr/>
            <p:nvPr/>
          </p:nvSpPr>
          <p:spPr>
            <a:xfrm>
              <a:off x="2912773" y="66429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7" name="Google Shape;5597;p171"/>
            <p:cNvSpPr/>
            <p:nvPr/>
          </p:nvSpPr>
          <p:spPr>
            <a:xfrm>
              <a:off x="2912773" y="84698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598" name="Google Shape;5598;p171"/>
            <p:cNvSpPr/>
            <p:nvPr/>
          </p:nvSpPr>
          <p:spPr>
            <a:xfrm>
              <a:off x="2912773" y="88270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599" name="Google Shape;5599;p171"/>
            <p:cNvSpPr/>
            <p:nvPr/>
          </p:nvSpPr>
          <p:spPr>
            <a:xfrm>
              <a:off x="2912773" y="897570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0" name="Google Shape;5600;p171"/>
            <p:cNvSpPr/>
            <p:nvPr/>
          </p:nvSpPr>
          <p:spPr>
            <a:xfrm>
              <a:off x="2912773" y="91269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1" name="Google Shape;5601;p171"/>
            <p:cNvSpPr/>
            <p:nvPr/>
          </p:nvSpPr>
          <p:spPr>
            <a:xfrm>
              <a:off x="2912773" y="92667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2" name="Google Shape;5602;p171"/>
            <p:cNvSpPr/>
            <p:nvPr/>
          </p:nvSpPr>
          <p:spPr>
            <a:xfrm>
              <a:off x="2912773" y="71084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3" name="Google Shape;5603;p171"/>
            <p:cNvSpPr/>
            <p:nvPr/>
          </p:nvSpPr>
          <p:spPr>
            <a:xfrm>
              <a:off x="2912773" y="7958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4" name="Google Shape;5604;p171"/>
            <p:cNvSpPr/>
            <p:nvPr/>
          </p:nvSpPr>
          <p:spPr>
            <a:xfrm>
              <a:off x="2912773" y="47332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05" name="Google Shape;5605;p171"/>
            <p:cNvSpPr/>
            <p:nvPr/>
          </p:nvSpPr>
          <p:spPr>
            <a:xfrm>
              <a:off x="2912773" y="4888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6" name="Google Shape;5606;p171"/>
            <p:cNvSpPr/>
            <p:nvPr/>
          </p:nvSpPr>
          <p:spPr>
            <a:xfrm>
              <a:off x="2912773" y="5166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07" name="Google Shape;5607;p171"/>
            <p:cNvSpPr/>
            <p:nvPr/>
          </p:nvSpPr>
          <p:spPr>
            <a:xfrm>
              <a:off x="2912773" y="33315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08" name="Google Shape;5608;p171"/>
            <p:cNvSpPr txBox="1"/>
            <p:nvPr/>
          </p:nvSpPr>
          <p:spPr>
            <a:xfrm>
              <a:off x="3048821" y="36943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Optimization</a:t>
              </a:r>
              <a:endParaRPr sz="800">
                <a:latin typeface="Salesforce Sans"/>
                <a:ea typeface="Salesforce Sans"/>
                <a:cs typeface="Salesforce Sans"/>
                <a:sym typeface="Salesforce Sans"/>
              </a:endParaRPr>
            </a:p>
          </p:txBody>
        </p:sp>
        <p:sp>
          <p:nvSpPr>
            <p:cNvPr id="5609" name="Google Shape;5609;p171"/>
            <p:cNvSpPr/>
            <p:nvPr/>
          </p:nvSpPr>
          <p:spPr>
            <a:xfrm>
              <a:off x="2912773" y="371284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0" name="Google Shape;5610;p171"/>
            <p:cNvSpPr/>
            <p:nvPr/>
          </p:nvSpPr>
          <p:spPr>
            <a:xfrm>
              <a:off x="2912773" y="5382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611" name="Google Shape;5611;p171"/>
            <p:cNvSpPr/>
            <p:nvPr/>
          </p:nvSpPr>
          <p:spPr>
            <a:xfrm>
              <a:off x="2912773" y="5906140"/>
              <a:ext cx="91200" cy="91200"/>
            </a:xfrm>
            <a:prstGeom prst="ellipse">
              <a:avLst/>
            </a:prstGeom>
            <a:solidFill>
              <a:srgbClr val="1560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2" name="Google Shape;5612;p171"/>
            <p:cNvSpPr/>
            <p:nvPr/>
          </p:nvSpPr>
          <p:spPr>
            <a:xfrm>
              <a:off x="2912773" y="64349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3" name="Google Shape;5613;p171"/>
            <p:cNvSpPr/>
            <p:nvPr/>
          </p:nvSpPr>
          <p:spPr>
            <a:xfrm>
              <a:off x="2912773" y="62815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4" name="Google Shape;5614;p171"/>
            <p:cNvSpPr/>
            <p:nvPr/>
          </p:nvSpPr>
          <p:spPr>
            <a:xfrm>
              <a:off x="2912773" y="695444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15" name="Google Shape;5615;p171"/>
            <p:cNvSpPr/>
            <p:nvPr/>
          </p:nvSpPr>
          <p:spPr>
            <a:xfrm>
              <a:off x="2912773" y="73184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6" name="Google Shape;5616;p171"/>
            <p:cNvSpPr/>
            <p:nvPr/>
          </p:nvSpPr>
          <p:spPr>
            <a:xfrm>
              <a:off x="2912773" y="78097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7" name="Google Shape;5617;p171"/>
            <p:cNvSpPr/>
            <p:nvPr/>
          </p:nvSpPr>
          <p:spPr>
            <a:xfrm>
              <a:off x="2912773" y="76611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8" name="Google Shape;5618;p171"/>
            <p:cNvSpPr/>
            <p:nvPr/>
          </p:nvSpPr>
          <p:spPr>
            <a:xfrm>
              <a:off x="2912773" y="8106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19" name="Google Shape;5619;p171"/>
            <p:cNvSpPr/>
            <p:nvPr/>
          </p:nvSpPr>
          <p:spPr>
            <a:xfrm>
              <a:off x="2912773" y="86784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0" name="Google Shape;5620;p171"/>
            <p:cNvSpPr txBox="1"/>
            <p:nvPr/>
          </p:nvSpPr>
          <p:spPr>
            <a:xfrm>
              <a:off x="3048821" y="605125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Activation</a:t>
              </a:r>
              <a:endParaRPr sz="800">
                <a:latin typeface="Salesforce Sans"/>
                <a:ea typeface="Salesforce Sans"/>
                <a:cs typeface="Salesforce Sans"/>
                <a:sym typeface="Salesforce Sans"/>
              </a:endParaRPr>
            </a:p>
          </p:txBody>
        </p:sp>
        <p:sp>
          <p:nvSpPr>
            <p:cNvPr id="5621" name="Google Shape;5621;p171"/>
            <p:cNvSpPr/>
            <p:nvPr/>
          </p:nvSpPr>
          <p:spPr>
            <a:xfrm>
              <a:off x="2910959" y="60698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22" name="Google Shape;5622;p171"/>
            <p:cNvSpPr txBox="1"/>
            <p:nvPr/>
          </p:nvSpPr>
          <p:spPr>
            <a:xfrm>
              <a:off x="3048821" y="82956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Management</a:t>
              </a:r>
              <a:endParaRPr sz="800">
                <a:latin typeface="Salesforce Sans"/>
                <a:ea typeface="Salesforce Sans"/>
                <a:cs typeface="Salesforce Sans"/>
                <a:sym typeface="Salesforce Sans"/>
              </a:endParaRPr>
            </a:p>
          </p:txBody>
        </p:sp>
        <p:sp>
          <p:nvSpPr>
            <p:cNvPr id="5623" name="Google Shape;5623;p171"/>
            <p:cNvSpPr/>
            <p:nvPr/>
          </p:nvSpPr>
          <p:spPr>
            <a:xfrm>
              <a:off x="2910948" y="83142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624" name="Google Shape;5624;p171"/>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625" name="Google Shape;5625;p171"/>
            <p:cNvSpPr txBox="1"/>
            <p:nvPr/>
          </p:nvSpPr>
          <p:spPr>
            <a:xfrm>
              <a:off x="16019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626" name="Google Shape;5626;p171"/>
            <p:cNvGrpSpPr/>
            <p:nvPr/>
          </p:nvGrpSpPr>
          <p:grpSpPr>
            <a:xfrm>
              <a:off x="497950" y="1791256"/>
              <a:ext cx="952566" cy="449700"/>
              <a:chOff x="755108" y="1946374"/>
              <a:chExt cx="1322458" cy="449700"/>
            </a:xfrm>
          </p:grpSpPr>
          <p:sp>
            <p:nvSpPr>
              <p:cNvPr id="5627" name="Google Shape;562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28" name="Google Shape;5628;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sp>
          <p:nvSpPr>
            <p:cNvPr id="5629" name="Google Shape;5629;p171"/>
            <p:cNvSpPr txBox="1"/>
            <p:nvPr/>
          </p:nvSpPr>
          <p:spPr>
            <a:xfrm>
              <a:off x="305064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630" name="Google Shape;5630;p171"/>
            <p:cNvSpPr txBox="1"/>
            <p:nvPr/>
          </p:nvSpPr>
          <p:spPr>
            <a:xfrm>
              <a:off x="1601900" y="1769425"/>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Agentforce Life Sciences Pre-built Clinical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631" name="Google Shape;5631;p171"/>
            <p:cNvGrpSpPr/>
            <p:nvPr/>
          </p:nvGrpSpPr>
          <p:grpSpPr>
            <a:xfrm>
              <a:off x="497991" y="5752646"/>
              <a:ext cx="952525" cy="449700"/>
              <a:chOff x="755165" y="1951713"/>
              <a:chExt cx="1322400" cy="449700"/>
            </a:xfrm>
          </p:grpSpPr>
          <p:sp>
            <p:nvSpPr>
              <p:cNvPr id="5632" name="Google Shape;563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3" name="Google Shape;5633;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grpSp>
          <p:nvGrpSpPr>
            <p:cNvPr id="5634" name="Google Shape;5634;p171"/>
            <p:cNvGrpSpPr/>
            <p:nvPr/>
          </p:nvGrpSpPr>
          <p:grpSpPr>
            <a:xfrm>
              <a:off x="497991" y="2647426"/>
              <a:ext cx="952525" cy="449700"/>
              <a:chOff x="755165" y="1951713"/>
              <a:chExt cx="1322400" cy="449700"/>
            </a:xfrm>
          </p:grpSpPr>
          <p:sp>
            <p:nvSpPr>
              <p:cNvPr id="5635" name="Google Shape;5635;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636" name="Google Shape;5636;p171"/>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Development</a:t>
                </a:r>
                <a:endParaRPr sz="900">
                  <a:solidFill>
                    <a:srgbClr val="FFFFFF"/>
                  </a:solidFill>
                  <a:latin typeface="Avant Garde Demi SFDC"/>
                  <a:ea typeface="Avant Garde Demi SFDC"/>
                  <a:cs typeface="Avant Garde Demi SFDC"/>
                  <a:sym typeface="Avant Garde Demi SFDC"/>
                </a:endParaRPr>
              </a:p>
            </p:txBody>
          </p:sp>
        </p:grpSp>
        <p:sp>
          <p:nvSpPr>
            <p:cNvPr id="5637" name="Google Shape;5637;p171"/>
            <p:cNvSpPr txBox="1"/>
            <p:nvPr/>
          </p:nvSpPr>
          <p:spPr>
            <a:xfrm>
              <a:off x="3048821" y="4241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Pathway Mapping</a:t>
              </a:r>
              <a:endParaRPr sz="800">
                <a:latin typeface="Salesforce Sans"/>
                <a:ea typeface="Salesforce Sans"/>
                <a:cs typeface="Salesforce Sans"/>
                <a:sym typeface="Salesforce Sans"/>
              </a:endParaRPr>
            </a:p>
          </p:txBody>
        </p:sp>
        <p:sp>
          <p:nvSpPr>
            <p:cNvPr id="5638" name="Google Shape;5638;p171"/>
            <p:cNvSpPr txBox="1"/>
            <p:nvPr/>
          </p:nvSpPr>
          <p:spPr>
            <a:xfrm>
              <a:off x="3048821" y="40854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Endpoint Simulation</a:t>
              </a:r>
              <a:endParaRPr sz="800">
                <a:latin typeface="Salesforce Sans"/>
                <a:ea typeface="Salesforce Sans"/>
                <a:cs typeface="Salesforce Sans"/>
                <a:sym typeface="Salesforce Sans"/>
              </a:endParaRPr>
            </a:p>
          </p:txBody>
        </p:sp>
        <p:sp>
          <p:nvSpPr>
            <p:cNvPr id="5639" name="Google Shape;5639;p171"/>
            <p:cNvSpPr/>
            <p:nvPr/>
          </p:nvSpPr>
          <p:spPr>
            <a:xfrm>
              <a:off x="2912773" y="41040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0" name="Google Shape;5640;p171"/>
            <p:cNvSpPr/>
            <p:nvPr/>
          </p:nvSpPr>
          <p:spPr>
            <a:xfrm>
              <a:off x="2912773" y="4259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41" name="Google Shape;5641;p171"/>
            <p:cNvSpPr txBox="1"/>
            <p:nvPr/>
          </p:nvSpPr>
          <p:spPr>
            <a:xfrm>
              <a:off x="3048821" y="94748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Global Reg. Update Tracker</a:t>
              </a:r>
              <a:endParaRPr i="0" sz="800" u="none" cap="none" strike="noStrike">
                <a:latin typeface="Salesforce Sans"/>
                <a:ea typeface="Salesforce Sans"/>
                <a:cs typeface="Salesforce Sans"/>
                <a:sym typeface="Salesforce Sans"/>
              </a:endParaRPr>
            </a:p>
          </p:txBody>
        </p:sp>
        <p:sp>
          <p:nvSpPr>
            <p:cNvPr id="5642" name="Google Shape;5642;p171"/>
            <p:cNvSpPr txBox="1"/>
            <p:nvPr/>
          </p:nvSpPr>
          <p:spPr>
            <a:xfrm>
              <a:off x="3048821" y="96260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Guidance Impact Asmt. Log</a:t>
              </a:r>
              <a:endParaRPr i="0" sz="800" u="none" cap="none" strike="noStrike">
                <a:latin typeface="Salesforce Sans"/>
                <a:ea typeface="Salesforce Sans"/>
                <a:cs typeface="Salesforce Sans"/>
                <a:sym typeface="Salesforce Sans"/>
              </a:endParaRPr>
            </a:p>
          </p:txBody>
        </p:sp>
        <p:sp>
          <p:nvSpPr>
            <p:cNvPr id="5643" name="Google Shape;5643;p171"/>
            <p:cNvSpPr txBox="1"/>
            <p:nvPr/>
          </p:nvSpPr>
          <p:spPr>
            <a:xfrm>
              <a:off x="3048821" y="97658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 Intel Knowledge Base</a:t>
              </a:r>
              <a:endParaRPr i="0" sz="800" u="none" cap="none" strike="noStrike">
                <a:latin typeface="Salesforce Sans"/>
                <a:ea typeface="Salesforce Sans"/>
                <a:cs typeface="Salesforce Sans"/>
                <a:sym typeface="Salesforce Sans"/>
              </a:endParaRPr>
            </a:p>
          </p:txBody>
        </p:sp>
        <p:sp>
          <p:nvSpPr>
            <p:cNvPr id="5644" name="Google Shape;5644;p171"/>
            <p:cNvSpPr/>
            <p:nvPr/>
          </p:nvSpPr>
          <p:spPr>
            <a:xfrm>
              <a:off x="2912773" y="94934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45" name="Google Shape;5645;p171"/>
            <p:cNvSpPr/>
            <p:nvPr/>
          </p:nvSpPr>
          <p:spPr>
            <a:xfrm>
              <a:off x="2912773" y="96446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46" name="Google Shape;5646;p171"/>
            <p:cNvSpPr/>
            <p:nvPr/>
          </p:nvSpPr>
          <p:spPr>
            <a:xfrm>
              <a:off x="2912773" y="978445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sp>
        <p:nvSpPr>
          <p:cNvPr id="5647" name="Google Shape;5647;p171"/>
          <p:cNvSpPr/>
          <p:nvPr/>
        </p:nvSpPr>
        <p:spPr>
          <a:xfrm>
            <a:off x="5862391" y="2797656"/>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Strategy </a:t>
            </a:r>
            <a:endParaRPr b="1" i="0" sz="900" u="none" cap="none" strike="noStrike">
              <a:solidFill>
                <a:srgbClr val="066AFE"/>
              </a:solidFill>
              <a:latin typeface="Salesforce Sans"/>
              <a:ea typeface="Salesforce Sans"/>
              <a:cs typeface="Salesforce Sans"/>
              <a:sym typeface="Salesforce Sans"/>
            </a:endParaRPr>
          </a:p>
        </p:txBody>
      </p:sp>
      <p:sp>
        <p:nvSpPr>
          <p:cNvPr id="5648" name="Google Shape;5648;p171"/>
          <p:cNvSpPr/>
          <p:nvPr/>
        </p:nvSpPr>
        <p:spPr>
          <a:xfrm>
            <a:off x="5862392" y="3312375"/>
            <a:ext cx="11286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GTM Operations </a:t>
            </a:r>
            <a:endParaRPr b="1" i="0" sz="900" u="none" cap="none" strike="noStrike">
              <a:solidFill>
                <a:srgbClr val="066AFE"/>
              </a:solidFill>
              <a:latin typeface="Salesforce Sans"/>
              <a:ea typeface="Salesforce Sans"/>
              <a:cs typeface="Salesforce Sans"/>
              <a:sym typeface="Salesforce Sans"/>
            </a:endParaRPr>
          </a:p>
        </p:txBody>
      </p:sp>
      <p:sp>
        <p:nvSpPr>
          <p:cNvPr id="5649" name="Google Shape;5649;p171"/>
          <p:cNvSpPr/>
          <p:nvPr/>
        </p:nvSpPr>
        <p:spPr>
          <a:xfrm>
            <a:off x="5862391" y="4265350"/>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Field Rep Outreach </a:t>
            </a:r>
            <a:endParaRPr b="1" i="0" sz="900" u="none" cap="none" strike="noStrike">
              <a:solidFill>
                <a:srgbClr val="066AFE"/>
              </a:solidFill>
              <a:latin typeface="Salesforce Sans"/>
              <a:ea typeface="Salesforce Sans"/>
              <a:cs typeface="Salesforce Sans"/>
              <a:sym typeface="Salesforce Sans"/>
            </a:endParaRPr>
          </a:p>
        </p:txBody>
      </p:sp>
      <p:sp>
        <p:nvSpPr>
          <p:cNvPr id="5650" name="Google Shape;5650;p171"/>
          <p:cNvSpPr/>
          <p:nvPr/>
        </p:nvSpPr>
        <p:spPr>
          <a:xfrm>
            <a:off x="5862391" y="4903650"/>
            <a:ext cx="12285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Contract Development </a:t>
            </a:r>
            <a:endParaRPr b="1" i="0" sz="900" u="none" cap="none" strike="noStrike">
              <a:solidFill>
                <a:srgbClr val="066AFE"/>
              </a:solidFill>
              <a:latin typeface="Salesforce Sans"/>
              <a:ea typeface="Salesforce Sans"/>
              <a:cs typeface="Salesforce Sans"/>
              <a:sym typeface="Salesforce Sans"/>
            </a:endParaRPr>
          </a:p>
        </p:txBody>
      </p:sp>
      <p:sp>
        <p:nvSpPr>
          <p:cNvPr id="5651" name="Google Shape;5651;p171"/>
          <p:cNvSpPr/>
          <p:nvPr/>
        </p:nvSpPr>
        <p:spPr>
          <a:xfrm>
            <a:off x="5862391" y="5420900"/>
            <a:ext cx="12717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Pricing and Reimbursement Modeling</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5652" name="Google Shape;5652;p171"/>
          <p:cNvSpPr/>
          <p:nvPr/>
        </p:nvSpPr>
        <p:spPr>
          <a:xfrm>
            <a:off x="5862391" y="5914950"/>
            <a:ext cx="12987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Marketing</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Campaign Creation </a:t>
            </a:r>
            <a:endParaRPr b="1" i="0" sz="900" u="none" cap="none" strike="noStrike">
              <a:solidFill>
                <a:srgbClr val="066AFE"/>
              </a:solidFill>
              <a:latin typeface="Salesforce Sans"/>
              <a:ea typeface="Salesforce Sans"/>
              <a:cs typeface="Salesforce Sans"/>
              <a:sym typeface="Salesforce Sans"/>
            </a:endParaRPr>
          </a:p>
        </p:txBody>
      </p:sp>
      <p:sp>
        <p:nvSpPr>
          <p:cNvPr id="5653" name="Google Shape;5653;p171"/>
          <p:cNvSpPr/>
          <p:nvPr/>
        </p:nvSpPr>
        <p:spPr>
          <a:xfrm>
            <a:off x="5862391" y="6571825"/>
            <a:ext cx="1022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MLR Review Autom. </a:t>
            </a:r>
            <a:endParaRPr b="1" i="0" sz="900" u="none" cap="none" strike="noStrike">
              <a:solidFill>
                <a:srgbClr val="066AFE"/>
              </a:solidFill>
              <a:latin typeface="Salesforce Sans"/>
              <a:ea typeface="Salesforce Sans"/>
              <a:cs typeface="Salesforce Sans"/>
              <a:sym typeface="Salesforce Sans"/>
            </a:endParaRPr>
          </a:p>
        </p:txBody>
      </p:sp>
      <p:sp>
        <p:nvSpPr>
          <p:cNvPr id="5654" name="Google Shape;5654;p171"/>
          <p:cNvSpPr/>
          <p:nvPr/>
        </p:nvSpPr>
        <p:spPr>
          <a:xfrm>
            <a:off x="5862391" y="7056125"/>
            <a:ext cx="12450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Campaign</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Performance Tracking &amp;</a:t>
            </a:r>
            <a:r>
              <a:rPr b="1" lang="en" sz="900">
                <a:solidFill>
                  <a:srgbClr val="066AFE"/>
                </a:solidFill>
                <a:latin typeface="Salesforce Sans"/>
                <a:ea typeface="Salesforce Sans"/>
                <a:cs typeface="Salesforce Sans"/>
                <a:sym typeface="Salesforce Sans"/>
              </a:rPr>
              <a:t> </a:t>
            </a:r>
            <a:r>
              <a:rPr b="1" i="0" lang="en" sz="900" u="none" cap="none" strike="noStrike">
                <a:solidFill>
                  <a:srgbClr val="066AFE"/>
                </a:solidFill>
                <a:latin typeface="Salesforce Sans"/>
                <a:ea typeface="Salesforce Sans"/>
                <a:cs typeface="Salesforce Sans"/>
                <a:sym typeface="Salesforce Sans"/>
              </a:rPr>
              <a:t>Opt. </a:t>
            </a:r>
            <a:endParaRPr b="1" i="0" sz="900" u="none" cap="none" strike="noStrike">
              <a:solidFill>
                <a:srgbClr val="066AFE"/>
              </a:solidFill>
              <a:latin typeface="Salesforce Sans"/>
              <a:ea typeface="Salesforce Sans"/>
              <a:cs typeface="Salesforce Sans"/>
              <a:sym typeface="Salesforce Sans"/>
            </a:endParaRPr>
          </a:p>
        </p:txBody>
      </p:sp>
      <p:sp>
        <p:nvSpPr>
          <p:cNvPr id="5655" name="Google Shape;5655;p171"/>
          <p:cNvSpPr/>
          <p:nvPr/>
        </p:nvSpPr>
        <p:spPr>
          <a:xfrm>
            <a:off x="5862391" y="7542075"/>
            <a:ext cx="987900" cy="22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Patient Support</a:t>
            </a:r>
            <a:endParaRPr b="1" i="0" sz="900" u="none" cap="none" strike="noStrike">
              <a:solidFill>
                <a:srgbClr val="066AFE"/>
              </a:solidFill>
              <a:latin typeface="Salesforce Sans"/>
              <a:ea typeface="Salesforce Sans"/>
              <a:cs typeface="Salesforce Sans"/>
              <a:sym typeface="Salesforce Sans"/>
            </a:endParaRPr>
          </a:p>
        </p:txBody>
      </p:sp>
      <p:sp>
        <p:nvSpPr>
          <p:cNvPr id="5656" name="Google Shape;5656;p171"/>
          <p:cNvSpPr/>
          <p:nvPr/>
        </p:nvSpPr>
        <p:spPr>
          <a:xfrm>
            <a:off x="5862391" y="8591105"/>
            <a:ext cx="7596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66AFE"/>
                </a:solidFill>
                <a:latin typeface="Salesforce Sans"/>
                <a:ea typeface="Salesforce Sans"/>
                <a:cs typeface="Salesforce Sans"/>
                <a:sym typeface="Salesforce Sans"/>
              </a:rPr>
              <a:t>Support Cases </a:t>
            </a:r>
            <a:endParaRPr b="1" i="0" sz="900" u="none" cap="none" strike="noStrike">
              <a:solidFill>
                <a:srgbClr val="066AFE"/>
              </a:solidFill>
              <a:latin typeface="Salesforce Sans"/>
              <a:ea typeface="Salesforce Sans"/>
              <a:cs typeface="Salesforce Sans"/>
              <a:sym typeface="Salesforce Sans"/>
            </a:endParaRPr>
          </a:p>
        </p:txBody>
      </p:sp>
      <p:sp>
        <p:nvSpPr>
          <p:cNvPr id="5657" name="Google Shape;5657;p171"/>
          <p:cNvSpPr/>
          <p:nvPr/>
        </p:nvSpPr>
        <p:spPr>
          <a:xfrm>
            <a:off x="5862391" y="2271225"/>
            <a:ext cx="11286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66AFE"/>
                </a:solidFill>
                <a:latin typeface="Salesforce Sans"/>
                <a:ea typeface="Salesforce Sans"/>
                <a:cs typeface="Salesforce Sans"/>
                <a:sym typeface="Salesforce Sans"/>
              </a:rPr>
              <a:t>Agentforce Life Sciences Pre-built Commercial </a:t>
            </a:r>
            <a:endParaRPr b="1" i="0" sz="900" u="none" cap="none" strike="noStrike">
              <a:solidFill>
                <a:srgbClr val="066AFE"/>
              </a:solidFill>
              <a:latin typeface="Salesforce Sans"/>
              <a:ea typeface="Salesforce Sans"/>
              <a:cs typeface="Salesforce Sans"/>
              <a:sym typeface="Salesforce Sans"/>
            </a:endParaRPr>
          </a:p>
        </p:txBody>
      </p:sp>
      <p:sp>
        <p:nvSpPr>
          <p:cNvPr id="5658" name="Google Shape;5658;p171"/>
          <p:cNvSpPr txBox="1"/>
          <p:nvPr/>
        </p:nvSpPr>
        <p:spPr>
          <a:xfrm>
            <a:off x="7363519" y="2947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Value Proposition</a:t>
            </a:r>
            <a:endParaRPr i="0" sz="800" u="none" cap="none" strike="noStrike">
              <a:latin typeface="Salesforce Sans"/>
              <a:ea typeface="Salesforce Sans"/>
              <a:cs typeface="Salesforce Sans"/>
              <a:sym typeface="Salesforce Sans"/>
            </a:endParaRPr>
          </a:p>
        </p:txBody>
      </p:sp>
      <p:sp>
        <p:nvSpPr>
          <p:cNvPr id="5659" name="Google Shape;5659;p171"/>
          <p:cNvSpPr txBox="1"/>
          <p:nvPr/>
        </p:nvSpPr>
        <p:spPr>
          <a:xfrm>
            <a:off x="7363519" y="309293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sz="800">
              <a:latin typeface="Salesforce Sans"/>
              <a:ea typeface="Salesforce Sans"/>
              <a:cs typeface="Salesforce Sans"/>
              <a:sym typeface="Salesforce Sans"/>
            </a:endParaRPr>
          </a:p>
        </p:txBody>
      </p:sp>
      <p:sp>
        <p:nvSpPr>
          <p:cNvPr id="5660" name="Google Shape;5660;p171"/>
          <p:cNvSpPr txBox="1"/>
          <p:nvPr/>
        </p:nvSpPr>
        <p:spPr>
          <a:xfrm>
            <a:off x="7363519" y="33058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Quota Planning</a:t>
            </a:r>
            <a:endParaRPr sz="800">
              <a:latin typeface="Salesforce Sans"/>
              <a:ea typeface="Salesforce Sans"/>
              <a:cs typeface="Salesforce Sans"/>
              <a:sym typeface="Salesforce Sans"/>
            </a:endParaRPr>
          </a:p>
        </p:txBody>
      </p:sp>
      <p:sp>
        <p:nvSpPr>
          <p:cNvPr id="5661" name="Google Shape;5661;p171"/>
          <p:cNvSpPr txBox="1"/>
          <p:nvPr/>
        </p:nvSpPr>
        <p:spPr>
          <a:xfrm>
            <a:off x="7363519" y="3752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Onboarding</a:t>
            </a:r>
            <a:endParaRPr sz="800">
              <a:latin typeface="Salesforce Sans"/>
              <a:ea typeface="Salesforce Sans"/>
              <a:cs typeface="Salesforce Sans"/>
              <a:sym typeface="Salesforce Sans"/>
            </a:endParaRPr>
          </a:p>
        </p:txBody>
      </p:sp>
      <p:sp>
        <p:nvSpPr>
          <p:cNvPr id="5662" name="Google Shape;5662;p171"/>
          <p:cNvSpPr txBox="1"/>
          <p:nvPr/>
        </p:nvSpPr>
        <p:spPr>
          <a:xfrm>
            <a:off x="7363519" y="34551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SDR</a:t>
            </a:r>
            <a:endParaRPr sz="800">
              <a:latin typeface="Salesforce Sans"/>
              <a:ea typeface="Salesforce Sans"/>
              <a:cs typeface="Salesforce Sans"/>
              <a:sym typeface="Salesforce Sans"/>
            </a:endParaRPr>
          </a:p>
        </p:txBody>
      </p:sp>
      <p:sp>
        <p:nvSpPr>
          <p:cNvPr id="5663" name="Google Shape;5663;p171"/>
          <p:cNvSpPr txBox="1"/>
          <p:nvPr/>
        </p:nvSpPr>
        <p:spPr>
          <a:xfrm>
            <a:off x="7363519" y="44059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i="0" sz="800" u="none" cap="none" strike="noStrike">
              <a:latin typeface="Salesforce Sans"/>
              <a:ea typeface="Salesforce Sans"/>
              <a:cs typeface="Salesforce Sans"/>
              <a:sym typeface="Salesforce Sans"/>
            </a:endParaRPr>
          </a:p>
        </p:txBody>
      </p:sp>
      <p:sp>
        <p:nvSpPr>
          <p:cNvPr id="5664" name="Google Shape;5664;p171"/>
          <p:cNvSpPr txBox="1"/>
          <p:nvPr/>
        </p:nvSpPr>
        <p:spPr>
          <a:xfrm>
            <a:off x="7363519" y="42596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sz="800">
              <a:latin typeface="Salesforce Sans"/>
              <a:ea typeface="Salesforce Sans"/>
              <a:cs typeface="Salesforce Sans"/>
              <a:sym typeface="Salesforce Sans"/>
            </a:endParaRPr>
          </a:p>
        </p:txBody>
      </p:sp>
      <p:sp>
        <p:nvSpPr>
          <p:cNvPr id="5665" name="Google Shape;5665;p171"/>
          <p:cNvSpPr txBox="1"/>
          <p:nvPr/>
        </p:nvSpPr>
        <p:spPr>
          <a:xfrm>
            <a:off x="7363519" y="4700220"/>
            <a:ext cx="1457700" cy="11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745">
                <a:latin typeface="Salesforce Sans"/>
                <a:ea typeface="Salesforce Sans"/>
                <a:cs typeface="Salesforce Sans"/>
                <a:sym typeface="Salesforce Sans"/>
              </a:rPr>
              <a:t>Meeting Follow-up</a:t>
            </a:r>
            <a:endParaRPr sz="800">
              <a:latin typeface="Salesforce Sans"/>
              <a:ea typeface="Salesforce Sans"/>
              <a:cs typeface="Salesforce Sans"/>
              <a:sym typeface="Salesforce Sans"/>
            </a:endParaRPr>
          </a:p>
        </p:txBody>
      </p:sp>
      <p:sp>
        <p:nvSpPr>
          <p:cNvPr id="5666" name="Google Shape;5666;p171"/>
          <p:cNvSpPr txBox="1"/>
          <p:nvPr/>
        </p:nvSpPr>
        <p:spPr>
          <a:xfrm>
            <a:off x="7363519" y="490471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sz="800">
              <a:latin typeface="Salesforce Sans"/>
              <a:ea typeface="Salesforce Sans"/>
              <a:cs typeface="Salesforce Sans"/>
              <a:sym typeface="Salesforce Sans"/>
            </a:endParaRPr>
          </a:p>
        </p:txBody>
      </p:sp>
      <p:sp>
        <p:nvSpPr>
          <p:cNvPr id="5667" name="Google Shape;5667;p171"/>
          <p:cNvSpPr txBox="1"/>
          <p:nvPr/>
        </p:nvSpPr>
        <p:spPr>
          <a:xfrm>
            <a:off x="7363519" y="505338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Intelligence</a:t>
            </a:r>
            <a:endParaRPr sz="800">
              <a:latin typeface="Salesforce Sans"/>
              <a:ea typeface="Salesforce Sans"/>
              <a:cs typeface="Salesforce Sans"/>
              <a:sym typeface="Salesforce Sans"/>
            </a:endParaRPr>
          </a:p>
        </p:txBody>
      </p:sp>
      <p:sp>
        <p:nvSpPr>
          <p:cNvPr id="5668" name="Google Shape;5668;p171"/>
          <p:cNvSpPr txBox="1"/>
          <p:nvPr/>
        </p:nvSpPr>
        <p:spPr>
          <a:xfrm>
            <a:off x="7363519" y="541369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Modeling</a:t>
            </a:r>
            <a:endParaRPr sz="800">
              <a:latin typeface="Salesforce Sans"/>
              <a:ea typeface="Salesforce Sans"/>
              <a:cs typeface="Salesforce Sans"/>
              <a:sym typeface="Salesforce Sans"/>
            </a:endParaRPr>
          </a:p>
        </p:txBody>
      </p:sp>
      <p:sp>
        <p:nvSpPr>
          <p:cNvPr id="5669" name="Google Shape;5669;p171"/>
          <p:cNvSpPr txBox="1"/>
          <p:nvPr/>
        </p:nvSpPr>
        <p:spPr>
          <a:xfrm>
            <a:off x="7363519" y="57065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Governance</a:t>
            </a:r>
            <a:endParaRPr sz="800">
              <a:latin typeface="Salesforce Sans"/>
              <a:ea typeface="Salesforce Sans"/>
              <a:cs typeface="Salesforce Sans"/>
              <a:sym typeface="Salesforce Sans"/>
            </a:endParaRPr>
          </a:p>
        </p:txBody>
      </p:sp>
      <p:sp>
        <p:nvSpPr>
          <p:cNvPr id="5670" name="Google Shape;5670;p171"/>
          <p:cNvSpPr txBox="1"/>
          <p:nvPr/>
        </p:nvSpPr>
        <p:spPr>
          <a:xfrm>
            <a:off x="7363519" y="59173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The Customer</a:t>
            </a:r>
            <a:endParaRPr sz="800">
              <a:latin typeface="Salesforce Sans"/>
              <a:ea typeface="Salesforce Sans"/>
              <a:cs typeface="Salesforce Sans"/>
              <a:sym typeface="Salesforce Sans"/>
            </a:endParaRPr>
          </a:p>
        </p:txBody>
      </p:sp>
      <p:sp>
        <p:nvSpPr>
          <p:cNvPr id="5671" name="Google Shape;5671;p171"/>
          <p:cNvSpPr txBox="1"/>
          <p:nvPr/>
        </p:nvSpPr>
        <p:spPr>
          <a:xfrm>
            <a:off x="7363519" y="52007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Auditing</a:t>
            </a:r>
            <a:endParaRPr sz="800">
              <a:latin typeface="Salesforce Sans"/>
              <a:ea typeface="Salesforce Sans"/>
              <a:cs typeface="Salesforce Sans"/>
              <a:sym typeface="Salesforce Sans"/>
            </a:endParaRPr>
          </a:p>
        </p:txBody>
      </p:sp>
      <p:sp>
        <p:nvSpPr>
          <p:cNvPr id="5672" name="Google Shape;5672;p171"/>
          <p:cNvSpPr txBox="1"/>
          <p:nvPr/>
        </p:nvSpPr>
        <p:spPr>
          <a:xfrm>
            <a:off x="7363519" y="60647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5673" name="Google Shape;5673;p171"/>
          <p:cNvSpPr txBox="1"/>
          <p:nvPr/>
        </p:nvSpPr>
        <p:spPr>
          <a:xfrm>
            <a:off x="7363519" y="62109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Msg Personalization</a:t>
            </a:r>
            <a:endParaRPr i="0" sz="800" u="none" cap="none" strike="noStrike">
              <a:latin typeface="Salesforce Sans"/>
              <a:ea typeface="Salesforce Sans"/>
              <a:cs typeface="Salesforce Sans"/>
              <a:sym typeface="Salesforce Sans"/>
            </a:endParaRPr>
          </a:p>
        </p:txBody>
      </p:sp>
      <p:sp>
        <p:nvSpPr>
          <p:cNvPr id="5674" name="Google Shape;5674;p171"/>
          <p:cNvSpPr txBox="1"/>
          <p:nvPr/>
        </p:nvSpPr>
        <p:spPr>
          <a:xfrm>
            <a:off x="7363519" y="45515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Live Response</a:t>
            </a:r>
            <a:endParaRPr sz="800">
              <a:latin typeface="Salesforce Sans"/>
              <a:ea typeface="Salesforce Sans"/>
              <a:cs typeface="Salesforce Sans"/>
              <a:sym typeface="Salesforce Sans"/>
            </a:endParaRPr>
          </a:p>
        </p:txBody>
      </p:sp>
      <p:sp>
        <p:nvSpPr>
          <p:cNvPr id="5675" name="Google Shape;5675;p171"/>
          <p:cNvSpPr txBox="1"/>
          <p:nvPr/>
        </p:nvSpPr>
        <p:spPr>
          <a:xfrm>
            <a:off x="7363519" y="7206146"/>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Optimization Recommendation</a:t>
            </a:r>
            <a:endParaRPr i="0" sz="800" u="none" cap="none" strike="noStrike">
              <a:latin typeface="Salesforce Sans"/>
              <a:ea typeface="Salesforce Sans"/>
              <a:cs typeface="Salesforce Sans"/>
              <a:sym typeface="Salesforce Sans"/>
            </a:endParaRPr>
          </a:p>
        </p:txBody>
      </p:sp>
      <p:sp>
        <p:nvSpPr>
          <p:cNvPr id="5676" name="Google Shape;5676;p171"/>
          <p:cNvSpPr txBox="1"/>
          <p:nvPr/>
        </p:nvSpPr>
        <p:spPr>
          <a:xfrm>
            <a:off x="7363519" y="76843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Program Enrollment</a:t>
            </a:r>
            <a:endParaRPr i="0" sz="800" u="none" cap="none" strike="noStrike">
              <a:latin typeface="Salesforce Sans"/>
              <a:ea typeface="Salesforce Sans"/>
              <a:cs typeface="Salesforce Sans"/>
              <a:sym typeface="Salesforce Sans"/>
            </a:endParaRPr>
          </a:p>
        </p:txBody>
      </p:sp>
      <p:sp>
        <p:nvSpPr>
          <p:cNvPr id="5677" name="Google Shape;5677;p171"/>
          <p:cNvSpPr txBox="1"/>
          <p:nvPr/>
        </p:nvSpPr>
        <p:spPr>
          <a:xfrm>
            <a:off x="7363519" y="75420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Awareness and Education</a:t>
            </a:r>
            <a:endParaRPr i="0" sz="800" u="none" cap="none" strike="noStrike">
              <a:latin typeface="Salesforce Sans"/>
              <a:ea typeface="Salesforce Sans"/>
              <a:cs typeface="Salesforce Sans"/>
              <a:sym typeface="Salesforce Sans"/>
            </a:endParaRPr>
          </a:p>
        </p:txBody>
      </p:sp>
      <p:sp>
        <p:nvSpPr>
          <p:cNvPr id="5678" name="Google Shape;5678;p171"/>
          <p:cNvSpPr txBox="1"/>
          <p:nvPr/>
        </p:nvSpPr>
        <p:spPr>
          <a:xfrm>
            <a:off x="7363519" y="7983736"/>
            <a:ext cx="14577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Management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79" name="Google Shape;5679;p171"/>
          <p:cNvSpPr txBox="1"/>
          <p:nvPr/>
        </p:nvSpPr>
        <p:spPr>
          <a:xfrm>
            <a:off x="7363525" y="825587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Personalized Engagement and Recommendations</a:t>
            </a:r>
            <a:endParaRPr sz="800">
              <a:latin typeface="Salesforce Sans"/>
              <a:ea typeface="Salesforce Sans"/>
              <a:cs typeface="Salesforce Sans"/>
              <a:sym typeface="Salesforce Sans"/>
            </a:endParaRPr>
          </a:p>
        </p:txBody>
      </p:sp>
      <p:sp>
        <p:nvSpPr>
          <p:cNvPr id="5680" name="Google Shape;5680;p171"/>
          <p:cNvSpPr txBox="1"/>
          <p:nvPr/>
        </p:nvSpPr>
        <p:spPr>
          <a:xfrm>
            <a:off x="7363519" y="85912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Patient Monitoring</a:t>
            </a:r>
            <a:endParaRPr i="0" sz="800" u="none" cap="none" strike="noStrike">
              <a:latin typeface="Salesforce Sans"/>
              <a:ea typeface="Salesforce Sans"/>
              <a:cs typeface="Salesforce Sans"/>
              <a:sym typeface="Salesforce Sans"/>
            </a:endParaRPr>
          </a:p>
        </p:txBody>
      </p:sp>
      <p:sp>
        <p:nvSpPr>
          <p:cNvPr id="5681" name="Google Shape;5681;p171"/>
          <p:cNvSpPr txBox="1"/>
          <p:nvPr/>
        </p:nvSpPr>
        <p:spPr>
          <a:xfrm>
            <a:off x="7363519" y="87424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Case Intake</a:t>
            </a:r>
            <a:endParaRPr i="0" sz="800" u="none" cap="none" strike="noStrike">
              <a:latin typeface="Salesforce Sans"/>
              <a:ea typeface="Salesforce Sans"/>
              <a:cs typeface="Salesforce Sans"/>
              <a:sym typeface="Salesforce Sans"/>
            </a:endParaRPr>
          </a:p>
        </p:txBody>
      </p:sp>
      <p:sp>
        <p:nvSpPr>
          <p:cNvPr id="5682" name="Google Shape;5682;p171"/>
          <p:cNvSpPr txBox="1"/>
          <p:nvPr/>
        </p:nvSpPr>
        <p:spPr>
          <a:xfrm>
            <a:off x="7363519" y="8882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5683" name="Google Shape;5683;p171"/>
          <p:cNvSpPr txBox="1"/>
          <p:nvPr/>
        </p:nvSpPr>
        <p:spPr>
          <a:xfrm>
            <a:off x="7363532" y="6571575"/>
            <a:ext cx="1854300" cy="374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Submission and Routing Tracker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684" name="Google Shape;5684;p171"/>
          <p:cNvSpPr txBox="1"/>
          <p:nvPr/>
        </p:nvSpPr>
        <p:spPr>
          <a:xfrm>
            <a:off x="7363519" y="68420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Review Feedback Log</a:t>
            </a:r>
            <a:endParaRPr sz="800">
              <a:latin typeface="Salesforce Sans"/>
              <a:ea typeface="Salesforce Sans"/>
              <a:cs typeface="Salesforce Sans"/>
              <a:sym typeface="Salesforce Sans"/>
            </a:endParaRPr>
          </a:p>
        </p:txBody>
      </p:sp>
      <p:sp>
        <p:nvSpPr>
          <p:cNvPr id="5685" name="Google Shape;5685;p171"/>
          <p:cNvSpPr txBox="1"/>
          <p:nvPr/>
        </p:nvSpPr>
        <p:spPr>
          <a:xfrm>
            <a:off x="7363519" y="70534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5686" name="Google Shape;5686;p171"/>
          <p:cNvSpPr/>
          <p:nvPr/>
        </p:nvSpPr>
        <p:spPr>
          <a:xfrm>
            <a:off x="7227472" y="347817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highlight>
                <a:srgbClr val="022AC0"/>
              </a:highlight>
              <a:latin typeface="Salesforce Sans"/>
              <a:ea typeface="Salesforce Sans"/>
              <a:cs typeface="Salesforce Sans"/>
              <a:sym typeface="Salesforce Sans"/>
            </a:endParaRPr>
          </a:p>
        </p:txBody>
      </p:sp>
      <p:sp>
        <p:nvSpPr>
          <p:cNvPr id="5687" name="Google Shape;5687;p171"/>
          <p:cNvSpPr/>
          <p:nvPr/>
        </p:nvSpPr>
        <p:spPr>
          <a:xfrm>
            <a:off x="7227472" y="52193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688" name="Google Shape;5688;p171"/>
          <p:cNvSpPr/>
          <p:nvPr/>
        </p:nvSpPr>
        <p:spPr>
          <a:xfrm>
            <a:off x="7227472" y="62295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89" name="Google Shape;5689;p171"/>
          <p:cNvSpPr txBox="1"/>
          <p:nvPr/>
        </p:nvSpPr>
        <p:spPr>
          <a:xfrm>
            <a:off x="7363519"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Manufacturing Standards</a:t>
            </a:r>
            <a:endParaRPr sz="800">
              <a:latin typeface="Salesforce Sans"/>
              <a:ea typeface="Salesforce Sans"/>
              <a:cs typeface="Salesforce Sans"/>
              <a:sym typeface="Salesforce Sans"/>
            </a:endParaRPr>
          </a:p>
        </p:txBody>
      </p:sp>
      <p:sp>
        <p:nvSpPr>
          <p:cNvPr id="5690" name="Google Shape;5690;p171"/>
          <p:cNvSpPr/>
          <p:nvPr/>
        </p:nvSpPr>
        <p:spPr>
          <a:xfrm>
            <a:off x="722747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1" name="Google Shape;5691;p171"/>
          <p:cNvSpPr txBox="1"/>
          <p:nvPr/>
        </p:nvSpPr>
        <p:spPr>
          <a:xfrm>
            <a:off x="7363519" y="19202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Design and Manufacturing Process</a:t>
            </a:r>
            <a:endParaRPr sz="800">
              <a:latin typeface="Salesforce Sans"/>
              <a:ea typeface="Salesforce Sans"/>
              <a:cs typeface="Salesforce Sans"/>
              <a:sym typeface="Salesforce Sans"/>
            </a:endParaRPr>
          </a:p>
        </p:txBody>
      </p:sp>
      <p:sp>
        <p:nvSpPr>
          <p:cNvPr id="5692" name="Google Shape;5692;p171"/>
          <p:cNvSpPr/>
          <p:nvPr/>
        </p:nvSpPr>
        <p:spPr>
          <a:xfrm>
            <a:off x="722747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693" name="Google Shape;5693;p171"/>
          <p:cNvSpPr txBox="1"/>
          <p:nvPr/>
        </p:nvSpPr>
        <p:spPr>
          <a:xfrm>
            <a:off x="7363519" y="206888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Periodic Reporting</a:t>
            </a:r>
            <a:endParaRPr sz="800">
              <a:latin typeface="Salesforce Sans"/>
              <a:ea typeface="Salesforce Sans"/>
              <a:cs typeface="Salesforce Sans"/>
              <a:sym typeface="Salesforce Sans"/>
            </a:endParaRPr>
          </a:p>
        </p:txBody>
      </p:sp>
      <p:sp>
        <p:nvSpPr>
          <p:cNvPr id="5694" name="Google Shape;5694;p171"/>
          <p:cNvSpPr/>
          <p:nvPr/>
        </p:nvSpPr>
        <p:spPr>
          <a:xfrm>
            <a:off x="7227472" y="208733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5" name="Google Shape;5695;p171"/>
          <p:cNvSpPr txBox="1"/>
          <p:nvPr/>
        </p:nvSpPr>
        <p:spPr>
          <a:xfrm>
            <a:off x="7363531" y="2277300"/>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 Summarization | Assistive</a:t>
            </a:r>
            <a:endParaRPr sz="800">
              <a:latin typeface="Salesforce Sans"/>
              <a:ea typeface="Salesforce Sans"/>
              <a:cs typeface="Salesforce Sans"/>
              <a:sym typeface="Salesforce Sans"/>
            </a:endParaRPr>
          </a:p>
        </p:txBody>
      </p:sp>
      <p:sp>
        <p:nvSpPr>
          <p:cNvPr id="5696" name="Google Shape;5696;p171"/>
          <p:cNvSpPr/>
          <p:nvPr/>
        </p:nvSpPr>
        <p:spPr>
          <a:xfrm>
            <a:off x="7227472" y="229573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7" name="Google Shape;5697;p171"/>
          <p:cNvSpPr txBox="1"/>
          <p:nvPr/>
        </p:nvSpPr>
        <p:spPr>
          <a:xfrm>
            <a:off x="7363529" y="2426700"/>
            <a:ext cx="1801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 | Assistive</a:t>
            </a:r>
            <a:endParaRPr sz="800">
              <a:latin typeface="Salesforce Sans"/>
              <a:ea typeface="Salesforce Sans"/>
              <a:cs typeface="Salesforce Sans"/>
              <a:sym typeface="Salesforce Sans"/>
            </a:endParaRPr>
          </a:p>
        </p:txBody>
      </p:sp>
      <p:sp>
        <p:nvSpPr>
          <p:cNvPr id="5698" name="Google Shape;5698;p171"/>
          <p:cNvSpPr/>
          <p:nvPr/>
        </p:nvSpPr>
        <p:spPr>
          <a:xfrm>
            <a:off x="7227472" y="2445143"/>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699" name="Google Shape;5699;p171"/>
          <p:cNvSpPr txBox="1"/>
          <p:nvPr/>
        </p:nvSpPr>
        <p:spPr>
          <a:xfrm>
            <a:off x="7363519" y="27979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 &amp; Comp. Analysis</a:t>
            </a:r>
            <a:endParaRPr sz="800">
              <a:latin typeface="Salesforce Sans"/>
              <a:ea typeface="Salesforce Sans"/>
              <a:cs typeface="Salesforce Sans"/>
              <a:sym typeface="Salesforce Sans"/>
            </a:endParaRPr>
          </a:p>
        </p:txBody>
      </p:sp>
      <p:sp>
        <p:nvSpPr>
          <p:cNvPr id="5700" name="Google Shape;5700;p171"/>
          <p:cNvSpPr/>
          <p:nvPr/>
        </p:nvSpPr>
        <p:spPr>
          <a:xfrm>
            <a:off x="7227472" y="28163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1" name="Google Shape;5701;p171"/>
          <p:cNvSpPr/>
          <p:nvPr/>
        </p:nvSpPr>
        <p:spPr>
          <a:xfrm>
            <a:off x="7227472" y="296629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2" name="Google Shape;5702;p171"/>
          <p:cNvSpPr/>
          <p:nvPr/>
        </p:nvSpPr>
        <p:spPr>
          <a:xfrm>
            <a:off x="7227472" y="31113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3" name="Google Shape;5703;p171"/>
          <p:cNvSpPr txBox="1"/>
          <p:nvPr/>
        </p:nvSpPr>
        <p:spPr>
          <a:xfrm>
            <a:off x="7363532" y="2588825"/>
            <a:ext cx="18543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Briefings: Podcasts &amp; Visuals | Assistive</a:t>
            </a:r>
            <a:endParaRPr sz="800">
              <a:latin typeface="Salesforce Sans"/>
              <a:ea typeface="Salesforce Sans"/>
              <a:cs typeface="Salesforce Sans"/>
              <a:sym typeface="Salesforce Sans"/>
            </a:endParaRPr>
          </a:p>
        </p:txBody>
      </p:sp>
      <p:sp>
        <p:nvSpPr>
          <p:cNvPr id="5704" name="Google Shape;5704;p171"/>
          <p:cNvSpPr/>
          <p:nvPr/>
        </p:nvSpPr>
        <p:spPr>
          <a:xfrm>
            <a:off x="7227472" y="26072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5" name="Google Shape;5705;p171"/>
          <p:cNvSpPr/>
          <p:nvPr/>
        </p:nvSpPr>
        <p:spPr>
          <a:xfrm>
            <a:off x="7227472" y="37713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6" name="Google Shape;5706;p171"/>
          <p:cNvSpPr/>
          <p:nvPr/>
        </p:nvSpPr>
        <p:spPr>
          <a:xfrm>
            <a:off x="7227472" y="427829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07" name="Google Shape;5707;p171"/>
          <p:cNvSpPr/>
          <p:nvPr/>
        </p:nvSpPr>
        <p:spPr>
          <a:xfrm>
            <a:off x="7227472" y="50719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08" name="Google Shape;5708;p171"/>
          <p:cNvSpPr/>
          <p:nvPr/>
        </p:nvSpPr>
        <p:spPr>
          <a:xfrm>
            <a:off x="7227472" y="60833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09" name="Google Shape;5709;p171"/>
          <p:cNvSpPr/>
          <p:nvPr/>
        </p:nvSpPr>
        <p:spPr>
          <a:xfrm>
            <a:off x="7227472" y="80023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0" name="Google Shape;5710;p171"/>
          <p:cNvSpPr/>
          <p:nvPr/>
        </p:nvSpPr>
        <p:spPr>
          <a:xfrm>
            <a:off x="7227472" y="86098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1" name="Google Shape;5711;p171"/>
          <p:cNvSpPr/>
          <p:nvPr/>
        </p:nvSpPr>
        <p:spPr>
          <a:xfrm>
            <a:off x="7227472" y="87610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2" name="Google Shape;5712;p171"/>
          <p:cNvSpPr/>
          <p:nvPr/>
        </p:nvSpPr>
        <p:spPr>
          <a:xfrm>
            <a:off x="7227472" y="89008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3" name="Google Shape;5713;p171"/>
          <p:cNvSpPr/>
          <p:nvPr/>
        </p:nvSpPr>
        <p:spPr>
          <a:xfrm>
            <a:off x="7227472" y="6590174"/>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4" name="Google Shape;5714;p171"/>
          <p:cNvSpPr/>
          <p:nvPr/>
        </p:nvSpPr>
        <p:spPr>
          <a:xfrm>
            <a:off x="7227472" y="7560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5" name="Google Shape;5715;p171"/>
          <p:cNvSpPr/>
          <p:nvPr/>
        </p:nvSpPr>
        <p:spPr>
          <a:xfrm>
            <a:off x="7227472" y="442452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16" name="Google Shape;5716;p171"/>
          <p:cNvSpPr/>
          <p:nvPr/>
        </p:nvSpPr>
        <p:spPr>
          <a:xfrm>
            <a:off x="7227472" y="4570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7" name="Google Shape;5717;p171"/>
          <p:cNvSpPr/>
          <p:nvPr/>
        </p:nvSpPr>
        <p:spPr>
          <a:xfrm>
            <a:off x="7227472" y="4718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18" name="Google Shape;5718;p171"/>
          <p:cNvSpPr/>
          <p:nvPr/>
        </p:nvSpPr>
        <p:spPr>
          <a:xfrm>
            <a:off x="7227472" y="33244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19" name="Google Shape;5719;p171"/>
          <p:cNvSpPr txBox="1"/>
          <p:nvPr/>
        </p:nvSpPr>
        <p:spPr>
          <a:xfrm>
            <a:off x="7363519" y="36047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Reimbursement</a:t>
            </a:r>
            <a:endParaRPr sz="800">
              <a:latin typeface="Salesforce Sans"/>
              <a:ea typeface="Salesforce Sans"/>
              <a:cs typeface="Salesforce Sans"/>
              <a:sym typeface="Salesforce Sans"/>
            </a:endParaRPr>
          </a:p>
        </p:txBody>
      </p:sp>
      <p:sp>
        <p:nvSpPr>
          <p:cNvPr id="5720" name="Google Shape;5720;p171"/>
          <p:cNvSpPr/>
          <p:nvPr/>
        </p:nvSpPr>
        <p:spPr>
          <a:xfrm>
            <a:off x="7227472" y="36231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1" name="Google Shape;5721;p171"/>
          <p:cNvSpPr/>
          <p:nvPr/>
        </p:nvSpPr>
        <p:spPr>
          <a:xfrm>
            <a:off x="7227472" y="49231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722" name="Google Shape;5722;p171"/>
          <p:cNvSpPr/>
          <p:nvPr/>
        </p:nvSpPr>
        <p:spPr>
          <a:xfrm>
            <a:off x="7227472" y="54322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23" name="Google Shape;5723;p171"/>
          <p:cNvSpPr/>
          <p:nvPr/>
        </p:nvSpPr>
        <p:spPr>
          <a:xfrm>
            <a:off x="7227472" y="5935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4" name="Google Shape;5724;p171"/>
          <p:cNvSpPr/>
          <p:nvPr/>
        </p:nvSpPr>
        <p:spPr>
          <a:xfrm>
            <a:off x="7227472" y="57251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5" name="Google Shape;5725;p171"/>
          <p:cNvSpPr/>
          <p:nvPr/>
        </p:nvSpPr>
        <p:spPr>
          <a:xfrm>
            <a:off x="7227472" y="686062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6" name="Google Shape;5726;p171"/>
          <p:cNvSpPr/>
          <p:nvPr/>
        </p:nvSpPr>
        <p:spPr>
          <a:xfrm>
            <a:off x="7227472" y="722474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7" name="Google Shape;5727;p171"/>
          <p:cNvSpPr/>
          <p:nvPr/>
        </p:nvSpPr>
        <p:spPr>
          <a:xfrm>
            <a:off x="7227472" y="70720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rPr lang="en" sz="800">
                <a:solidFill>
                  <a:srgbClr val="022AC0"/>
                </a:solidFill>
                <a:highlight>
                  <a:srgbClr val="022AC0"/>
                </a:highlight>
                <a:latin typeface="Salesforce Sans"/>
                <a:ea typeface="Salesforce Sans"/>
                <a:cs typeface="Salesforce Sans"/>
                <a:sym typeface="Salesforce Sans"/>
              </a:rPr>
              <a:t>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8" name="Google Shape;5728;p171"/>
          <p:cNvSpPr/>
          <p:nvPr/>
        </p:nvSpPr>
        <p:spPr>
          <a:xfrm>
            <a:off x="7227472" y="770294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29" name="Google Shape;5729;p171"/>
          <p:cNvSpPr/>
          <p:nvPr/>
        </p:nvSpPr>
        <p:spPr>
          <a:xfrm>
            <a:off x="7227472" y="82744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0" name="Google Shape;5730;p171"/>
          <p:cNvSpPr txBox="1"/>
          <p:nvPr/>
        </p:nvSpPr>
        <p:spPr>
          <a:xfrm>
            <a:off x="7363519" y="55583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Gtm Strategy</a:t>
            </a:r>
            <a:endParaRPr sz="800">
              <a:latin typeface="Salesforce Sans"/>
              <a:ea typeface="Salesforce Sans"/>
              <a:cs typeface="Salesforce Sans"/>
              <a:sym typeface="Salesforce Sans"/>
            </a:endParaRPr>
          </a:p>
        </p:txBody>
      </p:sp>
      <p:sp>
        <p:nvSpPr>
          <p:cNvPr id="5731" name="Google Shape;5731;p171"/>
          <p:cNvSpPr/>
          <p:nvPr/>
        </p:nvSpPr>
        <p:spPr>
          <a:xfrm>
            <a:off x="7225657" y="557695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32" name="Google Shape;5732;p171"/>
          <p:cNvSpPr txBox="1"/>
          <p:nvPr/>
        </p:nvSpPr>
        <p:spPr>
          <a:xfrm>
            <a:off x="7363519" y="78345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Support</a:t>
            </a:r>
            <a:endParaRPr sz="800">
              <a:latin typeface="Salesforce Sans"/>
              <a:ea typeface="Salesforce Sans"/>
              <a:cs typeface="Salesforce Sans"/>
              <a:sym typeface="Salesforce Sans"/>
            </a:endParaRPr>
          </a:p>
        </p:txBody>
      </p:sp>
      <p:sp>
        <p:nvSpPr>
          <p:cNvPr id="5733" name="Google Shape;5733;p171"/>
          <p:cNvSpPr/>
          <p:nvPr/>
        </p:nvSpPr>
        <p:spPr>
          <a:xfrm>
            <a:off x="7225647" y="78531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5734" name="Google Shape;5734;p171"/>
          <p:cNvSpPr txBox="1"/>
          <p:nvPr/>
        </p:nvSpPr>
        <p:spPr>
          <a:xfrm>
            <a:off x="4738830"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735" name="Google Shape;5735;p171"/>
          <p:cNvSpPr txBox="1"/>
          <p:nvPr/>
        </p:nvSpPr>
        <p:spPr>
          <a:xfrm>
            <a:off x="58623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736" name="Google Shape;5736;p171"/>
          <p:cNvGrpSpPr/>
          <p:nvPr/>
        </p:nvGrpSpPr>
        <p:grpSpPr>
          <a:xfrm>
            <a:off x="4758441" y="1793656"/>
            <a:ext cx="952566" cy="449700"/>
            <a:chOff x="755108" y="1946374"/>
            <a:chExt cx="1322458" cy="449700"/>
          </a:xfrm>
        </p:grpSpPr>
        <p:sp>
          <p:nvSpPr>
            <p:cNvPr id="5737" name="Google Shape;5737;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38" name="Google Shape;5738;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Post-Clinical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&amp; Regulatory</a:t>
              </a:r>
              <a:endParaRPr sz="900">
                <a:solidFill>
                  <a:srgbClr val="FFFFFF"/>
                </a:solidFill>
                <a:latin typeface="Avant Garde Demi SFDC"/>
                <a:ea typeface="Avant Garde Demi SFDC"/>
                <a:cs typeface="Avant Garde Demi SFDC"/>
                <a:sym typeface="Avant Garde Demi SFDC"/>
              </a:endParaRPr>
            </a:p>
          </p:txBody>
        </p:sp>
      </p:grpSp>
      <p:sp>
        <p:nvSpPr>
          <p:cNvPr id="5739" name="Google Shape;5739;p171"/>
          <p:cNvSpPr txBox="1"/>
          <p:nvPr/>
        </p:nvSpPr>
        <p:spPr>
          <a:xfrm>
            <a:off x="7365348"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740" name="Google Shape;5740;p171"/>
          <p:cNvSpPr txBox="1"/>
          <p:nvPr/>
        </p:nvSpPr>
        <p:spPr>
          <a:xfrm>
            <a:off x="5862391" y="17718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CMC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741" name="Google Shape;5741;p171"/>
          <p:cNvGrpSpPr/>
          <p:nvPr/>
        </p:nvGrpSpPr>
        <p:grpSpPr>
          <a:xfrm>
            <a:off x="4758483" y="2298575"/>
            <a:ext cx="952525" cy="449700"/>
            <a:chOff x="755165" y="1951713"/>
            <a:chExt cx="1322400" cy="449700"/>
          </a:xfrm>
        </p:grpSpPr>
        <p:sp>
          <p:nvSpPr>
            <p:cNvPr id="5742" name="Google Shape;5742;p171"/>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743" name="Google Shape;5743;p171"/>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744" name="Google Shape;5744;p171"/>
          <p:cNvSpPr txBox="1"/>
          <p:nvPr/>
        </p:nvSpPr>
        <p:spPr>
          <a:xfrm>
            <a:off x="7363519" y="40499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Sales Performance</a:t>
            </a:r>
            <a:endParaRPr sz="800">
              <a:latin typeface="Salesforce Sans"/>
              <a:ea typeface="Salesforce Sans"/>
              <a:cs typeface="Salesforce Sans"/>
              <a:sym typeface="Salesforce Sans"/>
            </a:endParaRPr>
          </a:p>
        </p:txBody>
      </p:sp>
      <p:sp>
        <p:nvSpPr>
          <p:cNvPr id="5745" name="Google Shape;5745;p171"/>
          <p:cNvSpPr txBox="1"/>
          <p:nvPr/>
        </p:nvSpPr>
        <p:spPr>
          <a:xfrm>
            <a:off x="7363519" y="39036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Incentive</a:t>
            </a:r>
            <a:endParaRPr sz="800">
              <a:latin typeface="Salesforce Sans"/>
              <a:ea typeface="Salesforce Sans"/>
              <a:cs typeface="Salesforce Sans"/>
              <a:sym typeface="Salesforce Sans"/>
            </a:endParaRPr>
          </a:p>
        </p:txBody>
      </p:sp>
      <p:sp>
        <p:nvSpPr>
          <p:cNvPr id="5746" name="Google Shape;5746;p171"/>
          <p:cNvSpPr/>
          <p:nvPr/>
        </p:nvSpPr>
        <p:spPr>
          <a:xfrm>
            <a:off x="7227472" y="39222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7" name="Google Shape;5747;p171"/>
          <p:cNvSpPr/>
          <p:nvPr/>
        </p:nvSpPr>
        <p:spPr>
          <a:xfrm>
            <a:off x="7227472" y="40684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48" name="Google Shape;5748;p171"/>
          <p:cNvSpPr txBox="1"/>
          <p:nvPr/>
        </p:nvSpPr>
        <p:spPr>
          <a:xfrm>
            <a:off x="7363519" y="90327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Resolution and Case Closure</a:t>
            </a:r>
            <a:endParaRPr i="0" sz="800" u="none" cap="none" strike="noStrike">
              <a:latin typeface="Salesforce Sans"/>
              <a:ea typeface="Salesforce Sans"/>
              <a:cs typeface="Salesforce Sans"/>
              <a:sym typeface="Salesforce Sans"/>
            </a:endParaRPr>
          </a:p>
        </p:txBody>
      </p:sp>
      <p:sp>
        <p:nvSpPr>
          <p:cNvPr id="5749" name="Google Shape;5749;p171"/>
          <p:cNvSpPr/>
          <p:nvPr/>
        </p:nvSpPr>
        <p:spPr>
          <a:xfrm>
            <a:off x="7227472" y="905135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50" name="Google Shape;5750;p171"/>
          <p:cNvSpPr txBox="1"/>
          <p:nvPr/>
        </p:nvSpPr>
        <p:spPr>
          <a:xfrm>
            <a:off x="12692075" y="9253412"/>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sp>
        <p:nvSpPr>
          <p:cNvPr id="5751" name="Google Shape;5751;p171"/>
          <p:cNvSpPr txBox="1"/>
          <p:nvPr/>
        </p:nvSpPr>
        <p:spPr>
          <a:xfrm>
            <a:off x="11943450" y="38721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KOL (Audience Mapping)</a:t>
            </a:r>
            <a:endParaRPr sz="800">
              <a:latin typeface="Salesforce Sans"/>
              <a:ea typeface="Salesforce Sans"/>
              <a:cs typeface="Salesforce Sans"/>
              <a:sym typeface="Salesforce Sans"/>
            </a:endParaRPr>
          </a:p>
        </p:txBody>
      </p:sp>
      <p:sp>
        <p:nvSpPr>
          <p:cNvPr id="5752" name="Google Shape;5752;p171"/>
          <p:cNvSpPr txBox="1"/>
          <p:nvPr/>
        </p:nvSpPr>
        <p:spPr>
          <a:xfrm>
            <a:off x="11943450" y="3725875"/>
            <a:ext cx="720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MSL Support</a:t>
            </a:r>
            <a:endParaRPr sz="800">
              <a:latin typeface="Salesforce Sans"/>
              <a:ea typeface="Salesforce Sans"/>
              <a:cs typeface="Salesforce Sans"/>
              <a:sym typeface="Salesforce Sans"/>
            </a:endParaRPr>
          </a:p>
        </p:txBody>
      </p:sp>
      <p:sp>
        <p:nvSpPr>
          <p:cNvPr id="5753" name="Google Shape;5753;p171"/>
          <p:cNvSpPr/>
          <p:nvPr/>
        </p:nvSpPr>
        <p:spPr>
          <a:xfrm>
            <a:off x="11807402" y="3744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4" name="Google Shape;5754;p171"/>
          <p:cNvSpPr/>
          <p:nvPr/>
        </p:nvSpPr>
        <p:spPr>
          <a:xfrm>
            <a:off x="11807402" y="3890697"/>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55" name="Google Shape;5755;p171"/>
          <p:cNvSpPr/>
          <p:nvPr/>
        </p:nvSpPr>
        <p:spPr>
          <a:xfrm>
            <a:off x="10457798" y="2260900"/>
            <a:ext cx="1219800" cy="51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Real-World Evidence and Data Generation </a:t>
            </a:r>
            <a:endParaRPr b="1" i="0" sz="845" u="none" cap="none" strike="noStrike">
              <a:solidFill>
                <a:srgbClr val="086AFE"/>
              </a:solidFill>
              <a:latin typeface="Salesforce Sans"/>
              <a:ea typeface="Salesforce Sans"/>
              <a:cs typeface="Salesforce Sans"/>
              <a:sym typeface="Salesforce Sans"/>
            </a:endParaRPr>
          </a:p>
        </p:txBody>
      </p:sp>
      <p:sp>
        <p:nvSpPr>
          <p:cNvPr id="5756" name="Google Shape;5756;p171"/>
          <p:cNvSpPr/>
          <p:nvPr/>
        </p:nvSpPr>
        <p:spPr>
          <a:xfrm>
            <a:off x="10457798" y="274448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Advisory Board and Congress Management </a:t>
            </a:r>
            <a:endParaRPr b="1" i="0" sz="845" u="none" cap="none" strike="noStrike">
              <a:solidFill>
                <a:srgbClr val="086AFE"/>
              </a:solidFill>
              <a:latin typeface="Salesforce Sans"/>
              <a:ea typeface="Salesforce Sans"/>
              <a:cs typeface="Salesforce Sans"/>
              <a:sym typeface="Salesforce Sans"/>
            </a:endParaRPr>
          </a:p>
        </p:txBody>
      </p:sp>
      <p:sp>
        <p:nvSpPr>
          <p:cNvPr id="5757" name="Google Shape;5757;p171"/>
          <p:cNvSpPr/>
          <p:nvPr/>
        </p:nvSpPr>
        <p:spPr>
          <a:xfrm>
            <a:off x="10457798" y="3371300"/>
            <a:ext cx="10749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Internal Training &amp; </a:t>
            </a:r>
            <a:r>
              <a:rPr b="1" lang="en" sz="845">
                <a:solidFill>
                  <a:srgbClr val="086AFE"/>
                </a:solidFill>
                <a:latin typeface="Salesforce Sans"/>
                <a:ea typeface="Salesforce Sans"/>
                <a:cs typeface="Salesforce Sans"/>
                <a:sym typeface="Salesforce Sans"/>
              </a:rPr>
              <a:t>Enablement</a:t>
            </a:r>
            <a:r>
              <a:rPr b="1" i="0" lang="en" sz="845" u="none" cap="none" strike="noStrike">
                <a:solidFill>
                  <a:srgbClr val="086AFE"/>
                </a:solidFill>
                <a:latin typeface="Salesforce Sans"/>
                <a:ea typeface="Salesforce Sans"/>
                <a:cs typeface="Salesforce Sans"/>
                <a:sym typeface="Salesforce Sans"/>
              </a:rPr>
              <a:t> </a:t>
            </a:r>
            <a:endParaRPr b="1" i="0" sz="845" u="none" cap="none" strike="noStrike">
              <a:solidFill>
                <a:srgbClr val="086AFE"/>
              </a:solidFill>
              <a:latin typeface="Salesforce Sans"/>
              <a:ea typeface="Salesforce Sans"/>
              <a:cs typeface="Salesforce Sans"/>
              <a:sym typeface="Salesforce Sans"/>
            </a:endParaRPr>
          </a:p>
        </p:txBody>
      </p:sp>
      <p:sp>
        <p:nvSpPr>
          <p:cNvPr id="5758" name="Google Shape;5758;p171"/>
          <p:cNvSpPr/>
          <p:nvPr/>
        </p:nvSpPr>
        <p:spPr>
          <a:xfrm>
            <a:off x="10457798" y="37301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Scientific Communication </a:t>
            </a:r>
            <a:endParaRPr b="1" i="0" sz="845" u="none" cap="none" strike="noStrike">
              <a:solidFill>
                <a:srgbClr val="086AFE"/>
              </a:solidFill>
              <a:latin typeface="Salesforce Sans"/>
              <a:ea typeface="Salesforce Sans"/>
              <a:cs typeface="Salesforce Sans"/>
              <a:sym typeface="Salesforce Sans"/>
            </a:endParaRPr>
          </a:p>
        </p:txBody>
      </p:sp>
      <p:sp>
        <p:nvSpPr>
          <p:cNvPr id="5759" name="Google Shape;5759;p171"/>
          <p:cNvSpPr/>
          <p:nvPr/>
        </p:nvSpPr>
        <p:spPr>
          <a:xfrm>
            <a:off x="10457798" y="4383219"/>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Med. Insight Mgmt. </a:t>
            </a:r>
            <a:endParaRPr b="1" i="0" sz="845" u="none" cap="none" strike="noStrike">
              <a:solidFill>
                <a:srgbClr val="086AFE"/>
              </a:solidFill>
              <a:latin typeface="Salesforce Sans"/>
              <a:ea typeface="Salesforce Sans"/>
              <a:cs typeface="Salesforce Sans"/>
              <a:sym typeface="Salesforce Sans"/>
            </a:endParaRPr>
          </a:p>
        </p:txBody>
      </p:sp>
      <p:sp>
        <p:nvSpPr>
          <p:cNvPr id="5760" name="Google Shape;5760;p171"/>
          <p:cNvSpPr/>
          <p:nvPr/>
        </p:nvSpPr>
        <p:spPr>
          <a:xfrm>
            <a:off x="10457798" y="4738050"/>
            <a:ext cx="11286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Production Planning &amp; Scheduling </a:t>
            </a:r>
            <a:endParaRPr b="1" i="0" sz="845" u="none" cap="none" strike="noStrike">
              <a:solidFill>
                <a:srgbClr val="086AFE"/>
              </a:solidFill>
              <a:latin typeface="Salesforce Sans"/>
              <a:ea typeface="Salesforce Sans"/>
              <a:cs typeface="Salesforce Sans"/>
              <a:sym typeface="Salesforce Sans"/>
            </a:endParaRPr>
          </a:p>
        </p:txBody>
      </p:sp>
      <p:sp>
        <p:nvSpPr>
          <p:cNvPr id="5761" name="Google Shape;5761;p171"/>
          <p:cNvSpPr/>
          <p:nvPr/>
        </p:nvSpPr>
        <p:spPr>
          <a:xfrm>
            <a:off x="10457798" y="5241380"/>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Manufacturing Execution </a:t>
            </a:r>
            <a:endParaRPr b="1" i="0" sz="845" u="none" cap="none" strike="noStrike">
              <a:solidFill>
                <a:srgbClr val="086AFE"/>
              </a:solidFill>
              <a:latin typeface="Salesforce Sans"/>
              <a:ea typeface="Salesforce Sans"/>
              <a:cs typeface="Salesforce Sans"/>
              <a:sym typeface="Salesforce Sans"/>
            </a:endParaRPr>
          </a:p>
        </p:txBody>
      </p:sp>
      <p:sp>
        <p:nvSpPr>
          <p:cNvPr id="5762" name="Google Shape;5762;p171"/>
          <p:cNvSpPr/>
          <p:nvPr/>
        </p:nvSpPr>
        <p:spPr>
          <a:xfrm>
            <a:off x="10457798" y="6000864"/>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Quality Management and Control </a:t>
            </a:r>
            <a:endParaRPr b="1" i="0" sz="845" u="none" cap="none" strike="noStrike">
              <a:solidFill>
                <a:srgbClr val="086AFE"/>
              </a:solidFill>
              <a:latin typeface="Salesforce Sans"/>
              <a:ea typeface="Salesforce Sans"/>
              <a:cs typeface="Salesforce Sans"/>
              <a:sym typeface="Salesforce Sans"/>
            </a:endParaRPr>
          </a:p>
        </p:txBody>
      </p:sp>
      <p:sp>
        <p:nvSpPr>
          <p:cNvPr id="5763" name="Google Shape;5763;p171"/>
          <p:cNvSpPr/>
          <p:nvPr/>
        </p:nvSpPr>
        <p:spPr>
          <a:xfrm>
            <a:off x="10457798" y="6627127"/>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Supply Chain and Procurement </a:t>
            </a:r>
            <a:endParaRPr b="1" i="0" sz="845" u="none" cap="none" strike="noStrike">
              <a:solidFill>
                <a:srgbClr val="086AFE"/>
              </a:solidFill>
              <a:latin typeface="Salesforce Sans"/>
              <a:ea typeface="Salesforce Sans"/>
              <a:cs typeface="Salesforce Sans"/>
              <a:sym typeface="Salesforce Sans"/>
            </a:endParaRPr>
          </a:p>
        </p:txBody>
      </p:sp>
      <p:sp>
        <p:nvSpPr>
          <p:cNvPr id="5764" name="Google Shape;5764;p171"/>
          <p:cNvSpPr/>
          <p:nvPr/>
        </p:nvSpPr>
        <p:spPr>
          <a:xfrm>
            <a:off x="10457798" y="7253118"/>
            <a:ext cx="12198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Logistics Management and Delivery </a:t>
            </a:r>
            <a:endParaRPr b="1" i="0" sz="845" u="none" cap="none" strike="noStrike">
              <a:solidFill>
                <a:srgbClr val="086AFE"/>
              </a:solidFill>
              <a:latin typeface="Salesforce Sans"/>
              <a:ea typeface="Salesforce Sans"/>
              <a:cs typeface="Salesforce Sans"/>
              <a:sym typeface="Salesforce Sans"/>
            </a:endParaRPr>
          </a:p>
        </p:txBody>
      </p:sp>
      <p:sp>
        <p:nvSpPr>
          <p:cNvPr id="5765" name="Google Shape;5765;p171"/>
          <p:cNvSpPr/>
          <p:nvPr/>
        </p:nvSpPr>
        <p:spPr>
          <a:xfrm>
            <a:off x="10457798" y="8028211"/>
            <a:ext cx="12198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Maint. &amp; Asset Reliability </a:t>
            </a:r>
            <a:endParaRPr b="1" i="0" sz="845" u="none" cap="none" strike="noStrike">
              <a:solidFill>
                <a:srgbClr val="086AFE"/>
              </a:solidFill>
              <a:latin typeface="Salesforce Sans"/>
              <a:ea typeface="Salesforce Sans"/>
              <a:cs typeface="Salesforce Sans"/>
              <a:sym typeface="Salesforce Sans"/>
            </a:endParaRPr>
          </a:p>
        </p:txBody>
      </p:sp>
      <p:sp>
        <p:nvSpPr>
          <p:cNvPr id="5766" name="Google Shape;5766;p171"/>
          <p:cNvSpPr/>
          <p:nvPr/>
        </p:nvSpPr>
        <p:spPr>
          <a:xfrm>
            <a:off x="10457798" y="8391075"/>
            <a:ext cx="11211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845" u="none" cap="none" strike="noStrike">
                <a:solidFill>
                  <a:srgbClr val="086AFE"/>
                </a:solidFill>
                <a:latin typeface="Salesforce Sans"/>
                <a:ea typeface="Salesforce Sans"/>
                <a:cs typeface="Salesforce Sans"/>
                <a:sym typeface="Salesforce Sans"/>
              </a:rPr>
              <a:t>Digital </a:t>
            </a:r>
            <a:br>
              <a:rPr b="1" i="0" lang="en" sz="845" u="none" cap="none" strike="noStrike">
                <a:solidFill>
                  <a:srgbClr val="086AFE"/>
                </a:solidFill>
                <a:latin typeface="Salesforce Sans"/>
                <a:ea typeface="Salesforce Sans"/>
                <a:cs typeface="Salesforce Sans"/>
                <a:sym typeface="Salesforce Sans"/>
              </a:rPr>
            </a:br>
            <a:r>
              <a:rPr b="1" i="0" lang="en" sz="845" u="none" cap="none" strike="noStrike">
                <a:solidFill>
                  <a:srgbClr val="086AFE"/>
                </a:solidFill>
                <a:latin typeface="Salesforce Sans"/>
                <a:ea typeface="Salesforce Sans"/>
                <a:cs typeface="Salesforce Sans"/>
                <a:sym typeface="Salesforce Sans"/>
              </a:rPr>
              <a:t>Enablement </a:t>
            </a:r>
            <a:endParaRPr b="1" i="0" sz="845" u="none" cap="none" strike="noStrike">
              <a:solidFill>
                <a:srgbClr val="086AFE"/>
              </a:solidFill>
              <a:latin typeface="Salesforce Sans"/>
              <a:ea typeface="Salesforce Sans"/>
              <a:cs typeface="Salesforce Sans"/>
              <a:sym typeface="Salesforce Sans"/>
            </a:endParaRPr>
          </a:p>
        </p:txBody>
      </p:sp>
      <p:sp>
        <p:nvSpPr>
          <p:cNvPr id="5767" name="Google Shape;5767;p171"/>
          <p:cNvSpPr txBox="1"/>
          <p:nvPr/>
        </p:nvSpPr>
        <p:spPr>
          <a:xfrm>
            <a:off x="11943450" y="2887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Agenda &amp; Material Dev</a:t>
            </a:r>
            <a:endParaRPr i="0" sz="800" u="none" cap="none" strike="noStrike">
              <a:latin typeface="Salesforce Sans"/>
              <a:ea typeface="Salesforce Sans"/>
              <a:cs typeface="Salesforce Sans"/>
              <a:sym typeface="Salesforce Sans"/>
            </a:endParaRPr>
          </a:p>
        </p:txBody>
      </p:sp>
      <p:sp>
        <p:nvSpPr>
          <p:cNvPr id="5768" name="Google Shape;5768;p171"/>
          <p:cNvSpPr txBox="1"/>
          <p:nvPr/>
        </p:nvSpPr>
        <p:spPr>
          <a:xfrm>
            <a:off x="11943450" y="3032611"/>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Facilitation and Insight Synthesis</a:t>
            </a:r>
            <a:endParaRPr sz="800">
              <a:latin typeface="Salesforce Sans"/>
              <a:ea typeface="Salesforce Sans"/>
              <a:cs typeface="Salesforce Sans"/>
              <a:sym typeface="Salesforce Sans"/>
            </a:endParaRPr>
          </a:p>
        </p:txBody>
      </p:sp>
      <p:sp>
        <p:nvSpPr>
          <p:cNvPr id="5769" name="Google Shape;5769;p171"/>
          <p:cNvSpPr txBox="1"/>
          <p:nvPr/>
        </p:nvSpPr>
        <p:spPr>
          <a:xfrm>
            <a:off x="11943450" y="35147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Learning Delivery</a:t>
            </a:r>
            <a:endParaRPr sz="800">
              <a:latin typeface="Salesforce Sans"/>
              <a:ea typeface="Salesforce Sans"/>
              <a:cs typeface="Salesforce Sans"/>
              <a:sym typeface="Salesforce Sans"/>
            </a:endParaRPr>
          </a:p>
        </p:txBody>
      </p:sp>
      <p:sp>
        <p:nvSpPr>
          <p:cNvPr id="5770" name="Google Shape;5770;p171"/>
          <p:cNvSpPr txBox="1"/>
          <p:nvPr/>
        </p:nvSpPr>
        <p:spPr>
          <a:xfrm>
            <a:off x="11943450" y="4379545"/>
            <a:ext cx="1457700" cy="269700"/>
          </a:xfrm>
          <a:prstGeom prst="rect">
            <a:avLst/>
          </a:prstGeom>
          <a:noFill/>
          <a:ln>
            <a:noFill/>
          </a:ln>
        </p:spPr>
        <p:txBody>
          <a:bodyPr anchorCtr="0" anchor="ctr" bIns="0" lIns="4950" spcFirstLastPara="1" rIns="4950" wrap="square" tIns="4950">
            <a:spAutoFit/>
          </a:bodyPr>
          <a:lstStyle/>
          <a:p>
            <a:pPr indent="0" lvl="0" marL="0" rtl="0" algn="l">
              <a:lnSpc>
                <a:spcPct val="115000"/>
              </a:lnSpc>
              <a:spcBef>
                <a:spcPts val="0"/>
              </a:spcBef>
              <a:spcAft>
                <a:spcPts val="0"/>
              </a:spcAft>
              <a:buClr>
                <a:schemeClr val="dk1"/>
              </a:buClr>
              <a:buSzPts val="2050"/>
              <a:buFont typeface="Arial"/>
              <a:buNone/>
            </a:pPr>
            <a:r>
              <a:rPr lang="en" sz="800">
                <a:latin typeface="Salesforce Sans"/>
                <a:ea typeface="Salesforce Sans"/>
                <a:cs typeface="Salesforce Sans"/>
                <a:sym typeface="Salesforce Sans"/>
              </a:rPr>
              <a:t>Insight Collection &amp; Categorization</a:t>
            </a:r>
            <a:endParaRPr sz="800">
              <a:latin typeface="Salesforce Sans"/>
              <a:ea typeface="Salesforce Sans"/>
              <a:cs typeface="Salesforce Sans"/>
              <a:sym typeface="Salesforce Sans"/>
            </a:endParaRPr>
          </a:p>
        </p:txBody>
      </p:sp>
      <p:sp>
        <p:nvSpPr>
          <p:cNvPr id="5771" name="Google Shape;5771;p171"/>
          <p:cNvSpPr txBox="1"/>
          <p:nvPr/>
        </p:nvSpPr>
        <p:spPr>
          <a:xfrm>
            <a:off x="11943450" y="473326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772" name="Google Shape;5772;p171"/>
          <p:cNvSpPr txBox="1"/>
          <p:nvPr/>
        </p:nvSpPr>
        <p:spPr>
          <a:xfrm>
            <a:off x="11943450" y="48819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Scheduling &amp; Seq.</a:t>
            </a:r>
            <a:endParaRPr sz="800">
              <a:latin typeface="Salesforce Sans"/>
              <a:ea typeface="Salesforce Sans"/>
              <a:cs typeface="Salesforce Sans"/>
              <a:sym typeface="Salesforce Sans"/>
            </a:endParaRPr>
          </a:p>
        </p:txBody>
      </p:sp>
      <p:sp>
        <p:nvSpPr>
          <p:cNvPr id="5773" name="Google Shape;5773;p171"/>
          <p:cNvSpPr txBox="1"/>
          <p:nvPr/>
        </p:nvSpPr>
        <p:spPr>
          <a:xfrm>
            <a:off x="11943450" y="52390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Batch Manufacturing</a:t>
            </a:r>
            <a:endParaRPr sz="800">
              <a:latin typeface="Salesforce Sans"/>
              <a:ea typeface="Salesforce Sans"/>
              <a:cs typeface="Salesforce Sans"/>
              <a:sym typeface="Salesforce Sans"/>
            </a:endParaRPr>
          </a:p>
        </p:txBody>
      </p:sp>
      <p:sp>
        <p:nvSpPr>
          <p:cNvPr id="5774" name="Google Shape;5774;p171"/>
          <p:cNvSpPr txBox="1"/>
          <p:nvPr/>
        </p:nvSpPr>
        <p:spPr>
          <a:xfrm>
            <a:off x="11943450" y="565892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Training and Coaching</a:t>
            </a:r>
            <a:endParaRPr sz="800">
              <a:latin typeface="Salesforce Sans"/>
              <a:ea typeface="Salesforce Sans"/>
              <a:cs typeface="Salesforce Sans"/>
              <a:sym typeface="Salesforce Sans"/>
            </a:endParaRPr>
          </a:p>
        </p:txBody>
      </p:sp>
      <p:sp>
        <p:nvSpPr>
          <p:cNvPr id="5775" name="Google Shape;5775;p171"/>
          <p:cNvSpPr txBox="1"/>
          <p:nvPr/>
        </p:nvSpPr>
        <p:spPr>
          <a:xfrm>
            <a:off x="11943450" y="59935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Deviation Management</a:t>
            </a:r>
            <a:endParaRPr sz="800">
              <a:latin typeface="Salesforce Sans"/>
              <a:ea typeface="Salesforce Sans"/>
              <a:cs typeface="Salesforce Sans"/>
              <a:sym typeface="Salesforce Sans"/>
            </a:endParaRPr>
          </a:p>
        </p:txBody>
      </p:sp>
      <p:sp>
        <p:nvSpPr>
          <p:cNvPr id="5776" name="Google Shape;5776;p171"/>
          <p:cNvSpPr txBox="1"/>
          <p:nvPr/>
        </p:nvSpPr>
        <p:spPr>
          <a:xfrm>
            <a:off x="11943450" y="5029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 Readiness Verification</a:t>
            </a:r>
            <a:endParaRPr sz="800">
              <a:latin typeface="Salesforce Sans"/>
              <a:ea typeface="Salesforce Sans"/>
              <a:cs typeface="Salesforce Sans"/>
              <a:sym typeface="Salesforce Sans"/>
            </a:endParaRPr>
          </a:p>
        </p:txBody>
      </p:sp>
      <p:sp>
        <p:nvSpPr>
          <p:cNvPr id="5777" name="Google Shape;5777;p171"/>
          <p:cNvSpPr txBox="1"/>
          <p:nvPr/>
        </p:nvSpPr>
        <p:spPr>
          <a:xfrm>
            <a:off x="11943450" y="614096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 and Change Control</a:t>
            </a:r>
            <a:endParaRPr i="0" sz="800" u="none" cap="none" strike="noStrike">
              <a:latin typeface="Salesforce Sans"/>
              <a:ea typeface="Salesforce Sans"/>
              <a:cs typeface="Salesforce Sans"/>
              <a:sym typeface="Salesforce Sans"/>
            </a:endParaRPr>
          </a:p>
        </p:txBody>
      </p:sp>
      <p:sp>
        <p:nvSpPr>
          <p:cNvPr id="5778" name="Google Shape;5778;p171"/>
          <p:cNvSpPr txBox="1"/>
          <p:nvPr/>
        </p:nvSpPr>
        <p:spPr>
          <a:xfrm>
            <a:off x="11943450" y="629036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 and Inspection Response</a:t>
            </a:r>
            <a:endParaRPr sz="800">
              <a:latin typeface="Salesforce Sans"/>
              <a:ea typeface="Salesforce Sans"/>
              <a:cs typeface="Salesforce Sans"/>
              <a:sym typeface="Salesforce Sans"/>
            </a:endParaRPr>
          </a:p>
        </p:txBody>
      </p:sp>
      <p:sp>
        <p:nvSpPr>
          <p:cNvPr id="5779" name="Google Shape;5779;p171"/>
          <p:cNvSpPr/>
          <p:nvPr/>
        </p:nvSpPr>
        <p:spPr>
          <a:xfrm>
            <a:off x="11807402" y="50479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80" name="Google Shape;5780;p171"/>
          <p:cNvSpPr/>
          <p:nvPr/>
        </p:nvSpPr>
        <p:spPr>
          <a:xfrm>
            <a:off x="11807402" y="63089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1" name="Google Shape;5781;p171"/>
          <p:cNvSpPr txBox="1"/>
          <p:nvPr/>
        </p:nvSpPr>
        <p:spPr>
          <a:xfrm>
            <a:off x="11943450"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Publication Development</a:t>
            </a:r>
            <a:endParaRPr sz="800">
              <a:latin typeface="Salesforce Sans"/>
              <a:ea typeface="Salesforce Sans"/>
              <a:cs typeface="Salesforce Sans"/>
              <a:sym typeface="Salesforce Sans"/>
            </a:endParaRPr>
          </a:p>
        </p:txBody>
      </p:sp>
      <p:sp>
        <p:nvSpPr>
          <p:cNvPr id="5782" name="Google Shape;5782;p171"/>
          <p:cNvSpPr/>
          <p:nvPr/>
        </p:nvSpPr>
        <p:spPr>
          <a:xfrm>
            <a:off x="11807402"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3" name="Google Shape;5783;p171"/>
          <p:cNvSpPr txBox="1"/>
          <p:nvPr/>
        </p:nvSpPr>
        <p:spPr>
          <a:xfrm>
            <a:off x="11943450" y="1920225"/>
            <a:ext cx="17658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Peer Review and Submission </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Management</a:t>
            </a:r>
            <a:endParaRPr sz="800">
              <a:latin typeface="Salesforce Sans"/>
              <a:ea typeface="Salesforce Sans"/>
              <a:cs typeface="Salesforce Sans"/>
              <a:sym typeface="Salesforce Sans"/>
            </a:endParaRPr>
          </a:p>
        </p:txBody>
      </p:sp>
      <p:sp>
        <p:nvSpPr>
          <p:cNvPr id="5784" name="Google Shape;5784;p171"/>
          <p:cNvSpPr/>
          <p:nvPr/>
        </p:nvSpPr>
        <p:spPr>
          <a:xfrm>
            <a:off x="11807402" y="19386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85" name="Google Shape;5785;p171"/>
          <p:cNvSpPr txBox="1"/>
          <p:nvPr/>
        </p:nvSpPr>
        <p:spPr>
          <a:xfrm>
            <a:off x="11943462" y="2255075"/>
            <a:ext cx="16779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HEOR</a:t>
            </a:r>
            <a:endParaRPr sz="800">
              <a:latin typeface="Salesforce Sans"/>
              <a:ea typeface="Salesforce Sans"/>
              <a:cs typeface="Salesforce Sans"/>
              <a:sym typeface="Salesforce Sans"/>
            </a:endParaRPr>
          </a:p>
        </p:txBody>
      </p:sp>
      <p:sp>
        <p:nvSpPr>
          <p:cNvPr id="5786" name="Google Shape;5786;p171"/>
          <p:cNvSpPr/>
          <p:nvPr/>
        </p:nvSpPr>
        <p:spPr>
          <a:xfrm>
            <a:off x="11807402" y="2273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7" name="Google Shape;5787;p171"/>
          <p:cNvSpPr txBox="1"/>
          <p:nvPr/>
        </p:nvSpPr>
        <p:spPr>
          <a:xfrm>
            <a:off x="11943460" y="2404475"/>
            <a:ext cx="1801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Statistical Analysis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and Reporting</a:t>
            </a:r>
            <a:endParaRPr sz="800">
              <a:latin typeface="Salesforce Sans"/>
              <a:ea typeface="Salesforce Sans"/>
              <a:cs typeface="Salesforce Sans"/>
              <a:sym typeface="Salesforce Sans"/>
            </a:endParaRPr>
          </a:p>
        </p:txBody>
      </p:sp>
      <p:sp>
        <p:nvSpPr>
          <p:cNvPr id="5788" name="Google Shape;5788;p171"/>
          <p:cNvSpPr/>
          <p:nvPr/>
        </p:nvSpPr>
        <p:spPr>
          <a:xfrm>
            <a:off x="11807402" y="2422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89" name="Google Shape;5789;p171"/>
          <p:cNvSpPr txBox="1"/>
          <p:nvPr/>
        </p:nvSpPr>
        <p:spPr>
          <a:xfrm>
            <a:off x="11943450" y="2737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Advisor Selection &amp; Cont</a:t>
            </a:r>
            <a:endParaRPr sz="800">
              <a:latin typeface="Salesforce Sans"/>
              <a:ea typeface="Salesforce Sans"/>
              <a:cs typeface="Salesforce Sans"/>
              <a:sym typeface="Salesforce Sans"/>
            </a:endParaRPr>
          </a:p>
        </p:txBody>
      </p:sp>
      <p:sp>
        <p:nvSpPr>
          <p:cNvPr id="5790" name="Google Shape;5790;p171"/>
          <p:cNvSpPr/>
          <p:nvPr/>
        </p:nvSpPr>
        <p:spPr>
          <a:xfrm>
            <a:off x="11807402" y="27560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1" name="Google Shape;5791;p171"/>
          <p:cNvSpPr/>
          <p:nvPr/>
        </p:nvSpPr>
        <p:spPr>
          <a:xfrm>
            <a:off x="11807402" y="2905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2" name="Google Shape;5792;p171"/>
          <p:cNvSpPr/>
          <p:nvPr/>
        </p:nvSpPr>
        <p:spPr>
          <a:xfrm>
            <a:off x="11807402" y="305106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3" name="Google Shape;5793;p171"/>
          <p:cNvSpPr/>
          <p:nvPr/>
        </p:nvSpPr>
        <p:spPr>
          <a:xfrm>
            <a:off x="11807402" y="3533223"/>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794" name="Google Shape;5794;p171"/>
          <p:cNvSpPr/>
          <p:nvPr/>
        </p:nvSpPr>
        <p:spPr>
          <a:xfrm>
            <a:off x="11807402" y="4900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795" name="Google Shape;5795;p171"/>
          <p:cNvSpPr/>
          <p:nvPr/>
        </p:nvSpPr>
        <p:spPr>
          <a:xfrm>
            <a:off x="11807402" y="61595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6" name="Google Shape;5796;p171"/>
          <p:cNvSpPr/>
          <p:nvPr/>
        </p:nvSpPr>
        <p:spPr>
          <a:xfrm>
            <a:off x="11807402" y="43981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797" name="Google Shape;5797;p171"/>
          <p:cNvSpPr txBox="1"/>
          <p:nvPr/>
        </p:nvSpPr>
        <p:spPr>
          <a:xfrm>
            <a:off x="11943450" y="33665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Curriculum</a:t>
            </a:r>
            <a:endParaRPr sz="800">
              <a:latin typeface="Salesforce Sans"/>
              <a:ea typeface="Salesforce Sans"/>
              <a:cs typeface="Salesforce Sans"/>
              <a:sym typeface="Salesforce Sans"/>
            </a:endParaRPr>
          </a:p>
        </p:txBody>
      </p:sp>
      <p:sp>
        <p:nvSpPr>
          <p:cNvPr id="5798" name="Google Shape;5798;p171"/>
          <p:cNvSpPr/>
          <p:nvPr/>
        </p:nvSpPr>
        <p:spPr>
          <a:xfrm>
            <a:off x="11807402" y="338504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799" name="Google Shape;5799;p171"/>
          <p:cNvSpPr/>
          <p:nvPr/>
        </p:nvSpPr>
        <p:spPr>
          <a:xfrm>
            <a:off x="11807402" y="47517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800" name="Google Shape;5800;p171"/>
          <p:cNvSpPr/>
          <p:nvPr/>
        </p:nvSpPr>
        <p:spPr>
          <a:xfrm>
            <a:off x="11807402" y="52576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01" name="Google Shape;5801;p171"/>
          <p:cNvSpPr/>
          <p:nvPr/>
        </p:nvSpPr>
        <p:spPr>
          <a:xfrm>
            <a:off x="11807402" y="6012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2" name="Google Shape;5802;p171"/>
          <p:cNvSpPr/>
          <p:nvPr/>
        </p:nvSpPr>
        <p:spPr>
          <a:xfrm>
            <a:off x="11807402" y="56775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3" name="Google Shape;5803;p171"/>
          <p:cNvSpPr txBox="1"/>
          <p:nvPr/>
        </p:nvSpPr>
        <p:spPr>
          <a:xfrm>
            <a:off x="11943450" y="5386908"/>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Equipment Setup &amp; Monitoring</a:t>
            </a:r>
            <a:endParaRPr sz="800">
              <a:latin typeface="Salesforce Sans"/>
              <a:ea typeface="Salesforce Sans"/>
              <a:cs typeface="Salesforce Sans"/>
              <a:sym typeface="Salesforce Sans"/>
            </a:endParaRPr>
          </a:p>
        </p:txBody>
      </p:sp>
      <p:sp>
        <p:nvSpPr>
          <p:cNvPr id="5804" name="Google Shape;5804;p171"/>
          <p:cNvSpPr/>
          <p:nvPr/>
        </p:nvSpPr>
        <p:spPr>
          <a:xfrm>
            <a:off x="11805588" y="54055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05" name="Google Shape;5805;p171"/>
          <p:cNvSpPr txBox="1"/>
          <p:nvPr/>
        </p:nvSpPr>
        <p:spPr>
          <a:xfrm>
            <a:off x="933424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06" name="Google Shape;5806;p171"/>
          <p:cNvSpPr txBox="1"/>
          <p:nvPr/>
        </p:nvSpPr>
        <p:spPr>
          <a:xfrm>
            <a:off x="10457798"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07" name="Google Shape;5807;p171"/>
          <p:cNvGrpSpPr/>
          <p:nvPr/>
        </p:nvGrpSpPr>
        <p:grpSpPr>
          <a:xfrm>
            <a:off x="9353860" y="1793656"/>
            <a:ext cx="952566" cy="449700"/>
            <a:chOff x="755108" y="1946374"/>
            <a:chExt cx="1322458" cy="449700"/>
          </a:xfrm>
        </p:grpSpPr>
        <p:sp>
          <p:nvSpPr>
            <p:cNvPr id="5808" name="Google Shape;5808;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09" name="Google Shape;5809;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Medical Affairs</a:t>
              </a:r>
              <a:endParaRPr sz="900">
                <a:solidFill>
                  <a:srgbClr val="FFFFFF"/>
                </a:solidFill>
                <a:latin typeface="Avant Garde Demi SFDC"/>
                <a:ea typeface="Avant Garde Demi SFDC"/>
                <a:cs typeface="Avant Garde Demi SFDC"/>
                <a:sym typeface="Avant Garde Demi SFDC"/>
              </a:endParaRPr>
            </a:p>
          </p:txBody>
        </p:sp>
      </p:grpSp>
      <p:sp>
        <p:nvSpPr>
          <p:cNvPr id="5810" name="Google Shape;5810;p171"/>
          <p:cNvSpPr txBox="1"/>
          <p:nvPr/>
        </p:nvSpPr>
        <p:spPr>
          <a:xfrm>
            <a:off x="11945279"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11" name="Google Shape;5811;p171"/>
          <p:cNvSpPr txBox="1"/>
          <p:nvPr/>
        </p:nvSpPr>
        <p:spPr>
          <a:xfrm>
            <a:off x="10457798"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Scientific Publication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812" name="Google Shape;5812;p171"/>
          <p:cNvGrpSpPr/>
          <p:nvPr/>
        </p:nvGrpSpPr>
        <p:grpSpPr>
          <a:xfrm>
            <a:off x="9353860" y="4763556"/>
            <a:ext cx="952566" cy="449700"/>
            <a:chOff x="755108" y="1946374"/>
            <a:chExt cx="1322458" cy="449700"/>
          </a:xfrm>
        </p:grpSpPr>
        <p:sp>
          <p:nvSpPr>
            <p:cNvPr id="5813" name="Google Shape;5813;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14" name="Google Shape;5814;p171"/>
            <p:cNvSpPr txBox="1"/>
            <p:nvPr/>
          </p:nvSpPr>
          <p:spPr>
            <a:xfrm>
              <a:off x="755108" y="2046571"/>
              <a:ext cx="13224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Manufacturing and Supply</a:t>
              </a:r>
              <a:endParaRPr sz="900">
                <a:solidFill>
                  <a:srgbClr val="FFFFFF"/>
                </a:solidFill>
                <a:latin typeface="Avant Garde Demi SFDC"/>
                <a:ea typeface="Avant Garde Demi SFDC"/>
                <a:cs typeface="Avant Garde Demi SFDC"/>
                <a:sym typeface="Avant Garde Demi SFDC"/>
              </a:endParaRPr>
            </a:p>
          </p:txBody>
        </p:sp>
      </p:grpSp>
      <p:sp>
        <p:nvSpPr>
          <p:cNvPr id="5815" name="Google Shape;5815;p171"/>
          <p:cNvSpPr txBox="1"/>
          <p:nvPr/>
        </p:nvSpPr>
        <p:spPr>
          <a:xfrm>
            <a:off x="11943450" y="41692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Medical Inquiry</a:t>
            </a:r>
            <a:endParaRPr sz="800">
              <a:latin typeface="Salesforce Sans"/>
              <a:ea typeface="Salesforce Sans"/>
              <a:cs typeface="Salesforce Sans"/>
              <a:sym typeface="Salesforce Sans"/>
            </a:endParaRPr>
          </a:p>
        </p:txBody>
      </p:sp>
      <p:sp>
        <p:nvSpPr>
          <p:cNvPr id="5816" name="Google Shape;5816;p171"/>
          <p:cNvSpPr txBox="1"/>
          <p:nvPr/>
        </p:nvSpPr>
        <p:spPr>
          <a:xfrm>
            <a:off x="11943450" y="40198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Prep</a:t>
            </a:r>
            <a:endParaRPr sz="800">
              <a:latin typeface="Salesforce Sans"/>
              <a:ea typeface="Salesforce Sans"/>
              <a:cs typeface="Salesforce Sans"/>
              <a:sym typeface="Salesforce Sans"/>
            </a:endParaRPr>
          </a:p>
        </p:txBody>
      </p:sp>
      <p:sp>
        <p:nvSpPr>
          <p:cNvPr id="5817" name="Google Shape;5817;p171"/>
          <p:cNvSpPr/>
          <p:nvPr/>
        </p:nvSpPr>
        <p:spPr>
          <a:xfrm>
            <a:off x="11807402" y="403846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8" name="Google Shape;5818;p171"/>
          <p:cNvSpPr/>
          <p:nvPr/>
        </p:nvSpPr>
        <p:spPr>
          <a:xfrm>
            <a:off x="11807402" y="418787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19" name="Google Shape;5819;p171"/>
          <p:cNvSpPr txBox="1"/>
          <p:nvPr/>
        </p:nvSpPr>
        <p:spPr>
          <a:xfrm>
            <a:off x="11943450" y="662231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 and Contracting</a:t>
            </a:r>
            <a:endParaRPr sz="800">
              <a:latin typeface="Salesforce Sans"/>
              <a:ea typeface="Salesforce Sans"/>
              <a:cs typeface="Salesforce Sans"/>
              <a:sym typeface="Salesforce Sans"/>
            </a:endParaRPr>
          </a:p>
        </p:txBody>
      </p:sp>
      <p:sp>
        <p:nvSpPr>
          <p:cNvPr id="5820" name="Google Shape;5820;p171"/>
          <p:cNvSpPr txBox="1"/>
          <p:nvPr/>
        </p:nvSpPr>
        <p:spPr>
          <a:xfrm>
            <a:off x="11943450" y="68904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and Negotiation</a:t>
            </a:r>
            <a:endParaRPr i="0" sz="800" u="none" cap="none" strike="noStrike">
              <a:latin typeface="Salesforce Sans"/>
              <a:ea typeface="Salesforce Sans"/>
              <a:cs typeface="Salesforce Sans"/>
              <a:sym typeface="Salesforce Sans"/>
            </a:endParaRPr>
          </a:p>
        </p:txBody>
      </p:sp>
      <p:sp>
        <p:nvSpPr>
          <p:cNvPr id="5821" name="Google Shape;5821;p171"/>
          <p:cNvSpPr txBox="1"/>
          <p:nvPr/>
        </p:nvSpPr>
        <p:spPr>
          <a:xfrm>
            <a:off x="11943450" y="7039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Perf. Monitoring</a:t>
            </a:r>
            <a:endParaRPr i="0" sz="800" u="none" cap="none" strike="noStrike">
              <a:latin typeface="Salesforce Sans"/>
              <a:ea typeface="Salesforce Sans"/>
              <a:cs typeface="Salesforce Sans"/>
              <a:sym typeface="Salesforce Sans"/>
            </a:endParaRPr>
          </a:p>
        </p:txBody>
      </p:sp>
      <p:sp>
        <p:nvSpPr>
          <p:cNvPr id="5822" name="Google Shape;5822;p171"/>
          <p:cNvSpPr/>
          <p:nvPr/>
        </p:nvSpPr>
        <p:spPr>
          <a:xfrm>
            <a:off x="11807402" y="7058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3" name="Google Shape;5823;p171"/>
          <p:cNvSpPr/>
          <p:nvPr/>
        </p:nvSpPr>
        <p:spPr>
          <a:xfrm>
            <a:off x="11807402" y="69090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4" name="Google Shape;5824;p171"/>
          <p:cNvSpPr/>
          <p:nvPr/>
        </p:nvSpPr>
        <p:spPr>
          <a:xfrm>
            <a:off x="11807402" y="66409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25" name="Google Shape;5825;p171"/>
          <p:cNvSpPr txBox="1"/>
          <p:nvPr/>
        </p:nvSpPr>
        <p:spPr>
          <a:xfrm>
            <a:off x="11943450" y="7248360"/>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and Warehouse Optimization</a:t>
            </a:r>
            <a:endParaRPr sz="800">
              <a:latin typeface="Salesforce Sans"/>
              <a:ea typeface="Salesforce Sans"/>
              <a:cs typeface="Salesforce Sans"/>
              <a:sym typeface="Salesforce Sans"/>
            </a:endParaRPr>
          </a:p>
        </p:txBody>
      </p:sp>
      <p:sp>
        <p:nvSpPr>
          <p:cNvPr id="5826" name="Google Shape;5826;p171"/>
          <p:cNvSpPr txBox="1"/>
          <p:nvPr/>
        </p:nvSpPr>
        <p:spPr>
          <a:xfrm>
            <a:off x="11943450" y="751963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Distribution Control</a:t>
            </a:r>
            <a:endParaRPr i="0" sz="800" u="none" cap="none" strike="noStrike">
              <a:latin typeface="Salesforce Sans"/>
              <a:ea typeface="Salesforce Sans"/>
              <a:cs typeface="Salesforce Sans"/>
              <a:sym typeface="Salesforce Sans"/>
            </a:endParaRPr>
          </a:p>
        </p:txBody>
      </p:sp>
      <p:sp>
        <p:nvSpPr>
          <p:cNvPr id="5827" name="Google Shape;5827;p171"/>
          <p:cNvSpPr txBox="1"/>
          <p:nvPr/>
        </p:nvSpPr>
        <p:spPr>
          <a:xfrm>
            <a:off x="11943450" y="76658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Transportation Planning</a:t>
            </a:r>
            <a:endParaRPr i="0" sz="800" u="none" cap="none" strike="noStrike">
              <a:latin typeface="Salesforce Sans"/>
              <a:ea typeface="Salesforce Sans"/>
              <a:cs typeface="Salesforce Sans"/>
              <a:sym typeface="Salesforce Sans"/>
            </a:endParaRPr>
          </a:p>
        </p:txBody>
      </p:sp>
      <p:sp>
        <p:nvSpPr>
          <p:cNvPr id="5828" name="Google Shape;5828;p171"/>
          <p:cNvSpPr/>
          <p:nvPr/>
        </p:nvSpPr>
        <p:spPr>
          <a:xfrm>
            <a:off x="11807402" y="76844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29" name="Google Shape;5829;p171"/>
          <p:cNvSpPr/>
          <p:nvPr/>
        </p:nvSpPr>
        <p:spPr>
          <a:xfrm>
            <a:off x="11807402" y="753823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0" name="Google Shape;5830;p171"/>
          <p:cNvSpPr/>
          <p:nvPr/>
        </p:nvSpPr>
        <p:spPr>
          <a:xfrm>
            <a:off x="11807402" y="72669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31" name="Google Shape;5831;p171"/>
          <p:cNvSpPr txBox="1"/>
          <p:nvPr/>
        </p:nvSpPr>
        <p:spPr>
          <a:xfrm>
            <a:off x="11943450" y="7813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Returns and Reporting</a:t>
            </a:r>
            <a:endParaRPr i="0" sz="800" u="none" cap="none" strike="noStrike">
              <a:latin typeface="Salesforce Sans"/>
              <a:ea typeface="Salesforce Sans"/>
              <a:cs typeface="Salesforce Sans"/>
              <a:sym typeface="Salesforce Sans"/>
            </a:endParaRPr>
          </a:p>
        </p:txBody>
      </p:sp>
      <p:sp>
        <p:nvSpPr>
          <p:cNvPr id="5832" name="Google Shape;5832;p171"/>
          <p:cNvSpPr/>
          <p:nvPr/>
        </p:nvSpPr>
        <p:spPr>
          <a:xfrm>
            <a:off x="11807402" y="7832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3" name="Google Shape;5833;p171"/>
          <p:cNvSpPr txBox="1"/>
          <p:nvPr/>
        </p:nvSpPr>
        <p:spPr>
          <a:xfrm>
            <a:off x="11943450" y="80236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Maintenance Scheduling</a:t>
            </a:r>
            <a:endParaRPr i="0" sz="800" u="none" cap="none" strike="noStrike">
              <a:latin typeface="Salesforce Sans"/>
              <a:ea typeface="Salesforce Sans"/>
              <a:cs typeface="Salesforce Sans"/>
              <a:sym typeface="Salesforce Sans"/>
            </a:endParaRPr>
          </a:p>
        </p:txBody>
      </p:sp>
      <p:sp>
        <p:nvSpPr>
          <p:cNvPr id="5834" name="Google Shape;5834;p171"/>
          <p:cNvSpPr/>
          <p:nvPr/>
        </p:nvSpPr>
        <p:spPr>
          <a:xfrm>
            <a:off x="11807402" y="80422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5" name="Google Shape;5835;p171"/>
          <p:cNvSpPr txBox="1"/>
          <p:nvPr/>
        </p:nvSpPr>
        <p:spPr>
          <a:xfrm>
            <a:off x="11943450" y="81744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Reliability Tracking &amp; Analytics</a:t>
            </a:r>
            <a:endParaRPr i="0" sz="800" u="none" cap="none" strike="noStrike">
              <a:latin typeface="Salesforce Sans"/>
              <a:ea typeface="Salesforce Sans"/>
              <a:cs typeface="Salesforce Sans"/>
              <a:sym typeface="Salesforce Sans"/>
            </a:endParaRPr>
          </a:p>
        </p:txBody>
      </p:sp>
      <p:sp>
        <p:nvSpPr>
          <p:cNvPr id="5836" name="Google Shape;5836;p171"/>
          <p:cNvSpPr/>
          <p:nvPr/>
        </p:nvSpPr>
        <p:spPr>
          <a:xfrm>
            <a:off x="11807402" y="819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37" name="Google Shape;5837;p171"/>
          <p:cNvSpPr txBox="1"/>
          <p:nvPr/>
        </p:nvSpPr>
        <p:spPr>
          <a:xfrm>
            <a:off x="11943450" y="838558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Workflow Digitization</a:t>
            </a:r>
            <a:endParaRPr i="0" sz="800" u="none" cap="none" strike="noStrike">
              <a:latin typeface="Salesforce Sans"/>
              <a:ea typeface="Salesforce Sans"/>
              <a:cs typeface="Salesforce Sans"/>
              <a:sym typeface="Salesforce Sans"/>
            </a:endParaRPr>
          </a:p>
        </p:txBody>
      </p:sp>
      <p:sp>
        <p:nvSpPr>
          <p:cNvPr id="5838" name="Google Shape;5838;p171"/>
          <p:cNvSpPr txBox="1"/>
          <p:nvPr/>
        </p:nvSpPr>
        <p:spPr>
          <a:xfrm>
            <a:off x="11943450" y="85318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Sop and Record Management</a:t>
            </a:r>
            <a:endParaRPr i="0" sz="800" u="none" cap="none" strike="noStrike">
              <a:latin typeface="Salesforce Sans"/>
              <a:ea typeface="Salesforce Sans"/>
              <a:cs typeface="Salesforce Sans"/>
              <a:sym typeface="Salesforce Sans"/>
            </a:endParaRPr>
          </a:p>
        </p:txBody>
      </p:sp>
      <p:sp>
        <p:nvSpPr>
          <p:cNvPr id="5839" name="Google Shape;5839;p171"/>
          <p:cNvSpPr/>
          <p:nvPr/>
        </p:nvSpPr>
        <p:spPr>
          <a:xfrm>
            <a:off x="11807402" y="85504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40" name="Google Shape;5840;p171"/>
          <p:cNvSpPr/>
          <p:nvPr/>
        </p:nvSpPr>
        <p:spPr>
          <a:xfrm>
            <a:off x="11807402" y="84041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41" name="Google Shape;5841;p171"/>
          <p:cNvGrpSpPr/>
          <p:nvPr/>
        </p:nvGrpSpPr>
        <p:grpSpPr>
          <a:xfrm>
            <a:off x="13511249" y="1524000"/>
            <a:ext cx="4643641" cy="7611424"/>
            <a:chOff x="13511249" y="1521600"/>
            <a:chExt cx="4643641" cy="7611424"/>
          </a:xfrm>
        </p:grpSpPr>
        <p:sp>
          <p:nvSpPr>
            <p:cNvPr id="5842" name="Google Shape;5842;p171"/>
            <p:cNvSpPr txBox="1"/>
            <p:nvPr/>
          </p:nvSpPr>
          <p:spPr>
            <a:xfrm>
              <a:off x="15954375" y="8942425"/>
              <a:ext cx="17658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Care Program Outcome Summary</a:t>
              </a:r>
              <a:endParaRPr sz="800">
                <a:latin typeface="Salesforce Sans"/>
                <a:ea typeface="Salesforce Sans"/>
                <a:cs typeface="Salesforce Sans"/>
                <a:sym typeface="Salesforce Sans"/>
              </a:endParaRPr>
            </a:p>
          </p:txBody>
        </p:sp>
        <p:sp>
          <p:nvSpPr>
            <p:cNvPr id="5843" name="Google Shape;5843;p171"/>
            <p:cNvSpPr/>
            <p:nvPr/>
          </p:nvSpPr>
          <p:spPr>
            <a:xfrm>
              <a:off x="15818327" y="89610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44" name="Google Shape;5844;p171"/>
            <p:cNvSpPr/>
            <p:nvPr/>
          </p:nvSpPr>
          <p:spPr>
            <a:xfrm>
              <a:off x="14634810" y="2273975"/>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5845" name="Google Shape;5845;p171"/>
            <p:cNvSpPr/>
            <p:nvPr/>
          </p:nvSpPr>
          <p:spPr>
            <a:xfrm>
              <a:off x="14634810" y="2923992"/>
              <a:ext cx="1022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Mgmt. &amp; Develop. </a:t>
              </a:r>
              <a:endParaRPr b="1" i="0" sz="900" u="none" cap="none" strike="noStrike">
                <a:solidFill>
                  <a:srgbClr val="086AFE"/>
                </a:solidFill>
                <a:latin typeface="Salesforce Sans"/>
                <a:ea typeface="Salesforce Sans"/>
                <a:cs typeface="Salesforce Sans"/>
                <a:sym typeface="Salesforce Sans"/>
              </a:endParaRPr>
            </a:p>
          </p:txBody>
        </p:sp>
        <p:sp>
          <p:nvSpPr>
            <p:cNvPr id="5846" name="Google Shape;5846;p171"/>
            <p:cNvSpPr/>
            <p:nvPr/>
          </p:nvSpPr>
          <p:spPr>
            <a:xfrm>
              <a:off x="14634810" y="3431510"/>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7" name="Google Shape;5847;p171"/>
            <p:cNvSpPr/>
            <p:nvPr/>
          </p:nvSpPr>
          <p:spPr>
            <a:xfrm>
              <a:off x="14634810" y="4597148"/>
              <a:ext cx="9873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5848" name="Google Shape;5848;p171"/>
            <p:cNvSpPr/>
            <p:nvPr/>
          </p:nvSpPr>
          <p:spPr>
            <a:xfrm>
              <a:off x="14634796" y="5615263"/>
              <a:ext cx="10920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Tax and Compl. </a:t>
              </a:r>
              <a:endParaRPr b="1" i="0" sz="900" u="none" cap="none" strike="noStrike">
                <a:solidFill>
                  <a:srgbClr val="086AFE"/>
                </a:solidFill>
                <a:latin typeface="Salesforce Sans"/>
                <a:ea typeface="Salesforce Sans"/>
                <a:cs typeface="Salesforce Sans"/>
                <a:sym typeface="Salesforce Sans"/>
              </a:endParaRPr>
            </a:p>
          </p:txBody>
        </p:sp>
        <p:sp>
          <p:nvSpPr>
            <p:cNvPr id="5849" name="Google Shape;5849;p171"/>
            <p:cNvSpPr/>
            <p:nvPr/>
          </p:nvSpPr>
          <p:spPr>
            <a:xfrm>
              <a:off x="14634797" y="5972725"/>
              <a:ext cx="10749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IT Helpdesk </a:t>
              </a:r>
              <a:endParaRPr b="1" i="0" sz="900" u="none" cap="none" strike="noStrike">
                <a:solidFill>
                  <a:srgbClr val="086AFE"/>
                </a:solidFill>
                <a:latin typeface="Salesforce Sans"/>
                <a:ea typeface="Salesforce Sans"/>
                <a:cs typeface="Salesforce Sans"/>
                <a:sym typeface="Salesforce Sans"/>
              </a:endParaRPr>
            </a:p>
          </p:txBody>
        </p:sp>
        <p:sp>
          <p:nvSpPr>
            <p:cNvPr id="5850" name="Google Shape;5850;p171"/>
            <p:cNvSpPr/>
            <p:nvPr/>
          </p:nvSpPr>
          <p:spPr>
            <a:xfrm>
              <a:off x="14634795" y="7114150"/>
              <a:ext cx="11634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Infra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Application Mgmt. </a:t>
              </a:r>
              <a:endParaRPr b="1" i="0" sz="900" u="none" cap="none" strike="noStrike">
                <a:solidFill>
                  <a:srgbClr val="086AFE"/>
                </a:solidFill>
                <a:latin typeface="Salesforce Sans"/>
                <a:ea typeface="Salesforce Sans"/>
                <a:cs typeface="Salesforce Sans"/>
                <a:sym typeface="Salesforce Sans"/>
              </a:endParaRPr>
            </a:p>
          </p:txBody>
        </p:sp>
        <p:sp>
          <p:nvSpPr>
            <p:cNvPr id="5851" name="Google Shape;5851;p171"/>
            <p:cNvSpPr/>
            <p:nvPr/>
          </p:nvSpPr>
          <p:spPr>
            <a:xfrm>
              <a:off x="14634810" y="525384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Treasury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5852" name="Google Shape;5852;p171"/>
            <p:cNvSpPr/>
            <p:nvPr/>
          </p:nvSpPr>
          <p:spPr>
            <a:xfrm>
              <a:off x="14634798" y="8143000"/>
              <a:ext cx="1148400" cy="25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Litigation &amp; </a:t>
              </a:r>
              <a:r>
                <a:rPr b="1" lang="en" sz="900">
                  <a:solidFill>
                    <a:srgbClr val="086AFE"/>
                  </a:solidFill>
                  <a:latin typeface="Salesforce Sans"/>
                  <a:ea typeface="Salesforce Sans"/>
                  <a:cs typeface="Salesforce Sans"/>
                  <a:sym typeface="Salesforce Sans"/>
                </a:rPr>
                <a:t>IP</a:t>
              </a:r>
              <a:r>
                <a:rPr b="1" i="0" lang="en" sz="900" u="none" cap="none" strike="noStrike">
                  <a:solidFill>
                    <a:srgbClr val="086AFE"/>
                  </a:solidFill>
                  <a:latin typeface="Salesforce Sans"/>
                  <a:ea typeface="Salesforce Sans"/>
                  <a:cs typeface="Salesforce Sans"/>
                  <a:sym typeface="Salesforce Sans"/>
                </a:rPr>
                <a:t> Protection</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3" name="Google Shape;5853;p171"/>
            <p:cNvSpPr/>
            <p:nvPr/>
          </p:nvSpPr>
          <p:spPr>
            <a:xfrm>
              <a:off x="14634810" y="7613234"/>
              <a:ext cx="987300" cy="4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Generation </a:t>
              </a:r>
              <a:endParaRPr b="1" i="0" sz="900" u="none" cap="none" strike="noStrike">
                <a:solidFill>
                  <a:srgbClr val="086AFE"/>
                </a:solidFill>
                <a:latin typeface="Salesforce Sans"/>
                <a:ea typeface="Salesforce Sans"/>
                <a:cs typeface="Salesforce Sans"/>
                <a:sym typeface="Salesforce Sans"/>
              </a:endParaRPr>
            </a:p>
          </p:txBody>
        </p:sp>
        <p:sp>
          <p:nvSpPr>
            <p:cNvPr id="5854" name="Google Shape;5854;p171"/>
            <p:cNvSpPr/>
            <p:nvPr/>
          </p:nvSpPr>
          <p:spPr>
            <a:xfrm>
              <a:off x="14634810" y="4092746"/>
              <a:ext cx="987300" cy="38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Financial Strategy &amp; Planning</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5855" name="Google Shape;5855;p171"/>
            <p:cNvSpPr/>
            <p:nvPr/>
          </p:nvSpPr>
          <p:spPr>
            <a:xfrm>
              <a:off x="14634810" y="8502725"/>
              <a:ext cx="987300" cy="6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5856" name="Google Shape;5856;p171"/>
            <p:cNvSpPr txBox="1"/>
            <p:nvPr/>
          </p:nvSpPr>
          <p:spPr>
            <a:xfrm>
              <a:off x="1351124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857" name="Google Shape;5857;p171"/>
            <p:cNvSpPr txBox="1"/>
            <p:nvPr/>
          </p:nvSpPr>
          <p:spPr>
            <a:xfrm>
              <a:off x="1463481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858" name="Google Shape;5858;p171"/>
            <p:cNvGrpSpPr/>
            <p:nvPr/>
          </p:nvGrpSpPr>
          <p:grpSpPr>
            <a:xfrm>
              <a:off x="13530860" y="1791256"/>
              <a:ext cx="952566" cy="449700"/>
              <a:chOff x="755108" y="1946374"/>
              <a:chExt cx="1322458" cy="449700"/>
            </a:xfrm>
          </p:grpSpPr>
          <p:sp>
            <p:nvSpPr>
              <p:cNvPr id="5859" name="Google Shape;5859;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60" name="Google Shape;5860;p171"/>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5861" name="Google Shape;5861;p171"/>
            <p:cNvSpPr txBox="1"/>
            <p:nvPr/>
          </p:nvSpPr>
          <p:spPr>
            <a:xfrm>
              <a:off x="1595439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862" name="Google Shape;5862;p171"/>
            <p:cNvSpPr txBox="1"/>
            <p:nvPr/>
          </p:nvSpPr>
          <p:spPr>
            <a:xfrm>
              <a:off x="14634810" y="176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People Strategy &amp; Planning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5863" name="Google Shape;5863;p171"/>
            <p:cNvSpPr txBox="1"/>
            <p:nvPr/>
          </p:nvSpPr>
          <p:spPr>
            <a:xfrm>
              <a:off x="15954375" y="47447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5864" name="Google Shape;5864;p171"/>
            <p:cNvSpPr txBox="1"/>
            <p:nvPr/>
          </p:nvSpPr>
          <p:spPr>
            <a:xfrm>
              <a:off x="15954375" y="45984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Transaction Monitoring</a:t>
              </a:r>
              <a:endParaRPr sz="800">
                <a:latin typeface="Salesforce Sans"/>
                <a:ea typeface="Salesforce Sans"/>
                <a:cs typeface="Salesforce Sans"/>
                <a:sym typeface="Salesforce Sans"/>
              </a:endParaRPr>
            </a:p>
          </p:txBody>
        </p:sp>
        <p:sp>
          <p:nvSpPr>
            <p:cNvPr id="5865" name="Google Shape;5865;p171"/>
            <p:cNvSpPr/>
            <p:nvPr/>
          </p:nvSpPr>
          <p:spPr>
            <a:xfrm>
              <a:off x="15818327" y="4617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6" name="Google Shape;5866;p171"/>
            <p:cNvSpPr/>
            <p:nvPr/>
          </p:nvSpPr>
          <p:spPr>
            <a:xfrm>
              <a:off x="15818327" y="4763298"/>
              <a:ext cx="91200" cy="91200"/>
            </a:xfrm>
            <a:prstGeom prst="ellipse">
              <a:avLst/>
            </a:prstGeom>
            <a:solidFill>
              <a:schemeClr val="lt2"/>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67" name="Google Shape;5867;p171"/>
            <p:cNvSpPr txBox="1"/>
            <p:nvPr/>
          </p:nvSpPr>
          <p:spPr>
            <a:xfrm>
              <a:off x="15954375" y="30754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5868" name="Google Shape;5868;p171"/>
            <p:cNvSpPr txBox="1"/>
            <p:nvPr/>
          </p:nvSpPr>
          <p:spPr>
            <a:xfrm>
              <a:off x="15954375" y="3220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sz="800">
                <a:latin typeface="Salesforce Sans"/>
                <a:ea typeface="Salesforce Sans"/>
                <a:cs typeface="Salesforce Sans"/>
                <a:sym typeface="Salesforce Sans"/>
              </a:endParaRPr>
            </a:p>
          </p:txBody>
        </p:sp>
        <p:sp>
          <p:nvSpPr>
            <p:cNvPr id="5869" name="Google Shape;5869;p171"/>
            <p:cNvSpPr txBox="1"/>
            <p:nvPr/>
          </p:nvSpPr>
          <p:spPr>
            <a:xfrm>
              <a:off x="15954375" y="56132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p:txBody>
        </p:sp>
        <p:sp>
          <p:nvSpPr>
            <p:cNvPr id="5870" name="Google Shape;5870;p171"/>
            <p:cNvSpPr txBox="1"/>
            <p:nvPr/>
          </p:nvSpPr>
          <p:spPr>
            <a:xfrm>
              <a:off x="15954375" y="57607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Reporting</a:t>
              </a:r>
              <a:endParaRPr sz="800">
                <a:latin typeface="Salesforce Sans"/>
                <a:ea typeface="Salesforce Sans"/>
                <a:cs typeface="Salesforce Sans"/>
                <a:sym typeface="Salesforce Sans"/>
              </a:endParaRPr>
            </a:p>
          </p:txBody>
        </p:sp>
        <p:sp>
          <p:nvSpPr>
            <p:cNvPr id="5871" name="Google Shape;5871;p171"/>
            <p:cNvSpPr/>
            <p:nvPr/>
          </p:nvSpPr>
          <p:spPr>
            <a:xfrm>
              <a:off x="15818327" y="57792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72" name="Google Shape;5872;p171"/>
            <p:cNvSpPr txBox="1"/>
            <p:nvPr/>
          </p:nvSpPr>
          <p:spPr>
            <a:xfrm>
              <a:off x="15954375" y="29257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sz="800">
                <a:latin typeface="Salesforce Sans"/>
                <a:ea typeface="Salesforce Sans"/>
                <a:cs typeface="Salesforce Sans"/>
                <a:sym typeface="Salesforce Sans"/>
              </a:endParaRPr>
            </a:p>
          </p:txBody>
        </p:sp>
        <p:sp>
          <p:nvSpPr>
            <p:cNvPr id="5873" name="Google Shape;5873;p171"/>
            <p:cNvSpPr/>
            <p:nvPr/>
          </p:nvSpPr>
          <p:spPr>
            <a:xfrm>
              <a:off x="15818327" y="29441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4" name="Google Shape;5874;p171"/>
            <p:cNvSpPr/>
            <p:nvPr/>
          </p:nvSpPr>
          <p:spPr>
            <a:xfrm>
              <a:off x="15818327" y="30940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5" name="Google Shape;5875;p171"/>
            <p:cNvSpPr/>
            <p:nvPr/>
          </p:nvSpPr>
          <p:spPr>
            <a:xfrm>
              <a:off x="15818327" y="32391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76" name="Google Shape;5876;p171"/>
            <p:cNvSpPr/>
            <p:nvPr/>
          </p:nvSpPr>
          <p:spPr>
            <a:xfrm>
              <a:off x="15818327" y="5631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877" name="Google Shape;5877;p171"/>
            <p:cNvSpPr txBox="1"/>
            <p:nvPr/>
          </p:nvSpPr>
          <p:spPr>
            <a:xfrm>
              <a:off x="15954375" y="50418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Accounting Reconciliation</a:t>
              </a:r>
              <a:endParaRPr sz="800">
                <a:latin typeface="Salesforce Sans"/>
                <a:ea typeface="Salesforce Sans"/>
                <a:cs typeface="Salesforce Sans"/>
                <a:sym typeface="Salesforce Sans"/>
              </a:endParaRPr>
            </a:p>
          </p:txBody>
        </p:sp>
        <p:sp>
          <p:nvSpPr>
            <p:cNvPr id="5878" name="Google Shape;5878;p171"/>
            <p:cNvSpPr txBox="1"/>
            <p:nvPr/>
          </p:nvSpPr>
          <p:spPr>
            <a:xfrm>
              <a:off x="15954390" y="4892475"/>
              <a:ext cx="2200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Procurement &amp; Vendor Management</a:t>
              </a:r>
              <a:endParaRPr sz="800">
                <a:latin typeface="Salesforce Sans"/>
                <a:ea typeface="Salesforce Sans"/>
                <a:cs typeface="Salesforce Sans"/>
                <a:sym typeface="Salesforce Sans"/>
              </a:endParaRPr>
            </a:p>
          </p:txBody>
        </p:sp>
        <p:sp>
          <p:nvSpPr>
            <p:cNvPr id="5879" name="Google Shape;5879;p171"/>
            <p:cNvSpPr/>
            <p:nvPr/>
          </p:nvSpPr>
          <p:spPr>
            <a:xfrm>
              <a:off x="15818327" y="4911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0" name="Google Shape;5880;p171"/>
            <p:cNvSpPr/>
            <p:nvPr/>
          </p:nvSpPr>
          <p:spPr>
            <a:xfrm>
              <a:off x="15818327" y="50604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81" name="Google Shape;5881;p171"/>
            <p:cNvSpPr txBox="1"/>
            <p:nvPr/>
          </p:nvSpPr>
          <p:spPr>
            <a:xfrm>
              <a:off x="15954375" y="7614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5882" name="Google Shape;5882;p171"/>
            <p:cNvSpPr txBox="1"/>
            <p:nvPr/>
          </p:nvSpPr>
          <p:spPr>
            <a:xfrm>
              <a:off x="15954375" y="7761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5883" name="Google Shape;5883;p171"/>
            <p:cNvSpPr/>
            <p:nvPr/>
          </p:nvSpPr>
          <p:spPr>
            <a:xfrm>
              <a:off x="15818327" y="7779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4" name="Google Shape;5884;p171"/>
            <p:cNvSpPr/>
            <p:nvPr/>
          </p:nvSpPr>
          <p:spPr>
            <a:xfrm>
              <a:off x="15818327" y="7633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885" name="Google Shape;5885;p171"/>
            <p:cNvSpPr txBox="1"/>
            <p:nvPr/>
          </p:nvSpPr>
          <p:spPr>
            <a:xfrm>
              <a:off x="15954375" y="813982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Registration</a:t>
              </a:r>
              <a:endParaRPr i="0" sz="800" u="none" cap="none" strike="noStrike">
                <a:latin typeface="Salesforce Sans"/>
                <a:ea typeface="Salesforce Sans"/>
                <a:cs typeface="Salesforce Sans"/>
                <a:sym typeface="Salesforce Sans"/>
              </a:endParaRPr>
            </a:p>
          </p:txBody>
        </p:sp>
        <p:sp>
          <p:nvSpPr>
            <p:cNvPr id="5886" name="Google Shape;5886;p171"/>
            <p:cNvSpPr txBox="1"/>
            <p:nvPr/>
          </p:nvSpPr>
          <p:spPr>
            <a:xfrm>
              <a:off x="15954375" y="828605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IP Enforcement</a:t>
              </a:r>
              <a:endParaRPr i="0" sz="800" u="none" cap="none" strike="noStrike">
                <a:latin typeface="Salesforce Sans"/>
                <a:ea typeface="Salesforce Sans"/>
                <a:cs typeface="Salesforce Sans"/>
                <a:sym typeface="Salesforce Sans"/>
              </a:endParaRPr>
            </a:p>
          </p:txBody>
        </p:sp>
        <p:sp>
          <p:nvSpPr>
            <p:cNvPr id="5887" name="Google Shape;5887;p171"/>
            <p:cNvSpPr/>
            <p:nvPr/>
          </p:nvSpPr>
          <p:spPr>
            <a:xfrm>
              <a:off x="15818327" y="83046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888" name="Google Shape;5888;p171"/>
            <p:cNvSpPr/>
            <p:nvPr/>
          </p:nvSpPr>
          <p:spPr>
            <a:xfrm>
              <a:off x="15818327" y="81584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5889" name="Google Shape;5889;p171"/>
            <p:cNvGrpSpPr/>
            <p:nvPr/>
          </p:nvGrpSpPr>
          <p:grpSpPr>
            <a:xfrm>
              <a:off x="13530860" y="8529418"/>
              <a:ext cx="952566" cy="488922"/>
              <a:chOff x="755108" y="1946374"/>
              <a:chExt cx="1322458" cy="488922"/>
            </a:xfrm>
          </p:grpSpPr>
          <p:sp>
            <p:nvSpPr>
              <p:cNvPr id="5890" name="Google Shape;5890;p171"/>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891" name="Google Shape;5891;p171"/>
              <p:cNvSpPr txBox="1"/>
              <p:nvPr/>
            </p:nvSpPr>
            <p:spPr>
              <a:xfrm>
                <a:off x="755108" y="2061196"/>
                <a:ext cx="1322400" cy="3741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a:p>
                <a:pPr indent="0" lvl="0" marL="0" marR="0" rtl="0" algn="l">
                  <a:lnSpc>
                    <a:spcPct val="90000"/>
                  </a:lnSpc>
                  <a:spcBef>
                    <a:spcPts val="0"/>
                  </a:spcBef>
                  <a:spcAft>
                    <a:spcPts val="0"/>
                  </a:spcAft>
                  <a:buClr>
                    <a:srgbClr val="FFFFFF"/>
                  </a:buClr>
                  <a:buSzPts val="900"/>
                  <a:buFont typeface="Questrial"/>
                  <a:buNone/>
                </a:pPr>
                <a:r>
                  <a:t/>
                </a:r>
                <a:endParaRPr sz="900">
                  <a:solidFill>
                    <a:srgbClr val="FFFFFF"/>
                  </a:solidFill>
                  <a:latin typeface="Avant Garde Demi SFDC"/>
                  <a:ea typeface="Avant Garde Demi SFDC"/>
                  <a:cs typeface="Avant Garde Demi SFDC"/>
                  <a:sym typeface="Avant Garde Demi SFDC"/>
                </a:endParaRPr>
              </a:p>
            </p:txBody>
          </p:sp>
        </p:grpSp>
        <p:sp>
          <p:nvSpPr>
            <p:cNvPr id="5892" name="Google Shape;5892;p171"/>
            <p:cNvSpPr txBox="1"/>
            <p:nvPr/>
          </p:nvSpPr>
          <p:spPr>
            <a:xfrm>
              <a:off x="15954375" y="8645238"/>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Summarize Patient Response</a:t>
              </a:r>
              <a:endParaRPr sz="800">
                <a:latin typeface="Salesforce Sans"/>
                <a:ea typeface="Salesforce Sans"/>
                <a:cs typeface="Salesforce Sans"/>
                <a:sym typeface="Salesforce Sans"/>
              </a:endParaRPr>
            </a:p>
          </p:txBody>
        </p:sp>
        <p:sp>
          <p:nvSpPr>
            <p:cNvPr id="5893" name="Google Shape;5893;p171"/>
            <p:cNvSpPr txBox="1"/>
            <p:nvPr/>
          </p:nvSpPr>
          <p:spPr>
            <a:xfrm>
              <a:off x="15954387" y="8499000"/>
              <a:ext cx="176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sz="800">
                <a:latin typeface="Salesforce Sans"/>
                <a:ea typeface="Salesforce Sans"/>
                <a:cs typeface="Salesforce Sans"/>
                <a:sym typeface="Salesforce Sans"/>
              </a:endParaRPr>
            </a:p>
          </p:txBody>
        </p:sp>
        <p:sp>
          <p:nvSpPr>
            <p:cNvPr id="5894" name="Google Shape;5894;p171"/>
            <p:cNvSpPr/>
            <p:nvPr/>
          </p:nvSpPr>
          <p:spPr>
            <a:xfrm>
              <a:off x="15818327" y="8517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5" name="Google Shape;5895;p171"/>
            <p:cNvSpPr/>
            <p:nvPr/>
          </p:nvSpPr>
          <p:spPr>
            <a:xfrm>
              <a:off x="15818327" y="866383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6" name="Google Shape;5896;p171"/>
            <p:cNvSpPr txBox="1"/>
            <p:nvPr/>
          </p:nvSpPr>
          <p:spPr>
            <a:xfrm>
              <a:off x="15954375" y="87930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sz="800">
                <a:latin typeface="Salesforce Sans"/>
                <a:ea typeface="Salesforce Sans"/>
                <a:cs typeface="Salesforce Sans"/>
                <a:sym typeface="Salesforce Sans"/>
              </a:endParaRPr>
            </a:p>
          </p:txBody>
        </p:sp>
        <p:sp>
          <p:nvSpPr>
            <p:cNvPr id="5897" name="Google Shape;5897;p171"/>
            <p:cNvSpPr/>
            <p:nvPr/>
          </p:nvSpPr>
          <p:spPr>
            <a:xfrm>
              <a:off x="15818327" y="881160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898" name="Google Shape;5898;p171"/>
            <p:cNvSpPr txBox="1"/>
            <p:nvPr/>
          </p:nvSpPr>
          <p:spPr>
            <a:xfrm>
              <a:off x="15954388" y="7107500"/>
              <a:ext cx="193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&amp; Infra Lifecycle Management</a:t>
              </a:r>
              <a:endParaRPr sz="800">
                <a:latin typeface="Salesforce Sans"/>
                <a:ea typeface="Salesforce Sans"/>
                <a:cs typeface="Salesforce Sans"/>
                <a:sym typeface="Salesforce Sans"/>
              </a:endParaRPr>
            </a:p>
          </p:txBody>
        </p:sp>
        <p:sp>
          <p:nvSpPr>
            <p:cNvPr id="5899" name="Google Shape;5899;p171"/>
            <p:cNvSpPr txBox="1"/>
            <p:nvPr/>
          </p:nvSpPr>
          <p:spPr>
            <a:xfrm>
              <a:off x="15954375" y="7256184"/>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Development</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5900" name="Google Shape;5900;p171"/>
            <p:cNvSpPr txBox="1"/>
            <p:nvPr/>
          </p:nvSpPr>
          <p:spPr>
            <a:xfrm>
              <a:off x="15954375" y="74035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Application Testing</a:t>
              </a:r>
              <a:endParaRPr sz="800">
                <a:latin typeface="Salesforce Sans"/>
                <a:ea typeface="Salesforce Sans"/>
                <a:cs typeface="Salesforce Sans"/>
                <a:sym typeface="Salesforce Sans"/>
              </a:endParaRPr>
            </a:p>
          </p:txBody>
        </p:sp>
        <p:sp>
          <p:nvSpPr>
            <p:cNvPr id="5901" name="Google Shape;5901;p171"/>
            <p:cNvSpPr/>
            <p:nvPr/>
          </p:nvSpPr>
          <p:spPr>
            <a:xfrm>
              <a:off x="15818327" y="742218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2" name="Google Shape;5902;p171"/>
            <p:cNvSpPr/>
            <p:nvPr/>
          </p:nvSpPr>
          <p:spPr>
            <a:xfrm>
              <a:off x="15818327" y="727478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3" name="Google Shape;5903;p171"/>
            <p:cNvSpPr/>
            <p:nvPr/>
          </p:nvSpPr>
          <p:spPr>
            <a:xfrm>
              <a:off x="15818327" y="71259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04" name="Google Shape;5904;p171"/>
            <p:cNvSpPr txBox="1"/>
            <p:nvPr/>
          </p:nvSpPr>
          <p:spPr>
            <a:xfrm>
              <a:off x="15954375" y="65986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5905" name="Google Shape;5905;p171"/>
            <p:cNvSpPr txBox="1"/>
            <p:nvPr/>
          </p:nvSpPr>
          <p:spPr>
            <a:xfrm>
              <a:off x="15954375" y="67473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Incident Response</a:t>
              </a:r>
              <a:endParaRPr sz="800">
                <a:latin typeface="Salesforce Sans"/>
                <a:ea typeface="Salesforce Sans"/>
                <a:cs typeface="Salesforce Sans"/>
                <a:sym typeface="Salesforce Sans"/>
              </a:endParaRPr>
            </a:p>
          </p:txBody>
        </p:sp>
        <p:sp>
          <p:nvSpPr>
            <p:cNvPr id="5906" name="Google Shape;5906;p171"/>
            <p:cNvSpPr txBox="1"/>
            <p:nvPr/>
          </p:nvSpPr>
          <p:spPr>
            <a:xfrm>
              <a:off x="15954386" y="6894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Access &amp; Security Policy Creation</a:t>
              </a:r>
              <a:endParaRPr sz="800">
                <a:latin typeface="Salesforce Sans"/>
                <a:ea typeface="Salesforce Sans"/>
                <a:cs typeface="Salesforce Sans"/>
                <a:sym typeface="Salesforce Sans"/>
              </a:endParaRPr>
            </a:p>
          </p:txBody>
        </p:sp>
        <p:sp>
          <p:nvSpPr>
            <p:cNvPr id="5907" name="Google Shape;5907;p171"/>
            <p:cNvSpPr/>
            <p:nvPr/>
          </p:nvSpPr>
          <p:spPr>
            <a:xfrm>
              <a:off x="15818327" y="691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08" name="Google Shape;5908;p171"/>
            <p:cNvSpPr/>
            <p:nvPr/>
          </p:nvSpPr>
          <p:spPr>
            <a:xfrm>
              <a:off x="15818327" y="676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09" name="Google Shape;5909;p171"/>
            <p:cNvSpPr/>
            <p:nvPr/>
          </p:nvSpPr>
          <p:spPr>
            <a:xfrm>
              <a:off x="15818327" y="661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0" name="Google Shape;5910;p171"/>
            <p:cNvSpPr txBox="1"/>
            <p:nvPr/>
          </p:nvSpPr>
          <p:spPr>
            <a:xfrm>
              <a:off x="15954375" y="59723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Ticket Intake</a:t>
              </a:r>
              <a:endParaRPr sz="800">
                <a:latin typeface="Salesforce Sans"/>
                <a:ea typeface="Salesforce Sans"/>
                <a:cs typeface="Salesforce Sans"/>
                <a:sym typeface="Salesforce Sans"/>
              </a:endParaRPr>
            </a:p>
          </p:txBody>
        </p:sp>
        <p:sp>
          <p:nvSpPr>
            <p:cNvPr id="5911" name="Google Shape;5911;p171"/>
            <p:cNvSpPr txBox="1"/>
            <p:nvPr/>
          </p:nvSpPr>
          <p:spPr>
            <a:xfrm>
              <a:off x="15954375" y="61210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Troubleshooting</a:t>
              </a:r>
              <a:endParaRPr sz="800">
                <a:latin typeface="Salesforce Sans"/>
                <a:ea typeface="Salesforce Sans"/>
                <a:cs typeface="Salesforce Sans"/>
                <a:sym typeface="Salesforce Sans"/>
              </a:endParaRPr>
            </a:p>
          </p:txBody>
        </p:sp>
        <p:sp>
          <p:nvSpPr>
            <p:cNvPr id="5912" name="Google Shape;5912;p171"/>
            <p:cNvSpPr/>
            <p:nvPr/>
          </p:nvSpPr>
          <p:spPr>
            <a:xfrm>
              <a:off x="15818327" y="61396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3" name="Google Shape;5913;p171"/>
            <p:cNvSpPr/>
            <p:nvPr/>
          </p:nvSpPr>
          <p:spPr>
            <a:xfrm>
              <a:off x="15818327" y="59907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14" name="Google Shape;5914;p171"/>
            <p:cNvSpPr txBox="1"/>
            <p:nvPr/>
          </p:nvSpPr>
          <p:spPr>
            <a:xfrm>
              <a:off x="15954375" y="52525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Cash &amp; Liquidity Management</a:t>
              </a:r>
              <a:endParaRPr sz="800">
                <a:latin typeface="Salesforce Sans"/>
                <a:ea typeface="Salesforce Sans"/>
                <a:cs typeface="Salesforce Sans"/>
                <a:sym typeface="Salesforce Sans"/>
              </a:endParaRPr>
            </a:p>
          </p:txBody>
        </p:sp>
        <p:sp>
          <p:nvSpPr>
            <p:cNvPr id="5915" name="Google Shape;5915;p171"/>
            <p:cNvSpPr txBox="1"/>
            <p:nvPr/>
          </p:nvSpPr>
          <p:spPr>
            <a:xfrm>
              <a:off x="15954375" y="53999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Risk Management</a:t>
              </a:r>
              <a:endParaRPr sz="800">
                <a:latin typeface="Salesforce Sans"/>
                <a:ea typeface="Salesforce Sans"/>
                <a:cs typeface="Salesforce Sans"/>
                <a:sym typeface="Salesforce Sans"/>
              </a:endParaRPr>
            </a:p>
          </p:txBody>
        </p:sp>
        <p:sp>
          <p:nvSpPr>
            <p:cNvPr id="5916" name="Google Shape;5916;p171"/>
            <p:cNvSpPr/>
            <p:nvPr/>
          </p:nvSpPr>
          <p:spPr>
            <a:xfrm>
              <a:off x="15818327" y="54185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17" name="Google Shape;5917;p171"/>
            <p:cNvSpPr/>
            <p:nvPr/>
          </p:nvSpPr>
          <p:spPr>
            <a:xfrm>
              <a:off x="15818327" y="52711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18" name="Google Shape;5918;p171"/>
            <p:cNvSpPr txBox="1"/>
            <p:nvPr/>
          </p:nvSpPr>
          <p:spPr>
            <a:xfrm>
              <a:off x="15954386" y="4088650"/>
              <a:ext cx="1626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5919" name="Google Shape;5919;p171"/>
            <p:cNvSpPr txBox="1"/>
            <p:nvPr/>
          </p:nvSpPr>
          <p:spPr>
            <a:xfrm>
              <a:off x="15954384" y="4237325"/>
              <a:ext cx="206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 Forecasting &amp; Scenario Modeling</a:t>
              </a:r>
              <a:endParaRPr sz="800">
                <a:latin typeface="Salesforce Sans"/>
                <a:ea typeface="Salesforce Sans"/>
                <a:cs typeface="Salesforce Sans"/>
                <a:sym typeface="Salesforce Sans"/>
              </a:endParaRPr>
            </a:p>
          </p:txBody>
        </p:sp>
        <p:sp>
          <p:nvSpPr>
            <p:cNvPr id="5920" name="Google Shape;5920;p171"/>
            <p:cNvSpPr txBox="1"/>
            <p:nvPr/>
          </p:nvSpPr>
          <p:spPr>
            <a:xfrm>
              <a:off x="15954388" y="4384725"/>
              <a:ext cx="1902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 Management &amp; KPI Monitoring</a:t>
              </a:r>
              <a:endParaRPr sz="800">
                <a:latin typeface="Salesforce Sans"/>
                <a:ea typeface="Salesforce Sans"/>
                <a:cs typeface="Salesforce Sans"/>
                <a:sym typeface="Salesforce Sans"/>
              </a:endParaRPr>
            </a:p>
          </p:txBody>
        </p:sp>
        <p:sp>
          <p:nvSpPr>
            <p:cNvPr id="5921" name="Google Shape;5921;p171"/>
            <p:cNvSpPr/>
            <p:nvPr/>
          </p:nvSpPr>
          <p:spPr>
            <a:xfrm>
              <a:off x="15818327" y="44033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2" name="Google Shape;5922;p171"/>
            <p:cNvSpPr/>
            <p:nvPr/>
          </p:nvSpPr>
          <p:spPr>
            <a:xfrm>
              <a:off x="15818327" y="42559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23" name="Google Shape;5923;p171"/>
            <p:cNvSpPr/>
            <p:nvPr/>
          </p:nvSpPr>
          <p:spPr>
            <a:xfrm>
              <a:off x="15818327" y="41070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24" name="Google Shape;5924;p171"/>
            <p:cNvSpPr txBox="1"/>
            <p:nvPr/>
          </p:nvSpPr>
          <p:spPr>
            <a:xfrm>
              <a:off x="15954375" y="35790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EX &amp; Health Monitoring</a:t>
              </a:r>
              <a:endParaRPr sz="800">
                <a:latin typeface="Salesforce Sans"/>
                <a:ea typeface="Salesforce Sans"/>
                <a:cs typeface="Salesforce Sans"/>
                <a:sym typeface="Salesforce Sans"/>
              </a:endParaRPr>
            </a:p>
          </p:txBody>
        </p:sp>
        <p:sp>
          <p:nvSpPr>
            <p:cNvPr id="5925" name="Google Shape;5925;p171"/>
            <p:cNvSpPr txBox="1"/>
            <p:nvPr/>
          </p:nvSpPr>
          <p:spPr>
            <a:xfrm>
              <a:off x="15954385" y="3432775"/>
              <a:ext cx="1864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 &amp; Benefit Creation &amp; Delivery</a:t>
              </a:r>
              <a:endParaRPr sz="800">
                <a:latin typeface="Salesforce Sans"/>
                <a:ea typeface="Salesforce Sans"/>
                <a:cs typeface="Salesforce Sans"/>
                <a:sym typeface="Salesforce Sans"/>
              </a:endParaRPr>
            </a:p>
          </p:txBody>
        </p:sp>
        <p:sp>
          <p:nvSpPr>
            <p:cNvPr id="5926" name="Google Shape;5926;p171"/>
            <p:cNvSpPr/>
            <p:nvPr/>
          </p:nvSpPr>
          <p:spPr>
            <a:xfrm>
              <a:off x="15818327" y="3451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7" name="Google Shape;5927;p171"/>
            <p:cNvSpPr/>
            <p:nvPr/>
          </p:nvSpPr>
          <p:spPr>
            <a:xfrm>
              <a:off x="15818327" y="3597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28" name="Google Shape;5928;p171"/>
            <p:cNvSpPr txBox="1"/>
            <p:nvPr/>
          </p:nvSpPr>
          <p:spPr>
            <a:xfrm>
              <a:off x="15954375" y="387617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Compliance &amp; Labor Relations</a:t>
              </a:r>
              <a:endParaRPr sz="800">
                <a:latin typeface="Salesforce Sans"/>
                <a:ea typeface="Salesforce Sans"/>
                <a:cs typeface="Salesforce Sans"/>
                <a:sym typeface="Salesforce Sans"/>
              </a:endParaRPr>
            </a:p>
          </p:txBody>
        </p:sp>
        <p:sp>
          <p:nvSpPr>
            <p:cNvPr id="5929" name="Google Shape;5929;p171"/>
            <p:cNvSpPr txBox="1"/>
            <p:nvPr/>
          </p:nvSpPr>
          <p:spPr>
            <a:xfrm>
              <a:off x="15954375" y="372677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5930" name="Google Shape;5930;p171"/>
            <p:cNvSpPr/>
            <p:nvPr/>
          </p:nvSpPr>
          <p:spPr>
            <a:xfrm>
              <a:off x="15818327" y="37453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1" name="Google Shape;5931;p171"/>
            <p:cNvSpPr/>
            <p:nvPr/>
          </p:nvSpPr>
          <p:spPr>
            <a:xfrm>
              <a:off x="15818327" y="38947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2" name="Google Shape;5932;p171"/>
            <p:cNvSpPr txBox="1"/>
            <p:nvPr/>
          </p:nvSpPr>
          <p:spPr>
            <a:xfrm>
              <a:off x="15954375" y="241842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Outreach</a:t>
              </a:r>
              <a:endParaRPr sz="800">
                <a:latin typeface="Salesforce Sans"/>
                <a:ea typeface="Salesforce Sans"/>
                <a:cs typeface="Salesforce Sans"/>
                <a:sym typeface="Salesforce Sans"/>
              </a:endParaRPr>
            </a:p>
          </p:txBody>
        </p:sp>
        <p:sp>
          <p:nvSpPr>
            <p:cNvPr id="5933" name="Google Shape;5933;p171"/>
            <p:cNvSpPr txBox="1"/>
            <p:nvPr/>
          </p:nvSpPr>
          <p:spPr>
            <a:xfrm>
              <a:off x="15954386" y="2272200"/>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sz="800">
                <a:latin typeface="Salesforce Sans"/>
                <a:ea typeface="Salesforce Sans"/>
                <a:cs typeface="Salesforce Sans"/>
                <a:sym typeface="Salesforce Sans"/>
              </a:endParaRPr>
            </a:p>
          </p:txBody>
        </p:sp>
        <p:sp>
          <p:nvSpPr>
            <p:cNvPr id="5934" name="Google Shape;5934;p171"/>
            <p:cNvSpPr/>
            <p:nvPr/>
          </p:nvSpPr>
          <p:spPr>
            <a:xfrm>
              <a:off x="15818327" y="2290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5" name="Google Shape;5935;p171"/>
            <p:cNvSpPr/>
            <p:nvPr/>
          </p:nvSpPr>
          <p:spPr>
            <a:xfrm>
              <a:off x="15818327" y="243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6" name="Google Shape;5936;p171"/>
            <p:cNvSpPr txBox="1"/>
            <p:nvPr/>
          </p:nvSpPr>
          <p:spPr>
            <a:xfrm>
              <a:off x="15954375" y="271560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Talent Onboarding</a:t>
              </a:r>
              <a:endParaRPr sz="800">
                <a:latin typeface="Salesforce Sans"/>
                <a:ea typeface="Salesforce Sans"/>
                <a:cs typeface="Salesforce Sans"/>
                <a:sym typeface="Salesforce Sans"/>
              </a:endParaRPr>
            </a:p>
          </p:txBody>
        </p:sp>
        <p:sp>
          <p:nvSpPr>
            <p:cNvPr id="5937" name="Google Shape;5937;p171"/>
            <p:cNvSpPr txBox="1"/>
            <p:nvPr/>
          </p:nvSpPr>
          <p:spPr>
            <a:xfrm>
              <a:off x="15954375" y="2566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5938" name="Google Shape;5938;p171"/>
            <p:cNvSpPr/>
            <p:nvPr/>
          </p:nvSpPr>
          <p:spPr>
            <a:xfrm>
              <a:off x="15818327" y="258479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39" name="Google Shape;5939;p171"/>
            <p:cNvSpPr/>
            <p:nvPr/>
          </p:nvSpPr>
          <p:spPr>
            <a:xfrm>
              <a:off x="15818327" y="27341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0" name="Google Shape;5940;p171"/>
            <p:cNvSpPr txBox="1"/>
            <p:nvPr/>
          </p:nvSpPr>
          <p:spPr>
            <a:xfrm>
              <a:off x="15954386" y="1764625"/>
              <a:ext cx="164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of Future &amp; Skills Asmt.</a:t>
              </a:r>
              <a:endParaRPr sz="800">
                <a:latin typeface="Salesforce Sans"/>
                <a:ea typeface="Salesforce Sans"/>
                <a:cs typeface="Salesforce Sans"/>
                <a:sym typeface="Salesforce Sans"/>
              </a:endParaRPr>
            </a:p>
          </p:txBody>
        </p:sp>
        <p:sp>
          <p:nvSpPr>
            <p:cNvPr id="5941" name="Google Shape;5941;p171"/>
            <p:cNvSpPr txBox="1"/>
            <p:nvPr/>
          </p:nvSpPr>
          <p:spPr>
            <a:xfrm>
              <a:off x="15954375" y="19133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5942" name="Google Shape;5942;p171"/>
            <p:cNvSpPr txBox="1"/>
            <p:nvPr/>
          </p:nvSpPr>
          <p:spPr>
            <a:xfrm>
              <a:off x="15954386" y="2060725"/>
              <a:ext cx="1677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sz="800">
                <a:latin typeface="Salesforce Sans"/>
                <a:ea typeface="Salesforce Sans"/>
                <a:cs typeface="Salesforce Sans"/>
                <a:sym typeface="Salesforce Sans"/>
              </a:endParaRPr>
            </a:p>
          </p:txBody>
        </p:sp>
        <p:sp>
          <p:nvSpPr>
            <p:cNvPr id="5943" name="Google Shape;5943;p171"/>
            <p:cNvSpPr/>
            <p:nvPr/>
          </p:nvSpPr>
          <p:spPr>
            <a:xfrm>
              <a:off x="15818327" y="20793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latin typeface="Salesforce Sans"/>
                <a:ea typeface="Salesforce Sans"/>
                <a:cs typeface="Salesforce Sans"/>
                <a:sym typeface="Salesforce Sans"/>
              </a:endParaRPr>
            </a:p>
          </p:txBody>
        </p:sp>
        <p:sp>
          <p:nvSpPr>
            <p:cNvPr id="5944" name="Google Shape;5944;p171"/>
            <p:cNvSpPr/>
            <p:nvPr/>
          </p:nvSpPr>
          <p:spPr>
            <a:xfrm>
              <a:off x="15818327" y="193190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5945" name="Google Shape;5945;p171"/>
            <p:cNvSpPr/>
            <p:nvPr/>
          </p:nvSpPr>
          <p:spPr>
            <a:xfrm>
              <a:off x="15818327" y="178308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chemeClr val="accent2"/>
                </a:solidFill>
                <a:highlight>
                  <a:srgbClr val="022AC0"/>
                </a:highlight>
                <a:latin typeface="Salesforce Sans"/>
                <a:ea typeface="Salesforce Sans"/>
                <a:cs typeface="Salesforce Sans"/>
                <a:sym typeface="Salesforce Sans"/>
              </a:endParaRPr>
            </a:p>
          </p:txBody>
        </p:sp>
        <p:sp>
          <p:nvSpPr>
            <p:cNvPr id="5946" name="Google Shape;5946;p171"/>
            <p:cNvSpPr/>
            <p:nvPr/>
          </p:nvSpPr>
          <p:spPr>
            <a:xfrm>
              <a:off x="14634810" y="6601334"/>
              <a:ext cx="987300" cy="12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i="0" lang="en" sz="900" u="none" cap="none" strike="noStrike">
                  <a:solidFill>
                    <a:srgbClr val="086AFE"/>
                  </a:solidFill>
                  <a:latin typeface="Salesforce Sans"/>
                  <a:ea typeface="Salesforce Sans"/>
                  <a:cs typeface="Salesforce Sans"/>
                  <a:sym typeface="Salesforce Sans"/>
                </a:rPr>
                <a:t>Cyber </a:t>
              </a:r>
              <a:endParaRPr b="1" i="0" sz="900" u="none" cap="none" strike="noStrike">
                <a:solidFill>
                  <a:srgbClr val="086AFE"/>
                </a:solidFill>
                <a:latin typeface="Salesforce Sans"/>
                <a:ea typeface="Salesforce Sans"/>
                <a:cs typeface="Salesforce Sans"/>
                <a:sym typeface="Salesforce Sans"/>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edTech" showMasterSp="0">
  <p:cSld name="TITLE_AND_BODY_5_1_1_1_1_1">
    <p:spTree>
      <p:nvGrpSpPr>
        <p:cNvPr id="5947" name="Shape 5947"/>
        <p:cNvGrpSpPr/>
        <p:nvPr/>
      </p:nvGrpSpPr>
      <p:grpSpPr>
        <a:xfrm>
          <a:off x="0" y="0"/>
          <a:ext cx="0" cy="0"/>
          <a:chOff x="0" y="0"/>
          <a:chExt cx="0" cy="0"/>
        </a:xfrm>
      </p:grpSpPr>
      <p:sp>
        <p:nvSpPr>
          <p:cNvPr id="5948" name="Google Shape;5948;p172"/>
          <p:cNvSpPr txBox="1"/>
          <p:nvPr/>
        </p:nvSpPr>
        <p:spPr>
          <a:xfrm>
            <a:off x="676603" y="381000"/>
            <a:ext cx="16573500" cy="665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4800">
                <a:solidFill>
                  <a:schemeClr val="dk1"/>
                </a:solidFill>
                <a:latin typeface="Avant Garde Demi SFDC"/>
                <a:ea typeface="Avant Garde Demi SFDC"/>
                <a:cs typeface="Avant Garde Demi SFDC"/>
                <a:sym typeface="Avant Garde Demi SFDC"/>
              </a:rPr>
              <a:t>Move the needle with 150+ agentic medtech workflows</a:t>
            </a:r>
            <a:endParaRPr sz="4200">
              <a:solidFill>
                <a:schemeClr val="dk1"/>
              </a:solidFill>
              <a:latin typeface="Avant Garde Demi SFDC"/>
              <a:ea typeface="Avant Garde Demi SFDC"/>
              <a:cs typeface="Avant Garde Demi SFDC"/>
              <a:sym typeface="Avant Garde Demi SFDC"/>
            </a:endParaRPr>
          </a:p>
        </p:txBody>
      </p:sp>
      <p:grpSp>
        <p:nvGrpSpPr>
          <p:cNvPr id="5949" name="Google Shape;5949;p172"/>
          <p:cNvGrpSpPr/>
          <p:nvPr/>
        </p:nvGrpSpPr>
        <p:grpSpPr>
          <a:xfrm>
            <a:off x="6307400" y="1143000"/>
            <a:ext cx="6313200" cy="307800"/>
            <a:chOff x="22663550" y="1349273"/>
            <a:chExt cx="6313200" cy="307800"/>
          </a:xfrm>
        </p:grpSpPr>
        <p:grpSp>
          <p:nvGrpSpPr>
            <p:cNvPr id="5950" name="Google Shape;5950;p172"/>
            <p:cNvGrpSpPr/>
            <p:nvPr/>
          </p:nvGrpSpPr>
          <p:grpSpPr>
            <a:xfrm>
              <a:off x="22663550" y="1349273"/>
              <a:ext cx="6313200" cy="307800"/>
              <a:chOff x="11238000" y="958400"/>
              <a:chExt cx="6313200" cy="307800"/>
            </a:xfrm>
          </p:grpSpPr>
          <p:sp>
            <p:nvSpPr>
              <p:cNvPr id="5951" name="Google Shape;5951;p172"/>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5952" name="Google Shape;5952;p172"/>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3" name="Google Shape;5953;p172"/>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54" name="Google Shape;5954;p172"/>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5" name="Google Shape;5955;p172"/>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5956" name="Google Shape;5956;p172"/>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5957" name="Google Shape;5957;p172"/>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5958" name="Google Shape;5958;p172"/>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5959" name="Google Shape;5959;p172"/>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5960" name="Google Shape;5960;p172"/>
          <p:cNvGrpSpPr/>
          <p:nvPr/>
        </p:nvGrpSpPr>
        <p:grpSpPr>
          <a:xfrm>
            <a:off x="1735561" y="1752600"/>
            <a:ext cx="5042870" cy="7465163"/>
            <a:chOff x="468329" y="1524000"/>
            <a:chExt cx="5042870" cy="7465163"/>
          </a:xfrm>
        </p:grpSpPr>
        <p:sp>
          <p:nvSpPr>
            <p:cNvPr id="5961" name="Google Shape;5961;p172"/>
            <p:cNvSpPr txBox="1"/>
            <p:nvPr/>
          </p:nvSpPr>
          <p:spPr>
            <a:xfrm>
              <a:off x="3016756" y="334237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5962" name="Google Shape;5962;p172"/>
            <p:cNvSpPr/>
            <p:nvPr/>
          </p:nvSpPr>
          <p:spPr>
            <a:xfrm>
              <a:off x="1668090" y="2459079"/>
              <a:ext cx="8970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3" name="Google Shape;5963;p172"/>
            <p:cNvSpPr/>
            <p:nvPr/>
          </p:nvSpPr>
          <p:spPr>
            <a:xfrm>
              <a:off x="1668090" y="3563049"/>
              <a:ext cx="8226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Sales Training </a:t>
              </a:r>
              <a:endParaRPr b="1" sz="945">
                <a:solidFill>
                  <a:srgbClr val="066AFE"/>
                </a:solidFill>
                <a:latin typeface="Salesforce Sans"/>
                <a:ea typeface="Salesforce Sans"/>
                <a:cs typeface="Salesforce Sans"/>
                <a:sym typeface="Salesforce Sans"/>
              </a:endParaRPr>
            </a:p>
          </p:txBody>
        </p:sp>
        <p:sp>
          <p:nvSpPr>
            <p:cNvPr id="5964" name="Google Shape;5964;p172"/>
            <p:cNvSpPr/>
            <p:nvPr/>
          </p:nvSpPr>
          <p:spPr>
            <a:xfrm>
              <a:off x="1668090" y="5113187"/>
              <a:ext cx="1121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Clinical Specialists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5" name="Google Shape;5965;p172"/>
            <p:cNvSpPr/>
            <p:nvPr/>
          </p:nvSpPr>
          <p:spPr>
            <a:xfrm>
              <a:off x="1668090" y="6217643"/>
              <a:ext cx="986100" cy="2292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Medical Affairs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6" name="Google Shape;5966;p172"/>
            <p:cNvSpPr/>
            <p:nvPr/>
          </p:nvSpPr>
          <p:spPr>
            <a:xfrm>
              <a:off x="1668090" y="7346461"/>
              <a:ext cx="1074900" cy="344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45">
                  <a:solidFill>
                    <a:srgbClr val="066AFE"/>
                  </a:solidFill>
                  <a:latin typeface="Salesforce Sans"/>
                  <a:ea typeface="Salesforce Sans"/>
                  <a:cs typeface="Salesforce Sans"/>
                  <a:sym typeface="Salesforce Sans"/>
                </a:rPr>
                <a:t>MedTech Field Inventory </a:t>
              </a:r>
              <a:endParaRPr b="1" sz="945">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609"/>
                <a:buFont typeface="Arial"/>
                <a:buNone/>
              </a:pPr>
              <a:r>
                <a:t/>
              </a:r>
              <a:endParaRPr b="1" sz="945">
                <a:solidFill>
                  <a:srgbClr val="066AFE"/>
                </a:solidFill>
                <a:latin typeface="Salesforce Sans"/>
                <a:ea typeface="Salesforce Sans"/>
                <a:cs typeface="Salesforce Sans"/>
                <a:sym typeface="Salesforce Sans"/>
              </a:endParaRPr>
            </a:p>
          </p:txBody>
        </p:sp>
        <p:sp>
          <p:nvSpPr>
            <p:cNvPr id="5967" name="Google Shape;5967;p172"/>
            <p:cNvSpPr txBox="1"/>
            <p:nvPr/>
          </p:nvSpPr>
          <p:spPr>
            <a:xfrm>
              <a:off x="3010101" y="24665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Territory Optimization</a:t>
              </a:r>
              <a:endParaRPr i="0" sz="800" u="none" cap="none" strike="noStrike">
                <a:latin typeface="Salesforce Sans"/>
                <a:ea typeface="Salesforce Sans"/>
                <a:cs typeface="Salesforce Sans"/>
                <a:sym typeface="Salesforce Sans"/>
              </a:endParaRPr>
            </a:p>
          </p:txBody>
        </p:sp>
        <p:sp>
          <p:nvSpPr>
            <p:cNvPr id="5968" name="Google Shape;5968;p172"/>
            <p:cNvSpPr txBox="1"/>
            <p:nvPr/>
          </p:nvSpPr>
          <p:spPr>
            <a:xfrm>
              <a:off x="3010101" y="261518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Virtual Sales Assistant</a:t>
              </a:r>
              <a:endParaRPr i="0" sz="800" u="none" cap="none" strike="noStrike">
                <a:latin typeface="Salesforce Sans"/>
                <a:ea typeface="Salesforce Sans"/>
                <a:cs typeface="Salesforce Sans"/>
                <a:sym typeface="Salesforce Sans"/>
              </a:endParaRPr>
            </a:p>
          </p:txBody>
        </p:sp>
        <p:sp>
          <p:nvSpPr>
            <p:cNvPr id="5969" name="Google Shape;5969;p172"/>
            <p:cNvSpPr txBox="1"/>
            <p:nvPr/>
          </p:nvSpPr>
          <p:spPr>
            <a:xfrm>
              <a:off x="3010101" y="276379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RFP &amp; Quote Generation</a:t>
              </a:r>
              <a:endParaRPr i="0" sz="800" u="none" cap="none" strike="noStrike">
                <a:latin typeface="Salesforce Sans"/>
                <a:ea typeface="Salesforce Sans"/>
                <a:cs typeface="Salesforce Sans"/>
                <a:sym typeface="Salesforce Sans"/>
              </a:endParaRPr>
            </a:p>
          </p:txBody>
        </p:sp>
        <p:sp>
          <p:nvSpPr>
            <p:cNvPr id="5970" name="Google Shape;5970;p172"/>
            <p:cNvSpPr txBox="1"/>
            <p:nvPr/>
          </p:nvSpPr>
          <p:spPr>
            <a:xfrm>
              <a:off x="3010101" y="29150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5971" name="Google Shape;5971;p172"/>
            <p:cNvSpPr txBox="1"/>
            <p:nvPr/>
          </p:nvSpPr>
          <p:spPr>
            <a:xfrm>
              <a:off x="3010099" y="305480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Science Liaison Support</a:t>
              </a:r>
              <a:endParaRPr i="0" sz="800" u="none" cap="none" strike="noStrike">
                <a:latin typeface="Salesforce Sans"/>
                <a:ea typeface="Salesforce Sans"/>
                <a:cs typeface="Salesforce Sans"/>
                <a:sym typeface="Salesforce Sans"/>
              </a:endParaRPr>
            </a:p>
          </p:txBody>
        </p:sp>
        <p:sp>
          <p:nvSpPr>
            <p:cNvPr id="5972" name="Google Shape;5972;p172"/>
            <p:cNvSpPr txBox="1"/>
            <p:nvPr/>
          </p:nvSpPr>
          <p:spPr>
            <a:xfrm>
              <a:off x="301010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Proactive Recall Management</a:t>
              </a:r>
              <a:endParaRPr sz="800">
                <a:latin typeface="Salesforce Sans"/>
                <a:ea typeface="Salesforce Sans"/>
                <a:cs typeface="Salesforce Sans"/>
                <a:sym typeface="Salesforce Sans"/>
              </a:endParaRPr>
            </a:p>
          </p:txBody>
        </p:sp>
        <p:sp>
          <p:nvSpPr>
            <p:cNvPr id="5973" name="Google Shape;5973;p172"/>
            <p:cNvSpPr/>
            <p:nvPr/>
          </p:nvSpPr>
          <p:spPr>
            <a:xfrm>
              <a:off x="2874053" y="178683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4" name="Google Shape;5974;p172"/>
            <p:cNvSpPr txBox="1"/>
            <p:nvPr/>
          </p:nvSpPr>
          <p:spPr>
            <a:xfrm>
              <a:off x="3010100" y="1923400"/>
              <a:ext cx="2388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Selection + Patient Recruitment </a:t>
              </a:r>
              <a:endParaRPr sz="800">
                <a:latin typeface="Salesforce Sans"/>
                <a:ea typeface="Salesforce Sans"/>
                <a:cs typeface="Salesforce Sans"/>
                <a:sym typeface="Salesforce Sans"/>
              </a:endParaRPr>
            </a:p>
          </p:txBody>
        </p:sp>
        <p:sp>
          <p:nvSpPr>
            <p:cNvPr id="5975" name="Google Shape;5975;p172"/>
            <p:cNvSpPr/>
            <p:nvPr/>
          </p:nvSpPr>
          <p:spPr>
            <a:xfrm>
              <a:off x="2874053" y="19418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76" name="Google Shape;5976;p172"/>
            <p:cNvSpPr txBox="1"/>
            <p:nvPr/>
          </p:nvSpPr>
          <p:spPr>
            <a:xfrm>
              <a:off x="301010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Regulatory Submission Dossier</a:t>
              </a:r>
              <a:endParaRPr sz="800">
                <a:latin typeface="Salesforce Sans"/>
                <a:ea typeface="Salesforce Sans"/>
                <a:cs typeface="Salesforce Sans"/>
                <a:sym typeface="Salesforce Sans"/>
              </a:endParaRPr>
            </a:p>
          </p:txBody>
        </p:sp>
        <p:sp>
          <p:nvSpPr>
            <p:cNvPr id="5977" name="Google Shape;5977;p172"/>
            <p:cNvSpPr/>
            <p:nvPr/>
          </p:nvSpPr>
          <p:spPr>
            <a:xfrm>
              <a:off x="2874053" y="209685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78" name="Google Shape;5978;p172"/>
            <p:cNvSpPr txBox="1"/>
            <p:nvPr/>
          </p:nvSpPr>
          <p:spPr>
            <a:xfrm>
              <a:off x="301010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Automated Literature &amp; IP Analysis</a:t>
              </a:r>
              <a:endParaRPr sz="800">
                <a:latin typeface="Salesforce Sans"/>
                <a:ea typeface="Salesforce Sans"/>
                <a:cs typeface="Salesforce Sans"/>
                <a:sym typeface="Salesforce Sans"/>
              </a:endParaRPr>
            </a:p>
          </p:txBody>
        </p:sp>
        <p:sp>
          <p:nvSpPr>
            <p:cNvPr id="5979" name="Google Shape;5979;p172"/>
            <p:cNvSpPr/>
            <p:nvPr/>
          </p:nvSpPr>
          <p:spPr>
            <a:xfrm>
              <a:off x="2874053" y="2257639"/>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0" name="Google Shape;5980;p172"/>
            <p:cNvSpPr/>
            <p:nvPr/>
          </p:nvSpPr>
          <p:spPr>
            <a:xfrm>
              <a:off x="2874053" y="263378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1" name="Google Shape;5981;p172"/>
            <p:cNvSpPr/>
            <p:nvPr/>
          </p:nvSpPr>
          <p:spPr>
            <a:xfrm>
              <a:off x="2874053" y="278239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5982" name="Google Shape;5982;p172"/>
            <p:cNvSpPr/>
            <p:nvPr/>
          </p:nvSpPr>
          <p:spPr>
            <a:xfrm>
              <a:off x="2874053" y="29336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3" name="Google Shape;5983;p172"/>
            <p:cNvSpPr/>
            <p:nvPr/>
          </p:nvSpPr>
          <p:spPr>
            <a:xfrm>
              <a:off x="2874053" y="3073392"/>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4" name="Google Shape;5984;p172"/>
            <p:cNvSpPr/>
            <p:nvPr/>
          </p:nvSpPr>
          <p:spPr>
            <a:xfrm>
              <a:off x="2874053" y="24851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5985" name="Google Shape;5985;p172"/>
            <p:cNvSpPr txBox="1"/>
            <p:nvPr/>
          </p:nvSpPr>
          <p:spPr>
            <a:xfrm>
              <a:off x="46832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5986" name="Google Shape;5986;p172"/>
            <p:cNvSpPr txBox="1"/>
            <p:nvPr/>
          </p:nvSpPr>
          <p:spPr>
            <a:xfrm>
              <a:off x="166809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5987" name="Google Shape;5987;p172"/>
            <p:cNvGrpSpPr/>
            <p:nvPr/>
          </p:nvGrpSpPr>
          <p:grpSpPr>
            <a:xfrm>
              <a:off x="487940" y="1793656"/>
              <a:ext cx="952566" cy="449700"/>
              <a:chOff x="755108" y="1946374"/>
              <a:chExt cx="1322458" cy="449700"/>
            </a:xfrm>
          </p:grpSpPr>
          <p:sp>
            <p:nvSpPr>
              <p:cNvPr id="5988" name="Google Shape;5988;p172"/>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89" name="Google Shape;5989;p172"/>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PLM</a:t>
                </a:r>
                <a:endParaRPr sz="900">
                  <a:solidFill>
                    <a:srgbClr val="FFFFFF"/>
                  </a:solidFill>
                  <a:latin typeface="Avant Garde Demi SFDC"/>
                  <a:ea typeface="Avant Garde Demi SFDC"/>
                  <a:cs typeface="Avant Garde Demi SFDC"/>
                  <a:sym typeface="Avant Garde Demi SFDC"/>
                </a:endParaRPr>
              </a:p>
            </p:txBody>
          </p:sp>
        </p:grpSp>
        <p:sp>
          <p:nvSpPr>
            <p:cNvPr id="5990" name="Google Shape;5990;p172"/>
            <p:cNvSpPr txBox="1"/>
            <p:nvPr/>
          </p:nvSpPr>
          <p:spPr>
            <a:xfrm>
              <a:off x="301193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5991" name="Google Shape;5991;p172"/>
            <p:cNvSpPr txBox="1"/>
            <p:nvPr/>
          </p:nvSpPr>
          <p:spPr>
            <a:xfrm>
              <a:off x="1668090"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R&amp;D + Product Lifecycle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5992" name="Google Shape;5992;p172"/>
            <p:cNvGrpSpPr/>
            <p:nvPr/>
          </p:nvGrpSpPr>
          <p:grpSpPr>
            <a:xfrm>
              <a:off x="487981" y="3594708"/>
              <a:ext cx="952525" cy="449700"/>
              <a:chOff x="755165" y="1951713"/>
              <a:chExt cx="1322400" cy="449700"/>
            </a:xfrm>
          </p:grpSpPr>
          <p:sp>
            <p:nvSpPr>
              <p:cNvPr id="5993" name="Google Shape;5993;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4" name="Google Shape;5994;p172"/>
              <p:cNvSpPr txBox="1"/>
              <p:nvPr/>
            </p:nvSpPr>
            <p:spPr>
              <a:xfrm>
                <a:off x="755177" y="2042366"/>
                <a:ext cx="1310100" cy="2493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Enablement</a:t>
                </a:r>
                <a:endParaRPr sz="900">
                  <a:solidFill>
                    <a:srgbClr val="FFFFFF"/>
                  </a:solidFill>
                  <a:latin typeface="Avant Garde Demi SFDC"/>
                  <a:ea typeface="Avant Garde Demi SFDC"/>
                  <a:cs typeface="Avant Garde Demi SFDC"/>
                  <a:sym typeface="Avant Garde Demi SFDC"/>
                </a:endParaRPr>
              </a:p>
            </p:txBody>
          </p:sp>
        </p:grpSp>
        <p:grpSp>
          <p:nvGrpSpPr>
            <p:cNvPr id="5995" name="Google Shape;5995;p172"/>
            <p:cNvGrpSpPr/>
            <p:nvPr/>
          </p:nvGrpSpPr>
          <p:grpSpPr>
            <a:xfrm>
              <a:off x="487981" y="2487900"/>
              <a:ext cx="952525" cy="449700"/>
              <a:chOff x="755165" y="1951713"/>
              <a:chExt cx="1322400" cy="449700"/>
            </a:xfrm>
          </p:grpSpPr>
          <p:sp>
            <p:nvSpPr>
              <p:cNvPr id="5996" name="Google Shape;5996;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5997" name="Google Shape;5997;p172"/>
              <p:cNvSpPr txBox="1"/>
              <p:nvPr/>
            </p:nvSpPr>
            <p:spPr>
              <a:xfrm>
                <a:off x="761315" y="2114163"/>
                <a:ext cx="1310100" cy="124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a:t>
                </a:r>
                <a:endParaRPr sz="900">
                  <a:solidFill>
                    <a:srgbClr val="FFFFFF"/>
                  </a:solidFill>
                  <a:latin typeface="Avant Garde Demi SFDC"/>
                  <a:ea typeface="Avant Garde Demi SFDC"/>
                  <a:cs typeface="Avant Garde Demi SFDC"/>
                  <a:sym typeface="Avant Garde Demi SFDC"/>
                </a:endParaRPr>
              </a:p>
            </p:txBody>
          </p:sp>
        </p:grpSp>
        <p:sp>
          <p:nvSpPr>
            <p:cNvPr id="5998" name="Google Shape;5998;p172"/>
            <p:cNvSpPr txBox="1"/>
            <p:nvPr/>
          </p:nvSpPr>
          <p:spPr>
            <a:xfrm>
              <a:off x="3010101" y="32053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5999" name="Google Shape;5999;p172"/>
            <p:cNvSpPr/>
            <p:nvPr/>
          </p:nvSpPr>
          <p:spPr>
            <a:xfrm>
              <a:off x="2874053" y="32239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000" name="Google Shape;6000;p172"/>
            <p:cNvGrpSpPr/>
            <p:nvPr/>
          </p:nvGrpSpPr>
          <p:grpSpPr>
            <a:xfrm>
              <a:off x="487981" y="5143496"/>
              <a:ext cx="952525" cy="449700"/>
              <a:chOff x="755165" y="1951713"/>
              <a:chExt cx="1322400" cy="449700"/>
            </a:xfrm>
          </p:grpSpPr>
          <p:sp>
            <p:nvSpPr>
              <p:cNvPr id="6001" name="Google Shape;6001;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2" name="Google Shape;6002;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 Affairs</a:t>
                </a:r>
                <a:endParaRPr sz="900">
                  <a:solidFill>
                    <a:srgbClr val="FFFFFF"/>
                  </a:solidFill>
                  <a:latin typeface="Avant Garde Demi SFDC"/>
                  <a:ea typeface="Avant Garde Demi SFDC"/>
                  <a:cs typeface="Avant Garde Demi SFDC"/>
                  <a:sym typeface="Avant Garde Demi SFDC"/>
                </a:endParaRPr>
              </a:p>
            </p:txBody>
          </p:sp>
        </p:grpSp>
        <p:grpSp>
          <p:nvGrpSpPr>
            <p:cNvPr id="6003" name="Google Shape;6003;p172"/>
            <p:cNvGrpSpPr/>
            <p:nvPr/>
          </p:nvGrpSpPr>
          <p:grpSpPr>
            <a:xfrm>
              <a:off x="487981" y="7376208"/>
              <a:ext cx="952525" cy="449700"/>
              <a:chOff x="755165" y="1951713"/>
              <a:chExt cx="1322400" cy="449700"/>
            </a:xfrm>
          </p:grpSpPr>
          <p:sp>
            <p:nvSpPr>
              <p:cNvPr id="6004" name="Google Shape;6004;p172"/>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05" name="Google Shape;6005;p172"/>
              <p:cNvSpPr txBox="1"/>
              <p:nvPr/>
            </p:nvSpPr>
            <p:spPr>
              <a:xfrm>
                <a:off x="761315" y="2114163"/>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sp>
          <p:nvSpPr>
            <p:cNvPr id="6006" name="Google Shape;6006;p172"/>
            <p:cNvSpPr txBox="1"/>
            <p:nvPr/>
          </p:nvSpPr>
          <p:spPr>
            <a:xfrm>
              <a:off x="3010101" y="357261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Training</a:t>
              </a:r>
              <a:endParaRPr i="0" sz="800" u="none" cap="none" strike="noStrike">
                <a:latin typeface="Salesforce Sans"/>
                <a:ea typeface="Salesforce Sans"/>
                <a:cs typeface="Salesforce Sans"/>
                <a:sym typeface="Salesforce Sans"/>
              </a:endParaRPr>
            </a:p>
          </p:txBody>
        </p:sp>
        <p:sp>
          <p:nvSpPr>
            <p:cNvPr id="6007" name="Google Shape;6007;p172"/>
            <p:cNvSpPr txBox="1"/>
            <p:nvPr/>
          </p:nvSpPr>
          <p:spPr>
            <a:xfrm>
              <a:off x="3010101" y="37212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6008" name="Google Shape;6008;p172"/>
            <p:cNvSpPr txBox="1"/>
            <p:nvPr/>
          </p:nvSpPr>
          <p:spPr>
            <a:xfrm>
              <a:off x="3010101" y="386983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Competitive Analysis</a:t>
              </a:r>
              <a:endParaRPr i="0" sz="800" u="none" cap="none" strike="noStrike">
                <a:latin typeface="Salesforce Sans"/>
                <a:ea typeface="Salesforce Sans"/>
                <a:cs typeface="Salesforce Sans"/>
                <a:sym typeface="Salesforce Sans"/>
              </a:endParaRPr>
            </a:p>
          </p:txBody>
        </p:sp>
        <p:sp>
          <p:nvSpPr>
            <p:cNvPr id="6009" name="Google Shape;6009;p172"/>
            <p:cNvSpPr txBox="1"/>
            <p:nvPr/>
          </p:nvSpPr>
          <p:spPr>
            <a:xfrm>
              <a:off x="3010101" y="402103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 of Customer</a:t>
              </a:r>
              <a:endParaRPr i="0" sz="800" u="none" cap="none" strike="noStrike">
                <a:latin typeface="Salesforce Sans"/>
                <a:ea typeface="Salesforce Sans"/>
                <a:cs typeface="Salesforce Sans"/>
                <a:sym typeface="Salesforce Sans"/>
              </a:endParaRPr>
            </a:p>
          </p:txBody>
        </p:sp>
        <p:sp>
          <p:nvSpPr>
            <p:cNvPr id="6010" name="Google Shape;6010;p172"/>
            <p:cNvSpPr txBox="1"/>
            <p:nvPr/>
          </p:nvSpPr>
          <p:spPr>
            <a:xfrm>
              <a:off x="3010101" y="41608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HCP Content Personalization</a:t>
              </a:r>
              <a:endParaRPr i="0" sz="800" u="none" cap="none" strike="noStrike">
                <a:latin typeface="Salesforce Sans"/>
                <a:ea typeface="Salesforce Sans"/>
                <a:cs typeface="Salesforce Sans"/>
                <a:sym typeface="Salesforce Sans"/>
              </a:endParaRPr>
            </a:p>
          </p:txBody>
        </p:sp>
        <p:sp>
          <p:nvSpPr>
            <p:cNvPr id="6011" name="Google Shape;6011;p172"/>
            <p:cNvSpPr/>
            <p:nvPr/>
          </p:nvSpPr>
          <p:spPr>
            <a:xfrm>
              <a:off x="2874053" y="37398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2" name="Google Shape;6012;p172"/>
            <p:cNvSpPr/>
            <p:nvPr/>
          </p:nvSpPr>
          <p:spPr>
            <a:xfrm>
              <a:off x="2874053" y="38884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13" name="Google Shape;6013;p172"/>
            <p:cNvSpPr/>
            <p:nvPr/>
          </p:nvSpPr>
          <p:spPr>
            <a:xfrm>
              <a:off x="2874053" y="4039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4" name="Google Shape;6014;p172"/>
            <p:cNvSpPr/>
            <p:nvPr/>
          </p:nvSpPr>
          <p:spPr>
            <a:xfrm>
              <a:off x="2874053" y="41794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5" name="Google Shape;6015;p172"/>
            <p:cNvSpPr/>
            <p:nvPr/>
          </p:nvSpPr>
          <p:spPr>
            <a:xfrm>
              <a:off x="2874053" y="35912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16" name="Google Shape;6016;p172"/>
            <p:cNvSpPr txBox="1"/>
            <p:nvPr/>
          </p:nvSpPr>
          <p:spPr>
            <a:xfrm>
              <a:off x="3010101" y="43113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017" name="Google Shape;6017;p172"/>
            <p:cNvSpPr txBox="1"/>
            <p:nvPr/>
          </p:nvSpPr>
          <p:spPr>
            <a:xfrm>
              <a:off x="3010099" y="446258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Skills &amp; Knowledge Gap Assessment</a:t>
              </a:r>
              <a:endParaRPr i="0" sz="800" u="none" cap="none" strike="noStrike">
                <a:latin typeface="Salesforce Sans"/>
                <a:ea typeface="Salesforce Sans"/>
                <a:cs typeface="Salesforce Sans"/>
                <a:sym typeface="Salesforce Sans"/>
              </a:endParaRPr>
            </a:p>
          </p:txBody>
        </p:sp>
        <p:sp>
          <p:nvSpPr>
            <p:cNvPr id="6018" name="Google Shape;6018;p172"/>
            <p:cNvSpPr txBox="1"/>
            <p:nvPr/>
          </p:nvSpPr>
          <p:spPr>
            <a:xfrm>
              <a:off x="3010099" y="460236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L&amp;D Content Recommendation</a:t>
              </a:r>
              <a:endParaRPr i="0" sz="800" u="none" cap="none" strike="noStrike">
                <a:latin typeface="Salesforce Sans"/>
                <a:ea typeface="Salesforce Sans"/>
                <a:cs typeface="Salesforce Sans"/>
                <a:sym typeface="Salesforce Sans"/>
              </a:endParaRPr>
            </a:p>
          </p:txBody>
        </p:sp>
        <p:sp>
          <p:nvSpPr>
            <p:cNvPr id="6019" name="Google Shape;6019;p172"/>
            <p:cNvSpPr/>
            <p:nvPr/>
          </p:nvSpPr>
          <p:spPr>
            <a:xfrm>
              <a:off x="2874053" y="432997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20" name="Google Shape;6020;p172"/>
            <p:cNvSpPr/>
            <p:nvPr/>
          </p:nvSpPr>
          <p:spPr>
            <a:xfrm>
              <a:off x="2874053" y="44811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1" name="Google Shape;6021;p172"/>
            <p:cNvSpPr/>
            <p:nvPr/>
          </p:nvSpPr>
          <p:spPr>
            <a:xfrm>
              <a:off x="2874053" y="462097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2" name="Google Shape;6022;p172"/>
            <p:cNvSpPr txBox="1"/>
            <p:nvPr/>
          </p:nvSpPr>
          <p:spPr>
            <a:xfrm>
              <a:off x="3010101" y="473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Training Collateral</a:t>
              </a:r>
              <a:endParaRPr i="0" sz="800" u="none" cap="none" strike="noStrike">
                <a:latin typeface="Salesforce Sans"/>
                <a:ea typeface="Salesforce Sans"/>
                <a:cs typeface="Salesforce Sans"/>
                <a:sym typeface="Salesforce Sans"/>
              </a:endParaRPr>
            </a:p>
          </p:txBody>
        </p:sp>
        <p:sp>
          <p:nvSpPr>
            <p:cNvPr id="6023" name="Google Shape;6023;p172"/>
            <p:cNvSpPr/>
            <p:nvPr/>
          </p:nvSpPr>
          <p:spPr>
            <a:xfrm>
              <a:off x="2874053" y="47576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24" name="Google Shape;6024;p172"/>
            <p:cNvSpPr txBox="1"/>
            <p:nvPr/>
          </p:nvSpPr>
          <p:spPr>
            <a:xfrm>
              <a:off x="3016756" y="48853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25" name="Google Shape;6025;p172"/>
            <p:cNvSpPr txBox="1"/>
            <p:nvPr/>
          </p:nvSpPr>
          <p:spPr>
            <a:xfrm>
              <a:off x="3010101" y="51090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Specialist Enablement</a:t>
              </a:r>
              <a:endParaRPr i="0" sz="800" u="none" cap="none" strike="noStrike">
                <a:latin typeface="Salesforce Sans"/>
                <a:ea typeface="Salesforce Sans"/>
                <a:cs typeface="Salesforce Sans"/>
                <a:sym typeface="Salesforce Sans"/>
              </a:endParaRPr>
            </a:p>
          </p:txBody>
        </p:sp>
        <p:sp>
          <p:nvSpPr>
            <p:cNvPr id="6026" name="Google Shape;6026;p172"/>
            <p:cNvSpPr txBox="1"/>
            <p:nvPr/>
          </p:nvSpPr>
          <p:spPr>
            <a:xfrm>
              <a:off x="3010100" y="5257700"/>
              <a:ext cx="1785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24/7 Clinical &amp; Technical Support</a:t>
              </a:r>
              <a:endParaRPr i="0" sz="800" u="none" cap="none" strike="noStrike">
                <a:latin typeface="Salesforce Sans"/>
                <a:ea typeface="Salesforce Sans"/>
                <a:cs typeface="Salesforce Sans"/>
                <a:sym typeface="Salesforce Sans"/>
              </a:endParaRPr>
            </a:p>
          </p:txBody>
        </p:sp>
        <p:sp>
          <p:nvSpPr>
            <p:cNvPr id="6027" name="Google Shape;6027;p172"/>
            <p:cNvSpPr txBox="1"/>
            <p:nvPr/>
          </p:nvSpPr>
          <p:spPr>
            <a:xfrm>
              <a:off x="3010100" y="5406325"/>
              <a:ext cx="1958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Proactive Services &amp; Consumable</a:t>
              </a:r>
              <a:endParaRPr i="0" sz="800" u="none" cap="none" strike="noStrike">
                <a:latin typeface="Salesforce Sans"/>
                <a:ea typeface="Salesforce Sans"/>
                <a:cs typeface="Salesforce Sans"/>
                <a:sym typeface="Salesforce Sans"/>
              </a:endParaRPr>
            </a:p>
          </p:txBody>
        </p:sp>
        <p:sp>
          <p:nvSpPr>
            <p:cNvPr id="6028" name="Google Shape;6028;p172"/>
            <p:cNvSpPr txBox="1"/>
            <p:nvPr/>
          </p:nvSpPr>
          <p:spPr>
            <a:xfrm>
              <a:off x="3010100" y="5557525"/>
              <a:ext cx="193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Adverse Event &amp; Compliant Intake</a:t>
              </a:r>
              <a:endParaRPr i="0" sz="800" u="none" cap="none" strike="noStrike">
                <a:latin typeface="Salesforce Sans"/>
                <a:ea typeface="Salesforce Sans"/>
                <a:cs typeface="Salesforce Sans"/>
                <a:sym typeface="Salesforce Sans"/>
              </a:endParaRPr>
            </a:p>
          </p:txBody>
        </p:sp>
        <p:sp>
          <p:nvSpPr>
            <p:cNvPr id="6029" name="Google Shape;6029;p172"/>
            <p:cNvSpPr txBox="1"/>
            <p:nvPr/>
          </p:nvSpPr>
          <p:spPr>
            <a:xfrm>
              <a:off x="3010101" y="56973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Management</a:t>
              </a:r>
              <a:endParaRPr i="0" sz="800" u="none" cap="none" strike="noStrike">
                <a:latin typeface="Salesforce Sans"/>
                <a:ea typeface="Salesforce Sans"/>
                <a:cs typeface="Salesforce Sans"/>
                <a:sym typeface="Salesforce Sans"/>
              </a:endParaRPr>
            </a:p>
          </p:txBody>
        </p:sp>
        <p:sp>
          <p:nvSpPr>
            <p:cNvPr id="6030" name="Google Shape;6030;p172"/>
            <p:cNvSpPr/>
            <p:nvPr/>
          </p:nvSpPr>
          <p:spPr>
            <a:xfrm>
              <a:off x="2874053" y="52763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1" name="Google Shape;6031;p172"/>
            <p:cNvSpPr/>
            <p:nvPr/>
          </p:nvSpPr>
          <p:spPr>
            <a:xfrm>
              <a:off x="2874053" y="54249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2" name="Google Shape;6032;p172"/>
            <p:cNvSpPr/>
            <p:nvPr/>
          </p:nvSpPr>
          <p:spPr>
            <a:xfrm>
              <a:off x="2874053" y="55761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3" name="Google Shape;6033;p172"/>
            <p:cNvSpPr/>
            <p:nvPr/>
          </p:nvSpPr>
          <p:spPr>
            <a:xfrm>
              <a:off x="2874053" y="57159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4" name="Google Shape;6034;p172"/>
            <p:cNvSpPr/>
            <p:nvPr/>
          </p:nvSpPr>
          <p:spPr>
            <a:xfrm>
              <a:off x="2874053" y="51276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35" name="Google Shape;6035;p172"/>
            <p:cNvSpPr txBox="1"/>
            <p:nvPr/>
          </p:nvSpPr>
          <p:spPr>
            <a:xfrm>
              <a:off x="3010101" y="58478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036" name="Google Shape;6036;p172"/>
            <p:cNvSpPr/>
            <p:nvPr/>
          </p:nvSpPr>
          <p:spPr>
            <a:xfrm>
              <a:off x="2874053" y="5866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37" name="Google Shape;6037;p172"/>
            <p:cNvSpPr txBox="1"/>
            <p:nvPr/>
          </p:nvSpPr>
          <p:spPr>
            <a:xfrm>
              <a:off x="3010099" y="622162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Key Opinion Leader</a:t>
              </a:r>
              <a:endParaRPr i="0" sz="800" u="none" cap="none" strike="noStrike">
                <a:latin typeface="Salesforce Sans"/>
                <a:ea typeface="Salesforce Sans"/>
                <a:cs typeface="Salesforce Sans"/>
                <a:sym typeface="Salesforce Sans"/>
              </a:endParaRPr>
            </a:p>
          </p:txBody>
        </p:sp>
        <p:sp>
          <p:nvSpPr>
            <p:cNvPr id="6038" name="Google Shape;6038;p172"/>
            <p:cNvSpPr txBox="1"/>
            <p:nvPr/>
          </p:nvSpPr>
          <p:spPr>
            <a:xfrm>
              <a:off x="3010099" y="637023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Evidence &amp; Scientific Engagement</a:t>
              </a:r>
              <a:endParaRPr i="0" sz="800" u="none" cap="none" strike="noStrike">
                <a:latin typeface="Salesforce Sans"/>
                <a:ea typeface="Salesforce Sans"/>
                <a:cs typeface="Salesforce Sans"/>
                <a:sym typeface="Salesforce Sans"/>
              </a:endParaRPr>
            </a:p>
          </p:txBody>
        </p:sp>
        <p:sp>
          <p:nvSpPr>
            <p:cNvPr id="6039" name="Google Shape;6039;p172"/>
            <p:cNvSpPr txBox="1"/>
            <p:nvPr/>
          </p:nvSpPr>
          <p:spPr>
            <a:xfrm>
              <a:off x="3010099" y="651884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KOL Engagement &amp; Scientific Strategy</a:t>
              </a:r>
              <a:endParaRPr i="0" sz="800" u="none" cap="none" strike="noStrike">
                <a:latin typeface="Salesforce Sans"/>
                <a:ea typeface="Salesforce Sans"/>
                <a:cs typeface="Salesforce Sans"/>
                <a:sym typeface="Salesforce Sans"/>
              </a:endParaRPr>
            </a:p>
          </p:txBody>
        </p:sp>
        <p:sp>
          <p:nvSpPr>
            <p:cNvPr id="6040" name="Google Shape;6040;p172"/>
            <p:cNvSpPr txBox="1"/>
            <p:nvPr/>
          </p:nvSpPr>
          <p:spPr>
            <a:xfrm>
              <a:off x="3010099" y="66700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RWE Intelligence</a:t>
              </a:r>
              <a:endParaRPr i="0" sz="800" u="none" cap="none" strike="noStrike">
                <a:latin typeface="Salesforce Sans"/>
                <a:ea typeface="Salesforce Sans"/>
                <a:cs typeface="Salesforce Sans"/>
                <a:sym typeface="Salesforce Sans"/>
              </a:endParaRPr>
            </a:p>
          </p:txBody>
        </p:sp>
        <p:sp>
          <p:nvSpPr>
            <p:cNvPr id="6041" name="Google Shape;6041;p172"/>
            <p:cNvSpPr txBox="1"/>
            <p:nvPr/>
          </p:nvSpPr>
          <p:spPr>
            <a:xfrm>
              <a:off x="3010099" y="6809833"/>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Education &amp; HCP Enablement</a:t>
              </a:r>
              <a:endParaRPr i="0" sz="800" u="none" cap="none" strike="noStrike">
                <a:latin typeface="Salesforce Sans"/>
                <a:ea typeface="Salesforce Sans"/>
                <a:cs typeface="Salesforce Sans"/>
                <a:sym typeface="Salesforce Sans"/>
              </a:endParaRPr>
            </a:p>
          </p:txBody>
        </p:sp>
        <p:sp>
          <p:nvSpPr>
            <p:cNvPr id="6042" name="Google Shape;6042;p172"/>
            <p:cNvSpPr/>
            <p:nvPr/>
          </p:nvSpPr>
          <p:spPr>
            <a:xfrm>
              <a:off x="2874053" y="63888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3" name="Google Shape;6043;p172"/>
            <p:cNvSpPr/>
            <p:nvPr/>
          </p:nvSpPr>
          <p:spPr>
            <a:xfrm>
              <a:off x="2874053" y="65374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4" name="Google Shape;6044;p172"/>
            <p:cNvSpPr/>
            <p:nvPr/>
          </p:nvSpPr>
          <p:spPr>
            <a:xfrm>
              <a:off x="2874053" y="6688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5" name="Google Shape;6045;p172"/>
            <p:cNvSpPr/>
            <p:nvPr/>
          </p:nvSpPr>
          <p:spPr>
            <a:xfrm>
              <a:off x="2874053" y="6828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6" name="Google Shape;6046;p172"/>
            <p:cNvSpPr/>
            <p:nvPr/>
          </p:nvSpPr>
          <p:spPr>
            <a:xfrm>
              <a:off x="2874053" y="6240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47" name="Google Shape;6047;p172"/>
            <p:cNvSpPr txBox="1"/>
            <p:nvPr/>
          </p:nvSpPr>
          <p:spPr>
            <a:xfrm>
              <a:off x="3010099" y="696037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Medical Insight Collection &amp; Strategic Feedback </a:t>
              </a:r>
              <a:endParaRPr sz="800">
                <a:latin typeface="Salesforce Sans"/>
                <a:ea typeface="Salesforce Sans"/>
                <a:cs typeface="Salesforce Sans"/>
                <a:sym typeface="Salesforce Sans"/>
              </a:endParaRPr>
            </a:p>
          </p:txBody>
        </p:sp>
        <p:sp>
          <p:nvSpPr>
            <p:cNvPr id="6048" name="Google Shape;6048;p172"/>
            <p:cNvSpPr/>
            <p:nvPr/>
          </p:nvSpPr>
          <p:spPr>
            <a:xfrm>
              <a:off x="2874053" y="6978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49" name="Google Shape;6049;p172"/>
            <p:cNvSpPr txBox="1"/>
            <p:nvPr/>
          </p:nvSpPr>
          <p:spPr>
            <a:xfrm>
              <a:off x="3016756" y="5994125"/>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0" name="Google Shape;6050;p172"/>
            <p:cNvSpPr txBox="1"/>
            <p:nvPr/>
          </p:nvSpPr>
          <p:spPr>
            <a:xfrm>
              <a:off x="3016756" y="7129550"/>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51" name="Google Shape;6051;p172"/>
            <p:cNvSpPr txBox="1"/>
            <p:nvPr/>
          </p:nvSpPr>
          <p:spPr>
            <a:xfrm>
              <a:off x="3010099" y="795313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Supply Chain Orchestration</a:t>
              </a:r>
              <a:endParaRPr i="0" sz="800" u="none" cap="none" strike="noStrike">
                <a:latin typeface="Salesforce Sans"/>
                <a:ea typeface="Salesforce Sans"/>
                <a:cs typeface="Salesforce Sans"/>
                <a:sym typeface="Salesforce Sans"/>
              </a:endParaRPr>
            </a:p>
          </p:txBody>
        </p:sp>
        <p:sp>
          <p:nvSpPr>
            <p:cNvPr id="6052" name="Google Shape;6052;p172"/>
            <p:cNvSpPr txBox="1"/>
            <p:nvPr/>
          </p:nvSpPr>
          <p:spPr>
            <a:xfrm>
              <a:off x="3010099" y="810174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Focus Group &amp; Survey Synthesis</a:t>
              </a:r>
              <a:endParaRPr i="0" sz="800" u="none" cap="none" strike="noStrike">
                <a:latin typeface="Salesforce Sans"/>
                <a:ea typeface="Salesforce Sans"/>
                <a:cs typeface="Salesforce Sans"/>
                <a:sym typeface="Salesforce Sans"/>
              </a:endParaRPr>
            </a:p>
          </p:txBody>
        </p:sp>
        <p:sp>
          <p:nvSpPr>
            <p:cNvPr id="6053" name="Google Shape;6053;p172"/>
            <p:cNvSpPr txBox="1"/>
            <p:nvPr/>
          </p:nvSpPr>
          <p:spPr>
            <a:xfrm>
              <a:off x="3010099" y="82503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Status Live Tracking</a:t>
              </a:r>
              <a:endParaRPr i="0" sz="800" u="none" cap="none" strike="noStrike">
                <a:latin typeface="Salesforce Sans"/>
                <a:ea typeface="Salesforce Sans"/>
                <a:cs typeface="Salesforce Sans"/>
                <a:sym typeface="Salesforce Sans"/>
              </a:endParaRPr>
            </a:p>
          </p:txBody>
        </p:sp>
        <p:sp>
          <p:nvSpPr>
            <p:cNvPr id="6054" name="Google Shape;6054;p172"/>
            <p:cNvSpPr txBox="1"/>
            <p:nvPr/>
          </p:nvSpPr>
          <p:spPr>
            <a:xfrm>
              <a:off x="3010099" y="84015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Out of Stock Alert &amp; Prediction</a:t>
              </a:r>
              <a:endParaRPr i="0" sz="800" u="none" cap="none" strike="noStrike">
                <a:latin typeface="Salesforce Sans"/>
                <a:ea typeface="Salesforce Sans"/>
                <a:cs typeface="Salesforce Sans"/>
                <a:sym typeface="Salesforce Sans"/>
              </a:endParaRPr>
            </a:p>
          </p:txBody>
        </p:sp>
        <p:sp>
          <p:nvSpPr>
            <p:cNvPr id="6055" name="Google Shape;6055;p172"/>
            <p:cNvSpPr txBox="1"/>
            <p:nvPr/>
          </p:nvSpPr>
          <p:spPr>
            <a:xfrm>
              <a:off x="3010099" y="8541346"/>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Fulfilment &amp; Routing Exception</a:t>
              </a:r>
              <a:endParaRPr i="0" sz="800" u="none" cap="none" strike="noStrike">
                <a:latin typeface="Salesforce Sans"/>
                <a:ea typeface="Salesforce Sans"/>
                <a:cs typeface="Salesforce Sans"/>
                <a:sym typeface="Salesforce Sans"/>
              </a:endParaRPr>
            </a:p>
          </p:txBody>
        </p:sp>
        <p:sp>
          <p:nvSpPr>
            <p:cNvPr id="6056" name="Google Shape;6056;p172"/>
            <p:cNvSpPr/>
            <p:nvPr/>
          </p:nvSpPr>
          <p:spPr>
            <a:xfrm>
              <a:off x="2874053" y="8120345"/>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7" name="Google Shape;6057;p172"/>
            <p:cNvSpPr/>
            <p:nvPr/>
          </p:nvSpPr>
          <p:spPr>
            <a:xfrm>
              <a:off x="2874053" y="82689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58" name="Google Shape;6058;p172"/>
            <p:cNvSpPr/>
            <p:nvPr/>
          </p:nvSpPr>
          <p:spPr>
            <a:xfrm>
              <a:off x="2874053" y="8420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59" name="Google Shape;6059;p172"/>
            <p:cNvSpPr/>
            <p:nvPr/>
          </p:nvSpPr>
          <p:spPr>
            <a:xfrm>
              <a:off x="2874053" y="85599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0" name="Google Shape;6060;p172"/>
            <p:cNvSpPr/>
            <p:nvPr/>
          </p:nvSpPr>
          <p:spPr>
            <a:xfrm>
              <a:off x="2874053" y="797173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1" name="Google Shape;6061;p172"/>
            <p:cNvSpPr txBox="1"/>
            <p:nvPr/>
          </p:nvSpPr>
          <p:spPr>
            <a:xfrm>
              <a:off x="3010099" y="869189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Tracking &amp; Communication</a:t>
              </a:r>
              <a:endParaRPr sz="800">
                <a:latin typeface="Salesforce Sans"/>
                <a:ea typeface="Salesforce Sans"/>
                <a:cs typeface="Salesforce Sans"/>
                <a:sym typeface="Salesforce Sans"/>
              </a:endParaRPr>
            </a:p>
          </p:txBody>
        </p:sp>
        <p:sp>
          <p:nvSpPr>
            <p:cNvPr id="6062" name="Google Shape;6062;p172"/>
            <p:cNvSpPr/>
            <p:nvPr/>
          </p:nvSpPr>
          <p:spPr>
            <a:xfrm>
              <a:off x="2874053" y="87105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63" name="Google Shape;6063;p172"/>
            <p:cNvSpPr txBox="1"/>
            <p:nvPr/>
          </p:nvSpPr>
          <p:spPr>
            <a:xfrm>
              <a:off x="3016756" y="88610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064" name="Google Shape;6064;p172"/>
            <p:cNvSpPr txBox="1"/>
            <p:nvPr/>
          </p:nvSpPr>
          <p:spPr>
            <a:xfrm>
              <a:off x="3010099" y="73528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065" name="Google Shape;6065;p172"/>
            <p:cNvSpPr txBox="1"/>
            <p:nvPr/>
          </p:nvSpPr>
          <p:spPr>
            <a:xfrm>
              <a:off x="3010099" y="75014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Field Inventory Visibility &amp; Optimization</a:t>
              </a:r>
              <a:endParaRPr i="0" sz="800" u="none" cap="none" strike="noStrike">
                <a:latin typeface="Salesforce Sans"/>
                <a:ea typeface="Salesforce Sans"/>
                <a:cs typeface="Salesforce Sans"/>
                <a:sym typeface="Salesforce Sans"/>
              </a:endParaRPr>
            </a:p>
          </p:txBody>
        </p:sp>
        <p:sp>
          <p:nvSpPr>
            <p:cNvPr id="6066" name="Google Shape;6066;p172"/>
            <p:cNvSpPr txBox="1"/>
            <p:nvPr/>
          </p:nvSpPr>
          <p:spPr>
            <a:xfrm>
              <a:off x="3010099" y="76500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i="0" sz="800" u="none" cap="none" strike="noStrike">
                <a:latin typeface="Salesforce Sans"/>
                <a:ea typeface="Salesforce Sans"/>
                <a:cs typeface="Salesforce Sans"/>
                <a:sym typeface="Salesforce Sans"/>
              </a:endParaRPr>
            </a:p>
          </p:txBody>
        </p:sp>
        <p:sp>
          <p:nvSpPr>
            <p:cNvPr id="6067" name="Google Shape;6067;p172"/>
            <p:cNvSpPr txBox="1"/>
            <p:nvPr/>
          </p:nvSpPr>
          <p:spPr>
            <a:xfrm>
              <a:off x="3010099" y="78012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i="0" sz="800" u="none" cap="none" strike="noStrike">
                <a:latin typeface="Salesforce Sans"/>
                <a:ea typeface="Salesforce Sans"/>
                <a:cs typeface="Salesforce Sans"/>
                <a:sym typeface="Salesforce Sans"/>
              </a:endParaRPr>
            </a:p>
          </p:txBody>
        </p:sp>
        <p:sp>
          <p:nvSpPr>
            <p:cNvPr id="6068" name="Google Shape;6068;p172"/>
            <p:cNvSpPr/>
            <p:nvPr/>
          </p:nvSpPr>
          <p:spPr>
            <a:xfrm>
              <a:off x="2874053" y="75200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69" name="Google Shape;6069;p172"/>
            <p:cNvSpPr/>
            <p:nvPr/>
          </p:nvSpPr>
          <p:spPr>
            <a:xfrm>
              <a:off x="2874053" y="766866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70" name="Google Shape;6070;p172"/>
            <p:cNvSpPr/>
            <p:nvPr/>
          </p:nvSpPr>
          <p:spPr>
            <a:xfrm>
              <a:off x="2874053" y="78198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71" name="Google Shape;6071;p172"/>
            <p:cNvSpPr/>
            <p:nvPr/>
          </p:nvSpPr>
          <p:spPr>
            <a:xfrm>
              <a:off x="2874053" y="73714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6072" name="Google Shape;6072;p172"/>
          <p:cNvGrpSpPr/>
          <p:nvPr/>
        </p:nvGrpSpPr>
        <p:grpSpPr>
          <a:xfrm>
            <a:off x="7088611" y="1752600"/>
            <a:ext cx="5094171" cy="6865800"/>
            <a:chOff x="5821379" y="1524000"/>
            <a:chExt cx="5094171" cy="6865800"/>
          </a:xfrm>
        </p:grpSpPr>
        <p:sp>
          <p:nvSpPr>
            <p:cNvPr id="6073" name="Google Shape;6073;p172"/>
            <p:cNvSpPr txBox="1"/>
            <p:nvPr/>
          </p:nvSpPr>
          <p:spPr>
            <a:xfrm>
              <a:off x="83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074" name="Google Shape;6074;p172"/>
            <p:cNvSpPr txBox="1"/>
            <p:nvPr/>
          </p:nvSpPr>
          <p:spPr>
            <a:xfrm>
              <a:off x="83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075" name="Google Shape;6075;p172"/>
            <p:cNvSpPr txBox="1"/>
            <p:nvPr/>
          </p:nvSpPr>
          <p:spPr>
            <a:xfrm>
              <a:off x="83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Analytics</a:t>
              </a:r>
              <a:endParaRPr i="0" sz="800" u="none" cap="none" strike="noStrike">
                <a:latin typeface="Salesforce Sans"/>
                <a:ea typeface="Salesforce Sans"/>
                <a:cs typeface="Salesforce Sans"/>
                <a:sym typeface="Salesforce Sans"/>
              </a:endParaRPr>
            </a:p>
          </p:txBody>
        </p:sp>
        <p:sp>
          <p:nvSpPr>
            <p:cNvPr id="6076" name="Google Shape;6076;p172"/>
            <p:cNvSpPr txBox="1"/>
            <p:nvPr/>
          </p:nvSpPr>
          <p:spPr>
            <a:xfrm>
              <a:off x="83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 Summarization</a:t>
              </a:r>
              <a:endParaRPr i="0" sz="800" u="none" cap="none" strike="noStrike">
                <a:latin typeface="Salesforce Sans"/>
                <a:ea typeface="Salesforce Sans"/>
                <a:cs typeface="Salesforce Sans"/>
                <a:sym typeface="Salesforce Sans"/>
              </a:endParaRPr>
            </a:p>
          </p:txBody>
        </p:sp>
        <p:sp>
          <p:nvSpPr>
            <p:cNvPr id="6077" name="Google Shape;6077;p172"/>
            <p:cNvSpPr txBox="1"/>
            <p:nvPr/>
          </p:nvSpPr>
          <p:spPr>
            <a:xfrm>
              <a:off x="83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Voice-based Visit Reporting</a:t>
              </a:r>
              <a:endParaRPr i="0" sz="800" u="none" cap="none" strike="noStrike">
                <a:latin typeface="Salesforce Sans"/>
                <a:ea typeface="Salesforce Sans"/>
                <a:cs typeface="Salesforce Sans"/>
                <a:sym typeface="Salesforce Sans"/>
              </a:endParaRPr>
            </a:p>
          </p:txBody>
        </p:sp>
        <p:sp>
          <p:nvSpPr>
            <p:cNvPr id="6078" name="Google Shape;6078;p172"/>
            <p:cNvSpPr txBox="1"/>
            <p:nvPr/>
          </p:nvSpPr>
          <p:spPr>
            <a:xfrm>
              <a:off x="83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Lead Identification</a:t>
              </a:r>
              <a:endParaRPr sz="800">
                <a:latin typeface="Salesforce Sans"/>
                <a:ea typeface="Salesforce Sans"/>
                <a:cs typeface="Salesforce Sans"/>
                <a:sym typeface="Salesforce Sans"/>
              </a:endParaRPr>
            </a:p>
          </p:txBody>
        </p:sp>
        <p:sp>
          <p:nvSpPr>
            <p:cNvPr id="6079" name="Google Shape;6079;p172"/>
            <p:cNvSpPr/>
            <p:nvPr/>
          </p:nvSpPr>
          <p:spPr>
            <a:xfrm>
              <a:off x="8227103" y="17868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0" name="Google Shape;6080;p172"/>
            <p:cNvSpPr txBox="1"/>
            <p:nvPr/>
          </p:nvSpPr>
          <p:spPr>
            <a:xfrm>
              <a:off x="8363150" y="1923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sz="800">
                <a:latin typeface="Salesforce Sans"/>
                <a:ea typeface="Salesforce Sans"/>
                <a:cs typeface="Salesforce Sans"/>
                <a:sym typeface="Salesforce Sans"/>
              </a:endParaRPr>
            </a:p>
          </p:txBody>
        </p:sp>
        <p:sp>
          <p:nvSpPr>
            <p:cNvPr id="6081" name="Google Shape;6081;p172"/>
            <p:cNvSpPr/>
            <p:nvPr/>
          </p:nvSpPr>
          <p:spPr>
            <a:xfrm>
              <a:off x="8227103" y="19418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2" name="Google Shape;6082;p172"/>
            <p:cNvSpPr txBox="1"/>
            <p:nvPr/>
          </p:nvSpPr>
          <p:spPr>
            <a:xfrm>
              <a:off x="83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Forecast to Opportunity</a:t>
              </a:r>
              <a:endParaRPr sz="800">
                <a:latin typeface="Salesforce Sans"/>
                <a:ea typeface="Salesforce Sans"/>
                <a:cs typeface="Salesforce Sans"/>
                <a:sym typeface="Salesforce Sans"/>
              </a:endParaRPr>
            </a:p>
          </p:txBody>
        </p:sp>
        <p:sp>
          <p:nvSpPr>
            <p:cNvPr id="6083" name="Google Shape;6083;p172"/>
            <p:cNvSpPr/>
            <p:nvPr/>
          </p:nvSpPr>
          <p:spPr>
            <a:xfrm>
              <a:off x="8227103" y="209685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4" name="Google Shape;6084;p172"/>
            <p:cNvSpPr txBox="1"/>
            <p:nvPr/>
          </p:nvSpPr>
          <p:spPr>
            <a:xfrm>
              <a:off x="83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sz="800">
                <a:latin typeface="Salesforce Sans"/>
                <a:ea typeface="Salesforce Sans"/>
                <a:cs typeface="Salesforce Sans"/>
                <a:sym typeface="Salesforce Sans"/>
              </a:endParaRPr>
            </a:p>
          </p:txBody>
        </p:sp>
        <p:sp>
          <p:nvSpPr>
            <p:cNvPr id="6085" name="Google Shape;6085;p172"/>
            <p:cNvSpPr/>
            <p:nvPr/>
          </p:nvSpPr>
          <p:spPr>
            <a:xfrm>
              <a:off x="8227103" y="22576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6" name="Google Shape;6086;p172"/>
            <p:cNvSpPr/>
            <p:nvPr/>
          </p:nvSpPr>
          <p:spPr>
            <a:xfrm>
              <a:off x="8227103" y="2567108"/>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7" name="Google Shape;6087;p172"/>
            <p:cNvSpPr/>
            <p:nvPr/>
          </p:nvSpPr>
          <p:spPr>
            <a:xfrm>
              <a:off x="8227103" y="271571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088" name="Google Shape;6088;p172"/>
            <p:cNvSpPr/>
            <p:nvPr/>
          </p:nvSpPr>
          <p:spPr>
            <a:xfrm>
              <a:off x="8227103" y="28669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89" name="Google Shape;6089;p172"/>
            <p:cNvSpPr/>
            <p:nvPr/>
          </p:nvSpPr>
          <p:spPr>
            <a:xfrm>
              <a:off x="8227103" y="30067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0" name="Google Shape;6090;p172"/>
            <p:cNvSpPr/>
            <p:nvPr/>
          </p:nvSpPr>
          <p:spPr>
            <a:xfrm>
              <a:off x="8227103" y="24184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091" name="Google Shape;6091;p172"/>
            <p:cNvSpPr txBox="1"/>
            <p:nvPr/>
          </p:nvSpPr>
          <p:spPr>
            <a:xfrm>
              <a:off x="5821379"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092" name="Google Shape;6092;p172"/>
            <p:cNvSpPr txBox="1"/>
            <p:nvPr/>
          </p:nvSpPr>
          <p:spPr>
            <a:xfrm>
              <a:off x="7021147"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093" name="Google Shape;6093;p172"/>
            <p:cNvGrpSpPr/>
            <p:nvPr/>
          </p:nvGrpSpPr>
          <p:grpSpPr>
            <a:xfrm>
              <a:off x="5840990" y="1793656"/>
              <a:ext cx="952541" cy="449700"/>
              <a:chOff x="5812280" y="1793656"/>
              <a:chExt cx="952541" cy="449700"/>
            </a:xfrm>
          </p:grpSpPr>
          <p:sp>
            <p:nvSpPr>
              <p:cNvPr id="6094" name="Google Shape;6094;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095" name="Google Shape;6095;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Commercial Marketing</a:t>
                </a:r>
                <a:endParaRPr sz="900">
                  <a:solidFill>
                    <a:srgbClr val="FFFFFF"/>
                  </a:solidFill>
                  <a:latin typeface="Avant Garde Demi SFDC"/>
                  <a:ea typeface="Avant Garde Demi SFDC"/>
                  <a:cs typeface="Avant Garde Demi SFDC"/>
                  <a:sym typeface="Avant Garde Demi SFDC"/>
                </a:endParaRPr>
              </a:p>
            </p:txBody>
          </p:sp>
        </p:grpSp>
        <p:sp>
          <p:nvSpPr>
            <p:cNvPr id="6096" name="Google Shape;6096;p172"/>
            <p:cNvSpPr txBox="1"/>
            <p:nvPr/>
          </p:nvSpPr>
          <p:spPr>
            <a:xfrm>
              <a:off x="83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097" name="Google Shape;6097;p172"/>
            <p:cNvSpPr txBox="1"/>
            <p:nvPr/>
          </p:nvSpPr>
          <p:spPr>
            <a:xfrm>
              <a:off x="7021140" y="1771825"/>
              <a:ext cx="1022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Sales &amp; Marketing </a:t>
              </a:r>
              <a:endParaRPr b="1" sz="900">
                <a:solidFill>
                  <a:srgbClr val="066AFE"/>
                </a:solidFill>
                <a:latin typeface="Salesforce Sans"/>
                <a:ea typeface="Salesforce Sans"/>
                <a:cs typeface="Salesforce Sans"/>
                <a:sym typeface="Salesforce Sans"/>
              </a:endParaRPr>
            </a:p>
          </p:txBody>
        </p:sp>
        <p:sp>
          <p:nvSpPr>
            <p:cNvPr id="6098" name="Google Shape;6098;p172"/>
            <p:cNvSpPr txBox="1"/>
            <p:nvPr/>
          </p:nvSpPr>
          <p:spPr>
            <a:xfrm>
              <a:off x="83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Briefings: Podcasts</a:t>
              </a:r>
              <a:endParaRPr i="0" sz="800" u="none" cap="none" strike="noStrike">
                <a:latin typeface="Salesforce Sans"/>
                <a:ea typeface="Salesforce Sans"/>
                <a:cs typeface="Salesforce Sans"/>
                <a:sym typeface="Salesforce Sans"/>
              </a:endParaRPr>
            </a:p>
          </p:txBody>
        </p:sp>
        <p:sp>
          <p:nvSpPr>
            <p:cNvPr id="6099" name="Google Shape;6099;p172"/>
            <p:cNvSpPr/>
            <p:nvPr/>
          </p:nvSpPr>
          <p:spPr>
            <a:xfrm>
              <a:off x="8227103" y="315726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0" name="Google Shape;6100;p172"/>
            <p:cNvSpPr txBox="1"/>
            <p:nvPr/>
          </p:nvSpPr>
          <p:spPr>
            <a:xfrm>
              <a:off x="8363151" y="328686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Campaign Orchestration</a:t>
              </a:r>
              <a:endParaRPr i="0" sz="800" u="none" cap="none" strike="noStrike">
                <a:latin typeface="Salesforce Sans"/>
                <a:ea typeface="Salesforce Sans"/>
                <a:cs typeface="Salesforce Sans"/>
                <a:sym typeface="Salesforce Sans"/>
              </a:endParaRPr>
            </a:p>
          </p:txBody>
        </p:sp>
        <p:sp>
          <p:nvSpPr>
            <p:cNvPr id="6101" name="Google Shape;6101;p172"/>
            <p:cNvSpPr txBox="1"/>
            <p:nvPr/>
          </p:nvSpPr>
          <p:spPr>
            <a:xfrm>
              <a:off x="8363151" y="3435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to Sales Alignment</a:t>
              </a:r>
              <a:endParaRPr i="0" sz="800" u="none" cap="none" strike="noStrike">
                <a:latin typeface="Salesforce Sans"/>
                <a:ea typeface="Salesforce Sans"/>
                <a:cs typeface="Salesforce Sans"/>
                <a:sym typeface="Salesforce Sans"/>
              </a:endParaRPr>
            </a:p>
          </p:txBody>
        </p:sp>
        <p:sp>
          <p:nvSpPr>
            <p:cNvPr id="6102" name="Google Shape;6102;p172"/>
            <p:cNvSpPr txBox="1"/>
            <p:nvPr/>
          </p:nvSpPr>
          <p:spPr>
            <a:xfrm>
              <a:off x="8363151" y="35840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Spend Optimization</a:t>
              </a:r>
              <a:endParaRPr i="0" sz="800" u="none" cap="none" strike="noStrike">
                <a:latin typeface="Salesforce Sans"/>
                <a:ea typeface="Salesforce Sans"/>
                <a:cs typeface="Salesforce Sans"/>
                <a:sym typeface="Salesforce Sans"/>
              </a:endParaRPr>
            </a:p>
          </p:txBody>
        </p:sp>
        <p:sp>
          <p:nvSpPr>
            <p:cNvPr id="6103" name="Google Shape;6103;p172"/>
            <p:cNvSpPr txBox="1"/>
            <p:nvPr/>
          </p:nvSpPr>
          <p:spPr>
            <a:xfrm>
              <a:off x="8363151" y="37352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Product Launch Marketing</a:t>
              </a:r>
              <a:endParaRPr i="0" sz="800" u="none" cap="none" strike="noStrike">
                <a:latin typeface="Salesforce Sans"/>
                <a:ea typeface="Salesforce Sans"/>
                <a:cs typeface="Salesforce Sans"/>
                <a:sym typeface="Salesforce Sans"/>
              </a:endParaRPr>
            </a:p>
          </p:txBody>
        </p:sp>
        <p:sp>
          <p:nvSpPr>
            <p:cNvPr id="6104" name="Google Shape;6104;p172"/>
            <p:cNvSpPr txBox="1"/>
            <p:nvPr/>
          </p:nvSpPr>
          <p:spPr>
            <a:xfrm>
              <a:off x="8363149" y="38750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Performance Intelligence</a:t>
              </a:r>
              <a:endParaRPr i="0" sz="800" u="none" cap="none" strike="noStrike">
                <a:latin typeface="Salesforce Sans"/>
                <a:ea typeface="Salesforce Sans"/>
                <a:cs typeface="Salesforce Sans"/>
                <a:sym typeface="Salesforce Sans"/>
              </a:endParaRPr>
            </a:p>
          </p:txBody>
        </p:sp>
        <p:sp>
          <p:nvSpPr>
            <p:cNvPr id="6105" name="Google Shape;6105;p172"/>
            <p:cNvSpPr/>
            <p:nvPr/>
          </p:nvSpPr>
          <p:spPr>
            <a:xfrm>
              <a:off x="8227103" y="34540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6" name="Google Shape;6106;p172"/>
            <p:cNvSpPr/>
            <p:nvPr/>
          </p:nvSpPr>
          <p:spPr>
            <a:xfrm>
              <a:off x="8227103" y="36026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07" name="Google Shape;6107;p172"/>
            <p:cNvSpPr/>
            <p:nvPr/>
          </p:nvSpPr>
          <p:spPr>
            <a:xfrm>
              <a:off x="8227103" y="37538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8" name="Google Shape;6108;p172"/>
            <p:cNvSpPr/>
            <p:nvPr/>
          </p:nvSpPr>
          <p:spPr>
            <a:xfrm>
              <a:off x="8227103" y="38936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09" name="Google Shape;6109;p172"/>
            <p:cNvSpPr/>
            <p:nvPr/>
          </p:nvSpPr>
          <p:spPr>
            <a:xfrm>
              <a:off x="8227103" y="33054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0" name="Google Shape;6110;p172"/>
            <p:cNvSpPr txBox="1"/>
            <p:nvPr/>
          </p:nvSpPr>
          <p:spPr>
            <a:xfrm>
              <a:off x="8363151" y="40256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Marketing Insights</a:t>
              </a:r>
              <a:endParaRPr i="0" sz="800" u="none" cap="none" strike="noStrike">
                <a:latin typeface="Salesforce Sans"/>
                <a:ea typeface="Salesforce Sans"/>
                <a:cs typeface="Salesforce Sans"/>
                <a:sym typeface="Salesforce Sans"/>
              </a:endParaRPr>
            </a:p>
          </p:txBody>
        </p:sp>
        <p:sp>
          <p:nvSpPr>
            <p:cNvPr id="6111" name="Google Shape;6111;p172"/>
            <p:cNvSpPr txBox="1"/>
            <p:nvPr/>
          </p:nvSpPr>
          <p:spPr>
            <a:xfrm>
              <a:off x="8363149" y="4176838"/>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112" name="Google Shape;6112;p172"/>
            <p:cNvSpPr txBox="1"/>
            <p:nvPr/>
          </p:nvSpPr>
          <p:spPr>
            <a:xfrm>
              <a:off x="8363149" y="4316613"/>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Creative Strategy &amp; Briefing </a:t>
              </a:r>
              <a:endParaRPr i="0" sz="800" u="none" cap="none" strike="noStrike">
                <a:latin typeface="Salesforce Sans"/>
                <a:ea typeface="Salesforce Sans"/>
                <a:cs typeface="Salesforce Sans"/>
                <a:sym typeface="Salesforce Sans"/>
              </a:endParaRPr>
            </a:p>
          </p:txBody>
        </p:sp>
        <p:sp>
          <p:nvSpPr>
            <p:cNvPr id="6113" name="Google Shape;6113;p172"/>
            <p:cNvSpPr/>
            <p:nvPr/>
          </p:nvSpPr>
          <p:spPr>
            <a:xfrm>
              <a:off x="8227103" y="404422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14" name="Google Shape;6114;p172"/>
            <p:cNvSpPr/>
            <p:nvPr/>
          </p:nvSpPr>
          <p:spPr>
            <a:xfrm>
              <a:off x="8227103" y="419543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5" name="Google Shape;6115;p172"/>
            <p:cNvSpPr/>
            <p:nvPr/>
          </p:nvSpPr>
          <p:spPr>
            <a:xfrm>
              <a:off x="8227103" y="433522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16" name="Google Shape;6116;p172"/>
            <p:cNvSpPr txBox="1"/>
            <p:nvPr/>
          </p:nvSpPr>
          <p:spPr>
            <a:xfrm>
              <a:off x="8363152" y="4542363"/>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117" name="Google Shape;6117;p172"/>
            <p:cNvSpPr txBox="1"/>
            <p:nvPr/>
          </p:nvSpPr>
          <p:spPr>
            <a:xfrm>
              <a:off x="8363150" y="4690962"/>
              <a:ext cx="2326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118" name="Google Shape;6118;p172"/>
            <p:cNvSpPr txBox="1"/>
            <p:nvPr/>
          </p:nvSpPr>
          <p:spPr>
            <a:xfrm>
              <a:off x="8363150" y="4839585"/>
              <a:ext cx="2552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Recovery &amp; Follow Up</a:t>
              </a:r>
              <a:endParaRPr i="0" sz="800" u="none" cap="none" strike="noStrike">
                <a:latin typeface="Salesforce Sans"/>
                <a:ea typeface="Salesforce Sans"/>
                <a:cs typeface="Salesforce Sans"/>
                <a:sym typeface="Salesforce Sans"/>
              </a:endParaRPr>
            </a:p>
          </p:txBody>
        </p:sp>
        <p:sp>
          <p:nvSpPr>
            <p:cNvPr id="6119" name="Google Shape;6119;p172"/>
            <p:cNvSpPr txBox="1"/>
            <p:nvPr/>
          </p:nvSpPr>
          <p:spPr>
            <a:xfrm>
              <a:off x="8363150" y="4990782"/>
              <a:ext cx="2521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Health &amp; Retention</a:t>
              </a:r>
              <a:endParaRPr i="0" sz="800" u="none" cap="none" strike="noStrike">
                <a:latin typeface="Salesforce Sans"/>
                <a:ea typeface="Salesforce Sans"/>
                <a:cs typeface="Salesforce Sans"/>
                <a:sym typeface="Salesforce Sans"/>
              </a:endParaRPr>
            </a:p>
          </p:txBody>
        </p:sp>
        <p:sp>
          <p:nvSpPr>
            <p:cNvPr id="6120" name="Google Shape;6120;p172"/>
            <p:cNvSpPr txBox="1"/>
            <p:nvPr/>
          </p:nvSpPr>
          <p:spPr>
            <a:xfrm>
              <a:off x="8363152" y="5130571"/>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Preventative Service Scheduling</a:t>
              </a:r>
              <a:endParaRPr i="0" sz="800" u="none" cap="none" strike="noStrike">
                <a:latin typeface="Salesforce Sans"/>
                <a:ea typeface="Salesforce Sans"/>
                <a:cs typeface="Salesforce Sans"/>
                <a:sym typeface="Salesforce Sans"/>
              </a:endParaRPr>
            </a:p>
          </p:txBody>
        </p:sp>
        <p:sp>
          <p:nvSpPr>
            <p:cNvPr id="6121" name="Google Shape;6121;p172"/>
            <p:cNvSpPr/>
            <p:nvPr/>
          </p:nvSpPr>
          <p:spPr>
            <a:xfrm>
              <a:off x="8227103" y="4709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2" name="Google Shape;6122;p172"/>
            <p:cNvSpPr/>
            <p:nvPr/>
          </p:nvSpPr>
          <p:spPr>
            <a:xfrm>
              <a:off x="8227103" y="48581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3" name="Google Shape;6123;p172"/>
            <p:cNvSpPr/>
            <p:nvPr/>
          </p:nvSpPr>
          <p:spPr>
            <a:xfrm>
              <a:off x="8227103" y="500938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4" name="Google Shape;6124;p172"/>
            <p:cNvSpPr/>
            <p:nvPr/>
          </p:nvSpPr>
          <p:spPr>
            <a:xfrm>
              <a:off x="8227103" y="514917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5" name="Google Shape;6125;p172"/>
            <p:cNvSpPr/>
            <p:nvPr/>
          </p:nvSpPr>
          <p:spPr>
            <a:xfrm>
              <a:off x="8227103" y="4560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26" name="Google Shape;6126;p172"/>
            <p:cNvSpPr txBox="1"/>
            <p:nvPr/>
          </p:nvSpPr>
          <p:spPr>
            <a:xfrm>
              <a:off x="8363152" y="5281115"/>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6127" name="Google Shape;6127;p172"/>
            <p:cNvSpPr/>
            <p:nvPr/>
          </p:nvSpPr>
          <p:spPr>
            <a:xfrm>
              <a:off x="8227103" y="529972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28" name="Google Shape;6128;p172"/>
            <p:cNvSpPr txBox="1"/>
            <p:nvPr/>
          </p:nvSpPr>
          <p:spPr>
            <a:xfrm>
              <a:off x="8363149" y="550725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Triage &amp; Dispatch</a:t>
              </a:r>
              <a:endParaRPr i="0" sz="800" u="none" cap="none" strike="noStrike">
                <a:latin typeface="Salesforce Sans"/>
                <a:ea typeface="Salesforce Sans"/>
                <a:cs typeface="Salesforce Sans"/>
                <a:sym typeface="Salesforce Sans"/>
              </a:endParaRPr>
            </a:p>
          </p:txBody>
        </p:sp>
        <p:sp>
          <p:nvSpPr>
            <p:cNvPr id="6129" name="Google Shape;6129;p172"/>
            <p:cNvSpPr txBox="1"/>
            <p:nvPr/>
          </p:nvSpPr>
          <p:spPr>
            <a:xfrm>
              <a:off x="8363149" y="5655857"/>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130" name="Google Shape;6130;p172"/>
            <p:cNvSpPr txBox="1"/>
            <p:nvPr/>
          </p:nvSpPr>
          <p:spPr>
            <a:xfrm>
              <a:off x="8363149" y="5804465"/>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Diagnostics</a:t>
              </a:r>
              <a:endParaRPr i="0" sz="800" u="none" cap="none" strike="noStrike">
                <a:latin typeface="Salesforce Sans"/>
                <a:ea typeface="Salesforce Sans"/>
                <a:cs typeface="Salesforce Sans"/>
                <a:sym typeface="Salesforce Sans"/>
              </a:endParaRPr>
            </a:p>
          </p:txBody>
        </p:sp>
        <p:sp>
          <p:nvSpPr>
            <p:cNvPr id="6131" name="Google Shape;6131;p172"/>
            <p:cNvSpPr txBox="1"/>
            <p:nvPr/>
          </p:nvSpPr>
          <p:spPr>
            <a:xfrm>
              <a:off x="8363149" y="5955670"/>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Technical Copilot</a:t>
              </a:r>
              <a:endParaRPr i="0" sz="800" u="none" cap="none" strike="noStrike">
                <a:latin typeface="Salesforce Sans"/>
                <a:ea typeface="Salesforce Sans"/>
                <a:cs typeface="Salesforce Sans"/>
                <a:sym typeface="Salesforce Sans"/>
              </a:endParaRPr>
            </a:p>
          </p:txBody>
        </p:sp>
        <p:sp>
          <p:nvSpPr>
            <p:cNvPr id="6132" name="Google Shape;6132;p172"/>
            <p:cNvSpPr txBox="1"/>
            <p:nvPr/>
          </p:nvSpPr>
          <p:spPr>
            <a:xfrm>
              <a:off x="8363149" y="60954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Parts &amp; Inventory Coordination</a:t>
              </a:r>
              <a:endParaRPr i="0" sz="800" u="none" cap="none" strike="noStrike">
                <a:latin typeface="Salesforce Sans"/>
                <a:ea typeface="Salesforce Sans"/>
                <a:cs typeface="Salesforce Sans"/>
                <a:sym typeface="Salesforce Sans"/>
              </a:endParaRPr>
            </a:p>
          </p:txBody>
        </p:sp>
        <p:sp>
          <p:nvSpPr>
            <p:cNvPr id="6133" name="Google Shape;6133;p172"/>
            <p:cNvSpPr/>
            <p:nvPr/>
          </p:nvSpPr>
          <p:spPr>
            <a:xfrm>
              <a:off x="8227103" y="567445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4" name="Google Shape;6134;p172"/>
            <p:cNvSpPr/>
            <p:nvPr/>
          </p:nvSpPr>
          <p:spPr>
            <a:xfrm>
              <a:off x="8227103" y="5823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35" name="Google Shape;6135;p172"/>
            <p:cNvSpPr/>
            <p:nvPr/>
          </p:nvSpPr>
          <p:spPr>
            <a:xfrm>
              <a:off x="8227103" y="597427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6" name="Google Shape;6136;p172"/>
            <p:cNvSpPr/>
            <p:nvPr/>
          </p:nvSpPr>
          <p:spPr>
            <a:xfrm>
              <a:off x="8227103" y="6114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7" name="Google Shape;6137;p172"/>
            <p:cNvSpPr/>
            <p:nvPr/>
          </p:nvSpPr>
          <p:spPr>
            <a:xfrm>
              <a:off x="8227103" y="552584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38" name="Google Shape;6138;p172"/>
            <p:cNvSpPr txBox="1"/>
            <p:nvPr/>
          </p:nvSpPr>
          <p:spPr>
            <a:xfrm>
              <a:off x="8363149" y="624600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Installed Base Intelligence</a:t>
              </a:r>
              <a:endParaRPr sz="800">
                <a:latin typeface="Salesforce Sans"/>
                <a:ea typeface="Salesforce Sans"/>
                <a:cs typeface="Salesforce Sans"/>
                <a:sym typeface="Salesforce Sans"/>
              </a:endParaRPr>
            </a:p>
          </p:txBody>
        </p:sp>
        <p:sp>
          <p:nvSpPr>
            <p:cNvPr id="6139" name="Google Shape;6139;p172"/>
            <p:cNvSpPr/>
            <p:nvPr/>
          </p:nvSpPr>
          <p:spPr>
            <a:xfrm>
              <a:off x="8227103" y="626461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0" name="Google Shape;6140;p172"/>
            <p:cNvSpPr txBox="1"/>
            <p:nvPr/>
          </p:nvSpPr>
          <p:spPr>
            <a:xfrm>
              <a:off x="8363150" y="767349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MedTech S&amp;OP Orchestration</a:t>
              </a:r>
              <a:endParaRPr i="0" sz="800" u="none" cap="none" strike="noStrike">
                <a:latin typeface="Salesforce Sans"/>
                <a:ea typeface="Salesforce Sans"/>
                <a:cs typeface="Salesforce Sans"/>
                <a:sym typeface="Salesforce Sans"/>
              </a:endParaRPr>
            </a:p>
          </p:txBody>
        </p:sp>
        <p:sp>
          <p:nvSpPr>
            <p:cNvPr id="6141" name="Google Shape;6141;p172"/>
            <p:cNvSpPr txBox="1"/>
            <p:nvPr/>
          </p:nvSpPr>
          <p:spPr>
            <a:xfrm>
              <a:off x="8363150" y="7822104"/>
              <a:ext cx="1644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Spare Parts Readiness</a:t>
              </a:r>
              <a:endParaRPr i="0" sz="800" u="none" cap="none" strike="noStrike">
                <a:latin typeface="Salesforce Sans"/>
                <a:ea typeface="Salesforce Sans"/>
                <a:cs typeface="Salesforce Sans"/>
                <a:sym typeface="Salesforce Sans"/>
              </a:endParaRPr>
            </a:p>
          </p:txBody>
        </p:sp>
        <p:sp>
          <p:nvSpPr>
            <p:cNvPr id="6142" name="Google Shape;6142;p172"/>
            <p:cNvSpPr txBox="1"/>
            <p:nvPr/>
          </p:nvSpPr>
          <p:spPr>
            <a:xfrm>
              <a:off x="8363150" y="7970706"/>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Cold Chain Compliance</a:t>
              </a:r>
              <a:endParaRPr i="0" sz="800" u="none" cap="none" strike="noStrike">
                <a:latin typeface="Salesforce Sans"/>
                <a:ea typeface="Salesforce Sans"/>
                <a:cs typeface="Salesforce Sans"/>
                <a:sym typeface="Salesforce Sans"/>
              </a:endParaRPr>
            </a:p>
          </p:txBody>
        </p:sp>
        <p:sp>
          <p:nvSpPr>
            <p:cNvPr id="6143" name="Google Shape;6143;p172"/>
            <p:cNvSpPr txBox="1"/>
            <p:nvPr/>
          </p:nvSpPr>
          <p:spPr>
            <a:xfrm>
              <a:off x="8363150" y="81219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Execution</a:t>
              </a:r>
              <a:endParaRPr i="0" sz="800" u="none" cap="none" strike="noStrike">
                <a:latin typeface="Salesforce Sans"/>
                <a:ea typeface="Salesforce Sans"/>
                <a:cs typeface="Salesforce Sans"/>
                <a:sym typeface="Salesforce Sans"/>
              </a:endParaRPr>
            </a:p>
          </p:txBody>
        </p:sp>
        <p:sp>
          <p:nvSpPr>
            <p:cNvPr id="6144" name="Google Shape;6144;p172"/>
            <p:cNvSpPr txBox="1"/>
            <p:nvPr/>
          </p:nvSpPr>
          <p:spPr>
            <a:xfrm>
              <a:off x="8363150" y="82617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a:t>
              </a:r>
              <a:endParaRPr i="0" sz="800" u="none" cap="none" strike="noStrike">
                <a:latin typeface="Salesforce Sans"/>
                <a:ea typeface="Salesforce Sans"/>
                <a:cs typeface="Salesforce Sans"/>
                <a:sym typeface="Salesforce Sans"/>
              </a:endParaRPr>
            </a:p>
          </p:txBody>
        </p:sp>
        <p:sp>
          <p:nvSpPr>
            <p:cNvPr id="6145" name="Google Shape;6145;p172"/>
            <p:cNvSpPr/>
            <p:nvPr/>
          </p:nvSpPr>
          <p:spPr>
            <a:xfrm>
              <a:off x="8227103" y="78406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6" name="Google Shape;6146;p172"/>
            <p:cNvSpPr/>
            <p:nvPr/>
          </p:nvSpPr>
          <p:spPr>
            <a:xfrm>
              <a:off x="8227103" y="79893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47" name="Google Shape;6147;p172"/>
            <p:cNvSpPr/>
            <p:nvPr/>
          </p:nvSpPr>
          <p:spPr>
            <a:xfrm>
              <a:off x="8227103" y="814051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8" name="Google Shape;6148;p172"/>
            <p:cNvSpPr/>
            <p:nvPr/>
          </p:nvSpPr>
          <p:spPr>
            <a:xfrm>
              <a:off x="8227103" y="82803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49" name="Google Shape;6149;p172"/>
            <p:cNvSpPr/>
            <p:nvPr/>
          </p:nvSpPr>
          <p:spPr>
            <a:xfrm>
              <a:off x="8227103" y="769208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0" name="Google Shape;6150;p172"/>
            <p:cNvSpPr txBox="1"/>
            <p:nvPr/>
          </p:nvSpPr>
          <p:spPr>
            <a:xfrm>
              <a:off x="8363150" y="707320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151" name="Google Shape;6151;p172"/>
            <p:cNvSpPr txBox="1"/>
            <p:nvPr/>
          </p:nvSpPr>
          <p:spPr>
            <a:xfrm>
              <a:off x="8363150" y="7221812"/>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Manufacturing Planning</a:t>
              </a:r>
              <a:endParaRPr i="0" sz="800" u="none" cap="none" strike="noStrike">
                <a:latin typeface="Salesforce Sans"/>
                <a:ea typeface="Salesforce Sans"/>
                <a:cs typeface="Salesforce Sans"/>
                <a:sym typeface="Salesforce Sans"/>
              </a:endParaRPr>
            </a:p>
          </p:txBody>
        </p:sp>
        <p:sp>
          <p:nvSpPr>
            <p:cNvPr id="6152" name="Google Shape;6152;p172"/>
            <p:cNvSpPr txBox="1"/>
            <p:nvPr/>
          </p:nvSpPr>
          <p:spPr>
            <a:xfrm>
              <a:off x="8363150" y="737041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153" name="Google Shape;6153;p172"/>
            <p:cNvSpPr txBox="1"/>
            <p:nvPr/>
          </p:nvSpPr>
          <p:spPr>
            <a:xfrm>
              <a:off x="8363150" y="75216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Logistics Coordination</a:t>
              </a:r>
              <a:endParaRPr i="0" sz="800" u="none" cap="none" strike="noStrike">
                <a:latin typeface="Salesforce Sans"/>
                <a:ea typeface="Salesforce Sans"/>
                <a:cs typeface="Salesforce Sans"/>
                <a:sym typeface="Salesforce Sans"/>
              </a:endParaRPr>
            </a:p>
          </p:txBody>
        </p:sp>
        <p:sp>
          <p:nvSpPr>
            <p:cNvPr id="6154" name="Google Shape;6154;p172"/>
            <p:cNvSpPr/>
            <p:nvPr/>
          </p:nvSpPr>
          <p:spPr>
            <a:xfrm>
              <a:off x="8227103" y="72404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5" name="Google Shape;6155;p172"/>
            <p:cNvSpPr/>
            <p:nvPr/>
          </p:nvSpPr>
          <p:spPr>
            <a:xfrm>
              <a:off x="8227103" y="73890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56" name="Google Shape;6156;p172"/>
            <p:cNvSpPr/>
            <p:nvPr/>
          </p:nvSpPr>
          <p:spPr>
            <a:xfrm>
              <a:off x="8227103" y="754022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57" name="Google Shape;6157;p172"/>
            <p:cNvSpPr/>
            <p:nvPr/>
          </p:nvSpPr>
          <p:spPr>
            <a:xfrm>
              <a:off x="8227103" y="709179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158" name="Google Shape;6158;p172"/>
            <p:cNvGrpSpPr/>
            <p:nvPr/>
          </p:nvGrpSpPr>
          <p:grpSpPr>
            <a:xfrm>
              <a:off x="5840990" y="4576768"/>
              <a:ext cx="952541" cy="449700"/>
              <a:chOff x="5812280" y="1793656"/>
              <a:chExt cx="952541" cy="449700"/>
            </a:xfrm>
          </p:grpSpPr>
          <p:sp>
            <p:nvSpPr>
              <p:cNvPr id="6159" name="Google Shape;615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0" name="Google Shape;616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a:t>
                </a:r>
                <a:endParaRPr sz="900">
                  <a:solidFill>
                    <a:srgbClr val="FFFFFF"/>
                  </a:solidFill>
                  <a:latin typeface="Avant Garde Demi SFDC"/>
                  <a:ea typeface="Avant Garde Demi SFDC"/>
                  <a:cs typeface="Avant Garde Demi SFDC"/>
                  <a:sym typeface="Avant Garde Demi SFDC"/>
                </a:endParaRPr>
              </a:p>
            </p:txBody>
          </p:sp>
        </p:grpSp>
        <p:grpSp>
          <p:nvGrpSpPr>
            <p:cNvPr id="6161" name="Google Shape;6161;p172"/>
            <p:cNvGrpSpPr/>
            <p:nvPr/>
          </p:nvGrpSpPr>
          <p:grpSpPr>
            <a:xfrm>
              <a:off x="5840990" y="7099131"/>
              <a:ext cx="952541" cy="449700"/>
              <a:chOff x="5812280" y="1793656"/>
              <a:chExt cx="952541" cy="449700"/>
            </a:xfrm>
          </p:grpSpPr>
          <p:sp>
            <p:nvSpPr>
              <p:cNvPr id="6162" name="Google Shape;616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163" name="Google Shape;616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164" name="Google Shape;6164;p172"/>
            <p:cNvSpPr txBox="1"/>
            <p:nvPr/>
          </p:nvSpPr>
          <p:spPr>
            <a:xfrm>
              <a:off x="7021140" y="4547262"/>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Post Sales &amp;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5" name="Google Shape;6165;p172"/>
            <p:cNvSpPr txBox="1"/>
            <p:nvPr/>
          </p:nvSpPr>
          <p:spPr>
            <a:xfrm>
              <a:off x="7021140" y="551477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Technical Service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6" name="Google Shape;6166;p172"/>
            <p:cNvSpPr txBox="1"/>
            <p:nvPr/>
          </p:nvSpPr>
          <p:spPr>
            <a:xfrm>
              <a:off x="7021140" y="7071050"/>
              <a:ext cx="10224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Manufacturing, Supply Chain &amp; Logistics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167" name="Google Shape;6167;p172"/>
            <p:cNvSpPr txBox="1"/>
            <p:nvPr/>
          </p:nvSpPr>
          <p:spPr>
            <a:xfrm>
              <a:off x="8363149" y="6405852"/>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Service Documentation</a:t>
              </a:r>
              <a:endParaRPr i="0" sz="800" u="none" cap="none" strike="noStrike">
                <a:latin typeface="Salesforce Sans"/>
                <a:ea typeface="Salesforce Sans"/>
                <a:cs typeface="Salesforce Sans"/>
                <a:sym typeface="Salesforce Sans"/>
              </a:endParaRPr>
            </a:p>
          </p:txBody>
        </p:sp>
        <p:sp>
          <p:nvSpPr>
            <p:cNvPr id="6168" name="Google Shape;6168;p172"/>
            <p:cNvSpPr txBox="1"/>
            <p:nvPr/>
          </p:nvSpPr>
          <p:spPr>
            <a:xfrm>
              <a:off x="8363149" y="6557058"/>
              <a:ext cx="2501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Experience</a:t>
              </a:r>
              <a:endParaRPr i="0" sz="800" u="none" cap="none" strike="noStrike">
                <a:latin typeface="Salesforce Sans"/>
                <a:ea typeface="Salesforce Sans"/>
                <a:cs typeface="Salesforce Sans"/>
                <a:sym typeface="Salesforce Sans"/>
              </a:endParaRPr>
            </a:p>
          </p:txBody>
        </p:sp>
        <p:sp>
          <p:nvSpPr>
            <p:cNvPr id="6169" name="Google Shape;6169;p172"/>
            <p:cNvSpPr txBox="1"/>
            <p:nvPr/>
          </p:nvSpPr>
          <p:spPr>
            <a:xfrm>
              <a:off x="8363150" y="669685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&amp; Service Contract</a:t>
              </a:r>
              <a:endParaRPr i="0" sz="800" u="none" cap="none" strike="noStrike">
                <a:latin typeface="Salesforce Sans"/>
                <a:ea typeface="Salesforce Sans"/>
                <a:cs typeface="Salesforce Sans"/>
                <a:sym typeface="Salesforce Sans"/>
              </a:endParaRPr>
            </a:p>
          </p:txBody>
        </p:sp>
        <p:sp>
          <p:nvSpPr>
            <p:cNvPr id="6170" name="Google Shape;6170;p172"/>
            <p:cNvSpPr/>
            <p:nvPr/>
          </p:nvSpPr>
          <p:spPr>
            <a:xfrm>
              <a:off x="8227103" y="642445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71" name="Google Shape;6171;p172"/>
            <p:cNvSpPr/>
            <p:nvPr/>
          </p:nvSpPr>
          <p:spPr>
            <a:xfrm>
              <a:off x="8227103" y="657566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2" name="Google Shape;6172;p172"/>
            <p:cNvSpPr/>
            <p:nvPr/>
          </p:nvSpPr>
          <p:spPr>
            <a:xfrm>
              <a:off x="8227103" y="671545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73" name="Google Shape;6173;p172"/>
            <p:cNvSpPr txBox="1"/>
            <p:nvPr/>
          </p:nvSpPr>
          <p:spPr>
            <a:xfrm>
              <a:off x="8363150" y="684739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Recall &amp; Safety Action</a:t>
              </a:r>
              <a:endParaRPr sz="800">
                <a:latin typeface="Salesforce Sans"/>
                <a:ea typeface="Salesforce Sans"/>
                <a:cs typeface="Salesforce Sans"/>
                <a:sym typeface="Salesforce Sans"/>
              </a:endParaRPr>
            </a:p>
          </p:txBody>
        </p:sp>
        <p:sp>
          <p:nvSpPr>
            <p:cNvPr id="6174" name="Google Shape;6174;p172"/>
            <p:cNvSpPr/>
            <p:nvPr/>
          </p:nvSpPr>
          <p:spPr>
            <a:xfrm>
              <a:off x="8227103" y="68660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
        <p:nvSpPr>
          <p:cNvPr id="6175" name="Google Shape;6175;p172"/>
          <p:cNvSpPr txBox="1"/>
          <p:nvPr/>
        </p:nvSpPr>
        <p:spPr>
          <a:xfrm>
            <a:off x="12116850" y="9144000"/>
            <a:ext cx="53139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r">
              <a:spcBef>
                <a:spcPts val="0"/>
              </a:spcBef>
              <a:spcAft>
                <a:spcPts val="0"/>
              </a:spcAft>
              <a:buNone/>
            </a:pPr>
            <a:r>
              <a:rPr lang="en" sz="800">
                <a:latin typeface="Salesforce Sans"/>
                <a:ea typeface="Salesforce Sans"/>
                <a:cs typeface="Salesforce Sans"/>
                <a:sym typeface="Salesforce Sans"/>
              </a:rPr>
              <a:t>Check </a:t>
            </a:r>
            <a:r>
              <a:rPr lang="en" sz="800" u="sng">
                <a:solidFill>
                  <a:schemeClr val="hlink"/>
                </a:solidFill>
                <a:latin typeface="Salesforce Sans"/>
                <a:ea typeface="Salesforce Sans"/>
                <a:cs typeface="Salesforce Sans"/>
                <a:sym typeface="Salesforce Sans"/>
                <a:hlinkClick r:id="rId2"/>
              </a:rPr>
              <a:t>Help.salesforce.com</a:t>
            </a:r>
            <a:r>
              <a:rPr lang="en" sz="800">
                <a:latin typeface="Salesforce Sans"/>
                <a:ea typeface="Salesforce Sans"/>
                <a:cs typeface="Salesforce Sans"/>
                <a:sym typeface="Salesforce Sans"/>
              </a:rPr>
              <a:t> for all generally available functionality.</a:t>
            </a:r>
            <a:endParaRPr sz="800">
              <a:latin typeface="Salesforce Sans"/>
              <a:ea typeface="Salesforce Sans"/>
              <a:cs typeface="Salesforce Sans"/>
              <a:sym typeface="Salesforce Sans"/>
            </a:endParaRPr>
          </a:p>
          <a:p>
            <a:pPr indent="0" lvl="0" marL="0" rtl="0" algn="r">
              <a:spcBef>
                <a:spcPts val="0"/>
              </a:spcBef>
              <a:spcAft>
                <a:spcPts val="0"/>
              </a:spcAft>
              <a:buNone/>
            </a:pPr>
            <a:r>
              <a:t/>
            </a:r>
            <a:endParaRPr sz="800">
              <a:latin typeface="Salesforce Sans"/>
              <a:ea typeface="Salesforce Sans"/>
              <a:cs typeface="Salesforce Sans"/>
              <a:sym typeface="Salesforce Sans"/>
            </a:endParaRPr>
          </a:p>
        </p:txBody>
      </p:sp>
      <p:grpSp>
        <p:nvGrpSpPr>
          <p:cNvPr id="6176" name="Google Shape;6176;p172"/>
          <p:cNvGrpSpPr/>
          <p:nvPr/>
        </p:nvGrpSpPr>
        <p:grpSpPr>
          <a:xfrm>
            <a:off x="12373539" y="1752600"/>
            <a:ext cx="4906068" cy="6868238"/>
            <a:chOff x="11106306" y="1524000"/>
            <a:chExt cx="4906068" cy="6868238"/>
          </a:xfrm>
        </p:grpSpPr>
        <p:sp>
          <p:nvSpPr>
            <p:cNvPr id="6177" name="Google Shape;6177;p172"/>
            <p:cNvSpPr/>
            <p:nvPr/>
          </p:nvSpPr>
          <p:spPr>
            <a:xfrm>
              <a:off x="12306062" y="3358775"/>
              <a:ext cx="1164000" cy="6870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Revenue Protection &amp; Reimbursement Enablement </a:t>
              </a:r>
              <a:endParaRPr b="1" i="0" sz="900" u="none" cap="none" strike="noStrike">
                <a:solidFill>
                  <a:srgbClr val="086AFE"/>
                </a:solidFill>
                <a:latin typeface="Salesforce Sans"/>
                <a:ea typeface="Salesforce Sans"/>
                <a:cs typeface="Salesforce Sans"/>
                <a:sym typeface="Salesforce Sans"/>
              </a:endParaRPr>
            </a:p>
          </p:txBody>
        </p:sp>
        <p:sp>
          <p:nvSpPr>
            <p:cNvPr id="6178" name="Google Shape;6178;p172"/>
            <p:cNvSpPr/>
            <p:nvPr/>
          </p:nvSpPr>
          <p:spPr>
            <a:xfrm>
              <a:off x="12306067" y="5048665"/>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People Operations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b="1" sz="900">
                <a:solidFill>
                  <a:srgbClr val="086AFE"/>
                </a:solidFill>
                <a:latin typeface="Salesforce Sans"/>
                <a:ea typeface="Salesforce Sans"/>
                <a:cs typeface="Salesforce Sans"/>
                <a:sym typeface="Salesforce Sans"/>
              </a:endParaRPr>
            </a:p>
          </p:txBody>
        </p:sp>
        <p:sp>
          <p:nvSpPr>
            <p:cNvPr id="6179" name="Google Shape;6179;p172"/>
            <p:cNvSpPr/>
            <p:nvPr/>
          </p:nvSpPr>
          <p:spPr>
            <a:xfrm>
              <a:off x="12306067" y="6955912"/>
              <a:ext cx="1281000" cy="358200"/>
            </a:xfrm>
            <a:prstGeom prst="roundRect">
              <a:avLst>
                <a:gd fmla="val 0" name="adj"/>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900">
                  <a:solidFill>
                    <a:srgbClr val="086AFE"/>
                  </a:solidFill>
                  <a:latin typeface="Salesforce Sans"/>
                  <a:ea typeface="Salesforce Sans"/>
                  <a:cs typeface="Salesforce Sans"/>
                  <a:sym typeface="Salesforce Sans"/>
                </a:rPr>
                <a:t>Agentforce Life Sciences Pre-built Clinical </a:t>
              </a:r>
              <a:endParaRPr b="1" sz="900">
                <a:solidFill>
                  <a:srgbClr val="086AFE"/>
                </a:solidFill>
                <a:latin typeface="Salesforce Sans"/>
                <a:ea typeface="Salesforce Sans"/>
                <a:cs typeface="Salesforce Sans"/>
                <a:sym typeface="Salesforce Sans"/>
              </a:endParaRPr>
            </a:p>
          </p:txBody>
        </p:sp>
        <p:sp>
          <p:nvSpPr>
            <p:cNvPr id="6180" name="Google Shape;6180;p172"/>
            <p:cNvSpPr/>
            <p:nvPr/>
          </p:nvSpPr>
          <p:spPr>
            <a:xfrm>
              <a:off x="12306067" y="7629938"/>
              <a:ext cx="1164000" cy="762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609"/>
                <a:buFont typeface="Arial"/>
                <a:buNone/>
              </a:pPr>
              <a:r>
                <a:rPr b="1" lang="en" sz="900">
                  <a:solidFill>
                    <a:srgbClr val="086AFE"/>
                  </a:solidFill>
                  <a:latin typeface="Salesforce Sans"/>
                  <a:ea typeface="Salesforce Sans"/>
                  <a:cs typeface="Salesforce Sans"/>
                  <a:sym typeface="Salesforce Sans"/>
                </a:rPr>
                <a:t>Agentforce Life Sciences Pre-built Patient Services </a:t>
              </a:r>
              <a:endParaRPr b="1" i="0" sz="900" u="none" cap="none" strike="noStrike">
                <a:solidFill>
                  <a:srgbClr val="086AFE"/>
                </a:solidFill>
                <a:latin typeface="Salesforce Sans"/>
                <a:ea typeface="Salesforce Sans"/>
                <a:cs typeface="Salesforce Sans"/>
                <a:sym typeface="Salesforce Sans"/>
              </a:endParaRPr>
            </a:p>
          </p:txBody>
        </p:sp>
        <p:sp>
          <p:nvSpPr>
            <p:cNvPr id="6181" name="Google Shape;6181;p172"/>
            <p:cNvSpPr txBox="1"/>
            <p:nvPr/>
          </p:nvSpPr>
          <p:spPr>
            <a:xfrm>
              <a:off x="13663151" y="239989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Audit Readiness</a:t>
              </a:r>
              <a:endParaRPr i="0" sz="800" u="none" cap="none" strike="noStrike">
                <a:latin typeface="Salesforce Sans"/>
                <a:ea typeface="Salesforce Sans"/>
                <a:cs typeface="Salesforce Sans"/>
                <a:sym typeface="Salesforce Sans"/>
              </a:endParaRPr>
            </a:p>
          </p:txBody>
        </p:sp>
        <p:sp>
          <p:nvSpPr>
            <p:cNvPr id="6182" name="Google Shape;6182;p172"/>
            <p:cNvSpPr txBox="1"/>
            <p:nvPr/>
          </p:nvSpPr>
          <p:spPr>
            <a:xfrm>
              <a:off x="13663151" y="25485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Change Impact Assessment </a:t>
              </a:r>
              <a:endParaRPr i="0" sz="800" u="none" cap="none" strike="noStrike">
                <a:latin typeface="Salesforce Sans"/>
                <a:ea typeface="Salesforce Sans"/>
                <a:cs typeface="Salesforce Sans"/>
                <a:sym typeface="Salesforce Sans"/>
              </a:endParaRPr>
            </a:p>
          </p:txBody>
        </p:sp>
        <p:sp>
          <p:nvSpPr>
            <p:cNvPr id="6183" name="Google Shape;6183;p172"/>
            <p:cNvSpPr txBox="1"/>
            <p:nvPr/>
          </p:nvSpPr>
          <p:spPr>
            <a:xfrm>
              <a:off x="13663151" y="269711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 Market Surveillance</a:t>
              </a:r>
              <a:endParaRPr i="0" sz="800" u="none" cap="none" strike="noStrike">
                <a:latin typeface="Salesforce Sans"/>
                <a:ea typeface="Salesforce Sans"/>
                <a:cs typeface="Salesforce Sans"/>
                <a:sym typeface="Salesforce Sans"/>
              </a:endParaRPr>
            </a:p>
          </p:txBody>
        </p:sp>
        <p:sp>
          <p:nvSpPr>
            <p:cNvPr id="6184" name="Google Shape;6184;p172"/>
            <p:cNvSpPr txBox="1"/>
            <p:nvPr/>
          </p:nvSpPr>
          <p:spPr>
            <a:xfrm>
              <a:off x="13663151" y="28483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Trend Intelligence</a:t>
              </a:r>
              <a:endParaRPr i="0" sz="800" u="none" cap="none" strike="noStrike">
                <a:latin typeface="Salesforce Sans"/>
                <a:ea typeface="Salesforce Sans"/>
                <a:cs typeface="Salesforce Sans"/>
                <a:sym typeface="Salesforce Sans"/>
              </a:endParaRPr>
            </a:p>
          </p:txBody>
        </p:sp>
        <p:sp>
          <p:nvSpPr>
            <p:cNvPr id="6185" name="Google Shape;6185;p172"/>
            <p:cNvSpPr txBox="1"/>
            <p:nvPr/>
          </p:nvSpPr>
          <p:spPr>
            <a:xfrm>
              <a:off x="13663149" y="298812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Regulatory Submission</a:t>
              </a:r>
              <a:endParaRPr i="0" sz="800" u="none" cap="none" strike="noStrike">
                <a:latin typeface="Salesforce Sans"/>
                <a:ea typeface="Salesforce Sans"/>
                <a:cs typeface="Salesforce Sans"/>
                <a:sym typeface="Salesforce Sans"/>
              </a:endParaRPr>
            </a:p>
          </p:txBody>
        </p:sp>
        <p:sp>
          <p:nvSpPr>
            <p:cNvPr id="6186" name="Google Shape;6186;p172"/>
            <p:cNvSpPr txBox="1"/>
            <p:nvPr/>
          </p:nvSpPr>
          <p:spPr>
            <a:xfrm>
              <a:off x="13663151" y="1768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CAPA Management</a:t>
              </a:r>
              <a:endParaRPr sz="800">
                <a:latin typeface="Salesforce Sans"/>
                <a:ea typeface="Salesforce Sans"/>
                <a:cs typeface="Salesforce Sans"/>
                <a:sym typeface="Salesforce Sans"/>
              </a:endParaRPr>
            </a:p>
          </p:txBody>
        </p:sp>
        <p:sp>
          <p:nvSpPr>
            <p:cNvPr id="6187" name="Google Shape;6187;p172"/>
            <p:cNvSpPr/>
            <p:nvPr/>
          </p:nvSpPr>
          <p:spPr>
            <a:xfrm>
              <a:off x="13527103" y="178683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88" name="Google Shape;6188;p172"/>
            <p:cNvSpPr txBox="1"/>
            <p:nvPr/>
          </p:nvSpPr>
          <p:spPr>
            <a:xfrm>
              <a:off x="13663150" y="1923400"/>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Compliant Intake &amp; Triage</a:t>
              </a:r>
              <a:endParaRPr sz="800">
                <a:latin typeface="Salesforce Sans"/>
                <a:ea typeface="Salesforce Sans"/>
                <a:cs typeface="Salesforce Sans"/>
                <a:sym typeface="Salesforce Sans"/>
              </a:endParaRPr>
            </a:p>
          </p:txBody>
        </p:sp>
        <p:sp>
          <p:nvSpPr>
            <p:cNvPr id="6189" name="Google Shape;6189;p172"/>
            <p:cNvSpPr/>
            <p:nvPr/>
          </p:nvSpPr>
          <p:spPr>
            <a:xfrm>
              <a:off x="13527103" y="1941847"/>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0" name="Google Shape;6190;p172"/>
            <p:cNvSpPr txBox="1"/>
            <p:nvPr/>
          </p:nvSpPr>
          <p:spPr>
            <a:xfrm>
              <a:off x="13663151" y="2078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Adverse Event Detection</a:t>
              </a:r>
              <a:endParaRPr sz="800">
                <a:latin typeface="Salesforce Sans"/>
                <a:ea typeface="Salesforce Sans"/>
                <a:cs typeface="Salesforce Sans"/>
                <a:sym typeface="Salesforce Sans"/>
              </a:endParaRPr>
            </a:p>
          </p:txBody>
        </p:sp>
        <p:sp>
          <p:nvSpPr>
            <p:cNvPr id="6191" name="Google Shape;6191;p172"/>
            <p:cNvSpPr/>
            <p:nvPr/>
          </p:nvSpPr>
          <p:spPr>
            <a:xfrm>
              <a:off x="13527103" y="209685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2" name="Google Shape;6192;p172"/>
            <p:cNvSpPr txBox="1"/>
            <p:nvPr/>
          </p:nvSpPr>
          <p:spPr>
            <a:xfrm>
              <a:off x="13663150" y="2239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EU MDR Documentation</a:t>
              </a:r>
              <a:endParaRPr sz="800">
                <a:latin typeface="Salesforce Sans"/>
                <a:ea typeface="Salesforce Sans"/>
                <a:cs typeface="Salesforce Sans"/>
                <a:sym typeface="Salesforce Sans"/>
              </a:endParaRPr>
            </a:p>
          </p:txBody>
        </p:sp>
        <p:sp>
          <p:nvSpPr>
            <p:cNvPr id="6193" name="Google Shape;6193;p172"/>
            <p:cNvSpPr/>
            <p:nvPr/>
          </p:nvSpPr>
          <p:spPr>
            <a:xfrm>
              <a:off x="13527103" y="225763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4" name="Google Shape;6194;p172"/>
            <p:cNvSpPr/>
            <p:nvPr/>
          </p:nvSpPr>
          <p:spPr>
            <a:xfrm>
              <a:off x="13527103" y="25671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5" name="Google Shape;6195;p172"/>
            <p:cNvSpPr/>
            <p:nvPr/>
          </p:nvSpPr>
          <p:spPr>
            <a:xfrm>
              <a:off x="13527103" y="2715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196" name="Google Shape;6196;p172"/>
            <p:cNvSpPr/>
            <p:nvPr/>
          </p:nvSpPr>
          <p:spPr>
            <a:xfrm>
              <a:off x="13527103" y="2866926"/>
              <a:ext cx="91200" cy="91200"/>
            </a:xfrm>
            <a:prstGeom prst="ellipse">
              <a:avLst/>
            </a:prstGeom>
            <a:solidFill>
              <a:srgbClr val="DD7A01"/>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7" name="Google Shape;6197;p172"/>
            <p:cNvSpPr/>
            <p:nvPr/>
          </p:nvSpPr>
          <p:spPr>
            <a:xfrm>
              <a:off x="13527103" y="300671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8" name="Google Shape;6198;p172"/>
            <p:cNvSpPr/>
            <p:nvPr/>
          </p:nvSpPr>
          <p:spPr>
            <a:xfrm>
              <a:off x="13527103" y="24184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199" name="Google Shape;6199;p172"/>
            <p:cNvSpPr txBox="1"/>
            <p:nvPr/>
          </p:nvSpPr>
          <p:spPr>
            <a:xfrm>
              <a:off x="11106306" y="15240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200" name="Google Shape;6200;p172"/>
            <p:cNvSpPr txBox="1"/>
            <p:nvPr/>
          </p:nvSpPr>
          <p:spPr>
            <a:xfrm>
              <a:off x="12306075" y="15240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201" name="Google Shape;6201;p172"/>
            <p:cNvGrpSpPr/>
            <p:nvPr/>
          </p:nvGrpSpPr>
          <p:grpSpPr>
            <a:xfrm>
              <a:off x="11125917" y="1793656"/>
              <a:ext cx="952541" cy="449700"/>
              <a:chOff x="5812280" y="1793656"/>
              <a:chExt cx="952541" cy="449700"/>
            </a:xfrm>
          </p:grpSpPr>
          <p:sp>
            <p:nvSpPr>
              <p:cNvPr id="6202" name="Google Shape;620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03" name="Google Shape;620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Quality &amp; Regulatory Affairs</a:t>
                </a:r>
                <a:endParaRPr sz="900">
                  <a:solidFill>
                    <a:srgbClr val="FFFFFF"/>
                  </a:solidFill>
                  <a:latin typeface="Avant Garde Demi SFDC"/>
                  <a:ea typeface="Avant Garde Demi SFDC"/>
                  <a:cs typeface="Avant Garde Demi SFDC"/>
                  <a:sym typeface="Avant Garde Demi SFDC"/>
                </a:endParaRPr>
              </a:p>
            </p:txBody>
          </p:sp>
        </p:grpSp>
        <p:sp>
          <p:nvSpPr>
            <p:cNvPr id="6204" name="Google Shape;6204;p172"/>
            <p:cNvSpPr txBox="1"/>
            <p:nvPr/>
          </p:nvSpPr>
          <p:spPr>
            <a:xfrm>
              <a:off x="13664980" y="15240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205" name="Google Shape;6205;p172"/>
            <p:cNvSpPr txBox="1"/>
            <p:nvPr/>
          </p:nvSpPr>
          <p:spPr>
            <a:xfrm>
              <a:off x="12306067" y="1771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86AFE"/>
                  </a:solidFill>
                  <a:latin typeface="Salesforce Sans"/>
                  <a:ea typeface="Salesforce Sans"/>
                  <a:cs typeface="Salesforce Sans"/>
                  <a:sym typeface="Salesforce Sans"/>
                </a:rPr>
                <a:t>Quality &amp; Regulatory  </a:t>
              </a:r>
              <a:endParaRPr b="1" sz="900">
                <a:solidFill>
                  <a:srgbClr val="08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86AFE"/>
                </a:solidFill>
                <a:latin typeface="Salesforce Sans"/>
                <a:ea typeface="Salesforce Sans"/>
                <a:cs typeface="Salesforce Sans"/>
                <a:sym typeface="Salesforce Sans"/>
              </a:endParaRPr>
            </a:p>
          </p:txBody>
        </p:sp>
        <p:sp>
          <p:nvSpPr>
            <p:cNvPr id="6206" name="Google Shape;6206;p172"/>
            <p:cNvSpPr txBox="1"/>
            <p:nvPr/>
          </p:nvSpPr>
          <p:spPr>
            <a:xfrm>
              <a:off x="13663151" y="31386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Labeling &amp; IFU Compliance</a:t>
              </a:r>
              <a:endParaRPr i="0" sz="800" u="none" cap="none" strike="noStrike">
                <a:latin typeface="Salesforce Sans"/>
                <a:ea typeface="Salesforce Sans"/>
                <a:cs typeface="Salesforce Sans"/>
                <a:sym typeface="Salesforce Sans"/>
              </a:endParaRPr>
            </a:p>
          </p:txBody>
        </p:sp>
        <p:sp>
          <p:nvSpPr>
            <p:cNvPr id="6207" name="Google Shape;6207;p172"/>
            <p:cNvSpPr/>
            <p:nvPr/>
          </p:nvSpPr>
          <p:spPr>
            <a:xfrm>
              <a:off x="13527103" y="31572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08" name="Google Shape;6208;p172"/>
            <p:cNvSpPr txBox="1"/>
            <p:nvPr/>
          </p:nvSpPr>
          <p:spPr>
            <a:xfrm>
              <a:off x="13672676" y="683530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Candidate Matching</a:t>
              </a:r>
              <a:endParaRPr i="0" sz="800" u="none" cap="none" strike="noStrike">
                <a:latin typeface="Salesforce Sans"/>
                <a:ea typeface="Salesforce Sans"/>
                <a:cs typeface="Salesforce Sans"/>
                <a:sym typeface="Salesforce Sans"/>
              </a:endParaRPr>
            </a:p>
          </p:txBody>
        </p:sp>
        <p:sp>
          <p:nvSpPr>
            <p:cNvPr id="6209" name="Google Shape;6209;p172"/>
            <p:cNvSpPr txBox="1"/>
            <p:nvPr/>
          </p:nvSpPr>
          <p:spPr>
            <a:xfrm>
              <a:off x="13672674" y="697508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Filter and Search</a:t>
              </a:r>
              <a:endParaRPr i="0" sz="800" u="none" cap="none" strike="noStrike">
                <a:latin typeface="Salesforce Sans"/>
                <a:ea typeface="Salesforce Sans"/>
                <a:cs typeface="Salesforce Sans"/>
                <a:sym typeface="Salesforce Sans"/>
              </a:endParaRPr>
            </a:p>
          </p:txBody>
        </p:sp>
        <p:sp>
          <p:nvSpPr>
            <p:cNvPr id="6210" name="Google Shape;6210;p172"/>
            <p:cNvSpPr/>
            <p:nvPr/>
          </p:nvSpPr>
          <p:spPr>
            <a:xfrm>
              <a:off x="13536628" y="685390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1" name="Google Shape;6211;p172"/>
            <p:cNvSpPr/>
            <p:nvPr/>
          </p:nvSpPr>
          <p:spPr>
            <a:xfrm>
              <a:off x="13536628" y="69936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2" name="Google Shape;6212;p172"/>
            <p:cNvSpPr txBox="1"/>
            <p:nvPr/>
          </p:nvSpPr>
          <p:spPr>
            <a:xfrm>
              <a:off x="13672676" y="712563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Filter and Search</a:t>
              </a:r>
              <a:endParaRPr i="0" sz="800" u="none" cap="none" strike="noStrike">
                <a:latin typeface="Salesforce Sans"/>
                <a:ea typeface="Salesforce Sans"/>
                <a:cs typeface="Salesforce Sans"/>
                <a:sym typeface="Salesforce Sans"/>
              </a:endParaRPr>
            </a:p>
          </p:txBody>
        </p:sp>
        <p:sp>
          <p:nvSpPr>
            <p:cNvPr id="6213" name="Google Shape;6213;p172"/>
            <p:cNvSpPr txBox="1"/>
            <p:nvPr/>
          </p:nvSpPr>
          <p:spPr>
            <a:xfrm>
              <a:off x="13672674" y="7276850"/>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Clinical Trial Site Summary</a:t>
              </a:r>
              <a:endParaRPr i="0" sz="800" u="none" cap="none" strike="noStrike">
                <a:latin typeface="Salesforce Sans"/>
                <a:ea typeface="Salesforce Sans"/>
                <a:cs typeface="Salesforce Sans"/>
                <a:sym typeface="Salesforce Sans"/>
              </a:endParaRPr>
            </a:p>
          </p:txBody>
        </p:sp>
        <p:sp>
          <p:nvSpPr>
            <p:cNvPr id="6214" name="Google Shape;6214;p172"/>
            <p:cNvSpPr txBox="1"/>
            <p:nvPr/>
          </p:nvSpPr>
          <p:spPr>
            <a:xfrm>
              <a:off x="13672674" y="7416625"/>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Investigator Summary	</a:t>
              </a:r>
              <a:endParaRPr i="0" sz="800" u="none" cap="none" strike="noStrike">
                <a:latin typeface="Salesforce Sans"/>
                <a:ea typeface="Salesforce Sans"/>
                <a:cs typeface="Salesforce Sans"/>
                <a:sym typeface="Salesforce Sans"/>
              </a:endParaRPr>
            </a:p>
          </p:txBody>
        </p:sp>
        <p:sp>
          <p:nvSpPr>
            <p:cNvPr id="6215" name="Google Shape;6215;p172"/>
            <p:cNvSpPr/>
            <p:nvPr/>
          </p:nvSpPr>
          <p:spPr>
            <a:xfrm>
              <a:off x="13536628" y="714423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16" name="Google Shape;6216;p172"/>
            <p:cNvSpPr/>
            <p:nvPr/>
          </p:nvSpPr>
          <p:spPr>
            <a:xfrm>
              <a:off x="13536628" y="729544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17" name="Google Shape;6217;p172"/>
            <p:cNvSpPr/>
            <p:nvPr/>
          </p:nvSpPr>
          <p:spPr>
            <a:xfrm>
              <a:off x="13536628" y="74352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218" name="Google Shape;6218;p172"/>
            <p:cNvGrpSpPr/>
            <p:nvPr/>
          </p:nvGrpSpPr>
          <p:grpSpPr>
            <a:xfrm>
              <a:off x="11135442" y="3521656"/>
              <a:ext cx="952541" cy="449700"/>
              <a:chOff x="5812280" y="1793656"/>
              <a:chExt cx="952541" cy="449700"/>
            </a:xfrm>
          </p:grpSpPr>
          <p:sp>
            <p:nvSpPr>
              <p:cNvPr id="6219" name="Google Shape;6219;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0" name="Google Shape;6220;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Finance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 Access</a:t>
                </a:r>
                <a:endParaRPr sz="900">
                  <a:solidFill>
                    <a:srgbClr val="FFFFFF"/>
                  </a:solidFill>
                  <a:latin typeface="Avant Garde Demi SFDC"/>
                  <a:ea typeface="Avant Garde Demi SFDC"/>
                  <a:cs typeface="Avant Garde Demi SFDC"/>
                  <a:sym typeface="Avant Garde Demi SFDC"/>
                </a:endParaRPr>
              </a:p>
            </p:txBody>
          </p:sp>
        </p:grpSp>
        <p:grpSp>
          <p:nvGrpSpPr>
            <p:cNvPr id="6221" name="Google Shape;6221;p172"/>
            <p:cNvGrpSpPr/>
            <p:nvPr/>
          </p:nvGrpSpPr>
          <p:grpSpPr>
            <a:xfrm>
              <a:off x="11135442" y="5120481"/>
              <a:ext cx="952541" cy="449700"/>
              <a:chOff x="5812280" y="1793656"/>
              <a:chExt cx="952541" cy="449700"/>
            </a:xfrm>
          </p:grpSpPr>
          <p:sp>
            <p:nvSpPr>
              <p:cNvPr id="6222" name="Google Shape;6222;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3" name="Google Shape;6223;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grpSp>
          <p:nvGrpSpPr>
            <p:cNvPr id="6224" name="Google Shape;6224;p172"/>
            <p:cNvGrpSpPr/>
            <p:nvPr/>
          </p:nvGrpSpPr>
          <p:grpSpPr>
            <a:xfrm>
              <a:off x="11135442" y="6869256"/>
              <a:ext cx="952541" cy="449700"/>
              <a:chOff x="5812280" y="1793656"/>
              <a:chExt cx="952541" cy="449700"/>
            </a:xfrm>
          </p:grpSpPr>
          <p:sp>
            <p:nvSpPr>
              <p:cNvPr id="6225" name="Google Shape;6225;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6" name="Google Shape;6226;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Clinical</a:t>
                </a:r>
                <a:endParaRPr sz="900">
                  <a:solidFill>
                    <a:srgbClr val="FFFFFF"/>
                  </a:solidFill>
                  <a:latin typeface="Avant Garde Demi SFDC"/>
                  <a:ea typeface="Avant Garde Demi SFDC"/>
                  <a:cs typeface="Avant Garde Demi SFDC"/>
                  <a:sym typeface="Avant Garde Demi SFDC"/>
                </a:endParaRPr>
              </a:p>
            </p:txBody>
          </p:sp>
        </p:grpSp>
        <p:grpSp>
          <p:nvGrpSpPr>
            <p:cNvPr id="6227" name="Google Shape;6227;p172"/>
            <p:cNvGrpSpPr/>
            <p:nvPr/>
          </p:nvGrpSpPr>
          <p:grpSpPr>
            <a:xfrm>
              <a:off x="11135442" y="7661443"/>
              <a:ext cx="952541" cy="449700"/>
              <a:chOff x="5812280" y="1793656"/>
              <a:chExt cx="952541" cy="449700"/>
            </a:xfrm>
          </p:grpSpPr>
          <p:sp>
            <p:nvSpPr>
              <p:cNvPr id="6228" name="Google Shape;6228;p172"/>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229" name="Google Shape;6229;p172"/>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Patient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Services</a:t>
                </a:r>
                <a:endParaRPr sz="900">
                  <a:solidFill>
                    <a:srgbClr val="FFFFFF"/>
                  </a:solidFill>
                  <a:latin typeface="Avant Garde Demi SFDC"/>
                  <a:ea typeface="Avant Garde Demi SFDC"/>
                  <a:cs typeface="Avant Garde Demi SFDC"/>
                  <a:sym typeface="Avant Garde Demi SFDC"/>
                </a:endParaRPr>
              </a:p>
            </p:txBody>
          </p:sp>
        </p:grpSp>
        <p:sp>
          <p:nvSpPr>
            <p:cNvPr id="6230" name="Google Shape;6230;p172"/>
            <p:cNvSpPr txBox="1"/>
            <p:nvPr/>
          </p:nvSpPr>
          <p:spPr>
            <a:xfrm>
              <a:off x="13664981" y="3282438"/>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31" name="Google Shape;6231;p172"/>
            <p:cNvSpPr txBox="1"/>
            <p:nvPr/>
          </p:nvSpPr>
          <p:spPr>
            <a:xfrm>
              <a:off x="13672674" y="7639163"/>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Benefits Reverification Email</a:t>
              </a:r>
              <a:endParaRPr i="0" sz="800" u="none" cap="none" strike="noStrike">
                <a:latin typeface="Salesforce Sans"/>
                <a:ea typeface="Salesforce Sans"/>
                <a:cs typeface="Salesforce Sans"/>
                <a:sym typeface="Salesforce Sans"/>
              </a:endParaRPr>
            </a:p>
          </p:txBody>
        </p:sp>
        <p:sp>
          <p:nvSpPr>
            <p:cNvPr id="6232" name="Google Shape;6232;p172"/>
            <p:cNvSpPr/>
            <p:nvPr/>
          </p:nvSpPr>
          <p:spPr>
            <a:xfrm>
              <a:off x="13536628" y="7657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3" name="Google Shape;6233;p172"/>
            <p:cNvSpPr txBox="1"/>
            <p:nvPr/>
          </p:nvSpPr>
          <p:spPr>
            <a:xfrm>
              <a:off x="13672676" y="77897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Patient Response</a:t>
              </a:r>
              <a:endParaRPr i="0" sz="800" u="none" cap="none" strike="noStrike">
                <a:latin typeface="Salesforce Sans"/>
                <a:ea typeface="Salesforce Sans"/>
                <a:cs typeface="Salesforce Sans"/>
                <a:sym typeface="Salesforce Sans"/>
              </a:endParaRPr>
            </a:p>
          </p:txBody>
        </p:sp>
        <p:sp>
          <p:nvSpPr>
            <p:cNvPr id="6234" name="Google Shape;6234;p172"/>
            <p:cNvSpPr txBox="1"/>
            <p:nvPr/>
          </p:nvSpPr>
          <p:spPr>
            <a:xfrm>
              <a:off x="13672674" y="7940925"/>
              <a:ext cx="2339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Pharma Benefits Summary</a:t>
              </a:r>
              <a:endParaRPr i="0" sz="800" u="none" cap="none" strike="noStrike">
                <a:latin typeface="Salesforce Sans"/>
                <a:ea typeface="Salesforce Sans"/>
                <a:cs typeface="Salesforce Sans"/>
                <a:sym typeface="Salesforce Sans"/>
              </a:endParaRPr>
            </a:p>
          </p:txBody>
        </p:sp>
        <p:sp>
          <p:nvSpPr>
            <p:cNvPr id="6235" name="Google Shape;6235;p172"/>
            <p:cNvSpPr txBox="1"/>
            <p:nvPr/>
          </p:nvSpPr>
          <p:spPr>
            <a:xfrm>
              <a:off x="13672674" y="8080700"/>
              <a:ext cx="2201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 Program Outcome Summary</a:t>
              </a:r>
              <a:endParaRPr i="0" sz="800" u="none" cap="none" strike="noStrike">
                <a:latin typeface="Salesforce Sans"/>
                <a:ea typeface="Salesforce Sans"/>
                <a:cs typeface="Salesforce Sans"/>
                <a:sym typeface="Salesforce Sans"/>
              </a:endParaRPr>
            </a:p>
          </p:txBody>
        </p:sp>
        <p:sp>
          <p:nvSpPr>
            <p:cNvPr id="6236" name="Google Shape;6236;p172"/>
            <p:cNvSpPr/>
            <p:nvPr/>
          </p:nvSpPr>
          <p:spPr>
            <a:xfrm>
              <a:off x="13536628" y="780831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37" name="Google Shape;6237;p172"/>
            <p:cNvSpPr/>
            <p:nvPr/>
          </p:nvSpPr>
          <p:spPr>
            <a:xfrm>
              <a:off x="13536628" y="795952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8" name="Google Shape;6238;p172"/>
            <p:cNvSpPr/>
            <p:nvPr/>
          </p:nvSpPr>
          <p:spPr>
            <a:xfrm>
              <a:off x="13536628" y="80993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39" name="Google Shape;6239;p172"/>
            <p:cNvSpPr txBox="1"/>
            <p:nvPr/>
          </p:nvSpPr>
          <p:spPr>
            <a:xfrm>
              <a:off x="13672676" y="57286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IT Service Desk</a:t>
              </a:r>
              <a:endParaRPr i="0" sz="800" u="none" cap="none" strike="noStrike">
                <a:latin typeface="Salesforce Sans"/>
                <a:ea typeface="Salesforce Sans"/>
                <a:cs typeface="Salesforce Sans"/>
                <a:sym typeface="Salesforce Sans"/>
              </a:endParaRPr>
            </a:p>
          </p:txBody>
        </p:sp>
        <p:sp>
          <p:nvSpPr>
            <p:cNvPr id="6240" name="Google Shape;6240;p172"/>
            <p:cNvSpPr txBox="1"/>
            <p:nvPr/>
          </p:nvSpPr>
          <p:spPr>
            <a:xfrm>
              <a:off x="13672676" y="58772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Expenses Management</a:t>
              </a:r>
              <a:endParaRPr i="0" sz="800" u="none" cap="none" strike="noStrike">
                <a:latin typeface="Salesforce Sans"/>
                <a:ea typeface="Salesforce Sans"/>
                <a:cs typeface="Salesforce Sans"/>
                <a:sym typeface="Salesforce Sans"/>
              </a:endParaRPr>
            </a:p>
          </p:txBody>
        </p:sp>
        <p:sp>
          <p:nvSpPr>
            <p:cNvPr id="6241" name="Google Shape;6241;p172"/>
            <p:cNvSpPr txBox="1"/>
            <p:nvPr/>
          </p:nvSpPr>
          <p:spPr>
            <a:xfrm>
              <a:off x="13672676" y="60258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Facilities &amp; Asset</a:t>
              </a:r>
              <a:endParaRPr i="0" sz="800" u="none" cap="none" strike="noStrike">
                <a:latin typeface="Salesforce Sans"/>
                <a:ea typeface="Salesforce Sans"/>
                <a:cs typeface="Salesforce Sans"/>
                <a:sym typeface="Salesforce Sans"/>
              </a:endParaRPr>
            </a:p>
          </p:txBody>
        </p:sp>
        <p:sp>
          <p:nvSpPr>
            <p:cNvPr id="6242" name="Google Shape;6242;p172"/>
            <p:cNvSpPr txBox="1"/>
            <p:nvPr/>
          </p:nvSpPr>
          <p:spPr>
            <a:xfrm>
              <a:off x="13672676" y="61770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HR Onboarding</a:t>
              </a:r>
              <a:endParaRPr i="0" sz="800" u="none" cap="none" strike="noStrike">
                <a:latin typeface="Salesforce Sans"/>
                <a:ea typeface="Salesforce Sans"/>
                <a:cs typeface="Salesforce Sans"/>
                <a:sym typeface="Salesforce Sans"/>
              </a:endParaRPr>
            </a:p>
          </p:txBody>
        </p:sp>
        <p:sp>
          <p:nvSpPr>
            <p:cNvPr id="6243" name="Google Shape;6243;p172"/>
            <p:cNvSpPr txBox="1"/>
            <p:nvPr/>
          </p:nvSpPr>
          <p:spPr>
            <a:xfrm>
              <a:off x="13672674" y="63168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Ethics and Compliance</a:t>
              </a:r>
              <a:endParaRPr i="0" sz="800" u="none" cap="none" strike="noStrike">
                <a:latin typeface="Salesforce Sans"/>
                <a:ea typeface="Salesforce Sans"/>
                <a:cs typeface="Salesforce Sans"/>
                <a:sym typeface="Salesforce Sans"/>
              </a:endParaRPr>
            </a:p>
          </p:txBody>
        </p:sp>
        <p:sp>
          <p:nvSpPr>
            <p:cNvPr id="6244" name="Google Shape;6244;p172"/>
            <p:cNvSpPr txBox="1"/>
            <p:nvPr/>
          </p:nvSpPr>
          <p:spPr>
            <a:xfrm>
              <a:off x="13672676" y="50971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Workforce Planning</a:t>
              </a:r>
              <a:endParaRPr sz="800">
                <a:latin typeface="Salesforce Sans"/>
                <a:ea typeface="Salesforce Sans"/>
                <a:cs typeface="Salesforce Sans"/>
                <a:sym typeface="Salesforce Sans"/>
              </a:endParaRPr>
            </a:p>
          </p:txBody>
        </p:sp>
        <p:sp>
          <p:nvSpPr>
            <p:cNvPr id="6245" name="Google Shape;6245;p172"/>
            <p:cNvSpPr/>
            <p:nvPr/>
          </p:nvSpPr>
          <p:spPr>
            <a:xfrm>
              <a:off x="13536628" y="51155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46" name="Google Shape;6246;p172"/>
            <p:cNvSpPr txBox="1"/>
            <p:nvPr/>
          </p:nvSpPr>
          <p:spPr>
            <a:xfrm>
              <a:off x="13672675" y="52521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Technician Certification</a:t>
              </a:r>
              <a:endParaRPr sz="800">
                <a:latin typeface="Salesforce Sans"/>
                <a:ea typeface="Salesforce Sans"/>
                <a:cs typeface="Salesforce Sans"/>
                <a:sym typeface="Salesforce Sans"/>
              </a:endParaRPr>
            </a:p>
          </p:txBody>
        </p:sp>
        <p:sp>
          <p:nvSpPr>
            <p:cNvPr id="6247" name="Google Shape;6247;p172"/>
            <p:cNvSpPr/>
            <p:nvPr/>
          </p:nvSpPr>
          <p:spPr>
            <a:xfrm>
              <a:off x="13536628" y="527057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48" name="Google Shape;6248;p172"/>
            <p:cNvSpPr txBox="1"/>
            <p:nvPr/>
          </p:nvSpPr>
          <p:spPr>
            <a:xfrm>
              <a:off x="13672676" y="54071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Procurement Optimization</a:t>
              </a:r>
              <a:endParaRPr sz="800">
                <a:latin typeface="Salesforce Sans"/>
                <a:ea typeface="Salesforce Sans"/>
                <a:cs typeface="Salesforce Sans"/>
                <a:sym typeface="Salesforce Sans"/>
              </a:endParaRPr>
            </a:p>
          </p:txBody>
        </p:sp>
        <p:sp>
          <p:nvSpPr>
            <p:cNvPr id="6249" name="Google Shape;6249;p172"/>
            <p:cNvSpPr/>
            <p:nvPr/>
          </p:nvSpPr>
          <p:spPr>
            <a:xfrm>
              <a:off x="13536628" y="542558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0" name="Google Shape;6250;p172"/>
            <p:cNvSpPr txBox="1"/>
            <p:nvPr/>
          </p:nvSpPr>
          <p:spPr>
            <a:xfrm>
              <a:off x="13672675" y="55679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Contract Intelligence</a:t>
              </a:r>
              <a:endParaRPr sz="800">
                <a:latin typeface="Salesforce Sans"/>
                <a:ea typeface="Salesforce Sans"/>
                <a:cs typeface="Salesforce Sans"/>
                <a:sym typeface="Salesforce Sans"/>
              </a:endParaRPr>
            </a:p>
          </p:txBody>
        </p:sp>
        <p:sp>
          <p:nvSpPr>
            <p:cNvPr id="6251" name="Google Shape;6251;p172"/>
            <p:cNvSpPr/>
            <p:nvPr/>
          </p:nvSpPr>
          <p:spPr>
            <a:xfrm>
              <a:off x="13536628" y="55863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2" name="Google Shape;6252;p172"/>
            <p:cNvSpPr/>
            <p:nvPr/>
          </p:nvSpPr>
          <p:spPr>
            <a:xfrm>
              <a:off x="13536628" y="58958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3" name="Google Shape;6253;p172"/>
            <p:cNvSpPr/>
            <p:nvPr/>
          </p:nvSpPr>
          <p:spPr>
            <a:xfrm>
              <a:off x="13536628" y="60444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4" name="Google Shape;6254;p172"/>
            <p:cNvSpPr/>
            <p:nvPr/>
          </p:nvSpPr>
          <p:spPr>
            <a:xfrm>
              <a:off x="13536628" y="619565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5" name="Google Shape;6255;p172"/>
            <p:cNvSpPr/>
            <p:nvPr/>
          </p:nvSpPr>
          <p:spPr>
            <a:xfrm>
              <a:off x="13536628" y="63354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6" name="Google Shape;6256;p172"/>
            <p:cNvSpPr/>
            <p:nvPr/>
          </p:nvSpPr>
          <p:spPr>
            <a:xfrm>
              <a:off x="13536628" y="57472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57" name="Google Shape;6257;p172"/>
            <p:cNvSpPr txBox="1"/>
            <p:nvPr/>
          </p:nvSpPr>
          <p:spPr>
            <a:xfrm>
              <a:off x="13672676" y="64673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Executive Insights</a:t>
              </a:r>
              <a:endParaRPr i="0" sz="800" u="none" cap="none" strike="noStrike">
                <a:latin typeface="Salesforce Sans"/>
                <a:ea typeface="Salesforce Sans"/>
                <a:cs typeface="Salesforce Sans"/>
                <a:sym typeface="Salesforce Sans"/>
              </a:endParaRPr>
            </a:p>
          </p:txBody>
        </p:sp>
        <p:sp>
          <p:nvSpPr>
            <p:cNvPr id="6258" name="Google Shape;6258;p172"/>
            <p:cNvSpPr/>
            <p:nvPr/>
          </p:nvSpPr>
          <p:spPr>
            <a:xfrm>
              <a:off x="13536628" y="648598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59" name="Google Shape;6259;p172"/>
            <p:cNvSpPr txBox="1"/>
            <p:nvPr/>
          </p:nvSpPr>
          <p:spPr>
            <a:xfrm>
              <a:off x="13674506" y="6611163"/>
              <a:ext cx="829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 and more</a:t>
              </a:r>
              <a:endParaRPr i="0" sz="800" u="none" cap="none" strike="noStrike">
                <a:latin typeface="Salesforce Sans"/>
                <a:ea typeface="Salesforce Sans"/>
                <a:cs typeface="Salesforce Sans"/>
                <a:sym typeface="Salesforce Sans"/>
              </a:endParaRPr>
            </a:p>
          </p:txBody>
        </p:sp>
        <p:sp>
          <p:nvSpPr>
            <p:cNvPr id="6260" name="Google Shape;6260;p172"/>
            <p:cNvSpPr txBox="1"/>
            <p:nvPr/>
          </p:nvSpPr>
          <p:spPr>
            <a:xfrm>
              <a:off x="13672676" y="41284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Working Capital</a:t>
              </a:r>
              <a:endParaRPr i="0" sz="800" u="none" cap="none" strike="noStrike">
                <a:latin typeface="Salesforce Sans"/>
                <a:ea typeface="Salesforce Sans"/>
                <a:cs typeface="Salesforce Sans"/>
                <a:sym typeface="Salesforce Sans"/>
              </a:endParaRPr>
            </a:p>
          </p:txBody>
        </p:sp>
        <p:sp>
          <p:nvSpPr>
            <p:cNvPr id="6261" name="Google Shape;6261;p172"/>
            <p:cNvSpPr txBox="1"/>
            <p:nvPr/>
          </p:nvSpPr>
          <p:spPr>
            <a:xfrm>
              <a:off x="13672676" y="42770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Tender Strategy</a:t>
              </a:r>
              <a:endParaRPr i="0" sz="800" u="none" cap="none" strike="noStrike">
                <a:latin typeface="Salesforce Sans"/>
                <a:ea typeface="Salesforce Sans"/>
                <a:cs typeface="Salesforce Sans"/>
                <a:sym typeface="Salesforce Sans"/>
              </a:endParaRPr>
            </a:p>
          </p:txBody>
        </p:sp>
        <p:sp>
          <p:nvSpPr>
            <p:cNvPr id="6262" name="Google Shape;6262;p172"/>
            <p:cNvSpPr txBox="1"/>
            <p:nvPr/>
          </p:nvSpPr>
          <p:spPr>
            <a:xfrm>
              <a:off x="13672676" y="44256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Dispute Resolution</a:t>
              </a:r>
              <a:endParaRPr i="0" sz="800" u="none" cap="none" strike="noStrike">
                <a:latin typeface="Salesforce Sans"/>
                <a:ea typeface="Salesforce Sans"/>
                <a:cs typeface="Salesforce Sans"/>
                <a:sym typeface="Salesforce Sans"/>
              </a:endParaRPr>
            </a:p>
          </p:txBody>
        </p:sp>
        <p:sp>
          <p:nvSpPr>
            <p:cNvPr id="6263" name="Google Shape;6263;p172"/>
            <p:cNvSpPr txBox="1"/>
            <p:nvPr/>
          </p:nvSpPr>
          <p:spPr>
            <a:xfrm>
              <a:off x="13672676" y="457685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Pricing Strategy</a:t>
              </a:r>
              <a:endParaRPr i="0" sz="800" u="none" cap="none" strike="noStrike">
                <a:latin typeface="Salesforce Sans"/>
                <a:ea typeface="Salesforce Sans"/>
                <a:cs typeface="Salesforce Sans"/>
                <a:sym typeface="Salesforce Sans"/>
              </a:endParaRPr>
            </a:p>
          </p:txBody>
        </p:sp>
        <p:sp>
          <p:nvSpPr>
            <p:cNvPr id="6264" name="Google Shape;6264;p172"/>
            <p:cNvSpPr txBox="1"/>
            <p:nvPr/>
          </p:nvSpPr>
          <p:spPr>
            <a:xfrm>
              <a:off x="13672674" y="4716650"/>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a:t>
              </a:r>
              <a:endParaRPr i="0" sz="800" u="none" cap="none" strike="noStrike">
                <a:latin typeface="Salesforce Sans"/>
                <a:ea typeface="Salesforce Sans"/>
                <a:cs typeface="Salesforce Sans"/>
                <a:sym typeface="Salesforce Sans"/>
              </a:endParaRPr>
            </a:p>
          </p:txBody>
        </p:sp>
        <p:sp>
          <p:nvSpPr>
            <p:cNvPr id="6265" name="Google Shape;6265;p172"/>
            <p:cNvSpPr txBox="1"/>
            <p:nvPr/>
          </p:nvSpPr>
          <p:spPr>
            <a:xfrm>
              <a:off x="13672676" y="3496912"/>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Quote Management</a:t>
              </a:r>
              <a:endParaRPr sz="800">
                <a:latin typeface="Salesforce Sans"/>
                <a:ea typeface="Salesforce Sans"/>
                <a:cs typeface="Salesforce Sans"/>
                <a:sym typeface="Salesforce Sans"/>
              </a:endParaRPr>
            </a:p>
          </p:txBody>
        </p:sp>
        <p:sp>
          <p:nvSpPr>
            <p:cNvPr id="6266" name="Google Shape;6266;p172"/>
            <p:cNvSpPr/>
            <p:nvPr/>
          </p:nvSpPr>
          <p:spPr>
            <a:xfrm>
              <a:off x="13536628" y="35153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67" name="Google Shape;6267;p172"/>
            <p:cNvSpPr txBox="1"/>
            <p:nvPr/>
          </p:nvSpPr>
          <p:spPr>
            <a:xfrm>
              <a:off x="13672675" y="3651925"/>
              <a:ext cx="1984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Compliance</a:t>
              </a:r>
              <a:endParaRPr sz="800">
                <a:latin typeface="Salesforce Sans"/>
                <a:ea typeface="Salesforce Sans"/>
                <a:cs typeface="Salesforce Sans"/>
                <a:sym typeface="Salesforce Sans"/>
              </a:endParaRPr>
            </a:p>
          </p:txBody>
        </p:sp>
        <p:sp>
          <p:nvSpPr>
            <p:cNvPr id="6268" name="Google Shape;6268;p172"/>
            <p:cNvSpPr/>
            <p:nvPr/>
          </p:nvSpPr>
          <p:spPr>
            <a:xfrm>
              <a:off x="13536628" y="36703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69" name="Google Shape;6269;p172"/>
            <p:cNvSpPr txBox="1"/>
            <p:nvPr/>
          </p:nvSpPr>
          <p:spPr>
            <a:xfrm>
              <a:off x="13672676" y="3806931"/>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Revenue Recognition</a:t>
              </a:r>
              <a:endParaRPr sz="800">
                <a:latin typeface="Salesforce Sans"/>
                <a:ea typeface="Salesforce Sans"/>
                <a:cs typeface="Salesforce Sans"/>
                <a:sym typeface="Salesforce Sans"/>
              </a:endParaRPr>
            </a:p>
          </p:txBody>
        </p:sp>
        <p:sp>
          <p:nvSpPr>
            <p:cNvPr id="6270" name="Google Shape;6270;p172"/>
            <p:cNvSpPr/>
            <p:nvPr/>
          </p:nvSpPr>
          <p:spPr>
            <a:xfrm>
              <a:off x="13536628" y="382538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1" name="Google Shape;6271;p172"/>
            <p:cNvSpPr txBox="1"/>
            <p:nvPr/>
          </p:nvSpPr>
          <p:spPr>
            <a:xfrm>
              <a:off x="13672675" y="3967725"/>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Reimbursement Intelligence</a:t>
              </a:r>
              <a:endParaRPr sz="800">
                <a:latin typeface="Salesforce Sans"/>
                <a:ea typeface="Salesforce Sans"/>
                <a:cs typeface="Salesforce Sans"/>
                <a:sym typeface="Salesforce Sans"/>
              </a:endParaRPr>
            </a:p>
          </p:txBody>
        </p:sp>
        <p:sp>
          <p:nvSpPr>
            <p:cNvPr id="6272" name="Google Shape;6272;p172"/>
            <p:cNvSpPr/>
            <p:nvPr/>
          </p:nvSpPr>
          <p:spPr>
            <a:xfrm>
              <a:off x="13536628" y="39861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3" name="Google Shape;6273;p172"/>
            <p:cNvSpPr/>
            <p:nvPr/>
          </p:nvSpPr>
          <p:spPr>
            <a:xfrm>
              <a:off x="13536628" y="42956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4" name="Google Shape;6274;p172"/>
            <p:cNvSpPr/>
            <p:nvPr/>
          </p:nvSpPr>
          <p:spPr>
            <a:xfrm>
              <a:off x="13536628" y="44442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275" name="Google Shape;6275;p172"/>
            <p:cNvSpPr/>
            <p:nvPr/>
          </p:nvSpPr>
          <p:spPr>
            <a:xfrm>
              <a:off x="13536628" y="45954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6" name="Google Shape;6276;p172"/>
            <p:cNvSpPr/>
            <p:nvPr/>
          </p:nvSpPr>
          <p:spPr>
            <a:xfrm>
              <a:off x="13536628" y="47352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7" name="Google Shape;6277;p172"/>
            <p:cNvSpPr/>
            <p:nvPr/>
          </p:nvSpPr>
          <p:spPr>
            <a:xfrm>
              <a:off x="13536628" y="41470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78" name="Google Shape;6278;p172"/>
            <p:cNvSpPr txBox="1"/>
            <p:nvPr/>
          </p:nvSpPr>
          <p:spPr>
            <a:xfrm>
              <a:off x="13672676" y="48671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Revenue Optimization</a:t>
              </a:r>
              <a:endParaRPr i="0" sz="800" u="none" cap="none" strike="noStrike">
                <a:latin typeface="Salesforce Sans"/>
                <a:ea typeface="Salesforce Sans"/>
                <a:cs typeface="Salesforce Sans"/>
                <a:sym typeface="Salesforce Sans"/>
              </a:endParaRPr>
            </a:p>
          </p:txBody>
        </p:sp>
        <p:sp>
          <p:nvSpPr>
            <p:cNvPr id="6279" name="Google Shape;6279;p172"/>
            <p:cNvSpPr/>
            <p:nvPr/>
          </p:nvSpPr>
          <p:spPr>
            <a:xfrm>
              <a:off x="13536628" y="488578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Communications" showMasterSp="0">
  <p:cSld name="TITLE_AND_BODY_5_1_1_1_1_1_1">
    <p:spTree>
      <p:nvGrpSpPr>
        <p:cNvPr id="6280" name="Shape 6280"/>
        <p:cNvGrpSpPr/>
        <p:nvPr/>
      </p:nvGrpSpPr>
      <p:grpSpPr>
        <a:xfrm>
          <a:off x="0" y="0"/>
          <a:ext cx="0" cy="0"/>
          <a:chOff x="0" y="0"/>
          <a:chExt cx="0" cy="0"/>
        </a:xfrm>
      </p:grpSpPr>
      <p:sp>
        <p:nvSpPr>
          <p:cNvPr id="6281" name="Google Shape;6281;p173"/>
          <p:cNvSpPr txBox="1"/>
          <p:nvPr/>
        </p:nvSpPr>
        <p:spPr>
          <a:xfrm>
            <a:off x="571500" y="190500"/>
            <a:ext cx="17191200" cy="1246800"/>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775"/>
              </a:buClr>
              <a:buSzPts val="5400"/>
              <a:buFont typeface="Arial"/>
              <a:buNone/>
            </a:pPr>
            <a:r>
              <a:rPr lang="en" sz="4500">
                <a:solidFill>
                  <a:srgbClr val="002775"/>
                </a:solidFill>
                <a:latin typeface="Avant Garde Demi SFDC"/>
                <a:ea typeface="Avant Garde Demi SFDC"/>
                <a:cs typeface="Avant Garde Demi SFDC"/>
                <a:sym typeface="Avant Garde Demi SFDC"/>
              </a:rPr>
              <a:t>Grow revenue and reduce churn across your communications business with 135+ agentic workflows </a:t>
            </a:r>
            <a:endParaRPr sz="4500">
              <a:solidFill>
                <a:srgbClr val="002775"/>
              </a:solidFill>
              <a:latin typeface="Avant Garde Demi SFDC"/>
              <a:ea typeface="Avant Garde Demi SFDC"/>
              <a:cs typeface="Avant Garde Demi SFDC"/>
              <a:sym typeface="Avant Garde Demi SFDC"/>
            </a:endParaRPr>
          </a:p>
        </p:txBody>
      </p:sp>
      <p:grpSp>
        <p:nvGrpSpPr>
          <p:cNvPr id="6282" name="Google Shape;6282;p173"/>
          <p:cNvGrpSpPr/>
          <p:nvPr/>
        </p:nvGrpSpPr>
        <p:grpSpPr>
          <a:xfrm>
            <a:off x="11416650" y="987281"/>
            <a:ext cx="6313200" cy="308305"/>
            <a:chOff x="11238000" y="957895"/>
            <a:chExt cx="6313200" cy="308305"/>
          </a:xfrm>
        </p:grpSpPr>
        <p:sp>
          <p:nvSpPr>
            <p:cNvPr id="6283" name="Google Shape;6283;p173"/>
            <p:cNvSpPr/>
            <p:nvPr/>
          </p:nvSpPr>
          <p:spPr>
            <a:xfrm>
              <a:off x="11238000" y="957895"/>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284" name="Google Shape;6284;p173"/>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5" name="Google Shape;6285;p173"/>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286" name="Google Shape;6286;p173"/>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7" name="Google Shape;6287;p173"/>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288" name="Google Shape;6288;p173"/>
            <p:cNvSpPr txBox="1"/>
            <p:nvPr/>
          </p:nvSpPr>
          <p:spPr>
            <a:xfrm>
              <a:off x="16806898" y="1012344"/>
              <a:ext cx="521400" cy="1869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sp>
          <p:nvSpPr>
            <p:cNvPr id="6289" name="Google Shape;6289;p173"/>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290" name="Google Shape;6290;p173"/>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291" name="Google Shape;6291;p173"/>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292" name="Google Shape;6292;p173"/>
          <p:cNvSpPr/>
          <p:nvPr/>
        </p:nvSpPr>
        <p:spPr>
          <a:xfrm>
            <a:off x="13069425" y="9848851"/>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b="1" sz="800">
              <a:latin typeface="Salesforce Sans"/>
              <a:ea typeface="Salesforce Sans"/>
              <a:cs typeface="Salesforce Sans"/>
              <a:sym typeface="Salesforce Sans"/>
            </a:endParaRPr>
          </a:p>
        </p:txBody>
      </p:sp>
      <p:sp>
        <p:nvSpPr>
          <p:cNvPr id="6293" name="Google Shape;6293;p173"/>
          <p:cNvSpPr/>
          <p:nvPr/>
        </p:nvSpPr>
        <p:spPr>
          <a:xfrm>
            <a:off x="1678107" y="867504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Customer Service </a:t>
            </a:r>
            <a:endParaRPr b="1" i="0" sz="900" u="none" cap="none" strike="noStrike">
              <a:solidFill>
                <a:srgbClr val="066AFE"/>
              </a:solidFill>
              <a:latin typeface="Salesforce Sans"/>
              <a:ea typeface="Salesforce Sans"/>
              <a:cs typeface="Salesforce Sans"/>
              <a:sym typeface="Salesforce Sans"/>
            </a:endParaRPr>
          </a:p>
        </p:txBody>
      </p:sp>
      <p:sp>
        <p:nvSpPr>
          <p:cNvPr id="6294" name="Google Shape;6294;p173"/>
          <p:cNvSpPr/>
          <p:nvPr/>
        </p:nvSpPr>
        <p:spPr>
          <a:xfrm>
            <a:off x="1678107" y="7641756"/>
            <a:ext cx="8154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Field Service </a:t>
            </a:r>
            <a:endParaRPr b="1" i="0" sz="900" u="none" cap="none" strike="noStrike">
              <a:solidFill>
                <a:srgbClr val="066AFE"/>
              </a:solidFill>
              <a:latin typeface="Salesforce Sans"/>
              <a:ea typeface="Salesforce Sans"/>
              <a:cs typeface="Salesforce Sans"/>
              <a:sym typeface="Salesforce Sans"/>
            </a:endParaRPr>
          </a:p>
        </p:txBody>
      </p:sp>
      <p:sp>
        <p:nvSpPr>
          <p:cNvPr id="6295" name="Google Shape;6295;p173"/>
          <p:cNvSpPr/>
          <p:nvPr/>
        </p:nvSpPr>
        <p:spPr>
          <a:xfrm>
            <a:off x="1678107" y="344130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In-person Retail Sales</a:t>
            </a:r>
            <a:endParaRPr b="1" i="0" sz="900" u="none" cap="none" strike="noStrike">
              <a:solidFill>
                <a:srgbClr val="066AFE"/>
              </a:solidFill>
              <a:latin typeface="Salesforce Sans"/>
              <a:ea typeface="Salesforce Sans"/>
              <a:cs typeface="Salesforce Sans"/>
              <a:sym typeface="Salesforce Sans"/>
            </a:endParaRPr>
          </a:p>
        </p:txBody>
      </p:sp>
      <p:sp>
        <p:nvSpPr>
          <p:cNvPr id="6296" name="Google Shape;6296;p173"/>
          <p:cNvSpPr/>
          <p:nvPr/>
        </p:nvSpPr>
        <p:spPr>
          <a:xfrm>
            <a:off x="1678102" y="2958581"/>
            <a:ext cx="1022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Retail Opening and Strategy </a:t>
            </a:r>
            <a:endParaRPr b="1" i="0" sz="900" u="none" cap="none" strike="noStrike">
              <a:solidFill>
                <a:srgbClr val="066AFE"/>
              </a:solidFill>
              <a:latin typeface="Salesforce Sans"/>
              <a:ea typeface="Salesforce Sans"/>
              <a:cs typeface="Salesforce Sans"/>
              <a:sym typeface="Salesforce Sans"/>
            </a:endParaRPr>
          </a:p>
        </p:txBody>
      </p:sp>
      <p:sp>
        <p:nvSpPr>
          <p:cNvPr id="6297" name="Google Shape;6297;p173"/>
          <p:cNvSpPr/>
          <p:nvPr/>
        </p:nvSpPr>
        <p:spPr>
          <a:xfrm>
            <a:off x="1678107" y="2322500"/>
            <a:ext cx="9525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Forecasting and Analytics </a:t>
            </a:r>
            <a:endParaRPr b="1" i="0" sz="900" u="none" cap="none" strike="noStrike">
              <a:solidFill>
                <a:srgbClr val="066AFE"/>
              </a:solidFill>
              <a:latin typeface="Salesforce Sans"/>
              <a:ea typeface="Salesforce Sans"/>
              <a:cs typeface="Salesforce Sans"/>
              <a:sym typeface="Salesforce Sans"/>
            </a:endParaRPr>
          </a:p>
        </p:txBody>
      </p:sp>
      <p:sp>
        <p:nvSpPr>
          <p:cNvPr id="6298" name="Google Shape;6298;p173"/>
          <p:cNvSpPr/>
          <p:nvPr/>
        </p:nvSpPr>
        <p:spPr>
          <a:xfrm>
            <a:off x="1678107" y="6597350"/>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Wholesaler Management </a:t>
            </a:r>
            <a:endParaRPr b="1" i="0" sz="900" u="none" cap="none" strike="noStrike">
              <a:solidFill>
                <a:srgbClr val="066AFE"/>
              </a:solidFill>
              <a:latin typeface="Salesforce Sans"/>
              <a:ea typeface="Salesforce Sans"/>
              <a:cs typeface="Salesforce Sans"/>
              <a:sym typeface="Salesforce Sans"/>
            </a:endParaRPr>
          </a:p>
        </p:txBody>
      </p:sp>
      <p:sp>
        <p:nvSpPr>
          <p:cNvPr id="6299" name="Google Shape;6299;p173"/>
          <p:cNvSpPr/>
          <p:nvPr/>
        </p:nvSpPr>
        <p:spPr>
          <a:xfrm>
            <a:off x="1678107" y="7022837"/>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Onboarding and Activation </a:t>
            </a:r>
            <a:endParaRPr b="1" i="0" sz="900" u="none" cap="none" strike="noStrike">
              <a:solidFill>
                <a:srgbClr val="066AFE"/>
              </a:solidFill>
              <a:latin typeface="Salesforce Sans"/>
              <a:ea typeface="Salesforce Sans"/>
              <a:cs typeface="Salesforce Sans"/>
              <a:sym typeface="Salesforce Sans"/>
            </a:endParaRPr>
          </a:p>
        </p:txBody>
      </p:sp>
      <p:sp>
        <p:nvSpPr>
          <p:cNvPr id="6300" name="Google Shape;6300;p173"/>
          <p:cNvSpPr/>
          <p:nvPr/>
        </p:nvSpPr>
        <p:spPr>
          <a:xfrm>
            <a:off x="1678107" y="4683367"/>
            <a:ext cx="846600" cy="282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Reseller M</a:t>
            </a:r>
            <a:r>
              <a:rPr b="1" lang="en" sz="900">
                <a:solidFill>
                  <a:srgbClr val="066AFE"/>
                </a:solidFill>
                <a:latin typeface="Salesforce Sans"/>
                <a:ea typeface="Salesforce Sans"/>
                <a:cs typeface="Salesforce Sans"/>
                <a:sym typeface="Salesforce Sans"/>
              </a:rPr>
              <a:t>gmt </a:t>
            </a:r>
            <a:endParaRPr b="1" i="0" sz="900" u="none" cap="none" strike="noStrike">
              <a:solidFill>
                <a:srgbClr val="066AFE"/>
              </a:solidFill>
              <a:latin typeface="Salesforce Sans"/>
              <a:ea typeface="Salesforce Sans"/>
              <a:cs typeface="Salesforce Sans"/>
              <a:sym typeface="Salesforce Sans"/>
            </a:endParaRPr>
          </a:p>
        </p:txBody>
      </p:sp>
      <p:sp>
        <p:nvSpPr>
          <p:cNvPr id="6301" name="Google Shape;6301;p173"/>
          <p:cNvSpPr/>
          <p:nvPr/>
        </p:nvSpPr>
        <p:spPr>
          <a:xfrm>
            <a:off x="1678107" y="5010253"/>
            <a:ext cx="8154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B2C Quoting &amp; Contracting </a:t>
            </a:r>
            <a:endParaRPr b="1" i="0" sz="900" u="none" cap="none" strike="noStrike">
              <a:solidFill>
                <a:srgbClr val="066AFE"/>
              </a:solidFill>
              <a:latin typeface="Salesforce Sans"/>
              <a:ea typeface="Salesforce Sans"/>
              <a:cs typeface="Salesforce Sans"/>
              <a:sym typeface="Salesforce Sans"/>
            </a:endParaRPr>
          </a:p>
        </p:txBody>
      </p:sp>
      <p:sp>
        <p:nvSpPr>
          <p:cNvPr id="6302" name="Google Shape;6302;p173"/>
          <p:cNvSpPr/>
          <p:nvPr/>
        </p:nvSpPr>
        <p:spPr>
          <a:xfrm>
            <a:off x="1678107" y="3889267"/>
            <a:ext cx="815400" cy="4230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a:t>
            </a:r>
            <a:r>
              <a:rPr b="1" lang="en" sz="900">
                <a:solidFill>
                  <a:srgbClr val="066AFE"/>
                </a:solidFill>
                <a:latin typeface="Salesforce Sans"/>
                <a:ea typeface="Salesforce Sans"/>
                <a:cs typeface="Salesforce Sans"/>
                <a:sym typeface="Salesforce Sans"/>
              </a:rPr>
              <a:t>B</a:t>
            </a:r>
            <a:r>
              <a:rPr b="1" i="0" lang="en" sz="900" u="none" cap="none" strike="noStrike">
                <a:solidFill>
                  <a:srgbClr val="066AFE"/>
                </a:solidFill>
                <a:latin typeface="Salesforce Sans"/>
                <a:ea typeface="Salesforce Sans"/>
                <a:cs typeface="Salesforce Sans"/>
                <a:sym typeface="Salesforce Sans"/>
              </a:rPr>
              <a:t> Acquisition </a:t>
            </a:r>
            <a:endParaRPr b="1" i="0" sz="900" u="none" cap="none" strike="noStrike">
              <a:solidFill>
                <a:srgbClr val="066AFE"/>
              </a:solidFill>
              <a:latin typeface="Salesforce Sans"/>
              <a:ea typeface="Salesforce Sans"/>
              <a:cs typeface="Salesforce Sans"/>
              <a:sym typeface="Salesforce Sans"/>
            </a:endParaRPr>
          </a:p>
        </p:txBody>
      </p:sp>
      <p:sp>
        <p:nvSpPr>
          <p:cNvPr id="6303" name="Google Shape;6303;p173"/>
          <p:cNvSpPr/>
          <p:nvPr/>
        </p:nvSpPr>
        <p:spPr>
          <a:xfrm>
            <a:off x="1678107" y="5644063"/>
            <a:ext cx="815400" cy="3078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B2B Deal Management </a:t>
            </a:r>
            <a:endParaRPr b="1" i="0" sz="900" u="none" cap="none" strike="noStrike">
              <a:solidFill>
                <a:srgbClr val="066AFE"/>
              </a:solidFill>
              <a:latin typeface="Salesforce Sans"/>
              <a:ea typeface="Salesforce Sans"/>
              <a:cs typeface="Salesforce Sans"/>
              <a:sym typeface="Salesforce Sans"/>
            </a:endParaRPr>
          </a:p>
        </p:txBody>
      </p:sp>
      <p:sp>
        <p:nvSpPr>
          <p:cNvPr id="6304" name="Google Shape;6304;p173"/>
          <p:cNvSpPr txBox="1"/>
          <p:nvPr/>
        </p:nvSpPr>
        <p:spPr>
          <a:xfrm>
            <a:off x="2936457" y="29538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Launch Planning</a:t>
            </a:r>
            <a:endParaRPr i="0" sz="800" u="none" cap="none" strike="noStrike">
              <a:latin typeface="Salesforce Sans"/>
              <a:ea typeface="Salesforce Sans"/>
              <a:cs typeface="Salesforce Sans"/>
              <a:sym typeface="Salesforce Sans"/>
            </a:endParaRPr>
          </a:p>
        </p:txBody>
      </p:sp>
      <p:sp>
        <p:nvSpPr>
          <p:cNvPr id="6305" name="Google Shape;6305;p173"/>
          <p:cNvSpPr txBox="1"/>
          <p:nvPr/>
        </p:nvSpPr>
        <p:spPr>
          <a:xfrm>
            <a:off x="2936457" y="310958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306" name="Google Shape;6306;p173"/>
          <p:cNvSpPr txBox="1"/>
          <p:nvPr/>
        </p:nvSpPr>
        <p:spPr>
          <a:xfrm>
            <a:off x="2936457" y="326534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Asset Deployment</a:t>
            </a:r>
            <a:endParaRPr i="0" sz="800" u="none" cap="none" strike="noStrike">
              <a:latin typeface="Salesforce Sans"/>
              <a:ea typeface="Salesforce Sans"/>
              <a:cs typeface="Salesforce Sans"/>
              <a:sym typeface="Salesforce Sans"/>
            </a:endParaRPr>
          </a:p>
        </p:txBody>
      </p:sp>
      <p:sp>
        <p:nvSpPr>
          <p:cNvPr id="6307" name="Google Shape;6307;p173"/>
          <p:cNvSpPr txBox="1"/>
          <p:nvPr/>
        </p:nvSpPr>
        <p:spPr>
          <a:xfrm>
            <a:off x="2936457" y="38870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308" name="Google Shape;6308;p173"/>
          <p:cNvSpPr txBox="1"/>
          <p:nvPr/>
        </p:nvSpPr>
        <p:spPr>
          <a:xfrm>
            <a:off x="2936465" y="3436875"/>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Shopping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Product Recommendations</a:t>
            </a:r>
            <a:endParaRPr i="0" sz="800" u="none" cap="none" strike="noStrike">
              <a:latin typeface="Salesforce Sans"/>
              <a:ea typeface="Salesforce Sans"/>
              <a:cs typeface="Salesforce Sans"/>
              <a:sym typeface="Salesforce Sans"/>
            </a:endParaRPr>
          </a:p>
        </p:txBody>
      </p:sp>
      <p:sp>
        <p:nvSpPr>
          <p:cNvPr id="6309" name="Google Shape;6309;p173"/>
          <p:cNvSpPr txBox="1"/>
          <p:nvPr/>
        </p:nvSpPr>
        <p:spPr>
          <a:xfrm>
            <a:off x="2936457" y="419614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Meeting Summary &amp; Agenda</a:t>
            </a:r>
            <a:endParaRPr i="0" sz="800" u="none" cap="none" strike="noStrike">
              <a:latin typeface="Salesforce Sans"/>
              <a:ea typeface="Salesforce Sans"/>
              <a:cs typeface="Salesforce Sans"/>
              <a:sym typeface="Salesforce Sans"/>
            </a:endParaRPr>
          </a:p>
        </p:txBody>
      </p:sp>
      <p:sp>
        <p:nvSpPr>
          <p:cNvPr id="6310" name="Google Shape;6310;p173"/>
          <p:cNvSpPr txBox="1"/>
          <p:nvPr/>
        </p:nvSpPr>
        <p:spPr>
          <a:xfrm>
            <a:off x="2936457" y="404039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Coach</a:t>
            </a:r>
            <a:endParaRPr i="0" sz="800" u="none" cap="none" strike="noStrike">
              <a:latin typeface="Salesforce Sans"/>
              <a:ea typeface="Salesforce Sans"/>
              <a:cs typeface="Salesforce Sans"/>
              <a:sym typeface="Salesforce Sans"/>
            </a:endParaRPr>
          </a:p>
        </p:txBody>
      </p:sp>
      <p:sp>
        <p:nvSpPr>
          <p:cNvPr id="6311" name="Google Shape;6311;p173"/>
          <p:cNvSpPr txBox="1"/>
          <p:nvPr/>
        </p:nvSpPr>
        <p:spPr>
          <a:xfrm>
            <a:off x="2936457" y="450527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Prioritize Opportunities</a:t>
            </a:r>
            <a:endParaRPr i="0" sz="800" u="none" cap="none" strike="noStrike">
              <a:latin typeface="Salesforce Sans"/>
              <a:ea typeface="Salesforce Sans"/>
              <a:cs typeface="Salesforce Sans"/>
              <a:sym typeface="Salesforce Sans"/>
            </a:endParaRPr>
          </a:p>
        </p:txBody>
      </p:sp>
      <p:sp>
        <p:nvSpPr>
          <p:cNvPr id="6312" name="Google Shape;6312;p173"/>
          <p:cNvSpPr txBox="1"/>
          <p:nvPr/>
        </p:nvSpPr>
        <p:spPr>
          <a:xfrm>
            <a:off x="2936457" y="434952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SDR</a:t>
            </a:r>
            <a:endParaRPr i="0" sz="800" u="none" cap="none" strike="noStrike">
              <a:latin typeface="Salesforce Sans"/>
              <a:ea typeface="Salesforce Sans"/>
              <a:cs typeface="Salesforce Sans"/>
              <a:sym typeface="Salesforce Sans"/>
            </a:endParaRPr>
          </a:p>
        </p:txBody>
      </p:sp>
      <p:sp>
        <p:nvSpPr>
          <p:cNvPr id="6313" name="Google Shape;6313;p173"/>
          <p:cNvSpPr txBox="1"/>
          <p:nvPr/>
        </p:nvSpPr>
        <p:spPr>
          <a:xfrm>
            <a:off x="2936457" y="483347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14" name="Google Shape;6314;p173"/>
          <p:cNvSpPr txBox="1"/>
          <p:nvPr/>
        </p:nvSpPr>
        <p:spPr>
          <a:xfrm>
            <a:off x="2936457" y="500832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a:t>
            </a:r>
            <a:endParaRPr i="0" sz="800" u="none" cap="none" strike="noStrike">
              <a:latin typeface="Salesforce Sans"/>
              <a:ea typeface="Salesforce Sans"/>
              <a:cs typeface="Salesforce Sans"/>
              <a:sym typeface="Salesforce Sans"/>
            </a:endParaRPr>
          </a:p>
        </p:txBody>
      </p:sp>
      <p:sp>
        <p:nvSpPr>
          <p:cNvPr id="6315" name="Google Shape;6315;p173"/>
          <p:cNvSpPr txBox="1"/>
          <p:nvPr/>
        </p:nvSpPr>
        <p:spPr>
          <a:xfrm>
            <a:off x="2936457" y="51616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Ordering </a:t>
            </a:r>
            <a:endParaRPr i="0" sz="800" u="none" cap="none" strike="noStrike">
              <a:latin typeface="Salesforce Sans"/>
              <a:ea typeface="Salesforce Sans"/>
              <a:cs typeface="Salesforce Sans"/>
              <a:sym typeface="Salesforce Sans"/>
            </a:endParaRPr>
          </a:p>
        </p:txBody>
      </p:sp>
      <p:sp>
        <p:nvSpPr>
          <p:cNvPr id="6316" name="Google Shape;6316;p173"/>
          <p:cNvSpPr txBox="1"/>
          <p:nvPr/>
        </p:nvSpPr>
        <p:spPr>
          <a:xfrm>
            <a:off x="2936457" y="547320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17" name="Google Shape;6317;p173"/>
          <p:cNvSpPr txBox="1"/>
          <p:nvPr/>
        </p:nvSpPr>
        <p:spPr>
          <a:xfrm>
            <a:off x="2936457" y="58010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318" name="Google Shape;6318;p173"/>
          <p:cNvSpPr txBox="1"/>
          <p:nvPr/>
        </p:nvSpPr>
        <p:spPr>
          <a:xfrm>
            <a:off x="2936457" y="595437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Deal Optimization</a:t>
            </a:r>
            <a:endParaRPr i="0" sz="800" u="none" cap="none" strike="noStrike">
              <a:latin typeface="Salesforce Sans"/>
              <a:ea typeface="Salesforce Sans"/>
              <a:cs typeface="Salesforce Sans"/>
              <a:sym typeface="Salesforce Sans"/>
            </a:endParaRPr>
          </a:p>
        </p:txBody>
      </p:sp>
      <p:sp>
        <p:nvSpPr>
          <p:cNvPr id="6319" name="Google Shape;6319;p173"/>
          <p:cNvSpPr txBox="1"/>
          <p:nvPr/>
        </p:nvSpPr>
        <p:spPr>
          <a:xfrm>
            <a:off x="2936457" y="531745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6320" name="Google Shape;6320;p173"/>
          <p:cNvSpPr txBox="1"/>
          <p:nvPr/>
        </p:nvSpPr>
        <p:spPr>
          <a:xfrm>
            <a:off x="2936457" y="611012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Quoting And Ordering</a:t>
            </a:r>
            <a:endParaRPr i="0" sz="800" u="none" cap="none" strike="noStrike">
              <a:latin typeface="Salesforce Sans"/>
              <a:ea typeface="Salesforce Sans"/>
              <a:cs typeface="Salesforce Sans"/>
              <a:sym typeface="Salesforce Sans"/>
            </a:endParaRPr>
          </a:p>
        </p:txBody>
      </p:sp>
      <p:sp>
        <p:nvSpPr>
          <p:cNvPr id="6321" name="Google Shape;6321;p173"/>
          <p:cNvSpPr txBox="1"/>
          <p:nvPr/>
        </p:nvSpPr>
        <p:spPr>
          <a:xfrm>
            <a:off x="2936457" y="62658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Contract Creation</a:t>
            </a:r>
            <a:endParaRPr i="0" sz="800" u="none" cap="none" strike="noStrike">
              <a:latin typeface="Salesforce Sans"/>
              <a:ea typeface="Salesforce Sans"/>
              <a:cs typeface="Salesforce Sans"/>
              <a:sym typeface="Salesforce Sans"/>
            </a:endParaRPr>
          </a:p>
        </p:txBody>
      </p:sp>
      <p:sp>
        <p:nvSpPr>
          <p:cNvPr id="6322" name="Google Shape;6322;p173"/>
          <p:cNvSpPr txBox="1"/>
          <p:nvPr/>
        </p:nvSpPr>
        <p:spPr>
          <a:xfrm>
            <a:off x="2936457" y="642163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3" name="Google Shape;6323;p173"/>
          <p:cNvSpPr txBox="1"/>
          <p:nvPr/>
        </p:nvSpPr>
        <p:spPr>
          <a:xfrm>
            <a:off x="2936457" y="46794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Performance</a:t>
            </a:r>
            <a:endParaRPr i="0" sz="800" u="none" cap="none" strike="noStrike">
              <a:latin typeface="Salesforce Sans"/>
              <a:ea typeface="Salesforce Sans"/>
              <a:cs typeface="Salesforce Sans"/>
              <a:sym typeface="Salesforce Sans"/>
            </a:endParaRPr>
          </a:p>
        </p:txBody>
      </p:sp>
      <p:sp>
        <p:nvSpPr>
          <p:cNvPr id="6324" name="Google Shape;6324;p173"/>
          <p:cNvSpPr txBox="1"/>
          <p:nvPr/>
        </p:nvSpPr>
        <p:spPr>
          <a:xfrm>
            <a:off x="2936457" y="71721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Intent</a:t>
            </a:r>
            <a:endParaRPr i="0" sz="800" u="none" cap="none" strike="noStrike">
              <a:latin typeface="Salesforce Sans"/>
              <a:ea typeface="Salesforce Sans"/>
              <a:cs typeface="Salesforce Sans"/>
              <a:sym typeface="Salesforce Sans"/>
            </a:endParaRPr>
          </a:p>
        </p:txBody>
      </p:sp>
      <p:sp>
        <p:nvSpPr>
          <p:cNvPr id="6325" name="Google Shape;6325;p173"/>
          <p:cNvSpPr txBox="1"/>
          <p:nvPr/>
        </p:nvSpPr>
        <p:spPr>
          <a:xfrm>
            <a:off x="2936457" y="746935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First Use Enablement</a:t>
            </a:r>
            <a:endParaRPr i="0" sz="800" u="none" cap="none" strike="noStrike">
              <a:latin typeface="Salesforce Sans"/>
              <a:ea typeface="Salesforce Sans"/>
              <a:cs typeface="Salesforce Sans"/>
              <a:sym typeface="Salesforce Sans"/>
            </a:endParaRPr>
          </a:p>
        </p:txBody>
      </p:sp>
      <p:sp>
        <p:nvSpPr>
          <p:cNvPr id="6326" name="Google Shape;6326;p173"/>
          <p:cNvSpPr txBox="1"/>
          <p:nvPr/>
        </p:nvSpPr>
        <p:spPr>
          <a:xfrm>
            <a:off x="2936457" y="732074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a:t>
            </a:r>
            <a:endParaRPr i="0" sz="800" u="none" cap="none" strike="noStrike">
              <a:latin typeface="Salesforce Sans"/>
              <a:ea typeface="Salesforce Sans"/>
              <a:cs typeface="Salesforce Sans"/>
              <a:sym typeface="Salesforce Sans"/>
            </a:endParaRPr>
          </a:p>
        </p:txBody>
      </p:sp>
      <p:sp>
        <p:nvSpPr>
          <p:cNvPr id="6327" name="Google Shape;6327;p173"/>
          <p:cNvSpPr txBox="1"/>
          <p:nvPr/>
        </p:nvSpPr>
        <p:spPr>
          <a:xfrm>
            <a:off x="2936457" y="77938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Predictive Maintenance</a:t>
            </a:r>
            <a:endParaRPr i="0" sz="800" u="none" cap="none" strike="noStrike">
              <a:latin typeface="Salesforce Sans"/>
              <a:ea typeface="Salesforce Sans"/>
              <a:cs typeface="Salesforce Sans"/>
              <a:sym typeface="Salesforce Sans"/>
            </a:endParaRPr>
          </a:p>
        </p:txBody>
      </p:sp>
      <p:sp>
        <p:nvSpPr>
          <p:cNvPr id="6328" name="Google Shape;6328;p173"/>
          <p:cNvSpPr txBox="1"/>
          <p:nvPr/>
        </p:nvSpPr>
        <p:spPr>
          <a:xfrm>
            <a:off x="2936457" y="794249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Triage</a:t>
            </a:r>
            <a:endParaRPr i="0" sz="800" u="none" cap="none" strike="noStrike">
              <a:latin typeface="Salesforce Sans"/>
              <a:ea typeface="Salesforce Sans"/>
              <a:cs typeface="Salesforce Sans"/>
              <a:sym typeface="Salesforce Sans"/>
            </a:endParaRPr>
          </a:p>
        </p:txBody>
      </p:sp>
      <p:sp>
        <p:nvSpPr>
          <p:cNvPr id="6329" name="Google Shape;6329;p173"/>
          <p:cNvSpPr txBox="1"/>
          <p:nvPr/>
        </p:nvSpPr>
        <p:spPr>
          <a:xfrm>
            <a:off x="2936457" y="809110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Order Fulfillment</a:t>
            </a:r>
            <a:endParaRPr i="0" sz="800" u="none" cap="none" strike="noStrike">
              <a:latin typeface="Salesforce Sans"/>
              <a:ea typeface="Salesforce Sans"/>
              <a:cs typeface="Salesforce Sans"/>
              <a:sym typeface="Salesforce Sans"/>
            </a:endParaRPr>
          </a:p>
        </p:txBody>
      </p:sp>
      <p:sp>
        <p:nvSpPr>
          <p:cNvPr id="6330" name="Google Shape;6330;p173"/>
          <p:cNvSpPr txBox="1"/>
          <p:nvPr/>
        </p:nvSpPr>
        <p:spPr>
          <a:xfrm>
            <a:off x="2936457" y="823971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331" name="Google Shape;6331;p173"/>
          <p:cNvSpPr txBox="1"/>
          <p:nvPr/>
        </p:nvSpPr>
        <p:spPr>
          <a:xfrm>
            <a:off x="2936457" y="867340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and Product Inquiry</a:t>
            </a:r>
            <a:endParaRPr i="0" sz="800" u="none" cap="none" strike="noStrike">
              <a:latin typeface="Salesforce Sans"/>
              <a:ea typeface="Salesforce Sans"/>
              <a:cs typeface="Salesforce Sans"/>
              <a:sym typeface="Salesforce Sans"/>
            </a:endParaRPr>
          </a:p>
        </p:txBody>
      </p:sp>
      <p:sp>
        <p:nvSpPr>
          <p:cNvPr id="6332" name="Google Shape;6332;p173"/>
          <p:cNvSpPr txBox="1"/>
          <p:nvPr/>
        </p:nvSpPr>
        <p:spPr>
          <a:xfrm>
            <a:off x="2936457" y="8388329"/>
            <a:ext cx="1457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Pre-Work Brief &amp; </a:t>
            </a:r>
            <a:br>
              <a:rPr lang="en" sz="800">
                <a:latin typeface="Salesforce Sans"/>
                <a:ea typeface="Salesforce Sans"/>
                <a:cs typeface="Salesforce Sans"/>
                <a:sym typeface="Salesforce Sans"/>
              </a:rPr>
            </a:br>
            <a:r>
              <a:rPr lang="en" sz="800">
                <a:latin typeface="Salesforce Sans"/>
                <a:ea typeface="Salesforce Sans"/>
                <a:cs typeface="Salesforce Sans"/>
                <a:sym typeface="Salesforce Sans"/>
              </a:rPr>
              <a:t>Post Work Summary</a:t>
            </a:r>
            <a:endParaRPr i="0" sz="800" u="none" cap="none" strike="noStrike">
              <a:latin typeface="Salesforce Sans"/>
              <a:ea typeface="Salesforce Sans"/>
              <a:cs typeface="Salesforce Sans"/>
              <a:sym typeface="Salesforce Sans"/>
            </a:endParaRPr>
          </a:p>
        </p:txBody>
      </p:sp>
      <p:sp>
        <p:nvSpPr>
          <p:cNvPr id="6333" name="Google Shape;6333;p173"/>
          <p:cNvSpPr txBox="1"/>
          <p:nvPr/>
        </p:nvSpPr>
        <p:spPr>
          <a:xfrm>
            <a:off x="2936457" y="881319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MACD</a:t>
            </a:r>
            <a:endParaRPr i="0" sz="800" u="none" cap="none" strike="noStrike">
              <a:latin typeface="Salesforce Sans"/>
              <a:ea typeface="Salesforce Sans"/>
              <a:cs typeface="Salesforce Sans"/>
              <a:sym typeface="Salesforce Sans"/>
            </a:endParaRPr>
          </a:p>
        </p:txBody>
      </p:sp>
      <p:sp>
        <p:nvSpPr>
          <p:cNvPr id="6334" name="Google Shape;6334;p173"/>
          <p:cNvSpPr txBox="1"/>
          <p:nvPr/>
        </p:nvSpPr>
        <p:spPr>
          <a:xfrm>
            <a:off x="2936457" y="895298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Billing </a:t>
            </a:r>
            <a:r>
              <a:rPr lang="en" sz="800">
                <a:latin typeface="Salesforce Sans"/>
                <a:ea typeface="Salesforce Sans"/>
                <a:cs typeface="Salesforce Sans"/>
                <a:sym typeface="Salesforce Sans"/>
              </a:rPr>
              <a:t>Resolution</a:t>
            </a:r>
            <a:endParaRPr i="0" sz="800" u="none" cap="none" strike="noStrike">
              <a:latin typeface="Salesforce Sans"/>
              <a:ea typeface="Salesforce Sans"/>
              <a:cs typeface="Salesforce Sans"/>
              <a:sym typeface="Salesforce Sans"/>
            </a:endParaRPr>
          </a:p>
        </p:txBody>
      </p:sp>
      <p:sp>
        <p:nvSpPr>
          <p:cNvPr id="6335" name="Google Shape;6335;p173"/>
          <p:cNvSpPr txBox="1"/>
          <p:nvPr/>
        </p:nvSpPr>
        <p:spPr>
          <a:xfrm>
            <a:off x="2936457" y="923256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Service Assistant</a:t>
            </a:r>
            <a:endParaRPr i="0" sz="800" u="none" cap="none" strike="noStrike">
              <a:latin typeface="Salesforce Sans"/>
              <a:ea typeface="Salesforce Sans"/>
              <a:cs typeface="Salesforce Sans"/>
              <a:sym typeface="Salesforce Sans"/>
            </a:endParaRPr>
          </a:p>
        </p:txBody>
      </p:sp>
      <p:sp>
        <p:nvSpPr>
          <p:cNvPr id="6336" name="Google Shape;6336;p173"/>
          <p:cNvSpPr txBox="1"/>
          <p:nvPr/>
        </p:nvSpPr>
        <p:spPr>
          <a:xfrm>
            <a:off x="2936457" y="937235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General FAQ &amp; Knowledge</a:t>
            </a:r>
            <a:endParaRPr i="0" sz="800" u="none" cap="none" strike="noStrike">
              <a:latin typeface="Salesforce Sans"/>
              <a:ea typeface="Salesforce Sans"/>
              <a:cs typeface="Salesforce Sans"/>
              <a:sym typeface="Salesforce Sans"/>
            </a:endParaRPr>
          </a:p>
        </p:txBody>
      </p:sp>
      <p:sp>
        <p:nvSpPr>
          <p:cNvPr id="6337" name="Google Shape;6337;p173"/>
          <p:cNvSpPr txBox="1"/>
          <p:nvPr/>
        </p:nvSpPr>
        <p:spPr>
          <a:xfrm>
            <a:off x="2936457" y="90927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Troubleshooting</a:t>
            </a:r>
            <a:endParaRPr i="0" sz="800" u="none" cap="none" strike="noStrike">
              <a:latin typeface="Salesforce Sans"/>
              <a:ea typeface="Salesforce Sans"/>
              <a:cs typeface="Salesforce Sans"/>
              <a:sym typeface="Salesforce Sans"/>
            </a:endParaRPr>
          </a:p>
        </p:txBody>
      </p:sp>
      <p:sp>
        <p:nvSpPr>
          <p:cNvPr id="6338" name="Google Shape;6338;p173"/>
          <p:cNvSpPr txBox="1"/>
          <p:nvPr/>
        </p:nvSpPr>
        <p:spPr>
          <a:xfrm>
            <a:off x="2936457" y="65939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Provisioning And Activation</a:t>
            </a:r>
            <a:endParaRPr i="0" sz="800" u="none" cap="none" strike="noStrike">
              <a:latin typeface="Salesforce Sans"/>
              <a:ea typeface="Salesforce Sans"/>
              <a:cs typeface="Salesforce Sans"/>
              <a:sym typeface="Salesforce Sans"/>
            </a:endParaRPr>
          </a:p>
        </p:txBody>
      </p:sp>
      <p:sp>
        <p:nvSpPr>
          <p:cNvPr id="6339" name="Google Shape;6339;p173"/>
          <p:cNvSpPr txBox="1"/>
          <p:nvPr/>
        </p:nvSpPr>
        <p:spPr>
          <a:xfrm>
            <a:off x="2936457" y="672489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Invoice Generation</a:t>
            </a:r>
            <a:endParaRPr i="0" sz="800" u="none" cap="none" strike="noStrike">
              <a:latin typeface="Salesforce Sans"/>
              <a:ea typeface="Salesforce Sans"/>
              <a:cs typeface="Salesforce Sans"/>
              <a:sym typeface="Salesforce Sans"/>
            </a:endParaRPr>
          </a:p>
        </p:txBody>
      </p:sp>
      <p:sp>
        <p:nvSpPr>
          <p:cNvPr id="6340" name="Google Shape;6340;p173"/>
          <p:cNvSpPr txBox="1"/>
          <p:nvPr/>
        </p:nvSpPr>
        <p:spPr>
          <a:xfrm>
            <a:off x="2936457" y="68558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Partner Inquiry</a:t>
            </a:r>
            <a:endParaRPr i="0" sz="800" u="none" cap="none" strike="noStrike">
              <a:latin typeface="Salesforce Sans"/>
              <a:ea typeface="Salesforce Sans"/>
              <a:cs typeface="Salesforce Sans"/>
              <a:sym typeface="Salesforce Sans"/>
            </a:endParaRPr>
          </a:p>
        </p:txBody>
      </p:sp>
      <p:sp>
        <p:nvSpPr>
          <p:cNvPr id="6341" name="Google Shape;6341;p173"/>
          <p:cNvSpPr txBox="1"/>
          <p:nvPr/>
        </p:nvSpPr>
        <p:spPr>
          <a:xfrm>
            <a:off x="2936457" y="702352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Verification</a:t>
            </a:r>
            <a:endParaRPr i="0" sz="800" u="none" cap="none" strike="noStrike">
              <a:latin typeface="Salesforce Sans"/>
              <a:ea typeface="Salesforce Sans"/>
              <a:cs typeface="Salesforce Sans"/>
              <a:sym typeface="Salesforce Sans"/>
            </a:endParaRPr>
          </a:p>
        </p:txBody>
      </p:sp>
      <p:sp>
        <p:nvSpPr>
          <p:cNvPr id="6342" name="Google Shape;6342;p173"/>
          <p:cNvSpPr/>
          <p:nvPr/>
        </p:nvSpPr>
        <p:spPr>
          <a:xfrm>
            <a:off x="2799092" y="34599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3" name="Google Shape;6343;p173"/>
          <p:cNvSpPr/>
          <p:nvPr/>
        </p:nvSpPr>
        <p:spPr>
          <a:xfrm>
            <a:off x="2799092" y="533604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44" name="Google Shape;6344;p173"/>
          <p:cNvSpPr/>
          <p:nvPr/>
        </p:nvSpPr>
        <p:spPr>
          <a:xfrm>
            <a:off x="2799092" y="6284479"/>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5" name="Google Shape;6345;p173"/>
          <p:cNvSpPr/>
          <p:nvPr/>
        </p:nvSpPr>
        <p:spPr>
          <a:xfrm>
            <a:off x="2799092" y="9111372"/>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46" name="Google Shape;6346;p173"/>
          <p:cNvSpPr txBox="1"/>
          <p:nvPr/>
        </p:nvSpPr>
        <p:spPr>
          <a:xfrm>
            <a:off x="2936457" y="18421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Sales Revenue</a:t>
            </a:r>
            <a:endParaRPr i="0" sz="800" u="none" cap="none" strike="noStrike">
              <a:latin typeface="Salesforce Sans"/>
              <a:ea typeface="Salesforce Sans"/>
              <a:cs typeface="Salesforce Sans"/>
              <a:sym typeface="Salesforce Sans"/>
            </a:endParaRPr>
          </a:p>
        </p:txBody>
      </p:sp>
      <p:sp>
        <p:nvSpPr>
          <p:cNvPr id="6347" name="Google Shape;6347;p173"/>
          <p:cNvSpPr/>
          <p:nvPr/>
        </p:nvSpPr>
        <p:spPr>
          <a:xfrm>
            <a:off x="2799092" y="1860638"/>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48" name="Google Shape;6348;p173"/>
          <p:cNvSpPr txBox="1"/>
          <p:nvPr/>
        </p:nvSpPr>
        <p:spPr>
          <a:xfrm>
            <a:off x="2936457" y="1997197"/>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Sales </a:t>
            </a:r>
            <a:r>
              <a:rPr lang="en" sz="800">
                <a:latin typeface="Salesforce Sans"/>
                <a:ea typeface="Salesforce Sans"/>
                <a:cs typeface="Salesforce Sans"/>
                <a:sym typeface="Salesforce Sans"/>
              </a:rPr>
              <a:t>Coach</a:t>
            </a:r>
            <a:endParaRPr i="0" sz="800" u="none" cap="none" strike="noStrike">
              <a:latin typeface="Salesforce Sans"/>
              <a:ea typeface="Salesforce Sans"/>
              <a:cs typeface="Salesforce Sans"/>
              <a:sym typeface="Salesforce Sans"/>
            </a:endParaRPr>
          </a:p>
        </p:txBody>
      </p:sp>
      <p:sp>
        <p:nvSpPr>
          <p:cNvPr id="6349" name="Google Shape;6349;p173"/>
          <p:cNvSpPr/>
          <p:nvPr/>
        </p:nvSpPr>
        <p:spPr>
          <a:xfrm>
            <a:off x="2799092" y="201564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50" name="Google Shape;6350;p173"/>
          <p:cNvSpPr txBox="1"/>
          <p:nvPr/>
        </p:nvSpPr>
        <p:spPr>
          <a:xfrm>
            <a:off x="2936457" y="215220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Manage Deals</a:t>
            </a:r>
            <a:endParaRPr i="0" sz="800" u="none" cap="none" strike="noStrike">
              <a:latin typeface="Salesforce Sans"/>
              <a:ea typeface="Salesforce Sans"/>
              <a:cs typeface="Salesforce Sans"/>
              <a:sym typeface="Salesforce Sans"/>
            </a:endParaRPr>
          </a:p>
        </p:txBody>
      </p:sp>
      <p:sp>
        <p:nvSpPr>
          <p:cNvPr id="6351" name="Google Shape;6351;p173"/>
          <p:cNvSpPr/>
          <p:nvPr/>
        </p:nvSpPr>
        <p:spPr>
          <a:xfrm>
            <a:off x="2799092" y="217065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2" name="Google Shape;6352;p173"/>
          <p:cNvSpPr txBox="1"/>
          <p:nvPr/>
        </p:nvSpPr>
        <p:spPr>
          <a:xfrm>
            <a:off x="2936457" y="232251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Forecast Guidance</a:t>
            </a:r>
            <a:endParaRPr i="0" sz="800" u="none" cap="none" strike="noStrike">
              <a:latin typeface="Salesforce Sans"/>
              <a:ea typeface="Salesforce Sans"/>
              <a:cs typeface="Salesforce Sans"/>
              <a:sym typeface="Salesforce Sans"/>
            </a:endParaRPr>
          </a:p>
        </p:txBody>
      </p:sp>
      <p:sp>
        <p:nvSpPr>
          <p:cNvPr id="6353" name="Google Shape;6353;p173"/>
          <p:cNvSpPr/>
          <p:nvPr/>
        </p:nvSpPr>
        <p:spPr>
          <a:xfrm>
            <a:off x="2799092" y="234096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4" name="Google Shape;6354;p173"/>
          <p:cNvSpPr txBox="1"/>
          <p:nvPr/>
        </p:nvSpPr>
        <p:spPr>
          <a:xfrm>
            <a:off x="2936457" y="247826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355" name="Google Shape;6355;p173"/>
          <p:cNvSpPr/>
          <p:nvPr/>
        </p:nvSpPr>
        <p:spPr>
          <a:xfrm>
            <a:off x="2799092" y="24967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6" name="Google Shape;6356;p173"/>
          <p:cNvSpPr txBox="1"/>
          <p:nvPr/>
        </p:nvSpPr>
        <p:spPr>
          <a:xfrm>
            <a:off x="2936457" y="278501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Scenario Modelling</a:t>
            </a:r>
            <a:endParaRPr i="0" sz="800" u="none" cap="none" strike="noStrike">
              <a:latin typeface="Salesforce Sans"/>
              <a:ea typeface="Salesforce Sans"/>
              <a:cs typeface="Salesforce Sans"/>
              <a:sym typeface="Salesforce Sans"/>
            </a:endParaRPr>
          </a:p>
        </p:txBody>
      </p:sp>
      <p:sp>
        <p:nvSpPr>
          <p:cNvPr id="6357" name="Google Shape;6357;p173"/>
          <p:cNvSpPr/>
          <p:nvPr/>
        </p:nvSpPr>
        <p:spPr>
          <a:xfrm>
            <a:off x="2799092" y="280346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8" name="Google Shape;6358;p173"/>
          <p:cNvSpPr/>
          <p:nvPr/>
        </p:nvSpPr>
        <p:spPr>
          <a:xfrm>
            <a:off x="2799092" y="297242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59" name="Google Shape;6359;p173"/>
          <p:cNvSpPr/>
          <p:nvPr/>
        </p:nvSpPr>
        <p:spPr>
          <a:xfrm>
            <a:off x="2799092" y="3128037"/>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0" name="Google Shape;6360;p173"/>
          <p:cNvSpPr txBox="1"/>
          <p:nvPr/>
        </p:nvSpPr>
        <p:spPr>
          <a:xfrm>
            <a:off x="2936457" y="26316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361" name="Google Shape;6361;p173"/>
          <p:cNvSpPr/>
          <p:nvPr/>
        </p:nvSpPr>
        <p:spPr>
          <a:xfrm>
            <a:off x="2799092" y="2650091"/>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2" name="Google Shape;6362;p173"/>
          <p:cNvSpPr/>
          <p:nvPr/>
        </p:nvSpPr>
        <p:spPr>
          <a:xfrm>
            <a:off x="2799092" y="39054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3" name="Google Shape;6363;p173"/>
          <p:cNvSpPr/>
          <p:nvPr/>
        </p:nvSpPr>
        <p:spPr>
          <a:xfrm>
            <a:off x="2799092" y="421474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4" name="Google Shape;6364;p173"/>
          <p:cNvSpPr/>
          <p:nvPr/>
        </p:nvSpPr>
        <p:spPr>
          <a:xfrm>
            <a:off x="2799092" y="405899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5" name="Google Shape;6365;p173"/>
          <p:cNvSpPr/>
          <p:nvPr/>
        </p:nvSpPr>
        <p:spPr>
          <a:xfrm>
            <a:off x="2799092" y="436811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66" name="Google Shape;6366;p173"/>
          <p:cNvSpPr/>
          <p:nvPr/>
        </p:nvSpPr>
        <p:spPr>
          <a:xfrm>
            <a:off x="2799092" y="518029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F6922C"/>
              </a:highlight>
              <a:latin typeface="Salesforce Sans"/>
              <a:ea typeface="Salesforce Sans"/>
              <a:cs typeface="Salesforce Sans"/>
              <a:sym typeface="Salesforce Sans"/>
            </a:endParaRPr>
          </a:p>
        </p:txBody>
      </p:sp>
      <p:sp>
        <p:nvSpPr>
          <p:cNvPr id="6367" name="Google Shape;6367;p173"/>
          <p:cNvSpPr/>
          <p:nvPr/>
        </p:nvSpPr>
        <p:spPr>
          <a:xfrm>
            <a:off x="2799092" y="6128725"/>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68" name="Google Shape;6368;p173"/>
          <p:cNvSpPr/>
          <p:nvPr/>
        </p:nvSpPr>
        <p:spPr>
          <a:xfrm>
            <a:off x="2799092" y="7812490"/>
            <a:ext cx="91200" cy="91200"/>
          </a:xfrm>
          <a:prstGeom prst="ellipse">
            <a:avLst/>
          </a:prstGeom>
          <a:solidFill>
            <a:srgbClr val="08ABED"/>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69" name="Google Shape;6369;p173"/>
          <p:cNvSpPr/>
          <p:nvPr/>
        </p:nvSpPr>
        <p:spPr>
          <a:xfrm>
            <a:off x="2799092" y="810971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0" name="Google Shape;6370;p173"/>
          <p:cNvSpPr/>
          <p:nvPr/>
        </p:nvSpPr>
        <p:spPr>
          <a:xfrm>
            <a:off x="2799092" y="825832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1" name="Google Shape;6371;p173"/>
          <p:cNvSpPr/>
          <p:nvPr/>
        </p:nvSpPr>
        <p:spPr>
          <a:xfrm>
            <a:off x="2799092" y="869200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2" name="Google Shape;6372;p173"/>
          <p:cNvSpPr/>
          <p:nvPr/>
        </p:nvSpPr>
        <p:spPr>
          <a:xfrm>
            <a:off x="2799092" y="8406930"/>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3" name="Google Shape;6373;p173"/>
          <p:cNvSpPr/>
          <p:nvPr/>
        </p:nvSpPr>
        <p:spPr>
          <a:xfrm>
            <a:off x="2799092" y="8831791"/>
            <a:ext cx="91200" cy="91200"/>
          </a:xfrm>
          <a:prstGeom prst="ellipse">
            <a:avLst/>
          </a:prstGeom>
          <a:solidFill>
            <a:srgbClr val="00B3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4" name="Google Shape;6374;p173"/>
          <p:cNvSpPr/>
          <p:nvPr/>
        </p:nvSpPr>
        <p:spPr>
          <a:xfrm>
            <a:off x="2799092" y="897158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5" name="Google Shape;6375;p173"/>
          <p:cNvSpPr/>
          <p:nvPr/>
        </p:nvSpPr>
        <p:spPr>
          <a:xfrm>
            <a:off x="2799092" y="939095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76" name="Google Shape;6376;p173"/>
          <p:cNvSpPr/>
          <p:nvPr/>
        </p:nvSpPr>
        <p:spPr>
          <a:xfrm>
            <a:off x="2799092" y="661252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7" name="Google Shape;6377;p173"/>
          <p:cNvSpPr/>
          <p:nvPr/>
        </p:nvSpPr>
        <p:spPr>
          <a:xfrm>
            <a:off x="2799092" y="733934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78" name="Google Shape;6378;p173"/>
          <p:cNvSpPr/>
          <p:nvPr/>
        </p:nvSpPr>
        <p:spPr>
          <a:xfrm>
            <a:off x="2799092" y="452387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latin typeface="Salesforce Sans"/>
              <a:ea typeface="Salesforce Sans"/>
              <a:cs typeface="Salesforce Sans"/>
              <a:sym typeface="Salesforce Sans"/>
            </a:endParaRPr>
          </a:p>
        </p:txBody>
      </p:sp>
      <p:sp>
        <p:nvSpPr>
          <p:cNvPr id="6379" name="Google Shape;6379;p173"/>
          <p:cNvSpPr/>
          <p:nvPr/>
        </p:nvSpPr>
        <p:spPr>
          <a:xfrm>
            <a:off x="2799092" y="469806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0" name="Google Shape;6380;p173"/>
          <p:cNvSpPr/>
          <p:nvPr/>
        </p:nvSpPr>
        <p:spPr>
          <a:xfrm>
            <a:off x="2799092" y="485206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1" name="Google Shape;6381;p173"/>
          <p:cNvSpPr/>
          <p:nvPr/>
        </p:nvSpPr>
        <p:spPr>
          <a:xfrm>
            <a:off x="2799092" y="3283936"/>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2" name="Google Shape;6382;p173"/>
          <p:cNvSpPr txBox="1"/>
          <p:nvPr/>
        </p:nvSpPr>
        <p:spPr>
          <a:xfrm>
            <a:off x="2936457" y="37134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Store Performance</a:t>
            </a:r>
            <a:endParaRPr i="0" sz="800" u="none" cap="none" strike="noStrike">
              <a:latin typeface="Salesforce Sans"/>
              <a:ea typeface="Salesforce Sans"/>
              <a:cs typeface="Salesforce Sans"/>
              <a:sym typeface="Salesforce Sans"/>
            </a:endParaRPr>
          </a:p>
        </p:txBody>
      </p:sp>
      <p:sp>
        <p:nvSpPr>
          <p:cNvPr id="6383" name="Google Shape;6383;p173"/>
          <p:cNvSpPr/>
          <p:nvPr/>
        </p:nvSpPr>
        <p:spPr>
          <a:xfrm>
            <a:off x="2799092" y="37318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4" name="Google Shape;6384;p173"/>
          <p:cNvSpPr/>
          <p:nvPr/>
        </p:nvSpPr>
        <p:spPr>
          <a:xfrm>
            <a:off x="2799092" y="502692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B827C"/>
              </a:solidFill>
              <a:highlight>
                <a:srgbClr val="022AC0"/>
              </a:highlight>
              <a:latin typeface="Salesforce Sans"/>
              <a:ea typeface="Salesforce Sans"/>
              <a:cs typeface="Salesforce Sans"/>
              <a:sym typeface="Salesforce Sans"/>
            </a:endParaRPr>
          </a:p>
        </p:txBody>
      </p:sp>
      <p:sp>
        <p:nvSpPr>
          <p:cNvPr id="6385" name="Google Shape;6385;p173"/>
          <p:cNvSpPr/>
          <p:nvPr/>
        </p:nvSpPr>
        <p:spPr>
          <a:xfrm>
            <a:off x="2799092" y="549180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6" name="Google Shape;6386;p173"/>
          <p:cNvSpPr/>
          <p:nvPr/>
        </p:nvSpPr>
        <p:spPr>
          <a:xfrm>
            <a:off x="2799092" y="597297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7" name="Google Shape;6387;p173"/>
          <p:cNvSpPr/>
          <p:nvPr/>
        </p:nvSpPr>
        <p:spPr>
          <a:xfrm>
            <a:off x="2799092" y="5819599"/>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88" name="Google Shape;6388;p173"/>
          <p:cNvSpPr/>
          <p:nvPr/>
        </p:nvSpPr>
        <p:spPr>
          <a:xfrm>
            <a:off x="2799092" y="64402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89" name="Google Shape;6389;p173"/>
          <p:cNvSpPr/>
          <p:nvPr/>
        </p:nvSpPr>
        <p:spPr>
          <a:xfrm>
            <a:off x="2799092" y="674349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0" name="Google Shape;6390;p173"/>
          <p:cNvSpPr/>
          <p:nvPr/>
        </p:nvSpPr>
        <p:spPr>
          <a:xfrm>
            <a:off x="2799092" y="687446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1" name="Google Shape;6391;p173"/>
          <p:cNvSpPr/>
          <p:nvPr/>
        </p:nvSpPr>
        <p:spPr>
          <a:xfrm>
            <a:off x="2799092" y="71907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2" name="Google Shape;6392;p173"/>
          <p:cNvSpPr/>
          <p:nvPr/>
        </p:nvSpPr>
        <p:spPr>
          <a:xfrm>
            <a:off x="2799092" y="704212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3" name="Google Shape;6393;p173"/>
          <p:cNvSpPr/>
          <p:nvPr/>
        </p:nvSpPr>
        <p:spPr>
          <a:xfrm>
            <a:off x="2799092" y="74879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4" name="Google Shape;6394;p173"/>
          <p:cNvSpPr/>
          <p:nvPr/>
        </p:nvSpPr>
        <p:spPr>
          <a:xfrm>
            <a:off x="2799092" y="79611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5" name="Google Shape;6395;p173"/>
          <p:cNvSpPr/>
          <p:nvPr/>
        </p:nvSpPr>
        <p:spPr>
          <a:xfrm>
            <a:off x="2799092" y="9251163"/>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396" name="Google Shape;6396;p173"/>
          <p:cNvSpPr txBox="1"/>
          <p:nvPr/>
        </p:nvSpPr>
        <p:spPr>
          <a:xfrm>
            <a:off x="2935148" y="564644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Site Grouping</a:t>
            </a:r>
            <a:endParaRPr i="0" sz="800" u="none" cap="none" strike="noStrike">
              <a:latin typeface="Salesforce Sans"/>
              <a:ea typeface="Salesforce Sans"/>
              <a:cs typeface="Salesforce Sans"/>
              <a:sym typeface="Salesforce Sans"/>
            </a:endParaRPr>
          </a:p>
        </p:txBody>
      </p:sp>
      <p:sp>
        <p:nvSpPr>
          <p:cNvPr id="6397" name="Google Shape;6397;p173"/>
          <p:cNvSpPr/>
          <p:nvPr/>
        </p:nvSpPr>
        <p:spPr>
          <a:xfrm>
            <a:off x="2797278" y="5665044"/>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022AC0"/>
              </a:solidFill>
              <a:highlight>
                <a:srgbClr val="022AC0"/>
              </a:highlight>
              <a:latin typeface="Salesforce Sans"/>
              <a:ea typeface="Salesforce Sans"/>
              <a:cs typeface="Salesforce Sans"/>
              <a:sym typeface="Salesforce Sans"/>
            </a:endParaRPr>
          </a:p>
        </p:txBody>
      </p:sp>
      <p:sp>
        <p:nvSpPr>
          <p:cNvPr id="6398" name="Google Shape;6398;p173"/>
          <p:cNvSpPr txBox="1"/>
          <p:nvPr/>
        </p:nvSpPr>
        <p:spPr>
          <a:xfrm>
            <a:off x="2935140" y="76383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Guided Selling</a:t>
            </a:r>
            <a:endParaRPr i="0" sz="800" u="none" cap="none" strike="noStrike">
              <a:latin typeface="Salesforce Sans"/>
              <a:ea typeface="Salesforce Sans"/>
              <a:cs typeface="Salesforce Sans"/>
              <a:sym typeface="Salesforce Sans"/>
            </a:endParaRPr>
          </a:p>
        </p:txBody>
      </p:sp>
      <p:sp>
        <p:nvSpPr>
          <p:cNvPr id="6399" name="Google Shape;6399;p173"/>
          <p:cNvSpPr/>
          <p:nvPr/>
        </p:nvSpPr>
        <p:spPr>
          <a:xfrm>
            <a:off x="2797267" y="765693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900" u="none" cap="none" strike="noStrike">
              <a:solidFill>
                <a:srgbClr val="FFFFFF"/>
              </a:solidFill>
              <a:latin typeface="Salesforce Sans"/>
              <a:ea typeface="Salesforce Sans"/>
              <a:cs typeface="Salesforce Sans"/>
              <a:sym typeface="Salesforce Sans"/>
            </a:endParaRPr>
          </a:p>
        </p:txBody>
      </p:sp>
      <p:sp>
        <p:nvSpPr>
          <p:cNvPr id="6400" name="Google Shape;6400;p173"/>
          <p:cNvSpPr txBox="1"/>
          <p:nvPr/>
        </p:nvSpPr>
        <p:spPr>
          <a:xfrm>
            <a:off x="478339"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401" name="Google Shape;6401;p173"/>
          <p:cNvSpPr txBox="1"/>
          <p:nvPr/>
        </p:nvSpPr>
        <p:spPr>
          <a:xfrm>
            <a:off x="1678107"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402" name="Google Shape;6402;p173"/>
          <p:cNvGrpSpPr/>
          <p:nvPr/>
        </p:nvGrpSpPr>
        <p:grpSpPr>
          <a:xfrm>
            <a:off x="497950" y="1867456"/>
            <a:ext cx="952566" cy="449700"/>
            <a:chOff x="755108" y="1946374"/>
            <a:chExt cx="1322458" cy="449700"/>
          </a:xfrm>
        </p:grpSpPr>
        <p:sp>
          <p:nvSpPr>
            <p:cNvPr id="6403" name="Google Shape;6403;p173"/>
            <p:cNvSpPr/>
            <p:nvPr/>
          </p:nvSpPr>
          <p:spPr>
            <a:xfrm>
              <a:off x="755165" y="19463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4" name="Google Shape;6404;p173"/>
            <p:cNvSpPr txBox="1"/>
            <p:nvPr/>
          </p:nvSpPr>
          <p:spPr>
            <a:xfrm>
              <a:off x="755108" y="2108821"/>
              <a:ext cx="13224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a:t>
              </a:r>
              <a:endParaRPr sz="1600">
                <a:latin typeface="Avant Garde Demi SFDC"/>
                <a:ea typeface="Avant Garde Demi SFDC"/>
                <a:cs typeface="Avant Garde Demi SFDC"/>
                <a:sym typeface="Avant Garde Demi SFDC"/>
              </a:endParaRPr>
            </a:p>
          </p:txBody>
        </p:sp>
      </p:grpSp>
      <p:sp>
        <p:nvSpPr>
          <p:cNvPr id="6405" name="Google Shape;6405;p173"/>
          <p:cNvSpPr txBox="1"/>
          <p:nvPr/>
        </p:nvSpPr>
        <p:spPr>
          <a:xfrm>
            <a:off x="2936969"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406" name="Google Shape;6406;p173"/>
          <p:cNvSpPr txBox="1"/>
          <p:nvPr/>
        </p:nvSpPr>
        <p:spPr>
          <a:xfrm>
            <a:off x="1678102" y="1845619"/>
            <a:ext cx="9525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GTM Operations</a:t>
            </a:r>
            <a:endParaRPr sz="1600"/>
          </a:p>
        </p:txBody>
      </p:sp>
      <p:grpSp>
        <p:nvGrpSpPr>
          <p:cNvPr id="6407" name="Google Shape;6407;p173"/>
          <p:cNvGrpSpPr/>
          <p:nvPr/>
        </p:nvGrpSpPr>
        <p:grpSpPr>
          <a:xfrm>
            <a:off x="497991" y="7043359"/>
            <a:ext cx="952525" cy="449700"/>
            <a:chOff x="755165" y="1951713"/>
            <a:chExt cx="1322400" cy="449700"/>
          </a:xfrm>
        </p:grpSpPr>
        <p:sp>
          <p:nvSpPr>
            <p:cNvPr id="6408" name="Google Shape;6408;p173"/>
            <p:cNvSpPr/>
            <p:nvPr/>
          </p:nvSpPr>
          <p:spPr>
            <a:xfrm>
              <a:off x="755165" y="1951713"/>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09" name="Google Shape;6409;p173"/>
            <p:cNvSpPr txBox="1"/>
            <p:nvPr/>
          </p:nvSpPr>
          <p:spPr>
            <a:xfrm>
              <a:off x="755177" y="2114166"/>
              <a:ext cx="1310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Customer Care</a:t>
              </a:r>
              <a:endParaRPr sz="1600">
                <a:latin typeface="Avant Garde Demi SFDC"/>
                <a:ea typeface="Avant Garde Demi SFDC"/>
                <a:cs typeface="Avant Garde Demi SFDC"/>
                <a:sym typeface="Avant Garde Demi SFDC"/>
              </a:endParaRPr>
            </a:p>
          </p:txBody>
        </p:sp>
      </p:grpSp>
      <p:sp>
        <p:nvSpPr>
          <p:cNvPr id="6410" name="Google Shape;6410;p173"/>
          <p:cNvSpPr/>
          <p:nvPr/>
        </p:nvSpPr>
        <p:spPr>
          <a:xfrm>
            <a:off x="1678107" y="9544491"/>
            <a:ext cx="973200" cy="461400"/>
          </a:xfrm>
          <a:prstGeom prst="roundRect">
            <a:avLst>
              <a:gd fmla="val 0" name="adj"/>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Strategy </a:t>
            </a:r>
            <a:r>
              <a:rPr b="1" lang="en" sz="900">
                <a:solidFill>
                  <a:srgbClr val="066AFE"/>
                </a:solidFill>
                <a:latin typeface="Salesforce Sans"/>
                <a:ea typeface="Salesforce Sans"/>
                <a:cs typeface="Salesforce Sans"/>
                <a:sym typeface="Salesforce Sans"/>
              </a:rPr>
              <a:t>&amp;</a:t>
            </a:r>
            <a:r>
              <a:rPr b="1" i="0" lang="en" sz="900" u="none" cap="none" strike="noStrike">
                <a:solidFill>
                  <a:srgbClr val="066AFE"/>
                </a:solidFill>
                <a:latin typeface="Salesforce Sans"/>
                <a:ea typeface="Salesforce Sans"/>
                <a:cs typeface="Salesforce Sans"/>
                <a:sym typeface="Salesforce Sans"/>
              </a:rPr>
              <a:t> Direction </a:t>
            </a:r>
            <a:endParaRPr b="1" i="0" sz="900" u="none" cap="none" strike="noStrike">
              <a:solidFill>
                <a:srgbClr val="066AFE"/>
              </a:solidFill>
              <a:latin typeface="Salesforce Sans"/>
              <a:ea typeface="Salesforce Sans"/>
              <a:cs typeface="Salesforce Sans"/>
              <a:sym typeface="Salesforce Sans"/>
            </a:endParaRPr>
          </a:p>
        </p:txBody>
      </p:sp>
      <p:sp>
        <p:nvSpPr>
          <p:cNvPr id="6411" name="Google Shape;6411;p173"/>
          <p:cNvSpPr txBox="1"/>
          <p:nvPr/>
        </p:nvSpPr>
        <p:spPr>
          <a:xfrm>
            <a:off x="2936457" y="9543964"/>
            <a:ext cx="1492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 &amp; Competitive Analysis</a:t>
            </a:r>
            <a:endParaRPr i="0" sz="800" u="none" cap="none" strike="noStrike">
              <a:latin typeface="Salesforce Sans"/>
              <a:ea typeface="Salesforce Sans"/>
              <a:cs typeface="Salesforce Sans"/>
              <a:sym typeface="Salesforce Sans"/>
            </a:endParaRPr>
          </a:p>
        </p:txBody>
      </p:sp>
      <p:sp>
        <p:nvSpPr>
          <p:cNvPr id="6412" name="Google Shape;6412;p173"/>
          <p:cNvSpPr txBox="1"/>
          <p:nvPr/>
        </p:nvSpPr>
        <p:spPr>
          <a:xfrm>
            <a:off x="2936457" y="968360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Strategy Modeling</a:t>
            </a:r>
            <a:endParaRPr i="0" sz="800" u="none" cap="none" strike="noStrike">
              <a:latin typeface="Salesforce Sans"/>
              <a:ea typeface="Salesforce Sans"/>
              <a:cs typeface="Salesforce Sans"/>
              <a:sym typeface="Salesforce Sans"/>
            </a:endParaRPr>
          </a:p>
        </p:txBody>
      </p:sp>
      <p:sp>
        <p:nvSpPr>
          <p:cNvPr id="6413" name="Google Shape;6413;p173"/>
          <p:cNvSpPr txBox="1"/>
          <p:nvPr/>
        </p:nvSpPr>
        <p:spPr>
          <a:xfrm>
            <a:off x="2936457" y="982336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Initiative Planning</a:t>
            </a:r>
            <a:endParaRPr i="0" sz="800" u="none" cap="none" strike="noStrike">
              <a:latin typeface="Salesforce Sans"/>
              <a:ea typeface="Salesforce Sans"/>
              <a:cs typeface="Salesforce Sans"/>
              <a:sym typeface="Salesforce Sans"/>
            </a:endParaRPr>
          </a:p>
        </p:txBody>
      </p:sp>
      <p:sp>
        <p:nvSpPr>
          <p:cNvPr id="6414" name="Google Shape;6414;p173"/>
          <p:cNvSpPr/>
          <p:nvPr/>
        </p:nvSpPr>
        <p:spPr>
          <a:xfrm>
            <a:off x="2799092" y="97021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5" name="Google Shape;6415;p173"/>
          <p:cNvSpPr/>
          <p:nvPr/>
        </p:nvSpPr>
        <p:spPr>
          <a:xfrm>
            <a:off x="2799092" y="956241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416" name="Google Shape;6416;p173"/>
          <p:cNvSpPr/>
          <p:nvPr/>
        </p:nvSpPr>
        <p:spPr>
          <a:xfrm>
            <a:off x="2799092" y="984196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nvGrpSpPr>
          <p:cNvPr id="6417" name="Google Shape;6417;p173"/>
          <p:cNvGrpSpPr/>
          <p:nvPr/>
        </p:nvGrpSpPr>
        <p:grpSpPr>
          <a:xfrm>
            <a:off x="497991" y="9571870"/>
            <a:ext cx="952525" cy="449700"/>
            <a:chOff x="755165" y="1979727"/>
            <a:chExt cx="1322400" cy="449700"/>
          </a:xfrm>
        </p:grpSpPr>
        <p:sp>
          <p:nvSpPr>
            <p:cNvPr id="6418" name="Google Shape;6418;p173"/>
            <p:cNvSpPr/>
            <p:nvPr/>
          </p:nvSpPr>
          <p:spPr>
            <a:xfrm>
              <a:off x="755165" y="1979727"/>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419" name="Google Shape;6419;p173"/>
            <p:cNvSpPr txBox="1"/>
            <p:nvPr/>
          </p:nvSpPr>
          <p:spPr>
            <a:xfrm>
              <a:off x="888815" y="2142177"/>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1600">
                <a:latin typeface="Avant Garde Demi SFDC"/>
                <a:ea typeface="Avant Garde Demi SFDC"/>
                <a:cs typeface="Avant Garde Demi SFDC"/>
                <a:sym typeface="Avant Garde Demi SFDC"/>
              </a:endParaRPr>
            </a:p>
          </p:txBody>
        </p:sp>
      </p:grpSp>
      <p:sp>
        <p:nvSpPr>
          <p:cNvPr id="6420" name="Google Shape;6420;p173"/>
          <p:cNvSpPr/>
          <p:nvPr/>
        </p:nvSpPr>
        <p:spPr>
          <a:xfrm>
            <a:off x="5922089" y="2456259"/>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Promotions Design </a:t>
            </a:r>
            <a:endParaRPr b="1" i="0" sz="900" u="none" cap="none" strike="noStrike">
              <a:solidFill>
                <a:srgbClr val="066AFE"/>
              </a:solidFill>
              <a:latin typeface="Salesforce Sans"/>
              <a:ea typeface="Salesforce Sans"/>
              <a:cs typeface="Salesforce Sans"/>
              <a:sym typeface="Salesforce Sans"/>
            </a:endParaRPr>
          </a:p>
        </p:txBody>
      </p:sp>
      <p:sp>
        <p:nvSpPr>
          <p:cNvPr id="6421" name="Google Shape;6421;p173"/>
          <p:cNvSpPr/>
          <p:nvPr/>
        </p:nvSpPr>
        <p:spPr>
          <a:xfrm>
            <a:off x="5922089" y="3238833"/>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Performance Marketing </a:t>
            </a:r>
            <a:endParaRPr b="1" i="0" sz="900" u="none" cap="none" strike="noStrike">
              <a:solidFill>
                <a:srgbClr val="066AFE"/>
              </a:solidFill>
              <a:latin typeface="Salesforce Sans"/>
              <a:ea typeface="Salesforce Sans"/>
              <a:cs typeface="Salesforce Sans"/>
              <a:sym typeface="Salesforce Sans"/>
            </a:endParaRPr>
          </a:p>
        </p:txBody>
      </p:sp>
      <p:sp>
        <p:nvSpPr>
          <p:cNvPr id="6422" name="Google Shape;6422;p173"/>
          <p:cNvSpPr/>
          <p:nvPr/>
        </p:nvSpPr>
        <p:spPr>
          <a:xfrm>
            <a:off x="5922089" y="397854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Brand Marketing </a:t>
            </a:r>
            <a:endParaRPr b="1" i="0" sz="900" u="none" cap="none" strike="noStrike">
              <a:solidFill>
                <a:srgbClr val="066AFE"/>
              </a:solidFill>
              <a:latin typeface="Salesforce Sans"/>
              <a:ea typeface="Salesforce Sans"/>
              <a:cs typeface="Salesforce Sans"/>
              <a:sym typeface="Salesforce Sans"/>
            </a:endParaRPr>
          </a:p>
        </p:txBody>
      </p:sp>
      <p:sp>
        <p:nvSpPr>
          <p:cNvPr id="6423" name="Google Shape;6423;p173"/>
          <p:cNvSpPr/>
          <p:nvPr/>
        </p:nvSpPr>
        <p:spPr>
          <a:xfrm>
            <a:off x="5922099" y="4600700"/>
            <a:ext cx="973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Digital Platform &amp; Ops </a:t>
            </a:r>
            <a:endParaRPr b="1" i="0" sz="900" u="none" cap="none" strike="noStrike">
              <a:solidFill>
                <a:srgbClr val="066AFE"/>
              </a:solidFill>
              <a:latin typeface="Salesforce Sans"/>
              <a:ea typeface="Salesforce Sans"/>
              <a:cs typeface="Salesforce Sans"/>
              <a:sym typeface="Salesforce Sans"/>
            </a:endParaRPr>
          </a:p>
        </p:txBody>
      </p:sp>
      <p:sp>
        <p:nvSpPr>
          <p:cNvPr id="6424" name="Google Shape;6424;p173"/>
          <p:cNvSpPr/>
          <p:nvPr/>
        </p:nvSpPr>
        <p:spPr>
          <a:xfrm>
            <a:off x="5922089" y="508020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Marketing Agency Mgmt. </a:t>
            </a:r>
            <a:endParaRPr b="1" i="0" sz="900" u="none" cap="none" strike="noStrike">
              <a:solidFill>
                <a:srgbClr val="066AFE"/>
              </a:solidFill>
              <a:latin typeface="Salesforce Sans"/>
              <a:ea typeface="Salesforce Sans"/>
              <a:cs typeface="Salesforce Sans"/>
              <a:sym typeface="Salesforce Sans"/>
            </a:endParaRPr>
          </a:p>
        </p:txBody>
      </p:sp>
      <p:sp>
        <p:nvSpPr>
          <p:cNvPr id="6425" name="Google Shape;6425;p173"/>
          <p:cNvSpPr/>
          <p:nvPr/>
        </p:nvSpPr>
        <p:spPr>
          <a:xfrm>
            <a:off x="5922089" y="5534911"/>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Base Management </a:t>
            </a:r>
            <a:endParaRPr b="1" i="0" sz="900" u="none" cap="none" strike="noStrike">
              <a:solidFill>
                <a:srgbClr val="066AFE"/>
              </a:solidFill>
              <a:latin typeface="Salesforce Sans"/>
              <a:ea typeface="Salesforce Sans"/>
              <a:cs typeface="Salesforce Sans"/>
              <a:sym typeface="Salesforce Sans"/>
            </a:endParaRPr>
          </a:p>
        </p:txBody>
      </p:sp>
      <p:sp>
        <p:nvSpPr>
          <p:cNvPr id="6426" name="Google Shape;6426;p173"/>
          <p:cNvSpPr/>
          <p:nvPr/>
        </p:nvSpPr>
        <p:spPr>
          <a:xfrm>
            <a:off x="5922089" y="6157032"/>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Product Portfolio Strategy </a:t>
            </a:r>
            <a:endParaRPr b="1" i="0" sz="900" u="none" cap="none" strike="noStrike">
              <a:solidFill>
                <a:srgbClr val="066AFE"/>
              </a:solidFill>
              <a:latin typeface="Salesforce Sans"/>
              <a:ea typeface="Salesforce Sans"/>
              <a:cs typeface="Salesforce Sans"/>
              <a:sym typeface="Salesforce Sans"/>
            </a:endParaRPr>
          </a:p>
        </p:txBody>
      </p:sp>
      <p:sp>
        <p:nvSpPr>
          <p:cNvPr id="6427" name="Google Shape;6427;p173"/>
          <p:cNvSpPr/>
          <p:nvPr/>
        </p:nvSpPr>
        <p:spPr>
          <a:xfrm>
            <a:off x="5922089" y="6761630"/>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Mobile Plan Development &amp; Mgmt</a:t>
            </a:r>
            <a:endParaRPr b="1" i="0" sz="900" u="none" cap="none" strike="noStrike">
              <a:solidFill>
                <a:srgbClr val="066AFE"/>
              </a:solidFill>
              <a:latin typeface="Salesforce Sans"/>
              <a:ea typeface="Salesforce Sans"/>
              <a:cs typeface="Salesforce Sans"/>
              <a:sym typeface="Salesforce Sans"/>
            </a:endParaRPr>
          </a:p>
        </p:txBody>
      </p:sp>
      <p:sp>
        <p:nvSpPr>
          <p:cNvPr id="6428" name="Google Shape;6428;p173"/>
          <p:cNvSpPr/>
          <p:nvPr/>
        </p:nvSpPr>
        <p:spPr>
          <a:xfrm>
            <a:off x="5922089" y="7376513"/>
            <a:ext cx="815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Add-Ons Deve</a:t>
            </a:r>
            <a:r>
              <a:rPr b="1" lang="en" sz="900">
                <a:solidFill>
                  <a:srgbClr val="066AFE"/>
                </a:solidFill>
                <a:latin typeface="Salesforce Sans"/>
                <a:ea typeface="Salesforce Sans"/>
                <a:cs typeface="Salesforce Sans"/>
                <a:sym typeface="Salesforce Sans"/>
              </a:rPr>
              <a:t>lopment</a:t>
            </a:r>
            <a:r>
              <a:rPr b="1" i="0" lang="en" sz="900" u="none" cap="none" strike="noStrike">
                <a:solidFill>
                  <a:srgbClr val="066AFE"/>
                </a:solidFill>
                <a:latin typeface="Salesforce Sans"/>
                <a:ea typeface="Salesforce Sans"/>
                <a:cs typeface="Salesforce Sans"/>
                <a:sym typeface="Salesforce Sans"/>
              </a:rPr>
              <a:t> &amp; Mgmt </a:t>
            </a:r>
            <a:endParaRPr b="1" i="0" sz="900" u="none" cap="none" strike="noStrike">
              <a:solidFill>
                <a:srgbClr val="066AFE"/>
              </a:solidFill>
              <a:latin typeface="Salesforce Sans"/>
              <a:ea typeface="Salesforce Sans"/>
              <a:cs typeface="Salesforce Sans"/>
              <a:sym typeface="Salesforce Sans"/>
            </a:endParaRPr>
          </a:p>
        </p:txBody>
      </p:sp>
      <p:sp>
        <p:nvSpPr>
          <p:cNvPr id="6429" name="Google Shape;6429;p173"/>
          <p:cNvSpPr/>
          <p:nvPr/>
        </p:nvSpPr>
        <p:spPr>
          <a:xfrm>
            <a:off x="5922089" y="7998514"/>
            <a:ext cx="8154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Device Portfolio Dev &amp; Mgmt </a:t>
            </a:r>
            <a:endParaRPr b="1" i="0" sz="900" u="none" cap="none" strike="noStrike">
              <a:solidFill>
                <a:srgbClr val="066AFE"/>
              </a:solidFill>
              <a:latin typeface="Salesforce Sans"/>
              <a:ea typeface="Salesforce Sans"/>
              <a:cs typeface="Salesforce Sans"/>
              <a:sym typeface="Salesforce Sans"/>
            </a:endParaRPr>
          </a:p>
        </p:txBody>
      </p:sp>
      <p:sp>
        <p:nvSpPr>
          <p:cNvPr id="6430" name="Google Shape;6430;p173"/>
          <p:cNvSpPr/>
          <p:nvPr/>
        </p:nvSpPr>
        <p:spPr>
          <a:xfrm>
            <a:off x="5922089" y="8606391"/>
            <a:ext cx="815400" cy="53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Broadband Development &amp; Mgmt </a:t>
            </a:r>
            <a:endParaRPr b="1" i="0" sz="900" u="none" cap="none" strike="noStrike">
              <a:solidFill>
                <a:srgbClr val="066AFE"/>
              </a:solidFill>
              <a:latin typeface="Salesforce Sans"/>
              <a:ea typeface="Salesforce Sans"/>
              <a:cs typeface="Salesforce Sans"/>
              <a:sym typeface="Salesforce Sans"/>
            </a:endParaRPr>
          </a:p>
        </p:txBody>
      </p:sp>
      <p:sp>
        <p:nvSpPr>
          <p:cNvPr id="6431" name="Google Shape;6431;p173"/>
          <p:cNvSpPr/>
          <p:nvPr/>
        </p:nvSpPr>
        <p:spPr>
          <a:xfrm>
            <a:off x="5922089" y="9211655"/>
            <a:ext cx="8154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Research and Innovation </a:t>
            </a:r>
            <a:endParaRPr b="1" i="0" sz="900" u="none" cap="none" strike="noStrike">
              <a:solidFill>
                <a:srgbClr val="066AFE"/>
              </a:solidFill>
              <a:latin typeface="Salesforce Sans"/>
              <a:ea typeface="Salesforce Sans"/>
              <a:cs typeface="Salesforce Sans"/>
              <a:sym typeface="Salesforce Sans"/>
            </a:endParaRPr>
          </a:p>
        </p:txBody>
      </p:sp>
      <p:sp>
        <p:nvSpPr>
          <p:cNvPr id="6432" name="Google Shape;6432;p173"/>
          <p:cNvSpPr txBox="1"/>
          <p:nvPr/>
        </p:nvSpPr>
        <p:spPr>
          <a:xfrm>
            <a:off x="7180022" y="199435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Score for Lead Record ID</a:t>
            </a:r>
            <a:endParaRPr i="0" sz="800" u="none" cap="none" strike="noStrike">
              <a:latin typeface="Salesforce Sans"/>
              <a:ea typeface="Salesforce Sans"/>
              <a:cs typeface="Salesforce Sans"/>
              <a:sym typeface="Salesforce Sans"/>
            </a:endParaRPr>
          </a:p>
        </p:txBody>
      </p:sp>
      <p:sp>
        <p:nvSpPr>
          <p:cNvPr id="6433" name="Google Shape;6433;p173"/>
          <p:cNvSpPr txBox="1"/>
          <p:nvPr/>
        </p:nvSpPr>
        <p:spPr>
          <a:xfrm>
            <a:off x="7180022" y="21477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Lead Nurturing</a:t>
            </a:r>
            <a:endParaRPr i="0" sz="800" u="none" cap="none" strike="noStrike">
              <a:latin typeface="Salesforce Sans"/>
              <a:ea typeface="Salesforce Sans"/>
              <a:cs typeface="Salesforce Sans"/>
              <a:sym typeface="Salesforce Sans"/>
            </a:endParaRPr>
          </a:p>
        </p:txBody>
      </p:sp>
      <p:sp>
        <p:nvSpPr>
          <p:cNvPr id="6434" name="Google Shape;6434;p173"/>
          <p:cNvSpPr txBox="1"/>
          <p:nvPr/>
        </p:nvSpPr>
        <p:spPr>
          <a:xfrm>
            <a:off x="7180022" y="229166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a:t>
            </a:r>
            <a:endParaRPr i="0" sz="800" u="none" cap="none" strike="noStrike">
              <a:latin typeface="Salesforce Sans"/>
              <a:ea typeface="Salesforce Sans"/>
              <a:cs typeface="Salesforce Sans"/>
              <a:sym typeface="Salesforce Sans"/>
            </a:endParaRPr>
          </a:p>
        </p:txBody>
      </p:sp>
      <p:sp>
        <p:nvSpPr>
          <p:cNvPr id="6435" name="Google Shape;6435;p173"/>
          <p:cNvSpPr txBox="1"/>
          <p:nvPr/>
        </p:nvSpPr>
        <p:spPr>
          <a:xfrm>
            <a:off x="7180022" y="245104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36" name="Google Shape;6436;p173"/>
          <p:cNvSpPr txBox="1"/>
          <p:nvPr/>
        </p:nvSpPr>
        <p:spPr>
          <a:xfrm>
            <a:off x="7180022" y="274835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Price Allocation</a:t>
            </a:r>
            <a:endParaRPr i="0" sz="800" u="none" cap="none" strike="noStrike">
              <a:latin typeface="Salesforce Sans"/>
              <a:ea typeface="Salesforce Sans"/>
              <a:cs typeface="Salesforce Sans"/>
              <a:sym typeface="Salesforce Sans"/>
            </a:endParaRPr>
          </a:p>
        </p:txBody>
      </p:sp>
      <p:sp>
        <p:nvSpPr>
          <p:cNvPr id="6437" name="Google Shape;6437;p173"/>
          <p:cNvSpPr txBox="1"/>
          <p:nvPr/>
        </p:nvSpPr>
        <p:spPr>
          <a:xfrm>
            <a:off x="7180022" y="289700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38" name="Google Shape;6438;p173"/>
          <p:cNvSpPr txBox="1"/>
          <p:nvPr/>
        </p:nvSpPr>
        <p:spPr>
          <a:xfrm>
            <a:off x="7180022" y="304565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i="0" sz="800" u="none" cap="none" strike="noStrike">
              <a:latin typeface="Salesforce Sans"/>
              <a:ea typeface="Salesforce Sans"/>
              <a:cs typeface="Salesforce Sans"/>
              <a:sym typeface="Salesforce Sans"/>
            </a:endParaRPr>
          </a:p>
        </p:txBody>
      </p:sp>
      <p:sp>
        <p:nvSpPr>
          <p:cNvPr id="6439" name="Google Shape;6439;p173"/>
          <p:cNvSpPr txBox="1"/>
          <p:nvPr/>
        </p:nvSpPr>
        <p:spPr>
          <a:xfrm>
            <a:off x="7180022" y="259969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40" name="Google Shape;6440;p173"/>
          <p:cNvSpPr txBox="1"/>
          <p:nvPr/>
        </p:nvSpPr>
        <p:spPr>
          <a:xfrm>
            <a:off x="7180022" y="32240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41" name="Google Shape;6441;p173"/>
          <p:cNvSpPr txBox="1"/>
          <p:nvPr/>
        </p:nvSpPr>
        <p:spPr>
          <a:xfrm>
            <a:off x="7180022" y="352140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Campaign Design &amp; Delivery</a:t>
            </a:r>
            <a:endParaRPr i="0" sz="800" u="none" cap="none" strike="noStrike">
              <a:latin typeface="Salesforce Sans"/>
              <a:ea typeface="Salesforce Sans"/>
              <a:cs typeface="Salesforce Sans"/>
              <a:sym typeface="Salesforce Sans"/>
            </a:endParaRPr>
          </a:p>
        </p:txBody>
      </p:sp>
      <p:sp>
        <p:nvSpPr>
          <p:cNvPr id="6442" name="Google Shape;6442;p173"/>
          <p:cNvSpPr txBox="1"/>
          <p:nvPr/>
        </p:nvSpPr>
        <p:spPr>
          <a:xfrm>
            <a:off x="7180022" y="365745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Draft a Campaign Brief</a:t>
            </a:r>
            <a:endParaRPr i="0" sz="800" u="none" cap="none" strike="noStrike">
              <a:latin typeface="Salesforce Sans"/>
              <a:ea typeface="Salesforce Sans"/>
              <a:cs typeface="Salesforce Sans"/>
              <a:sym typeface="Salesforce Sans"/>
            </a:endParaRPr>
          </a:p>
        </p:txBody>
      </p:sp>
      <p:sp>
        <p:nvSpPr>
          <p:cNvPr id="6443" name="Google Shape;6443;p173"/>
          <p:cNvSpPr txBox="1"/>
          <p:nvPr/>
        </p:nvSpPr>
        <p:spPr>
          <a:xfrm>
            <a:off x="7180022" y="3372892"/>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44" name="Google Shape;6444;p173"/>
          <p:cNvSpPr txBox="1"/>
          <p:nvPr/>
        </p:nvSpPr>
        <p:spPr>
          <a:xfrm>
            <a:off x="7180022" y="39802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Voice Of The Customer</a:t>
            </a:r>
            <a:endParaRPr i="0" sz="800" u="none" cap="none" strike="noStrike">
              <a:latin typeface="Salesforce Sans"/>
              <a:ea typeface="Salesforce Sans"/>
              <a:cs typeface="Salesforce Sans"/>
              <a:sym typeface="Salesforce Sans"/>
            </a:endParaRPr>
          </a:p>
        </p:txBody>
      </p:sp>
      <p:sp>
        <p:nvSpPr>
          <p:cNvPr id="6445" name="Google Shape;6445;p173"/>
          <p:cNvSpPr txBox="1"/>
          <p:nvPr/>
        </p:nvSpPr>
        <p:spPr>
          <a:xfrm>
            <a:off x="7180022" y="37823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lang="en" sz="800">
                <a:latin typeface="Salesforce Sans"/>
                <a:ea typeface="Salesforce Sans"/>
                <a:cs typeface="Salesforce Sans"/>
                <a:sym typeface="Salesforce Sans"/>
              </a:rPr>
              <a:t>Journey Decisioning</a:t>
            </a:r>
            <a:endParaRPr i="0" sz="800" u="none" cap="none" strike="noStrike">
              <a:latin typeface="Salesforce Sans"/>
              <a:ea typeface="Salesforce Sans"/>
              <a:cs typeface="Salesforce Sans"/>
              <a:sym typeface="Salesforce Sans"/>
            </a:endParaRPr>
          </a:p>
        </p:txBody>
      </p:sp>
      <p:sp>
        <p:nvSpPr>
          <p:cNvPr id="6446" name="Google Shape;6446;p173"/>
          <p:cNvSpPr txBox="1"/>
          <p:nvPr/>
        </p:nvSpPr>
        <p:spPr>
          <a:xfrm>
            <a:off x="7180022" y="42849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Text Compliance Monitoring</a:t>
            </a:r>
            <a:endParaRPr i="0" sz="800" u="none" cap="none" strike="noStrike">
              <a:latin typeface="Salesforce Sans"/>
              <a:ea typeface="Salesforce Sans"/>
              <a:cs typeface="Salesforce Sans"/>
              <a:sym typeface="Salesforce Sans"/>
            </a:endParaRPr>
          </a:p>
        </p:txBody>
      </p:sp>
      <p:sp>
        <p:nvSpPr>
          <p:cNvPr id="6447" name="Google Shape;6447;p173"/>
          <p:cNvSpPr txBox="1"/>
          <p:nvPr/>
        </p:nvSpPr>
        <p:spPr>
          <a:xfrm>
            <a:off x="7180022" y="443372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Paid Media Optimization</a:t>
            </a:r>
            <a:endParaRPr i="0" sz="800" u="none" cap="none" strike="noStrike">
              <a:latin typeface="Salesforce Sans"/>
              <a:ea typeface="Salesforce Sans"/>
              <a:cs typeface="Salesforce Sans"/>
              <a:sym typeface="Salesforce Sans"/>
            </a:endParaRPr>
          </a:p>
        </p:txBody>
      </p:sp>
      <p:sp>
        <p:nvSpPr>
          <p:cNvPr id="6448" name="Google Shape;6448;p173"/>
          <p:cNvSpPr txBox="1"/>
          <p:nvPr/>
        </p:nvSpPr>
        <p:spPr>
          <a:xfrm>
            <a:off x="7180022" y="18416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a:t>
            </a:r>
            <a:r>
              <a:rPr i="0" lang="en" sz="800" u="none" cap="none" strike="noStrike">
                <a:latin typeface="Salesforce Sans"/>
                <a:ea typeface="Salesforce Sans"/>
                <a:cs typeface="Salesforce Sans"/>
                <a:sym typeface="Salesforce Sans"/>
              </a:rPr>
              <a:t>Identification</a:t>
            </a:r>
            <a:endParaRPr i="0" sz="800" u="none" cap="none" strike="noStrike">
              <a:latin typeface="Salesforce Sans"/>
              <a:ea typeface="Salesforce Sans"/>
              <a:cs typeface="Salesforce Sans"/>
              <a:sym typeface="Salesforce Sans"/>
            </a:endParaRPr>
          </a:p>
        </p:txBody>
      </p:sp>
      <p:sp>
        <p:nvSpPr>
          <p:cNvPr id="6449" name="Google Shape;6449;p173"/>
          <p:cNvSpPr txBox="1"/>
          <p:nvPr/>
        </p:nvSpPr>
        <p:spPr>
          <a:xfrm>
            <a:off x="7180022" y="413626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Brand Builder</a:t>
            </a:r>
            <a:endParaRPr i="0" sz="800" u="none" cap="none" strike="noStrike">
              <a:latin typeface="Salesforce Sans"/>
              <a:ea typeface="Salesforce Sans"/>
              <a:cs typeface="Salesforce Sans"/>
              <a:sym typeface="Salesforce Sans"/>
            </a:endParaRPr>
          </a:p>
        </p:txBody>
      </p:sp>
      <p:sp>
        <p:nvSpPr>
          <p:cNvPr id="6450" name="Google Shape;6450;p173"/>
          <p:cNvSpPr txBox="1"/>
          <p:nvPr/>
        </p:nvSpPr>
        <p:spPr>
          <a:xfrm>
            <a:off x="7180022" y="47512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Journey Content Creation</a:t>
            </a:r>
            <a:endParaRPr i="0" sz="800" u="none" cap="none" strike="noStrike">
              <a:latin typeface="Salesforce Sans"/>
              <a:ea typeface="Salesforce Sans"/>
              <a:cs typeface="Salesforce Sans"/>
              <a:sym typeface="Salesforce Sans"/>
            </a:endParaRPr>
          </a:p>
        </p:txBody>
      </p:sp>
      <p:sp>
        <p:nvSpPr>
          <p:cNvPr id="6451" name="Google Shape;6451;p173"/>
          <p:cNvSpPr txBox="1"/>
          <p:nvPr/>
        </p:nvSpPr>
        <p:spPr>
          <a:xfrm>
            <a:off x="7180022" y="489979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Experience Testing</a:t>
            </a:r>
            <a:endParaRPr i="0" sz="800" u="none" cap="none" strike="noStrike">
              <a:latin typeface="Salesforce Sans"/>
              <a:ea typeface="Salesforce Sans"/>
              <a:cs typeface="Salesforce Sans"/>
              <a:sym typeface="Salesforce Sans"/>
            </a:endParaRPr>
          </a:p>
        </p:txBody>
      </p:sp>
      <p:sp>
        <p:nvSpPr>
          <p:cNvPr id="6452" name="Google Shape;6452;p173"/>
          <p:cNvSpPr txBox="1"/>
          <p:nvPr/>
        </p:nvSpPr>
        <p:spPr>
          <a:xfrm>
            <a:off x="7180022" y="50687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Discovery</a:t>
            </a:r>
            <a:endParaRPr i="0" sz="800" u="none" cap="none" strike="noStrike">
              <a:latin typeface="Salesforce Sans"/>
              <a:ea typeface="Salesforce Sans"/>
              <a:cs typeface="Salesforce Sans"/>
              <a:sym typeface="Salesforce Sans"/>
            </a:endParaRPr>
          </a:p>
        </p:txBody>
      </p:sp>
      <p:sp>
        <p:nvSpPr>
          <p:cNvPr id="6453" name="Google Shape;6453;p173"/>
          <p:cNvSpPr txBox="1"/>
          <p:nvPr/>
        </p:nvSpPr>
        <p:spPr>
          <a:xfrm>
            <a:off x="7180022" y="521750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Partnership Dev</a:t>
            </a:r>
            <a:endParaRPr i="0" sz="800" u="none" cap="none" strike="noStrike">
              <a:latin typeface="Salesforce Sans"/>
              <a:ea typeface="Salesforce Sans"/>
              <a:cs typeface="Salesforce Sans"/>
              <a:sym typeface="Salesforce Sans"/>
            </a:endParaRPr>
          </a:p>
        </p:txBody>
      </p:sp>
      <p:sp>
        <p:nvSpPr>
          <p:cNvPr id="6454" name="Google Shape;6454;p173"/>
          <p:cNvSpPr txBox="1"/>
          <p:nvPr/>
        </p:nvSpPr>
        <p:spPr>
          <a:xfrm>
            <a:off x="7180022" y="553506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Churn / Retention Propensity</a:t>
            </a:r>
            <a:endParaRPr i="0" sz="800" u="none" cap="none" strike="noStrike">
              <a:latin typeface="Salesforce Sans"/>
              <a:ea typeface="Salesforce Sans"/>
              <a:cs typeface="Salesforce Sans"/>
              <a:sym typeface="Salesforce Sans"/>
            </a:endParaRPr>
          </a:p>
        </p:txBody>
      </p:sp>
      <p:sp>
        <p:nvSpPr>
          <p:cNvPr id="6455" name="Google Shape;6455;p173"/>
          <p:cNvSpPr txBox="1"/>
          <p:nvPr/>
        </p:nvSpPr>
        <p:spPr>
          <a:xfrm>
            <a:off x="7180022" y="5683571"/>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Selection</a:t>
            </a:r>
            <a:endParaRPr i="0" sz="800" u="none" cap="none" strike="noStrike">
              <a:latin typeface="Salesforce Sans"/>
              <a:ea typeface="Salesforce Sans"/>
              <a:cs typeface="Salesforce Sans"/>
              <a:sym typeface="Salesforce Sans"/>
            </a:endParaRPr>
          </a:p>
        </p:txBody>
      </p:sp>
      <p:sp>
        <p:nvSpPr>
          <p:cNvPr id="6456" name="Google Shape;6456;p173"/>
          <p:cNvSpPr txBox="1"/>
          <p:nvPr/>
        </p:nvSpPr>
        <p:spPr>
          <a:xfrm>
            <a:off x="7180022" y="583222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Offer Delivery</a:t>
            </a:r>
            <a:endParaRPr i="0" sz="800" u="none" cap="none" strike="noStrike">
              <a:latin typeface="Salesforce Sans"/>
              <a:ea typeface="Salesforce Sans"/>
              <a:cs typeface="Salesforce Sans"/>
              <a:sym typeface="Salesforce Sans"/>
            </a:endParaRPr>
          </a:p>
        </p:txBody>
      </p:sp>
      <p:sp>
        <p:nvSpPr>
          <p:cNvPr id="6457" name="Google Shape;6457;p173"/>
          <p:cNvSpPr txBox="1"/>
          <p:nvPr/>
        </p:nvSpPr>
        <p:spPr>
          <a:xfrm>
            <a:off x="7180022" y="5366155"/>
            <a:ext cx="1665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Marketing Partner Performance</a:t>
            </a:r>
            <a:endParaRPr i="0" sz="800" u="none" cap="none" strike="noStrike">
              <a:latin typeface="Salesforce Sans"/>
              <a:ea typeface="Salesforce Sans"/>
              <a:cs typeface="Salesforce Sans"/>
              <a:sym typeface="Salesforce Sans"/>
            </a:endParaRPr>
          </a:p>
        </p:txBody>
      </p:sp>
      <p:sp>
        <p:nvSpPr>
          <p:cNvPr id="6458" name="Google Shape;6458;p173"/>
          <p:cNvSpPr txBox="1"/>
          <p:nvPr/>
        </p:nvSpPr>
        <p:spPr>
          <a:xfrm>
            <a:off x="7180022" y="5980878"/>
            <a:ext cx="16254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459" name="Google Shape;6459;p173"/>
          <p:cNvSpPr txBox="1"/>
          <p:nvPr/>
        </p:nvSpPr>
        <p:spPr>
          <a:xfrm>
            <a:off x="7180022" y="614978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Insights</a:t>
            </a:r>
            <a:endParaRPr i="0" sz="800" u="none" cap="none" strike="noStrike">
              <a:latin typeface="Salesforce Sans"/>
              <a:ea typeface="Salesforce Sans"/>
              <a:cs typeface="Salesforce Sans"/>
              <a:sym typeface="Salesforce Sans"/>
            </a:endParaRPr>
          </a:p>
        </p:txBody>
      </p:sp>
      <p:sp>
        <p:nvSpPr>
          <p:cNvPr id="6460" name="Google Shape;6460;p173"/>
          <p:cNvSpPr txBox="1"/>
          <p:nvPr/>
        </p:nvSpPr>
        <p:spPr>
          <a:xfrm>
            <a:off x="7180022" y="629844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Portfolio Positioning</a:t>
            </a:r>
            <a:endParaRPr i="0" sz="800" u="none" cap="none" strike="noStrike">
              <a:latin typeface="Salesforce Sans"/>
              <a:ea typeface="Salesforce Sans"/>
              <a:cs typeface="Salesforce Sans"/>
              <a:sym typeface="Salesforce Sans"/>
            </a:endParaRPr>
          </a:p>
        </p:txBody>
      </p:sp>
      <p:sp>
        <p:nvSpPr>
          <p:cNvPr id="6461" name="Google Shape;6461;p173"/>
          <p:cNvSpPr txBox="1"/>
          <p:nvPr/>
        </p:nvSpPr>
        <p:spPr>
          <a:xfrm>
            <a:off x="7180022" y="64470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Product Roadmap</a:t>
            </a:r>
            <a:endParaRPr i="0" sz="800" u="none" cap="none" strike="noStrike">
              <a:latin typeface="Salesforce Sans"/>
              <a:ea typeface="Salesforce Sans"/>
              <a:cs typeface="Salesforce Sans"/>
              <a:sym typeface="Salesforce Sans"/>
            </a:endParaRPr>
          </a:p>
        </p:txBody>
      </p:sp>
      <p:sp>
        <p:nvSpPr>
          <p:cNvPr id="6462" name="Google Shape;6462;p173"/>
          <p:cNvSpPr txBox="1"/>
          <p:nvPr/>
        </p:nvSpPr>
        <p:spPr>
          <a:xfrm>
            <a:off x="7180022" y="460248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Digital Experience</a:t>
            </a:r>
            <a:endParaRPr i="0" sz="800" u="none" cap="none" strike="noStrike">
              <a:latin typeface="Salesforce Sans"/>
              <a:ea typeface="Salesforce Sans"/>
              <a:cs typeface="Salesforce Sans"/>
              <a:sym typeface="Salesforce Sans"/>
            </a:endParaRPr>
          </a:p>
        </p:txBody>
      </p:sp>
      <p:sp>
        <p:nvSpPr>
          <p:cNvPr id="6463" name="Google Shape;6463;p173"/>
          <p:cNvSpPr txBox="1"/>
          <p:nvPr/>
        </p:nvSpPr>
        <p:spPr>
          <a:xfrm>
            <a:off x="7180022" y="676465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464" name="Google Shape;6464;p173"/>
          <p:cNvSpPr txBox="1"/>
          <p:nvPr/>
        </p:nvSpPr>
        <p:spPr>
          <a:xfrm>
            <a:off x="7180022" y="659574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Business Case</a:t>
            </a:r>
            <a:endParaRPr i="0" sz="800" u="none" cap="none" strike="noStrike">
              <a:latin typeface="Salesforce Sans"/>
              <a:ea typeface="Salesforce Sans"/>
              <a:cs typeface="Salesforce Sans"/>
              <a:sym typeface="Salesforce Sans"/>
            </a:endParaRPr>
          </a:p>
        </p:txBody>
      </p:sp>
      <p:sp>
        <p:nvSpPr>
          <p:cNvPr id="6465" name="Google Shape;6465;p173"/>
          <p:cNvSpPr txBox="1"/>
          <p:nvPr/>
        </p:nvSpPr>
        <p:spPr>
          <a:xfrm>
            <a:off x="7180022" y="691331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Plan Configuration</a:t>
            </a:r>
            <a:endParaRPr i="0" sz="800" u="none" cap="none" strike="noStrike">
              <a:latin typeface="Salesforce Sans"/>
              <a:ea typeface="Salesforce Sans"/>
              <a:cs typeface="Salesforce Sans"/>
              <a:sym typeface="Salesforce Sans"/>
            </a:endParaRPr>
          </a:p>
        </p:txBody>
      </p:sp>
      <p:sp>
        <p:nvSpPr>
          <p:cNvPr id="6466" name="Google Shape;6466;p173"/>
          <p:cNvSpPr txBox="1"/>
          <p:nvPr/>
        </p:nvSpPr>
        <p:spPr>
          <a:xfrm>
            <a:off x="7180022" y="70619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Promotions</a:t>
            </a:r>
            <a:endParaRPr i="0" sz="800" u="none" cap="none" strike="noStrike">
              <a:latin typeface="Salesforce Sans"/>
              <a:ea typeface="Salesforce Sans"/>
              <a:cs typeface="Salesforce Sans"/>
              <a:sym typeface="Salesforce Sans"/>
            </a:endParaRPr>
          </a:p>
        </p:txBody>
      </p:sp>
      <p:sp>
        <p:nvSpPr>
          <p:cNvPr id="6467" name="Google Shape;6467;p173"/>
          <p:cNvSpPr txBox="1"/>
          <p:nvPr/>
        </p:nvSpPr>
        <p:spPr>
          <a:xfrm>
            <a:off x="7180022" y="7210618"/>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68" name="Google Shape;6468;p173"/>
          <p:cNvSpPr txBox="1"/>
          <p:nvPr/>
        </p:nvSpPr>
        <p:spPr>
          <a:xfrm>
            <a:off x="7180022" y="737952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Customer Insights</a:t>
            </a:r>
            <a:endParaRPr i="0" sz="800" u="none" cap="none" strike="noStrike">
              <a:latin typeface="Salesforce Sans"/>
              <a:ea typeface="Salesforce Sans"/>
              <a:cs typeface="Salesforce Sans"/>
              <a:sym typeface="Salesforce Sans"/>
            </a:endParaRPr>
          </a:p>
        </p:txBody>
      </p:sp>
      <p:sp>
        <p:nvSpPr>
          <p:cNvPr id="6469" name="Google Shape;6469;p173"/>
          <p:cNvSpPr txBox="1"/>
          <p:nvPr/>
        </p:nvSpPr>
        <p:spPr>
          <a:xfrm>
            <a:off x="7180022" y="767683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0" name="Google Shape;6470;p173"/>
          <p:cNvSpPr txBox="1"/>
          <p:nvPr/>
        </p:nvSpPr>
        <p:spPr>
          <a:xfrm>
            <a:off x="7180022" y="752818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Add-On Configuration</a:t>
            </a:r>
            <a:endParaRPr i="0" sz="800" u="none" cap="none" strike="noStrike">
              <a:latin typeface="Salesforce Sans"/>
              <a:ea typeface="Salesforce Sans"/>
              <a:cs typeface="Salesforce Sans"/>
              <a:sym typeface="Salesforce Sans"/>
            </a:endParaRPr>
          </a:p>
        </p:txBody>
      </p:sp>
      <p:sp>
        <p:nvSpPr>
          <p:cNvPr id="6471" name="Google Shape;6471;p173"/>
          <p:cNvSpPr txBox="1"/>
          <p:nvPr/>
        </p:nvSpPr>
        <p:spPr>
          <a:xfrm>
            <a:off x="7180022" y="7825487"/>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72" name="Google Shape;6472;p173"/>
          <p:cNvSpPr txBox="1"/>
          <p:nvPr/>
        </p:nvSpPr>
        <p:spPr>
          <a:xfrm>
            <a:off x="7180022" y="799439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3" name="Google Shape;6473;p173"/>
          <p:cNvSpPr txBox="1"/>
          <p:nvPr/>
        </p:nvSpPr>
        <p:spPr>
          <a:xfrm>
            <a:off x="7180022" y="827406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4" name="Google Shape;6474;p173"/>
          <p:cNvSpPr txBox="1"/>
          <p:nvPr/>
        </p:nvSpPr>
        <p:spPr>
          <a:xfrm>
            <a:off x="7180022" y="84138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Lifecycle</a:t>
            </a:r>
            <a:endParaRPr i="0" sz="800" u="none" cap="none" strike="noStrike">
              <a:latin typeface="Salesforce Sans"/>
              <a:ea typeface="Salesforce Sans"/>
              <a:cs typeface="Salesforce Sans"/>
              <a:sym typeface="Salesforce Sans"/>
            </a:endParaRPr>
          </a:p>
        </p:txBody>
      </p:sp>
      <p:sp>
        <p:nvSpPr>
          <p:cNvPr id="6475" name="Google Shape;6475;p173"/>
          <p:cNvSpPr txBox="1"/>
          <p:nvPr/>
        </p:nvSpPr>
        <p:spPr>
          <a:xfrm>
            <a:off x="7180022" y="8134230"/>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Device Portfolio</a:t>
            </a:r>
            <a:endParaRPr i="0" sz="800" u="none" cap="none" strike="noStrike">
              <a:latin typeface="Salesforce Sans"/>
              <a:ea typeface="Salesforce Sans"/>
              <a:cs typeface="Salesforce Sans"/>
              <a:sym typeface="Salesforce Sans"/>
            </a:endParaRPr>
          </a:p>
        </p:txBody>
      </p:sp>
      <p:sp>
        <p:nvSpPr>
          <p:cNvPr id="6476" name="Google Shape;6476;p173"/>
          <p:cNvSpPr txBox="1"/>
          <p:nvPr/>
        </p:nvSpPr>
        <p:spPr>
          <a:xfrm>
            <a:off x="7180022" y="860926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477" name="Google Shape;6477;p173"/>
          <p:cNvSpPr txBox="1"/>
          <p:nvPr/>
        </p:nvSpPr>
        <p:spPr>
          <a:xfrm>
            <a:off x="7180022" y="8749099"/>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Broadband Configuration</a:t>
            </a:r>
            <a:endParaRPr i="0" sz="800" u="none" cap="none" strike="noStrike">
              <a:latin typeface="Salesforce Sans"/>
              <a:ea typeface="Salesforce Sans"/>
              <a:cs typeface="Salesforce Sans"/>
              <a:sym typeface="Salesforce Sans"/>
            </a:endParaRPr>
          </a:p>
        </p:txBody>
      </p:sp>
      <p:sp>
        <p:nvSpPr>
          <p:cNvPr id="6478" name="Google Shape;6478;p173"/>
          <p:cNvSpPr txBox="1"/>
          <p:nvPr/>
        </p:nvSpPr>
        <p:spPr>
          <a:xfrm>
            <a:off x="7180022" y="888893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Pricing Optimization</a:t>
            </a:r>
            <a:endParaRPr i="0" sz="800" u="none" cap="none" strike="noStrike">
              <a:latin typeface="Salesforce Sans"/>
              <a:ea typeface="Salesforce Sans"/>
              <a:cs typeface="Salesforce Sans"/>
              <a:sym typeface="Salesforce Sans"/>
            </a:endParaRPr>
          </a:p>
        </p:txBody>
      </p:sp>
      <p:sp>
        <p:nvSpPr>
          <p:cNvPr id="6479" name="Google Shape;6479;p173"/>
          <p:cNvSpPr txBox="1"/>
          <p:nvPr/>
        </p:nvSpPr>
        <p:spPr>
          <a:xfrm>
            <a:off x="7180022" y="902969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Optimization</a:t>
            </a:r>
            <a:endParaRPr i="0" sz="800" u="none" cap="none" strike="noStrike">
              <a:latin typeface="Salesforce Sans"/>
              <a:ea typeface="Salesforce Sans"/>
              <a:cs typeface="Salesforce Sans"/>
              <a:sym typeface="Salesforce Sans"/>
            </a:endParaRPr>
          </a:p>
        </p:txBody>
      </p:sp>
      <p:sp>
        <p:nvSpPr>
          <p:cNvPr id="6480" name="Google Shape;6480;p173"/>
          <p:cNvSpPr txBox="1"/>
          <p:nvPr/>
        </p:nvSpPr>
        <p:spPr>
          <a:xfrm>
            <a:off x="7180022" y="9335255"/>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Concept Design</a:t>
            </a:r>
            <a:endParaRPr i="0" sz="800" u="none" cap="none" strike="noStrike">
              <a:latin typeface="Salesforce Sans"/>
              <a:ea typeface="Salesforce Sans"/>
              <a:cs typeface="Salesforce Sans"/>
              <a:sym typeface="Salesforce Sans"/>
            </a:endParaRPr>
          </a:p>
        </p:txBody>
      </p:sp>
      <p:sp>
        <p:nvSpPr>
          <p:cNvPr id="6481" name="Google Shape;6481;p173"/>
          <p:cNvSpPr txBox="1"/>
          <p:nvPr/>
        </p:nvSpPr>
        <p:spPr>
          <a:xfrm>
            <a:off x="7180022" y="9592713"/>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 (FAQ)</a:t>
            </a:r>
            <a:endParaRPr i="0" sz="800" u="none" cap="none" strike="noStrike">
              <a:latin typeface="Salesforce Sans"/>
              <a:ea typeface="Salesforce Sans"/>
              <a:cs typeface="Salesforce Sans"/>
              <a:sym typeface="Salesforce Sans"/>
            </a:endParaRPr>
          </a:p>
        </p:txBody>
      </p:sp>
      <p:sp>
        <p:nvSpPr>
          <p:cNvPr id="6482" name="Google Shape;6482;p173"/>
          <p:cNvSpPr txBox="1"/>
          <p:nvPr/>
        </p:nvSpPr>
        <p:spPr>
          <a:xfrm>
            <a:off x="7180022" y="9206496"/>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Trend Intelligence</a:t>
            </a:r>
            <a:endParaRPr i="0" sz="800" u="none" cap="none" strike="noStrike">
              <a:latin typeface="Salesforce Sans"/>
              <a:ea typeface="Salesforce Sans"/>
              <a:cs typeface="Salesforce Sans"/>
              <a:sym typeface="Salesforce Sans"/>
            </a:endParaRPr>
          </a:p>
        </p:txBody>
      </p:sp>
      <p:sp>
        <p:nvSpPr>
          <p:cNvPr id="6483" name="Google Shape;6483;p173"/>
          <p:cNvSpPr txBox="1"/>
          <p:nvPr/>
        </p:nvSpPr>
        <p:spPr>
          <a:xfrm>
            <a:off x="7180022" y="9464014"/>
            <a:ext cx="1625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Innovation Evaluation</a:t>
            </a:r>
            <a:endParaRPr i="0" sz="800" u="none" cap="none" strike="noStrike">
              <a:latin typeface="Salesforce Sans"/>
              <a:ea typeface="Salesforce Sans"/>
              <a:cs typeface="Salesforce Sans"/>
              <a:sym typeface="Salesforce Sans"/>
            </a:endParaRPr>
          </a:p>
        </p:txBody>
      </p:sp>
      <p:sp>
        <p:nvSpPr>
          <p:cNvPr id="6484" name="Google Shape;6484;p173"/>
          <p:cNvSpPr/>
          <p:nvPr/>
        </p:nvSpPr>
        <p:spPr>
          <a:xfrm>
            <a:off x="7046687" y="201339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5" name="Google Shape;6485;p173"/>
          <p:cNvSpPr/>
          <p:nvPr/>
        </p:nvSpPr>
        <p:spPr>
          <a:xfrm>
            <a:off x="7046687" y="216681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86" name="Google Shape;6486;p173"/>
          <p:cNvSpPr/>
          <p:nvPr/>
        </p:nvSpPr>
        <p:spPr>
          <a:xfrm>
            <a:off x="7046687" y="231070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7" name="Google Shape;6487;p173"/>
          <p:cNvSpPr/>
          <p:nvPr/>
        </p:nvSpPr>
        <p:spPr>
          <a:xfrm>
            <a:off x="7046687" y="2470084"/>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8" name="Google Shape;6488;p173"/>
          <p:cNvSpPr/>
          <p:nvPr/>
        </p:nvSpPr>
        <p:spPr>
          <a:xfrm>
            <a:off x="7046687" y="2767392"/>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89" name="Google Shape;6489;p173"/>
          <p:cNvSpPr/>
          <p:nvPr/>
        </p:nvSpPr>
        <p:spPr>
          <a:xfrm>
            <a:off x="7046687" y="2916046"/>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0" name="Google Shape;6490;p173"/>
          <p:cNvSpPr/>
          <p:nvPr/>
        </p:nvSpPr>
        <p:spPr>
          <a:xfrm>
            <a:off x="7046687" y="3064700"/>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1" name="Google Shape;6491;p173"/>
          <p:cNvSpPr/>
          <p:nvPr/>
        </p:nvSpPr>
        <p:spPr>
          <a:xfrm>
            <a:off x="7046687" y="261873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2" name="Google Shape;6492;p173"/>
          <p:cNvSpPr/>
          <p:nvPr/>
        </p:nvSpPr>
        <p:spPr>
          <a:xfrm>
            <a:off x="7046687" y="3243133"/>
            <a:ext cx="91200" cy="91200"/>
          </a:xfrm>
          <a:prstGeom prst="ellipse">
            <a:avLst/>
          </a:prstGeom>
          <a:solidFill>
            <a:srgbClr val="08ABED"/>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3" name="Google Shape;6493;p173"/>
          <p:cNvSpPr/>
          <p:nvPr/>
        </p:nvSpPr>
        <p:spPr>
          <a:xfrm>
            <a:off x="7046687" y="354044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4" name="Google Shape;6494;p173"/>
          <p:cNvSpPr/>
          <p:nvPr/>
        </p:nvSpPr>
        <p:spPr>
          <a:xfrm>
            <a:off x="7046687" y="367590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5" name="Google Shape;6495;p173"/>
          <p:cNvSpPr/>
          <p:nvPr/>
        </p:nvSpPr>
        <p:spPr>
          <a:xfrm>
            <a:off x="7046687" y="339178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496" name="Google Shape;6496;p173"/>
          <p:cNvSpPr/>
          <p:nvPr/>
        </p:nvSpPr>
        <p:spPr>
          <a:xfrm>
            <a:off x="7046687" y="399757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7" name="Google Shape;6497;p173"/>
          <p:cNvSpPr/>
          <p:nvPr/>
        </p:nvSpPr>
        <p:spPr>
          <a:xfrm>
            <a:off x="7046687" y="382866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15000"/>
              </a:lnSpc>
              <a:spcBef>
                <a:spcPts val="0"/>
              </a:spcBef>
              <a:spcAft>
                <a:spcPts val="0"/>
              </a:spcAft>
              <a:buClr>
                <a:srgbClr val="002775"/>
              </a:buClr>
              <a:buSzPts val="22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498" name="Google Shape;6498;p173"/>
          <p:cNvSpPr/>
          <p:nvPr/>
        </p:nvSpPr>
        <p:spPr>
          <a:xfrm>
            <a:off x="7046687" y="430396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AD7BEE"/>
                </a:solidFill>
                <a:latin typeface="Salesforce Sans"/>
                <a:ea typeface="Salesforce Sans"/>
                <a:cs typeface="Salesforce Sans"/>
                <a:sym typeface="Salesforce Sans"/>
              </a:rPr>
              <a:t> </a:t>
            </a:r>
            <a:endParaRPr i="0" sz="800" u="none" cap="none" strike="noStrike">
              <a:solidFill>
                <a:srgbClr val="AD7BEE"/>
              </a:solidFill>
              <a:latin typeface="Salesforce Sans"/>
              <a:ea typeface="Salesforce Sans"/>
              <a:cs typeface="Salesforce Sans"/>
              <a:sym typeface="Salesforce Sans"/>
            </a:endParaRPr>
          </a:p>
        </p:txBody>
      </p:sp>
      <p:sp>
        <p:nvSpPr>
          <p:cNvPr id="6499" name="Google Shape;6499;p173"/>
          <p:cNvSpPr/>
          <p:nvPr/>
        </p:nvSpPr>
        <p:spPr>
          <a:xfrm>
            <a:off x="7046687" y="4452619"/>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B827C"/>
                </a:solidFill>
                <a:latin typeface="Salesforce Sans"/>
                <a:ea typeface="Salesforce Sans"/>
                <a:cs typeface="Salesforce Sans"/>
                <a:sym typeface="Salesforce Sans"/>
              </a:rPr>
              <a:t> </a:t>
            </a:r>
            <a:endParaRPr i="0" sz="800" u="none" cap="none" strike="noStrike">
              <a:solidFill>
                <a:srgbClr val="0B827C"/>
              </a:solidFill>
              <a:latin typeface="Salesforce Sans"/>
              <a:ea typeface="Salesforce Sans"/>
              <a:cs typeface="Salesforce Sans"/>
              <a:sym typeface="Salesforce Sans"/>
            </a:endParaRPr>
          </a:p>
        </p:txBody>
      </p:sp>
      <p:sp>
        <p:nvSpPr>
          <p:cNvPr id="6500" name="Google Shape;6500;p173"/>
          <p:cNvSpPr/>
          <p:nvPr/>
        </p:nvSpPr>
        <p:spPr>
          <a:xfrm>
            <a:off x="7046687" y="186065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1" name="Google Shape;6501;p173"/>
          <p:cNvSpPr/>
          <p:nvPr/>
        </p:nvSpPr>
        <p:spPr>
          <a:xfrm>
            <a:off x="7046687" y="4155311"/>
            <a:ext cx="91200" cy="91200"/>
          </a:xfrm>
          <a:prstGeom prst="ellipse">
            <a:avLst/>
          </a:prstGeom>
          <a:solidFill>
            <a:srgbClr val="F6922C"/>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2" name="Google Shape;6502;p173"/>
          <p:cNvSpPr/>
          <p:nvPr/>
        </p:nvSpPr>
        <p:spPr>
          <a:xfrm>
            <a:off x="7046687" y="477018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3" name="Google Shape;6503;p173"/>
          <p:cNvSpPr/>
          <p:nvPr/>
        </p:nvSpPr>
        <p:spPr>
          <a:xfrm>
            <a:off x="7046687" y="4918835"/>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2775"/>
              </a:solidFill>
              <a:latin typeface="Salesforce Sans"/>
              <a:ea typeface="Salesforce Sans"/>
              <a:cs typeface="Salesforce Sans"/>
              <a:sym typeface="Salesforce Sans"/>
            </a:endParaRPr>
          </a:p>
        </p:txBody>
      </p:sp>
      <p:sp>
        <p:nvSpPr>
          <p:cNvPr id="6504" name="Google Shape;6504;p173"/>
          <p:cNvSpPr/>
          <p:nvPr/>
        </p:nvSpPr>
        <p:spPr>
          <a:xfrm>
            <a:off x="7046687" y="50877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5" name="Google Shape;6505;p173"/>
          <p:cNvSpPr/>
          <p:nvPr/>
        </p:nvSpPr>
        <p:spPr>
          <a:xfrm>
            <a:off x="7046687" y="523639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6" name="Google Shape;6506;p173"/>
          <p:cNvSpPr/>
          <p:nvPr/>
        </p:nvSpPr>
        <p:spPr>
          <a:xfrm>
            <a:off x="7046687" y="555395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7" name="Google Shape;6507;p173"/>
          <p:cNvSpPr/>
          <p:nvPr/>
        </p:nvSpPr>
        <p:spPr>
          <a:xfrm>
            <a:off x="7046687" y="570261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8" name="Google Shape;6508;p173"/>
          <p:cNvSpPr/>
          <p:nvPr/>
        </p:nvSpPr>
        <p:spPr>
          <a:xfrm>
            <a:off x="7046687" y="585126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09" name="Google Shape;6509;p173"/>
          <p:cNvSpPr/>
          <p:nvPr/>
        </p:nvSpPr>
        <p:spPr>
          <a:xfrm>
            <a:off x="7046687" y="5385051"/>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0" name="Google Shape;6510;p173"/>
          <p:cNvSpPr/>
          <p:nvPr/>
        </p:nvSpPr>
        <p:spPr>
          <a:xfrm>
            <a:off x="7046687" y="5999921"/>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1" name="Google Shape;6511;p173"/>
          <p:cNvSpPr/>
          <p:nvPr/>
        </p:nvSpPr>
        <p:spPr>
          <a:xfrm>
            <a:off x="7046687" y="616882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2" name="Google Shape;6512;p173"/>
          <p:cNvSpPr/>
          <p:nvPr/>
        </p:nvSpPr>
        <p:spPr>
          <a:xfrm>
            <a:off x="7046687" y="631748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3" name="Google Shape;6513;p173"/>
          <p:cNvSpPr/>
          <p:nvPr/>
        </p:nvSpPr>
        <p:spPr>
          <a:xfrm>
            <a:off x="7046687" y="646613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4" name="Google Shape;6514;p173"/>
          <p:cNvSpPr/>
          <p:nvPr/>
        </p:nvSpPr>
        <p:spPr>
          <a:xfrm>
            <a:off x="7046687" y="462152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5" name="Google Shape;6515;p173"/>
          <p:cNvSpPr/>
          <p:nvPr/>
        </p:nvSpPr>
        <p:spPr>
          <a:xfrm>
            <a:off x="7046687" y="6783699"/>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6" name="Google Shape;6516;p173"/>
          <p:cNvSpPr/>
          <p:nvPr/>
        </p:nvSpPr>
        <p:spPr>
          <a:xfrm>
            <a:off x="7046687" y="661479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7" name="Google Shape;6517;p173"/>
          <p:cNvSpPr/>
          <p:nvPr/>
        </p:nvSpPr>
        <p:spPr>
          <a:xfrm>
            <a:off x="7046687" y="6932353"/>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8" name="Google Shape;6518;p173"/>
          <p:cNvSpPr/>
          <p:nvPr/>
        </p:nvSpPr>
        <p:spPr>
          <a:xfrm>
            <a:off x="7046687" y="7081007"/>
            <a:ext cx="91200" cy="91200"/>
          </a:xfrm>
          <a:prstGeom prst="ellipse">
            <a:avLst/>
          </a:prstGeom>
          <a:solidFill>
            <a:srgbClr val="00B3FF"/>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19" name="Google Shape;6519;p173"/>
          <p:cNvSpPr/>
          <p:nvPr/>
        </p:nvSpPr>
        <p:spPr>
          <a:xfrm>
            <a:off x="7046687" y="722966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0" name="Google Shape;6520;p173"/>
          <p:cNvSpPr/>
          <p:nvPr/>
        </p:nvSpPr>
        <p:spPr>
          <a:xfrm>
            <a:off x="7046687" y="739856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1" name="Google Shape;6521;p173"/>
          <p:cNvSpPr/>
          <p:nvPr/>
        </p:nvSpPr>
        <p:spPr>
          <a:xfrm>
            <a:off x="7046687" y="7695877"/>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2" name="Google Shape;6522;p173"/>
          <p:cNvSpPr/>
          <p:nvPr/>
        </p:nvSpPr>
        <p:spPr>
          <a:xfrm>
            <a:off x="7046687" y="7547223"/>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3" name="Google Shape;6523;p173"/>
          <p:cNvSpPr/>
          <p:nvPr/>
        </p:nvSpPr>
        <p:spPr>
          <a:xfrm>
            <a:off x="7046687" y="784453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4" name="Google Shape;6524;p173"/>
          <p:cNvSpPr/>
          <p:nvPr/>
        </p:nvSpPr>
        <p:spPr>
          <a:xfrm>
            <a:off x="7046687" y="80134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5" name="Google Shape;6525;p173"/>
          <p:cNvSpPr/>
          <p:nvPr/>
        </p:nvSpPr>
        <p:spPr>
          <a:xfrm>
            <a:off x="7046687" y="829310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6" name="Google Shape;6526;p173"/>
          <p:cNvSpPr/>
          <p:nvPr/>
        </p:nvSpPr>
        <p:spPr>
          <a:xfrm>
            <a:off x="7046687" y="8432943"/>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7" name="Google Shape;6527;p173"/>
          <p:cNvSpPr/>
          <p:nvPr/>
        </p:nvSpPr>
        <p:spPr>
          <a:xfrm>
            <a:off x="7046687" y="8153274"/>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8" name="Google Shape;6528;p173"/>
          <p:cNvSpPr/>
          <p:nvPr/>
        </p:nvSpPr>
        <p:spPr>
          <a:xfrm>
            <a:off x="7046687" y="862830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29" name="Google Shape;6529;p173"/>
          <p:cNvSpPr/>
          <p:nvPr/>
        </p:nvSpPr>
        <p:spPr>
          <a:xfrm>
            <a:off x="7046687" y="8768144"/>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0" name="Google Shape;6530;p173"/>
          <p:cNvSpPr/>
          <p:nvPr/>
        </p:nvSpPr>
        <p:spPr>
          <a:xfrm>
            <a:off x="7046687" y="890797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1" name="Google Shape;6531;p173"/>
          <p:cNvSpPr/>
          <p:nvPr/>
        </p:nvSpPr>
        <p:spPr>
          <a:xfrm>
            <a:off x="7046687" y="9048739"/>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2" name="Google Shape;6532;p173"/>
          <p:cNvSpPr/>
          <p:nvPr/>
        </p:nvSpPr>
        <p:spPr>
          <a:xfrm>
            <a:off x="7046687" y="9391833"/>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3" name="Google Shape;6533;p173"/>
          <p:cNvSpPr/>
          <p:nvPr/>
        </p:nvSpPr>
        <p:spPr>
          <a:xfrm>
            <a:off x="7046687" y="9620577"/>
            <a:ext cx="91200" cy="91200"/>
          </a:xfrm>
          <a:prstGeom prst="ellipse">
            <a:avLst/>
          </a:prstGeom>
          <a:solidFill>
            <a:srgbClr val="066AF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4" name="Google Shape;6534;p173"/>
          <p:cNvSpPr/>
          <p:nvPr/>
        </p:nvSpPr>
        <p:spPr>
          <a:xfrm>
            <a:off x="7046687" y="9243179"/>
            <a:ext cx="91200" cy="91200"/>
          </a:xfrm>
          <a:prstGeom prst="ellipse">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5" name="Google Shape;6535;p173"/>
          <p:cNvSpPr/>
          <p:nvPr/>
        </p:nvSpPr>
        <p:spPr>
          <a:xfrm>
            <a:off x="7046687" y="9483058"/>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6" name="Google Shape;6536;p173"/>
          <p:cNvSpPr/>
          <p:nvPr/>
        </p:nvSpPr>
        <p:spPr>
          <a:xfrm>
            <a:off x="7046687" y="570262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7" name="Google Shape;6537;p173"/>
          <p:cNvSpPr/>
          <p:nvPr/>
        </p:nvSpPr>
        <p:spPr>
          <a:xfrm>
            <a:off x="7046687" y="5851271"/>
            <a:ext cx="91200" cy="91200"/>
          </a:xfrm>
          <a:prstGeom prst="ellipse">
            <a:avLst/>
          </a:prstGeom>
          <a:solidFill>
            <a:srgbClr val="AD7BEE"/>
          </a:solid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02775"/>
                </a:solidFill>
                <a:latin typeface="Salesforce Sans"/>
                <a:ea typeface="Salesforce Sans"/>
                <a:cs typeface="Salesforce Sans"/>
                <a:sym typeface="Salesforce Sans"/>
              </a:rPr>
              <a:t> </a:t>
            </a:r>
            <a:endParaRPr i="0" sz="800" u="none" cap="none" strike="noStrike">
              <a:solidFill>
                <a:srgbClr val="000000"/>
              </a:solidFill>
              <a:latin typeface="Salesforce Sans"/>
              <a:ea typeface="Salesforce Sans"/>
              <a:cs typeface="Salesforce Sans"/>
              <a:sym typeface="Salesforce Sans"/>
            </a:endParaRPr>
          </a:p>
        </p:txBody>
      </p:sp>
      <p:sp>
        <p:nvSpPr>
          <p:cNvPr id="6538" name="Google Shape;6538;p173"/>
          <p:cNvSpPr txBox="1"/>
          <p:nvPr/>
        </p:nvSpPr>
        <p:spPr>
          <a:xfrm>
            <a:off x="472232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539" name="Google Shape;6539;p173"/>
          <p:cNvSpPr txBox="1"/>
          <p:nvPr/>
        </p:nvSpPr>
        <p:spPr>
          <a:xfrm>
            <a:off x="592208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540" name="Google Shape;6540;p173"/>
          <p:cNvGrpSpPr/>
          <p:nvPr/>
        </p:nvGrpSpPr>
        <p:grpSpPr>
          <a:xfrm>
            <a:off x="4741973" y="1867456"/>
            <a:ext cx="952525" cy="449700"/>
            <a:chOff x="755165" y="1938890"/>
            <a:chExt cx="1322400" cy="449700"/>
          </a:xfrm>
        </p:grpSpPr>
        <p:sp>
          <p:nvSpPr>
            <p:cNvPr id="6541" name="Google Shape;6541;p173"/>
            <p:cNvSpPr/>
            <p:nvPr/>
          </p:nvSpPr>
          <p:spPr>
            <a:xfrm>
              <a:off x="755165" y="1938890"/>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2" name="Google Shape;6542;p173"/>
            <p:cNvSpPr txBox="1"/>
            <p:nvPr/>
          </p:nvSpPr>
          <p:spPr>
            <a:xfrm>
              <a:off x="888815" y="2101340"/>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Marketing</a:t>
              </a:r>
              <a:endParaRPr sz="900">
                <a:solidFill>
                  <a:srgbClr val="FFFFFF"/>
                </a:solidFill>
                <a:latin typeface="Avant Garde Demi SFDC"/>
                <a:ea typeface="Avant Garde Demi SFDC"/>
                <a:cs typeface="Avant Garde Demi SFDC"/>
                <a:sym typeface="Avant Garde Demi SFDC"/>
              </a:endParaRPr>
            </a:p>
          </p:txBody>
        </p:sp>
      </p:grpSp>
      <p:sp>
        <p:nvSpPr>
          <p:cNvPr id="6543" name="Google Shape;6543;p173"/>
          <p:cNvSpPr txBox="1"/>
          <p:nvPr/>
        </p:nvSpPr>
        <p:spPr>
          <a:xfrm>
            <a:off x="718095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544" name="Google Shape;6544;p173"/>
          <p:cNvSpPr txBox="1"/>
          <p:nvPr/>
        </p:nvSpPr>
        <p:spPr>
          <a:xfrm>
            <a:off x="5922089" y="1843238"/>
            <a:ext cx="12150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Lead Management </a:t>
            </a:r>
            <a:endParaRPr b="1" sz="900">
              <a:solidFill>
                <a:srgbClr val="066AFE"/>
              </a:solidFill>
              <a:latin typeface="Salesforce Sans"/>
              <a:ea typeface="Salesforce Sans"/>
              <a:cs typeface="Salesforce Sans"/>
              <a:sym typeface="Salesforce Sans"/>
            </a:endParaRPr>
          </a:p>
        </p:txBody>
      </p:sp>
      <p:grpSp>
        <p:nvGrpSpPr>
          <p:cNvPr id="6545" name="Google Shape;6545;p173"/>
          <p:cNvGrpSpPr/>
          <p:nvPr/>
        </p:nvGrpSpPr>
        <p:grpSpPr>
          <a:xfrm>
            <a:off x="4741973" y="6193420"/>
            <a:ext cx="952525" cy="449700"/>
            <a:chOff x="755165" y="1866174"/>
            <a:chExt cx="1322400" cy="449700"/>
          </a:xfrm>
        </p:grpSpPr>
        <p:sp>
          <p:nvSpPr>
            <p:cNvPr id="6546" name="Google Shape;6546;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47" name="Google Shape;6547;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Product</a:t>
              </a:r>
              <a:endParaRPr sz="900">
                <a:solidFill>
                  <a:srgbClr val="FFFFFF"/>
                </a:solidFill>
                <a:latin typeface="Avant Garde Demi SFDC"/>
                <a:ea typeface="Avant Garde Demi SFDC"/>
                <a:cs typeface="Avant Garde Demi SFDC"/>
                <a:sym typeface="Avant Garde Demi SFDC"/>
              </a:endParaRPr>
            </a:p>
          </p:txBody>
        </p:sp>
      </p:grpSp>
      <p:grpSp>
        <p:nvGrpSpPr>
          <p:cNvPr id="6548" name="Google Shape;6548;p173"/>
          <p:cNvGrpSpPr/>
          <p:nvPr/>
        </p:nvGrpSpPr>
        <p:grpSpPr>
          <a:xfrm>
            <a:off x="4741973" y="9230466"/>
            <a:ext cx="952525" cy="449700"/>
            <a:chOff x="755165" y="1886345"/>
            <a:chExt cx="1322400" cy="449700"/>
          </a:xfrm>
        </p:grpSpPr>
        <p:sp>
          <p:nvSpPr>
            <p:cNvPr id="6549" name="Google Shape;6549;p173"/>
            <p:cNvSpPr/>
            <p:nvPr/>
          </p:nvSpPr>
          <p:spPr>
            <a:xfrm>
              <a:off x="755165" y="1886345"/>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550" name="Google Shape;6550;p173"/>
            <p:cNvSpPr txBox="1"/>
            <p:nvPr/>
          </p:nvSpPr>
          <p:spPr>
            <a:xfrm>
              <a:off x="888815" y="2048795"/>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1600">
                <a:latin typeface="Avant Garde Demi SFDC"/>
                <a:ea typeface="Avant Garde Demi SFDC"/>
                <a:cs typeface="Avant Garde Demi SFDC"/>
                <a:sym typeface="Avant Garde Demi SFDC"/>
              </a:endParaRPr>
            </a:p>
          </p:txBody>
        </p:sp>
      </p:grpSp>
      <p:sp>
        <p:nvSpPr>
          <p:cNvPr id="6551" name="Google Shape;6551;p173"/>
          <p:cNvSpPr/>
          <p:nvPr/>
        </p:nvSpPr>
        <p:spPr>
          <a:xfrm>
            <a:off x="10174977" y="2750625"/>
            <a:ext cx="1105200" cy="615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Planning and Design </a:t>
            </a:r>
            <a:endParaRPr b="1" i="0" sz="900" u="none" cap="none" strike="noStrike">
              <a:solidFill>
                <a:srgbClr val="066AFE"/>
              </a:solidFill>
              <a:latin typeface="Salesforce Sans"/>
              <a:ea typeface="Salesforce Sans"/>
              <a:cs typeface="Salesforce Sans"/>
              <a:sym typeface="Salesforce Sans"/>
            </a:endParaRPr>
          </a:p>
        </p:txBody>
      </p:sp>
      <p:sp>
        <p:nvSpPr>
          <p:cNvPr id="6552" name="Google Shape;6552;p173"/>
          <p:cNvSpPr/>
          <p:nvPr/>
        </p:nvSpPr>
        <p:spPr>
          <a:xfrm>
            <a:off x="10174977" y="3518578"/>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Core and Access Build &amp; Deployment </a:t>
            </a:r>
            <a:endParaRPr b="1" i="0" sz="900" u="none" cap="none" strike="noStrike">
              <a:solidFill>
                <a:srgbClr val="066AFE"/>
              </a:solidFill>
              <a:latin typeface="Salesforce Sans"/>
              <a:ea typeface="Salesforce Sans"/>
              <a:cs typeface="Salesforce Sans"/>
              <a:sym typeface="Salesforce Sans"/>
            </a:endParaRPr>
          </a:p>
        </p:txBody>
      </p:sp>
      <p:sp>
        <p:nvSpPr>
          <p:cNvPr id="6553" name="Google Shape;6553;p173"/>
          <p:cNvSpPr/>
          <p:nvPr/>
        </p:nvSpPr>
        <p:spPr>
          <a:xfrm>
            <a:off x="10174977" y="4120271"/>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Cloud and IP Network Build </a:t>
            </a:r>
            <a:r>
              <a:rPr b="1" lang="en" sz="900">
                <a:solidFill>
                  <a:srgbClr val="066AFE"/>
                </a:solidFill>
                <a:latin typeface="Salesforce Sans"/>
                <a:ea typeface="Salesforce Sans"/>
                <a:cs typeface="Salesforce Sans"/>
                <a:sym typeface="Salesforce Sans"/>
              </a:rPr>
              <a:t>&amp; </a:t>
            </a:r>
            <a:r>
              <a:rPr b="1" i="0" lang="en" sz="900" u="none" cap="none" strike="noStrike">
                <a:solidFill>
                  <a:srgbClr val="066AFE"/>
                </a:solidFill>
                <a:latin typeface="Salesforce Sans"/>
                <a:ea typeface="Salesforce Sans"/>
                <a:cs typeface="Salesforce Sans"/>
                <a:sym typeface="Salesforce Sans"/>
              </a:rPr>
              <a:t>Dev</a:t>
            </a:r>
            <a:r>
              <a:rPr b="1" lang="en" sz="900">
                <a:solidFill>
                  <a:srgbClr val="066AFE"/>
                </a:solidFill>
                <a:latin typeface="Salesforce Sans"/>
                <a:ea typeface="Salesforce Sans"/>
                <a:cs typeface="Salesforce Sans"/>
                <a:sym typeface="Salesforce Sans"/>
              </a:rPr>
              <a:t>elopment</a:t>
            </a:r>
            <a:endParaRPr b="1" i="0" sz="900" u="none" cap="none" strike="noStrike">
              <a:solidFill>
                <a:srgbClr val="066AFE"/>
              </a:solidFill>
              <a:latin typeface="Salesforce Sans"/>
              <a:ea typeface="Salesforce Sans"/>
              <a:cs typeface="Salesforce Sans"/>
              <a:sym typeface="Salesforce Sans"/>
            </a:endParaRPr>
          </a:p>
        </p:txBody>
      </p:sp>
      <p:sp>
        <p:nvSpPr>
          <p:cNvPr id="6554" name="Google Shape;6554;p173"/>
          <p:cNvSpPr/>
          <p:nvPr/>
        </p:nvSpPr>
        <p:spPr>
          <a:xfrm>
            <a:off x="10174977" y="4739816"/>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Spectrum Management</a:t>
            </a:r>
            <a:endParaRPr b="1" i="0" sz="900" u="none" cap="none" strike="noStrike">
              <a:solidFill>
                <a:srgbClr val="066AFE"/>
              </a:solidFill>
              <a:latin typeface="Salesforce Sans"/>
              <a:ea typeface="Salesforce Sans"/>
              <a:cs typeface="Salesforce Sans"/>
              <a:sym typeface="Salesforce Sans"/>
            </a:endParaRPr>
          </a:p>
        </p:txBody>
      </p:sp>
      <p:sp>
        <p:nvSpPr>
          <p:cNvPr id="6555" name="Google Shape;6555;p173"/>
          <p:cNvSpPr/>
          <p:nvPr/>
        </p:nvSpPr>
        <p:spPr>
          <a:xfrm>
            <a:off x="10174977" y="55018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Supply Chain </a:t>
            </a:r>
            <a:endParaRPr b="1" i="0" sz="900" u="none" cap="none" strike="noStrike">
              <a:solidFill>
                <a:srgbClr val="066AFE"/>
              </a:solidFill>
              <a:latin typeface="Salesforce Sans"/>
              <a:ea typeface="Salesforce Sans"/>
              <a:cs typeface="Salesforce Sans"/>
              <a:sym typeface="Salesforce Sans"/>
            </a:endParaRPr>
          </a:p>
        </p:txBody>
      </p:sp>
      <p:sp>
        <p:nvSpPr>
          <p:cNvPr id="6556" name="Google Shape;6556;p173"/>
          <p:cNvSpPr/>
          <p:nvPr/>
        </p:nvSpPr>
        <p:spPr>
          <a:xfrm>
            <a:off x="10174977" y="6115423"/>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Network Maintenance </a:t>
            </a:r>
            <a:endParaRPr b="1" i="0" sz="900" u="none" cap="none" strike="noStrike">
              <a:solidFill>
                <a:srgbClr val="066AFE"/>
              </a:solidFill>
              <a:latin typeface="Salesforce Sans"/>
              <a:ea typeface="Salesforce Sans"/>
              <a:cs typeface="Salesforce Sans"/>
              <a:sym typeface="Salesforce Sans"/>
            </a:endParaRPr>
          </a:p>
        </p:txBody>
      </p:sp>
      <p:sp>
        <p:nvSpPr>
          <p:cNvPr id="6557" name="Google Shape;6557;p173"/>
          <p:cNvSpPr/>
          <p:nvPr/>
        </p:nvSpPr>
        <p:spPr>
          <a:xfrm>
            <a:off x="10174977" y="6723069"/>
            <a:ext cx="1105200" cy="4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Energy &amp; Sustainability Mgmt </a:t>
            </a:r>
            <a:endParaRPr b="1" i="0" sz="900" u="none" cap="none" strike="noStrike">
              <a:solidFill>
                <a:srgbClr val="066AFE"/>
              </a:solidFill>
              <a:latin typeface="Salesforce Sans"/>
              <a:ea typeface="Salesforce Sans"/>
              <a:cs typeface="Salesforce Sans"/>
              <a:sym typeface="Salesforce Sans"/>
            </a:endParaRPr>
          </a:p>
        </p:txBody>
      </p:sp>
      <p:sp>
        <p:nvSpPr>
          <p:cNvPr id="6558" name="Google Shape;6558;p173"/>
          <p:cNvSpPr/>
          <p:nvPr/>
        </p:nvSpPr>
        <p:spPr>
          <a:xfrm>
            <a:off x="10174977" y="7200055"/>
            <a:ext cx="1105200" cy="153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trategy</a:t>
            </a:r>
            <a:endParaRPr b="1" i="0" sz="900" u="none" cap="none" strike="noStrike">
              <a:solidFill>
                <a:srgbClr val="066AFE"/>
              </a:solidFill>
              <a:latin typeface="Salesforce Sans"/>
              <a:ea typeface="Salesforce Sans"/>
              <a:cs typeface="Salesforce Sans"/>
              <a:sym typeface="Salesforce Sans"/>
            </a:endParaRPr>
          </a:p>
        </p:txBody>
      </p:sp>
      <p:sp>
        <p:nvSpPr>
          <p:cNvPr id="6559" name="Google Shape;6559;p173"/>
          <p:cNvSpPr/>
          <p:nvPr/>
        </p:nvSpPr>
        <p:spPr>
          <a:xfrm>
            <a:off x="10174977" y="7647411"/>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Issue Resolution </a:t>
            </a:r>
            <a:endParaRPr b="1" i="0" sz="900" u="none" cap="none" strike="noStrike">
              <a:solidFill>
                <a:srgbClr val="066AFE"/>
              </a:solidFill>
              <a:latin typeface="Salesforce Sans"/>
              <a:ea typeface="Salesforce Sans"/>
              <a:cs typeface="Salesforce Sans"/>
              <a:sym typeface="Salesforce Sans"/>
            </a:endParaRPr>
          </a:p>
        </p:txBody>
      </p:sp>
      <p:sp>
        <p:nvSpPr>
          <p:cNvPr id="6560" name="Google Shape;6560;p173"/>
          <p:cNvSpPr/>
          <p:nvPr/>
        </p:nvSpPr>
        <p:spPr>
          <a:xfrm>
            <a:off x="10174977" y="8094823"/>
            <a:ext cx="1105200" cy="246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IT Governance </a:t>
            </a:r>
            <a:endParaRPr b="1" i="0" sz="900" u="none" cap="none" strike="noStrike">
              <a:solidFill>
                <a:srgbClr val="066AFE"/>
              </a:solidFill>
              <a:latin typeface="Salesforce Sans"/>
              <a:ea typeface="Salesforce Sans"/>
              <a:cs typeface="Salesforce Sans"/>
              <a:sym typeface="Salesforce Sans"/>
            </a:endParaRPr>
          </a:p>
        </p:txBody>
      </p:sp>
      <p:sp>
        <p:nvSpPr>
          <p:cNvPr id="6561" name="Google Shape;6561;p173"/>
          <p:cNvSpPr/>
          <p:nvPr/>
        </p:nvSpPr>
        <p:spPr>
          <a:xfrm>
            <a:off x="10174977" y="8409934"/>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Software Development </a:t>
            </a:r>
            <a:endParaRPr b="1" i="0" sz="900" u="none" cap="none" strike="noStrike">
              <a:solidFill>
                <a:srgbClr val="066AFE"/>
              </a:solidFill>
              <a:latin typeface="Salesforce Sans"/>
              <a:ea typeface="Salesforce Sans"/>
              <a:cs typeface="Salesforce Sans"/>
              <a:sym typeface="Salesforce Sans"/>
            </a:endParaRPr>
          </a:p>
        </p:txBody>
      </p:sp>
      <p:sp>
        <p:nvSpPr>
          <p:cNvPr id="6562" name="Google Shape;6562;p173"/>
          <p:cNvSpPr/>
          <p:nvPr/>
        </p:nvSpPr>
        <p:spPr>
          <a:xfrm>
            <a:off x="10174977" y="8869242"/>
            <a:ext cx="10008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Testing, QA &amp; Automation </a:t>
            </a:r>
            <a:endParaRPr b="1" i="0" sz="900" u="none" cap="none" strike="noStrike">
              <a:solidFill>
                <a:srgbClr val="066AFE"/>
              </a:solidFill>
              <a:latin typeface="Salesforce Sans"/>
              <a:ea typeface="Salesforce Sans"/>
              <a:cs typeface="Salesforce Sans"/>
              <a:sym typeface="Salesforce Sans"/>
            </a:endParaRPr>
          </a:p>
        </p:txBody>
      </p:sp>
      <p:sp>
        <p:nvSpPr>
          <p:cNvPr id="6563" name="Google Shape;6563;p173"/>
          <p:cNvSpPr/>
          <p:nvPr/>
        </p:nvSpPr>
        <p:spPr>
          <a:xfrm>
            <a:off x="10174977" y="9316350"/>
            <a:ext cx="1105200" cy="307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Cyber Threat </a:t>
            </a:r>
            <a:br>
              <a:rPr b="1" i="0" lang="en" sz="900" u="none" cap="none" strike="noStrike">
                <a:solidFill>
                  <a:srgbClr val="066AFE"/>
                </a:solidFill>
                <a:latin typeface="Salesforce Sans"/>
                <a:ea typeface="Salesforce Sans"/>
                <a:cs typeface="Salesforce Sans"/>
                <a:sym typeface="Salesforce Sans"/>
              </a:rPr>
            </a:br>
            <a:r>
              <a:rPr b="1" i="0" lang="en" sz="900" u="none" cap="none" strike="noStrike">
                <a:solidFill>
                  <a:srgbClr val="066AFE"/>
                </a:solidFill>
                <a:latin typeface="Salesforce Sans"/>
                <a:ea typeface="Salesforce Sans"/>
                <a:cs typeface="Salesforce Sans"/>
                <a:sym typeface="Salesforce Sans"/>
              </a:rPr>
              <a:t>Response </a:t>
            </a:r>
            <a:endParaRPr b="1" i="0" sz="900" u="none" cap="none" strike="noStrike">
              <a:solidFill>
                <a:srgbClr val="066AFE"/>
              </a:solidFill>
              <a:latin typeface="Salesforce Sans"/>
              <a:ea typeface="Salesforce Sans"/>
              <a:cs typeface="Salesforce Sans"/>
              <a:sym typeface="Salesforce Sans"/>
            </a:endParaRPr>
          </a:p>
        </p:txBody>
      </p:sp>
      <p:sp>
        <p:nvSpPr>
          <p:cNvPr id="6564" name="Google Shape;6564;p173"/>
          <p:cNvSpPr txBox="1"/>
          <p:nvPr/>
        </p:nvSpPr>
        <p:spPr>
          <a:xfrm>
            <a:off x="11432855" y="198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Selection</a:t>
            </a:r>
            <a:endParaRPr i="0" sz="800" u="none" cap="none" strike="noStrike">
              <a:latin typeface="Salesforce Sans"/>
              <a:ea typeface="Salesforce Sans"/>
              <a:cs typeface="Salesforce Sans"/>
              <a:sym typeface="Salesforce Sans"/>
            </a:endParaRPr>
          </a:p>
        </p:txBody>
      </p:sp>
      <p:sp>
        <p:nvSpPr>
          <p:cNvPr id="6565" name="Google Shape;6565;p173"/>
          <p:cNvSpPr txBox="1"/>
          <p:nvPr/>
        </p:nvSpPr>
        <p:spPr>
          <a:xfrm>
            <a:off x="11432855" y="2137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66" name="Google Shape;6566;p173"/>
          <p:cNvSpPr txBox="1"/>
          <p:nvPr/>
        </p:nvSpPr>
        <p:spPr>
          <a:xfrm>
            <a:off x="11432855" y="2286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67" name="Google Shape;6567;p173"/>
          <p:cNvSpPr txBox="1"/>
          <p:nvPr/>
        </p:nvSpPr>
        <p:spPr>
          <a:xfrm>
            <a:off x="11432855" y="2434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68" name="Google Shape;6568;p173"/>
          <p:cNvSpPr txBox="1"/>
          <p:nvPr/>
        </p:nvSpPr>
        <p:spPr>
          <a:xfrm>
            <a:off x="11432855" y="2751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69" name="Google Shape;6569;p173"/>
          <p:cNvSpPr txBox="1"/>
          <p:nvPr/>
        </p:nvSpPr>
        <p:spPr>
          <a:xfrm>
            <a:off x="11432855" y="2899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Design</a:t>
            </a:r>
            <a:endParaRPr i="0" sz="800" u="none" cap="none" strike="noStrike">
              <a:latin typeface="Salesforce Sans"/>
              <a:ea typeface="Salesforce Sans"/>
              <a:cs typeface="Salesforce Sans"/>
              <a:sym typeface="Salesforce Sans"/>
            </a:endParaRPr>
          </a:p>
        </p:txBody>
      </p:sp>
      <p:sp>
        <p:nvSpPr>
          <p:cNvPr id="6570" name="Google Shape;6570;p173"/>
          <p:cNvSpPr txBox="1"/>
          <p:nvPr/>
        </p:nvSpPr>
        <p:spPr>
          <a:xfrm>
            <a:off x="11432855" y="3048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Simulation and Modelling</a:t>
            </a:r>
            <a:endParaRPr i="0" sz="800" u="none" cap="none" strike="noStrike">
              <a:latin typeface="Salesforce Sans"/>
              <a:ea typeface="Salesforce Sans"/>
              <a:cs typeface="Salesforce Sans"/>
              <a:sym typeface="Salesforce Sans"/>
            </a:endParaRPr>
          </a:p>
        </p:txBody>
      </p:sp>
      <p:sp>
        <p:nvSpPr>
          <p:cNvPr id="6571" name="Google Shape;6571;p173"/>
          <p:cNvSpPr txBox="1"/>
          <p:nvPr/>
        </p:nvSpPr>
        <p:spPr>
          <a:xfrm>
            <a:off x="11432855" y="2583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2" name="Google Shape;6572;p173"/>
          <p:cNvSpPr txBox="1"/>
          <p:nvPr/>
        </p:nvSpPr>
        <p:spPr>
          <a:xfrm>
            <a:off x="11432855" y="3196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Equipment Selection</a:t>
            </a:r>
            <a:endParaRPr i="0" sz="800" u="none" cap="none" strike="noStrike">
              <a:latin typeface="Salesforce Sans"/>
              <a:ea typeface="Salesforce Sans"/>
              <a:cs typeface="Salesforce Sans"/>
              <a:sym typeface="Salesforce Sans"/>
            </a:endParaRPr>
          </a:p>
        </p:txBody>
      </p:sp>
      <p:sp>
        <p:nvSpPr>
          <p:cNvPr id="6573" name="Google Shape;6573;p173"/>
          <p:cNvSpPr txBox="1"/>
          <p:nvPr/>
        </p:nvSpPr>
        <p:spPr>
          <a:xfrm>
            <a:off x="11432855" y="3513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74" name="Google Shape;6574;p173"/>
          <p:cNvSpPr txBox="1"/>
          <p:nvPr/>
        </p:nvSpPr>
        <p:spPr>
          <a:xfrm>
            <a:off x="11432855" y="3661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Installation and Configuration</a:t>
            </a:r>
            <a:endParaRPr i="0" sz="800" u="none" cap="none" strike="noStrike">
              <a:latin typeface="Salesforce Sans"/>
              <a:ea typeface="Salesforce Sans"/>
              <a:cs typeface="Salesforce Sans"/>
              <a:sym typeface="Salesforce Sans"/>
            </a:endParaRPr>
          </a:p>
        </p:txBody>
      </p:sp>
      <p:sp>
        <p:nvSpPr>
          <p:cNvPr id="6575" name="Google Shape;6575;p173"/>
          <p:cNvSpPr txBox="1"/>
          <p:nvPr/>
        </p:nvSpPr>
        <p:spPr>
          <a:xfrm>
            <a:off x="11432855" y="3345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Investment Planning</a:t>
            </a:r>
            <a:endParaRPr i="0" sz="800" u="none" cap="none" strike="noStrike">
              <a:latin typeface="Salesforce Sans"/>
              <a:ea typeface="Salesforce Sans"/>
              <a:cs typeface="Salesforce Sans"/>
              <a:sym typeface="Salesforce Sans"/>
            </a:endParaRPr>
          </a:p>
        </p:txBody>
      </p:sp>
      <p:sp>
        <p:nvSpPr>
          <p:cNvPr id="6576" name="Google Shape;6576;p173"/>
          <p:cNvSpPr txBox="1"/>
          <p:nvPr/>
        </p:nvSpPr>
        <p:spPr>
          <a:xfrm>
            <a:off x="11432855" y="3958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77" name="Google Shape;6577;p173"/>
          <p:cNvSpPr txBox="1"/>
          <p:nvPr/>
        </p:nvSpPr>
        <p:spPr>
          <a:xfrm>
            <a:off x="11432855" y="3810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78" name="Google Shape;6578;p173"/>
          <p:cNvSpPr txBox="1"/>
          <p:nvPr/>
        </p:nvSpPr>
        <p:spPr>
          <a:xfrm>
            <a:off x="11432855" y="4275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Deployment and Configuration</a:t>
            </a:r>
            <a:endParaRPr i="0" sz="800" u="none" cap="none" strike="noStrike">
              <a:latin typeface="Salesforce Sans"/>
              <a:ea typeface="Salesforce Sans"/>
              <a:cs typeface="Salesforce Sans"/>
              <a:sym typeface="Salesforce Sans"/>
            </a:endParaRPr>
          </a:p>
        </p:txBody>
      </p:sp>
      <p:sp>
        <p:nvSpPr>
          <p:cNvPr id="6579" name="Google Shape;6579;p173"/>
          <p:cNvSpPr txBox="1"/>
          <p:nvPr/>
        </p:nvSpPr>
        <p:spPr>
          <a:xfrm>
            <a:off x="11432855" y="4423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Integration and Test</a:t>
            </a:r>
            <a:endParaRPr i="0" sz="800" u="none" cap="none" strike="noStrike">
              <a:latin typeface="Salesforce Sans"/>
              <a:ea typeface="Salesforce Sans"/>
              <a:cs typeface="Salesforce Sans"/>
              <a:sym typeface="Salesforce Sans"/>
            </a:endParaRPr>
          </a:p>
        </p:txBody>
      </p:sp>
      <p:sp>
        <p:nvSpPr>
          <p:cNvPr id="6580" name="Google Shape;6580;p173"/>
          <p:cNvSpPr txBox="1"/>
          <p:nvPr/>
        </p:nvSpPr>
        <p:spPr>
          <a:xfrm>
            <a:off x="11432855" y="4127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Site Readiness and Validation</a:t>
            </a:r>
            <a:endParaRPr i="0" sz="800" u="none" cap="none" strike="noStrike">
              <a:latin typeface="Salesforce Sans"/>
              <a:ea typeface="Salesforce Sans"/>
              <a:cs typeface="Salesforce Sans"/>
              <a:sym typeface="Salesforce Sans"/>
            </a:endParaRPr>
          </a:p>
        </p:txBody>
      </p:sp>
      <p:sp>
        <p:nvSpPr>
          <p:cNvPr id="6581" name="Google Shape;6581;p173"/>
          <p:cNvSpPr txBox="1"/>
          <p:nvPr/>
        </p:nvSpPr>
        <p:spPr>
          <a:xfrm>
            <a:off x="11432855" y="4740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582" name="Google Shape;6582;p173"/>
          <p:cNvSpPr txBox="1"/>
          <p:nvPr/>
        </p:nvSpPr>
        <p:spPr>
          <a:xfrm>
            <a:off x="11432855" y="4889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Valuation</a:t>
            </a:r>
            <a:endParaRPr i="0" sz="800" u="none" cap="none" strike="noStrike">
              <a:latin typeface="Salesforce Sans"/>
              <a:ea typeface="Salesforce Sans"/>
              <a:cs typeface="Salesforce Sans"/>
              <a:sym typeface="Salesforce Sans"/>
            </a:endParaRPr>
          </a:p>
        </p:txBody>
      </p:sp>
      <p:sp>
        <p:nvSpPr>
          <p:cNvPr id="6583" name="Google Shape;6583;p173"/>
          <p:cNvSpPr txBox="1"/>
          <p:nvPr/>
        </p:nvSpPr>
        <p:spPr>
          <a:xfrm>
            <a:off x="11432855" y="5037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Allocation</a:t>
            </a:r>
            <a:endParaRPr i="0" sz="800" u="none" cap="none" strike="noStrike">
              <a:latin typeface="Salesforce Sans"/>
              <a:ea typeface="Salesforce Sans"/>
              <a:cs typeface="Salesforce Sans"/>
              <a:sym typeface="Salesforce Sans"/>
            </a:endParaRPr>
          </a:p>
        </p:txBody>
      </p:sp>
      <p:sp>
        <p:nvSpPr>
          <p:cNvPr id="6584" name="Google Shape;6584;p173"/>
          <p:cNvSpPr txBox="1"/>
          <p:nvPr/>
        </p:nvSpPr>
        <p:spPr>
          <a:xfrm>
            <a:off x="11432855" y="51859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Spectrum Monitoring</a:t>
            </a:r>
            <a:endParaRPr i="0" sz="800" u="none" cap="none" strike="noStrike">
              <a:latin typeface="Salesforce Sans"/>
              <a:ea typeface="Salesforce Sans"/>
              <a:cs typeface="Salesforce Sans"/>
              <a:sym typeface="Salesforce Sans"/>
            </a:endParaRPr>
          </a:p>
        </p:txBody>
      </p:sp>
      <p:sp>
        <p:nvSpPr>
          <p:cNvPr id="6585" name="Google Shape;6585;p173"/>
          <p:cNvSpPr txBox="1"/>
          <p:nvPr/>
        </p:nvSpPr>
        <p:spPr>
          <a:xfrm>
            <a:off x="11432855" y="55027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Forecasting</a:t>
            </a:r>
            <a:endParaRPr i="0" sz="800" u="none" cap="none" strike="noStrike">
              <a:latin typeface="Salesforce Sans"/>
              <a:ea typeface="Salesforce Sans"/>
              <a:cs typeface="Salesforce Sans"/>
              <a:sym typeface="Salesforce Sans"/>
            </a:endParaRPr>
          </a:p>
        </p:txBody>
      </p:sp>
      <p:sp>
        <p:nvSpPr>
          <p:cNvPr id="6586" name="Google Shape;6586;p173"/>
          <p:cNvSpPr txBox="1"/>
          <p:nvPr/>
        </p:nvSpPr>
        <p:spPr>
          <a:xfrm>
            <a:off x="11432855" y="56511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Selection</a:t>
            </a:r>
            <a:endParaRPr i="0" sz="800" u="none" cap="none" strike="noStrike">
              <a:latin typeface="Salesforce Sans"/>
              <a:ea typeface="Salesforce Sans"/>
              <a:cs typeface="Salesforce Sans"/>
              <a:sym typeface="Salesforce Sans"/>
            </a:endParaRPr>
          </a:p>
        </p:txBody>
      </p:sp>
      <p:sp>
        <p:nvSpPr>
          <p:cNvPr id="6587" name="Google Shape;6587;p173"/>
          <p:cNvSpPr txBox="1"/>
          <p:nvPr/>
        </p:nvSpPr>
        <p:spPr>
          <a:xfrm>
            <a:off x="11432855" y="57995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Procurement Execution</a:t>
            </a:r>
            <a:endParaRPr i="0" sz="800" u="none" cap="none" strike="noStrike">
              <a:latin typeface="Salesforce Sans"/>
              <a:ea typeface="Salesforce Sans"/>
              <a:cs typeface="Salesforce Sans"/>
              <a:sym typeface="Salesforce Sans"/>
            </a:endParaRPr>
          </a:p>
        </p:txBody>
      </p:sp>
      <p:sp>
        <p:nvSpPr>
          <p:cNvPr id="6588" name="Google Shape;6588;p173"/>
          <p:cNvSpPr txBox="1"/>
          <p:nvPr/>
        </p:nvSpPr>
        <p:spPr>
          <a:xfrm>
            <a:off x="11432855" y="5334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a:t>
            </a:r>
            <a:r>
              <a:rPr lang="en" sz="800">
                <a:latin typeface="Salesforce Sans"/>
                <a:ea typeface="Salesforce Sans"/>
                <a:cs typeface="Salesforce Sans"/>
                <a:sym typeface="Salesforce Sans"/>
              </a:rPr>
              <a:t>Adherence</a:t>
            </a:r>
            <a:endParaRPr i="0" sz="800" u="none" cap="none" strike="noStrike">
              <a:latin typeface="Salesforce Sans"/>
              <a:ea typeface="Salesforce Sans"/>
              <a:cs typeface="Salesforce Sans"/>
              <a:sym typeface="Salesforce Sans"/>
            </a:endParaRPr>
          </a:p>
        </p:txBody>
      </p:sp>
      <p:sp>
        <p:nvSpPr>
          <p:cNvPr id="6589" name="Google Shape;6589;p173"/>
          <p:cNvSpPr txBox="1"/>
          <p:nvPr/>
        </p:nvSpPr>
        <p:spPr>
          <a:xfrm>
            <a:off x="11432855" y="594804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Logistics and Inventory</a:t>
            </a:r>
            <a:endParaRPr i="0" sz="800" u="none" cap="none" strike="noStrike">
              <a:latin typeface="Salesforce Sans"/>
              <a:ea typeface="Salesforce Sans"/>
              <a:cs typeface="Salesforce Sans"/>
              <a:sym typeface="Salesforce Sans"/>
            </a:endParaRPr>
          </a:p>
        </p:txBody>
      </p:sp>
      <p:sp>
        <p:nvSpPr>
          <p:cNvPr id="6590" name="Google Shape;6590;p173"/>
          <p:cNvSpPr txBox="1"/>
          <p:nvPr/>
        </p:nvSpPr>
        <p:spPr>
          <a:xfrm>
            <a:off x="11432855" y="6116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Monitoring</a:t>
            </a:r>
            <a:endParaRPr i="0" sz="800" u="none" cap="none" strike="noStrike">
              <a:latin typeface="Salesforce Sans"/>
              <a:ea typeface="Salesforce Sans"/>
              <a:cs typeface="Salesforce Sans"/>
              <a:sym typeface="Salesforce Sans"/>
            </a:endParaRPr>
          </a:p>
        </p:txBody>
      </p:sp>
      <p:sp>
        <p:nvSpPr>
          <p:cNvPr id="6591" name="Google Shape;6591;p173"/>
          <p:cNvSpPr txBox="1"/>
          <p:nvPr/>
        </p:nvSpPr>
        <p:spPr>
          <a:xfrm>
            <a:off x="11432855" y="6264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592" name="Google Shape;6592;p173"/>
          <p:cNvSpPr txBox="1"/>
          <p:nvPr/>
        </p:nvSpPr>
        <p:spPr>
          <a:xfrm>
            <a:off x="11432855" y="64131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Configuration Update</a:t>
            </a:r>
            <a:endParaRPr i="0" sz="800" u="none" cap="none" strike="noStrike">
              <a:latin typeface="Salesforce Sans"/>
              <a:ea typeface="Salesforce Sans"/>
              <a:cs typeface="Salesforce Sans"/>
              <a:sym typeface="Salesforce Sans"/>
            </a:endParaRPr>
          </a:p>
        </p:txBody>
      </p:sp>
      <p:sp>
        <p:nvSpPr>
          <p:cNvPr id="6593" name="Google Shape;6593;p173"/>
          <p:cNvSpPr txBox="1"/>
          <p:nvPr/>
        </p:nvSpPr>
        <p:spPr>
          <a:xfrm>
            <a:off x="11432855" y="457237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Activation and Transition</a:t>
            </a:r>
            <a:endParaRPr i="0" sz="800" u="none" cap="none" strike="noStrike">
              <a:latin typeface="Salesforce Sans"/>
              <a:ea typeface="Salesforce Sans"/>
              <a:cs typeface="Salesforce Sans"/>
              <a:sym typeface="Salesforce Sans"/>
            </a:endParaRPr>
          </a:p>
        </p:txBody>
      </p:sp>
      <p:sp>
        <p:nvSpPr>
          <p:cNvPr id="6594" name="Google Shape;6594;p173"/>
          <p:cNvSpPr txBox="1"/>
          <p:nvPr/>
        </p:nvSpPr>
        <p:spPr>
          <a:xfrm>
            <a:off x="11432855" y="67299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Consumption Monitoring</a:t>
            </a:r>
            <a:endParaRPr i="0" sz="800" u="none" cap="none" strike="noStrike">
              <a:latin typeface="Salesforce Sans"/>
              <a:ea typeface="Salesforce Sans"/>
              <a:cs typeface="Salesforce Sans"/>
              <a:sym typeface="Salesforce Sans"/>
            </a:endParaRPr>
          </a:p>
        </p:txBody>
      </p:sp>
      <p:sp>
        <p:nvSpPr>
          <p:cNvPr id="6595" name="Google Shape;6595;p173"/>
          <p:cNvSpPr txBox="1"/>
          <p:nvPr/>
        </p:nvSpPr>
        <p:spPr>
          <a:xfrm>
            <a:off x="11432855" y="65615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Network Optimization</a:t>
            </a:r>
            <a:endParaRPr i="0" sz="800" u="none" cap="none" strike="noStrike">
              <a:latin typeface="Salesforce Sans"/>
              <a:ea typeface="Salesforce Sans"/>
              <a:cs typeface="Salesforce Sans"/>
              <a:sym typeface="Salesforce Sans"/>
            </a:endParaRPr>
          </a:p>
        </p:txBody>
      </p:sp>
      <p:sp>
        <p:nvSpPr>
          <p:cNvPr id="6596" name="Google Shape;6596;p173"/>
          <p:cNvSpPr txBox="1"/>
          <p:nvPr/>
        </p:nvSpPr>
        <p:spPr>
          <a:xfrm>
            <a:off x="11432855" y="68783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Energy Optimization</a:t>
            </a:r>
            <a:endParaRPr i="0" sz="800" u="none" cap="none" strike="noStrike">
              <a:latin typeface="Salesforce Sans"/>
              <a:ea typeface="Salesforce Sans"/>
              <a:cs typeface="Salesforce Sans"/>
              <a:sym typeface="Salesforce Sans"/>
            </a:endParaRPr>
          </a:p>
        </p:txBody>
      </p:sp>
      <p:sp>
        <p:nvSpPr>
          <p:cNvPr id="6597" name="Google Shape;6597;p173"/>
          <p:cNvSpPr txBox="1"/>
          <p:nvPr/>
        </p:nvSpPr>
        <p:spPr>
          <a:xfrm>
            <a:off x="11432855" y="702677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Sustainability Management</a:t>
            </a:r>
            <a:endParaRPr i="0" sz="800" u="none" cap="none" strike="noStrike">
              <a:latin typeface="Salesforce Sans"/>
              <a:ea typeface="Salesforce Sans"/>
              <a:cs typeface="Salesforce Sans"/>
              <a:sym typeface="Salesforce Sans"/>
            </a:endParaRPr>
          </a:p>
        </p:txBody>
      </p:sp>
      <p:sp>
        <p:nvSpPr>
          <p:cNvPr id="6598" name="Google Shape;6598;p173"/>
          <p:cNvSpPr txBox="1"/>
          <p:nvPr/>
        </p:nvSpPr>
        <p:spPr>
          <a:xfrm>
            <a:off x="11432855" y="7195055"/>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Insights</a:t>
            </a:r>
            <a:endParaRPr i="0" sz="800" u="none" cap="none" strike="noStrike">
              <a:latin typeface="Salesforce Sans"/>
              <a:ea typeface="Salesforce Sans"/>
              <a:cs typeface="Salesforce Sans"/>
              <a:sym typeface="Salesforce Sans"/>
            </a:endParaRPr>
          </a:p>
        </p:txBody>
      </p:sp>
      <p:sp>
        <p:nvSpPr>
          <p:cNvPr id="6599" name="Google Shape;6599;p173"/>
          <p:cNvSpPr txBox="1"/>
          <p:nvPr/>
        </p:nvSpPr>
        <p:spPr>
          <a:xfrm>
            <a:off x="11432855" y="733475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Roadmap Planning</a:t>
            </a:r>
            <a:endParaRPr i="0" sz="800" u="none" cap="none" strike="noStrike">
              <a:latin typeface="Salesforce Sans"/>
              <a:ea typeface="Salesforce Sans"/>
              <a:cs typeface="Salesforce Sans"/>
              <a:sym typeface="Salesforce Sans"/>
            </a:endParaRPr>
          </a:p>
        </p:txBody>
      </p:sp>
      <p:sp>
        <p:nvSpPr>
          <p:cNvPr id="6600" name="Google Shape;6600;p173"/>
          <p:cNvSpPr txBox="1"/>
          <p:nvPr/>
        </p:nvSpPr>
        <p:spPr>
          <a:xfrm>
            <a:off x="11432855" y="7642632"/>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a:t>
            </a:r>
            <a:r>
              <a:rPr i="0" lang="en" sz="800" u="none" cap="none" strike="noStrike">
                <a:latin typeface="Salesforce Sans"/>
                <a:ea typeface="Salesforce Sans"/>
                <a:cs typeface="Salesforce Sans"/>
                <a:sym typeface="Salesforce Sans"/>
              </a:rPr>
              <a:t>ncident Triage</a:t>
            </a:r>
            <a:endParaRPr i="0" sz="800" u="none" cap="none" strike="noStrike">
              <a:latin typeface="Salesforce Sans"/>
              <a:ea typeface="Salesforce Sans"/>
              <a:cs typeface="Salesforce Sans"/>
              <a:sym typeface="Salesforce Sans"/>
            </a:endParaRPr>
          </a:p>
        </p:txBody>
      </p:sp>
      <p:sp>
        <p:nvSpPr>
          <p:cNvPr id="6601" name="Google Shape;6601;p173"/>
          <p:cNvSpPr txBox="1"/>
          <p:nvPr/>
        </p:nvSpPr>
        <p:spPr>
          <a:xfrm>
            <a:off x="11432855" y="74743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It Investment</a:t>
            </a:r>
            <a:endParaRPr i="0" sz="800" u="none" cap="none" strike="noStrike">
              <a:latin typeface="Salesforce Sans"/>
              <a:ea typeface="Salesforce Sans"/>
              <a:cs typeface="Salesforce Sans"/>
              <a:sym typeface="Salesforce Sans"/>
            </a:endParaRPr>
          </a:p>
        </p:txBody>
      </p:sp>
      <p:sp>
        <p:nvSpPr>
          <p:cNvPr id="6602" name="Google Shape;6602;p173"/>
          <p:cNvSpPr txBox="1"/>
          <p:nvPr/>
        </p:nvSpPr>
        <p:spPr>
          <a:xfrm>
            <a:off x="11432855" y="778231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Resolution and Troubleshooting</a:t>
            </a:r>
            <a:endParaRPr i="0" sz="800" u="none" cap="none" strike="noStrike">
              <a:latin typeface="Salesforce Sans"/>
              <a:ea typeface="Salesforce Sans"/>
              <a:cs typeface="Salesforce Sans"/>
              <a:sym typeface="Salesforce Sans"/>
            </a:endParaRPr>
          </a:p>
        </p:txBody>
      </p:sp>
      <p:sp>
        <p:nvSpPr>
          <p:cNvPr id="6603" name="Google Shape;6603;p173"/>
          <p:cNvSpPr txBox="1"/>
          <p:nvPr/>
        </p:nvSpPr>
        <p:spPr>
          <a:xfrm>
            <a:off x="11432855" y="792189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Ticket Routing</a:t>
            </a:r>
            <a:endParaRPr i="0" sz="800" u="none" cap="none" strike="noStrike">
              <a:latin typeface="Salesforce Sans"/>
              <a:ea typeface="Salesforce Sans"/>
              <a:cs typeface="Salesforce Sans"/>
              <a:sym typeface="Salesforce Sans"/>
            </a:endParaRPr>
          </a:p>
        </p:txBody>
      </p:sp>
      <p:sp>
        <p:nvSpPr>
          <p:cNvPr id="6604" name="Google Shape;6604;p173"/>
          <p:cNvSpPr txBox="1"/>
          <p:nvPr/>
        </p:nvSpPr>
        <p:spPr>
          <a:xfrm>
            <a:off x="11432855" y="823771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Support Knowledge</a:t>
            </a:r>
            <a:endParaRPr i="0" sz="800" u="none" cap="none" strike="noStrike">
              <a:latin typeface="Salesforce Sans"/>
              <a:ea typeface="Salesforce Sans"/>
              <a:cs typeface="Salesforce Sans"/>
              <a:sym typeface="Salesforce Sans"/>
            </a:endParaRPr>
          </a:p>
        </p:txBody>
      </p:sp>
      <p:sp>
        <p:nvSpPr>
          <p:cNvPr id="6605" name="Google Shape;6605;p173"/>
          <p:cNvSpPr txBox="1"/>
          <p:nvPr/>
        </p:nvSpPr>
        <p:spPr>
          <a:xfrm>
            <a:off x="11432855" y="839898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Generation</a:t>
            </a:r>
            <a:endParaRPr i="0" sz="800" u="none" cap="none" strike="noStrike">
              <a:latin typeface="Salesforce Sans"/>
              <a:ea typeface="Salesforce Sans"/>
              <a:cs typeface="Salesforce Sans"/>
              <a:sym typeface="Salesforce Sans"/>
            </a:endParaRPr>
          </a:p>
        </p:txBody>
      </p:sp>
      <p:sp>
        <p:nvSpPr>
          <p:cNvPr id="6606" name="Google Shape;6606;p173"/>
          <p:cNvSpPr txBox="1"/>
          <p:nvPr/>
        </p:nvSpPr>
        <p:spPr>
          <a:xfrm>
            <a:off x="11432855" y="8096368"/>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Policy Compliance</a:t>
            </a:r>
            <a:endParaRPr i="0" sz="800" u="none" cap="none" strike="noStrike">
              <a:latin typeface="Salesforce Sans"/>
              <a:ea typeface="Salesforce Sans"/>
              <a:cs typeface="Salesforce Sans"/>
              <a:sym typeface="Salesforce Sans"/>
            </a:endParaRPr>
          </a:p>
        </p:txBody>
      </p:sp>
      <p:sp>
        <p:nvSpPr>
          <p:cNvPr id="6607" name="Google Shape;6607;p173"/>
          <p:cNvSpPr txBox="1"/>
          <p:nvPr/>
        </p:nvSpPr>
        <p:spPr>
          <a:xfrm>
            <a:off x="11432855" y="853683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Code Review</a:t>
            </a:r>
            <a:endParaRPr i="0" sz="800" u="none" cap="none" strike="noStrike">
              <a:latin typeface="Salesforce Sans"/>
              <a:ea typeface="Salesforce Sans"/>
              <a:cs typeface="Salesforce Sans"/>
              <a:sym typeface="Salesforce Sans"/>
            </a:endParaRPr>
          </a:p>
        </p:txBody>
      </p:sp>
      <p:sp>
        <p:nvSpPr>
          <p:cNvPr id="6608" name="Google Shape;6608;p173"/>
          <p:cNvSpPr txBox="1"/>
          <p:nvPr/>
        </p:nvSpPr>
        <p:spPr>
          <a:xfrm>
            <a:off x="11432855" y="8864257"/>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Test Case Generator</a:t>
            </a:r>
            <a:endParaRPr i="0" sz="800" u="none" cap="none" strike="noStrike">
              <a:latin typeface="Salesforce Sans"/>
              <a:ea typeface="Salesforce Sans"/>
              <a:cs typeface="Salesforce Sans"/>
              <a:sym typeface="Salesforce Sans"/>
            </a:endParaRPr>
          </a:p>
        </p:txBody>
      </p:sp>
      <p:sp>
        <p:nvSpPr>
          <p:cNvPr id="6609" name="Google Shape;6609;p173"/>
          <p:cNvSpPr txBox="1"/>
          <p:nvPr/>
        </p:nvSpPr>
        <p:spPr>
          <a:xfrm>
            <a:off x="11432855" y="91469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Defect Triage</a:t>
            </a:r>
            <a:endParaRPr i="0" sz="800" u="none" cap="none" strike="noStrike">
              <a:latin typeface="Salesforce Sans"/>
              <a:ea typeface="Salesforce Sans"/>
              <a:cs typeface="Salesforce Sans"/>
              <a:sym typeface="Salesforce Sans"/>
            </a:endParaRPr>
          </a:p>
        </p:txBody>
      </p:sp>
      <p:sp>
        <p:nvSpPr>
          <p:cNvPr id="6610" name="Google Shape;6610;p173"/>
          <p:cNvSpPr txBox="1"/>
          <p:nvPr/>
        </p:nvSpPr>
        <p:spPr>
          <a:xfrm>
            <a:off x="11432855" y="9463746"/>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Incident Response</a:t>
            </a:r>
            <a:endParaRPr i="0" sz="800" u="none" cap="none" strike="noStrike">
              <a:latin typeface="Salesforce Sans"/>
              <a:ea typeface="Salesforce Sans"/>
              <a:cs typeface="Salesforce Sans"/>
              <a:sym typeface="Salesforce Sans"/>
            </a:endParaRPr>
          </a:p>
        </p:txBody>
      </p:sp>
      <p:sp>
        <p:nvSpPr>
          <p:cNvPr id="6611" name="Google Shape;6611;p173"/>
          <p:cNvSpPr txBox="1"/>
          <p:nvPr/>
        </p:nvSpPr>
        <p:spPr>
          <a:xfrm>
            <a:off x="11432855" y="9598063"/>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Forensics</a:t>
            </a:r>
            <a:endParaRPr i="0" sz="800" u="none" cap="none" strike="noStrike">
              <a:latin typeface="Salesforce Sans"/>
              <a:ea typeface="Salesforce Sans"/>
              <a:cs typeface="Salesforce Sans"/>
              <a:sym typeface="Salesforce Sans"/>
            </a:endParaRPr>
          </a:p>
        </p:txBody>
      </p:sp>
      <p:sp>
        <p:nvSpPr>
          <p:cNvPr id="6612" name="Google Shape;6612;p173"/>
          <p:cNvSpPr txBox="1"/>
          <p:nvPr/>
        </p:nvSpPr>
        <p:spPr>
          <a:xfrm>
            <a:off x="11432855" y="867469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Software Performance</a:t>
            </a:r>
            <a:endParaRPr i="0" sz="800" u="none" cap="none" strike="noStrike">
              <a:latin typeface="Salesforce Sans"/>
              <a:ea typeface="Salesforce Sans"/>
              <a:cs typeface="Salesforce Sans"/>
              <a:sym typeface="Salesforce Sans"/>
            </a:endParaRPr>
          </a:p>
        </p:txBody>
      </p:sp>
      <p:sp>
        <p:nvSpPr>
          <p:cNvPr id="6613" name="Google Shape;6613;p173"/>
          <p:cNvSpPr txBox="1"/>
          <p:nvPr/>
        </p:nvSpPr>
        <p:spPr>
          <a:xfrm>
            <a:off x="11432855" y="90056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CI/CD Validation</a:t>
            </a:r>
            <a:endParaRPr i="0" sz="800" u="none" cap="none" strike="noStrike">
              <a:latin typeface="Salesforce Sans"/>
              <a:ea typeface="Salesforce Sans"/>
              <a:cs typeface="Salesforce Sans"/>
              <a:sym typeface="Salesforce Sans"/>
            </a:endParaRPr>
          </a:p>
        </p:txBody>
      </p:sp>
      <p:sp>
        <p:nvSpPr>
          <p:cNvPr id="6614" name="Google Shape;6614;p173"/>
          <p:cNvSpPr txBox="1"/>
          <p:nvPr/>
        </p:nvSpPr>
        <p:spPr>
          <a:xfrm>
            <a:off x="11432855" y="9322401"/>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Threat Detection</a:t>
            </a:r>
            <a:endParaRPr i="0" sz="800" u="none" cap="none" strike="noStrike">
              <a:latin typeface="Salesforce Sans"/>
              <a:ea typeface="Salesforce Sans"/>
              <a:cs typeface="Salesforce Sans"/>
              <a:sym typeface="Salesforce Sans"/>
            </a:endParaRPr>
          </a:p>
        </p:txBody>
      </p:sp>
      <p:sp>
        <p:nvSpPr>
          <p:cNvPr id="6615" name="Google Shape;6615;p173"/>
          <p:cNvSpPr/>
          <p:nvPr/>
        </p:nvSpPr>
        <p:spPr>
          <a:xfrm>
            <a:off x="11297160" y="552137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6" name="Google Shape;6616;p173"/>
          <p:cNvSpPr/>
          <p:nvPr/>
        </p:nvSpPr>
        <p:spPr>
          <a:xfrm>
            <a:off x="11297160" y="596664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7" name="Google Shape;6617;p173"/>
          <p:cNvSpPr/>
          <p:nvPr/>
        </p:nvSpPr>
        <p:spPr>
          <a:xfrm>
            <a:off x="11297160" y="566979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8" name="Google Shape;6618;p173"/>
          <p:cNvSpPr/>
          <p:nvPr/>
        </p:nvSpPr>
        <p:spPr>
          <a:xfrm>
            <a:off x="11297160" y="58182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19" name="Google Shape;6619;p173"/>
          <p:cNvSpPr/>
          <p:nvPr/>
        </p:nvSpPr>
        <p:spPr>
          <a:xfrm>
            <a:off x="11297160" y="186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0" name="Google Shape;6620;p173"/>
          <p:cNvSpPr/>
          <p:nvPr/>
        </p:nvSpPr>
        <p:spPr>
          <a:xfrm>
            <a:off x="11297160" y="2008173"/>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1" name="Google Shape;6621;p173"/>
          <p:cNvSpPr/>
          <p:nvPr/>
        </p:nvSpPr>
        <p:spPr>
          <a:xfrm>
            <a:off x="11297160" y="21565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2" name="Google Shape;6622;p173"/>
          <p:cNvSpPr/>
          <p:nvPr/>
        </p:nvSpPr>
        <p:spPr>
          <a:xfrm>
            <a:off x="11297160" y="23051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3" name="Google Shape;6623;p173"/>
          <p:cNvSpPr/>
          <p:nvPr/>
        </p:nvSpPr>
        <p:spPr>
          <a:xfrm>
            <a:off x="11297160" y="24531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4" name="Google Shape;6624;p173"/>
          <p:cNvSpPr/>
          <p:nvPr/>
        </p:nvSpPr>
        <p:spPr>
          <a:xfrm>
            <a:off x="11297160" y="260155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5" name="Google Shape;6625;p173"/>
          <p:cNvSpPr/>
          <p:nvPr/>
        </p:nvSpPr>
        <p:spPr>
          <a:xfrm>
            <a:off x="11297160" y="27703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6" name="Google Shape;6626;p173"/>
          <p:cNvSpPr/>
          <p:nvPr/>
        </p:nvSpPr>
        <p:spPr>
          <a:xfrm>
            <a:off x="11297160" y="29183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7" name="Google Shape;6627;p173"/>
          <p:cNvSpPr/>
          <p:nvPr/>
        </p:nvSpPr>
        <p:spPr>
          <a:xfrm>
            <a:off x="11297160" y="3066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8" name="Google Shape;6628;p173"/>
          <p:cNvSpPr/>
          <p:nvPr/>
        </p:nvSpPr>
        <p:spPr>
          <a:xfrm>
            <a:off x="11297160" y="3215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29" name="Google Shape;6629;p173"/>
          <p:cNvSpPr/>
          <p:nvPr/>
        </p:nvSpPr>
        <p:spPr>
          <a:xfrm>
            <a:off x="11297160" y="3363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0" name="Google Shape;6630;p173"/>
          <p:cNvSpPr/>
          <p:nvPr/>
        </p:nvSpPr>
        <p:spPr>
          <a:xfrm>
            <a:off x="11297160" y="35322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1" name="Google Shape;6631;p173"/>
          <p:cNvSpPr/>
          <p:nvPr/>
        </p:nvSpPr>
        <p:spPr>
          <a:xfrm>
            <a:off x="11297160" y="3680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2" name="Google Shape;6632;p173"/>
          <p:cNvSpPr/>
          <p:nvPr/>
        </p:nvSpPr>
        <p:spPr>
          <a:xfrm>
            <a:off x="11297160" y="38286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3" name="Google Shape;6633;p173"/>
          <p:cNvSpPr/>
          <p:nvPr/>
        </p:nvSpPr>
        <p:spPr>
          <a:xfrm>
            <a:off x="11297160" y="39772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4" name="Google Shape;6634;p173"/>
          <p:cNvSpPr/>
          <p:nvPr/>
        </p:nvSpPr>
        <p:spPr>
          <a:xfrm>
            <a:off x="11297160" y="414588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5" name="Google Shape;6635;p173"/>
          <p:cNvSpPr/>
          <p:nvPr/>
        </p:nvSpPr>
        <p:spPr>
          <a:xfrm>
            <a:off x="11297160" y="42938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6" name="Google Shape;6636;p173"/>
          <p:cNvSpPr/>
          <p:nvPr/>
        </p:nvSpPr>
        <p:spPr>
          <a:xfrm>
            <a:off x="11297160" y="44422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7" name="Google Shape;6637;p173"/>
          <p:cNvSpPr/>
          <p:nvPr/>
        </p:nvSpPr>
        <p:spPr>
          <a:xfrm>
            <a:off x="11297160" y="459086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8" name="Google Shape;6638;p173"/>
          <p:cNvSpPr/>
          <p:nvPr/>
        </p:nvSpPr>
        <p:spPr>
          <a:xfrm>
            <a:off x="11297160" y="47595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39" name="Google Shape;6639;p173"/>
          <p:cNvSpPr/>
          <p:nvPr/>
        </p:nvSpPr>
        <p:spPr>
          <a:xfrm>
            <a:off x="11297160" y="49075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0" name="Google Shape;6640;p173"/>
          <p:cNvSpPr/>
          <p:nvPr/>
        </p:nvSpPr>
        <p:spPr>
          <a:xfrm>
            <a:off x="11297160" y="50559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1" name="Google Shape;6641;p173"/>
          <p:cNvSpPr/>
          <p:nvPr/>
        </p:nvSpPr>
        <p:spPr>
          <a:xfrm>
            <a:off x="11297160" y="520479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2" name="Google Shape;6642;p173"/>
          <p:cNvSpPr/>
          <p:nvPr/>
        </p:nvSpPr>
        <p:spPr>
          <a:xfrm>
            <a:off x="11297160" y="53527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3" name="Google Shape;6643;p173"/>
          <p:cNvSpPr/>
          <p:nvPr/>
        </p:nvSpPr>
        <p:spPr>
          <a:xfrm>
            <a:off x="11297160" y="61349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4" name="Google Shape;6644;p173"/>
          <p:cNvSpPr/>
          <p:nvPr/>
        </p:nvSpPr>
        <p:spPr>
          <a:xfrm>
            <a:off x="11297160" y="658020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5" name="Google Shape;6645;p173"/>
          <p:cNvSpPr/>
          <p:nvPr/>
        </p:nvSpPr>
        <p:spPr>
          <a:xfrm>
            <a:off x="11297160" y="628336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6" name="Google Shape;6646;p173"/>
          <p:cNvSpPr/>
          <p:nvPr/>
        </p:nvSpPr>
        <p:spPr>
          <a:xfrm>
            <a:off x="11297160" y="643178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7" name="Google Shape;6647;p173"/>
          <p:cNvSpPr/>
          <p:nvPr/>
        </p:nvSpPr>
        <p:spPr>
          <a:xfrm>
            <a:off x="11297160" y="70453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8" name="Google Shape;6648;p173"/>
          <p:cNvSpPr/>
          <p:nvPr/>
        </p:nvSpPr>
        <p:spPr>
          <a:xfrm>
            <a:off x="11297160" y="674854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49" name="Google Shape;6649;p173"/>
          <p:cNvSpPr/>
          <p:nvPr/>
        </p:nvSpPr>
        <p:spPr>
          <a:xfrm>
            <a:off x="11297160" y="689697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0" name="Google Shape;6650;p173"/>
          <p:cNvSpPr/>
          <p:nvPr/>
        </p:nvSpPr>
        <p:spPr>
          <a:xfrm>
            <a:off x="11297160" y="751053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1" name="Google Shape;6651;p173"/>
          <p:cNvSpPr/>
          <p:nvPr/>
        </p:nvSpPr>
        <p:spPr>
          <a:xfrm>
            <a:off x="11297160" y="721368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2" name="Google Shape;6652;p173"/>
          <p:cNvSpPr/>
          <p:nvPr/>
        </p:nvSpPr>
        <p:spPr>
          <a:xfrm>
            <a:off x="11297160" y="736211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3" name="Google Shape;6653;p173"/>
          <p:cNvSpPr/>
          <p:nvPr/>
        </p:nvSpPr>
        <p:spPr>
          <a:xfrm>
            <a:off x="11297160" y="767889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4" name="Google Shape;6654;p173"/>
          <p:cNvSpPr/>
          <p:nvPr/>
        </p:nvSpPr>
        <p:spPr>
          <a:xfrm>
            <a:off x="11297160" y="795810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5" name="Google Shape;6655;p173"/>
          <p:cNvSpPr/>
          <p:nvPr/>
        </p:nvSpPr>
        <p:spPr>
          <a:xfrm>
            <a:off x="11297160" y="7800862"/>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56" name="Google Shape;6656;p173"/>
          <p:cNvSpPr/>
          <p:nvPr/>
        </p:nvSpPr>
        <p:spPr>
          <a:xfrm>
            <a:off x="11297160" y="8249267"/>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7" name="Google Shape;6657;p173"/>
          <p:cNvSpPr/>
          <p:nvPr/>
        </p:nvSpPr>
        <p:spPr>
          <a:xfrm>
            <a:off x="11297160" y="8114954"/>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8" name="Google Shape;6658;p173"/>
          <p:cNvSpPr/>
          <p:nvPr/>
        </p:nvSpPr>
        <p:spPr>
          <a:xfrm>
            <a:off x="11297160" y="84175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59" name="Google Shape;6659;p173"/>
          <p:cNvSpPr/>
          <p:nvPr/>
        </p:nvSpPr>
        <p:spPr>
          <a:xfrm>
            <a:off x="11297160" y="871444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0" name="Google Shape;6660;p173"/>
          <p:cNvSpPr/>
          <p:nvPr/>
        </p:nvSpPr>
        <p:spPr>
          <a:xfrm>
            <a:off x="11297160" y="8566017"/>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1" name="Google Shape;6661;p173"/>
          <p:cNvSpPr/>
          <p:nvPr/>
        </p:nvSpPr>
        <p:spPr>
          <a:xfrm>
            <a:off x="11297160" y="8882831"/>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2" name="Google Shape;6662;p173"/>
          <p:cNvSpPr/>
          <p:nvPr/>
        </p:nvSpPr>
        <p:spPr>
          <a:xfrm>
            <a:off x="11297160" y="917967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3" name="Google Shape;6663;p173"/>
          <p:cNvSpPr/>
          <p:nvPr/>
        </p:nvSpPr>
        <p:spPr>
          <a:xfrm>
            <a:off x="11297160" y="903125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4" name="Google Shape;6664;p173"/>
          <p:cNvSpPr/>
          <p:nvPr/>
        </p:nvSpPr>
        <p:spPr>
          <a:xfrm>
            <a:off x="11297160" y="9348045"/>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5" name="Google Shape;6665;p173"/>
          <p:cNvSpPr/>
          <p:nvPr/>
        </p:nvSpPr>
        <p:spPr>
          <a:xfrm>
            <a:off x="11297160"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6" name="Google Shape;6666;p173"/>
          <p:cNvSpPr/>
          <p:nvPr/>
        </p:nvSpPr>
        <p:spPr>
          <a:xfrm>
            <a:off x="11297160" y="9496469"/>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67" name="Google Shape;6667;p173"/>
          <p:cNvSpPr txBox="1"/>
          <p:nvPr/>
        </p:nvSpPr>
        <p:spPr>
          <a:xfrm>
            <a:off x="11432855" y="1836850"/>
            <a:ext cx="1681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Demand Forecasting</a:t>
            </a:r>
            <a:endParaRPr i="0" sz="800" u="none" cap="none" strike="noStrike">
              <a:latin typeface="Salesforce Sans"/>
              <a:ea typeface="Salesforce Sans"/>
              <a:cs typeface="Salesforce Sans"/>
              <a:sym typeface="Salesforce Sans"/>
            </a:endParaRPr>
          </a:p>
        </p:txBody>
      </p:sp>
      <p:sp>
        <p:nvSpPr>
          <p:cNvPr id="6668" name="Google Shape;6668;p173"/>
          <p:cNvSpPr/>
          <p:nvPr/>
        </p:nvSpPr>
        <p:spPr>
          <a:xfrm>
            <a:off x="11297160" y="185530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69" name="Google Shape;6669;p173"/>
          <p:cNvSpPr/>
          <p:nvPr/>
        </p:nvSpPr>
        <p:spPr>
          <a:xfrm>
            <a:off x="11297160" y="277936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0" name="Google Shape;6670;p173"/>
          <p:cNvSpPr/>
          <p:nvPr/>
        </p:nvSpPr>
        <p:spPr>
          <a:xfrm>
            <a:off x="11297160" y="3354585"/>
            <a:ext cx="91200" cy="912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71" name="Google Shape;6671;p173"/>
          <p:cNvSpPr/>
          <p:nvPr/>
        </p:nvSpPr>
        <p:spPr>
          <a:xfrm>
            <a:off x="11297160" y="476855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2" name="Google Shape;6672;p173"/>
          <p:cNvSpPr/>
          <p:nvPr/>
        </p:nvSpPr>
        <p:spPr>
          <a:xfrm>
            <a:off x="11297160" y="627343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3" name="Google Shape;6673;p173"/>
          <p:cNvSpPr/>
          <p:nvPr/>
        </p:nvSpPr>
        <p:spPr>
          <a:xfrm>
            <a:off x="11297160" y="8258336"/>
            <a:ext cx="91200" cy="912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4" name="Google Shape;6674;p173"/>
          <p:cNvSpPr/>
          <p:nvPr/>
        </p:nvSpPr>
        <p:spPr>
          <a:xfrm>
            <a:off x="11297160" y="842689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5" name="Google Shape;6675;p173"/>
          <p:cNvSpPr/>
          <p:nvPr/>
        </p:nvSpPr>
        <p:spPr>
          <a:xfrm>
            <a:off x="11297160" y="85696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66AFE"/>
              </a:solidFill>
              <a:highlight>
                <a:srgbClr val="022AC0"/>
              </a:highlight>
              <a:latin typeface="Salesforce Sans"/>
              <a:ea typeface="Salesforce Sans"/>
              <a:cs typeface="Salesforce Sans"/>
              <a:sym typeface="Salesforce Sans"/>
            </a:endParaRPr>
          </a:p>
        </p:txBody>
      </p:sp>
      <p:sp>
        <p:nvSpPr>
          <p:cNvPr id="6676" name="Google Shape;6676;p173"/>
          <p:cNvSpPr txBox="1"/>
          <p:nvPr/>
        </p:nvSpPr>
        <p:spPr>
          <a:xfrm>
            <a:off x="8975201"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677" name="Google Shape;6677;p173"/>
          <p:cNvSpPr txBox="1"/>
          <p:nvPr/>
        </p:nvSpPr>
        <p:spPr>
          <a:xfrm>
            <a:off x="10174969"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678" name="Google Shape;6678;p173"/>
          <p:cNvGrpSpPr/>
          <p:nvPr/>
        </p:nvGrpSpPr>
        <p:grpSpPr>
          <a:xfrm>
            <a:off x="8994853" y="1867456"/>
            <a:ext cx="952525" cy="449700"/>
            <a:chOff x="755165" y="1905021"/>
            <a:chExt cx="1322400" cy="449700"/>
          </a:xfrm>
        </p:grpSpPr>
        <p:sp>
          <p:nvSpPr>
            <p:cNvPr id="6679" name="Google Shape;6679;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0" name="Google Shape;6680;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Network</a:t>
              </a:r>
              <a:endParaRPr sz="900">
                <a:solidFill>
                  <a:srgbClr val="FFFFFF"/>
                </a:solidFill>
                <a:latin typeface="Avant Garde Demi SFDC"/>
                <a:ea typeface="Avant Garde Demi SFDC"/>
                <a:cs typeface="Avant Garde Demi SFDC"/>
                <a:sym typeface="Avant Garde Demi SFDC"/>
              </a:endParaRPr>
            </a:p>
          </p:txBody>
        </p:sp>
      </p:grpSp>
      <p:sp>
        <p:nvSpPr>
          <p:cNvPr id="6681" name="Google Shape;6681;p173"/>
          <p:cNvSpPr txBox="1"/>
          <p:nvPr/>
        </p:nvSpPr>
        <p:spPr>
          <a:xfrm>
            <a:off x="11433831"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682" name="Google Shape;6682;p173"/>
          <p:cNvSpPr txBox="1"/>
          <p:nvPr/>
        </p:nvSpPr>
        <p:spPr>
          <a:xfrm>
            <a:off x="10174976" y="1843250"/>
            <a:ext cx="1105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Core and Access Network Planning and Design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683" name="Google Shape;6683;p173"/>
          <p:cNvGrpSpPr/>
          <p:nvPr/>
        </p:nvGrpSpPr>
        <p:grpSpPr>
          <a:xfrm>
            <a:off x="8994853" y="7223868"/>
            <a:ext cx="952525" cy="449700"/>
            <a:chOff x="755165" y="1866174"/>
            <a:chExt cx="1322400" cy="449700"/>
          </a:xfrm>
        </p:grpSpPr>
        <p:sp>
          <p:nvSpPr>
            <p:cNvPr id="6684" name="Google Shape;6684;p173"/>
            <p:cNvSpPr/>
            <p:nvPr/>
          </p:nvSpPr>
          <p:spPr>
            <a:xfrm>
              <a:off x="755165" y="1866174"/>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685" name="Google Shape;6685;p173"/>
            <p:cNvSpPr txBox="1"/>
            <p:nvPr/>
          </p:nvSpPr>
          <p:spPr>
            <a:xfrm>
              <a:off x="888815" y="2028624"/>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686" name="Google Shape;6686;p173"/>
          <p:cNvSpPr/>
          <p:nvPr/>
        </p:nvSpPr>
        <p:spPr>
          <a:xfrm>
            <a:off x="15887397" y="9721093"/>
            <a:ext cx="91200" cy="912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687" name="Google Shape;6687;p173"/>
          <p:cNvSpPr txBox="1"/>
          <p:nvPr/>
        </p:nvSpPr>
        <p:spPr>
          <a:xfrm>
            <a:off x="15698457" y="18402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Ingestion</a:t>
            </a:r>
            <a:endParaRPr i="0" sz="800" u="none" cap="none" strike="noStrike">
              <a:latin typeface="Salesforce Sans"/>
              <a:ea typeface="Salesforce Sans"/>
              <a:cs typeface="Salesforce Sans"/>
              <a:sym typeface="Salesforce Sans"/>
            </a:endParaRPr>
          </a:p>
        </p:txBody>
      </p:sp>
      <p:sp>
        <p:nvSpPr>
          <p:cNvPr id="6688" name="Google Shape;6688;p173"/>
          <p:cNvSpPr/>
          <p:nvPr/>
        </p:nvSpPr>
        <p:spPr>
          <a:xfrm>
            <a:off x="14438141" y="2335613"/>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AI / ML </a:t>
            </a:r>
            <a:endParaRPr b="1" i="0" sz="900" u="none" cap="none" strike="noStrike">
              <a:solidFill>
                <a:srgbClr val="066AFE"/>
              </a:solidFill>
              <a:latin typeface="Salesforce Sans"/>
              <a:ea typeface="Salesforce Sans"/>
              <a:cs typeface="Salesforce Sans"/>
              <a:sym typeface="Salesforce Sans"/>
            </a:endParaRPr>
          </a:p>
        </p:txBody>
      </p:sp>
      <p:sp>
        <p:nvSpPr>
          <p:cNvPr id="6689" name="Google Shape;6689;p173"/>
          <p:cNvSpPr/>
          <p:nvPr/>
        </p:nvSpPr>
        <p:spPr>
          <a:xfrm>
            <a:off x="14438141" y="2967173"/>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0" name="Google Shape;6690;p173"/>
          <p:cNvSpPr/>
          <p:nvPr/>
        </p:nvSpPr>
        <p:spPr>
          <a:xfrm>
            <a:off x="14438141" y="344888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Attraction </a:t>
            </a:r>
            <a:endParaRPr b="1" i="0" sz="900" u="none" cap="none" strike="noStrike">
              <a:solidFill>
                <a:srgbClr val="066AFE"/>
              </a:solidFill>
              <a:latin typeface="Salesforce Sans"/>
              <a:ea typeface="Salesforce Sans"/>
              <a:cs typeface="Salesforce Sans"/>
              <a:sym typeface="Salesforce Sans"/>
            </a:endParaRPr>
          </a:p>
        </p:txBody>
      </p:sp>
      <p:sp>
        <p:nvSpPr>
          <p:cNvPr id="6691" name="Google Shape;6691;p173"/>
          <p:cNvSpPr/>
          <p:nvPr/>
        </p:nvSpPr>
        <p:spPr>
          <a:xfrm>
            <a:off x="14438141" y="4080440"/>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Mgmt &amp; Development </a:t>
            </a:r>
            <a:endParaRPr b="1" i="0" sz="900" u="none" cap="none" strike="noStrike">
              <a:solidFill>
                <a:srgbClr val="066AFE"/>
              </a:solidFill>
              <a:latin typeface="Salesforce Sans"/>
              <a:ea typeface="Salesforce Sans"/>
              <a:cs typeface="Salesforce Sans"/>
              <a:sym typeface="Salesforce Sans"/>
            </a:endParaRPr>
          </a:p>
        </p:txBody>
      </p:sp>
      <p:sp>
        <p:nvSpPr>
          <p:cNvPr id="6692" name="Google Shape;6692;p173"/>
          <p:cNvSpPr/>
          <p:nvPr/>
        </p:nvSpPr>
        <p:spPr>
          <a:xfrm>
            <a:off x="14438141" y="5182191"/>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Contractor Management Agent</a:t>
            </a:r>
            <a:endParaRPr b="1" i="0" sz="900" u="none" cap="none" strike="noStrike">
              <a:solidFill>
                <a:srgbClr val="066AFE"/>
              </a:solidFill>
              <a:latin typeface="Salesforce Sans"/>
              <a:ea typeface="Salesforce Sans"/>
              <a:cs typeface="Salesforce Sans"/>
              <a:sym typeface="Salesforce Sans"/>
            </a:endParaRPr>
          </a:p>
        </p:txBody>
      </p:sp>
      <p:sp>
        <p:nvSpPr>
          <p:cNvPr id="6693" name="Google Shape;6693;p173"/>
          <p:cNvSpPr/>
          <p:nvPr/>
        </p:nvSpPr>
        <p:spPr>
          <a:xfrm>
            <a:off x="14438141" y="6160482"/>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Procurement and Financial Operations </a:t>
            </a:r>
            <a:endParaRPr b="1" i="0" sz="900" u="none" cap="none" strike="noStrike">
              <a:solidFill>
                <a:srgbClr val="066AFE"/>
              </a:solidFill>
              <a:latin typeface="Salesforce Sans"/>
              <a:ea typeface="Salesforce Sans"/>
              <a:cs typeface="Salesforce Sans"/>
              <a:sym typeface="Salesforce Sans"/>
            </a:endParaRPr>
          </a:p>
        </p:txBody>
      </p:sp>
      <p:sp>
        <p:nvSpPr>
          <p:cNvPr id="6694" name="Google Shape;6694;p173"/>
          <p:cNvSpPr/>
          <p:nvPr/>
        </p:nvSpPr>
        <p:spPr>
          <a:xfrm>
            <a:off x="14438141" y="6782979"/>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Store Operations </a:t>
            </a:r>
            <a:endParaRPr b="1" i="0" sz="900" u="none" cap="none" strike="noStrike">
              <a:solidFill>
                <a:srgbClr val="066AFE"/>
              </a:solidFill>
              <a:latin typeface="Salesforce Sans"/>
              <a:ea typeface="Salesforce Sans"/>
              <a:cs typeface="Salesforce Sans"/>
              <a:sym typeface="Salesforce Sans"/>
            </a:endParaRPr>
          </a:p>
        </p:txBody>
      </p:sp>
      <p:sp>
        <p:nvSpPr>
          <p:cNvPr id="6695" name="Google Shape;6695;p173"/>
          <p:cNvSpPr/>
          <p:nvPr/>
        </p:nvSpPr>
        <p:spPr>
          <a:xfrm>
            <a:off x="14438141" y="7092455"/>
            <a:ext cx="891900" cy="14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Treasury </a:t>
            </a:r>
            <a:endParaRPr b="1" i="0" sz="900" u="none" cap="none" strike="noStrike">
              <a:solidFill>
                <a:srgbClr val="066AFE"/>
              </a:solidFill>
              <a:latin typeface="Salesforce Sans"/>
              <a:ea typeface="Salesforce Sans"/>
              <a:cs typeface="Salesforce Sans"/>
              <a:sym typeface="Salesforce Sans"/>
            </a:endParaRPr>
          </a:p>
        </p:txBody>
      </p:sp>
      <p:sp>
        <p:nvSpPr>
          <p:cNvPr id="6696" name="Google Shape;6696;p173"/>
          <p:cNvSpPr/>
          <p:nvPr/>
        </p:nvSpPr>
        <p:spPr>
          <a:xfrm>
            <a:off x="14438141" y="7424296"/>
            <a:ext cx="9261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Tax &amp; Com</a:t>
            </a:r>
            <a:r>
              <a:rPr b="1" lang="en" sz="900">
                <a:solidFill>
                  <a:srgbClr val="066AFE"/>
                </a:solidFill>
                <a:latin typeface="Salesforce Sans"/>
                <a:ea typeface="Salesforce Sans"/>
                <a:cs typeface="Salesforce Sans"/>
                <a:sym typeface="Salesforce Sans"/>
              </a:rPr>
              <a:t>pliance</a:t>
            </a:r>
            <a:r>
              <a:rPr b="1" i="0" lang="en" sz="900" u="none" cap="none" strike="noStrike">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697" name="Google Shape;6697;p173"/>
          <p:cNvSpPr/>
          <p:nvPr/>
        </p:nvSpPr>
        <p:spPr>
          <a:xfrm>
            <a:off x="14438141" y="5663898"/>
            <a:ext cx="8919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Financial Strategy &amp; Planning </a:t>
            </a:r>
            <a:endParaRPr b="1" i="0" sz="900" u="none" cap="none" strike="noStrike">
              <a:solidFill>
                <a:srgbClr val="066AFE"/>
              </a:solidFill>
              <a:latin typeface="Salesforce Sans"/>
              <a:ea typeface="Salesforce Sans"/>
              <a:cs typeface="Salesforce Sans"/>
              <a:sym typeface="Salesforce Sans"/>
            </a:endParaRPr>
          </a:p>
        </p:txBody>
      </p:sp>
      <p:sp>
        <p:nvSpPr>
          <p:cNvPr id="6698" name="Google Shape;6698;p173"/>
          <p:cNvSpPr/>
          <p:nvPr/>
        </p:nvSpPr>
        <p:spPr>
          <a:xfrm>
            <a:off x="14438141" y="8178368"/>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Litigation and Dispute </a:t>
            </a:r>
            <a:endParaRPr b="1" i="0" sz="900" u="none" cap="none" strike="noStrike">
              <a:solidFill>
                <a:srgbClr val="066AFE"/>
              </a:solidFill>
              <a:latin typeface="Salesforce Sans"/>
              <a:ea typeface="Salesforce Sans"/>
              <a:cs typeface="Salesforce Sans"/>
              <a:sym typeface="Salesforce Sans"/>
            </a:endParaRPr>
          </a:p>
        </p:txBody>
      </p:sp>
      <p:sp>
        <p:nvSpPr>
          <p:cNvPr id="6699" name="Google Shape;6699;p173"/>
          <p:cNvSpPr/>
          <p:nvPr/>
        </p:nvSpPr>
        <p:spPr>
          <a:xfrm>
            <a:off x="14438141" y="7753653"/>
            <a:ext cx="971400" cy="4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Mgmt. &amp; Board Reporting Gen</a:t>
            </a:r>
            <a:r>
              <a:rPr b="1" lang="en" sz="900">
                <a:solidFill>
                  <a:srgbClr val="066AFE"/>
                </a:solidFill>
                <a:latin typeface="Salesforce Sans"/>
                <a:ea typeface="Salesforce Sans"/>
                <a:cs typeface="Salesforce Sans"/>
                <a:sym typeface="Salesforce Sans"/>
              </a:rPr>
              <a:t>. </a:t>
            </a:r>
            <a:endParaRPr b="1" i="0" sz="900" u="none" cap="none" strike="noStrike">
              <a:solidFill>
                <a:srgbClr val="066AFE"/>
              </a:solidFill>
              <a:latin typeface="Salesforce Sans"/>
              <a:ea typeface="Salesforce Sans"/>
              <a:cs typeface="Salesforce Sans"/>
              <a:sym typeface="Salesforce Sans"/>
            </a:endParaRPr>
          </a:p>
        </p:txBody>
      </p:sp>
      <p:sp>
        <p:nvSpPr>
          <p:cNvPr id="6700" name="Google Shape;6700;p173"/>
          <p:cNvSpPr/>
          <p:nvPr/>
        </p:nvSpPr>
        <p:spPr>
          <a:xfrm>
            <a:off x="14438141" y="4538334"/>
            <a:ext cx="891900" cy="282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People Operations </a:t>
            </a:r>
            <a:endParaRPr b="1" i="0" sz="900" u="none" cap="none" strike="noStrike">
              <a:solidFill>
                <a:srgbClr val="066AFE"/>
              </a:solidFill>
              <a:latin typeface="Salesforce Sans"/>
              <a:ea typeface="Salesforce Sans"/>
              <a:cs typeface="Salesforce Sans"/>
              <a:sym typeface="Salesforce Sans"/>
            </a:endParaRPr>
          </a:p>
        </p:txBody>
      </p:sp>
      <p:sp>
        <p:nvSpPr>
          <p:cNvPr id="6701" name="Google Shape;6701;p173"/>
          <p:cNvSpPr txBox="1"/>
          <p:nvPr/>
        </p:nvSpPr>
        <p:spPr>
          <a:xfrm>
            <a:off x="15698457" y="20037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Quality</a:t>
            </a:r>
            <a:endParaRPr i="0" sz="800" u="none" cap="none" strike="noStrike">
              <a:latin typeface="Salesforce Sans"/>
              <a:ea typeface="Salesforce Sans"/>
              <a:cs typeface="Salesforce Sans"/>
              <a:sym typeface="Salesforce Sans"/>
            </a:endParaRPr>
          </a:p>
        </p:txBody>
      </p:sp>
      <p:sp>
        <p:nvSpPr>
          <p:cNvPr id="6702" name="Google Shape;6702;p173"/>
          <p:cNvSpPr txBox="1"/>
          <p:nvPr/>
        </p:nvSpPr>
        <p:spPr>
          <a:xfrm>
            <a:off x="15698457" y="215360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Security</a:t>
            </a:r>
            <a:endParaRPr i="0" sz="800" u="none" cap="none" strike="noStrike">
              <a:latin typeface="Salesforce Sans"/>
              <a:ea typeface="Salesforce Sans"/>
              <a:cs typeface="Salesforce Sans"/>
              <a:sym typeface="Salesforce Sans"/>
            </a:endParaRPr>
          </a:p>
        </p:txBody>
      </p:sp>
      <p:sp>
        <p:nvSpPr>
          <p:cNvPr id="6703" name="Google Shape;6703;p173"/>
          <p:cNvSpPr txBox="1"/>
          <p:nvPr/>
        </p:nvSpPr>
        <p:spPr>
          <a:xfrm>
            <a:off x="15698457" y="248545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Performance</a:t>
            </a:r>
            <a:endParaRPr i="0" sz="800" u="none" cap="none" strike="noStrike">
              <a:latin typeface="Salesforce Sans"/>
              <a:ea typeface="Salesforce Sans"/>
              <a:cs typeface="Salesforce Sans"/>
              <a:sym typeface="Salesforce Sans"/>
            </a:endParaRPr>
          </a:p>
        </p:txBody>
      </p:sp>
      <p:sp>
        <p:nvSpPr>
          <p:cNvPr id="6704" name="Google Shape;6704;p173"/>
          <p:cNvSpPr txBox="1"/>
          <p:nvPr/>
        </p:nvSpPr>
        <p:spPr>
          <a:xfrm>
            <a:off x="15698457" y="263531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Deployment</a:t>
            </a:r>
            <a:endParaRPr i="0" sz="800" u="none" cap="none" strike="noStrike">
              <a:latin typeface="Salesforce Sans"/>
              <a:ea typeface="Salesforce Sans"/>
              <a:cs typeface="Salesforce Sans"/>
              <a:sym typeface="Salesforce Sans"/>
            </a:endParaRPr>
          </a:p>
        </p:txBody>
      </p:sp>
      <p:sp>
        <p:nvSpPr>
          <p:cNvPr id="6705" name="Google Shape;6705;p173"/>
          <p:cNvSpPr txBox="1"/>
          <p:nvPr/>
        </p:nvSpPr>
        <p:spPr>
          <a:xfrm>
            <a:off x="15698457" y="27851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Model Governance</a:t>
            </a:r>
            <a:endParaRPr i="0" sz="800" u="none" cap="none" strike="noStrike">
              <a:latin typeface="Salesforce Sans"/>
              <a:ea typeface="Salesforce Sans"/>
              <a:cs typeface="Salesforce Sans"/>
              <a:sym typeface="Salesforce Sans"/>
            </a:endParaRPr>
          </a:p>
        </p:txBody>
      </p:sp>
      <p:sp>
        <p:nvSpPr>
          <p:cNvPr id="6706" name="Google Shape;6706;p173"/>
          <p:cNvSpPr txBox="1"/>
          <p:nvPr/>
        </p:nvSpPr>
        <p:spPr>
          <a:xfrm>
            <a:off x="15698457" y="23356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Data Preparation</a:t>
            </a:r>
            <a:endParaRPr i="0" sz="800" u="none" cap="none" strike="noStrike">
              <a:latin typeface="Salesforce Sans"/>
              <a:ea typeface="Salesforce Sans"/>
              <a:cs typeface="Salesforce Sans"/>
              <a:sym typeface="Salesforce Sans"/>
            </a:endParaRPr>
          </a:p>
        </p:txBody>
      </p:sp>
      <p:sp>
        <p:nvSpPr>
          <p:cNvPr id="6707" name="Google Shape;6707;p173"/>
          <p:cNvSpPr txBox="1"/>
          <p:nvPr/>
        </p:nvSpPr>
        <p:spPr>
          <a:xfrm>
            <a:off x="15698457" y="296729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Of Future And Skills Assessment</a:t>
            </a:r>
            <a:endParaRPr i="0" sz="800" u="none" cap="none" strike="noStrike">
              <a:latin typeface="Salesforce Sans"/>
              <a:ea typeface="Salesforce Sans"/>
              <a:cs typeface="Salesforce Sans"/>
              <a:sym typeface="Salesforce Sans"/>
            </a:endParaRPr>
          </a:p>
        </p:txBody>
      </p:sp>
      <p:sp>
        <p:nvSpPr>
          <p:cNvPr id="6708" name="Google Shape;6708;p173"/>
          <p:cNvSpPr txBox="1"/>
          <p:nvPr/>
        </p:nvSpPr>
        <p:spPr>
          <a:xfrm>
            <a:off x="15698457" y="408043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6709" name="Google Shape;6709;p173"/>
          <p:cNvSpPr txBox="1"/>
          <p:nvPr/>
        </p:nvSpPr>
        <p:spPr>
          <a:xfrm>
            <a:off x="15698457" y="500032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Compliance &amp; Labour Relations Monitoring</a:t>
            </a:r>
            <a:endParaRPr i="0" sz="800" u="none" cap="none" strike="noStrike">
              <a:latin typeface="Salesforce Sans"/>
              <a:ea typeface="Salesforce Sans"/>
              <a:cs typeface="Salesforce Sans"/>
              <a:sym typeface="Salesforce Sans"/>
            </a:endParaRPr>
          </a:p>
        </p:txBody>
      </p:sp>
      <p:sp>
        <p:nvSpPr>
          <p:cNvPr id="6710" name="Google Shape;6710;p173"/>
          <p:cNvSpPr txBox="1"/>
          <p:nvPr/>
        </p:nvSpPr>
        <p:spPr>
          <a:xfrm>
            <a:off x="15698457" y="518218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Onboarding</a:t>
            </a:r>
            <a:endParaRPr i="0" sz="800" u="none" cap="none" strike="noStrike">
              <a:latin typeface="Salesforce Sans"/>
              <a:ea typeface="Salesforce Sans"/>
              <a:cs typeface="Salesforce Sans"/>
              <a:sym typeface="Salesforce Sans"/>
            </a:endParaRPr>
          </a:p>
        </p:txBody>
      </p:sp>
      <p:sp>
        <p:nvSpPr>
          <p:cNvPr id="6711" name="Google Shape;6711;p173"/>
          <p:cNvSpPr txBox="1"/>
          <p:nvPr/>
        </p:nvSpPr>
        <p:spPr>
          <a:xfrm>
            <a:off x="15698457" y="677187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Inventory Optimization</a:t>
            </a:r>
            <a:endParaRPr i="0" sz="800" u="none" cap="none" strike="noStrike">
              <a:latin typeface="Salesforce Sans"/>
              <a:ea typeface="Salesforce Sans"/>
              <a:cs typeface="Salesforce Sans"/>
              <a:sym typeface="Salesforce Sans"/>
            </a:endParaRPr>
          </a:p>
        </p:txBody>
      </p:sp>
      <p:sp>
        <p:nvSpPr>
          <p:cNvPr id="6712" name="Google Shape;6712;p173"/>
          <p:cNvSpPr txBox="1"/>
          <p:nvPr/>
        </p:nvSpPr>
        <p:spPr>
          <a:xfrm>
            <a:off x="15698457" y="709245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Cash &amp; Liquidity Management</a:t>
            </a:r>
            <a:endParaRPr i="0" sz="800" u="none" cap="none" strike="noStrike">
              <a:latin typeface="Salesforce Sans"/>
              <a:ea typeface="Salesforce Sans"/>
              <a:cs typeface="Salesforce Sans"/>
              <a:sym typeface="Salesforce Sans"/>
            </a:endParaRPr>
          </a:p>
        </p:txBody>
      </p:sp>
      <p:sp>
        <p:nvSpPr>
          <p:cNvPr id="6713" name="Google Shape;6713;p173"/>
          <p:cNvSpPr txBox="1"/>
          <p:nvPr/>
        </p:nvSpPr>
        <p:spPr>
          <a:xfrm>
            <a:off x="15698457" y="68989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Facilities Maintenance</a:t>
            </a:r>
            <a:endParaRPr i="0" sz="800" u="none" cap="none" strike="noStrike">
              <a:latin typeface="Salesforce Sans"/>
              <a:ea typeface="Salesforce Sans"/>
              <a:cs typeface="Salesforce Sans"/>
              <a:sym typeface="Salesforce Sans"/>
            </a:endParaRPr>
          </a:p>
        </p:txBody>
      </p:sp>
      <p:sp>
        <p:nvSpPr>
          <p:cNvPr id="6714" name="Google Shape;6714;p173"/>
          <p:cNvSpPr txBox="1"/>
          <p:nvPr/>
        </p:nvSpPr>
        <p:spPr>
          <a:xfrm>
            <a:off x="15698457" y="7242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Risk Management</a:t>
            </a:r>
            <a:endParaRPr i="0" sz="800" u="none" cap="none" strike="noStrike">
              <a:latin typeface="Salesforce Sans"/>
              <a:ea typeface="Salesforce Sans"/>
              <a:cs typeface="Salesforce Sans"/>
              <a:sym typeface="Salesforce Sans"/>
            </a:endParaRPr>
          </a:p>
        </p:txBody>
      </p:sp>
      <p:sp>
        <p:nvSpPr>
          <p:cNvPr id="6715" name="Google Shape;6715;p173"/>
          <p:cNvSpPr txBox="1"/>
          <p:nvPr/>
        </p:nvSpPr>
        <p:spPr>
          <a:xfrm>
            <a:off x="15698457" y="742430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Tax Filing</a:t>
            </a:r>
            <a:endParaRPr i="0" sz="800" u="none" cap="none" strike="noStrike">
              <a:latin typeface="Salesforce Sans"/>
              <a:ea typeface="Salesforce Sans"/>
              <a:cs typeface="Salesforce Sans"/>
              <a:sym typeface="Salesforce Sans"/>
            </a:endParaRPr>
          </a:p>
        </p:txBody>
      </p:sp>
      <p:sp>
        <p:nvSpPr>
          <p:cNvPr id="6716" name="Google Shape;6716;p173"/>
          <p:cNvSpPr txBox="1"/>
          <p:nvPr/>
        </p:nvSpPr>
        <p:spPr>
          <a:xfrm>
            <a:off x="15698457" y="790368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6717" name="Google Shape;6717;p173"/>
          <p:cNvSpPr txBox="1"/>
          <p:nvPr/>
        </p:nvSpPr>
        <p:spPr>
          <a:xfrm>
            <a:off x="15698457" y="615351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Transaction Monitoring</a:t>
            </a:r>
            <a:endParaRPr i="0" sz="800" u="none" cap="none" strike="noStrike">
              <a:latin typeface="Salesforce Sans"/>
              <a:ea typeface="Salesforce Sans"/>
              <a:cs typeface="Salesforce Sans"/>
              <a:sym typeface="Salesforce Sans"/>
            </a:endParaRPr>
          </a:p>
        </p:txBody>
      </p:sp>
      <p:sp>
        <p:nvSpPr>
          <p:cNvPr id="6718" name="Google Shape;6718;p173"/>
          <p:cNvSpPr txBox="1"/>
          <p:nvPr/>
        </p:nvSpPr>
        <p:spPr>
          <a:xfrm>
            <a:off x="15698457" y="3898238"/>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6719" name="Google Shape;6719;p173"/>
          <p:cNvSpPr/>
          <p:nvPr/>
        </p:nvSpPr>
        <p:spPr>
          <a:xfrm>
            <a:off x="15557918" y="391391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0" name="Google Shape;6720;p173"/>
          <p:cNvSpPr txBox="1"/>
          <p:nvPr/>
        </p:nvSpPr>
        <p:spPr>
          <a:xfrm>
            <a:off x="15698457" y="359854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6721" name="Google Shape;6721;p173"/>
          <p:cNvSpPr/>
          <p:nvPr/>
        </p:nvSpPr>
        <p:spPr>
          <a:xfrm>
            <a:off x="15557918" y="3614223"/>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2" name="Google Shape;6722;p173"/>
          <p:cNvSpPr txBox="1"/>
          <p:nvPr/>
        </p:nvSpPr>
        <p:spPr>
          <a:xfrm>
            <a:off x="15698457" y="37483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Talent Coaching</a:t>
            </a:r>
            <a:endParaRPr i="0" sz="800" u="none" cap="none" strike="noStrike">
              <a:latin typeface="Salesforce Sans"/>
              <a:ea typeface="Salesforce Sans"/>
              <a:cs typeface="Salesforce Sans"/>
              <a:sym typeface="Salesforce Sans"/>
            </a:endParaRPr>
          </a:p>
        </p:txBody>
      </p:sp>
      <p:sp>
        <p:nvSpPr>
          <p:cNvPr id="6723" name="Google Shape;6723;p173"/>
          <p:cNvSpPr/>
          <p:nvPr/>
        </p:nvSpPr>
        <p:spPr>
          <a:xfrm>
            <a:off x="15557918" y="376406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4" name="Google Shape;6724;p173"/>
          <p:cNvSpPr txBox="1"/>
          <p:nvPr/>
        </p:nvSpPr>
        <p:spPr>
          <a:xfrm>
            <a:off x="15698457" y="344871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6725" name="Google Shape;6725;p173"/>
          <p:cNvSpPr/>
          <p:nvPr/>
        </p:nvSpPr>
        <p:spPr>
          <a:xfrm>
            <a:off x="15557918" y="34643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6" name="Google Shape;6726;p173"/>
          <p:cNvSpPr txBox="1"/>
          <p:nvPr/>
        </p:nvSpPr>
        <p:spPr>
          <a:xfrm>
            <a:off x="15698457" y="454662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Comp. &amp; Benefit Creation &amp; Delivery</a:t>
            </a:r>
            <a:endParaRPr i="0" sz="800" u="none" cap="none" strike="noStrike">
              <a:latin typeface="Salesforce Sans"/>
              <a:ea typeface="Salesforce Sans"/>
              <a:cs typeface="Salesforce Sans"/>
              <a:sym typeface="Salesforce Sans"/>
            </a:endParaRPr>
          </a:p>
        </p:txBody>
      </p:sp>
      <p:sp>
        <p:nvSpPr>
          <p:cNvPr id="6727" name="Google Shape;6727;p173"/>
          <p:cNvSpPr/>
          <p:nvPr/>
        </p:nvSpPr>
        <p:spPr>
          <a:xfrm>
            <a:off x="15557918" y="4561931"/>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28" name="Google Shape;6728;p173"/>
          <p:cNvSpPr txBox="1"/>
          <p:nvPr/>
        </p:nvSpPr>
        <p:spPr>
          <a:xfrm>
            <a:off x="15698457" y="470024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Employee Experience &amp; Health Monitoring</a:t>
            </a:r>
            <a:endParaRPr i="0" sz="800" u="none" cap="none" strike="noStrike">
              <a:latin typeface="Salesforce Sans"/>
              <a:ea typeface="Salesforce Sans"/>
              <a:cs typeface="Salesforce Sans"/>
              <a:sym typeface="Salesforce Sans"/>
            </a:endParaRPr>
          </a:p>
        </p:txBody>
      </p:sp>
      <p:sp>
        <p:nvSpPr>
          <p:cNvPr id="6729" name="Google Shape;6729;p173"/>
          <p:cNvSpPr/>
          <p:nvPr/>
        </p:nvSpPr>
        <p:spPr>
          <a:xfrm>
            <a:off x="15557918" y="4715923"/>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0" name="Google Shape;6730;p173"/>
          <p:cNvSpPr txBox="1"/>
          <p:nvPr/>
        </p:nvSpPr>
        <p:spPr>
          <a:xfrm>
            <a:off x="15698457" y="581359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Financial Forecasting &amp; Scenario Modeling</a:t>
            </a:r>
            <a:endParaRPr i="0" sz="800" u="none" cap="none" strike="noStrike">
              <a:latin typeface="Salesforce Sans"/>
              <a:ea typeface="Salesforce Sans"/>
              <a:cs typeface="Salesforce Sans"/>
              <a:sym typeface="Salesforce Sans"/>
            </a:endParaRPr>
          </a:p>
        </p:txBody>
      </p:sp>
      <p:sp>
        <p:nvSpPr>
          <p:cNvPr id="6731" name="Google Shape;6731;p173"/>
          <p:cNvSpPr/>
          <p:nvPr/>
        </p:nvSpPr>
        <p:spPr>
          <a:xfrm>
            <a:off x="15557918" y="582913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2" name="Google Shape;6732;p173"/>
          <p:cNvSpPr txBox="1"/>
          <p:nvPr/>
        </p:nvSpPr>
        <p:spPr>
          <a:xfrm>
            <a:off x="15698457" y="5963294"/>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 &amp; </a:t>
            </a:r>
            <a:r>
              <a:rPr lang="en" sz="800">
                <a:latin typeface="Salesforce Sans"/>
                <a:ea typeface="Salesforce Sans"/>
                <a:cs typeface="Salesforce Sans"/>
                <a:sym typeface="Salesforce Sans"/>
              </a:rPr>
              <a:t>KPI</a:t>
            </a:r>
            <a:r>
              <a:rPr i="0" lang="en" sz="800" u="none" cap="none" strike="noStrike">
                <a:latin typeface="Salesforce Sans"/>
                <a:ea typeface="Salesforce Sans"/>
                <a:cs typeface="Salesforce Sans"/>
                <a:sym typeface="Salesforce Sans"/>
              </a:rPr>
              <a:t> Monitoring</a:t>
            </a:r>
            <a:endParaRPr i="0" sz="800" u="none" cap="none" strike="noStrike">
              <a:latin typeface="Salesforce Sans"/>
              <a:ea typeface="Salesforce Sans"/>
              <a:cs typeface="Salesforce Sans"/>
              <a:sym typeface="Salesforce Sans"/>
            </a:endParaRPr>
          </a:p>
        </p:txBody>
      </p:sp>
      <p:sp>
        <p:nvSpPr>
          <p:cNvPr id="6733" name="Google Shape;6733;p173"/>
          <p:cNvSpPr/>
          <p:nvPr/>
        </p:nvSpPr>
        <p:spPr>
          <a:xfrm>
            <a:off x="15557918" y="598869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4" name="Google Shape;6734;p173"/>
          <p:cNvSpPr txBox="1"/>
          <p:nvPr/>
        </p:nvSpPr>
        <p:spPr>
          <a:xfrm>
            <a:off x="15698457" y="566361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Long-Term &amp; Annual Budgeting</a:t>
            </a:r>
            <a:endParaRPr i="0" sz="800" u="none" cap="none" strike="noStrike">
              <a:latin typeface="Salesforce Sans"/>
              <a:ea typeface="Salesforce Sans"/>
              <a:cs typeface="Salesforce Sans"/>
              <a:sym typeface="Salesforce Sans"/>
            </a:endParaRPr>
          </a:p>
        </p:txBody>
      </p:sp>
      <p:sp>
        <p:nvSpPr>
          <p:cNvPr id="6735" name="Google Shape;6735;p173"/>
          <p:cNvSpPr/>
          <p:nvPr/>
        </p:nvSpPr>
        <p:spPr>
          <a:xfrm>
            <a:off x="15557918" y="5679291"/>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6" name="Google Shape;6736;p173"/>
          <p:cNvSpPr txBox="1"/>
          <p:nvPr/>
        </p:nvSpPr>
        <p:spPr>
          <a:xfrm>
            <a:off x="15698457" y="629803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6737" name="Google Shape;6737;p173"/>
          <p:cNvSpPr/>
          <p:nvPr/>
        </p:nvSpPr>
        <p:spPr>
          <a:xfrm>
            <a:off x="15557918" y="631757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38" name="Google Shape;6738;p173"/>
          <p:cNvSpPr txBox="1"/>
          <p:nvPr/>
        </p:nvSpPr>
        <p:spPr>
          <a:xfrm>
            <a:off x="15698457" y="644256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39" name="Google Shape;6739;p173"/>
          <p:cNvSpPr/>
          <p:nvPr/>
        </p:nvSpPr>
        <p:spPr>
          <a:xfrm>
            <a:off x="15557918" y="6464230"/>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0" name="Google Shape;6740;p173"/>
          <p:cNvSpPr txBox="1"/>
          <p:nvPr/>
        </p:nvSpPr>
        <p:spPr>
          <a:xfrm>
            <a:off x="15698457" y="756250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Regulatory Reporting</a:t>
            </a:r>
            <a:endParaRPr i="0" sz="800" u="none" cap="none" strike="noStrike">
              <a:latin typeface="Salesforce Sans"/>
              <a:ea typeface="Salesforce Sans"/>
              <a:cs typeface="Salesforce Sans"/>
              <a:sym typeface="Salesforce Sans"/>
            </a:endParaRPr>
          </a:p>
        </p:txBody>
      </p:sp>
      <p:sp>
        <p:nvSpPr>
          <p:cNvPr id="6741" name="Google Shape;6741;p173"/>
          <p:cNvSpPr/>
          <p:nvPr/>
        </p:nvSpPr>
        <p:spPr>
          <a:xfrm>
            <a:off x="15557918" y="7589461"/>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2" name="Google Shape;6742;p173"/>
          <p:cNvSpPr txBox="1"/>
          <p:nvPr/>
        </p:nvSpPr>
        <p:spPr>
          <a:xfrm>
            <a:off x="15698457" y="775580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6743" name="Google Shape;6743;p173"/>
          <p:cNvSpPr/>
          <p:nvPr/>
        </p:nvSpPr>
        <p:spPr>
          <a:xfrm>
            <a:off x="15557918" y="7776675"/>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4" name="Google Shape;6744;p173"/>
          <p:cNvSpPr txBox="1"/>
          <p:nvPr/>
        </p:nvSpPr>
        <p:spPr>
          <a:xfrm>
            <a:off x="15698457" y="8177950"/>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Legal Document Analysis</a:t>
            </a:r>
            <a:endParaRPr i="0" sz="800" u="none" cap="none" strike="noStrike">
              <a:latin typeface="Salesforce Sans"/>
              <a:ea typeface="Salesforce Sans"/>
              <a:cs typeface="Salesforce Sans"/>
              <a:sym typeface="Salesforce Sans"/>
            </a:endParaRPr>
          </a:p>
        </p:txBody>
      </p:sp>
      <p:sp>
        <p:nvSpPr>
          <p:cNvPr id="6745" name="Google Shape;6745;p173"/>
          <p:cNvSpPr/>
          <p:nvPr/>
        </p:nvSpPr>
        <p:spPr>
          <a:xfrm>
            <a:off x="15557918" y="8193634"/>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6" name="Google Shape;6746;p173"/>
          <p:cNvSpPr txBox="1"/>
          <p:nvPr/>
        </p:nvSpPr>
        <p:spPr>
          <a:xfrm>
            <a:off x="15698457" y="311686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6747" name="Google Shape;6747;p173"/>
          <p:cNvSpPr/>
          <p:nvPr/>
        </p:nvSpPr>
        <p:spPr>
          <a:xfrm>
            <a:off x="15557918" y="3132537"/>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8" name="Google Shape;6748;p173"/>
          <p:cNvSpPr/>
          <p:nvPr/>
        </p:nvSpPr>
        <p:spPr>
          <a:xfrm>
            <a:off x="15557918" y="3142079"/>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49" name="Google Shape;6749;p173"/>
          <p:cNvSpPr txBox="1"/>
          <p:nvPr/>
        </p:nvSpPr>
        <p:spPr>
          <a:xfrm>
            <a:off x="15698457" y="32667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6750" name="Google Shape;6750;p173"/>
          <p:cNvSpPr/>
          <p:nvPr/>
        </p:nvSpPr>
        <p:spPr>
          <a:xfrm>
            <a:off x="15557918" y="3282385"/>
            <a:ext cx="91800" cy="86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1" name="Google Shape;6751;p173"/>
          <p:cNvSpPr/>
          <p:nvPr/>
        </p:nvSpPr>
        <p:spPr>
          <a:xfrm>
            <a:off x="15557918" y="328329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2" name="Google Shape;6752;p173"/>
          <p:cNvSpPr txBox="1"/>
          <p:nvPr/>
        </p:nvSpPr>
        <p:spPr>
          <a:xfrm>
            <a:off x="15698457" y="423007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Content Design &amp; Delivery</a:t>
            </a:r>
            <a:endParaRPr i="0" sz="800" u="none" cap="none" strike="noStrike">
              <a:latin typeface="Salesforce Sans"/>
              <a:ea typeface="Salesforce Sans"/>
              <a:cs typeface="Salesforce Sans"/>
              <a:sym typeface="Salesforce Sans"/>
            </a:endParaRPr>
          </a:p>
        </p:txBody>
      </p:sp>
      <p:sp>
        <p:nvSpPr>
          <p:cNvPr id="6753" name="Google Shape;6753;p173"/>
          <p:cNvSpPr/>
          <p:nvPr/>
        </p:nvSpPr>
        <p:spPr>
          <a:xfrm>
            <a:off x="15557918" y="42457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4" name="Google Shape;6754;p173"/>
          <p:cNvSpPr/>
          <p:nvPr/>
        </p:nvSpPr>
        <p:spPr>
          <a:xfrm>
            <a:off x="15557918" y="4247141"/>
            <a:ext cx="912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5" name="Google Shape;6755;p173"/>
          <p:cNvSpPr txBox="1"/>
          <p:nvPr/>
        </p:nvSpPr>
        <p:spPr>
          <a:xfrm>
            <a:off x="15698457" y="437992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6756" name="Google Shape;6756;p173"/>
          <p:cNvSpPr/>
          <p:nvPr/>
        </p:nvSpPr>
        <p:spPr>
          <a:xfrm>
            <a:off x="15557918" y="43956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57" name="Google Shape;6757;p173"/>
          <p:cNvSpPr/>
          <p:nvPr/>
        </p:nvSpPr>
        <p:spPr>
          <a:xfrm>
            <a:off x="15557918" y="4388451"/>
            <a:ext cx="91200" cy="834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58" name="Google Shape;6758;p173"/>
          <p:cNvSpPr txBox="1"/>
          <p:nvPr/>
        </p:nvSpPr>
        <p:spPr>
          <a:xfrm>
            <a:off x="15698457" y="4865766"/>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Payroll &amp; Vacation Monitoring</a:t>
            </a:r>
            <a:endParaRPr i="0" sz="800" u="none" cap="none" strike="noStrike">
              <a:latin typeface="Salesforce Sans"/>
              <a:ea typeface="Salesforce Sans"/>
              <a:cs typeface="Salesforce Sans"/>
              <a:sym typeface="Salesforce Sans"/>
            </a:endParaRPr>
          </a:p>
        </p:txBody>
      </p:sp>
      <p:sp>
        <p:nvSpPr>
          <p:cNvPr id="6759" name="Google Shape;6759;p173"/>
          <p:cNvSpPr/>
          <p:nvPr/>
        </p:nvSpPr>
        <p:spPr>
          <a:xfrm>
            <a:off x="15557918" y="4881445"/>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0" name="Google Shape;6760;p173"/>
          <p:cNvSpPr/>
          <p:nvPr/>
        </p:nvSpPr>
        <p:spPr>
          <a:xfrm>
            <a:off x="15557918" y="4881445"/>
            <a:ext cx="91800" cy="915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1" name="Google Shape;6761;p173"/>
          <p:cNvSpPr txBox="1"/>
          <p:nvPr/>
        </p:nvSpPr>
        <p:spPr>
          <a:xfrm>
            <a:off x="15698457" y="53317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Dispatch</a:t>
            </a:r>
            <a:r>
              <a:rPr lang="en" sz="800">
                <a:latin typeface="Salesforce Sans"/>
                <a:ea typeface="Salesforce Sans"/>
                <a:cs typeface="Salesforce Sans"/>
                <a:sym typeface="Salesforce Sans"/>
              </a:rPr>
              <a:t>er Actions</a:t>
            </a:r>
            <a:endParaRPr i="0" sz="800" u="none" cap="none" strike="noStrike">
              <a:latin typeface="Salesforce Sans"/>
              <a:ea typeface="Salesforce Sans"/>
              <a:cs typeface="Salesforce Sans"/>
              <a:sym typeface="Salesforce Sans"/>
            </a:endParaRPr>
          </a:p>
        </p:txBody>
      </p:sp>
      <p:sp>
        <p:nvSpPr>
          <p:cNvPr id="6762" name="Google Shape;6762;p173"/>
          <p:cNvSpPr/>
          <p:nvPr/>
        </p:nvSpPr>
        <p:spPr>
          <a:xfrm>
            <a:off x="15557918" y="534745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3" name="Google Shape;6763;p173"/>
          <p:cNvSpPr/>
          <p:nvPr/>
        </p:nvSpPr>
        <p:spPr>
          <a:xfrm>
            <a:off x="15557918" y="5347445"/>
            <a:ext cx="91800" cy="915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4" name="Google Shape;6764;p173"/>
          <p:cNvSpPr txBox="1"/>
          <p:nvPr/>
        </p:nvSpPr>
        <p:spPr>
          <a:xfrm>
            <a:off x="15698457" y="54816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Performance Tracking</a:t>
            </a:r>
            <a:endParaRPr i="0" sz="800" u="none" cap="none" strike="noStrike">
              <a:latin typeface="Salesforce Sans"/>
              <a:ea typeface="Salesforce Sans"/>
              <a:cs typeface="Salesforce Sans"/>
              <a:sym typeface="Salesforce Sans"/>
            </a:endParaRPr>
          </a:p>
        </p:txBody>
      </p:sp>
      <p:sp>
        <p:nvSpPr>
          <p:cNvPr id="6765" name="Google Shape;6765;p173"/>
          <p:cNvSpPr/>
          <p:nvPr/>
        </p:nvSpPr>
        <p:spPr>
          <a:xfrm>
            <a:off x="15557918" y="5497301"/>
            <a:ext cx="91800" cy="915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6" name="Google Shape;6766;p173"/>
          <p:cNvSpPr/>
          <p:nvPr/>
        </p:nvSpPr>
        <p:spPr>
          <a:xfrm>
            <a:off x="15557918" y="5490825"/>
            <a:ext cx="91200" cy="83400"/>
          </a:xfrm>
          <a:prstGeom prst="ellipse">
            <a:avLst/>
          </a:prstGeom>
          <a:solidFill>
            <a:srgbClr val="F6922C"/>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67" name="Google Shape;6767;p173"/>
          <p:cNvSpPr txBox="1"/>
          <p:nvPr/>
        </p:nvSpPr>
        <p:spPr>
          <a:xfrm>
            <a:off x="15698457" y="6587087"/>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68" name="Google Shape;6768;p173"/>
          <p:cNvSpPr/>
          <p:nvPr/>
        </p:nvSpPr>
        <p:spPr>
          <a:xfrm>
            <a:off x="15557918" y="6678968"/>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69" name="Google Shape;6769;p173"/>
          <p:cNvSpPr/>
          <p:nvPr/>
        </p:nvSpPr>
        <p:spPr>
          <a:xfrm>
            <a:off x="15557918" y="6617473"/>
            <a:ext cx="91800" cy="915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70" name="Google Shape;6770;p173"/>
          <p:cNvSpPr/>
          <p:nvPr/>
        </p:nvSpPr>
        <p:spPr>
          <a:xfrm>
            <a:off x="14438150" y="8485747"/>
            <a:ext cx="1164900" cy="615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Partner / </a:t>
            </a:r>
            <a:r>
              <a:rPr b="1" lang="en" sz="900">
                <a:solidFill>
                  <a:srgbClr val="066AFE"/>
                </a:solidFill>
                <a:latin typeface="Salesforce Sans"/>
                <a:ea typeface="Salesforce Sans"/>
                <a:cs typeface="Salesforce Sans"/>
                <a:sym typeface="Salesforce Sans"/>
              </a:rPr>
              <a:t>W</a:t>
            </a:r>
            <a:r>
              <a:rPr b="1" i="0" lang="en" sz="900" u="none" cap="none" strike="noStrike">
                <a:solidFill>
                  <a:srgbClr val="066AFE"/>
                </a:solidFill>
                <a:latin typeface="Salesforce Sans"/>
                <a:ea typeface="Salesforce Sans"/>
                <a:cs typeface="Salesforce Sans"/>
                <a:sym typeface="Salesforce Sans"/>
              </a:rPr>
              <a:t>holesaler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br>
              <a:rPr b="1" i="0" lang="en" sz="900" u="none" cap="none" strike="noStrike">
                <a:solidFill>
                  <a:srgbClr val="066AFE"/>
                </a:solidFill>
                <a:latin typeface="Salesforce Sans"/>
                <a:ea typeface="Salesforce Sans"/>
                <a:cs typeface="Salesforce Sans"/>
                <a:sym typeface="Salesforce Sans"/>
              </a:rPr>
            </a:br>
            <a:endParaRPr b="1" i="0" sz="900" u="none" cap="none" strike="noStrike">
              <a:solidFill>
                <a:srgbClr val="066AFE"/>
              </a:solidFill>
              <a:latin typeface="Salesforce Sans"/>
              <a:ea typeface="Salesforce Sans"/>
              <a:cs typeface="Salesforce Sans"/>
              <a:sym typeface="Salesforce Sans"/>
            </a:endParaRPr>
          </a:p>
        </p:txBody>
      </p:sp>
      <p:sp>
        <p:nvSpPr>
          <p:cNvPr id="6771" name="Google Shape;6771;p173"/>
          <p:cNvSpPr txBox="1"/>
          <p:nvPr/>
        </p:nvSpPr>
        <p:spPr>
          <a:xfrm>
            <a:off x="15698457" y="8928655"/>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6772" name="Google Shape;6772;p173"/>
          <p:cNvSpPr txBox="1"/>
          <p:nvPr/>
        </p:nvSpPr>
        <p:spPr>
          <a:xfrm>
            <a:off x="15698457" y="84754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Onboarding</a:t>
            </a:r>
            <a:endParaRPr i="0" sz="2800" u="none" cap="none" strike="noStrike">
              <a:latin typeface="Salesforce Sans"/>
              <a:ea typeface="Salesforce Sans"/>
              <a:cs typeface="Salesforce Sans"/>
              <a:sym typeface="Salesforce Sans"/>
            </a:endParaRPr>
          </a:p>
        </p:txBody>
      </p:sp>
      <p:sp>
        <p:nvSpPr>
          <p:cNvPr id="6773" name="Google Shape;6773;p173"/>
          <p:cNvSpPr txBox="1"/>
          <p:nvPr/>
        </p:nvSpPr>
        <p:spPr>
          <a:xfrm>
            <a:off x="15698457" y="862649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Partner Support</a:t>
            </a:r>
            <a:endParaRPr i="0" sz="2800" u="none" cap="none" strike="noStrike">
              <a:latin typeface="Salesforce Sans"/>
              <a:ea typeface="Salesforce Sans"/>
              <a:cs typeface="Salesforce Sans"/>
              <a:sym typeface="Salesforce Sans"/>
            </a:endParaRPr>
          </a:p>
        </p:txBody>
      </p:sp>
      <p:sp>
        <p:nvSpPr>
          <p:cNvPr id="6774" name="Google Shape;6774;p173"/>
          <p:cNvSpPr txBox="1"/>
          <p:nvPr/>
        </p:nvSpPr>
        <p:spPr>
          <a:xfrm>
            <a:off x="15698457" y="8777573"/>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Procurement &amp; Vendor Management</a:t>
            </a:r>
            <a:endParaRPr i="0" sz="800" u="none" cap="none" strike="noStrike">
              <a:latin typeface="Salesforce Sans"/>
              <a:ea typeface="Salesforce Sans"/>
              <a:cs typeface="Salesforce Sans"/>
              <a:sym typeface="Salesforce Sans"/>
            </a:endParaRPr>
          </a:p>
        </p:txBody>
      </p:sp>
      <p:sp>
        <p:nvSpPr>
          <p:cNvPr id="6775" name="Google Shape;6775;p173"/>
          <p:cNvSpPr/>
          <p:nvPr/>
        </p:nvSpPr>
        <p:spPr>
          <a:xfrm>
            <a:off x="14438141" y="9122238"/>
            <a:ext cx="1022400" cy="42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66AFE"/>
                </a:solidFill>
                <a:latin typeface="Salesforce Sans"/>
                <a:ea typeface="Salesforce Sans"/>
                <a:cs typeface="Salesforce Sans"/>
                <a:sym typeface="Salesforce Sans"/>
              </a:rPr>
              <a:t>Supplier </a:t>
            </a:r>
            <a:r>
              <a:rPr b="1" lang="en" sz="900">
                <a:solidFill>
                  <a:srgbClr val="066AFE"/>
                </a:solidFill>
                <a:latin typeface="Salesforce Sans"/>
                <a:ea typeface="Salesforce Sans"/>
                <a:cs typeface="Salesforce Sans"/>
                <a:sym typeface="Salesforce Sans"/>
              </a:rPr>
              <a:t>O</a:t>
            </a:r>
            <a:r>
              <a:rPr b="1" i="0" lang="en" sz="900" u="none" cap="none" strike="noStrike">
                <a:solidFill>
                  <a:srgbClr val="066AFE"/>
                </a:solidFill>
                <a:latin typeface="Salesforce Sans"/>
                <a:ea typeface="Salesforce Sans"/>
                <a:cs typeface="Salesforce Sans"/>
                <a:sym typeface="Salesforce Sans"/>
              </a:rPr>
              <a:t>nboarding and </a:t>
            </a:r>
            <a:r>
              <a:rPr b="1" lang="en" sz="900">
                <a:solidFill>
                  <a:srgbClr val="066AFE"/>
                </a:solidFill>
                <a:latin typeface="Salesforce Sans"/>
                <a:ea typeface="Salesforce Sans"/>
                <a:cs typeface="Salesforce Sans"/>
                <a:sym typeface="Salesforce Sans"/>
              </a:rPr>
              <a:t>S</a:t>
            </a:r>
            <a:r>
              <a:rPr b="1" i="0" lang="en" sz="900" u="none" cap="none" strike="noStrike">
                <a:solidFill>
                  <a:srgbClr val="066AFE"/>
                </a:solidFill>
                <a:latin typeface="Salesforce Sans"/>
                <a:ea typeface="Salesforce Sans"/>
                <a:cs typeface="Salesforce Sans"/>
                <a:sym typeface="Salesforce Sans"/>
              </a:rPr>
              <a:t>upport </a:t>
            </a:r>
            <a:endParaRPr b="1" i="0" sz="900" u="none" cap="none" strike="noStrike">
              <a:solidFill>
                <a:srgbClr val="066AFE"/>
              </a:solidFill>
              <a:latin typeface="Salesforce Sans"/>
              <a:ea typeface="Salesforce Sans"/>
              <a:cs typeface="Salesforce Sans"/>
              <a:sym typeface="Salesforce Sans"/>
            </a:endParaRPr>
          </a:p>
        </p:txBody>
      </p:sp>
      <p:sp>
        <p:nvSpPr>
          <p:cNvPr id="6776" name="Google Shape;6776;p173"/>
          <p:cNvSpPr txBox="1"/>
          <p:nvPr/>
        </p:nvSpPr>
        <p:spPr>
          <a:xfrm>
            <a:off x="15698457" y="9122821"/>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E</a:t>
            </a:r>
            <a:r>
              <a:rPr i="0" lang="en" sz="800" u="none" cap="none" strike="noStrike">
                <a:latin typeface="Salesforce Sans"/>
                <a:ea typeface="Salesforce Sans"/>
                <a:cs typeface="Salesforce Sans"/>
                <a:sym typeface="Salesforce Sans"/>
              </a:rPr>
              <a:t>nablement</a:t>
            </a:r>
            <a:endParaRPr i="0" sz="2800" u="none" cap="none" strike="noStrike">
              <a:latin typeface="Salesforce Sans"/>
              <a:ea typeface="Salesforce Sans"/>
              <a:cs typeface="Salesforce Sans"/>
              <a:sym typeface="Salesforce Sans"/>
            </a:endParaRPr>
          </a:p>
        </p:txBody>
      </p:sp>
      <p:sp>
        <p:nvSpPr>
          <p:cNvPr id="6777" name="Google Shape;6777;p173"/>
          <p:cNvSpPr txBox="1"/>
          <p:nvPr/>
        </p:nvSpPr>
        <p:spPr>
          <a:xfrm>
            <a:off x="15698457" y="9452482"/>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i="0" lang="en" sz="800" u="none" cap="none" strike="noStrike">
                <a:latin typeface="Salesforce Sans"/>
                <a:ea typeface="Salesforce Sans"/>
                <a:cs typeface="Salesforce Sans"/>
                <a:sym typeface="Salesforce Sans"/>
              </a:rPr>
              <a:t>Supplier </a:t>
            </a:r>
            <a:r>
              <a:rPr lang="en" sz="800">
                <a:latin typeface="Salesforce Sans"/>
                <a:ea typeface="Salesforce Sans"/>
                <a:cs typeface="Salesforce Sans"/>
                <a:sym typeface="Salesforce Sans"/>
              </a:rPr>
              <a:t>M</a:t>
            </a:r>
            <a:r>
              <a:rPr i="0" lang="en" sz="800" u="none" cap="none" strike="noStrike">
                <a:latin typeface="Salesforce Sans"/>
                <a:ea typeface="Salesforce Sans"/>
                <a:cs typeface="Salesforce Sans"/>
                <a:sym typeface="Salesforce Sans"/>
              </a:rPr>
              <a:t>anagement</a:t>
            </a:r>
            <a:endParaRPr i="0" sz="2800" u="none" cap="none" strike="noStrike">
              <a:latin typeface="Salesforce Sans"/>
              <a:ea typeface="Salesforce Sans"/>
              <a:cs typeface="Salesforce Sans"/>
              <a:sym typeface="Salesforce Sans"/>
            </a:endParaRPr>
          </a:p>
        </p:txBody>
      </p:sp>
      <p:sp>
        <p:nvSpPr>
          <p:cNvPr id="6778" name="Google Shape;6778;p173"/>
          <p:cNvSpPr txBox="1"/>
          <p:nvPr/>
        </p:nvSpPr>
        <p:spPr>
          <a:xfrm>
            <a:off x="15698457" y="9283109"/>
            <a:ext cx="2185200" cy="128100"/>
          </a:xfrm>
          <a:prstGeom prst="rect">
            <a:avLst/>
          </a:prstGeom>
          <a:noFill/>
          <a:ln>
            <a:noFill/>
          </a:ln>
        </p:spPr>
        <p:txBody>
          <a:bodyPr anchorCtr="0" anchor="ctr" bIns="0" lIns="4950" spcFirstLastPara="1" rIns="4950" wrap="square" tIns="4950">
            <a:spAutoFit/>
          </a:bodyPr>
          <a:lstStyle/>
          <a:p>
            <a:pPr indent="0" lvl="0" marL="0" marR="0" rtl="0" algn="l">
              <a:lnSpc>
                <a:spcPct val="115000"/>
              </a:lnSpc>
              <a:spcBef>
                <a:spcPts val="0"/>
              </a:spcBef>
              <a:spcAft>
                <a:spcPts val="0"/>
              </a:spcAft>
              <a:buClr>
                <a:srgbClr val="002775"/>
              </a:buClr>
              <a:buSzPts val="2200"/>
              <a:buFont typeface="Arial"/>
              <a:buNone/>
            </a:pPr>
            <a:r>
              <a:rPr i="0" lang="en" sz="800" u="none" cap="none" strike="noStrike">
                <a:latin typeface="Salesforce Sans"/>
                <a:ea typeface="Salesforce Sans"/>
                <a:cs typeface="Salesforce Sans"/>
                <a:sym typeface="Salesforce Sans"/>
              </a:rPr>
              <a:t>Supplier Onboarding</a:t>
            </a:r>
            <a:endParaRPr i="0" sz="2800" u="none" cap="none" strike="noStrike">
              <a:latin typeface="Salesforce Sans"/>
              <a:ea typeface="Salesforce Sans"/>
              <a:cs typeface="Salesforce Sans"/>
              <a:sym typeface="Salesforce Sans"/>
            </a:endParaRPr>
          </a:p>
        </p:txBody>
      </p:sp>
      <p:sp>
        <p:nvSpPr>
          <p:cNvPr id="6779" name="Google Shape;6779;p173"/>
          <p:cNvSpPr/>
          <p:nvPr/>
        </p:nvSpPr>
        <p:spPr>
          <a:xfrm>
            <a:off x="15557918" y="8591243"/>
            <a:ext cx="91800" cy="86400"/>
          </a:xfrm>
          <a:prstGeom prst="ellipse">
            <a:avLst/>
          </a:prstGeom>
          <a:no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780" name="Google Shape;6780;p173"/>
          <p:cNvSpPr txBox="1"/>
          <p:nvPr/>
        </p:nvSpPr>
        <p:spPr>
          <a:xfrm>
            <a:off x="13238352" y="1521600"/>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781" name="Google Shape;6781;p173"/>
          <p:cNvSpPr txBox="1"/>
          <p:nvPr/>
        </p:nvSpPr>
        <p:spPr>
          <a:xfrm>
            <a:off x="14438120" y="1521600"/>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782" name="Google Shape;6782;p173"/>
          <p:cNvGrpSpPr/>
          <p:nvPr/>
        </p:nvGrpSpPr>
        <p:grpSpPr>
          <a:xfrm>
            <a:off x="13258005" y="1867456"/>
            <a:ext cx="952525" cy="449700"/>
            <a:chOff x="755165" y="1905021"/>
            <a:chExt cx="1322400" cy="449700"/>
          </a:xfrm>
        </p:grpSpPr>
        <p:sp>
          <p:nvSpPr>
            <p:cNvPr id="6783" name="Google Shape;6783;p173"/>
            <p:cNvSpPr/>
            <p:nvPr/>
          </p:nvSpPr>
          <p:spPr>
            <a:xfrm>
              <a:off x="755165" y="1905021"/>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4" name="Google Shape;6784;p173"/>
            <p:cNvSpPr txBox="1"/>
            <p:nvPr/>
          </p:nvSpPr>
          <p:spPr>
            <a:xfrm>
              <a:off x="888815" y="2067471"/>
              <a:ext cx="1055100" cy="124800"/>
            </a:xfrm>
            <a:prstGeom prst="rect">
              <a:avLst/>
            </a:prstGeom>
            <a:noFill/>
            <a:ln>
              <a:noFill/>
            </a:ln>
          </p:spPr>
          <p:txBody>
            <a:bodyPr anchorCtr="0" anchor="ctr" bIns="0" lIns="0" spcFirstLastPara="1" rIns="0" wrap="square" tIns="0">
              <a:spAutoFit/>
            </a:bodyPr>
            <a:lstStyle/>
            <a:p>
              <a:pPr indent="0" lvl="0" marL="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Digital &amp; IT</a:t>
              </a:r>
              <a:endParaRPr sz="900">
                <a:solidFill>
                  <a:srgbClr val="FFFFFF"/>
                </a:solidFill>
                <a:latin typeface="Avant Garde Demi SFDC"/>
                <a:ea typeface="Avant Garde Demi SFDC"/>
                <a:cs typeface="Avant Garde Demi SFDC"/>
                <a:sym typeface="Avant Garde Demi SFDC"/>
              </a:endParaRPr>
            </a:p>
          </p:txBody>
        </p:sp>
      </p:grpSp>
      <p:sp>
        <p:nvSpPr>
          <p:cNvPr id="6785" name="Google Shape;6785;p173"/>
          <p:cNvSpPr txBox="1"/>
          <p:nvPr/>
        </p:nvSpPr>
        <p:spPr>
          <a:xfrm>
            <a:off x="15696982" y="1521600"/>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786" name="Google Shape;6786;p173"/>
          <p:cNvSpPr txBox="1"/>
          <p:nvPr/>
        </p:nvSpPr>
        <p:spPr>
          <a:xfrm>
            <a:off x="14438140" y="1843250"/>
            <a:ext cx="11052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Data Engineering Processing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6787" name="Google Shape;6787;p173"/>
          <p:cNvGrpSpPr/>
          <p:nvPr/>
        </p:nvGrpSpPr>
        <p:grpSpPr>
          <a:xfrm>
            <a:off x="13258005" y="3001220"/>
            <a:ext cx="952525" cy="449700"/>
            <a:chOff x="755165" y="1856649"/>
            <a:chExt cx="1322400" cy="449700"/>
          </a:xfrm>
        </p:grpSpPr>
        <p:sp>
          <p:nvSpPr>
            <p:cNvPr id="6788" name="Google Shape;6788;p173"/>
            <p:cNvSpPr/>
            <p:nvPr/>
          </p:nvSpPr>
          <p:spPr>
            <a:xfrm>
              <a:off x="755165" y="1856649"/>
              <a:ext cx="13224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789" name="Google Shape;6789;p173"/>
            <p:cNvSpPr txBox="1"/>
            <p:nvPr/>
          </p:nvSpPr>
          <p:spPr>
            <a:xfrm>
              <a:off x="888815" y="2019099"/>
              <a:ext cx="1055100" cy="124800"/>
            </a:xfrm>
            <a:prstGeom prst="rect">
              <a:avLst/>
            </a:pr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dustry_Manufacturing" showMasterSp="0">
  <p:cSld name="TITLE_AND_BODY_5_1_1_1_1_1_2">
    <p:spTree>
      <p:nvGrpSpPr>
        <p:cNvPr id="6790" name="Shape 6790"/>
        <p:cNvGrpSpPr/>
        <p:nvPr/>
      </p:nvGrpSpPr>
      <p:grpSpPr>
        <a:xfrm>
          <a:off x="0" y="0"/>
          <a:ext cx="0" cy="0"/>
          <a:chOff x="0" y="0"/>
          <a:chExt cx="0" cy="0"/>
        </a:xfrm>
      </p:grpSpPr>
      <p:sp>
        <p:nvSpPr>
          <p:cNvPr id="6791" name="Google Shape;6791;p174"/>
          <p:cNvSpPr txBox="1"/>
          <p:nvPr/>
        </p:nvSpPr>
        <p:spPr>
          <a:xfrm>
            <a:off x="270000" y="228600"/>
            <a:ext cx="17748000" cy="5127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5400"/>
              <a:buFont typeface="Arial"/>
              <a:buNone/>
            </a:pPr>
            <a:r>
              <a:rPr lang="en" sz="3700">
                <a:solidFill>
                  <a:schemeClr val="dk1"/>
                </a:solidFill>
                <a:latin typeface="Avant Garde Demi SFDC"/>
                <a:ea typeface="Avant Garde Demi SFDC"/>
                <a:cs typeface="Avant Garde Demi SFDC"/>
                <a:sym typeface="Avant Garde Demi SFDC"/>
              </a:rPr>
              <a:t>Manufacture, sell, service, and collect faster with 120+ agentic workflows…</a:t>
            </a:r>
            <a:endParaRPr sz="3100">
              <a:solidFill>
                <a:schemeClr val="dk1"/>
              </a:solidFill>
              <a:latin typeface="Avant Garde Demi SFDC"/>
              <a:ea typeface="Avant Garde Demi SFDC"/>
              <a:cs typeface="Avant Garde Demi SFDC"/>
              <a:sym typeface="Avant Garde Demi SFDC"/>
            </a:endParaRPr>
          </a:p>
        </p:txBody>
      </p:sp>
      <p:grpSp>
        <p:nvGrpSpPr>
          <p:cNvPr id="6792" name="Google Shape;6792;p174"/>
          <p:cNvGrpSpPr/>
          <p:nvPr/>
        </p:nvGrpSpPr>
        <p:grpSpPr>
          <a:xfrm>
            <a:off x="5987400" y="703350"/>
            <a:ext cx="6313200" cy="307800"/>
            <a:chOff x="22663550" y="1349273"/>
            <a:chExt cx="6313200" cy="307800"/>
          </a:xfrm>
        </p:grpSpPr>
        <p:grpSp>
          <p:nvGrpSpPr>
            <p:cNvPr id="6793" name="Google Shape;6793;p174"/>
            <p:cNvGrpSpPr/>
            <p:nvPr/>
          </p:nvGrpSpPr>
          <p:grpSpPr>
            <a:xfrm>
              <a:off x="22663550" y="1349273"/>
              <a:ext cx="6313200" cy="307800"/>
              <a:chOff x="11238000" y="958400"/>
              <a:chExt cx="6313200" cy="307800"/>
            </a:xfrm>
          </p:grpSpPr>
          <p:sp>
            <p:nvSpPr>
              <p:cNvPr id="6794" name="Google Shape;6794;p174"/>
              <p:cNvSpPr/>
              <p:nvPr/>
            </p:nvSpPr>
            <p:spPr>
              <a:xfrm>
                <a:off x="11238000" y="959900"/>
                <a:ext cx="6313200" cy="304800"/>
              </a:xfrm>
              <a:prstGeom prst="roundRect">
                <a:avLst>
                  <a:gd fmla="val 16667" name="adj"/>
                </a:avLst>
              </a:prstGeom>
              <a:solidFill>
                <a:srgbClr val="EAF5F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alesforce Sans"/>
                  <a:ea typeface="Salesforce Sans"/>
                  <a:cs typeface="Salesforce Sans"/>
                  <a:sym typeface="Salesforce Sans"/>
                </a:endParaRPr>
              </a:p>
            </p:txBody>
          </p:sp>
          <p:sp>
            <p:nvSpPr>
              <p:cNvPr id="6795" name="Google Shape;6795;p174"/>
              <p:cNvSpPr/>
              <p:nvPr/>
            </p:nvSpPr>
            <p:spPr>
              <a:xfrm>
                <a:off x="11390145" y="1039400"/>
                <a:ext cx="146400" cy="145800"/>
              </a:xfrm>
              <a:prstGeom prst="ellipse">
                <a:avLst/>
              </a:prstGeom>
              <a:solidFill>
                <a:srgbClr val="06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6" name="Google Shape;6796;p174"/>
              <p:cNvSpPr/>
              <p:nvPr/>
            </p:nvSpPr>
            <p:spPr>
              <a:xfrm>
                <a:off x="15110612" y="1039400"/>
                <a:ext cx="146400" cy="1458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022AC0"/>
                  </a:solidFill>
                  <a:highlight>
                    <a:srgbClr val="022AC0"/>
                  </a:highlight>
                  <a:latin typeface="Salesforce Sans"/>
                  <a:ea typeface="Salesforce Sans"/>
                  <a:cs typeface="Salesforce Sans"/>
                  <a:sym typeface="Salesforce Sans"/>
                </a:endParaRPr>
              </a:p>
            </p:txBody>
          </p:sp>
          <p:sp>
            <p:nvSpPr>
              <p:cNvPr id="6797" name="Google Shape;6797;p174"/>
              <p:cNvSpPr/>
              <p:nvPr/>
            </p:nvSpPr>
            <p:spPr>
              <a:xfrm>
                <a:off x="12895687" y="1039400"/>
                <a:ext cx="146400" cy="145800"/>
              </a:xfrm>
              <a:prstGeom prst="ellipse">
                <a:avLst/>
              </a:prstGeom>
              <a:solidFill>
                <a:srgbClr val="1AB9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8" name="Google Shape;6798;p174"/>
              <p:cNvSpPr/>
              <p:nvPr/>
            </p:nvSpPr>
            <p:spPr>
              <a:xfrm>
                <a:off x="16605176" y="1039400"/>
                <a:ext cx="146400" cy="145800"/>
              </a:xfrm>
              <a:prstGeom prst="ellipse">
                <a:avLst/>
              </a:prstGeom>
              <a:solidFill>
                <a:srgbClr val="F38303"/>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2600" u="none" cap="none" strike="noStrike">
                  <a:solidFill>
                    <a:srgbClr val="FFFFFF"/>
                  </a:solidFill>
                  <a:latin typeface="Salesforce Sans"/>
                  <a:ea typeface="Salesforce Sans"/>
                  <a:cs typeface="Salesforce Sans"/>
                  <a:sym typeface="Salesforce Sans"/>
                </a:endParaRPr>
              </a:p>
            </p:txBody>
          </p:sp>
          <p:sp>
            <p:nvSpPr>
              <p:cNvPr id="6799" name="Google Shape;6799;p174"/>
              <p:cNvSpPr/>
              <p:nvPr/>
            </p:nvSpPr>
            <p:spPr>
              <a:xfrm>
                <a:off x="13031244" y="989150"/>
                <a:ext cx="2726700" cy="24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Roadmap - Salesforce Pre-built*</a:t>
                </a:r>
                <a:endParaRPr sz="1000">
                  <a:latin typeface="Salesforce Sans"/>
                  <a:ea typeface="Salesforce Sans"/>
                  <a:cs typeface="Salesforce Sans"/>
                  <a:sym typeface="Salesforce Sans"/>
                </a:endParaRPr>
              </a:p>
            </p:txBody>
          </p:sp>
          <p:sp>
            <p:nvSpPr>
              <p:cNvPr id="6800" name="Google Shape;6800;p174"/>
              <p:cNvSpPr/>
              <p:nvPr/>
            </p:nvSpPr>
            <p:spPr>
              <a:xfrm>
                <a:off x="15260068" y="958400"/>
                <a:ext cx="14814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Custom*</a:t>
                </a:r>
                <a:endParaRPr sz="1000">
                  <a:latin typeface="Salesforce Sans"/>
                  <a:ea typeface="Salesforce Sans"/>
                  <a:cs typeface="Salesforce Sans"/>
                  <a:sym typeface="Salesforce Sans"/>
                </a:endParaRPr>
              </a:p>
            </p:txBody>
          </p:sp>
          <p:sp>
            <p:nvSpPr>
              <p:cNvPr id="6801" name="Google Shape;6801;p174"/>
              <p:cNvSpPr/>
              <p:nvPr/>
            </p:nvSpPr>
            <p:spPr>
              <a:xfrm>
                <a:off x="11547549" y="980450"/>
                <a:ext cx="1846800" cy="263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Salesforce Sans"/>
                    <a:ea typeface="Salesforce Sans"/>
                    <a:cs typeface="Salesforce Sans"/>
                    <a:sym typeface="Salesforce Sans"/>
                  </a:rPr>
                  <a:t>Salesforce Pre-built</a:t>
                </a:r>
                <a:endParaRPr sz="1000">
                  <a:latin typeface="Salesforce Sans"/>
                  <a:ea typeface="Salesforce Sans"/>
                  <a:cs typeface="Salesforce Sans"/>
                  <a:sym typeface="Salesforce Sans"/>
                </a:endParaRPr>
              </a:p>
            </p:txBody>
          </p:sp>
        </p:grpSp>
        <p:sp>
          <p:nvSpPr>
            <p:cNvPr id="6802" name="Google Shape;6802;p174"/>
            <p:cNvSpPr txBox="1"/>
            <p:nvPr/>
          </p:nvSpPr>
          <p:spPr>
            <a:xfrm>
              <a:off x="28232448" y="1423675"/>
              <a:ext cx="576000" cy="159000"/>
            </a:xfrm>
            <a:prstGeom prst="rect">
              <a:avLst/>
            </a:prstGeom>
            <a:noFill/>
            <a:ln>
              <a:noFill/>
            </a:ln>
          </p:spPr>
          <p:txBody>
            <a:bodyPr anchorCtr="0" anchor="ctr" bIns="0" lIns="4950" spcFirstLastPara="1" rIns="4950" wrap="square" tIns="4950">
              <a:noAutofit/>
            </a:bodyPr>
            <a:lstStyle/>
            <a:p>
              <a:pPr indent="0" lvl="0" marL="0" marR="0" rtl="0" algn="l">
                <a:lnSpc>
                  <a:spcPct val="100000"/>
                </a:lnSpc>
                <a:spcBef>
                  <a:spcPts val="0"/>
                </a:spcBef>
                <a:spcAft>
                  <a:spcPts val="0"/>
                </a:spcAft>
                <a:buClr>
                  <a:srgbClr val="002775"/>
                </a:buClr>
                <a:buSzPts val="2800"/>
                <a:buFont typeface="Arial"/>
                <a:buNone/>
              </a:pPr>
              <a:r>
                <a:rPr i="0" lang="en" sz="1000" u="none" cap="none" strike="noStrike">
                  <a:solidFill>
                    <a:srgbClr val="002775"/>
                  </a:solidFill>
                  <a:latin typeface="Salesforce Sans"/>
                  <a:ea typeface="Salesforce Sans"/>
                  <a:cs typeface="Salesforce Sans"/>
                  <a:sym typeface="Salesforce Sans"/>
                </a:rPr>
                <a:t>Partner*</a:t>
              </a:r>
              <a:endParaRPr i="0" sz="1000" u="none" cap="none" strike="noStrike">
                <a:solidFill>
                  <a:srgbClr val="000000"/>
                </a:solidFill>
                <a:latin typeface="Salesforce Sans"/>
                <a:ea typeface="Salesforce Sans"/>
                <a:cs typeface="Salesforce Sans"/>
                <a:sym typeface="Salesforce Sans"/>
              </a:endParaRPr>
            </a:p>
          </p:txBody>
        </p:sp>
      </p:grpSp>
      <p:grpSp>
        <p:nvGrpSpPr>
          <p:cNvPr id="6803" name="Google Shape;6803;p174"/>
          <p:cNvGrpSpPr/>
          <p:nvPr/>
        </p:nvGrpSpPr>
        <p:grpSpPr>
          <a:xfrm>
            <a:off x="1451611" y="1113234"/>
            <a:ext cx="5688463" cy="8985603"/>
            <a:chOff x="800611" y="1189434"/>
            <a:chExt cx="5688463" cy="8985603"/>
          </a:xfrm>
        </p:grpSpPr>
        <p:sp>
          <p:nvSpPr>
            <p:cNvPr id="6804" name="Google Shape;6804;p174"/>
            <p:cNvSpPr txBox="1"/>
            <p:nvPr/>
          </p:nvSpPr>
          <p:spPr>
            <a:xfrm>
              <a:off x="2000372" y="8385118"/>
              <a:ext cx="868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Asset Service Estimation</a:t>
              </a:r>
              <a:endParaRPr b="1" i="0" sz="800" u="none" cap="none" strike="noStrike">
                <a:solidFill>
                  <a:srgbClr val="086AFE"/>
                </a:solidFill>
                <a:latin typeface="Salesforce Sans"/>
                <a:ea typeface="Salesforce Sans"/>
                <a:cs typeface="Salesforce Sans"/>
                <a:sym typeface="Salesforce Sans"/>
              </a:endParaRPr>
            </a:p>
          </p:txBody>
        </p:sp>
        <p:sp>
          <p:nvSpPr>
            <p:cNvPr id="6805" name="Google Shape;6805;p174"/>
            <p:cNvSpPr txBox="1"/>
            <p:nvPr/>
          </p:nvSpPr>
          <p:spPr>
            <a:xfrm>
              <a:off x="2000372" y="2792202"/>
              <a:ext cx="8766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Testing &amp; Validation </a:t>
              </a:r>
              <a:endParaRPr b="1" i="0" sz="800" u="none" cap="none" strike="noStrike">
                <a:solidFill>
                  <a:srgbClr val="086AFE"/>
                </a:solidFill>
                <a:latin typeface="Salesforce Sans"/>
                <a:ea typeface="Salesforce Sans"/>
                <a:cs typeface="Salesforce Sans"/>
                <a:sym typeface="Salesforce Sans"/>
              </a:endParaRPr>
            </a:p>
          </p:txBody>
        </p:sp>
        <p:sp>
          <p:nvSpPr>
            <p:cNvPr id="6806" name="Google Shape;6806;p174"/>
            <p:cNvSpPr txBox="1"/>
            <p:nvPr/>
          </p:nvSpPr>
          <p:spPr>
            <a:xfrm>
              <a:off x="2000372" y="2031501"/>
              <a:ext cx="8766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Design </a:t>
              </a:r>
              <a:endParaRPr b="1" i="0" sz="800" u="none" cap="none" strike="noStrike">
                <a:solidFill>
                  <a:srgbClr val="086AFE"/>
                </a:solidFill>
                <a:latin typeface="Salesforce Sans"/>
                <a:ea typeface="Salesforce Sans"/>
                <a:cs typeface="Salesforce Sans"/>
                <a:sym typeface="Salesforce Sans"/>
              </a:endParaRPr>
            </a:p>
          </p:txBody>
        </p:sp>
        <p:sp>
          <p:nvSpPr>
            <p:cNvPr id="6807" name="Google Shape;6807;p174"/>
            <p:cNvSpPr txBox="1"/>
            <p:nvPr/>
          </p:nvSpPr>
          <p:spPr>
            <a:xfrm>
              <a:off x="2000372" y="9749038"/>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Asset Service Work Order Management</a:t>
              </a:r>
              <a:endParaRPr b="1" i="0" sz="800" u="none" cap="none" strike="noStrike">
                <a:solidFill>
                  <a:srgbClr val="086AFE"/>
                </a:solidFill>
                <a:latin typeface="Salesforce Sans"/>
                <a:ea typeface="Salesforce Sans"/>
                <a:cs typeface="Salesforce Sans"/>
                <a:sym typeface="Salesforce Sans"/>
              </a:endParaRPr>
            </a:p>
          </p:txBody>
        </p:sp>
        <p:sp>
          <p:nvSpPr>
            <p:cNvPr id="6808" name="Google Shape;6808;p174"/>
            <p:cNvSpPr txBox="1"/>
            <p:nvPr/>
          </p:nvSpPr>
          <p:spPr>
            <a:xfrm>
              <a:off x="2000372" y="4634265"/>
              <a:ext cx="841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Hyper-personalized Marketing  Outreach </a:t>
              </a:r>
              <a:endParaRPr b="1" i="0" sz="800" u="none" cap="none" strike="noStrike">
                <a:solidFill>
                  <a:srgbClr val="086AFE"/>
                </a:solidFill>
                <a:latin typeface="Salesforce Sans"/>
                <a:ea typeface="Salesforce Sans"/>
                <a:cs typeface="Salesforce Sans"/>
                <a:sym typeface="Salesforce Sans"/>
              </a:endParaRPr>
            </a:p>
          </p:txBody>
        </p:sp>
        <p:sp>
          <p:nvSpPr>
            <p:cNvPr id="6809" name="Google Shape;6809;p174"/>
            <p:cNvSpPr txBox="1"/>
            <p:nvPr/>
          </p:nvSpPr>
          <p:spPr>
            <a:xfrm>
              <a:off x="2000372" y="6055539"/>
              <a:ext cx="8418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Product Upsell and Cross-Sell</a:t>
              </a:r>
              <a:endParaRPr b="1" i="0" sz="800" u="none" cap="none" strike="noStrike">
                <a:solidFill>
                  <a:srgbClr val="086AFE"/>
                </a:solidFill>
                <a:latin typeface="Salesforce Sans"/>
                <a:ea typeface="Salesforce Sans"/>
                <a:cs typeface="Salesforce Sans"/>
                <a:sym typeface="Salesforce Sans"/>
              </a:endParaRPr>
            </a:p>
          </p:txBody>
        </p:sp>
        <p:sp>
          <p:nvSpPr>
            <p:cNvPr id="6810" name="Google Shape;6810;p174"/>
            <p:cNvSpPr txBox="1"/>
            <p:nvPr/>
          </p:nvSpPr>
          <p:spPr>
            <a:xfrm>
              <a:off x="2000372" y="744882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Rebate</a:t>
              </a:r>
              <a:r>
                <a:rPr b="1" lang="en" sz="800">
                  <a:solidFill>
                    <a:srgbClr val="086AFE"/>
                  </a:solidFill>
                  <a:latin typeface="Salesforce Sans"/>
                  <a:ea typeface="Salesforce Sans"/>
                  <a:cs typeface="Salesforce Sans"/>
                  <a:sym typeface="Salesforce Sans"/>
                </a:rPr>
                <a:t> Management</a:t>
              </a:r>
              <a:endParaRPr b="1" i="0" sz="800" u="none" cap="none" strike="noStrike">
                <a:solidFill>
                  <a:srgbClr val="086AFE"/>
                </a:solidFill>
                <a:latin typeface="Salesforce Sans"/>
                <a:ea typeface="Salesforce Sans"/>
                <a:cs typeface="Salesforce Sans"/>
                <a:sym typeface="Salesforce Sans"/>
              </a:endParaRPr>
            </a:p>
          </p:txBody>
        </p:sp>
        <p:sp>
          <p:nvSpPr>
            <p:cNvPr id="6811" name="Google Shape;6811;p174"/>
            <p:cNvSpPr txBox="1"/>
            <p:nvPr/>
          </p:nvSpPr>
          <p:spPr>
            <a:xfrm>
              <a:off x="2000372" y="4004777"/>
              <a:ext cx="8418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Lead Generation &amp; Management </a:t>
              </a:r>
              <a:endParaRPr b="1" i="0" sz="800" u="none" cap="none" strike="noStrike">
                <a:solidFill>
                  <a:srgbClr val="086AFE"/>
                </a:solidFill>
                <a:latin typeface="Salesforce Sans"/>
                <a:ea typeface="Salesforce Sans"/>
                <a:cs typeface="Salesforce Sans"/>
                <a:sym typeface="Salesforce Sans"/>
              </a:endParaRPr>
            </a:p>
          </p:txBody>
        </p:sp>
        <p:sp>
          <p:nvSpPr>
            <p:cNvPr id="6812" name="Google Shape;6812;p174"/>
            <p:cNvSpPr txBox="1"/>
            <p:nvPr/>
          </p:nvSpPr>
          <p:spPr>
            <a:xfrm>
              <a:off x="2000372" y="5274390"/>
              <a:ext cx="841800" cy="41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800" u="none" cap="none" strike="noStrike">
                  <a:solidFill>
                    <a:srgbClr val="086AFE"/>
                  </a:solidFill>
                  <a:latin typeface="Salesforce Sans"/>
                  <a:ea typeface="Salesforce Sans"/>
                  <a:cs typeface="Salesforce Sans"/>
                  <a:sym typeface="Salesforce Sans"/>
                </a:rPr>
                <a:t>Sales Agreement Configuration &amp; Mgmt. </a:t>
              </a:r>
              <a:endParaRPr b="1" i="0" sz="800" u="none" cap="none" strike="noStrike">
                <a:solidFill>
                  <a:srgbClr val="086AFE"/>
                </a:solidFill>
                <a:latin typeface="Salesforce Sans"/>
                <a:ea typeface="Salesforce Sans"/>
                <a:cs typeface="Salesforce Sans"/>
                <a:sym typeface="Salesforce Sans"/>
              </a:endParaRPr>
            </a:p>
          </p:txBody>
        </p:sp>
        <p:sp>
          <p:nvSpPr>
            <p:cNvPr id="6813" name="Google Shape;6813;p174"/>
            <p:cNvSpPr txBox="1"/>
            <p:nvPr/>
          </p:nvSpPr>
          <p:spPr>
            <a:xfrm>
              <a:off x="2000372" y="6823579"/>
              <a:ext cx="8418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lang="en" sz="800">
                  <a:solidFill>
                    <a:srgbClr val="086AFE"/>
                  </a:solidFill>
                  <a:latin typeface="Salesforce Sans"/>
                  <a:ea typeface="Salesforce Sans"/>
                  <a:cs typeface="Salesforce Sans"/>
                  <a:sym typeface="Salesforce Sans"/>
                </a:rPr>
                <a:t>Channel</a:t>
              </a:r>
              <a:r>
                <a:rPr b="1" i="0" lang="en" sz="800" u="none" cap="none" strike="noStrike">
                  <a:solidFill>
                    <a:srgbClr val="086AFE"/>
                  </a:solidFill>
                  <a:latin typeface="Salesforce Sans"/>
                  <a:ea typeface="Salesforce Sans"/>
                  <a:cs typeface="Salesforce Sans"/>
                  <a:sym typeface="Salesforce Sans"/>
                </a:rPr>
                <a:t> /Partner  </a:t>
              </a:r>
              <a:r>
                <a:rPr b="1" lang="en" sz="800">
                  <a:solidFill>
                    <a:srgbClr val="086AFE"/>
                  </a:solidFill>
                  <a:latin typeface="Salesforce Sans"/>
                  <a:ea typeface="Salesforce Sans"/>
                  <a:cs typeface="Salesforce Sans"/>
                  <a:sym typeface="Salesforce Sans"/>
                </a:rPr>
                <a:t>Management</a:t>
              </a:r>
              <a:endParaRPr b="1" i="0" sz="800" u="none" cap="none" strike="noStrike">
                <a:solidFill>
                  <a:srgbClr val="086AFE"/>
                </a:solidFill>
                <a:latin typeface="Salesforce Sans"/>
                <a:ea typeface="Salesforce Sans"/>
                <a:cs typeface="Salesforce Sans"/>
                <a:sym typeface="Salesforce Sans"/>
              </a:endParaRPr>
            </a:p>
          </p:txBody>
        </p:sp>
        <p:sp>
          <p:nvSpPr>
            <p:cNvPr id="6814" name="Google Shape;6814;p174"/>
            <p:cNvSpPr txBox="1"/>
            <p:nvPr/>
          </p:nvSpPr>
          <p:spPr>
            <a:xfrm>
              <a:off x="3342383" y="2031995"/>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Product Requirements</a:t>
              </a:r>
              <a:endParaRPr i="0" sz="800" u="none" cap="none" strike="noStrike">
                <a:latin typeface="Salesforce Sans"/>
                <a:ea typeface="Salesforce Sans"/>
                <a:cs typeface="Salesforce Sans"/>
                <a:sym typeface="Salesforce Sans"/>
              </a:endParaRPr>
            </a:p>
          </p:txBody>
        </p:sp>
        <p:sp>
          <p:nvSpPr>
            <p:cNvPr id="6815" name="Google Shape;6815;p174"/>
            <p:cNvSpPr txBox="1"/>
            <p:nvPr/>
          </p:nvSpPr>
          <p:spPr>
            <a:xfrm>
              <a:off x="3342383" y="218060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Cad Co-Pilot</a:t>
              </a:r>
              <a:endParaRPr i="0" sz="800" u="none" cap="none" strike="noStrike">
                <a:latin typeface="Salesforce Sans"/>
                <a:ea typeface="Salesforce Sans"/>
                <a:cs typeface="Salesforce Sans"/>
                <a:sym typeface="Salesforce Sans"/>
              </a:endParaRPr>
            </a:p>
          </p:txBody>
        </p:sp>
        <p:sp>
          <p:nvSpPr>
            <p:cNvPr id="6816" name="Google Shape;6816;p174"/>
            <p:cNvSpPr txBox="1"/>
            <p:nvPr/>
          </p:nvSpPr>
          <p:spPr>
            <a:xfrm>
              <a:off x="3342383" y="2329214"/>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Manufacturability</a:t>
              </a:r>
              <a:endParaRPr i="0" sz="800" u="none" cap="none" strike="noStrike">
                <a:latin typeface="Salesforce Sans"/>
                <a:ea typeface="Salesforce Sans"/>
                <a:cs typeface="Salesforce Sans"/>
                <a:sym typeface="Salesforce Sans"/>
              </a:endParaRPr>
            </a:p>
          </p:txBody>
        </p:sp>
        <p:sp>
          <p:nvSpPr>
            <p:cNvPr id="6817" name="Google Shape;6817;p174"/>
            <p:cNvSpPr txBox="1"/>
            <p:nvPr/>
          </p:nvSpPr>
          <p:spPr>
            <a:xfrm>
              <a:off x="3342383" y="278767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Simulation Tester</a:t>
              </a:r>
              <a:endParaRPr i="0" sz="800" u="none" cap="none" strike="noStrike">
                <a:latin typeface="Salesforce Sans"/>
                <a:ea typeface="Salesforce Sans"/>
                <a:cs typeface="Salesforce Sans"/>
                <a:sym typeface="Salesforce Sans"/>
              </a:endParaRPr>
            </a:p>
          </p:txBody>
        </p:sp>
        <p:sp>
          <p:nvSpPr>
            <p:cNvPr id="6818" name="Google Shape;6818;p174"/>
            <p:cNvSpPr txBox="1"/>
            <p:nvPr/>
          </p:nvSpPr>
          <p:spPr>
            <a:xfrm>
              <a:off x="3342382" y="29274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Prototype Validator</a:t>
              </a:r>
              <a:endParaRPr i="0" sz="800" u="none" cap="none" strike="noStrike">
                <a:latin typeface="Salesforce Sans"/>
                <a:ea typeface="Salesforce Sans"/>
                <a:cs typeface="Salesforce Sans"/>
                <a:sym typeface="Salesforce Sans"/>
              </a:endParaRPr>
            </a:p>
          </p:txBody>
        </p:sp>
        <p:sp>
          <p:nvSpPr>
            <p:cNvPr id="6819" name="Google Shape;6819;p174"/>
            <p:cNvSpPr txBox="1"/>
            <p:nvPr/>
          </p:nvSpPr>
          <p:spPr>
            <a:xfrm>
              <a:off x="3342383" y="13873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Innovation Scout</a:t>
              </a:r>
              <a:endParaRPr sz="800">
                <a:latin typeface="Salesforce Sans"/>
                <a:ea typeface="Salesforce Sans"/>
                <a:cs typeface="Salesforce Sans"/>
                <a:sym typeface="Salesforce Sans"/>
              </a:endParaRPr>
            </a:p>
          </p:txBody>
        </p:sp>
        <p:sp>
          <p:nvSpPr>
            <p:cNvPr id="6820" name="Google Shape;6820;p174"/>
            <p:cNvSpPr txBox="1"/>
            <p:nvPr/>
          </p:nvSpPr>
          <p:spPr>
            <a:xfrm>
              <a:off x="3342382" y="1542400"/>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Trend Analyzer</a:t>
              </a:r>
              <a:endParaRPr sz="800">
                <a:latin typeface="Salesforce Sans"/>
                <a:ea typeface="Salesforce Sans"/>
                <a:cs typeface="Salesforce Sans"/>
                <a:sym typeface="Salesforce Sans"/>
              </a:endParaRPr>
            </a:p>
          </p:txBody>
        </p:sp>
        <p:sp>
          <p:nvSpPr>
            <p:cNvPr id="6821" name="Google Shape;6821;p174"/>
            <p:cNvSpPr/>
            <p:nvPr/>
          </p:nvSpPr>
          <p:spPr>
            <a:xfrm>
              <a:off x="3206336" y="1560847"/>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22" name="Google Shape;6822;p174"/>
            <p:cNvSpPr txBox="1"/>
            <p:nvPr/>
          </p:nvSpPr>
          <p:spPr>
            <a:xfrm>
              <a:off x="3342383" y="1697406"/>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Patent Insights</a:t>
              </a:r>
              <a:endParaRPr sz="800">
                <a:latin typeface="Salesforce Sans"/>
                <a:ea typeface="Salesforce Sans"/>
                <a:cs typeface="Salesforce Sans"/>
                <a:sym typeface="Salesforce Sans"/>
              </a:endParaRPr>
            </a:p>
          </p:txBody>
        </p:sp>
        <p:sp>
          <p:nvSpPr>
            <p:cNvPr id="6823" name="Google Shape;6823;p174"/>
            <p:cNvSpPr txBox="1"/>
            <p:nvPr/>
          </p:nvSpPr>
          <p:spPr>
            <a:xfrm>
              <a:off x="3342382" y="1858200"/>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Ideation Prioritizer</a:t>
              </a:r>
              <a:endParaRPr sz="800">
                <a:latin typeface="Salesforce Sans"/>
                <a:ea typeface="Salesforce Sans"/>
                <a:cs typeface="Salesforce Sans"/>
                <a:sym typeface="Salesforce Sans"/>
              </a:endParaRPr>
            </a:p>
          </p:txBody>
        </p:sp>
        <p:sp>
          <p:nvSpPr>
            <p:cNvPr id="6824" name="Google Shape;6824;p174"/>
            <p:cNvSpPr txBox="1"/>
            <p:nvPr/>
          </p:nvSpPr>
          <p:spPr>
            <a:xfrm>
              <a:off x="800611" y="11894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825" name="Google Shape;6825;p174"/>
            <p:cNvSpPr txBox="1"/>
            <p:nvPr/>
          </p:nvSpPr>
          <p:spPr>
            <a:xfrm>
              <a:off x="2000379" y="11894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826" name="Google Shape;6826;p174"/>
            <p:cNvGrpSpPr/>
            <p:nvPr/>
          </p:nvGrpSpPr>
          <p:grpSpPr>
            <a:xfrm>
              <a:off x="820222" y="1412656"/>
              <a:ext cx="952541" cy="449700"/>
              <a:chOff x="5812280" y="1793656"/>
              <a:chExt cx="952541" cy="449700"/>
            </a:xfrm>
          </p:grpSpPr>
          <p:sp>
            <p:nvSpPr>
              <p:cNvPr id="6827" name="Google Shape;6827;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28" name="Google Shape;6828;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Research &amp; Development</a:t>
                </a:r>
                <a:endParaRPr sz="900">
                  <a:solidFill>
                    <a:srgbClr val="FFFFFF"/>
                  </a:solidFill>
                  <a:latin typeface="Avant Garde Demi SFDC"/>
                  <a:ea typeface="Avant Garde Demi SFDC"/>
                  <a:cs typeface="Avant Garde Demi SFDC"/>
                  <a:sym typeface="Avant Garde Demi SFDC"/>
                </a:endParaRPr>
              </a:p>
            </p:txBody>
          </p:sp>
        </p:grpSp>
        <p:sp>
          <p:nvSpPr>
            <p:cNvPr id="6829" name="Google Shape;6829;p174"/>
            <p:cNvSpPr txBox="1"/>
            <p:nvPr/>
          </p:nvSpPr>
          <p:spPr>
            <a:xfrm>
              <a:off x="3344212" y="11894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830" name="Google Shape;6830;p174"/>
            <p:cNvSpPr txBox="1"/>
            <p:nvPr/>
          </p:nvSpPr>
          <p:spPr>
            <a:xfrm>
              <a:off x="2000372" y="13908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Market Research &amp; Ideation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831" name="Google Shape;6831;p174"/>
            <p:cNvSpPr txBox="1"/>
            <p:nvPr/>
          </p:nvSpPr>
          <p:spPr>
            <a:xfrm>
              <a:off x="3342383" y="307801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Test Data Analyzer</a:t>
              </a:r>
              <a:endParaRPr i="0" sz="800" u="none" cap="none" strike="noStrike">
                <a:latin typeface="Salesforce Sans"/>
                <a:ea typeface="Salesforce Sans"/>
                <a:cs typeface="Salesforce Sans"/>
                <a:sym typeface="Salesforce Sans"/>
              </a:endParaRPr>
            </a:p>
          </p:txBody>
        </p:sp>
        <p:sp>
          <p:nvSpPr>
            <p:cNvPr id="6832" name="Google Shape;6832;p174"/>
            <p:cNvSpPr txBox="1"/>
            <p:nvPr/>
          </p:nvSpPr>
          <p:spPr>
            <a:xfrm>
              <a:off x="3342383" y="3226210"/>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Risk &amp; Standards Checker</a:t>
              </a:r>
              <a:endParaRPr i="0" sz="800" u="none" cap="none" strike="noStrike">
                <a:latin typeface="Salesforce Sans"/>
                <a:ea typeface="Salesforce Sans"/>
                <a:cs typeface="Salesforce Sans"/>
                <a:sym typeface="Salesforce Sans"/>
              </a:endParaRPr>
            </a:p>
          </p:txBody>
        </p:sp>
        <p:sp>
          <p:nvSpPr>
            <p:cNvPr id="6833" name="Google Shape;6833;p174"/>
            <p:cNvSpPr txBox="1"/>
            <p:nvPr/>
          </p:nvSpPr>
          <p:spPr>
            <a:xfrm>
              <a:off x="3342383" y="400727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Identification</a:t>
              </a:r>
              <a:endParaRPr i="0" sz="800" u="none" cap="none" strike="noStrike">
                <a:latin typeface="Salesforce Sans"/>
                <a:ea typeface="Salesforce Sans"/>
                <a:cs typeface="Salesforce Sans"/>
                <a:sym typeface="Salesforce Sans"/>
              </a:endParaRPr>
            </a:p>
          </p:txBody>
        </p:sp>
        <p:sp>
          <p:nvSpPr>
            <p:cNvPr id="6834" name="Google Shape;6834;p174"/>
            <p:cNvSpPr txBox="1"/>
            <p:nvPr/>
          </p:nvSpPr>
          <p:spPr>
            <a:xfrm>
              <a:off x="3342383" y="415847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Scoring</a:t>
              </a:r>
              <a:endParaRPr i="0" sz="800" u="none" cap="none" strike="noStrike">
                <a:latin typeface="Salesforce Sans"/>
                <a:ea typeface="Salesforce Sans"/>
                <a:cs typeface="Salesforce Sans"/>
                <a:sym typeface="Salesforce Sans"/>
              </a:endParaRPr>
            </a:p>
          </p:txBody>
        </p:sp>
        <p:sp>
          <p:nvSpPr>
            <p:cNvPr id="6835" name="Google Shape;6835;p174"/>
            <p:cNvSpPr txBox="1"/>
            <p:nvPr/>
          </p:nvSpPr>
          <p:spPr>
            <a:xfrm>
              <a:off x="3342382" y="4298266"/>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Quote from Opportunity</a:t>
              </a:r>
              <a:endParaRPr sz="800">
                <a:latin typeface="Salesforce Sans"/>
                <a:ea typeface="Salesforce Sans"/>
                <a:cs typeface="Salesforce Sans"/>
                <a:sym typeface="Salesforce Sans"/>
              </a:endParaRPr>
            </a:p>
          </p:txBody>
        </p:sp>
        <p:sp>
          <p:nvSpPr>
            <p:cNvPr id="6836" name="Google Shape;6836;p174"/>
            <p:cNvSpPr/>
            <p:nvPr/>
          </p:nvSpPr>
          <p:spPr>
            <a:xfrm>
              <a:off x="3206336" y="40258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37" name="Google Shape;6837;p174"/>
            <p:cNvSpPr/>
            <p:nvPr/>
          </p:nvSpPr>
          <p:spPr>
            <a:xfrm>
              <a:off x="3206336" y="41770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8" name="Google Shape;6838;p174"/>
            <p:cNvSpPr/>
            <p:nvPr/>
          </p:nvSpPr>
          <p:spPr>
            <a:xfrm>
              <a:off x="3206336" y="4316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39" name="Google Shape;6839;p174"/>
            <p:cNvSpPr/>
            <p:nvPr/>
          </p:nvSpPr>
          <p:spPr>
            <a:xfrm>
              <a:off x="3206336" y="324481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0" name="Google Shape;6840;p174"/>
            <p:cNvSpPr txBox="1"/>
            <p:nvPr/>
          </p:nvSpPr>
          <p:spPr>
            <a:xfrm>
              <a:off x="3342383" y="444881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Forecast to Opportunity</a:t>
              </a:r>
              <a:endParaRPr i="0" sz="800" u="none" cap="none" strike="noStrike">
                <a:latin typeface="Salesforce Sans"/>
                <a:ea typeface="Salesforce Sans"/>
                <a:cs typeface="Salesforce Sans"/>
                <a:sym typeface="Salesforce Sans"/>
              </a:endParaRPr>
            </a:p>
          </p:txBody>
        </p:sp>
        <p:sp>
          <p:nvSpPr>
            <p:cNvPr id="6841" name="Google Shape;6841;p174"/>
            <p:cNvSpPr/>
            <p:nvPr/>
          </p:nvSpPr>
          <p:spPr>
            <a:xfrm>
              <a:off x="3206336" y="446741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2" name="Google Shape;6842;p174"/>
            <p:cNvSpPr txBox="1"/>
            <p:nvPr/>
          </p:nvSpPr>
          <p:spPr>
            <a:xfrm>
              <a:off x="3342384" y="4634194"/>
              <a:ext cx="1899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Segmentation</a:t>
              </a:r>
              <a:endParaRPr i="0" sz="800" u="none" cap="none" strike="noStrike">
                <a:latin typeface="Salesforce Sans"/>
                <a:ea typeface="Salesforce Sans"/>
                <a:cs typeface="Salesforce Sans"/>
                <a:sym typeface="Salesforce Sans"/>
              </a:endParaRPr>
            </a:p>
          </p:txBody>
        </p:sp>
        <p:sp>
          <p:nvSpPr>
            <p:cNvPr id="6843" name="Google Shape;6843;p174"/>
            <p:cNvSpPr txBox="1"/>
            <p:nvPr/>
          </p:nvSpPr>
          <p:spPr>
            <a:xfrm>
              <a:off x="3342377" y="4782802"/>
              <a:ext cx="190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Offer &amp; Message Personalization</a:t>
              </a:r>
              <a:endParaRPr i="0" sz="800" u="none" cap="none" strike="noStrike">
                <a:latin typeface="Salesforce Sans"/>
                <a:ea typeface="Salesforce Sans"/>
                <a:cs typeface="Salesforce Sans"/>
                <a:sym typeface="Salesforce Sans"/>
              </a:endParaRPr>
            </a:p>
          </p:txBody>
        </p:sp>
        <p:sp>
          <p:nvSpPr>
            <p:cNvPr id="6844" name="Google Shape;6844;p174"/>
            <p:cNvSpPr txBox="1"/>
            <p:nvPr/>
          </p:nvSpPr>
          <p:spPr>
            <a:xfrm>
              <a:off x="3342377" y="4931423"/>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a Campaign from a Brief</a:t>
              </a:r>
              <a:endParaRPr i="0" sz="800" u="none" cap="none" strike="noStrike">
                <a:latin typeface="Salesforce Sans"/>
                <a:ea typeface="Salesforce Sans"/>
                <a:cs typeface="Salesforce Sans"/>
                <a:sym typeface="Salesforce Sans"/>
              </a:endParaRPr>
            </a:p>
          </p:txBody>
        </p:sp>
        <p:sp>
          <p:nvSpPr>
            <p:cNvPr id="6845" name="Google Shape;6845;p174"/>
            <p:cNvSpPr txBox="1"/>
            <p:nvPr/>
          </p:nvSpPr>
          <p:spPr>
            <a:xfrm>
              <a:off x="3342377" y="5082619"/>
              <a:ext cx="2063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Generate Campaign Insights</a:t>
              </a:r>
              <a:endParaRPr sz="800">
                <a:latin typeface="Salesforce Sans"/>
                <a:ea typeface="Salesforce Sans"/>
                <a:cs typeface="Salesforce Sans"/>
                <a:sym typeface="Salesforce Sans"/>
              </a:endParaRPr>
            </a:p>
          </p:txBody>
        </p:sp>
        <p:sp>
          <p:nvSpPr>
            <p:cNvPr id="6846" name="Google Shape;6846;p174"/>
            <p:cNvSpPr/>
            <p:nvPr/>
          </p:nvSpPr>
          <p:spPr>
            <a:xfrm>
              <a:off x="3206336" y="48014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7" name="Google Shape;6847;p174"/>
            <p:cNvSpPr/>
            <p:nvPr/>
          </p:nvSpPr>
          <p:spPr>
            <a:xfrm>
              <a:off x="3206336" y="495001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48" name="Google Shape;6848;p174"/>
            <p:cNvSpPr/>
            <p:nvPr/>
          </p:nvSpPr>
          <p:spPr>
            <a:xfrm>
              <a:off x="3206336" y="51012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49" name="Google Shape;6849;p174"/>
            <p:cNvSpPr/>
            <p:nvPr/>
          </p:nvSpPr>
          <p:spPr>
            <a:xfrm>
              <a:off x="3206336" y="46527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0" name="Google Shape;6850;p174"/>
            <p:cNvSpPr txBox="1"/>
            <p:nvPr/>
          </p:nvSpPr>
          <p:spPr>
            <a:xfrm>
              <a:off x="3342376" y="604412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Add-on Products</a:t>
              </a:r>
              <a:endParaRPr i="0" sz="800" u="none" cap="none" strike="noStrike">
                <a:latin typeface="Salesforce Sans"/>
                <a:ea typeface="Salesforce Sans"/>
                <a:cs typeface="Salesforce Sans"/>
                <a:sym typeface="Salesforce Sans"/>
              </a:endParaRPr>
            </a:p>
          </p:txBody>
        </p:sp>
        <p:sp>
          <p:nvSpPr>
            <p:cNvPr id="6851" name="Google Shape;6851;p174"/>
            <p:cNvSpPr txBox="1"/>
            <p:nvPr/>
          </p:nvSpPr>
          <p:spPr>
            <a:xfrm>
              <a:off x="3342376" y="619273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Cross-Sell Products</a:t>
              </a:r>
              <a:endParaRPr i="0" sz="800" u="none" cap="none" strike="noStrike">
                <a:latin typeface="Salesforce Sans"/>
                <a:ea typeface="Salesforce Sans"/>
                <a:cs typeface="Salesforce Sans"/>
                <a:sym typeface="Salesforce Sans"/>
              </a:endParaRPr>
            </a:p>
          </p:txBody>
        </p:sp>
        <p:sp>
          <p:nvSpPr>
            <p:cNvPr id="6852" name="Google Shape;6852;p174"/>
            <p:cNvSpPr txBox="1"/>
            <p:nvPr/>
          </p:nvSpPr>
          <p:spPr>
            <a:xfrm>
              <a:off x="3342375" y="6341350"/>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Upgrade Products</a:t>
              </a:r>
              <a:endParaRPr sz="800">
                <a:latin typeface="Salesforce Sans"/>
                <a:ea typeface="Salesforce Sans"/>
                <a:cs typeface="Salesforce Sans"/>
                <a:sym typeface="Salesforce Sans"/>
              </a:endParaRPr>
            </a:p>
          </p:txBody>
        </p:sp>
        <p:sp>
          <p:nvSpPr>
            <p:cNvPr id="6853" name="Google Shape;6853;p174"/>
            <p:cNvSpPr txBox="1"/>
            <p:nvPr/>
          </p:nvSpPr>
          <p:spPr>
            <a:xfrm>
              <a:off x="3342376" y="649254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Quote</a:t>
              </a:r>
              <a:endParaRPr i="0" sz="800" u="none" cap="none" strike="noStrike">
                <a:latin typeface="Salesforce Sans"/>
                <a:ea typeface="Salesforce Sans"/>
                <a:cs typeface="Salesforce Sans"/>
                <a:sym typeface="Salesforce Sans"/>
              </a:endParaRPr>
            </a:p>
          </p:txBody>
        </p:sp>
        <p:sp>
          <p:nvSpPr>
            <p:cNvPr id="6854" name="Google Shape;6854;p174"/>
            <p:cNvSpPr txBox="1"/>
            <p:nvPr/>
          </p:nvSpPr>
          <p:spPr>
            <a:xfrm>
              <a:off x="3342376" y="663233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Format Product Recommendations</a:t>
              </a:r>
              <a:endParaRPr i="0" sz="800" u="none" cap="none" strike="noStrike">
                <a:latin typeface="Salesforce Sans"/>
                <a:ea typeface="Salesforce Sans"/>
                <a:cs typeface="Salesforce Sans"/>
                <a:sym typeface="Salesforce Sans"/>
              </a:endParaRPr>
            </a:p>
          </p:txBody>
        </p:sp>
        <p:sp>
          <p:nvSpPr>
            <p:cNvPr id="6855" name="Google Shape;6855;p174"/>
            <p:cNvSpPr/>
            <p:nvPr/>
          </p:nvSpPr>
          <p:spPr>
            <a:xfrm>
              <a:off x="3206336" y="621133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6" name="Google Shape;6856;p174"/>
            <p:cNvSpPr/>
            <p:nvPr/>
          </p:nvSpPr>
          <p:spPr>
            <a:xfrm>
              <a:off x="3206336" y="635994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57" name="Google Shape;6857;p174"/>
            <p:cNvSpPr/>
            <p:nvPr/>
          </p:nvSpPr>
          <p:spPr>
            <a:xfrm>
              <a:off x="3206336" y="651115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8" name="Google Shape;6858;p174"/>
            <p:cNvSpPr/>
            <p:nvPr/>
          </p:nvSpPr>
          <p:spPr>
            <a:xfrm>
              <a:off x="3206336" y="665094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59" name="Google Shape;6859;p174"/>
            <p:cNvSpPr/>
            <p:nvPr/>
          </p:nvSpPr>
          <p:spPr>
            <a:xfrm>
              <a:off x="3206336" y="60627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860" name="Google Shape;6860;p174"/>
            <p:cNvGrpSpPr/>
            <p:nvPr/>
          </p:nvGrpSpPr>
          <p:grpSpPr>
            <a:xfrm>
              <a:off x="820222" y="4022796"/>
              <a:ext cx="952541" cy="449700"/>
              <a:chOff x="5812280" y="1793656"/>
              <a:chExt cx="952541" cy="449700"/>
            </a:xfrm>
          </p:grpSpPr>
          <p:sp>
            <p:nvSpPr>
              <p:cNvPr id="6861" name="Google Shape;686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2" name="Google Shape;686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Sales &amp; Marketing</a:t>
                </a:r>
                <a:endParaRPr sz="900">
                  <a:solidFill>
                    <a:srgbClr val="FFFFFF"/>
                  </a:solidFill>
                  <a:latin typeface="Avant Garde Demi SFDC"/>
                  <a:ea typeface="Avant Garde Demi SFDC"/>
                  <a:cs typeface="Avant Garde Demi SFDC"/>
                  <a:sym typeface="Avant Garde Demi SFDC"/>
                </a:endParaRPr>
              </a:p>
            </p:txBody>
          </p:sp>
        </p:grpSp>
        <p:grpSp>
          <p:nvGrpSpPr>
            <p:cNvPr id="6863" name="Google Shape;6863;p174"/>
            <p:cNvGrpSpPr/>
            <p:nvPr/>
          </p:nvGrpSpPr>
          <p:grpSpPr>
            <a:xfrm>
              <a:off x="820222" y="8394540"/>
              <a:ext cx="952541" cy="449700"/>
              <a:chOff x="5812280" y="1793656"/>
              <a:chExt cx="952541" cy="449700"/>
            </a:xfrm>
          </p:grpSpPr>
          <p:sp>
            <p:nvSpPr>
              <p:cNvPr id="6864" name="Google Shape;6864;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865" name="Google Shape;6865;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Asset Service Lifecycle Management</a:t>
                </a:r>
                <a:endParaRPr sz="900">
                  <a:solidFill>
                    <a:srgbClr val="FFFFFF"/>
                  </a:solidFill>
                  <a:latin typeface="Avant Garde Demi SFDC"/>
                  <a:ea typeface="Avant Garde Demi SFDC"/>
                  <a:cs typeface="Avant Garde Demi SFDC"/>
                  <a:sym typeface="Avant Garde Demi SFDC"/>
                </a:endParaRPr>
              </a:p>
            </p:txBody>
          </p:sp>
        </p:grpSp>
        <p:sp>
          <p:nvSpPr>
            <p:cNvPr id="6866" name="Google Shape;6866;p174"/>
            <p:cNvSpPr txBox="1"/>
            <p:nvPr/>
          </p:nvSpPr>
          <p:spPr>
            <a:xfrm>
              <a:off x="3342382" y="2627147"/>
              <a:ext cx="12810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Design Compliance</a:t>
              </a:r>
              <a:endParaRPr sz="800">
                <a:latin typeface="Salesforce Sans"/>
                <a:ea typeface="Salesforce Sans"/>
                <a:cs typeface="Salesforce Sans"/>
                <a:sym typeface="Salesforce Sans"/>
              </a:endParaRPr>
            </a:p>
          </p:txBody>
        </p:sp>
        <p:sp>
          <p:nvSpPr>
            <p:cNvPr id="6867" name="Google Shape;6867;p174"/>
            <p:cNvSpPr/>
            <p:nvPr/>
          </p:nvSpPr>
          <p:spPr>
            <a:xfrm>
              <a:off x="3206336" y="264559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68" name="Google Shape;6868;p174"/>
            <p:cNvSpPr txBox="1"/>
            <p:nvPr/>
          </p:nvSpPr>
          <p:spPr>
            <a:xfrm>
              <a:off x="3342383" y="2475302"/>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Cost Estimator</a:t>
              </a:r>
              <a:endParaRPr i="0" sz="800" u="none" cap="none" strike="noStrike">
                <a:latin typeface="Salesforce Sans"/>
                <a:ea typeface="Salesforce Sans"/>
                <a:cs typeface="Salesforce Sans"/>
                <a:sym typeface="Salesforce Sans"/>
              </a:endParaRPr>
            </a:p>
          </p:txBody>
        </p:sp>
        <p:sp>
          <p:nvSpPr>
            <p:cNvPr id="6869" name="Google Shape;6869;p174"/>
            <p:cNvSpPr txBox="1"/>
            <p:nvPr/>
          </p:nvSpPr>
          <p:spPr>
            <a:xfrm>
              <a:off x="3342383" y="337968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BOM Builder</a:t>
              </a:r>
              <a:endParaRPr i="0" sz="800" u="none" cap="none" strike="noStrike">
                <a:latin typeface="Salesforce Sans"/>
                <a:ea typeface="Salesforce Sans"/>
                <a:cs typeface="Salesforce Sans"/>
                <a:sym typeface="Salesforce Sans"/>
              </a:endParaRPr>
            </a:p>
          </p:txBody>
        </p:sp>
        <p:sp>
          <p:nvSpPr>
            <p:cNvPr id="6870" name="Google Shape;6870;p174"/>
            <p:cNvSpPr txBox="1"/>
            <p:nvPr/>
          </p:nvSpPr>
          <p:spPr>
            <a:xfrm>
              <a:off x="3342383" y="353088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Tooling Setup Planner</a:t>
              </a:r>
              <a:endParaRPr i="0" sz="800" u="none" cap="none" strike="noStrike">
                <a:latin typeface="Salesforce Sans"/>
                <a:ea typeface="Salesforce Sans"/>
                <a:cs typeface="Salesforce Sans"/>
                <a:sym typeface="Salesforce Sans"/>
              </a:endParaRPr>
            </a:p>
          </p:txBody>
        </p:sp>
        <p:sp>
          <p:nvSpPr>
            <p:cNvPr id="6871" name="Google Shape;6871;p174"/>
            <p:cNvSpPr txBox="1"/>
            <p:nvPr/>
          </p:nvSpPr>
          <p:spPr>
            <a:xfrm>
              <a:off x="3342382" y="367067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Process Readiness</a:t>
              </a:r>
              <a:endParaRPr i="0" sz="800" u="none" cap="none" strike="noStrike">
                <a:latin typeface="Salesforce Sans"/>
                <a:ea typeface="Salesforce Sans"/>
                <a:cs typeface="Salesforce Sans"/>
                <a:sym typeface="Salesforce Sans"/>
              </a:endParaRPr>
            </a:p>
          </p:txBody>
        </p:sp>
        <p:sp>
          <p:nvSpPr>
            <p:cNvPr id="6872" name="Google Shape;6872;p174"/>
            <p:cNvSpPr/>
            <p:nvPr/>
          </p:nvSpPr>
          <p:spPr>
            <a:xfrm>
              <a:off x="3206336" y="33982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73" name="Google Shape;6873;p174"/>
            <p:cNvSpPr txBox="1"/>
            <p:nvPr/>
          </p:nvSpPr>
          <p:spPr>
            <a:xfrm>
              <a:off x="3342383" y="3821225"/>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Pre-Launch Quality</a:t>
              </a:r>
              <a:endParaRPr i="0" sz="800" u="none" cap="none" strike="noStrike">
                <a:latin typeface="Salesforce Sans"/>
                <a:ea typeface="Salesforce Sans"/>
                <a:cs typeface="Salesforce Sans"/>
                <a:sym typeface="Salesforce Sans"/>
              </a:endParaRPr>
            </a:p>
          </p:txBody>
        </p:sp>
        <p:sp>
          <p:nvSpPr>
            <p:cNvPr id="6874" name="Google Shape;6874;p174"/>
            <p:cNvSpPr txBox="1"/>
            <p:nvPr/>
          </p:nvSpPr>
          <p:spPr>
            <a:xfrm>
              <a:off x="3342374" y="5270897"/>
              <a:ext cx="29649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Sales Agreement Management Performance</a:t>
              </a:r>
              <a:endParaRPr i="0" sz="800" u="none" cap="none" strike="noStrike">
                <a:latin typeface="Salesforce Sans"/>
                <a:ea typeface="Salesforce Sans"/>
                <a:cs typeface="Salesforce Sans"/>
                <a:sym typeface="Salesforce Sans"/>
              </a:endParaRPr>
            </a:p>
          </p:txBody>
        </p:sp>
        <p:sp>
          <p:nvSpPr>
            <p:cNvPr id="6875" name="Google Shape;6875;p174"/>
            <p:cNvSpPr txBox="1"/>
            <p:nvPr/>
          </p:nvSpPr>
          <p:spPr>
            <a:xfrm>
              <a:off x="3342376" y="541949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Visit</a:t>
              </a:r>
              <a:endParaRPr i="0" sz="800" u="none" cap="none" strike="noStrike">
                <a:latin typeface="Salesforce Sans"/>
                <a:ea typeface="Salesforce Sans"/>
                <a:cs typeface="Salesforce Sans"/>
                <a:sym typeface="Salesforce Sans"/>
              </a:endParaRPr>
            </a:p>
          </p:txBody>
        </p:sp>
        <p:sp>
          <p:nvSpPr>
            <p:cNvPr id="6876" name="Google Shape;6876;p174"/>
            <p:cNvSpPr txBox="1"/>
            <p:nvPr/>
          </p:nvSpPr>
          <p:spPr>
            <a:xfrm>
              <a:off x="3342376" y="556809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Attribute Details</a:t>
              </a:r>
              <a:endParaRPr i="0" sz="800" u="none" cap="none" strike="noStrike">
                <a:latin typeface="Salesforce Sans"/>
                <a:ea typeface="Salesforce Sans"/>
                <a:cs typeface="Salesforce Sans"/>
                <a:sym typeface="Salesforce Sans"/>
              </a:endParaRPr>
            </a:p>
          </p:txBody>
        </p:sp>
        <p:sp>
          <p:nvSpPr>
            <p:cNvPr id="6877" name="Google Shape;6877;p174"/>
            <p:cNvSpPr txBox="1"/>
            <p:nvPr/>
          </p:nvSpPr>
          <p:spPr>
            <a:xfrm>
              <a:off x="3342374" y="5719297"/>
              <a:ext cx="31467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Agreement Bulk Update for Sales Agreement Metrics</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878" name="Google Shape;6878;p174"/>
            <p:cNvSpPr txBox="1"/>
            <p:nvPr/>
          </p:nvSpPr>
          <p:spPr>
            <a:xfrm>
              <a:off x="3342375" y="5859097"/>
              <a:ext cx="24735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 Bulk Update for Sales Agreement Metrics</a:t>
              </a:r>
              <a:endParaRPr i="0" sz="800" u="none" cap="none" strike="noStrike">
                <a:latin typeface="Salesforce Sans"/>
                <a:ea typeface="Salesforce Sans"/>
                <a:cs typeface="Salesforce Sans"/>
                <a:sym typeface="Salesforce Sans"/>
              </a:endParaRPr>
            </a:p>
          </p:txBody>
        </p:sp>
        <p:sp>
          <p:nvSpPr>
            <p:cNvPr id="6879" name="Google Shape;6879;p174"/>
            <p:cNvSpPr/>
            <p:nvPr/>
          </p:nvSpPr>
          <p:spPr>
            <a:xfrm>
              <a:off x="3206336" y="543809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0" name="Google Shape;6880;p174"/>
            <p:cNvSpPr/>
            <p:nvPr/>
          </p:nvSpPr>
          <p:spPr>
            <a:xfrm>
              <a:off x="3206336" y="558670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81" name="Google Shape;6881;p174"/>
            <p:cNvSpPr/>
            <p:nvPr/>
          </p:nvSpPr>
          <p:spPr>
            <a:xfrm>
              <a:off x="3206336" y="573791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2" name="Google Shape;6882;p174"/>
            <p:cNvSpPr/>
            <p:nvPr/>
          </p:nvSpPr>
          <p:spPr>
            <a:xfrm>
              <a:off x="3206336" y="5877701"/>
              <a:ext cx="91200" cy="91200"/>
            </a:xfrm>
            <a:prstGeom prst="ellipse">
              <a:avLst/>
            </a:prstGeom>
            <a:solidFill>
              <a:srgbClr val="17BA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3" name="Google Shape;6883;p174"/>
            <p:cNvSpPr/>
            <p:nvPr/>
          </p:nvSpPr>
          <p:spPr>
            <a:xfrm>
              <a:off x="3206336" y="528948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84" name="Google Shape;6884;p174"/>
            <p:cNvSpPr txBox="1"/>
            <p:nvPr/>
          </p:nvSpPr>
          <p:spPr>
            <a:xfrm>
              <a:off x="3342376" y="83699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Draft or Revise Email</a:t>
              </a:r>
              <a:endParaRPr i="0" sz="800" u="none" cap="none" strike="noStrike">
                <a:latin typeface="Salesforce Sans"/>
                <a:ea typeface="Salesforce Sans"/>
                <a:cs typeface="Salesforce Sans"/>
                <a:sym typeface="Salesforce Sans"/>
              </a:endParaRPr>
            </a:p>
          </p:txBody>
        </p:sp>
        <p:sp>
          <p:nvSpPr>
            <p:cNvPr id="6885" name="Google Shape;6885;p174"/>
            <p:cNvSpPr txBox="1"/>
            <p:nvPr/>
          </p:nvSpPr>
          <p:spPr>
            <a:xfrm>
              <a:off x="3342376" y="851851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Query Records</a:t>
              </a:r>
              <a:endParaRPr i="0" sz="800" u="none" cap="none" strike="noStrike">
                <a:latin typeface="Salesforce Sans"/>
                <a:ea typeface="Salesforce Sans"/>
                <a:cs typeface="Salesforce Sans"/>
                <a:sym typeface="Salesforce Sans"/>
              </a:endParaRPr>
            </a:p>
          </p:txBody>
        </p:sp>
        <p:sp>
          <p:nvSpPr>
            <p:cNvPr id="6886" name="Google Shape;6886;p174"/>
            <p:cNvSpPr txBox="1"/>
            <p:nvPr/>
          </p:nvSpPr>
          <p:spPr>
            <a:xfrm>
              <a:off x="3342376" y="866712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Record Details</a:t>
              </a:r>
              <a:endParaRPr i="0" sz="800" u="none" cap="none" strike="noStrike">
                <a:latin typeface="Salesforce Sans"/>
                <a:ea typeface="Salesforce Sans"/>
                <a:cs typeface="Salesforce Sans"/>
                <a:sym typeface="Salesforce Sans"/>
              </a:endParaRPr>
            </a:p>
          </p:txBody>
        </p:sp>
        <p:sp>
          <p:nvSpPr>
            <p:cNvPr id="6887" name="Google Shape;6887;p174"/>
            <p:cNvSpPr txBox="1"/>
            <p:nvPr/>
          </p:nvSpPr>
          <p:spPr>
            <a:xfrm>
              <a:off x="3342376" y="881832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Update Record</a:t>
              </a:r>
              <a:endParaRPr i="0" sz="800" u="none" cap="none" strike="noStrike">
                <a:latin typeface="Salesforce Sans"/>
                <a:ea typeface="Salesforce Sans"/>
                <a:cs typeface="Salesforce Sans"/>
                <a:sym typeface="Salesforce Sans"/>
              </a:endParaRPr>
            </a:p>
          </p:txBody>
        </p:sp>
        <p:sp>
          <p:nvSpPr>
            <p:cNvPr id="6888" name="Google Shape;6888;p174"/>
            <p:cNvSpPr txBox="1"/>
            <p:nvPr/>
          </p:nvSpPr>
          <p:spPr>
            <a:xfrm>
              <a:off x="3342376" y="895811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Quote</a:t>
              </a:r>
              <a:endParaRPr i="0" sz="800" u="none" cap="none" strike="noStrike">
                <a:latin typeface="Salesforce Sans"/>
                <a:ea typeface="Salesforce Sans"/>
                <a:cs typeface="Salesforce Sans"/>
                <a:sym typeface="Salesforce Sans"/>
              </a:endParaRPr>
            </a:p>
          </p:txBody>
        </p:sp>
        <p:sp>
          <p:nvSpPr>
            <p:cNvPr id="6889" name="Google Shape;6889;p174"/>
            <p:cNvSpPr/>
            <p:nvPr/>
          </p:nvSpPr>
          <p:spPr>
            <a:xfrm>
              <a:off x="3206336" y="853711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0" name="Google Shape;6890;p174"/>
            <p:cNvSpPr/>
            <p:nvPr/>
          </p:nvSpPr>
          <p:spPr>
            <a:xfrm>
              <a:off x="3206336" y="868572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1" name="Google Shape;6891;p174"/>
            <p:cNvSpPr/>
            <p:nvPr/>
          </p:nvSpPr>
          <p:spPr>
            <a:xfrm>
              <a:off x="3206336" y="883693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2" name="Google Shape;6892;p174"/>
            <p:cNvSpPr/>
            <p:nvPr/>
          </p:nvSpPr>
          <p:spPr>
            <a:xfrm>
              <a:off x="3206336" y="897672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3" name="Google Shape;6893;p174"/>
            <p:cNvSpPr/>
            <p:nvPr/>
          </p:nvSpPr>
          <p:spPr>
            <a:xfrm>
              <a:off x="3206336" y="838850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894" name="Google Shape;6894;p174"/>
            <p:cNvSpPr txBox="1"/>
            <p:nvPr/>
          </p:nvSpPr>
          <p:spPr>
            <a:xfrm>
              <a:off x="3342376" y="910865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Pricebooks</a:t>
              </a:r>
              <a:endParaRPr sz="800">
                <a:latin typeface="Salesforce Sans"/>
                <a:ea typeface="Salesforce Sans"/>
                <a:cs typeface="Salesforce Sans"/>
                <a:sym typeface="Salesforce Sans"/>
              </a:endParaRPr>
            </a:p>
          </p:txBody>
        </p:sp>
        <p:sp>
          <p:nvSpPr>
            <p:cNvPr id="6895" name="Google Shape;6895;p174"/>
            <p:cNvSpPr/>
            <p:nvPr/>
          </p:nvSpPr>
          <p:spPr>
            <a:xfrm>
              <a:off x="3206336" y="912727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896" name="Google Shape;6896;p174"/>
            <p:cNvSpPr txBox="1"/>
            <p:nvPr/>
          </p:nvSpPr>
          <p:spPr>
            <a:xfrm>
              <a:off x="3342382" y="9747124"/>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Service Quote</a:t>
              </a:r>
              <a:endParaRPr i="0" sz="800" u="none" cap="none" strike="noStrike">
                <a:latin typeface="Salesforce Sans"/>
                <a:ea typeface="Salesforce Sans"/>
                <a:cs typeface="Salesforce Sans"/>
                <a:sym typeface="Salesforce Sans"/>
              </a:endParaRPr>
            </a:p>
          </p:txBody>
        </p:sp>
        <p:sp>
          <p:nvSpPr>
            <p:cNvPr id="6897" name="Google Shape;6897;p174"/>
            <p:cNvSpPr txBox="1"/>
            <p:nvPr/>
          </p:nvSpPr>
          <p:spPr>
            <a:xfrm>
              <a:off x="3342382" y="9895731"/>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898" name="Google Shape;6898;p174"/>
            <p:cNvSpPr txBox="1"/>
            <p:nvPr/>
          </p:nvSpPr>
          <p:spPr>
            <a:xfrm>
              <a:off x="3342382" y="10046937"/>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Record</a:t>
              </a:r>
              <a:endParaRPr i="0" sz="800" u="none" cap="none" strike="noStrike">
                <a:latin typeface="Salesforce Sans"/>
                <a:ea typeface="Salesforce Sans"/>
                <a:cs typeface="Salesforce Sans"/>
                <a:sym typeface="Salesforce Sans"/>
              </a:endParaRPr>
            </a:p>
          </p:txBody>
        </p:sp>
        <p:sp>
          <p:nvSpPr>
            <p:cNvPr id="6899" name="Google Shape;6899;p174"/>
            <p:cNvSpPr/>
            <p:nvPr/>
          </p:nvSpPr>
          <p:spPr>
            <a:xfrm>
              <a:off x="3206336" y="97657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0" name="Google Shape;6900;p174"/>
            <p:cNvSpPr/>
            <p:nvPr/>
          </p:nvSpPr>
          <p:spPr>
            <a:xfrm>
              <a:off x="3206336" y="991433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1" name="Google Shape;6901;p174"/>
            <p:cNvSpPr/>
            <p:nvPr/>
          </p:nvSpPr>
          <p:spPr>
            <a:xfrm>
              <a:off x="3206336" y="100655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2" name="Google Shape;6902;p174"/>
            <p:cNvSpPr txBox="1"/>
            <p:nvPr/>
          </p:nvSpPr>
          <p:spPr>
            <a:xfrm>
              <a:off x="3342376" y="92685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Products</a:t>
              </a:r>
              <a:endParaRPr i="0" sz="800" u="none" cap="none" strike="noStrike">
                <a:latin typeface="Salesforce Sans"/>
                <a:ea typeface="Salesforce Sans"/>
                <a:cs typeface="Salesforce Sans"/>
                <a:sym typeface="Salesforce Sans"/>
              </a:endParaRPr>
            </a:p>
          </p:txBody>
        </p:sp>
        <p:sp>
          <p:nvSpPr>
            <p:cNvPr id="6903" name="Google Shape;6903;p174"/>
            <p:cNvSpPr txBox="1"/>
            <p:nvPr/>
          </p:nvSpPr>
          <p:spPr>
            <a:xfrm>
              <a:off x="3342376" y="941971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6904" name="Google Shape;6904;p174"/>
            <p:cNvSpPr txBox="1"/>
            <p:nvPr/>
          </p:nvSpPr>
          <p:spPr>
            <a:xfrm>
              <a:off x="3342382" y="9559509"/>
              <a:ext cx="2008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i="0" sz="800" u="none" cap="none" strike="noStrike">
                <a:latin typeface="Salesforce Sans"/>
                <a:ea typeface="Salesforce Sans"/>
                <a:cs typeface="Salesforce Sans"/>
                <a:sym typeface="Salesforce Sans"/>
              </a:endParaRPr>
            </a:p>
          </p:txBody>
        </p:sp>
        <p:sp>
          <p:nvSpPr>
            <p:cNvPr id="6905" name="Google Shape;6905;p174"/>
            <p:cNvSpPr/>
            <p:nvPr/>
          </p:nvSpPr>
          <p:spPr>
            <a:xfrm>
              <a:off x="3206336" y="92871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06" name="Google Shape;6906;p174"/>
            <p:cNvSpPr/>
            <p:nvPr/>
          </p:nvSpPr>
          <p:spPr>
            <a:xfrm>
              <a:off x="3206336" y="9438323"/>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7" name="Google Shape;6907;p174"/>
            <p:cNvSpPr/>
            <p:nvPr/>
          </p:nvSpPr>
          <p:spPr>
            <a:xfrm>
              <a:off x="3206336" y="95781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08" name="Google Shape;6908;p174"/>
            <p:cNvSpPr txBox="1"/>
            <p:nvPr/>
          </p:nvSpPr>
          <p:spPr>
            <a:xfrm>
              <a:off x="3342376" y="68213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Products and Parts</a:t>
              </a:r>
              <a:endParaRPr i="0" sz="800" u="none" cap="none" strike="noStrike">
                <a:latin typeface="Salesforce Sans"/>
                <a:ea typeface="Salesforce Sans"/>
                <a:cs typeface="Salesforce Sans"/>
                <a:sym typeface="Salesforce Sans"/>
              </a:endParaRPr>
            </a:p>
          </p:txBody>
        </p:sp>
        <p:sp>
          <p:nvSpPr>
            <p:cNvPr id="6909" name="Google Shape;6909;p174"/>
            <p:cNvSpPr txBox="1"/>
            <p:nvPr/>
          </p:nvSpPr>
          <p:spPr>
            <a:xfrm>
              <a:off x="3342375" y="69699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Dealers for Products</a:t>
              </a:r>
              <a:endParaRPr sz="800">
                <a:latin typeface="Salesforce Sans"/>
                <a:ea typeface="Salesforce Sans"/>
                <a:cs typeface="Salesforce Sans"/>
                <a:sym typeface="Salesforce Sans"/>
              </a:endParaRPr>
            </a:p>
          </p:txBody>
        </p:sp>
        <p:sp>
          <p:nvSpPr>
            <p:cNvPr id="6910" name="Google Shape;6910;p174"/>
            <p:cNvSpPr txBox="1"/>
            <p:nvPr/>
          </p:nvSpPr>
          <p:spPr>
            <a:xfrm>
              <a:off x="3342374" y="71211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Opportunity with Products and Preferred Seller</a:t>
              </a:r>
              <a:endParaRPr i="0" sz="800" u="none" cap="none" strike="noStrike">
                <a:latin typeface="Salesforce Sans"/>
                <a:ea typeface="Salesforce Sans"/>
                <a:cs typeface="Salesforce Sans"/>
                <a:sym typeface="Salesforce Sans"/>
              </a:endParaRPr>
            </a:p>
          </p:txBody>
        </p:sp>
        <p:sp>
          <p:nvSpPr>
            <p:cNvPr id="6911" name="Google Shape;6911;p174"/>
            <p:cNvSpPr txBox="1"/>
            <p:nvPr/>
          </p:nvSpPr>
          <p:spPr>
            <a:xfrm>
              <a:off x="3342376" y="7260946"/>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Create Asset Appraisal</a:t>
              </a:r>
              <a:endParaRPr i="0" sz="800" u="none" cap="none" strike="noStrike">
                <a:latin typeface="Salesforce Sans"/>
                <a:ea typeface="Salesforce Sans"/>
                <a:cs typeface="Salesforce Sans"/>
                <a:sym typeface="Salesforce Sans"/>
              </a:endParaRPr>
            </a:p>
          </p:txBody>
        </p:sp>
        <p:sp>
          <p:nvSpPr>
            <p:cNvPr id="6912" name="Google Shape;6912;p174"/>
            <p:cNvSpPr/>
            <p:nvPr/>
          </p:nvSpPr>
          <p:spPr>
            <a:xfrm>
              <a:off x="3206336" y="683994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3" name="Google Shape;6913;p174"/>
            <p:cNvSpPr/>
            <p:nvPr/>
          </p:nvSpPr>
          <p:spPr>
            <a:xfrm>
              <a:off x="3206336" y="698855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14" name="Google Shape;6914;p174"/>
            <p:cNvSpPr/>
            <p:nvPr/>
          </p:nvSpPr>
          <p:spPr>
            <a:xfrm>
              <a:off x="3206336" y="71397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5" name="Google Shape;6915;p174"/>
            <p:cNvSpPr/>
            <p:nvPr/>
          </p:nvSpPr>
          <p:spPr>
            <a:xfrm>
              <a:off x="3206336" y="72795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16" name="Google Shape;6916;p174"/>
            <p:cNvSpPr txBox="1"/>
            <p:nvPr/>
          </p:nvSpPr>
          <p:spPr>
            <a:xfrm>
              <a:off x="3342376" y="74463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Payouts Periods for Member</a:t>
              </a:r>
              <a:endParaRPr i="0" sz="800" u="none" cap="none" strike="noStrike">
                <a:latin typeface="Salesforce Sans"/>
                <a:ea typeface="Salesforce Sans"/>
                <a:cs typeface="Salesforce Sans"/>
                <a:sym typeface="Salesforce Sans"/>
              </a:endParaRPr>
            </a:p>
          </p:txBody>
        </p:sp>
        <p:sp>
          <p:nvSpPr>
            <p:cNvPr id="6917" name="Google Shape;6917;p174"/>
            <p:cNvSpPr txBox="1"/>
            <p:nvPr/>
          </p:nvSpPr>
          <p:spPr>
            <a:xfrm>
              <a:off x="3342375" y="7594981"/>
              <a:ext cx="26583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Program Member Summary per Payout Period</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8" name="Google Shape;6918;p174"/>
            <p:cNvSpPr txBox="1"/>
            <p:nvPr/>
          </p:nvSpPr>
          <p:spPr>
            <a:xfrm>
              <a:off x="3342375" y="774360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Rebate Tpe Payout Sources for Member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19" name="Google Shape;6919;p174"/>
            <p:cNvSpPr txBox="1"/>
            <p:nvPr/>
          </p:nvSpPr>
          <p:spPr>
            <a:xfrm>
              <a:off x="3342375" y="7894806"/>
              <a:ext cx="2740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Rebate Type Payout Source Summary</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6920" name="Google Shape;6920;p174"/>
            <p:cNvSpPr txBox="1"/>
            <p:nvPr/>
          </p:nvSpPr>
          <p:spPr>
            <a:xfrm>
              <a:off x="3342376" y="8034587"/>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Aggregate Sources for Member</a:t>
              </a:r>
              <a:endParaRPr i="0" sz="800" u="none" cap="none" strike="noStrike">
                <a:latin typeface="Salesforce Sans"/>
                <a:ea typeface="Salesforce Sans"/>
                <a:cs typeface="Salesforce Sans"/>
                <a:sym typeface="Salesforce Sans"/>
              </a:endParaRPr>
            </a:p>
          </p:txBody>
        </p:sp>
        <p:sp>
          <p:nvSpPr>
            <p:cNvPr id="6921" name="Google Shape;6921;p174"/>
            <p:cNvSpPr/>
            <p:nvPr/>
          </p:nvSpPr>
          <p:spPr>
            <a:xfrm>
              <a:off x="3206336" y="76135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2" name="Google Shape;6922;p174"/>
            <p:cNvSpPr/>
            <p:nvPr/>
          </p:nvSpPr>
          <p:spPr>
            <a:xfrm>
              <a:off x="3206336" y="776219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23" name="Google Shape;6923;p174"/>
            <p:cNvSpPr/>
            <p:nvPr/>
          </p:nvSpPr>
          <p:spPr>
            <a:xfrm>
              <a:off x="3206336" y="791340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4" name="Google Shape;6924;p174"/>
            <p:cNvSpPr/>
            <p:nvPr/>
          </p:nvSpPr>
          <p:spPr>
            <a:xfrm>
              <a:off x="3206336" y="8053198"/>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5" name="Google Shape;6925;p174"/>
            <p:cNvSpPr/>
            <p:nvPr/>
          </p:nvSpPr>
          <p:spPr>
            <a:xfrm>
              <a:off x="3206336" y="74649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26" name="Google Shape;6926;p174"/>
            <p:cNvSpPr txBox="1"/>
            <p:nvPr/>
          </p:nvSpPr>
          <p:spPr>
            <a:xfrm>
              <a:off x="3342376" y="818512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Aggregate Summary</a:t>
              </a:r>
              <a:endParaRPr sz="800">
                <a:latin typeface="Salesforce Sans"/>
                <a:ea typeface="Salesforce Sans"/>
                <a:cs typeface="Salesforce Sans"/>
                <a:sym typeface="Salesforce Sans"/>
              </a:endParaRPr>
            </a:p>
          </p:txBody>
        </p:sp>
        <p:sp>
          <p:nvSpPr>
            <p:cNvPr id="6927" name="Google Shape;6927;p174"/>
            <p:cNvSpPr/>
            <p:nvPr/>
          </p:nvSpPr>
          <p:spPr>
            <a:xfrm>
              <a:off x="3206336" y="820374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grpSp>
      <p:grpSp>
        <p:nvGrpSpPr>
          <p:cNvPr id="6928" name="Google Shape;6928;p174"/>
          <p:cNvGrpSpPr/>
          <p:nvPr/>
        </p:nvGrpSpPr>
        <p:grpSpPr>
          <a:xfrm>
            <a:off x="7008236" y="1113234"/>
            <a:ext cx="5884964" cy="9158403"/>
            <a:chOff x="6814436" y="1418034"/>
            <a:chExt cx="5884964" cy="9158403"/>
          </a:xfrm>
        </p:grpSpPr>
        <p:sp>
          <p:nvSpPr>
            <p:cNvPr id="6929" name="Google Shape;6929;p174"/>
            <p:cNvSpPr txBox="1"/>
            <p:nvPr/>
          </p:nvSpPr>
          <p:spPr>
            <a:xfrm>
              <a:off x="8014197" y="410943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Sales, Inventory &amp; Operations Planning (SIOP)</a:t>
              </a:r>
              <a:endParaRPr b="1" i="0" sz="900" u="none" cap="none" strike="noStrike">
                <a:solidFill>
                  <a:srgbClr val="086AFE"/>
                </a:solidFill>
                <a:latin typeface="Salesforce Sans"/>
                <a:ea typeface="Salesforce Sans"/>
                <a:cs typeface="Salesforce Sans"/>
                <a:sym typeface="Salesforce Sans"/>
              </a:endParaRPr>
            </a:p>
          </p:txBody>
        </p:sp>
        <p:sp>
          <p:nvSpPr>
            <p:cNvPr id="6930" name="Google Shape;6930;p174"/>
            <p:cNvSpPr txBox="1"/>
            <p:nvPr/>
          </p:nvSpPr>
          <p:spPr>
            <a:xfrm>
              <a:off x="8014197" y="4896735"/>
              <a:ext cx="876600" cy="692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Returns, Warranty &amp; Payment Processing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1" name="Google Shape;6931;p174"/>
            <p:cNvSpPr txBox="1"/>
            <p:nvPr/>
          </p:nvSpPr>
          <p:spPr>
            <a:xfrm>
              <a:off x="8014197" y="5544395"/>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Performance &amp; Compliance </a:t>
              </a:r>
              <a:endParaRPr b="1" i="0" sz="900" u="none" cap="none" strike="noStrike">
                <a:solidFill>
                  <a:srgbClr val="086AFE"/>
                </a:solidFill>
                <a:latin typeface="Salesforce Sans"/>
                <a:ea typeface="Salesforce Sans"/>
                <a:cs typeface="Salesforce Sans"/>
                <a:sym typeface="Salesforce Sans"/>
              </a:endParaRPr>
            </a:p>
          </p:txBody>
        </p:sp>
        <p:sp>
          <p:nvSpPr>
            <p:cNvPr id="6932" name="Google Shape;6932;p174"/>
            <p:cNvSpPr txBox="1"/>
            <p:nvPr/>
          </p:nvSpPr>
          <p:spPr>
            <a:xfrm>
              <a:off x="8014197" y="68421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Contract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Mgmt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6933" name="Google Shape;6933;p174"/>
            <p:cNvSpPr txBox="1"/>
            <p:nvPr/>
          </p:nvSpPr>
          <p:spPr>
            <a:xfrm>
              <a:off x="8014197" y="7352928"/>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Inventory &amp; Shelf Life Management </a:t>
              </a:r>
              <a:endParaRPr b="1" i="0" sz="900" u="none" cap="none" strike="noStrike">
                <a:solidFill>
                  <a:srgbClr val="086AFE"/>
                </a:solidFill>
                <a:latin typeface="Salesforce Sans"/>
                <a:ea typeface="Salesforce Sans"/>
                <a:cs typeface="Salesforce Sans"/>
                <a:sym typeface="Salesforce Sans"/>
              </a:endParaRPr>
            </a:p>
          </p:txBody>
        </p:sp>
        <p:sp>
          <p:nvSpPr>
            <p:cNvPr id="6934" name="Google Shape;6934;p174"/>
            <p:cNvSpPr txBox="1"/>
            <p:nvPr/>
          </p:nvSpPr>
          <p:spPr>
            <a:xfrm>
              <a:off x="8014197" y="6340916"/>
              <a:ext cx="8766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Invoice Reconciliation </a:t>
              </a:r>
              <a:endParaRPr b="1" i="0" sz="900" u="none" cap="none" strike="noStrike">
                <a:solidFill>
                  <a:srgbClr val="086AFE"/>
                </a:solidFill>
                <a:latin typeface="Salesforce Sans"/>
                <a:ea typeface="Salesforce Sans"/>
                <a:cs typeface="Salesforce Sans"/>
                <a:sym typeface="Salesforce Sans"/>
              </a:endParaRPr>
            </a:p>
          </p:txBody>
        </p:sp>
        <p:sp>
          <p:nvSpPr>
            <p:cNvPr id="6935" name="Google Shape;6935;p174"/>
            <p:cNvSpPr txBox="1"/>
            <p:nvPr/>
          </p:nvSpPr>
          <p:spPr>
            <a:xfrm>
              <a:off x="8014197" y="3301720"/>
              <a:ext cx="8766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Selection &amp; Onboarding </a:t>
              </a:r>
              <a:endParaRPr b="1" i="0" sz="900" u="none" cap="none" strike="noStrike">
                <a:solidFill>
                  <a:srgbClr val="086AFE"/>
                </a:solidFill>
                <a:latin typeface="Salesforce Sans"/>
                <a:ea typeface="Salesforce Sans"/>
                <a:cs typeface="Salesforce Sans"/>
                <a:sym typeface="Salesforce Sans"/>
              </a:endParaRPr>
            </a:p>
          </p:txBody>
        </p:sp>
        <p:sp>
          <p:nvSpPr>
            <p:cNvPr id="6936" name="Google Shape;6936;p174"/>
            <p:cNvSpPr txBox="1"/>
            <p:nvPr/>
          </p:nvSpPr>
          <p:spPr>
            <a:xfrm>
              <a:off x="8014197" y="8382361"/>
              <a:ext cx="8766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Supplier support </a:t>
              </a:r>
              <a:endParaRPr b="1" i="0" sz="900" u="none" cap="none" strike="noStrike">
                <a:solidFill>
                  <a:srgbClr val="086AFE"/>
                </a:solidFill>
                <a:latin typeface="Salesforce Sans"/>
                <a:ea typeface="Salesforce Sans"/>
                <a:cs typeface="Salesforce Sans"/>
                <a:sym typeface="Salesforce Sans"/>
              </a:endParaRPr>
            </a:p>
          </p:txBody>
        </p:sp>
        <p:sp>
          <p:nvSpPr>
            <p:cNvPr id="6937" name="Google Shape;6937;p174"/>
            <p:cNvSpPr txBox="1"/>
            <p:nvPr/>
          </p:nvSpPr>
          <p:spPr>
            <a:xfrm>
              <a:off x="8014197" y="2625173"/>
              <a:ext cx="815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Performance </a:t>
              </a:r>
              <a:endParaRPr b="1" i="0" sz="900" u="none" cap="none" strike="noStrike">
                <a:solidFill>
                  <a:srgbClr val="086AFE"/>
                </a:solidFill>
                <a:latin typeface="Salesforce Sans"/>
                <a:ea typeface="Salesforce Sans"/>
                <a:cs typeface="Salesforce Sans"/>
                <a:sym typeface="Salesforce Sans"/>
              </a:endParaRPr>
            </a:p>
          </p:txBody>
        </p:sp>
        <p:sp>
          <p:nvSpPr>
            <p:cNvPr id="6938" name="Google Shape;6938;p174"/>
            <p:cNvSpPr txBox="1"/>
            <p:nvPr/>
          </p:nvSpPr>
          <p:spPr>
            <a:xfrm>
              <a:off x="8014197" y="1977186"/>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Quality &amp; Testing Agent</a:t>
              </a:r>
              <a:endParaRPr b="1" i="0" sz="900" u="none" cap="none" strike="noStrike">
                <a:solidFill>
                  <a:srgbClr val="086AFE"/>
                </a:solidFill>
                <a:latin typeface="Salesforce Sans"/>
                <a:ea typeface="Salesforce Sans"/>
                <a:cs typeface="Salesforce Sans"/>
                <a:sym typeface="Salesforce Sans"/>
              </a:endParaRPr>
            </a:p>
          </p:txBody>
        </p:sp>
        <p:sp>
          <p:nvSpPr>
            <p:cNvPr id="6939" name="Google Shape;6939;p174"/>
            <p:cNvSpPr txBox="1"/>
            <p:nvPr/>
          </p:nvSpPr>
          <p:spPr>
            <a:xfrm>
              <a:off x="8014197" y="2972651"/>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Production </a:t>
              </a:r>
              <a:endParaRPr b="1" i="0" sz="900" u="none" cap="none" strike="noStrike">
                <a:solidFill>
                  <a:srgbClr val="086AFE"/>
                </a:solidFill>
                <a:latin typeface="Salesforce Sans"/>
                <a:ea typeface="Salesforce Sans"/>
                <a:cs typeface="Salesforce Sans"/>
                <a:sym typeface="Salesforce Sans"/>
              </a:endParaRPr>
            </a:p>
          </p:txBody>
        </p:sp>
        <p:sp>
          <p:nvSpPr>
            <p:cNvPr id="6940" name="Google Shape;6940;p174"/>
            <p:cNvSpPr txBox="1"/>
            <p:nvPr/>
          </p:nvSpPr>
          <p:spPr>
            <a:xfrm>
              <a:off x="8014197" y="8946738"/>
              <a:ext cx="8154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Planning </a:t>
              </a:r>
              <a:endParaRPr b="1" i="0" sz="900" u="none" cap="none" strike="noStrike">
                <a:solidFill>
                  <a:srgbClr val="086AFE"/>
                </a:solidFill>
                <a:latin typeface="Salesforce Sans"/>
                <a:ea typeface="Salesforce Sans"/>
                <a:cs typeface="Salesforce Sans"/>
                <a:sym typeface="Salesforce Sans"/>
              </a:endParaRPr>
            </a:p>
          </p:txBody>
        </p:sp>
        <p:sp>
          <p:nvSpPr>
            <p:cNvPr id="6941" name="Google Shape;6941;p174"/>
            <p:cNvSpPr txBox="1"/>
            <p:nvPr/>
          </p:nvSpPr>
          <p:spPr>
            <a:xfrm>
              <a:off x="8014197" y="9718968"/>
              <a:ext cx="815400" cy="13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Field Support &amp; Excellence </a:t>
              </a:r>
              <a:endParaRPr b="1" i="0" sz="900" u="none" cap="none" strike="noStrike">
                <a:solidFill>
                  <a:srgbClr val="086AFE"/>
                </a:solidFill>
                <a:latin typeface="Salesforce Sans"/>
                <a:ea typeface="Salesforce Sans"/>
                <a:cs typeface="Salesforce Sans"/>
                <a:sym typeface="Salesforce Sans"/>
              </a:endParaRPr>
            </a:p>
          </p:txBody>
        </p:sp>
        <p:sp>
          <p:nvSpPr>
            <p:cNvPr id="6942" name="Google Shape;6942;p174"/>
            <p:cNvSpPr txBox="1"/>
            <p:nvPr/>
          </p:nvSpPr>
          <p:spPr>
            <a:xfrm>
              <a:off x="9356208" y="1615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Work Order</a:t>
              </a:r>
              <a:endParaRPr sz="800">
                <a:latin typeface="Salesforce Sans"/>
                <a:ea typeface="Salesforce Sans"/>
                <a:cs typeface="Salesforce Sans"/>
                <a:sym typeface="Salesforce Sans"/>
              </a:endParaRPr>
            </a:p>
          </p:txBody>
        </p:sp>
        <p:sp>
          <p:nvSpPr>
            <p:cNvPr id="6943" name="Google Shape;6943;p174"/>
            <p:cNvSpPr txBox="1"/>
            <p:nvPr/>
          </p:nvSpPr>
          <p:spPr>
            <a:xfrm>
              <a:off x="9356195" y="1771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Asset Performance</a:t>
              </a:r>
              <a:endParaRPr sz="800">
                <a:latin typeface="Salesforce Sans"/>
                <a:ea typeface="Salesforce Sans"/>
                <a:cs typeface="Salesforce Sans"/>
                <a:sym typeface="Salesforce Sans"/>
              </a:endParaRPr>
            </a:p>
          </p:txBody>
        </p:sp>
        <p:sp>
          <p:nvSpPr>
            <p:cNvPr id="6944" name="Google Shape;6944;p174"/>
            <p:cNvSpPr/>
            <p:nvPr/>
          </p:nvSpPr>
          <p:spPr>
            <a:xfrm>
              <a:off x="9220161" y="1789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45" name="Google Shape;6945;p174"/>
            <p:cNvSpPr txBox="1"/>
            <p:nvPr/>
          </p:nvSpPr>
          <p:spPr>
            <a:xfrm>
              <a:off x="6814436" y="1418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6946" name="Google Shape;6946;p174"/>
            <p:cNvSpPr txBox="1"/>
            <p:nvPr/>
          </p:nvSpPr>
          <p:spPr>
            <a:xfrm>
              <a:off x="8014204" y="1418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6947" name="Google Shape;6947;p174"/>
            <p:cNvGrpSpPr/>
            <p:nvPr/>
          </p:nvGrpSpPr>
          <p:grpSpPr>
            <a:xfrm>
              <a:off x="6834047" y="1641256"/>
              <a:ext cx="952541" cy="449700"/>
              <a:chOff x="5812280" y="1793656"/>
              <a:chExt cx="952541" cy="449700"/>
            </a:xfrm>
          </p:grpSpPr>
          <p:sp>
            <p:nvSpPr>
              <p:cNvPr id="6948" name="Google Shape;6948;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49" name="Google Shape;6949;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Plant </a:t>
                </a:r>
                <a:endParaRPr sz="900">
                  <a:solidFill>
                    <a:srgbClr val="FFFFFF"/>
                  </a:solidFill>
                  <a:latin typeface="Avant Garde Demi SFDC"/>
                  <a:ea typeface="Avant Garde Demi SFDC"/>
                  <a:cs typeface="Avant Garde Demi SFDC"/>
                  <a:sym typeface="Avant Garde Demi SFDC"/>
                </a:endParaRPr>
              </a:p>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Operations</a:t>
                </a:r>
                <a:endParaRPr sz="900">
                  <a:solidFill>
                    <a:srgbClr val="FFFFFF"/>
                  </a:solidFill>
                  <a:latin typeface="Avant Garde Demi SFDC"/>
                  <a:ea typeface="Avant Garde Demi SFDC"/>
                  <a:cs typeface="Avant Garde Demi SFDC"/>
                  <a:sym typeface="Avant Garde Demi SFDC"/>
                </a:endParaRPr>
              </a:p>
            </p:txBody>
          </p:sp>
        </p:grpSp>
        <p:sp>
          <p:nvSpPr>
            <p:cNvPr id="6950" name="Google Shape;6950;p174"/>
            <p:cNvSpPr txBox="1"/>
            <p:nvPr/>
          </p:nvSpPr>
          <p:spPr>
            <a:xfrm>
              <a:off x="9358037" y="1418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6951" name="Google Shape;6951;p174"/>
            <p:cNvSpPr txBox="1"/>
            <p:nvPr/>
          </p:nvSpPr>
          <p:spPr>
            <a:xfrm>
              <a:off x="8014197" y="1619425"/>
              <a:ext cx="10224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Internal Asset Management </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sp>
          <p:nvSpPr>
            <p:cNvPr id="6952" name="Google Shape;6952;p174"/>
            <p:cNvSpPr txBox="1"/>
            <p:nvPr/>
          </p:nvSpPr>
          <p:spPr>
            <a:xfrm>
              <a:off x="9356201" y="55417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Risk Assessment</a:t>
              </a:r>
              <a:endParaRPr i="0" sz="800" u="none" cap="none" strike="noStrike">
                <a:latin typeface="Salesforce Sans"/>
                <a:ea typeface="Salesforce Sans"/>
                <a:cs typeface="Salesforce Sans"/>
                <a:sym typeface="Salesforce Sans"/>
              </a:endParaRPr>
            </a:p>
          </p:txBody>
        </p:sp>
        <p:sp>
          <p:nvSpPr>
            <p:cNvPr id="6953" name="Google Shape;6953;p174"/>
            <p:cNvSpPr txBox="1"/>
            <p:nvPr/>
          </p:nvSpPr>
          <p:spPr>
            <a:xfrm>
              <a:off x="9356201" y="56903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Scorecard</a:t>
              </a:r>
              <a:endParaRPr i="0" sz="800" u="none" cap="none" strike="noStrike">
                <a:latin typeface="Salesforce Sans"/>
                <a:ea typeface="Salesforce Sans"/>
                <a:cs typeface="Salesforce Sans"/>
                <a:sym typeface="Salesforce Sans"/>
              </a:endParaRPr>
            </a:p>
          </p:txBody>
        </p:sp>
        <p:sp>
          <p:nvSpPr>
            <p:cNvPr id="6954" name="Google Shape;6954;p174"/>
            <p:cNvSpPr txBox="1"/>
            <p:nvPr/>
          </p:nvSpPr>
          <p:spPr>
            <a:xfrm>
              <a:off x="9356200" y="58389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Corrective Action</a:t>
              </a:r>
              <a:endParaRPr sz="800">
                <a:latin typeface="Salesforce Sans"/>
                <a:ea typeface="Salesforce Sans"/>
                <a:cs typeface="Salesforce Sans"/>
                <a:sym typeface="Salesforce Sans"/>
              </a:endParaRPr>
            </a:p>
          </p:txBody>
        </p:sp>
        <p:sp>
          <p:nvSpPr>
            <p:cNvPr id="6955" name="Google Shape;6955;p174"/>
            <p:cNvSpPr txBox="1"/>
            <p:nvPr/>
          </p:nvSpPr>
          <p:spPr>
            <a:xfrm>
              <a:off x="9356201" y="59901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CAPA</a:t>
              </a:r>
              <a:endParaRPr i="0" sz="800" u="none" cap="none" strike="noStrike">
                <a:latin typeface="Salesforce Sans"/>
                <a:ea typeface="Salesforce Sans"/>
                <a:cs typeface="Salesforce Sans"/>
                <a:sym typeface="Salesforce Sans"/>
              </a:endParaRPr>
            </a:p>
          </p:txBody>
        </p:sp>
        <p:sp>
          <p:nvSpPr>
            <p:cNvPr id="6956" name="Google Shape;6956;p174"/>
            <p:cNvSpPr txBox="1"/>
            <p:nvPr/>
          </p:nvSpPr>
          <p:spPr>
            <a:xfrm>
              <a:off x="9356201" y="61299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Financial Reconciliation</a:t>
              </a:r>
              <a:endParaRPr i="0" sz="800" u="none" cap="none" strike="noStrike">
                <a:latin typeface="Salesforce Sans"/>
                <a:ea typeface="Salesforce Sans"/>
                <a:cs typeface="Salesforce Sans"/>
                <a:sym typeface="Salesforce Sans"/>
              </a:endParaRPr>
            </a:p>
          </p:txBody>
        </p:sp>
        <p:sp>
          <p:nvSpPr>
            <p:cNvPr id="6957" name="Google Shape;6957;p174"/>
            <p:cNvSpPr/>
            <p:nvPr/>
          </p:nvSpPr>
          <p:spPr>
            <a:xfrm>
              <a:off x="9220161" y="57089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58" name="Google Shape;6958;p174"/>
            <p:cNvSpPr/>
            <p:nvPr/>
          </p:nvSpPr>
          <p:spPr>
            <a:xfrm>
              <a:off x="9220161" y="58575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59" name="Google Shape;6959;p174"/>
            <p:cNvSpPr/>
            <p:nvPr/>
          </p:nvSpPr>
          <p:spPr>
            <a:xfrm>
              <a:off x="9220161" y="60087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0" name="Google Shape;6960;p174"/>
            <p:cNvSpPr/>
            <p:nvPr/>
          </p:nvSpPr>
          <p:spPr>
            <a:xfrm>
              <a:off x="9220161" y="61485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61" name="Google Shape;6961;p174"/>
            <p:cNvSpPr/>
            <p:nvPr/>
          </p:nvSpPr>
          <p:spPr>
            <a:xfrm>
              <a:off x="9220161" y="55603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nvGrpSpPr>
            <p:cNvPr id="6962" name="Google Shape;6962;p174"/>
            <p:cNvGrpSpPr/>
            <p:nvPr/>
          </p:nvGrpSpPr>
          <p:grpSpPr>
            <a:xfrm>
              <a:off x="6834047" y="3337659"/>
              <a:ext cx="952541" cy="449700"/>
              <a:chOff x="5812280" y="1793656"/>
              <a:chExt cx="952541" cy="449700"/>
            </a:xfrm>
          </p:grpSpPr>
          <p:sp>
            <p:nvSpPr>
              <p:cNvPr id="6963" name="Google Shape;6963;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4" name="Google Shape;6964;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Supply Chain</a:t>
                </a:r>
                <a:endParaRPr sz="900">
                  <a:solidFill>
                    <a:srgbClr val="FFFFFF"/>
                  </a:solidFill>
                  <a:latin typeface="Avant Garde Demi SFDC"/>
                  <a:ea typeface="Avant Garde Demi SFDC"/>
                  <a:cs typeface="Avant Garde Demi SFDC"/>
                  <a:sym typeface="Avant Garde Demi SFDC"/>
                </a:endParaRPr>
              </a:p>
            </p:txBody>
          </p:sp>
        </p:grpSp>
        <p:grpSp>
          <p:nvGrpSpPr>
            <p:cNvPr id="6965" name="Google Shape;6965;p174"/>
            <p:cNvGrpSpPr/>
            <p:nvPr/>
          </p:nvGrpSpPr>
          <p:grpSpPr>
            <a:xfrm>
              <a:off x="6834047" y="8972002"/>
              <a:ext cx="952541" cy="449700"/>
              <a:chOff x="5812280" y="1793656"/>
              <a:chExt cx="952541" cy="449700"/>
            </a:xfrm>
          </p:grpSpPr>
          <p:sp>
            <p:nvSpPr>
              <p:cNvPr id="6966" name="Google Shape;696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6967" name="Google Shape;696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6968" name="Google Shape;6968;p174"/>
            <p:cNvSpPr txBox="1"/>
            <p:nvPr/>
          </p:nvSpPr>
          <p:spPr>
            <a:xfrm>
              <a:off x="9356201" y="89491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Work Order Management</a:t>
              </a:r>
              <a:endParaRPr i="0" sz="800" u="none" cap="none" strike="noStrike">
                <a:latin typeface="Salesforce Sans"/>
                <a:ea typeface="Salesforce Sans"/>
                <a:cs typeface="Salesforce Sans"/>
                <a:sym typeface="Salesforce Sans"/>
              </a:endParaRPr>
            </a:p>
          </p:txBody>
        </p:sp>
        <p:sp>
          <p:nvSpPr>
            <p:cNvPr id="6969" name="Google Shape;6969;p174"/>
            <p:cNvSpPr txBox="1"/>
            <p:nvPr/>
          </p:nvSpPr>
          <p:spPr>
            <a:xfrm>
              <a:off x="9356201" y="909776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Asset Service Estimation</a:t>
              </a:r>
              <a:endParaRPr i="0" sz="800" u="none" cap="none" strike="noStrike">
                <a:latin typeface="Salesforce Sans"/>
                <a:ea typeface="Salesforce Sans"/>
                <a:cs typeface="Salesforce Sans"/>
                <a:sym typeface="Salesforce Sans"/>
              </a:endParaRPr>
            </a:p>
          </p:txBody>
        </p:sp>
        <p:sp>
          <p:nvSpPr>
            <p:cNvPr id="6970" name="Google Shape;6970;p174"/>
            <p:cNvSpPr txBox="1"/>
            <p:nvPr/>
          </p:nvSpPr>
          <p:spPr>
            <a:xfrm>
              <a:off x="9356201" y="9246373"/>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Field Service Scheduling</a:t>
              </a:r>
              <a:endParaRPr i="0" sz="800" u="none" cap="none" strike="noStrike">
                <a:latin typeface="Salesforce Sans"/>
                <a:ea typeface="Salesforce Sans"/>
                <a:cs typeface="Salesforce Sans"/>
                <a:sym typeface="Salesforce Sans"/>
              </a:endParaRPr>
            </a:p>
          </p:txBody>
        </p:sp>
        <p:sp>
          <p:nvSpPr>
            <p:cNvPr id="6971" name="Google Shape;6971;p174"/>
            <p:cNvSpPr txBox="1"/>
            <p:nvPr/>
          </p:nvSpPr>
          <p:spPr>
            <a:xfrm>
              <a:off x="9356201" y="939757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Search Inventory</a:t>
              </a:r>
              <a:endParaRPr i="0" sz="800" u="none" cap="none" strike="noStrike">
                <a:latin typeface="Salesforce Sans"/>
                <a:ea typeface="Salesforce Sans"/>
                <a:cs typeface="Salesforce Sans"/>
                <a:sym typeface="Salesforce Sans"/>
              </a:endParaRPr>
            </a:p>
          </p:txBody>
        </p:sp>
        <p:sp>
          <p:nvSpPr>
            <p:cNvPr id="6972" name="Google Shape;6972;p174"/>
            <p:cNvSpPr txBox="1"/>
            <p:nvPr/>
          </p:nvSpPr>
          <p:spPr>
            <a:xfrm>
              <a:off x="9356201" y="953736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Service Work Order</a:t>
              </a:r>
              <a:endParaRPr i="0" sz="800" u="none" cap="none" strike="noStrike">
                <a:latin typeface="Salesforce Sans"/>
                <a:ea typeface="Salesforce Sans"/>
                <a:cs typeface="Salesforce Sans"/>
                <a:sym typeface="Salesforce Sans"/>
              </a:endParaRPr>
            </a:p>
          </p:txBody>
        </p:sp>
        <p:sp>
          <p:nvSpPr>
            <p:cNvPr id="6973" name="Google Shape;6973;p174"/>
            <p:cNvSpPr/>
            <p:nvPr/>
          </p:nvSpPr>
          <p:spPr>
            <a:xfrm>
              <a:off x="9220161" y="911636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4" name="Google Shape;6974;p174"/>
            <p:cNvSpPr/>
            <p:nvPr/>
          </p:nvSpPr>
          <p:spPr>
            <a:xfrm>
              <a:off x="9220161" y="926497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75" name="Google Shape;6975;p174"/>
            <p:cNvSpPr/>
            <p:nvPr/>
          </p:nvSpPr>
          <p:spPr>
            <a:xfrm>
              <a:off x="9220161" y="941618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6" name="Google Shape;6976;p174"/>
            <p:cNvSpPr/>
            <p:nvPr/>
          </p:nvSpPr>
          <p:spPr>
            <a:xfrm>
              <a:off x="9220161" y="9555976"/>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7" name="Google Shape;6977;p174"/>
            <p:cNvSpPr/>
            <p:nvPr/>
          </p:nvSpPr>
          <p:spPr>
            <a:xfrm>
              <a:off x="9220161" y="896775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78" name="Google Shape;6978;p174"/>
            <p:cNvSpPr txBox="1"/>
            <p:nvPr/>
          </p:nvSpPr>
          <p:spPr>
            <a:xfrm>
              <a:off x="9356201" y="828934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Inquiry Routing</a:t>
              </a:r>
              <a:endParaRPr i="0" sz="800" u="none" cap="none" strike="noStrike">
                <a:latin typeface="Salesforce Sans"/>
                <a:ea typeface="Salesforce Sans"/>
                <a:cs typeface="Salesforce Sans"/>
                <a:sym typeface="Salesforce Sans"/>
              </a:endParaRPr>
            </a:p>
          </p:txBody>
        </p:sp>
        <p:sp>
          <p:nvSpPr>
            <p:cNvPr id="6979" name="Google Shape;6979;p174"/>
            <p:cNvSpPr txBox="1"/>
            <p:nvPr/>
          </p:nvSpPr>
          <p:spPr>
            <a:xfrm>
              <a:off x="9356200" y="8437944"/>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Remote Case Resolution</a:t>
              </a:r>
              <a:endParaRPr sz="800">
                <a:latin typeface="Salesforce Sans"/>
                <a:ea typeface="Salesforce Sans"/>
                <a:cs typeface="Salesforce Sans"/>
                <a:sym typeface="Salesforce Sans"/>
              </a:endParaRPr>
            </a:p>
          </p:txBody>
        </p:sp>
        <p:sp>
          <p:nvSpPr>
            <p:cNvPr id="6980" name="Google Shape;6980;p174"/>
            <p:cNvSpPr txBox="1"/>
            <p:nvPr/>
          </p:nvSpPr>
          <p:spPr>
            <a:xfrm>
              <a:off x="9356200" y="85865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sz="800">
                <a:latin typeface="Salesforce Sans"/>
                <a:ea typeface="Salesforce Sans"/>
                <a:cs typeface="Salesforce Sans"/>
                <a:sym typeface="Salesforce Sans"/>
              </a:endParaRPr>
            </a:p>
          </p:txBody>
        </p:sp>
        <p:sp>
          <p:nvSpPr>
            <p:cNvPr id="6981" name="Google Shape;6981;p174"/>
            <p:cNvSpPr/>
            <p:nvPr/>
          </p:nvSpPr>
          <p:spPr>
            <a:xfrm>
              <a:off x="9220161" y="84565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2" name="Google Shape;6982;p174"/>
            <p:cNvSpPr/>
            <p:nvPr/>
          </p:nvSpPr>
          <p:spPr>
            <a:xfrm>
              <a:off x="9220161" y="8605162"/>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3" name="Google Shape;6983;p174"/>
            <p:cNvSpPr txBox="1"/>
            <p:nvPr/>
          </p:nvSpPr>
          <p:spPr>
            <a:xfrm>
              <a:off x="9356200" y="87377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Reply</a:t>
              </a:r>
              <a:endParaRPr sz="800">
                <a:latin typeface="Salesforce Sans"/>
                <a:ea typeface="Salesforce Sans"/>
                <a:cs typeface="Salesforce Sans"/>
                <a:sym typeface="Salesforce Sans"/>
              </a:endParaRPr>
            </a:p>
          </p:txBody>
        </p:sp>
        <p:sp>
          <p:nvSpPr>
            <p:cNvPr id="6984" name="Google Shape;6984;p174"/>
            <p:cNvSpPr/>
            <p:nvPr/>
          </p:nvSpPr>
          <p:spPr>
            <a:xfrm>
              <a:off x="9220161" y="87563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5" name="Google Shape;6985;p174"/>
            <p:cNvSpPr/>
            <p:nvPr/>
          </p:nvSpPr>
          <p:spPr>
            <a:xfrm>
              <a:off x="9220161" y="83079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86" name="Google Shape;6986;p174"/>
            <p:cNvSpPr/>
            <p:nvPr/>
          </p:nvSpPr>
          <p:spPr>
            <a:xfrm>
              <a:off x="9220161" y="1634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87" name="Google Shape;6987;p174"/>
            <p:cNvSpPr txBox="1"/>
            <p:nvPr/>
          </p:nvSpPr>
          <p:spPr>
            <a:xfrm>
              <a:off x="9356208" y="1975933"/>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Inspection Data Capture</a:t>
              </a:r>
              <a:endParaRPr i="0" sz="800" u="none" cap="none" strike="noStrike">
                <a:latin typeface="Salesforce Sans"/>
                <a:ea typeface="Salesforce Sans"/>
                <a:cs typeface="Salesforce Sans"/>
                <a:sym typeface="Salesforce Sans"/>
              </a:endParaRPr>
            </a:p>
          </p:txBody>
        </p:sp>
        <p:sp>
          <p:nvSpPr>
            <p:cNvPr id="6988" name="Google Shape;6988;p174"/>
            <p:cNvSpPr txBox="1"/>
            <p:nvPr/>
          </p:nvSpPr>
          <p:spPr>
            <a:xfrm>
              <a:off x="9356208" y="212714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Defect Detection</a:t>
              </a:r>
              <a:endParaRPr i="0" sz="800" u="none" cap="none" strike="noStrike">
                <a:latin typeface="Salesforce Sans"/>
                <a:ea typeface="Salesforce Sans"/>
                <a:cs typeface="Salesforce Sans"/>
                <a:sym typeface="Salesforce Sans"/>
              </a:endParaRPr>
            </a:p>
          </p:txBody>
        </p:sp>
        <p:sp>
          <p:nvSpPr>
            <p:cNvPr id="6989" name="Google Shape;6989;p174"/>
            <p:cNvSpPr txBox="1"/>
            <p:nvPr/>
          </p:nvSpPr>
          <p:spPr>
            <a:xfrm>
              <a:off x="9356207" y="2266928"/>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Analytics</a:t>
              </a:r>
              <a:endParaRPr sz="800">
                <a:latin typeface="Salesforce Sans"/>
                <a:ea typeface="Salesforce Sans"/>
                <a:cs typeface="Salesforce Sans"/>
                <a:sym typeface="Salesforce Sans"/>
              </a:endParaRPr>
            </a:p>
          </p:txBody>
        </p:sp>
        <p:sp>
          <p:nvSpPr>
            <p:cNvPr id="6990" name="Google Shape;6990;p174"/>
            <p:cNvSpPr/>
            <p:nvPr/>
          </p:nvSpPr>
          <p:spPr>
            <a:xfrm>
              <a:off x="9220161" y="199453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1" name="Google Shape;6991;p174"/>
            <p:cNvSpPr/>
            <p:nvPr/>
          </p:nvSpPr>
          <p:spPr>
            <a:xfrm>
              <a:off x="9220161" y="21457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2" name="Google Shape;6992;p174"/>
            <p:cNvSpPr/>
            <p:nvPr/>
          </p:nvSpPr>
          <p:spPr>
            <a:xfrm>
              <a:off x="9220161" y="228553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3" name="Google Shape;6993;p174"/>
            <p:cNvSpPr txBox="1"/>
            <p:nvPr/>
          </p:nvSpPr>
          <p:spPr>
            <a:xfrm>
              <a:off x="9356208" y="241747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Quality Compliance</a:t>
              </a:r>
              <a:endParaRPr i="0" sz="800" u="none" cap="none" strike="noStrike">
                <a:latin typeface="Salesforce Sans"/>
                <a:ea typeface="Salesforce Sans"/>
                <a:cs typeface="Salesforce Sans"/>
                <a:sym typeface="Salesforce Sans"/>
              </a:endParaRPr>
            </a:p>
          </p:txBody>
        </p:sp>
        <p:sp>
          <p:nvSpPr>
            <p:cNvPr id="6994" name="Google Shape;6994;p174"/>
            <p:cNvSpPr/>
            <p:nvPr/>
          </p:nvSpPr>
          <p:spPr>
            <a:xfrm>
              <a:off x="9220161" y="243607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5" name="Google Shape;6995;p174"/>
            <p:cNvSpPr txBox="1"/>
            <p:nvPr/>
          </p:nvSpPr>
          <p:spPr>
            <a:xfrm>
              <a:off x="9356208" y="2621721"/>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Collection</a:t>
              </a:r>
              <a:endParaRPr i="0" sz="800" u="none" cap="none" strike="noStrike">
                <a:latin typeface="Salesforce Sans"/>
                <a:ea typeface="Salesforce Sans"/>
                <a:cs typeface="Salesforce Sans"/>
                <a:sym typeface="Salesforce Sans"/>
              </a:endParaRPr>
            </a:p>
          </p:txBody>
        </p:sp>
        <p:sp>
          <p:nvSpPr>
            <p:cNvPr id="6996" name="Google Shape;6996;p174"/>
            <p:cNvSpPr txBox="1"/>
            <p:nvPr/>
          </p:nvSpPr>
          <p:spPr>
            <a:xfrm>
              <a:off x="9356208" y="2772929"/>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6997" name="Google Shape;6997;p174"/>
            <p:cNvSpPr/>
            <p:nvPr/>
          </p:nvSpPr>
          <p:spPr>
            <a:xfrm>
              <a:off x="9220161" y="264032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6998" name="Google Shape;6998;p174"/>
            <p:cNvSpPr/>
            <p:nvPr/>
          </p:nvSpPr>
          <p:spPr>
            <a:xfrm>
              <a:off x="9220161" y="279152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6999" name="Google Shape;6999;p174"/>
            <p:cNvSpPr txBox="1"/>
            <p:nvPr/>
          </p:nvSpPr>
          <p:spPr>
            <a:xfrm>
              <a:off x="9356208" y="297125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Planning</a:t>
              </a:r>
              <a:endParaRPr i="0" sz="800" u="none" cap="none" strike="noStrike">
                <a:latin typeface="Salesforce Sans"/>
                <a:ea typeface="Salesforce Sans"/>
                <a:cs typeface="Salesforce Sans"/>
                <a:sym typeface="Salesforce Sans"/>
              </a:endParaRPr>
            </a:p>
          </p:txBody>
        </p:sp>
        <p:sp>
          <p:nvSpPr>
            <p:cNvPr id="7000" name="Google Shape;7000;p174"/>
            <p:cNvSpPr txBox="1"/>
            <p:nvPr/>
          </p:nvSpPr>
          <p:spPr>
            <a:xfrm>
              <a:off x="9356208" y="3122466"/>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Assembly Verification</a:t>
              </a:r>
              <a:endParaRPr i="0" sz="800" u="none" cap="none" strike="noStrike">
                <a:latin typeface="Salesforce Sans"/>
                <a:ea typeface="Salesforce Sans"/>
                <a:cs typeface="Salesforce Sans"/>
                <a:sym typeface="Salesforce Sans"/>
              </a:endParaRPr>
            </a:p>
          </p:txBody>
        </p:sp>
        <p:sp>
          <p:nvSpPr>
            <p:cNvPr id="7001" name="Google Shape;7001;p174"/>
            <p:cNvSpPr/>
            <p:nvPr/>
          </p:nvSpPr>
          <p:spPr>
            <a:xfrm>
              <a:off x="9220161" y="298985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2" name="Google Shape;7002;p174"/>
            <p:cNvSpPr txBox="1"/>
            <p:nvPr/>
          </p:nvSpPr>
          <p:spPr>
            <a:xfrm>
              <a:off x="9356201" y="3309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Discovery</a:t>
              </a:r>
              <a:endParaRPr i="0" sz="800" u="none" cap="none" strike="noStrike">
                <a:latin typeface="Salesforce Sans"/>
                <a:ea typeface="Salesforce Sans"/>
                <a:cs typeface="Salesforce Sans"/>
                <a:sym typeface="Salesforce Sans"/>
              </a:endParaRPr>
            </a:p>
          </p:txBody>
        </p:sp>
        <p:sp>
          <p:nvSpPr>
            <p:cNvPr id="7003" name="Google Shape;7003;p174"/>
            <p:cNvSpPr txBox="1"/>
            <p:nvPr/>
          </p:nvSpPr>
          <p:spPr>
            <a:xfrm>
              <a:off x="9356201" y="3458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RFI/RFQ Generator</a:t>
              </a:r>
              <a:endParaRPr i="0" sz="800" u="none" cap="none" strike="noStrike">
                <a:latin typeface="Salesforce Sans"/>
                <a:ea typeface="Salesforce Sans"/>
                <a:cs typeface="Salesforce Sans"/>
                <a:sym typeface="Salesforce Sans"/>
              </a:endParaRPr>
            </a:p>
          </p:txBody>
        </p:sp>
        <p:sp>
          <p:nvSpPr>
            <p:cNvPr id="7004" name="Google Shape;7004;p174"/>
            <p:cNvSpPr txBox="1"/>
            <p:nvPr/>
          </p:nvSpPr>
          <p:spPr>
            <a:xfrm>
              <a:off x="9356200" y="36066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Qualification</a:t>
              </a:r>
              <a:endParaRPr sz="800">
                <a:latin typeface="Salesforce Sans"/>
                <a:ea typeface="Salesforce Sans"/>
                <a:cs typeface="Salesforce Sans"/>
                <a:sym typeface="Salesforce Sans"/>
              </a:endParaRPr>
            </a:p>
          </p:txBody>
        </p:sp>
        <p:sp>
          <p:nvSpPr>
            <p:cNvPr id="7005" name="Google Shape;7005;p174"/>
            <p:cNvSpPr txBox="1"/>
            <p:nvPr/>
          </p:nvSpPr>
          <p:spPr>
            <a:xfrm>
              <a:off x="9356201" y="37578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Survey</a:t>
              </a:r>
              <a:endParaRPr sz="800">
                <a:latin typeface="Salesforce Sans"/>
                <a:ea typeface="Salesforce Sans"/>
                <a:cs typeface="Salesforce Sans"/>
                <a:sym typeface="Salesforce Sans"/>
              </a:endParaRPr>
            </a:p>
          </p:txBody>
        </p:sp>
        <p:sp>
          <p:nvSpPr>
            <p:cNvPr id="7006" name="Google Shape;7006;p174"/>
            <p:cNvSpPr txBox="1"/>
            <p:nvPr/>
          </p:nvSpPr>
          <p:spPr>
            <a:xfrm>
              <a:off x="9356201" y="389766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Onboarding</a:t>
              </a:r>
              <a:endParaRPr i="0" sz="800" u="none" cap="none" strike="noStrike">
                <a:latin typeface="Salesforce Sans"/>
                <a:ea typeface="Salesforce Sans"/>
                <a:cs typeface="Salesforce Sans"/>
                <a:sym typeface="Salesforce Sans"/>
              </a:endParaRPr>
            </a:p>
          </p:txBody>
        </p:sp>
        <p:sp>
          <p:nvSpPr>
            <p:cNvPr id="7007" name="Google Shape;7007;p174"/>
            <p:cNvSpPr/>
            <p:nvPr/>
          </p:nvSpPr>
          <p:spPr>
            <a:xfrm>
              <a:off x="9220161" y="34766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08" name="Google Shape;7008;p174"/>
            <p:cNvSpPr/>
            <p:nvPr/>
          </p:nvSpPr>
          <p:spPr>
            <a:xfrm>
              <a:off x="9220161" y="362528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09" name="Google Shape;7009;p174"/>
            <p:cNvSpPr/>
            <p:nvPr/>
          </p:nvSpPr>
          <p:spPr>
            <a:xfrm>
              <a:off x="9220161" y="37764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0" name="Google Shape;7010;p174"/>
            <p:cNvSpPr/>
            <p:nvPr/>
          </p:nvSpPr>
          <p:spPr>
            <a:xfrm>
              <a:off x="9220161" y="39162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1" name="Google Shape;7011;p174"/>
            <p:cNvSpPr/>
            <p:nvPr/>
          </p:nvSpPr>
          <p:spPr>
            <a:xfrm>
              <a:off x="9220161" y="33280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2" name="Google Shape;7012;p174"/>
            <p:cNvSpPr txBox="1"/>
            <p:nvPr/>
          </p:nvSpPr>
          <p:spPr>
            <a:xfrm>
              <a:off x="9356201" y="410168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Sales Order Intake</a:t>
              </a:r>
              <a:endParaRPr i="0" sz="800" u="none" cap="none" strike="noStrike">
                <a:latin typeface="Salesforce Sans"/>
                <a:ea typeface="Salesforce Sans"/>
                <a:cs typeface="Salesforce Sans"/>
                <a:sym typeface="Salesforce Sans"/>
              </a:endParaRPr>
            </a:p>
          </p:txBody>
        </p:sp>
        <p:sp>
          <p:nvSpPr>
            <p:cNvPr id="7013" name="Google Shape;7013;p174"/>
            <p:cNvSpPr txBox="1"/>
            <p:nvPr/>
          </p:nvSpPr>
          <p:spPr>
            <a:xfrm>
              <a:off x="9356201" y="425029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Demand Forecasting</a:t>
              </a:r>
              <a:endParaRPr sz="800">
                <a:latin typeface="Salesforce Sans"/>
                <a:ea typeface="Salesforce Sans"/>
                <a:cs typeface="Salesforce Sans"/>
                <a:sym typeface="Salesforce Sans"/>
              </a:endParaRPr>
            </a:p>
          </p:txBody>
        </p:sp>
        <p:sp>
          <p:nvSpPr>
            <p:cNvPr id="7014" name="Google Shape;7014;p174"/>
            <p:cNvSpPr txBox="1"/>
            <p:nvPr/>
          </p:nvSpPr>
          <p:spPr>
            <a:xfrm>
              <a:off x="9356200" y="4398913"/>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Supply Plan Optimizer</a:t>
              </a:r>
              <a:endParaRPr sz="800">
                <a:latin typeface="Salesforce Sans"/>
                <a:ea typeface="Salesforce Sans"/>
                <a:cs typeface="Salesforce Sans"/>
                <a:sym typeface="Salesforce Sans"/>
              </a:endParaRPr>
            </a:p>
          </p:txBody>
        </p:sp>
        <p:sp>
          <p:nvSpPr>
            <p:cNvPr id="7015" name="Google Shape;7015;p174"/>
            <p:cNvSpPr txBox="1"/>
            <p:nvPr/>
          </p:nvSpPr>
          <p:spPr>
            <a:xfrm>
              <a:off x="9356201" y="4550106"/>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SIOP Scenario Simulator</a:t>
              </a:r>
              <a:endParaRPr i="0" sz="800" u="none" cap="none" strike="noStrike">
                <a:latin typeface="Salesforce Sans"/>
                <a:ea typeface="Salesforce Sans"/>
                <a:cs typeface="Salesforce Sans"/>
                <a:sym typeface="Salesforce Sans"/>
              </a:endParaRPr>
            </a:p>
          </p:txBody>
        </p:sp>
        <p:sp>
          <p:nvSpPr>
            <p:cNvPr id="7016" name="Google Shape;7016;p174"/>
            <p:cNvSpPr txBox="1"/>
            <p:nvPr/>
          </p:nvSpPr>
          <p:spPr>
            <a:xfrm>
              <a:off x="9356201" y="4689893"/>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Inventory Balancer</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17" name="Google Shape;7017;p174"/>
            <p:cNvSpPr/>
            <p:nvPr/>
          </p:nvSpPr>
          <p:spPr>
            <a:xfrm>
              <a:off x="9220161" y="42688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18" name="Google Shape;7018;p174"/>
            <p:cNvSpPr/>
            <p:nvPr/>
          </p:nvSpPr>
          <p:spPr>
            <a:xfrm>
              <a:off x="9220161" y="44175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19" name="Google Shape;7019;p174"/>
            <p:cNvSpPr/>
            <p:nvPr/>
          </p:nvSpPr>
          <p:spPr>
            <a:xfrm>
              <a:off x="9220161" y="4708504"/>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0" name="Google Shape;7020;p174"/>
            <p:cNvSpPr/>
            <p:nvPr/>
          </p:nvSpPr>
          <p:spPr>
            <a:xfrm>
              <a:off x="9220161" y="412028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1" name="Google Shape;7021;p174"/>
            <p:cNvSpPr txBox="1"/>
            <p:nvPr/>
          </p:nvSpPr>
          <p:spPr>
            <a:xfrm>
              <a:off x="9356201" y="489131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Asset Warranties</a:t>
              </a:r>
              <a:endParaRPr i="0" sz="800" u="none" cap="none" strike="noStrike">
                <a:latin typeface="Salesforce Sans"/>
                <a:ea typeface="Salesforce Sans"/>
                <a:cs typeface="Salesforce Sans"/>
                <a:sym typeface="Salesforce Sans"/>
              </a:endParaRPr>
            </a:p>
          </p:txBody>
        </p:sp>
        <p:sp>
          <p:nvSpPr>
            <p:cNvPr id="7022" name="Google Shape;7022;p174"/>
            <p:cNvSpPr txBox="1"/>
            <p:nvPr/>
          </p:nvSpPr>
          <p:spPr>
            <a:xfrm>
              <a:off x="9356201" y="503992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 Status Inquiry</a:t>
              </a:r>
              <a:endParaRPr i="0" sz="800" u="none" cap="none" strike="noStrike">
                <a:latin typeface="Salesforce Sans"/>
                <a:ea typeface="Salesforce Sans"/>
                <a:cs typeface="Salesforce Sans"/>
                <a:sym typeface="Salesforce Sans"/>
              </a:endParaRPr>
            </a:p>
          </p:txBody>
        </p:sp>
        <p:sp>
          <p:nvSpPr>
            <p:cNvPr id="7023" name="Google Shape;7023;p174"/>
            <p:cNvSpPr txBox="1"/>
            <p:nvPr/>
          </p:nvSpPr>
          <p:spPr>
            <a:xfrm>
              <a:off x="9356200" y="518853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Warranty Claims Validity Check</a:t>
              </a:r>
              <a:endParaRPr sz="800">
                <a:latin typeface="Salesforce Sans"/>
                <a:ea typeface="Salesforce Sans"/>
                <a:cs typeface="Salesforce Sans"/>
                <a:sym typeface="Salesforce Sans"/>
              </a:endParaRPr>
            </a:p>
          </p:txBody>
        </p:sp>
        <p:sp>
          <p:nvSpPr>
            <p:cNvPr id="7024" name="Google Shape;7024;p174"/>
            <p:cNvSpPr txBox="1"/>
            <p:nvPr/>
          </p:nvSpPr>
          <p:spPr>
            <a:xfrm>
              <a:off x="9356201" y="533973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Invoice Audit</a:t>
              </a:r>
              <a:endParaRPr i="0" sz="800" u="none" cap="none" strike="noStrike">
                <a:latin typeface="Salesforce Sans"/>
                <a:ea typeface="Salesforce Sans"/>
                <a:cs typeface="Salesforce Sans"/>
                <a:sym typeface="Salesforce Sans"/>
              </a:endParaRPr>
            </a:p>
          </p:txBody>
        </p:sp>
        <p:sp>
          <p:nvSpPr>
            <p:cNvPr id="7025" name="Google Shape;7025;p174"/>
            <p:cNvSpPr/>
            <p:nvPr/>
          </p:nvSpPr>
          <p:spPr>
            <a:xfrm>
              <a:off x="9220161" y="505852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6" name="Google Shape;7026;p174"/>
            <p:cNvSpPr/>
            <p:nvPr/>
          </p:nvSpPr>
          <p:spPr>
            <a:xfrm>
              <a:off x="9220161" y="5207130"/>
              <a:ext cx="91200" cy="91200"/>
            </a:xfrm>
            <a:prstGeom prst="ellipse">
              <a:avLst/>
            </a:prstGeom>
            <a:solidFill>
              <a:srgbClr val="00B4FF"/>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27" name="Google Shape;7027;p174"/>
            <p:cNvSpPr/>
            <p:nvPr/>
          </p:nvSpPr>
          <p:spPr>
            <a:xfrm>
              <a:off x="9220161" y="535833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8" name="Google Shape;7028;p174"/>
            <p:cNvSpPr/>
            <p:nvPr/>
          </p:nvSpPr>
          <p:spPr>
            <a:xfrm>
              <a:off x="9220161" y="490991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29" name="Google Shape;7029;p174"/>
            <p:cNvSpPr txBox="1"/>
            <p:nvPr/>
          </p:nvSpPr>
          <p:spPr>
            <a:xfrm>
              <a:off x="9356201" y="63364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Payment Term Exception Approval</a:t>
              </a:r>
              <a:endParaRPr i="0" sz="800" u="none" cap="none" strike="noStrike">
                <a:latin typeface="Salesforce Sans"/>
                <a:ea typeface="Salesforce Sans"/>
                <a:cs typeface="Salesforce Sans"/>
                <a:sym typeface="Salesforce Sans"/>
              </a:endParaRPr>
            </a:p>
          </p:txBody>
        </p:sp>
        <p:sp>
          <p:nvSpPr>
            <p:cNvPr id="7030" name="Google Shape;7030;p174"/>
            <p:cNvSpPr txBox="1"/>
            <p:nvPr/>
          </p:nvSpPr>
          <p:spPr>
            <a:xfrm>
              <a:off x="9356200" y="64850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 Exception Approval</a:t>
              </a:r>
              <a:endParaRPr sz="800">
                <a:latin typeface="Salesforce Sans"/>
                <a:ea typeface="Salesforce Sans"/>
                <a:cs typeface="Salesforce Sans"/>
                <a:sym typeface="Salesforce Sans"/>
              </a:endParaRPr>
            </a:p>
          </p:txBody>
        </p:sp>
        <p:sp>
          <p:nvSpPr>
            <p:cNvPr id="7031" name="Google Shape;7031;p174"/>
            <p:cNvSpPr txBox="1"/>
            <p:nvPr/>
          </p:nvSpPr>
          <p:spPr>
            <a:xfrm>
              <a:off x="9356199" y="66362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Supplier Communication</a:t>
              </a:r>
              <a:endParaRPr i="0" sz="800" u="none" cap="none" strike="noStrike">
                <a:latin typeface="Salesforce Sans"/>
                <a:ea typeface="Salesforce Sans"/>
                <a:cs typeface="Salesforce Sans"/>
                <a:sym typeface="Salesforce Sans"/>
              </a:endParaRPr>
            </a:p>
          </p:txBody>
        </p:sp>
        <p:sp>
          <p:nvSpPr>
            <p:cNvPr id="7032" name="Google Shape;7032;p174"/>
            <p:cNvSpPr/>
            <p:nvPr/>
          </p:nvSpPr>
          <p:spPr>
            <a:xfrm>
              <a:off x="9220161" y="63550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3" name="Google Shape;7033;p174"/>
            <p:cNvSpPr/>
            <p:nvPr/>
          </p:nvSpPr>
          <p:spPr>
            <a:xfrm>
              <a:off x="9220161" y="650367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34" name="Google Shape;7034;p174"/>
            <p:cNvSpPr/>
            <p:nvPr/>
          </p:nvSpPr>
          <p:spPr>
            <a:xfrm>
              <a:off x="9220161" y="665487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5" name="Google Shape;7035;p174"/>
            <p:cNvSpPr txBox="1"/>
            <p:nvPr/>
          </p:nvSpPr>
          <p:spPr>
            <a:xfrm>
              <a:off x="9356201" y="6842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036" name="Google Shape;7036;p174"/>
            <p:cNvSpPr txBox="1"/>
            <p:nvPr/>
          </p:nvSpPr>
          <p:spPr>
            <a:xfrm>
              <a:off x="9356200" y="6991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Clause Risk Analyzer</a:t>
              </a:r>
              <a:endParaRPr sz="800">
                <a:latin typeface="Salesforce Sans"/>
                <a:ea typeface="Salesforce Sans"/>
                <a:cs typeface="Salesforce Sans"/>
                <a:sym typeface="Salesforce Sans"/>
              </a:endParaRPr>
            </a:p>
          </p:txBody>
        </p:sp>
        <p:sp>
          <p:nvSpPr>
            <p:cNvPr id="7037" name="Google Shape;7037;p174"/>
            <p:cNvSpPr txBox="1"/>
            <p:nvPr/>
          </p:nvSpPr>
          <p:spPr>
            <a:xfrm>
              <a:off x="9356199" y="71425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Renewal Alert</a:t>
              </a:r>
              <a:endParaRPr i="0" sz="800" u="none" cap="none" strike="noStrike">
                <a:latin typeface="Salesforce Sans"/>
                <a:ea typeface="Salesforce Sans"/>
                <a:cs typeface="Salesforce Sans"/>
                <a:sym typeface="Salesforce Sans"/>
              </a:endParaRPr>
            </a:p>
          </p:txBody>
        </p:sp>
        <p:sp>
          <p:nvSpPr>
            <p:cNvPr id="7038" name="Google Shape;7038;p174"/>
            <p:cNvSpPr/>
            <p:nvPr/>
          </p:nvSpPr>
          <p:spPr>
            <a:xfrm>
              <a:off x="9220161" y="6861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39" name="Google Shape;7039;p174"/>
            <p:cNvSpPr/>
            <p:nvPr/>
          </p:nvSpPr>
          <p:spPr>
            <a:xfrm>
              <a:off x="9220161" y="7009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0" name="Google Shape;7040;p174"/>
            <p:cNvSpPr/>
            <p:nvPr/>
          </p:nvSpPr>
          <p:spPr>
            <a:xfrm>
              <a:off x="9220161" y="71611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1" name="Google Shape;7041;p174"/>
            <p:cNvSpPr txBox="1"/>
            <p:nvPr/>
          </p:nvSpPr>
          <p:spPr>
            <a:xfrm>
              <a:off x="9356201" y="7340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Search Criteria and Results</a:t>
              </a:r>
              <a:endParaRPr i="0" sz="800" u="none" cap="none" strike="noStrike">
                <a:latin typeface="Salesforce Sans"/>
                <a:ea typeface="Salesforce Sans"/>
                <a:cs typeface="Salesforce Sans"/>
                <a:sym typeface="Salesforce Sans"/>
              </a:endParaRPr>
            </a:p>
          </p:txBody>
        </p:sp>
        <p:sp>
          <p:nvSpPr>
            <p:cNvPr id="7042" name="Google Shape;7042;p174"/>
            <p:cNvSpPr txBox="1"/>
            <p:nvPr/>
          </p:nvSpPr>
          <p:spPr>
            <a:xfrm>
              <a:off x="9356200" y="7489006"/>
              <a:ext cx="2658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Summarize Inventory Details</a:t>
              </a:r>
              <a:endParaRPr sz="800">
                <a:latin typeface="Salesforce Sans"/>
                <a:ea typeface="Salesforce Sans"/>
                <a:cs typeface="Salesforce Sans"/>
                <a:sym typeface="Salesforce Sans"/>
              </a:endParaRPr>
            </a:p>
          </p:txBody>
        </p:sp>
        <p:sp>
          <p:nvSpPr>
            <p:cNvPr id="7043" name="Google Shape;7043;p174"/>
            <p:cNvSpPr txBox="1"/>
            <p:nvPr/>
          </p:nvSpPr>
          <p:spPr>
            <a:xfrm>
              <a:off x="9356200" y="763763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Product Request</a:t>
              </a:r>
              <a:endParaRPr sz="800">
                <a:latin typeface="Salesforce Sans"/>
                <a:ea typeface="Salesforce Sans"/>
                <a:cs typeface="Salesforce Sans"/>
                <a:sym typeface="Salesforce Sans"/>
              </a:endParaRPr>
            </a:p>
          </p:txBody>
        </p:sp>
        <p:sp>
          <p:nvSpPr>
            <p:cNvPr id="7044" name="Google Shape;7044;p174"/>
            <p:cNvSpPr txBox="1"/>
            <p:nvPr/>
          </p:nvSpPr>
          <p:spPr>
            <a:xfrm>
              <a:off x="9356201" y="7928612"/>
              <a:ext cx="20466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Material Recept &amp; Quality</a:t>
              </a:r>
              <a:endParaRPr i="0" sz="800" u="none" cap="none" strike="noStrike">
                <a:latin typeface="Salesforce Sans"/>
                <a:ea typeface="Salesforce Sans"/>
                <a:cs typeface="Salesforce Sans"/>
                <a:sym typeface="Salesforce Sans"/>
              </a:endParaRPr>
            </a:p>
          </p:txBody>
        </p:sp>
        <p:sp>
          <p:nvSpPr>
            <p:cNvPr id="7045" name="Google Shape;7045;p174"/>
            <p:cNvSpPr/>
            <p:nvPr/>
          </p:nvSpPr>
          <p:spPr>
            <a:xfrm>
              <a:off x="9220161" y="750761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6" name="Google Shape;7046;p174"/>
            <p:cNvSpPr txBox="1"/>
            <p:nvPr/>
          </p:nvSpPr>
          <p:spPr>
            <a:xfrm>
              <a:off x="9356200" y="7788831"/>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Vendor Managed Inventory</a:t>
              </a:r>
              <a:endParaRPr sz="800">
                <a:latin typeface="Salesforce Sans"/>
                <a:ea typeface="Salesforce Sans"/>
                <a:cs typeface="Salesforce Sans"/>
                <a:sym typeface="Salesforce Sans"/>
              </a:endParaRPr>
            </a:p>
          </p:txBody>
        </p:sp>
        <p:sp>
          <p:nvSpPr>
            <p:cNvPr id="7047" name="Google Shape;7047;p174"/>
            <p:cNvSpPr/>
            <p:nvPr/>
          </p:nvSpPr>
          <p:spPr>
            <a:xfrm>
              <a:off x="9220161" y="765622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48" name="Google Shape;7048;p174"/>
            <p:cNvSpPr/>
            <p:nvPr/>
          </p:nvSpPr>
          <p:spPr>
            <a:xfrm>
              <a:off x="9220161" y="780743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49" name="Google Shape;7049;p174"/>
            <p:cNvSpPr/>
            <p:nvPr/>
          </p:nvSpPr>
          <p:spPr>
            <a:xfrm>
              <a:off x="9220161" y="794722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0" name="Google Shape;7050;p174"/>
            <p:cNvSpPr/>
            <p:nvPr/>
          </p:nvSpPr>
          <p:spPr>
            <a:xfrm>
              <a:off x="9220161" y="7359004"/>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1" name="Google Shape;7051;p174"/>
            <p:cNvSpPr txBox="1"/>
            <p:nvPr/>
          </p:nvSpPr>
          <p:spPr>
            <a:xfrm>
              <a:off x="9356201" y="807915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Shelf Life Extension</a:t>
              </a:r>
              <a:endParaRPr sz="800">
                <a:latin typeface="Salesforce Sans"/>
                <a:ea typeface="Salesforce Sans"/>
                <a:cs typeface="Salesforce Sans"/>
                <a:sym typeface="Salesforce Sans"/>
              </a:endParaRPr>
            </a:p>
          </p:txBody>
        </p:sp>
        <p:sp>
          <p:nvSpPr>
            <p:cNvPr id="7052" name="Google Shape;7052;p174"/>
            <p:cNvSpPr/>
            <p:nvPr/>
          </p:nvSpPr>
          <p:spPr>
            <a:xfrm>
              <a:off x="9220161" y="809776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53" name="Google Shape;7053;p174"/>
            <p:cNvSpPr txBox="1"/>
            <p:nvPr/>
          </p:nvSpPr>
          <p:spPr>
            <a:xfrm>
              <a:off x="9356200" y="9742788"/>
              <a:ext cx="33432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Predictive Maintenance</a:t>
              </a:r>
              <a:endParaRPr sz="800">
                <a:latin typeface="Salesforce Sans"/>
                <a:ea typeface="Salesforce Sans"/>
                <a:cs typeface="Salesforce Sans"/>
                <a:sym typeface="Salesforce Sans"/>
              </a:endParaRPr>
            </a:p>
          </p:txBody>
        </p:sp>
        <p:sp>
          <p:nvSpPr>
            <p:cNvPr id="7054" name="Google Shape;7054;p174"/>
            <p:cNvSpPr txBox="1"/>
            <p:nvPr/>
          </p:nvSpPr>
          <p:spPr>
            <a:xfrm>
              <a:off x="9356201" y="9891405"/>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Diagnostic Support</a:t>
              </a:r>
              <a:endParaRPr i="0" sz="800" u="none" cap="none" strike="noStrike">
                <a:latin typeface="Salesforce Sans"/>
                <a:ea typeface="Salesforce Sans"/>
                <a:cs typeface="Salesforce Sans"/>
                <a:sym typeface="Salesforce Sans"/>
              </a:endParaRPr>
            </a:p>
          </p:txBody>
        </p:sp>
        <p:sp>
          <p:nvSpPr>
            <p:cNvPr id="7055" name="Google Shape;7055;p174"/>
            <p:cNvSpPr txBox="1"/>
            <p:nvPr/>
          </p:nvSpPr>
          <p:spPr>
            <a:xfrm>
              <a:off x="9356200" y="10040013"/>
              <a:ext cx="2808000" cy="2514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800"/>
                <a:buFont typeface="Arial"/>
                <a:buNone/>
              </a:pPr>
              <a:r>
                <a:rPr lang="en" sz="800">
                  <a:latin typeface="Salesforce Sans"/>
                  <a:ea typeface="Salesforce Sans"/>
                  <a:cs typeface="Salesforce Sans"/>
                  <a:sym typeface="Salesforce Sans"/>
                </a:rPr>
                <a:t>Get Appointment Information for Field Service</a:t>
              </a:r>
              <a:endParaRPr sz="800">
                <a:latin typeface="Salesforce Sans"/>
                <a:ea typeface="Salesforce Sans"/>
                <a:cs typeface="Salesforce Sans"/>
                <a:sym typeface="Salesforce Sans"/>
              </a:endParaRPr>
            </a:p>
            <a:p>
              <a:pPr indent="0" lvl="0" marL="0" rtl="0" algn="l">
                <a:spcBef>
                  <a:spcPts val="0"/>
                </a:spcBef>
                <a:spcAft>
                  <a:spcPts val="0"/>
                </a:spcAft>
                <a:buClr>
                  <a:schemeClr val="dk1"/>
                </a:buClr>
                <a:buSzPts val="2800"/>
                <a:buFont typeface="Arial"/>
                <a:buNone/>
              </a:pPr>
              <a:r>
                <a:t/>
              </a:r>
              <a:endParaRPr sz="800">
                <a:latin typeface="Salesforce Sans"/>
                <a:ea typeface="Salesforce Sans"/>
                <a:cs typeface="Salesforce Sans"/>
                <a:sym typeface="Salesforce Sans"/>
              </a:endParaRPr>
            </a:p>
          </p:txBody>
        </p:sp>
        <p:sp>
          <p:nvSpPr>
            <p:cNvPr id="7056" name="Google Shape;7056;p174"/>
            <p:cNvSpPr txBox="1"/>
            <p:nvPr/>
          </p:nvSpPr>
          <p:spPr>
            <a:xfrm>
              <a:off x="9356200" y="10185263"/>
              <a:ext cx="2451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 Time Slots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7" name="Google Shape;7057;p174"/>
            <p:cNvSpPr txBox="1"/>
            <p:nvPr/>
          </p:nvSpPr>
          <p:spPr>
            <a:xfrm>
              <a:off x="9356200" y="10325038"/>
              <a:ext cx="24984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Appointments to Fill Gaps for Field Service</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058" name="Google Shape;7058;p174"/>
            <p:cNvSpPr/>
            <p:nvPr/>
          </p:nvSpPr>
          <p:spPr>
            <a:xfrm>
              <a:off x="9220161" y="991000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59" name="Google Shape;7059;p174"/>
            <p:cNvSpPr/>
            <p:nvPr/>
          </p:nvSpPr>
          <p:spPr>
            <a:xfrm>
              <a:off x="9220161" y="10058615"/>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60" name="Google Shape;7060;p174"/>
            <p:cNvSpPr/>
            <p:nvPr/>
          </p:nvSpPr>
          <p:spPr>
            <a:xfrm>
              <a:off x="9220161" y="102038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1" name="Google Shape;7061;p174"/>
            <p:cNvSpPr/>
            <p:nvPr/>
          </p:nvSpPr>
          <p:spPr>
            <a:xfrm>
              <a:off x="9220161" y="10343661"/>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62" name="Google Shape;7062;p174"/>
            <p:cNvSpPr/>
            <p:nvPr/>
          </p:nvSpPr>
          <p:spPr>
            <a:xfrm>
              <a:off x="9220161" y="9761395"/>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grpSp>
      <p:grpSp>
        <p:nvGrpSpPr>
          <p:cNvPr id="7063" name="Google Shape;7063;p174"/>
          <p:cNvGrpSpPr/>
          <p:nvPr/>
        </p:nvGrpSpPr>
        <p:grpSpPr>
          <a:xfrm>
            <a:off x="11977311" y="1113234"/>
            <a:ext cx="6240062" cy="8994991"/>
            <a:chOff x="11173911" y="1037034"/>
            <a:chExt cx="6240062" cy="8994991"/>
          </a:xfrm>
        </p:grpSpPr>
        <p:sp>
          <p:nvSpPr>
            <p:cNvPr id="7064" name="Google Shape;7064;p174"/>
            <p:cNvSpPr txBox="1"/>
            <p:nvPr/>
          </p:nvSpPr>
          <p:spPr>
            <a:xfrm>
              <a:off x="12373676" y="2640147"/>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Order Management </a:t>
              </a:r>
              <a:endParaRPr b="1" i="0" sz="900" u="none" cap="none" strike="noStrike">
                <a:solidFill>
                  <a:srgbClr val="086AFE"/>
                </a:solidFill>
                <a:latin typeface="Salesforce Sans"/>
                <a:ea typeface="Salesforce Sans"/>
                <a:cs typeface="Salesforce Sans"/>
                <a:sym typeface="Salesforce Sans"/>
              </a:endParaRPr>
            </a:p>
          </p:txBody>
        </p:sp>
        <p:sp>
          <p:nvSpPr>
            <p:cNvPr id="7065" name="Google Shape;7065;p174"/>
            <p:cNvSpPr txBox="1"/>
            <p:nvPr/>
          </p:nvSpPr>
          <p:spPr>
            <a:xfrm>
              <a:off x="12373676" y="3181293"/>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Delivery &amp; Logistics  Agent</a:t>
              </a:r>
              <a:endParaRPr b="1" i="0" sz="900" u="none" cap="none" strike="noStrike">
                <a:solidFill>
                  <a:srgbClr val="086AFE"/>
                </a:solidFill>
                <a:latin typeface="Salesforce Sans"/>
                <a:ea typeface="Salesforce Sans"/>
                <a:cs typeface="Salesforce Sans"/>
                <a:sym typeface="Salesforce Sans"/>
              </a:endParaRPr>
            </a:p>
          </p:txBody>
        </p:sp>
        <p:sp>
          <p:nvSpPr>
            <p:cNvPr id="7066" name="Google Shape;7066;p174"/>
            <p:cNvSpPr txBox="1"/>
            <p:nvPr/>
          </p:nvSpPr>
          <p:spPr>
            <a:xfrm>
              <a:off x="12373676" y="3924961"/>
              <a:ext cx="1016700" cy="374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Strategy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Planning </a:t>
              </a:r>
              <a:br>
                <a:rPr b="1" i="0" lang="en" sz="900" u="none" cap="none" strike="noStrike">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67" name="Google Shape;7067;p174"/>
            <p:cNvSpPr txBox="1"/>
            <p:nvPr/>
          </p:nvSpPr>
          <p:spPr>
            <a:xfrm>
              <a:off x="12373676" y="4253958"/>
              <a:ext cx="973800" cy="13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Attraction </a:t>
              </a:r>
              <a:endParaRPr b="1" i="0" sz="900" u="none" cap="none" strike="noStrike">
                <a:solidFill>
                  <a:srgbClr val="086AFE"/>
                </a:solidFill>
                <a:latin typeface="Salesforce Sans"/>
                <a:ea typeface="Salesforce Sans"/>
                <a:cs typeface="Salesforce Sans"/>
                <a:sym typeface="Salesforce Sans"/>
              </a:endParaRPr>
            </a:p>
          </p:txBody>
        </p:sp>
        <p:sp>
          <p:nvSpPr>
            <p:cNvPr id="7068" name="Google Shape;7068;p174"/>
            <p:cNvSpPr txBox="1"/>
            <p:nvPr/>
          </p:nvSpPr>
          <p:spPr>
            <a:xfrm>
              <a:off x="12373676" y="4882718"/>
              <a:ext cx="1005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Mgmt &amp; Development </a:t>
              </a:r>
              <a:endParaRPr b="1" i="0" sz="900" u="none" cap="none" strike="noStrike">
                <a:solidFill>
                  <a:srgbClr val="086AFE"/>
                </a:solidFill>
                <a:latin typeface="Salesforce Sans"/>
                <a:ea typeface="Salesforce Sans"/>
                <a:cs typeface="Salesforce Sans"/>
                <a:sym typeface="Salesforce Sans"/>
              </a:endParaRPr>
            </a:p>
          </p:txBody>
        </p:sp>
        <p:sp>
          <p:nvSpPr>
            <p:cNvPr id="7069" name="Google Shape;7069;p174"/>
            <p:cNvSpPr txBox="1"/>
            <p:nvPr/>
          </p:nvSpPr>
          <p:spPr>
            <a:xfrm>
              <a:off x="12373676" y="598672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Financial Strategy &amp;</a:t>
              </a:r>
              <a:r>
                <a:rPr b="1" lang="en" sz="900">
                  <a:solidFill>
                    <a:srgbClr val="086AFE"/>
                  </a:solidFill>
                  <a:latin typeface="Salesforce Sans"/>
                  <a:ea typeface="Salesforce Sans"/>
                  <a:cs typeface="Salesforce Sans"/>
                  <a:sym typeface="Salesforce Sans"/>
                </a:rPr>
                <a:t> </a:t>
              </a:r>
              <a:r>
                <a:rPr b="1" i="0" lang="en" sz="900" u="none" cap="none" strike="noStrike">
                  <a:solidFill>
                    <a:srgbClr val="086AFE"/>
                  </a:solidFill>
                  <a:latin typeface="Salesforce Sans"/>
                  <a:ea typeface="Salesforce Sans"/>
                  <a:cs typeface="Salesforce Sans"/>
                  <a:sym typeface="Salesforce Sans"/>
                </a:rPr>
                <a:t>Planning </a:t>
              </a:r>
              <a:endParaRPr b="1" i="0" sz="900" u="none" cap="none" strike="noStrike">
                <a:solidFill>
                  <a:srgbClr val="086AFE"/>
                </a:solidFill>
                <a:latin typeface="Salesforce Sans"/>
                <a:ea typeface="Salesforce Sans"/>
                <a:cs typeface="Salesforce Sans"/>
                <a:sym typeface="Salesforce Sans"/>
              </a:endParaRPr>
            </a:p>
          </p:txBody>
        </p:sp>
        <p:sp>
          <p:nvSpPr>
            <p:cNvPr id="7070" name="Google Shape;7070;p174"/>
            <p:cNvSpPr txBox="1"/>
            <p:nvPr/>
          </p:nvSpPr>
          <p:spPr>
            <a:xfrm>
              <a:off x="12373676" y="6456544"/>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Finance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1" name="Google Shape;7071;p174"/>
            <p:cNvSpPr txBox="1"/>
            <p:nvPr/>
          </p:nvSpPr>
          <p:spPr>
            <a:xfrm>
              <a:off x="12373676" y="6929014"/>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Tax &amp; </a:t>
              </a:r>
              <a:r>
                <a:rPr b="1" lang="en" sz="900">
                  <a:solidFill>
                    <a:srgbClr val="086AFE"/>
                  </a:solidFill>
                  <a:latin typeface="Salesforce Sans"/>
                  <a:ea typeface="Salesforce Sans"/>
                  <a:cs typeface="Salesforce Sans"/>
                  <a:sym typeface="Salesforce Sans"/>
                </a:rPr>
                <a:t>Comp.</a:t>
              </a:r>
              <a:br>
                <a:rPr b="1" lang="en" sz="900">
                  <a:solidFill>
                    <a:srgbClr val="086AFE"/>
                  </a:solidFill>
                  <a:latin typeface="Salesforce Sans"/>
                  <a:ea typeface="Salesforce Sans"/>
                  <a:cs typeface="Salesforce Sans"/>
                  <a:sym typeface="Salesforce Sans"/>
                </a:rPr>
              </a:br>
              <a:endParaRPr b="1" i="0" sz="900" u="none" cap="none" strike="noStrike">
                <a:solidFill>
                  <a:srgbClr val="086AFE"/>
                </a:solidFill>
                <a:latin typeface="Salesforce Sans"/>
                <a:ea typeface="Salesforce Sans"/>
                <a:cs typeface="Salesforce Sans"/>
                <a:sym typeface="Salesforce Sans"/>
              </a:endParaRPr>
            </a:p>
          </p:txBody>
        </p:sp>
        <p:sp>
          <p:nvSpPr>
            <p:cNvPr id="7072" name="Google Shape;7072;p174"/>
            <p:cNvSpPr txBox="1"/>
            <p:nvPr/>
          </p:nvSpPr>
          <p:spPr>
            <a:xfrm>
              <a:off x="12373676" y="7111014"/>
              <a:ext cx="973800" cy="24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Mgmt. &amp; Board Reporting </a:t>
              </a:r>
              <a:r>
                <a:rPr b="1" lang="en" sz="900">
                  <a:solidFill>
                    <a:srgbClr val="086AFE"/>
                  </a:solidFill>
                  <a:latin typeface="Salesforce Sans"/>
                  <a:ea typeface="Salesforce Sans"/>
                  <a:cs typeface="Salesforce Sans"/>
                  <a:sym typeface="Salesforce Sans"/>
                </a:rPr>
                <a:t>Gen. </a:t>
              </a:r>
              <a:endParaRPr b="1" i="0" sz="900" u="none" cap="none" strike="noStrike">
                <a:solidFill>
                  <a:srgbClr val="086AFE"/>
                </a:solidFill>
                <a:latin typeface="Salesforce Sans"/>
                <a:ea typeface="Salesforce Sans"/>
                <a:cs typeface="Salesforce Sans"/>
                <a:sym typeface="Salesforce Sans"/>
              </a:endParaRPr>
            </a:p>
          </p:txBody>
        </p:sp>
        <p:sp>
          <p:nvSpPr>
            <p:cNvPr id="7073" name="Google Shape;7073;p174"/>
            <p:cNvSpPr txBox="1"/>
            <p:nvPr/>
          </p:nvSpPr>
          <p:spPr>
            <a:xfrm>
              <a:off x="12373676" y="7437385"/>
              <a:ext cx="973800" cy="41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IT Incident Management </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&amp; Recovery </a:t>
              </a:r>
              <a:endParaRPr b="1" i="0" sz="900" u="none" cap="none" strike="noStrike">
                <a:solidFill>
                  <a:srgbClr val="086AFE"/>
                </a:solidFill>
                <a:latin typeface="Salesforce Sans"/>
                <a:ea typeface="Salesforce Sans"/>
                <a:cs typeface="Salesforce Sans"/>
                <a:sym typeface="Salesforce Sans"/>
              </a:endParaRPr>
            </a:p>
          </p:txBody>
        </p:sp>
        <p:sp>
          <p:nvSpPr>
            <p:cNvPr id="7074" name="Google Shape;7074;p174"/>
            <p:cNvSpPr txBox="1"/>
            <p:nvPr/>
          </p:nvSpPr>
          <p:spPr>
            <a:xfrm>
              <a:off x="12373676" y="5361550"/>
              <a:ext cx="9738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People Operations </a:t>
              </a:r>
              <a:endParaRPr b="1" i="0" sz="900" u="none" cap="none" strike="noStrike">
                <a:solidFill>
                  <a:srgbClr val="086AFE"/>
                </a:solidFill>
                <a:latin typeface="Salesforce Sans"/>
                <a:ea typeface="Salesforce Sans"/>
                <a:cs typeface="Salesforce Sans"/>
                <a:sym typeface="Salesforce Sans"/>
              </a:endParaRPr>
            </a:p>
          </p:txBody>
        </p:sp>
        <p:sp>
          <p:nvSpPr>
            <p:cNvPr id="7075" name="Google Shape;7075;p174"/>
            <p:cNvSpPr txBox="1"/>
            <p:nvPr/>
          </p:nvSpPr>
          <p:spPr>
            <a:xfrm>
              <a:off x="12373676" y="2154263"/>
              <a:ext cx="9738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Back-office and Fulfillment Operations </a:t>
              </a:r>
              <a:endParaRPr b="1" i="0" sz="900" u="none" cap="none" strike="noStrike">
                <a:solidFill>
                  <a:srgbClr val="086AFE"/>
                </a:solidFill>
                <a:latin typeface="Salesforce Sans"/>
                <a:ea typeface="Salesforce Sans"/>
                <a:cs typeface="Salesforce Sans"/>
                <a:sym typeface="Salesforce Sans"/>
              </a:endParaRPr>
            </a:p>
          </p:txBody>
        </p:sp>
        <p:sp>
          <p:nvSpPr>
            <p:cNvPr id="7076" name="Google Shape;7076;p174"/>
            <p:cNvSpPr txBox="1"/>
            <p:nvPr/>
          </p:nvSpPr>
          <p:spPr>
            <a:xfrm>
              <a:off x="12373676" y="8082932"/>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Erp/Mes Data Integration </a:t>
              </a:r>
              <a:endParaRPr b="1" i="0" sz="900" u="none" cap="none" strike="noStrike">
                <a:solidFill>
                  <a:srgbClr val="086AFE"/>
                </a:solidFill>
                <a:latin typeface="Salesforce Sans"/>
                <a:ea typeface="Salesforce Sans"/>
                <a:cs typeface="Salesforce Sans"/>
                <a:sym typeface="Salesforce Sans"/>
              </a:endParaRPr>
            </a:p>
          </p:txBody>
        </p:sp>
        <p:sp>
          <p:nvSpPr>
            <p:cNvPr id="7077" name="Google Shape;7077;p174"/>
            <p:cNvSpPr txBox="1"/>
            <p:nvPr/>
          </p:nvSpPr>
          <p:spPr>
            <a:xfrm>
              <a:off x="12373676" y="9162000"/>
              <a:ext cx="973800" cy="27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Litigation &amp; Dispute</a:t>
              </a:r>
              <a:r>
                <a:rPr b="1" lang="en" sz="900">
                  <a:solidFill>
                    <a:srgbClr val="086AFE"/>
                  </a:solidFill>
                  <a:latin typeface="Salesforce Sans"/>
                  <a:ea typeface="Salesforce Sans"/>
                  <a:cs typeface="Salesforce Sans"/>
                  <a:sym typeface="Salesforce Sans"/>
                </a:rPr>
                <a:t> </a:t>
              </a:r>
              <a:endParaRPr b="1" i="0" sz="900" u="none" cap="none" strike="noStrike">
                <a:solidFill>
                  <a:srgbClr val="086AFE"/>
                </a:solidFill>
                <a:latin typeface="Salesforce Sans"/>
                <a:ea typeface="Salesforce Sans"/>
                <a:cs typeface="Salesforce Sans"/>
                <a:sym typeface="Salesforce Sans"/>
              </a:endParaRPr>
            </a:p>
          </p:txBody>
        </p:sp>
        <p:sp>
          <p:nvSpPr>
            <p:cNvPr id="7078" name="Google Shape;7078;p174"/>
            <p:cNvSpPr txBox="1"/>
            <p:nvPr/>
          </p:nvSpPr>
          <p:spPr>
            <a:xfrm>
              <a:off x="12373675" y="8710238"/>
              <a:ext cx="120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2775"/>
                </a:buClr>
                <a:buSzPts val="2800"/>
                <a:buFont typeface="Arial"/>
                <a:buNone/>
              </a:pPr>
              <a:r>
                <a:rPr b="1" i="0" lang="en" sz="900" u="none" cap="none" strike="noStrike">
                  <a:solidFill>
                    <a:srgbClr val="086AFE"/>
                  </a:solidFill>
                  <a:latin typeface="Salesforce Sans"/>
                  <a:ea typeface="Salesforce Sans"/>
                  <a:cs typeface="Salesforce Sans"/>
                  <a:sym typeface="Salesforce Sans"/>
                </a:rPr>
                <a:t>Customer Con-</a:t>
              </a:r>
              <a:br>
                <a:rPr b="1" i="0" lang="en" sz="900" u="none" cap="none" strike="noStrike">
                  <a:solidFill>
                    <a:srgbClr val="086AFE"/>
                  </a:solidFill>
                  <a:latin typeface="Salesforce Sans"/>
                  <a:ea typeface="Salesforce Sans"/>
                  <a:cs typeface="Salesforce Sans"/>
                  <a:sym typeface="Salesforce Sans"/>
                </a:rPr>
              </a:br>
              <a:r>
                <a:rPr b="1" i="0" lang="en" sz="900" u="none" cap="none" strike="noStrike">
                  <a:solidFill>
                    <a:srgbClr val="086AFE"/>
                  </a:solidFill>
                  <a:latin typeface="Salesforce Sans"/>
                  <a:ea typeface="Salesforce Sans"/>
                  <a:cs typeface="Salesforce Sans"/>
                  <a:sym typeface="Salesforce Sans"/>
                </a:rPr>
                <a:t>tract Lifecycle Mgmt </a:t>
              </a:r>
              <a:endParaRPr b="1" i="0" sz="900" u="none" cap="none" strike="noStrike">
                <a:solidFill>
                  <a:srgbClr val="086AFE"/>
                </a:solidFill>
                <a:latin typeface="Salesforce Sans"/>
                <a:ea typeface="Salesforce Sans"/>
                <a:cs typeface="Salesforce Sans"/>
                <a:sym typeface="Salesforce Sans"/>
              </a:endParaRPr>
            </a:p>
          </p:txBody>
        </p:sp>
        <p:sp>
          <p:nvSpPr>
            <p:cNvPr id="7079" name="Google Shape;7079;p174"/>
            <p:cNvSpPr/>
            <p:nvPr/>
          </p:nvSpPr>
          <p:spPr>
            <a:xfrm>
              <a:off x="12404873" y="9845126"/>
              <a:ext cx="5009100" cy="186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800">
                  <a:latin typeface="Salesforce Sans"/>
                  <a:ea typeface="Salesforce Sans"/>
                  <a:cs typeface="Salesforce Sans"/>
                  <a:sym typeface="Salesforce Sans"/>
                </a:rPr>
                <a:t>*Partner, roadmap, and custom capabilities may be aspirational, and product names subject to change</a:t>
              </a:r>
              <a:endParaRPr sz="800">
                <a:latin typeface="Salesforce Sans"/>
                <a:ea typeface="Salesforce Sans"/>
                <a:cs typeface="Salesforce Sans"/>
                <a:sym typeface="Salesforce Sans"/>
              </a:endParaRPr>
            </a:p>
            <a:p>
              <a:pPr indent="0" lvl="0" marL="0" rtl="0" algn="l">
                <a:spcBef>
                  <a:spcPts val="0"/>
                </a:spcBef>
                <a:spcAft>
                  <a:spcPts val="0"/>
                </a:spcAft>
                <a:buNone/>
              </a:pPr>
              <a:r>
                <a:t/>
              </a:r>
              <a:endParaRPr sz="800">
                <a:latin typeface="Salesforce Sans"/>
                <a:ea typeface="Salesforce Sans"/>
                <a:cs typeface="Salesforce Sans"/>
                <a:sym typeface="Salesforce Sans"/>
              </a:endParaRPr>
            </a:p>
          </p:txBody>
        </p:sp>
        <p:sp>
          <p:nvSpPr>
            <p:cNvPr id="7080" name="Google Shape;7080;p174"/>
            <p:cNvSpPr txBox="1"/>
            <p:nvPr/>
          </p:nvSpPr>
          <p:spPr>
            <a:xfrm>
              <a:off x="13715683" y="1234987"/>
              <a:ext cx="1457700" cy="128100"/>
            </a:xfrm>
            <a:prstGeom prst="rect">
              <a:avLst/>
            </a:prstGeom>
            <a:noFill/>
            <a:ln>
              <a:noFill/>
            </a:ln>
          </p:spPr>
          <p:txBody>
            <a:bodyPr anchorCtr="0" anchor="ctr" bIns="0" lIns="4950" spcFirstLastPara="1" rIns="4950" wrap="square" tIns="4950">
              <a:spAutoFit/>
            </a:bodyPr>
            <a:lstStyle/>
            <a:p>
              <a:pPr indent="0" lvl="0" marL="0" rtl="0" algn="l">
                <a:spcBef>
                  <a:spcPts val="0"/>
                </a:spcBef>
                <a:spcAft>
                  <a:spcPts val="0"/>
                </a:spcAft>
                <a:buClr>
                  <a:schemeClr val="dk1"/>
                </a:buClr>
                <a:buSzPts val="2609"/>
                <a:buFont typeface="Arial"/>
                <a:buNone/>
              </a:pPr>
              <a:r>
                <a:rPr lang="en" sz="800">
                  <a:latin typeface="Salesforce Sans"/>
                  <a:ea typeface="Salesforce Sans"/>
                  <a:cs typeface="Salesforce Sans"/>
                  <a:sym typeface="Salesforce Sans"/>
                </a:rPr>
                <a:t>Create Service Quote</a:t>
              </a:r>
              <a:endParaRPr sz="800">
                <a:latin typeface="Salesforce Sans"/>
                <a:ea typeface="Salesforce Sans"/>
                <a:cs typeface="Salesforce Sans"/>
                <a:sym typeface="Salesforce Sans"/>
              </a:endParaRPr>
            </a:p>
          </p:txBody>
        </p:sp>
        <p:sp>
          <p:nvSpPr>
            <p:cNvPr id="7081" name="Google Shape;7081;p174"/>
            <p:cNvSpPr txBox="1"/>
            <p:nvPr/>
          </p:nvSpPr>
          <p:spPr>
            <a:xfrm>
              <a:off x="13715670" y="1390000"/>
              <a:ext cx="2088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Create Sales Lead Record</a:t>
              </a:r>
              <a:endParaRPr sz="800">
                <a:latin typeface="Salesforce Sans"/>
                <a:ea typeface="Salesforce Sans"/>
                <a:cs typeface="Salesforce Sans"/>
                <a:sym typeface="Salesforce Sans"/>
              </a:endParaRPr>
            </a:p>
          </p:txBody>
        </p:sp>
        <p:sp>
          <p:nvSpPr>
            <p:cNvPr id="7082" name="Google Shape;7082;p174"/>
            <p:cNvSpPr/>
            <p:nvPr/>
          </p:nvSpPr>
          <p:spPr>
            <a:xfrm>
              <a:off x="13579636" y="140844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83" name="Google Shape;7083;p174"/>
            <p:cNvSpPr txBox="1"/>
            <p:nvPr/>
          </p:nvSpPr>
          <p:spPr>
            <a:xfrm>
              <a:off x="11173911" y="1037034"/>
              <a:ext cx="9633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Line of Business</a:t>
              </a:r>
              <a:endParaRPr sz="1600">
                <a:latin typeface="Avant Garde Demi SFDC"/>
                <a:ea typeface="Avant Garde Demi SFDC"/>
                <a:cs typeface="Avant Garde Demi SFDC"/>
                <a:sym typeface="Avant Garde Demi SFDC"/>
              </a:endParaRPr>
            </a:p>
          </p:txBody>
        </p:sp>
        <p:sp>
          <p:nvSpPr>
            <p:cNvPr id="7084" name="Google Shape;7084;p174"/>
            <p:cNvSpPr txBox="1"/>
            <p:nvPr/>
          </p:nvSpPr>
          <p:spPr>
            <a:xfrm>
              <a:off x="12373679" y="1037034"/>
              <a:ext cx="10224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1E58"/>
                </a:buClr>
                <a:buSzPts val="1000"/>
                <a:buFont typeface="Questrial"/>
                <a:buNone/>
              </a:pPr>
              <a:r>
                <a:rPr lang="en" sz="1000">
                  <a:solidFill>
                    <a:srgbClr val="001E58"/>
                  </a:solidFill>
                  <a:latin typeface="Avant Garde Demi SFDC"/>
                  <a:ea typeface="Avant Garde Demi SFDC"/>
                  <a:cs typeface="Avant Garde Demi SFDC"/>
                  <a:sym typeface="Avant Garde Demi SFDC"/>
                </a:rPr>
                <a:t>Business task</a:t>
              </a:r>
              <a:endParaRPr sz="1600">
                <a:latin typeface="Avant Garde Demi SFDC"/>
                <a:ea typeface="Avant Garde Demi SFDC"/>
                <a:cs typeface="Avant Garde Demi SFDC"/>
                <a:sym typeface="Avant Garde Demi SFDC"/>
              </a:endParaRPr>
            </a:p>
          </p:txBody>
        </p:sp>
        <p:grpSp>
          <p:nvGrpSpPr>
            <p:cNvPr id="7085" name="Google Shape;7085;p174"/>
            <p:cNvGrpSpPr/>
            <p:nvPr/>
          </p:nvGrpSpPr>
          <p:grpSpPr>
            <a:xfrm>
              <a:off x="11193522" y="1260256"/>
              <a:ext cx="952541" cy="449700"/>
              <a:chOff x="5812280" y="1793656"/>
              <a:chExt cx="952541" cy="449700"/>
            </a:xfrm>
          </p:grpSpPr>
          <p:sp>
            <p:nvSpPr>
              <p:cNvPr id="7086" name="Google Shape;7086;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87" name="Google Shape;7087;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Post Sales &amp; Service</a:t>
                </a:r>
                <a:endParaRPr sz="900">
                  <a:solidFill>
                    <a:srgbClr val="FFFFFF"/>
                  </a:solidFill>
                  <a:latin typeface="Avant Garde Demi SFDC"/>
                  <a:ea typeface="Avant Garde Demi SFDC"/>
                  <a:cs typeface="Avant Garde Demi SFDC"/>
                  <a:sym typeface="Avant Garde Demi SFDC"/>
                </a:endParaRPr>
              </a:p>
            </p:txBody>
          </p:sp>
        </p:grpSp>
        <p:sp>
          <p:nvSpPr>
            <p:cNvPr id="7088" name="Google Shape;7088;p174"/>
            <p:cNvSpPr txBox="1"/>
            <p:nvPr/>
          </p:nvSpPr>
          <p:spPr>
            <a:xfrm>
              <a:off x="13717512" y="1037034"/>
              <a:ext cx="1494000" cy="209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1E58"/>
                </a:buClr>
                <a:buSzPts val="1000"/>
                <a:buFont typeface="Questrial"/>
                <a:buNone/>
              </a:pPr>
              <a:r>
                <a:rPr i="0" lang="en" sz="1000" u="none" cap="none" strike="noStrike">
                  <a:solidFill>
                    <a:srgbClr val="001E58"/>
                  </a:solidFill>
                  <a:latin typeface="Avant Garde Demi SFDC"/>
                  <a:ea typeface="Avant Garde Demi SFDC"/>
                  <a:cs typeface="Avant Garde Demi SFDC"/>
                  <a:sym typeface="Avant Garde Demi SFDC"/>
                </a:rPr>
                <a:t>Agentic Capabilities</a:t>
              </a:r>
              <a:endParaRPr sz="1600">
                <a:latin typeface="Avant Garde Demi SFDC"/>
                <a:ea typeface="Avant Garde Demi SFDC"/>
                <a:cs typeface="Avant Garde Demi SFDC"/>
                <a:sym typeface="Avant Garde Demi SFDC"/>
              </a:endParaRPr>
            </a:p>
          </p:txBody>
        </p:sp>
        <p:sp>
          <p:nvSpPr>
            <p:cNvPr id="7089" name="Google Shape;7089;p174"/>
            <p:cNvSpPr txBox="1"/>
            <p:nvPr/>
          </p:nvSpPr>
          <p:spPr>
            <a:xfrm>
              <a:off x="12373672" y="1238425"/>
              <a:ext cx="10224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66AFE"/>
                </a:buClr>
                <a:buSzPts val="900"/>
                <a:buFont typeface="Salesforce Sans"/>
                <a:buNone/>
              </a:pPr>
              <a:r>
                <a:rPr b="1" lang="en" sz="900">
                  <a:solidFill>
                    <a:srgbClr val="066AFE"/>
                  </a:solidFill>
                  <a:latin typeface="Salesforce Sans"/>
                  <a:ea typeface="Salesforce Sans"/>
                  <a:cs typeface="Salesforce Sans"/>
                  <a:sym typeface="Salesforce Sans"/>
                </a:rPr>
                <a:t>Customer Care</a:t>
              </a:r>
              <a:endParaRPr b="1" sz="900">
                <a:solidFill>
                  <a:srgbClr val="066AFE"/>
                </a:solidFill>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66AFE"/>
                </a:buClr>
                <a:buSzPts val="900"/>
                <a:buFont typeface="Salesforce Sans"/>
                <a:buNone/>
              </a:pPr>
              <a:r>
                <a:t/>
              </a:r>
              <a:endParaRPr b="1" sz="900">
                <a:solidFill>
                  <a:srgbClr val="066AFE"/>
                </a:solidFill>
                <a:latin typeface="Salesforce Sans"/>
                <a:ea typeface="Salesforce Sans"/>
                <a:cs typeface="Salesforce Sans"/>
                <a:sym typeface="Salesforce Sans"/>
              </a:endParaRPr>
            </a:p>
          </p:txBody>
        </p:sp>
        <p:grpSp>
          <p:nvGrpSpPr>
            <p:cNvPr id="7090" name="Google Shape;7090;p174"/>
            <p:cNvGrpSpPr/>
            <p:nvPr/>
          </p:nvGrpSpPr>
          <p:grpSpPr>
            <a:xfrm>
              <a:off x="11193522" y="3934484"/>
              <a:ext cx="952541" cy="449700"/>
              <a:chOff x="5812280" y="1793656"/>
              <a:chExt cx="952541" cy="449700"/>
            </a:xfrm>
          </p:grpSpPr>
          <p:sp>
            <p:nvSpPr>
              <p:cNvPr id="7091" name="Google Shape;7091;p174"/>
              <p:cNvSpPr/>
              <p:nvPr/>
            </p:nvSpPr>
            <p:spPr>
              <a:xfrm>
                <a:off x="5812322" y="1793656"/>
                <a:ext cx="952500" cy="449700"/>
              </a:xfrm>
              <a:prstGeom prst="roundRect">
                <a:avLst>
                  <a:gd fmla="val 50000" name="adj"/>
                </a:avLst>
              </a:prstGeom>
              <a:gradFill>
                <a:gsLst>
                  <a:gs pos="0">
                    <a:srgbClr val="1F0974"/>
                  </a:gs>
                  <a:gs pos="100000">
                    <a:srgbClr val="066AFE"/>
                  </a:gs>
                </a:gsLst>
                <a:lin ang="16200038" scaled="0"/>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2775"/>
                  </a:buClr>
                  <a:buSzPts val="1400"/>
                  <a:buFont typeface="Arial"/>
                  <a:buNone/>
                </a:pPr>
                <a:r>
                  <a:t/>
                </a:r>
                <a:endParaRPr b="0" i="0" sz="1400" u="none" cap="none" strike="noStrike">
                  <a:solidFill>
                    <a:srgbClr val="002775"/>
                  </a:solidFill>
                  <a:latin typeface="Arial"/>
                  <a:ea typeface="Arial"/>
                  <a:cs typeface="Arial"/>
                  <a:sym typeface="Arial"/>
                </a:endParaRPr>
              </a:p>
            </p:txBody>
          </p:sp>
          <p:sp>
            <p:nvSpPr>
              <p:cNvPr id="7092" name="Google Shape;7092;p174"/>
              <p:cNvSpPr txBox="1"/>
              <p:nvPr/>
            </p:nvSpPr>
            <p:spPr>
              <a:xfrm>
                <a:off x="5812280" y="1893856"/>
                <a:ext cx="952500" cy="2493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rgbClr val="FFFFFF"/>
                  </a:buClr>
                  <a:buSzPts val="900"/>
                  <a:buFont typeface="Questrial"/>
                  <a:buNone/>
                </a:pPr>
                <a:r>
                  <a:rPr lang="en" sz="900">
                    <a:solidFill>
                      <a:srgbClr val="FFFFFF"/>
                    </a:solidFill>
                    <a:latin typeface="Avant Garde Demi SFDC"/>
                    <a:ea typeface="Avant Garde Demi SFDC"/>
                    <a:cs typeface="Avant Garde Demi SFDC"/>
                    <a:sym typeface="Avant Garde Demi SFDC"/>
                  </a:rPr>
                  <a:t>G&amp;A</a:t>
                </a:r>
                <a:endParaRPr sz="900">
                  <a:solidFill>
                    <a:srgbClr val="FFFFFF"/>
                  </a:solidFill>
                  <a:latin typeface="Avant Garde Demi SFDC"/>
                  <a:ea typeface="Avant Garde Demi SFDC"/>
                  <a:cs typeface="Avant Garde Demi SFDC"/>
                  <a:sym typeface="Avant Garde Demi SFDC"/>
                </a:endParaRPr>
              </a:p>
            </p:txBody>
          </p:sp>
        </p:grpSp>
        <p:sp>
          <p:nvSpPr>
            <p:cNvPr id="7093" name="Google Shape;7093;p174"/>
            <p:cNvSpPr/>
            <p:nvPr/>
          </p:nvSpPr>
          <p:spPr>
            <a:xfrm>
              <a:off x="13579636" y="1253437"/>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4" name="Google Shape;7094;p174"/>
            <p:cNvSpPr txBox="1"/>
            <p:nvPr/>
          </p:nvSpPr>
          <p:spPr>
            <a:xfrm>
              <a:off x="13715683" y="1545820"/>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Get Cases by Verified Contact</a:t>
              </a:r>
              <a:endParaRPr i="0" sz="800" u="none" cap="none" strike="noStrike">
                <a:latin typeface="Salesforce Sans"/>
                <a:ea typeface="Salesforce Sans"/>
                <a:cs typeface="Salesforce Sans"/>
                <a:sym typeface="Salesforce Sans"/>
              </a:endParaRPr>
            </a:p>
          </p:txBody>
        </p:sp>
        <p:sp>
          <p:nvSpPr>
            <p:cNvPr id="7095" name="Google Shape;7095;p174"/>
            <p:cNvSpPr txBox="1"/>
            <p:nvPr/>
          </p:nvSpPr>
          <p:spPr>
            <a:xfrm>
              <a:off x="13715683" y="1697028"/>
              <a:ext cx="14577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Service Knowledge</a:t>
              </a:r>
              <a:endParaRPr i="0" sz="800" u="none" cap="none" strike="noStrike">
                <a:latin typeface="Salesforce Sans"/>
                <a:ea typeface="Salesforce Sans"/>
                <a:cs typeface="Salesforce Sans"/>
                <a:sym typeface="Salesforce Sans"/>
              </a:endParaRPr>
            </a:p>
          </p:txBody>
        </p:sp>
        <p:sp>
          <p:nvSpPr>
            <p:cNvPr id="7096" name="Google Shape;7096;p174"/>
            <p:cNvSpPr txBox="1"/>
            <p:nvPr/>
          </p:nvSpPr>
          <p:spPr>
            <a:xfrm>
              <a:off x="13715682" y="1836815"/>
              <a:ext cx="21333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Grounded Service Replies</a:t>
              </a:r>
              <a:endParaRPr sz="800">
                <a:latin typeface="Salesforce Sans"/>
                <a:ea typeface="Salesforce Sans"/>
                <a:cs typeface="Salesforce Sans"/>
                <a:sym typeface="Salesforce Sans"/>
              </a:endParaRPr>
            </a:p>
          </p:txBody>
        </p:sp>
        <p:sp>
          <p:nvSpPr>
            <p:cNvPr id="7097" name="Google Shape;7097;p174"/>
            <p:cNvSpPr/>
            <p:nvPr/>
          </p:nvSpPr>
          <p:spPr>
            <a:xfrm>
              <a:off x="13579636" y="156442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098" name="Google Shape;7098;p174"/>
            <p:cNvSpPr/>
            <p:nvPr/>
          </p:nvSpPr>
          <p:spPr>
            <a:xfrm>
              <a:off x="13579636" y="171562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099" name="Google Shape;7099;p174"/>
            <p:cNvSpPr/>
            <p:nvPr/>
          </p:nvSpPr>
          <p:spPr>
            <a:xfrm>
              <a:off x="13579636" y="185541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0" name="Google Shape;7100;p174"/>
            <p:cNvSpPr txBox="1"/>
            <p:nvPr/>
          </p:nvSpPr>
          <p:spPr>
            <a:xfrm>
              <a:off x="13715676" y="26570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Customer Inventory Management</a:t>
              </a:r>
              <a:endParaRPr i="0" sz="800" u="none" cap="none" strike="noStrike">
                <a:latin typeface="Salesforce Sans"/>
                <a:ea typeface="Salesforce Sans"/>
                <a:cs typeface="Salesforce Sans"/>
                <a:sym typeface="Salesforce Sans"/>
              </a:endParaRPr>
            </a:p>
          </p:txBody>
        </p:sp>
        <p:sp>
          <p:nvSpPr>
            <p:cNvPr id="7101" name="Google Shape;7101;p174"/>
            <p:cNvSpPr txBox="1"/>
            <p:nvPr/>
          </p:nvSpPr>
          <p:spPr>
            <a:xfrm>
              <a:off x="13715676" y="28056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Lead Time Estimator</a:t>
              </a:r>
              <a:endParaRPr i="0" sz="800" u="none" cap="none" strike="noStrike">
                <a:latin typeface="Salesforce Sans"/>
                <a:ea typeface="Salesforce Sans"/>
                <a:cs typeface="Salesforce Sans"/>
                <a:sym typeface="Salesforce Sans"/>
              </a:endParaRPr>
            </a:p>
          </p:txBody>
        </p:sp>
        <p:sp>
          <p:nvSpPr>
            <p:cNvPr id="7102" name="Google Shape;7102;p174"/>
            <p:cNvSpPr txBox="1"/>
            <p:nvPr/>
          </p:nvSpPr>
          <p:spPr>
            <a:xfrm>
              <a:off x="13715675" y="29542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WISMO</a:t>
              </a:r>
              <a:endParaRPr sz="800">
                <a:latin typeface="Salesforce Sans"/>
                <a:ea typeface="Salesforce Sans"/>
                <a:cs typeface="Salesforce Sans"/>
                <a:sym typeface="Salesforce Sans"/>
              </a:endParaRPr>
            </a:p>
          </p:txBody>
        </p:sp>
        <p:sp>
          <p:nvSpPr>
            <p:cNvPr id="7103" name="Google Shape;7103;p174"/>
            <p:cNvSpPr/>
            <p:nvPr/>
          </p:nvSpPr>
          <p:spPr>
            <a:xfrm>
              <a:off x="13579636" y="282420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4" name="Google Shape;7104;p174"/>
            <p:cNvSpPr/>
            <p:nvPr/>
          </p:nvSpPr>
          <p:spPr>
            <a:xfrm>
              <a:off x="13579636" y="297281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05" name="Google Shape;7105;p174"/>
            <p:cNvSpPr/>
            <p:nvPr/>
          </p:nvSpPr>
          <p:spPr>
            <a:xfrm>
              <a:off x="13579636" y="2675598"/>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06" name="Google Shape;7106;p174"/>
            <p:cNvSpPr txBox="1"/>
            <p:nvPr/>
          </p:nvSpPr>
          <p:spPr>
            <a:xfrm>
              <a:off x="13715676" y="31263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Dispatch Optimization</a:t>
              </a:r>
              <a:endParaRPr i="0" sz="800" u="none" cap="none" strike="noStrike">
                <a:latin typeface="Salesforce Sans"/>
                <a:ea typeface="Salesforce Sans"/>
                <a:cs typeface="Salesforce Sans"/>
                <a:sym typeface="Salesforce Sans"/>
              </a:endParaRPr>
            </a:p>
          </p:txBody>
        </p:sp>
        <p:sp>
          <p:nvSpPr>
            <p:cNvPr id="7107" name="Google Shape;7107;p174"/>
            <p:cNvSpPr txBox="1"/>
            <p:nvPr/>
          </p:nvSpPr>
          <p:spPr>
            <a:xfrm>
              <a:off x="13715676" y="32749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Finalize New Delivery Time</a:t>
              </a:r>
              <a:endParaRPr i="0" sz="800" u="none" cap="none" strike="noStrike">
                <a:latin typeface="Salesforce Sans"/>
                <a:ea typeface="Salesforce Sans"/>
                <a:cs typeface="Salesforce Sans"/>
                <a:sym typeface="Salesforce Sans"/>
              </a:endParaRPr>
            </a:p>
          </p:txBody>
        </p:sp>
        <p:sp>
          <p:nvSpPr>
            <p:cNvPr id="7108" name="Google Shape;7108;p174"/>
            <p:cNvSpPr txBox="1"/>
            <p:nvPr/>
          </p:nvSpPr>
          <p:spPr>
            <a:xfrm>
              <a:off x="13715675" y="34235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Confirmation</a:t>
              </a:r>
              <a:endParaRPr sz="800">
                <a:latin typeface="Salesforce Sans"/>
                <a:ea typeface="Salesforce Sans"/>
                <a:cs typeface="Salesforce Sans"/>
                <a:sym typeface="Salesforce Sans"/>
              </a:endParaRPr>
            </a:p>
          </p:txBody>
        </p:sp>
        <p:sp>
          <p:nvSpPr>
            <p:cNvPr id="7109" name="Google Shape;7109;p174"/>
            <p:cNvSpPr txBox="1"/>
            <p:nvPr/>
          </p:nvSpPr>
          <p:spPr>
            <a:xfrm>
              <a:off x="13715676" y="35747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Delivery Exception Management</a:t>
              </a:r>
              <a:endParaRPr i="0" sz="800" u="none" cap="none" strike="noStrike">
                <a:latin typeface="Salesforce Sans"/>
                <a:ea typeface="Salesforce Sans"/>
                <a:cs typeface="Salesforce Sans"/>
                <a:sym typeface="Salesforce Sans"/>
              </a:endParaRPr>
            </a:p>
          </p:txBody>
        </p:sp>
        <p:sp>
          <p:nvSpPr>
            <p:cNvPr id="7110" name="Google Shape;7110;p174"/>
            <p:cNvSpPr/>
            <p:nvPr/>
          </p:nvSpPr>
          <p:spPr>
            <a:xfrm>
              <a:off x="13579636" y="329357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1" name="Google Shape;7111;p174"/>
            <p:cNvSpPr/>
            <p:nvPr/>
          </p:nvSpPr>
          <p:spPr>
            <a:xfrm>
              <a:off x="13579636" y="344218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2" name="Google Shape;7112;p174"/>
            <p:cNvSpPr/>
            <p:nvPr/>
          </p:nvSpPr>
          <p:spPr>
            <a:xfrm>
              <a:off x="13579636" y="3593389"/>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3" name="Google Shape;7113;p174"/>
            <p:cNvSpPr/>
            <p:nvPr/>
          </p:nvSpPr>
          <p:spPr>
            <a:xfrm>
              <a:off x="13579636" y="3144960"/>
              <a:ext cx="91200" cy="91200"/>
            </a:xfrm>
            <a:prstGeom prst="ellipse">
              <a:avLst/>
            </a:prstGeom>
            <a:solidFill>
              <a:srgbClr val="086AF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4" name="Google Shape;7114;p174"/>
            <p:cNvSpPr txBox="1"/>
            <p:nvPr/>
          </p:nvSpPr>
          <p:spPr>
            <a:xfrm>
              <a:off x="13715676" y="6461749"/>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Quote-To-Cash Management</a:t>
              </a:r>
              <a:endParaRPr i="0" sz="800" u="none" cap="none" strike="noStrike">
                <a:latin typeface="Salesforce Sans"/>
                <a:ea typeface="Salesforce Sans"/>
                <a:cs typeface="Salesforce Sans"/>
                <a:sym typeface="Salesforce Sans"/>
              </a:endParaRPr>
            </a:p>
          </p:txBody>
        </p:sp>
        <p:sp>
          <p:nvSpPr>
            <p:cNvPr id="7115" name="Google Shape;7115;p174"/>
            <p:cNvSpPr txBox="1"/>
            <p:nvPr/>
          </p:nvSpPr>
          <p:spPr>
            <a:xfrm>
              <a:off x="13715675" y="6610366"/>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Collections</a:t>
              </a:r>
              <a:endParaRPr sz="800">
                <a:latin typeface="Salesforce Sans"/>
                <a:ea typeface="Salesforce Sans"/>
                <a:cs typeface="Salesforce Sans"/>
                <a:sym typeface="Salesforce Sans"/>
              </a:endParaRPr>
            </a:p>
          </p:txBody>
        </p:sp>
        <p:sp>
          <p:nvSpPr>
            <p:cNvPr id="7116" name="Google Shape;7116;p174"/>
            <p:cNvSpPr txBox="1"/>
            <p:nvPr/>
          </p:nvSpPr>
          <p:spPr>
            <a:xfrm>
              <a:off x="13715674" y="6756791"/>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Accounting Reconciliation</a:t>
              </a:r>
              <a:endParaRPr i="0" sz="800" u="none" cap="none" strike="noStrike">
                <a:latin typeface="Salesforce Sans"/>
                <a:ea typeface="Salesforce Sans"/>
                <a:cs typeface="Salesforce Sans"/>
                <a:sym typeface="Salesforce Sans"/>
              </a:endParaRPr>
            </a:p>
          </p:txBody>
        </p:sp>
        <p:sp>
          <p:nvSpPr>
            <p:cNvPr id="7117" name="Google Shape;7117;p174"/>
            <p:cNvSpPr/>
            <p:nvPr/>
          </p:nvSpPr>
          <p:spPr>
            <a:xfrm>
              <a:off x="13579636" y="648034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18" name="Google Shape;7118;p174"/>
            <p:cNvSpPr/>
            <p:nvPr/>
          </p:nvSpPr>
          <p:spPr>
            <a:xfrm>
              <a:off x="13579636" y="6628959"/>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19" name="Google Shape;7119;p174"/>
            <p:cNvSpPr/>
            <p:nvPr/>
          </p:nvSpPr>
          <p:spPr>
            <a:xfrm>
              <a:off x="13579636" y="677540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0" name="Google Shape;7120;p174"/>
            <p:cNvSpPr txBox="1"/>
            <p:nvPr/>
          </p:nvSpPr>
          <p:spPr>
            <a:xfrm>
              <a:off x="13715676" y="20341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Order Validation</a:t>
              </a:r>
              <a:endParaRPr i="0" sz="800" u="none" cap="none" strike="noStrike">
                <a:latin typeface="Salesforce Sans"/>
                <a:ea typeface="Salesforce Sans"/>
                <a:cs typeface="Salesforce Sans"/>
                <a:sym typeface="Salesforce Sans"/>
              </a:endParaRPr>
            </a:p>
          </p:txBody>
        </p:sp>
        <p:sp>
          <p:nvSpPr>
            <p:cNvPr id="7121" name="Google Shape;7121;p174"/>
            <p:cNvSpPr txBox="1"/>
            <p:nvPr/>
          </p:nvSpPr>
          <p:spPr>
            <a:xfrm>
              <a:off x="13715676" y="21827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Fulfillment Planning</a:t>
              </a:r>
              <a:endParaRPr i="0" sz="800" u="none" cap="none" strike="noStrike">
                <a:latin typeface="Salesforce Sans"/>
                <a:ea typeface="Salesforce Sans"/>
                <a:cs typeface="Salesforce Sans"/>
                <a:sym typeface="Salesforce Sans"/>
              </a:endParaRPr>
            </a:p>
          </p:txBody>
        </p:sp>
        <p:sp>
          <p:nvSpPr>
            <p:cNvPr id="7122" name="Google Shape;7122;p174"/>
            <p:cNvSpPr txBox="1"/>
            <p:nvPr/>
          </p:nvSpPr>
          <p:spPr>
            <a:xfrm>
              <a:off x="13715675" y="23313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Documentation &amp; Compliance</a:t>
              </a:r>
              <a:endParaRPr sz="800">
                <a:latin typeface="Salesforce Sans"/>
                <a:ea typeface="Salesforce Sans"/>
                <a:cs typeface="Salesforce Sans"/>
                <a:sym typeface="Salesforce Sans"/>
              </a:endParaRPr>
            </a:p>
          </p:txBody>
        </p:sp>
        <p:sp>
          <p:nvSpPr>
            <p:cNvPr id="7123" name="Google Shape;7123;p174"/>
            <p:cNvSpPr txBox="1"/>
            <p:nvPr/>
          </p:nvSpPr>
          <p:spPr>
            <a:xfrm>
              <a:off x="13715676" y="24825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Post-Sales Finance</a:t>
              </a:r>
              <a:endParaRPr sz="800">
                <a:latin typeface="Salesforce Sans"/>
                <a:ea typeface="Salesforce Sans"/>
                <a:cs typeface="Salesforce Sans"/>
                <a:sym typeface="Salesforce Sans"/>
              </a:endParaRPr>
            </a:p>
          </p:txBody>
        </p:sp>
        <p:sp>
          <p:nvSpPr>
            <p:cNvPr id="7124" name="Google Shape;7124;p174"/>
            <p:cNvSpPr/>
            <p:nvPr/>
          </p:nvSpPr>
          <p:spPr>
            <a:xfrm>
              <a:off x="13579636" y="23499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25" name="Google Shape;7125;p174"/>
            <p:cNvSpPr/>
            <p:nvPr/>
          </p:nvSpPr>
          <p:spPr>
            <a:xfrm>
              <a:off x="13579636" y="20527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6" name="Google Shape;7126;p174"/>
            <p:cNvSpPr txBox="1"/>
            <p:nvPr/>
          </p:nvSpPr>
          <p:spPr>
            <a:xfrm>
              <a:off x="13715676" y="3908877"/>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Workforce Planning</a:t>
              </a:r>
              <a:endParaRPr i="0" sz="800" u="none" cap="none" strike="noStrike">
                <a:latin typeface="Salesforce Sans"/>
                <a:ea typeface="Salesforce Sans"/>
                <a:cs typeface="Salesforce Sans"/>
                <a:sym typeface="Salesforce Sans"/>
              </a:endParaRPr>
            </a:p>
          </p:txBody>
        </p:sp>
        <p:sp>
          <p:nvSpPr>
            <p:cNvPr id="7127" name="Google Shape;7127;p174"/>
            <p:cNvSpPr txBox="1"/>
            <p:nvPr/>
          </p:nvSpPr>
          <p:spPr>
            <a:xfrm>
              <a:off x="13715676" y="4057483"/>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People Measurement &amp; Reporting</a:t>
              </a:r>
              <a:endParaRPr i="0" sz="800" u="none" cap="none" strike="noStrike">
                <a:latin typeface="Salesforce Sans"/>
                <a:ea typeface="Salesforce Sans"/>
                <a:cs typeface="Salesforce Sans"/>
                <a:sym typeface="Salesforce Sans"/>
              </a:endParaRPr>
            </a:p>
          </p:txBody>
        </p:sp>
        <p:sp>
          <p:nvSpPr>
            <p:cNvPr id="7128" name="Google Shape;7128;p174"/>
            <p:cNvSpPr/>
            <p:nvPr/>
          </p:nvSpPr>
          <p:spPr>
            <a:xfrm>
              <a:off x="13579636" y="4076083"/>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29" name="Google Shape;7129;p174"/>
            <p:cNvSpPr/>
            <p:nvPr/>
          </p:nvSpPr>
          <p:spPr>
            <a:xfrm>
              <a:off x="13579636" y="3927473"/>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0" name="Google Shape;7130;p174"/>
            <p:cNvSpPr txBox="1"/>
            <p:nvPr/>
          </p:nvSpPr>
          <p:spPr>
            <a:xfrm>
              <a:off x="13715676" y="42576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Sourcing Strategy Development</a:t>
              </a:r>
              <a:endParaRPr i="0" sz="800" u="none" cap="none" strike="noStrike">
                <a:latin typeface="Salesforce Sans"/>
                <a:ea typeface="Salesforce Sans"/>
                <a:cs typeface="Salesforce Sans"/>
                <a:sym typeface="Salesforce Sans"/>
              </a:endParaRPr>
            </a:p>
          </p:txBody>
        </p:sp>
        <p:sp>
          <p:nvSpPr>
            <p:cNvPr id="7131" name="Google Shape;7131;p174"/>
            <p:cNvSpPr txBox="1"/>
            <p:nvPr/>
          </p:nvSpPr>
          <p:spPr>
            <a:xfrm>
              <a:off x="13715676" y="44062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Outreach</a:t>
              </a:r>
              <a:endParaRPr i="0" sz="800" u="none" cap="none" strike="noStrike">
                <a:latin typeface="Salesforce Sans"/>
                <a:ea typeface="Salesforce Sans"/>
                <a:cs typeface="Salesforce Sans"/>
                <a:sym typeface="Salesforce Sans"/>
              </a:endParaRPr>
            </a:p>
          </p:txBody>
        </p:sp>
        <p:sp>
          <p:nvSpPr>
            <p:cNvPr id="7132" name="Google Shape;7132;p174"/>
            <p:cNvSpPr txBox="1"/>
            <p:nvPr/>
          </p:nvSpPr>
          <p:spPr>
            <a:xfrm>
              <a:off x="13715675" y="45548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Coaching</a:t>
              </a:r>
              <a:endParaRPr sz="800">
                <a:latin typeface="Salesforce Sans"/>
                <a:ea typeface="Salesforce Sans"/>
                <a:cs typeface="Salesforce Sans"/>
                <a:sym typeface="Salesforce Sans"/>
              </a:endParaRPr>
            </a:p>
          </p:txBody>
        </p:sp>
        <p:sp>
          <p:nvSpPr>
            <p:cNvPr id="7133" name="Google Shape;7133;p174"/>
            <p:cNvSpPr txBox="1"/>
            <p:nvPr/>
          </p:nvSpPr>
          <p:spPr>
            <a:xfrm>
              <a:off x="13715676" y="470608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Talent Onboarding</a:t>
              </a:r>
              <a:endParaRPr i="0" sz="800" u="none" cap="none" strike="noStrike">
                <a:latin typeface="Salesforce Sans"/>
                <a:ea typeface="Salesforce Sans"/>
                <a:cs typeface="Salesforce Sans"/>
                <a:sym typeface="Salesforce Sans"/>
              </a:endParaRPr>
            </a:p>
          </p:txBody>
        </p:sp>
        <p:sp>
          <p:nvSpPr>
            <p:cNvPr id="7134" name="Google Shape;7134;p174"/>
            <p:cNvSpPr/>
            <p:nvPr/>
          </p:nvSpPr>
          <p:spPr>
            <a:xfrm>
              <a:off x="13579636" y="442487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5" name="Google Shape;7135;p174"/>
            <p:cNvSpPr/>
            <p:nvPr/>
          </p:nvSpPr>
          <p:spPr>
            <a:xfrm>
              <a:off x="13579636" y="457348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36" name="Google Shape;7136;p174"/>
            <p:cNvSpPr/>
            <p:nvPr/>
          </p:nvSpPr>
          <p:spPr>
            <a:xfrm>
              <a:off x="13579636" y="472468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7" name="Google Shape;7137;p174"/>
            <p:cNvSpPr/>
            <p:nvPr/>
          </p:nvSpPr>
          <p:spPr>
            <a:xfrm>
              <a:off x="13579636" y="4276260"/>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38" name="Google Shape;7138;p174"/>
            <p:cNvSpPr txBox="1"/>
            <p:nvPr/>
          </p:nvSpPr>
          <p:spPr>
            <a:xfrm>
              <a:off x="13715676" y="487657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Career Path Design</a:t>
              </a:r>
              <a:endParaRPr i="0" sz="800" u="none" cap="none" strike="noStrike">
                <a:latin typeface="Salesforce Sans"/>
                <a:ea typeface="Salesforce Sans"/>
                <a:cs typeface="Salesforce Sans"/>
                <a:sym typeface="Salesforce Sans"/>
              </a:endParaRPr>
            </a:p>
          </p:txBody>
        </p:sp>
        <p:sp>
          <p:nvSpPr>
            <p:cNvPr id="7139" name="Google Shape;7139;p174"/>
            <p:cNvSpPr txBox="1"/>
            <p:nvPr/>
          </p:nvSpPr>
          <p:spPr>
            <a:xfrm>
              <a:off x="13715675" y="5025191"/>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Content Design &amp; Delivery</a:t>
              </a:r>
              <a:endParaRPr sz="800">
                <a:latin typeface="Salesforce Sans"/>
                <a:ea typeface="Salesforce Sans"/>
                <a:cs typeface="Salesforce Sans"/>
                <a:sym typeface="Salesforce Sans"/>
              </a:endParaRPr>
            </a:p>
          </p:txBody>
        </p:sp>
        <p:sp>
          <p:nvSpPr>
            <p:cNvPr id="7140" name="Google Shape;7140;p174"/>
            <p:cNvSpPr txBox="1"/>
            <p:nvPr/>
          </p:nvSpPr>
          <p:spPr>
            <a:xfrm>
              <a:off x="13715674" y="5176378"/>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a:t>
              </a:r>
              <a:endParaRPr i="0" sz="800" u="none" cap="none" strike="noStrike">
                <a:latin typeface="Salesforce Sans"/>
                <a:ea typeface="Salesforce Sans"/>
                <a:cs typeface="Salesforce Sans"/>
                <a:sym typeface="Salesforce Sans"/>
              </a:endParaRPr>
            </a:p>
          </p:txBody>
        </p:sp>
        <p:sp>
          <p:nvSpPr>
            <p:cNvPr id="7141" name="Google Shape;7141;p174"/>
            <p:cNvSpPr/>
            <p:nvPr/>
          </p:nvSpPr>
          <p:spPr>
            <a:xfrm>
              <a:off x="13579636" y="5043784"/>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2" name="Google Shape;7142;p174"/>
            <p:cNvSpPr/>
            <p:nvPr/>
          </p:nvSpPr>
          <p:spPr>
            <a:xfrm>
              <a:off x="13579636" y="519499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3" name="Google Shape;7143;p174"/>
            <p:cNvSpPr txBox="1"/>
            <p:nvPr/>
          </p:nvSpPr>
          <p:spPr>
            <a:xfrm>
              <a:off x="13715675" y="5352938"/>
              <a:ext cx="26784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Compensation &amp; Benefit Creation &amp; Delivery</a:t>
              </a:r>
              <a:endParaRPr i="0" sz="800" u="none" cap="none" strike="noStrike">
                <a:latin typeface="Salesforce Sans"/>
                <a:ea typeface="Salesforce Sans"/>
                <a:cs typeface="Salesforce Sans"/>
                <a:sym typeface="Salesforce Sans"/>
              </a:endParaRPr>
            </a:p>
          </p:txBody>
        </p:sp>
        <p:sp>
          <p:nvSpPr>
            <p:cNvPr id="7144" name="Google Shape;7144;p174"/>
            <p:cNvSpPr txBox="1"/>
            <p:nvPr/>
          </p:nvSpPr>
          <p:spPr>
            <a:xfrm>
              <a:off x="13715675" y="5501538"/>
              <a:ext cx="30000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Employee Experience &amp; Health Monitoring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45" name="Google Shape;7145;p174"/>
            <p:cNvSpPr txBox="1"/>
            <p:nvPr/>
          </p:nvSpPr>
          <p:spPr>
            <a:xfrm>
              <a:off x="13715675" y="5650169"/>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Payroll &amp; Vacation Monitoring</a:t>
              </a:r>
              <a:endParaRPr sz="800">
                <a:latin typeface="Salesforce Sans"/>
                <a:ea typeface="Salesforce Sans"/>
                <a:cs typeface="Salesforce Sans"/>
                <a:sym typeface="Salesforce Sans"/>
              </a:endParaRPr>
            </a:p>
          </p:txBody>
        </p:sp>
        <p:sp>
          <p:nvSpPr>
            <p:cNvPr id="7146" name="Google Shape;7146;p174"/>
            <p:cNvSpPr/>
            <p:nvPr/>
          </p:nvSpPr>
          <p:spPr>
            <a:xfrm>
              <a:off x="13579636" y="552015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47" name="Google Shape;7147;p174"/>
            <p:cNvSpPr txBox="1"/>
            <p:nvPr/>
          </p:nvSpPr>
          <p:spPr>
            <a:xfrm>
              <a:off x="13715675" y="5801369"/>
              <a:ext cx="2740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&amp; Labour Relations Monitoring</a:t>
              </a:r>
              <a:endParaRPr sz="800">
                <a:latin typeface="Salesforce Sans"/>
                <a:ea typeface="Salesforce Sans"/>
                <a:cs typeface="Salesforce Sans"/>
                <a:sym typeface="Salesforce Sans"/>
              </a:endParaRPr>
            </a:p>
          </p:txBody>
        </p:sp>
        <p:sp>
          <p:nvSpPr>
            <p:cNvPr id="7148" name="Google Shape;7148;p174"/>
            <p:cNvSpPr/>
            <p:nvPr/>
          </p:nvSpPr>
          <p:spPr>
            <a:xfrm>
              <a:off x="13579636" y="5668762"/>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49" name="Google Shape;7149;p174"/>
            <p:cNvSpPr/>
            <p:nvPr/>
          </p:nvSpPr>
          <p:spPr>
            <a:xfrm>
              <a:off x="13579636" y="5371542"/>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0" name="Google Shape;7150;p174"/>
            <p:cNvSpPr txBox="1"/>
            <p:nvPr/>
          </p:nvSpPr>
          <p:spPr>
            <a:xfrm>
              <a:off x="13715676" y="598166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Long-Term &amp; Annual Budgeting</a:t>
              </a:r>
              <a:endParaRPr sz="800">
                <a:latin typeface="Salesforce Sans"/>
                <a:ea typeface="Salesforce Sans"/>
                <a:cs typeface="Salesforce Sans"/>
                <a:sym typeface="Salesforce Sans"/>
              </a:endParaRPr>
            </a:p>
          </p:txBody>
        </p:sp>
        <p:sp>
          <p:nvSpPr>
            <p:cNvPr id="7151" name="Google Shape;7151;p174"/>
            <p:cNvSpPr txBox="1"/>
            <p:nvPr/>
          </p:nvSpPr>
          <p:spPr>
            <a:xfrm>
              <a:off x="13715675" y="613027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Financial Forecasting &amp; Scenario Modeling</a:t>
              </a:r>
              <a:endParaRPr sz="800">
                <a:latin typeface="Salesforce Sans"/>
                <a:ea typeface="Salesforce Sans"/>
                <a:cs typeface="Salesforce Sans"/>
                <a:sym typeface="Salesforce Sans"/>
              </a:endParaRPr>
            </a:p>
          </p:txBody>
        </p:sp>
        <p:sp>
          <p:nvSpPr>
            <p:cNvPr id="7152" name="Google Shape;7152;p174"/>
            <p:cNvSpPr txBox="1"/>
            <p:nvPr/>
          </p:nvSpPr>
          <p:spPr>
            <a:xfrm>
              <a:off x="13715674" y="6281466"/>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Performance Management &amp; Kpi Monitoring</a:t>
              </a:r>
              <a:endParaRPr sz="800">
                <a:latin typeface="Salesforce Sans"/>
                <a:ea typeface="Salesforce Sans"/>
                <a:cs typeface="Salesforce Sans"/>
                <a:sym typeface="Salesforce Sans"/>
              </a:endParaRPr>
            </a:p>
          </p:txBody>
        </p:sp>
        <p:sp>
          <p:nvSpPr>
            <p:cNvPr id="7153" name="Google Shape;7153;p174"/>
            <p:cNvSpPr/>
            <p:nvPr/>
          </p:nvSpPr>
          <p:spPr>
            <a:xfrm>
              <a:off x="13579636" y="600026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4" name="Google Shape;7154;p174"/>
            <p:cNvSpPr/>
            <p:nvPr/>
          </p:nvSpPr>
          <p:spPr>
            <a:xfrm>
              <a:off x="13579636" y="6148871"/>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55" name="Google Shape;7155;p174"/>
            <p:cNvSpPr/>
            <p:nvPr/>
          </p:nvSpPr>
          <p:spPr>
            <a:xfrm>
              <a:off x="13579636" y="6300079"/>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56" name="Google Shape;7156;p174"/>
            <p:cNvSpPr txBox="1"/>
            <p:nvPr/>
          </p:nvSpPr>
          <p:spPr>
            <a:xfrm>
              <a:off x="13715675" y="6928716"/>
              <a:ext cx="24258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Tax Filing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57" name="Google Shape;7157;p174"/>
            <p:cNvSpPr txBox="1"/>
            <p:nvPr/>
          </p:nvSpPr>
          <p:spPr>
            <a:xfrm>
              <a:off x="13715676" y="71024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Analytics</a:t>
              </a:r>
              <a:endParaRPr i="0" sz="800" u="none" cap="none" strike="noStrike">
                <a:latin typeface="Salesforce Sans"/>
                <a:ea typeface="Salesforce Sans"/>
                <a:cs typeface="Salesforce Sans"/>
                <a:sym typeface="Salesforce Sans"/>
              </a:endParaRPr>
            </a:p>
          </p:txBody>
        </p:sp>
        <p:sp>
          <p:nvSpPr>
            <p:cNvPr id="7158" name="Google Shape;7158;p174"/>
            <p:cNvSpPr txBox="1"/>
            <p:nvPr/>
          </p:nvSpPr>
          <p:spPr>
            <a:xfrm>
              <a:off x="13715676" y="72510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Presentation Creation</a:t>
              </a:r>
              <a:endParaRPr i="0" sz="800" u="none" cap="none" strike="noStrike">
                <a:latin typeface="Salesforce Sans"/>
                <a:ea typeface="Salesforce Sans"/>
                <a:cs typeface="Salesforce Sans"/>
                <a:sym typeface="Salesforce Sans"/>
              </a:endParaRPr>
            </a:p>
          </p:txBody>
        </p:sp>
        <p:sp>
          <p:nvSpPr>
            <p:cNvPr id="7159" name="Google Shape;7159;p174"/>
            <p:cNvSpPr/>
            <p:nvPr/>
          </p:nvSpPr>
          <p:spPr>
            <a:xfrm>
              <a:off x="13579636" y="7121060"/>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60" name="Google Shape;7160;p174"/>
            <p:cNvSpPr txBox="1"/>
            <p:nvPr/>
          </p:nvSpPr>
          <p:spPr>
            <a:xfrm>
              <a:off x="13715676" y="7427802"/>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Alert Ingestion &amp; Correlation</a:t>
              </a:r>
              <a:endParaRPr i="0" sz="800" u="none" cap="none" strike="noStrike">
                <a:latin typeface="Salesforce Sans"/>
                <a:ea typeface="Salesforce Sans"/>
                <a:cs typeface="Salesforce Sans"/>
                <a:sym typeface="Salesforce Sans"/>
              </a:endParaRPr>
            </a:p>
          </p:txBody>
        </p:sp>
        <p:sp>
          <p:nvSpPr>
            <p:cNvPr id="7161" name="Google Shape;7161;p174"/>
            <p:cNvSpPr txBox="1"/>
            <p:nvPr/>
          </p:nvSpPr>
          <p:spPr>
            <a:xfrm>
              <a:off x="13715676" y="757640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Triage &amp; Routing</a:t>
              </a:r>
              <a:endParaRPr i="0" sz="800" u="none" cap="none" strike="noStrike">
                <a:latin typeface="Salesforce Sans"/>
                <a:ea typeface="Salesforce Sans"/>
                <a:cs typeface="Salesforce Sans"/>
                <a:sym typeface="Salesforce Sans"/>
              </a:endParaRPr>
            </a:p>
          </p:txBody>
        </p:sp>
        <p:sp>
          <p:nvSpPr>
            <p:cNvPr id="7162" name="Google Shape;7162;p174"/>
            <p:cNvSpPr txBox="1"/>
            <p:nvPr/>
          </p:nvSpPr>
          <p:spPr>
            <a:xfrm>
              <a:off x="13715675" y="7725025"/>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Root-Cause Analysis</a:t>
              </a:r>
              <a:endParaRPr sz="800">
                <a:latin typeface="Salesforce Sans"/>
                <a:ea typeface="Salesforce Sans"/>
                <a:cs typeface="Salesforce Sans"/>
                <a:sym typeface="Salesforce Sans"/>
              </a:endParaRPr>
            </a:p>
          </p:txBody>
        </p:sp>
        <p:sp>
          <p:nvSpPr>
            <p:cNvPr id="7163" name="Google Shape;7163;p174"/>
            <p:cNvSpPr txBox="1"/>
            <p:nvPr/>
          </p:nvSpPr>
          <p:spPr>
            <a:xfrm>
              <a:off x="13715676" y="7876218"/>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Auto-Remediation &amp; Rollback</a:t>
              </a:r>
              <a:endParaRPr sz="800">
                <a:latin typeface="Salesforce Sans"/>
                <a:ea typeface="Salesforce Sans"/>
                <a:cs typeface="Salesforce Sans"/>
                <a:sym typeface="Salesforce Sans"/>
              </a:endParaRPr>
            </a:p>
          </p:txBody>
        </p:sp>
        <p:sp>
          <p:nvSpPr>
            <p:cNvPr id="7164" name="Google Shape;7164;p174"/>
            <p:cNvSpPr/>
            <p:nvPr/>
          </p:nvSpPr>
          <p:spPr>
            <a:xfrm>
              <a:off x="13579636" y="7743618"/>
              <a:ext cx="91200" cy="91200"/>
            </a:xfrm>
            <a:prstGeom prst="ellipse">
              <a:avLst/>
            </a:prstGeom>
            <a:solidFill>
              <a:srgbClr val="F38304"/>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FFFFFF"/>
                </a:solidFill>
                <a:latin typeface="Salesforce Sans"/>
                <a:ea typeface="Salesforce Sans"/>
                <a:cs typeface="Salesforce Sans"/>
                <a:sym typeface="Salesforce Sans"/>
              </a:endParaRPr>
            </a:p>
          </p:txBody>
        </p:sp>
        <p:sp>
          <p:nvSpPr>
            <p:cNvPr id="7165" name="Google Shape;7165;p174"/>
            <p:cNvSpPr txBox="1"/>
            <p:nvPr/>
          </p:nvSpPr>
          <p:spPr>
            <a:xfrm>
              <a:off x="13715676" y="8074064"/>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Schema Discovery &amp; Mapping</a:t>
              </a:r>
              <a:endParaRPr i="0" sz="800" u="none" cap="none" strike="noStrike">
                <a:latin typeface="Salesforce Sans"/>
                <a:ea typeface="Salesforce Sans"/>
                <a:cs typeface="Salesforce Sans"/>
                <a:sym typeface="Salesforce Sans"/>
              </a:endParaRPr>
            </a:p>
          </p:txBody>
        </p:sp>
        <p:sp>
          <p:nvSpPr>
            <p:cNvPr id="7166" name="Google Shape;7166;p174"/>
            <p:cNvSpPr txBox="1"/>
            <p:nvPr/>
          </p:nvSpPr>
          <p:spPr>
            <a:xfrm>
              <a:off x="13715676" y="8222670"/>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Transformation &amp; Validation (Etl)</a:t>
              </a:r>
              <a:endParaRPr sz="800">
                <a:latin typeface="Salesforce Sans"/>
                <a:ea typeface="Salesforce Sans"/>
                <a:cs typeface="Salesforce Sans"/>
                <a:sym typeface="Salesforce Sans"/>
              </a:endParaRPr>
            </a:p>
          </p:txBody>
        </p:sp>
        <p:sp>
          <p:nvSpPr>
            <p:cNvPr id="7167" name="Google Shape;7167;p174"/>
            <p:cNvSpPr txBox="1"/>
            <p:nvPr/>
          </p:nvSpPr>
          <p:spPr>
            <a:xfrm>
              <a:off x="13715675" y="837128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Sync Orchestration</a:t>
              </a:r>
              <a:endParaRPr sz="800">
                <a:latin typeface="Salesforce Sans"/>
                <a:ea typeface="Salesforce Sans"/>
                <a:cs typeface="Salesforce Sans"/>
                <a:sym typeface="Salesforce Sans"/>
              </a:endParaRPr>
            </a:p>
          </p:txBody>
        </p:sp>
        <p:sp>
          <p:nvSpPr>
            <p:cNvPr id="7168" name="Google Shape;7168;p174"/>
            <p:cNvSpPr txBox="1"/>
            <p:nvPr/>
          </p:nvSpPr>
          <p:spPr>
            <a:xfrm>
              <a:off x="13715676" y="8522481"/>
              <a:ext cx="2046600" cy="2514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Data Quality &amp; Exception Handling</a:t>
              </a:r>
              <a:endParaRPr sz="800">
                <a:latin typeface="Salesforce Sans"/>
                <a:ea typeface="Salesforce Sans"/>
                <a:cs typeface="Salesforce Sans"/>
                <a:sym typeface="Salesforce Sans"/>
              </a:endParaRPr>
            </a:p>
            <a:p>
              <a:pPr indent="0" lvl="0" marL="0" marR="0" rtl="0" algn="l">
                <a:lnSpc>
                  <a:spcPct val="100000"/>
                </a:lnSpc>
                <a:spcBef>
                  <a:spcPts val="0"/>
                </a:spcBef>
                <a:spcAft>
                  <a:spcPts val="0"/>
                </a:spcAft>
                <a:buClr>
                  <a:srgbClr val="002775"/>
                </a:buClr>
                <a:buSzPts val="2800"/>
                <a:buFont typeface="Arial"/>
                <a:buNone/>
              </a:pPr>
              <a:r>
                <a:t/>
              </a:r>
              <a:endParaRPr sz="800">
                <a:latin typeface="Salesforce Sans"/>
                <a:ea typeface="Salesforce Sans"/>
                <a:cs typeface="Salesforce Sans"/>
                <a:sym typeface="Salesforce Sans"/>
              </a:endParaRPr>
            </a:p>
          </p:txBody>
        </p:sp>
        <p:sp>
          <p:nvSpPr>
            <p:cNvPr id="7169" name="Google Shape;7169;p174"/>
            <p:cNvSpPr txBox="1"/>
            <p:nvPr/>
          </p:nvSpPr>
          <p:spPr>
            <a:xfrm>
              <a:off x="13715676" y="869941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Drafting</a:t>
              </a:r>
              <a:endParaRPr i="0" sz="800" u="none" cap="none" strike="noStrike">
                <a:latin typeface="Salesforce Sans"/>
                <a:ea typeface="Salesforce Sans"/>
                <a:cs typeface="Salesforce Sans"/>
                <a:sym typeface="Salesforce Sans"/>
              </a:endParaRPr>
            </a:p>
          </p:txBody>
        </p:sp>
        <p:sp>
          <p:nvSpPr>
            <p:cNvPr id="7170" name="Google Shape;7170;p174"/>
            <p:cNvSpPr txBox="1"/>
            <p:nvPr/>
          </p:nvSpPr>
          <p:spPr>
            <a:xfrm>
              <a:off x="13715675" y="884802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Contract Negotiation And Redlining</a:t>
              </a:r>
              <a:endParaRPr sz="800">
                <a:latin typeface="Salesforce Sans"/>
                <a:ea typeface="Salesforce Sans"/>
                <a:cs typeface="Salesforce Sans"/>
                <a:sym typeface="Salesforce Sans"/>
              </a:endParaRPr>
            </a:p>
          </p:txBody>
        </p:sp>
        <p:sp>
          <p:nvSpPr>
            <p:cNvPr id="7171" name="Google Shape;7171;p174"/>
            <p:cNvSpPr txBox="1"/>
            <p:nvPr/>
          </p:nvSpPr>
          <p:spPr>
            <a:xfrm>
              <a:off x="13715674" y="899445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Compliance Monitoring</a:t>
              </a:r>
              <a:endParaRPr sz="800">
                <a:latin typeface="Salesforce Sans"/>
                <a:ea typeface="Salesforce Sans"/>
                <a:cs typeface="Salesforce Sans"/>
                <a:sym typeface="Salesforce Sans"/>
              </a:endParaRPr>
            </a:p>
          </p:txBody>
        </p:sp>
        <p:sp>
          <p:nvSpPr>
            <p:cNvPr id="7172" name="Google Shape;7172;p174"/>
            <p:cNvSpPr/>
            <p:nvPr/>
          </p:nvSpPr>
          <p:spPr>
            <a:xfrm>
              <a:off x="13579636" y="8718011"/>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3" name="Google Shape;7173;p174"/>
            <p:cNvSpPr/>
            <p:nvPr/>
          </p:nvSpPr>
          <p:spPr>
            <a:xfrm>
              <a:off x="13579636" y="9013067"/>
              <a:ext cx="91200" cy="91200"/>
            </a:xfrm>
            <a:prstGeom prst="ellipse">
              <a:avLst/>
            </a:prstGeom>
            <a:solidFill>
              <a:srgbClr val="AD7BEE"/>
            </a:solidFill>
            <a:ln>
              <a:noFill/>
            </a:ln>
          </p:spPr>
          <p:txBody>
            <a:bodyPr anchorCtr="0" anchor="ctr" bIns="86700" lIns="173450" spcFirstLastPara="1" rIns="173450" wrap="square" tIns="86700">
              <a:noAutofit/>
            </a:bodyPr>
            <a:lstStyle/>
            <a:p>
              <a:pPr indent="0" lvl="0" marL="0" marR="0" rtl="0" algn="ctr">
                <a:lnSpc>
                  <a:spcPct val="100000"/>
                </a:lnSpc>
                <a:spcBef>
                  <a:spcPts val="0"/>
                </a:spcBef>
                <a:spcAft>
                  <a:spcPts val="0"/>
                </a:spcAft>
                <a:buClr>
                  <a:srgbClr val="000000"/>
                </a:buClr>
                <a:buSzPts val="2600"/>
                <a:buFont typeface="Arial"/>
                <a:buNone/>
              </a:pPr>
              <a:r>
                <a:t/>
              </a:r>
              <a:endParaRPr i="0" sz="800" u="none" cap="none" strike="noStrike">
                <a:solidFill>
                  <a:srgbClr val="022AC0"/>
                </a:solidFill>
                <a:highlight>
                  <a:srgbClr val="022AC0"/>
                </a:highlight>
                <a:latin typeface="Salesforce Sans"/>
                <a:ea typeface="Salesforce Sans"/>
                <a:cs typeface="Salesforce Sans"/>
                <a:sym typeface="Salesforce Sans"/>
              </a:endParaRPr>
            </a:p>
          </p:txBody>
        </p:sp>
        <p:sp>
          <p:nvSpPr>
            <p:cNvPr id="7174" name="Google Shape;7174;p174"/>
            <p:cNvSpPr txBox="1"/>
            <p:nvPr/>
          </p:nvSpPr>
          <p:spPr>
            <a:xfrm>
              <a:off x="13715676" y="9158991"/>
              <a:ext cx="20466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Legal Knowledge</a:t>
              </a:r>
              <a:endParaRPr sz="800">
                <a:latin typeface="Salesforce Sans"/>
                <a:ea typeface="Salesforce Sans"/>
                <a:cs typeface="Salesforce Sans"/>
                <a:sym typeface="Salesforce Sans"/>
              </a:endParaRPr>
            </a:p>
          </p:txBody>
        </p:sp>
        <p:sp>
          <p:nvSpPr>
            <p:cNvPr id="7175" name="Google Shape;7175;p174"/>
            <p:cNvSpPr txBox="1"/>
            <p:nvPr/>
          </p:nvSpPr>
          <p:spPr>
            <a:xfrm>
              <a:off x="13715675" y="9307608"/>
              <a:ext cx="24258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Brief Creation</a:t>
              </a:r>
              <a:endParaRPr sz="800">
                <a:latin typeface="Salesforce Sans"/>
                <a:ea typeface="Salesforce Sans"/>
                <a:cs typeface="Salesforce Sans"/>
                <a:sym typeface="Salesforce Sans"/>
              </a:endParaRPr>
            </a:p>
          </p:txBody>
        </p:sp>
        <p:sp>
          <p:nvSpPr>
            <p:cNvPr id="7176" name="Google Shape;7176;p174"/>
            <p:cNvSpPr txBox="1"/>
            <p:nvPr/>
          </p:nvSpPr>
          <p:spPr>
            <a:xfrm>
              <a:off x="13715674" y="9454033"/>
              <a:ext cx="2936100" cy="128100"/>
            </a:xfrm>
            <a:prstGeom prst="rect">
              <a:avLst/>
            </a:prstGeom>
            <a:noFill/>
            <a:ln>
              <a:noFill/>
            </a:ln>
          </p:spPr>
          <p:txBody>
            <a:bodyPr anchorCtr="0" anchor="ctr" bIns="0" lIns="4950" spcFirstLastPara="1" rIns="4950" wrap="square" tIns="4950">
              <a:spAutoFit/>
            </a:bodyPr>
            <a:lstStyle/>
            <a:p>
              <a:pPr indent="0" lvl="0" marL="0" marR="0" rtl="0" algn="l">
                <a:lnSpc>
                  <a:spcPct val="100000"/>
                </a:lnSpc>
                <a:spcBef>
                  <a:spcPts val="0"/>
                </a:spcBef>
                <a:spcAft>
                  <a:spcPts val="0"/>
                </a:spcAft>
                <a:buClr>
                  <a:srgbClr val="002775"/>
                </a:buClr>
                <a:buSzPts val="2800"/>
                <a:buFont typeface="Arial"/>
                <a:buNone/>
              </a:pPr>
              <a:r>
                <a:rPr lang="en" sz="800">
                  <a:latin typeface="Salesforce Sans"/>
                  <a:ea typeface="Salesforce Sans"/>
                  <a:cs typeface="Salesforce Sans"/>
                  <a:sym typeface="Salesforce Sans"/>
                </a:rPr>
                <a:t>Litigation</a:t>
              </a:r>
              <a:endParaRPr sz="800">
                <a:latin typeface="Salesforce Sans"/>
                <a:ea typeface="Salesforce Sans"/>
                <a:cs typeface="Salesforce Sans"/>
                <a:sym typeface="Salesforce Sans"/>
              </a:endParaRPr>
            </a:p>
          </p:txBody>
        </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Card - Small right">
  <p:cSld name="TITLE_1_1_1_1_1_1_1_1_1_1_1_1_1_1_1_1_1_1_3">
    <p:bg>
      <p:bgPr>
        <a:solidFill>
          <a:srgbClr val="CFE9FE"/>
        </a:solidFill>
      </p:bgPr>
    </p:bg>
    <p:spTree>
      <p:nvGrpSpPr>
        <p:cNvPr id="7177" name="Shape 7177"/>
        <p:cNvGrpSpPr/>
        <p:nvPr/>
      </p:nvGrpSpPr>
      <p:grpSpPr>
        <a:xfrm>
          <a:off x="0" y="0"/>
          <a:ext cx="0" cy="0"/>
          <a:chOff x="0" y="0"/>
          <a:chExt cx="0" cy="0"/>
        </a:xfrm>
      </p:grpSpPr>
      <p:pic>
        <p:nvPicPr>
          <p:cNvPr id="7178" name="Google Shape;7178;p175" title="Salesforce logo"/>
          <p:cNvPicPr preferRelativeResize="0"/>
          <p:nvPr/>
        </p:nvPicPr>
        <p:blipFill rotWithShape="1">
          <a:blip r:embed="rId2">
            <a:alphaModFix/>
          </a:blip>
          <a:srcRect b="0" l="0" r="0" t="0"/>
          <a:stretch/>
        </p:blipFill>
        <p:spPr>
          <a:xfrm>
            <a:off x="16549999" y="848190"/>
            <a:ext cx="953601" cy="667642"/>
          </a:xfrm>
          <a:prstGeom prst="rect">
            <a:avLst/>
          </a:prstGeom>
          <a:noFill/>
          <a:ln>
            <a:noFill/>
          </a:ln>
        </p:spPr>
      </p:pic>
      <p:sp>
        <p:nvSpPr>
          <p:cNvPr id="7179" name="Google Shape;7179;p175"/>
          <p:cNvSpPr txBox="1"/>
          <p:nvPr>
            <p:ph type="title"/>
          </p:nvPr>
        </p:nvSpPr>
        <p:spPr>
          <a:xfrm>
            <a:off x="857250" y="838200"/>
            <a:ext cx="7620000" cy="1524000"/>
          </a:xfrm>
          <a:prstGeom prst="rect">
            <a:avLst/>
          </a:prstGeom>
        </p:spPr>
        <p:txBody>
          <a:bodyPr anchorCtr="0" anchor="t" bIns="0" lIns="0" spcFirstLastPara="1" rIns="0" wrap="square" tIns="0">
            <a:noAutofit/>
          </a:bodyPr>
          <a:lstStyle>
            <a:lvl1pPr lvl="0">
              <a:lnSpc>
                <a:spcPct val="90000"/>
              </a:lnSpc>
              <a:spcBef>
                <a:spcPts val="0"/>
              </a:spcBef>
              <a:spcAft>
                <a:spcPts val="0"/>
              </a:spcAft>
              <a:buSzPts val="5400"/>
              <a:buNone/>
              <a:defRPr sz="54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7180" name="Google Shape;7180;p175"/>
          <p:cNvSpPr txBox="1"/>
          <p:nvPr>
            <p:ph idx="1" type="subTitle"/>
          </p:nvPr>
        </p:nvSpPr>
        <p:spPr>
          <a:xfrm>
            <a:off x="857250" y="2468880"/>
            <a:ext cx="7620000" cy="6678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2600"/>
              <a:buNone/>
              <a:defRPr/>
            </a:lvl2pPr>
            <a:lvl3pPr lvl="2">
              <a:spcBef>
                <a:spcPts val="1800"/>
              </a:spcBef>
              <a:spcAft>
                <a:spcPts val="0"/>
              </a:spcAft>
              <a:buSzPts val="2400"/>
              <a:buNone/>
              <a:defRPr/>
            </a:lvl3pPr>
            <a:lvl4pPr lvl="3">
              <a:spcBef>
                <a:spcPts val="1800"/>
              </a:spcBef>
              <a:spcAft>
                <a:spcPts val="0"/>
              </a:spcAft>
              <a:buSzPts val="2200"/>
              <a:buNone/>
              <a:defRPr/>
            </a:lvl4pPr>
            <a:lvl5pPr lvl="4">
              <a:spcBef>
                <a:spcPts val="1800"/>
              </a:spcBef>
              <a:spcAft>
                <a:spcPts val="0"/>
              </a:spcAft>
              <a:buSzPts val="2000"/>
              <a:buNone/>
              <a:defRPr/>
            </a:lvl5pPr>
            <a:lvl6pPr lvl="5">
              <a:spcBef>
                <a:spcPts val="1800"/>
              </a:spcBef>
              <a:spcAft>
                <a:spcPts val="0"/>
              </a:spcAft>
              <a:buSzPts val="1800"/>
              <a:buNone/>
              <a:defRPr/>
            </a:lvl6pPr>
            <a:lvl7pPr lvl="6">
              <a:spcBef>
                <a:spcPts val="1800"/>
              </a:spcBef>
              <a:spcAft>
                <a:spcPts val="0"/>
              </a:spcAft>
              <a:buSzPts val="1800"/>
              <a:buNone/>
              <a:defRPr/>
            </a:lvl7pPr>
            <a:lvl8pPr lvl="7">
              <a:spcBef>
                <a:spcPts val="1800"/>
              </a:spcBef>
              <a:spcAft>
                <a:spcPts val="0"/>
              </a:spcAft>
              <a:buSzPts val="1800"/>
              <a:buNone/>
              <a:defRPr/>
            </a:lvl8pPr>
            <a:lvl9pPr lvl="8">
              <a:spcBef>
                <a:spcPts val="1800"/>
              </a:spcBef>
              <a:spcAft>
                <a:spcPts val="1800"/>
              </a:spcAft>
              <a:buSzPts val="1800"/>
              <a:buNone/>
              <a:defRPr/>
            </a:lvl9pPr>
          </a:lstStyle>
          <a:p/>
        </p:txBody>
      </p:sp>
      <p:sp>
        <p:nvSpPr>
          <p:cNvPr id="7181" name="Google Shape;7181;p175"/>
          <p:cNvSpPr txBox="1"/>
          <p:nvPr>
            <p:ph idx="2" type="body"/>
          </p:nvPr>
        </p:nvSpPr>
        <p:spPr>
          <a:xfrm>
            <a:off x="857250" y="3399472"/>
            <a:ext cx="7620000" cy="5734200"/>
          </a:xfrm>
          <a:prstGeom prst="rect">
            <a:avLst/>
          </a:prstGeom>
        </p:spPr>
        <p:txBody>
          <a:bodyPr anchorCtr="0" anchor="t" bIns="0" lIns="0" spcFirstLastPara="1" rIns="0" wrap="square" tIns="0">
            <a:noAutofit/>
          </a:bodyPr>
          <a:lstStyle>
            <a:lvl1pPr indent="-419100" lvl="0" marL="457200">
              <a:spcBef>
                <a:spcPts val="0"/>
              </a:spcBef>
              <a:spcAft>
                <a:spcPts val="0"/>
              </a:spcAft>
              <a:buClr>
                <a:schemeClr val="dk1"/>
              </a:buClr>
              <a:buSzPts val="3000"/>
              <a:buChar char="●"/>
              <a:defRPr sz="3000">
                <a:solidFill>
                  <a:schemeClr val="dk1"/>
                </a:solidFill>
              </a:defRPr>
            </a:lvl1pPr>
            <a:lvl2pPr indent="-393700" lvl="1" marL="914400">
              <a:spcBef>
                <a:spcPts val="1800"/>
              </a:spcBef>
              <a:spcAft>
                <a:spcPts val="0"/>
              </a:spcAft>
              <a:buClr>
                <a:schemeClr val="dk1"/>
              </a:buClr>
              <a:buSzPts val="2600"/>
              <a:buChar char="○"/>
              <a:defRPr sz="2600">
                <a:solidFill>
                  <a:schemeClr val="dk1"/>
                </a:solidFill>
              </a:defRPr>
            </a:lvl2pPr>
            <a:lvl3pPr indent="-381000" lvl="2" marL="1371600">
              <a:spcBef>
                <a:spcPts val="1800"/>
              </a:spcBef>
              <a:spcAft>
                <a:spcPts val="0"/>
              </a:spcAft>
              <a:buClr>
                <a:schemeClr val="dk1"/>
              </a:buClr>
              <a:buSzPts val="2400"/>
              <a:buChar char="■"/>
              <a:defRPr sz="2400">
                <a:solidFill>
                  <a:schemeClr val="dk1"/>
                </a:solidFill>
              </a:defRPr>
            </a:lvl3pPr>
            <a:lvl4pPr indent="-368300" lvl="3" marL="1828800">
              <a:spcBef>
                <a:spcPts val="1800"/>
              </a:spcBef>
              <a:spcAft>
                <a:spcPts val="0"/>
              </a:spcAft>
              <a:buClr>
                <a:schemeClr val="dk1"/>
              </a:buClr>
              <a:buSzPts val="2200"/>
              <a:buChar char="●"/>
              <a:defRPr sz="2200">
                <a:solidFill>
                  <a:schemeClr val="dk1"/>
                </a:solidFill>
              </a:defRPr>
            </a:lvl4pPr>
            <a:lvl5pPr indent="-355600" lvl="4" marL="2286000">
              <a:spcBef>
                <a:spcPts val="1800"/>
              </a:spcBef>
              <a:spcAft>
                <a:spcPts val="0"/>
              </a:spcAft>
              <a:buClr>
                <a:schemeClr val="dk1"/>
              </a:buClr>
              <a:buSzPts val="2000"/>
              <a:buChar char="○"/>
              <a:defRPr sz="2000">
                <a:solidFill>
                  <a:schemeClr val="dk1"/>
                </a:solidFill>
              </a:defRPr>
            </a:lvl5pPr>
            <a:lvl6pPr indent="-342900" lvl="5" marL="2743200">
              <a:spcBef>
                <a:spcPts val="1800"/>
              </a:spcBef>
              <a:spcAft>
                <a:spcPts val="0"/>
              </a:spcAft>
              <a:buClr>
                <a:schemeClr val="dk1"/>
              </a:buClr>
              <a:buSzPts val="1800"/>
              <a:buChar char="■"/>
              <a:defRPr sz="1800">
                <a:solidFill>
                  <a:schemeClr val="dk1"/>
                </a:solidFill>
              </a:defRPr>
            </a:lvl6pPr>
            <a:lvl7pPr indent="-342900" lvl="6" marL="3200400">
              <a:spcBef>
                <a:spcPts val="1800"/>
              </a:spcBef>
              <a:spcAft>
                <a:spcPts val="0"/>
              </a:spcAft>
              <a:buClr>
                <a:schemeClr val="dk1"/>
              </a:buClr>
              <a:buSzPts val="1800"/>
              <a:buChar char="●"/>
              <a:defRPr sz="1800">
                <a:solidFill>
                  <a:schemeClr val="dk1"/>
                </a:solidFill>
              </a:defRPr>
            </a:lvl7pPr>
            <a:lvl8pPr indent="-342900" lvl="7" marL="3657600">
              <a:spcBef>
                <a:spcPts val="1800"/>
              </a:spcBef>
              <a:spcAft>
                <a:spcPts val="0"/>
              </a:spcAft>
              <a:buClr>
                <a:schemeClr val="dk1"/>
              </a:buClr>
              <a:buSzPts val="1800"/>
              <a:buChar char="○"/>
              <a:defRPr sz="1800">
                <a:solidFill>
                  <a:schemeClr val="dk1"/>
                </a:solidFill>
              </a:defRPr>
            </a:lvl8pPr>
            <a:lvl9pPr indent="-342900" lvl="8" marL="4114800">
              <a:spcBef>
                <a:spcPts val="1800"/>
              </a:spcBef>
              <a:spcAft>
                <a:spcPts val="1800"/>
              </a:spcAft>
              <a:buClr>
                <a:schemeClr val="dk1"/>
              </a:buClr>
              <a:buSzPts val="1800"/>
              <a:buChar char="■"/>
              <a:defRPr sz="1800">
                <a:solidFill>
                  <a:schemeClr val="dk1"/>
                </a:solidFill>
              </a:defRPr>
            </a:lvl9pPr>
          </a:lstStyle>
          <a:p/>
        </p:txBody>
      </p:sp>
      <p:sp>
        <p:nvSpPr>
          <p:cNvPr id="7182" name="Google Shape;7182;p175"/>
          <p:cNvSpPr/>
          <p:nvPr/>
        </p:nvSpPr>
        <p:spPr>
          <a:xfrm flipH="1">
            <a:off x="8828935" y="571500"/>
            <a:ext cx="8925282" cy="9146412"/>
          </a:xfrm>
          <a:custGeom>
            <a:rect b="b" l="l" r="r" t="t"/>
            <a:pathLst>
              <a:path extrusionOk="0" h="21600" w="21600">
                <a:moveTo>
                  <a:pt x="0" y="635"/>
                </a:moveTo>
                <a:cubicBezTo>
                  <a:pt x="0" y="460"/>
                  <a:pt x="73" y="301"/>
                  <a:pt x="191" y="186"/>
                </a:cubicBezTo>
                <a:cubicBezTo>
                  <a:pt x="308" y="71"/>
                  <a:pt x="471" y="0"/>
                  <a:pt x="651" y="0"/>
                </a:cubicBezTo>
                <a:lnTo>
                  <a:pt x="20949" y="0"/>
                </a:lnTo>
                <a:cubicBezTo>
                  <a:pt x="21129" y="0"/>
                  <a:pt x="21292" y="71"/>
                  <a:pt x="21409" y="186"/>
                </a:cubicBezTo>
                <a:cubicBezTo>
                  <a:pt x="21527" y="301"/>
                  <a:pt x="21600" y="460"/>
                  <a:pt x="21600" y="635"/>
                </a:cubicBezTo>
                <a:lnTo>
                  <a:pt x="21600" y="671"/>
                </a:lnTo>
                <a:cubicBezTo>
                  <a:pt x="21600" y="773"/>
                  <a:pt x="21574" y="874"/>
                  <a:pt x="21527" y="965"/>
                </a:cubicBezTo>
                <a:cubicBezTo>
                  <a:pt x="19978" y="3915"/>
                  <a:pt x="19104" y="7258"/>
                  <a:pt x="19104" y="10800"/>
                </a:cubicBezTo>
                <a:cubicBezTo>
                  <a:pt x="19104" y="14342"/>
                  <a:pt x="19978" y="17685"/>
                  <a:pt x="21527" y="20635"/>
                </a:cubicBezTo>
                <a:cubicBezTo>
                  <a:pt x="21574" y="20726"/>
                  <a:pt x="21600" y="20827"/>
                  <a:pt x="21600" y="20929"/>
                </a:cubicBezTo>
                <a:lnTo>
                  <a:pt x="21600" y="20965"/>
                </a:lnTo>
                <a:cubicBezTo>
                  <a:pt x="21600" y="21140"/>
                  <a:pt x="21527" y="21299"/>
                  <a:pt x="21409" y="21414"/>
                </a:cubicBezTo>
                <a:cubicBezTo>
                  <a:pt x="21292" y="21529"/>
                  <a:pt x="21129" y="21600"/>
                  <a:pt x="20949" y="21600"/>
                </a:cubicBezTo>
                <a:lnTo>
                  <a:pt x="651" y="21600"/>
                </a:lnTo>
                <a:cubicBezTo>
                  <a:pt x="471" y="21600"/>
                  <a:pt x="308" y="21529"/>
                  <a:pt x="191" y="21414"/>
                </a:cubicBezTo>
                <a:cubicBezTo>
                  <a:pt x="73" y="21299"/>
                  <a:pt x="0" y="21140"/>
                  <a:pt x="0" y="20965"/>
                </a:cubicBezTo>
                <a:lnTo>
                  <a:pt x="0" y="635"/>
                </a:lnTo>
                <a:close/>
              </a:path>
            </a:pathLst>
          </a:custGeom>
          <a:solidFill>
            <a:srgbClr val="FFFEFE"/>
          </a:solidFill>
          <a:ln>
            <a:noFill/>
          </a:ln>
        </p:spPr>
        <p:txBody>
          <a:bodyPr anchorCtr="0" anchor="ctr" bIns="32500" lIns="32500" spcFirstLastPara="1" rIns="32500" wrap="square" tIns="32500">
            <a:noAutofit/>
          </a:bodyPr>
          <a:lstStyle/>
          <a:p>
            <a:pPr indent="0" lvl="0" marL="0" marR="0" rtl="0" algn="l">
              <a:lnSpc>
                <a:spcPct val="90000"/>
              </a:lnSpc>
              <a:spcBef>
                <a:spcPts val="0"/>
              </a:spcBef>
              <a:spcAft>
                <a:spcPts val="0"/>
              </a:spcAft>
              <a:buClr>
                <a:srgbClr val="003366"/>
              </a:buClr>
              <a:buSzPts val="2900"/>
              <a:buFont typeface="Questrial"/>
              <a:buNone/>
            </a:pPr>
            <a:r>
              <a:t/>
            </a:r>
            <a:endParaRPr b="0" i="0" sz="2900" u="none" cap="none" strike="noStrike">
              <a:solidFill>
                <a:srgbClr val="032D60"/>
              </a:solidFill>
              <a:latin typeface="Arial"/>
              <a:ea typeface="Arial"/>
              <a:cs typeface="Arial"/>
              <a:sym typeface="Arial"/>
            </a:endParaRPr>
          </a:p>
        </p:txBody>
      </p:sp>
      <p:pic>
        <p:nvPicPr>
          <p:cNvPr id="7183" name="Google Shape;7183;p175"/>
          <p:cNvPicPr preferRelativeResize="0"/>
          <p:nvPr/>
        </p:nvPicPr>
        <p:blipFill>
          <a:blip r:embed="rId3">
            <a:alphaModFix/>
          </a:blip>
          <a:stretch>
            <a:fillRect/>
          </a:stretch>
        </p:blipFill>
        <p:spPr>
          <a:xfrm>
            <a:off x="16550000" y="848191"/>
            <a:ext cx="953599" cy="66752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slideLayout" Target="../slideLayouts/slideLayout89.xml"/><Relationship Id="rId3" Type="http://schemas.openxmlformats.org/officeDocument/2006/relationships/slideLayout" Target="../slideLayouts/slideLayout90.xml"/><Relationship Id="rId4" Type="http://schemas.openxmlformats.org/officeDocument/2006/relationships/slideLayout" Target="../slideLayouts/slideLayout91.xml"/><Relationship Id="rId5" Type="http://schemas.openxmlformats.org/officeDocument/2006/relationships/slideLayout" Target="../slideLayouts/slideLayout92.xml"/><Relationship Id="rId6" Type="http://schemas.openxmlformats.org/officeDocument/2006/relationships/slideLayout" Target="../slideLayouts/slideLayout93.xml"/><Relationship Id="rId7" Type="http://schemas.openxmlformats.org/officeDocument/2006/relationships/slideLayout" Target="../slideLayouts/slideLayout94.xml"/><Relationship Id="rId8" Type="http://schemas.openxmlformats.org/officeDocument/2006/relationships/slideLayout" Target="../slideLayouts/slideLayout95.xml"/><Relationship Id="rId9" Type="http://schemas.openxmlformats.org/officeDocument/2006/relationships/slideLayout" Target="../slideLayouts/slideLayout96.xml"/><Relationship Id="rId10" Type="http://schemas.openxmlformats.org/officeDocument/2006/relationships/slideLayout" Target="../slideLayouts/slideLayout97.xml"/><Relationship Id="rId11" Type="http://schemas.openxmlformats.org/officeDocument/2006/relationships/slideLayout" Target="../slideLayouts/slideLayout98.xml"/><Relationship Id="rId12" Type="http://schemas.openxmlformats.org/officeDocument/2006/relationships/slideLayout" Target="../slideLayouts/slideLayout99.xml"/><Relationship Id="rId13" Type="http://schemas.openxmlformats.org/officeDocument/2006/relationships/slideLayout" Target="../slideLayouts/slideLayout100.xml"/><Relationship Id="rId14" Type="http://schemas.openxmlformats.org/officeDocument/2006/relationships/slideLayout" Target="../slideLayouts/slideLayout101.xml"/><Relationship Id="rId15" Type="http://schemas.openxmlformats.org/officeDocument/2006/relationships/slideLayout" Target="../slideLayouts/slideLayout102.xml"/><Relationship Id="rId16" Type="http://schemas.openxmlformats.org/officeDocument/2006/relationships/slideLayout" Target="../slideLayouts/slideLayout103.xml"/><Relationship Id="rId17" Type="http://schemas.openxmlformats.org/officeDocument/2006/relationships/slideLayout" Target="../slideLayouts/slideLayout104.xml"/><Relationship Id="rId18" Type="http://schemas.openxmlformats.org/officeDocument/2006/relationships/slideLayout" Target="../slideLayouts/slideLayout105.xml"/><Relationship Id="rId19" Type="http://schemas.openxmlformats.org/officeDocument/2006/relationships/slideLayout" Target="../slideLayouts/slideLayout106.xml"/><Relationship Id="rId20" Type="http://schemas.openxmlformats.org/officeDocument/2006/relationships/slideLayout" Target="../slideLayouts/slideLayout107.xml"/><Relationship Id="rId21" Type="http://schemas.openxmlformats.org/officeDocument/2006/relationships/slideLayout" Target="../slideLayouts/slideLayout108.xml"/><Relationship Id="rId22" Type="http://schemas.openxmlformats.org/officeDocument/2006/relationships/slideLayout" Target="../slideLayouts/slideLayout109.xml"/><Relationship Id="rId23" Type="http://schemas.openxmlformats.org/officeDocument/2006/relationships/slideLayout" Target="../slideLayouts/slideLayout110.xml"/><Relationship Id="rId24" Type="http://schemas.openxmlformats.org/officeDocument/2006/relationships/slideLayout" Target="../slideLayouts/slideLayout111.xml"/><Relationship Id="rId25" Type="http://schemas.openxmlformats.org/officeDocument/2006/relationships/slideLayout" Target="../slideLayouts/slideLayout112.xml"/><Relationship Id="rId26" Type="http://schemas.openxmlformats.org/officeDocument/2006/relationships/slideLayout" Target="../slideLayouts/slideLayout113.xml"/><Relationship Id="rId27" Type="http://schemas.openxmlformats.org/officeDocument/2006/relationships/slideLayout" Target="../slideLayouts/slideLayout114.xml"/><Relationship Id="rId28" Type="http://schemas.openxmlformats.org/officeDocument/2006/relationships/slideLayout" Target="../slideLayouts/slideLayout115.xml"/><Relationship Id="rId29" Type="http://schemas.openxmlformats.org/officeDocument/2006/relationships/slideLayout" Target="../slideLayouts/slideLayout116.xml"/><Relationship Id="rId30" Type="http://schemas.openxmlformats.org/officeDocument/2006/relationships/slideLayout" Target="../slideLayouts/slideLayout117.xml"/><Relationship Id="rId31" Type="http://schemas.openxmlformats.org/officeDocument/2006/relationships/slideLayout" Target="../slideLayouts/slideLayout118.xml"/><Relationship Id="rId32" Type="http://schemas.openxmlformats.org/officeDocument/2006/relationships/slideLayout" Target="../slideLayouts/slideLayout119.xml"/><Relationship Id="rId33" Type="http://schemas.openxmlformats.org/officeDocument/2006/relationships/slideLayout" Target="../slideLayouts/slideLayout120.xml"/><Relationship Id="rId34" Type="http://schemas.openxmlformats.org/officeDocument/2006/relationships/slideLayout" Target="../slideLayouts/slideLayout121.xml"/><Relationship Id="rId35" Type="http://schemas.openxmlformats.org/officeDocument/2006/relationships/slideLayout" Target="../slideLayouts/slideLayout122.xml"/><Relationship Id="rId36" Type="http://schemas.openxmlformats.org/officeDocument/2006/relationships/slideLayout" Target="../slideLayouts/slideLayout123.xml"/><Relationship Id="rId37" Type="http://schemas.openxmlformats.org/officeDocument/2006/relationships/slideLayout" Target="../slideLayouts/slideLayout124.xml"/><Relationship Id="rId38" Type="http://schemas.openxmlformats.org/officeDocument/2006/relationships/slideLayout" Target="../slideLayouts/slideLayout125.xml"/><Relationship Id="rId39" Type="http://schemas.openxmlformats.org/officeDocument/2006/relationships/slideLayout" Target="../slideLayouts/slideLayout126.xml"/><Relationship Id="rId40" Type="http://schemas.openxmlformats.org/officeDocument/2006/relationships/slideLayout" Target="../slideLayouts/slideLayout127.xml"/><Relationship Id="rId41" Type="http://schemas.openxmlformats.org/officeDocument/2006/relationships/slideLayout" Target="../slideLayouts/slideLayout128.xml"/><Relationship Id="rId42" Type="http://schemas.openxmlformats.org/officeDocument/2006/relationships/slideLayout" Target="../slideLayouts/slideLayout129.xml"/><Relationship Id="rId43" Type="http://schemas.openxmlformats.org/officeDocument/2006/relationships/slideLayout" Target="../slideLayouts/slideLayout130.xml"/><Relationship Id="rId44" Type="http://schemas.openxmlformats.org/officeDocument/2006/relationships/slideLayout" Target="../slideLayouts/slideLayout131.xml"/><Relationship Id="rId45" Type="http://schemas.openxmlformats.org/officeDocument/2006/relationships/slideLayout" Target="../slideLayouts/slideLayout132.xml"/><Relationship Id="rId46" Type="http://schemas.openxmlformats.org/officeDocument/2006/relationships/slideLayout" Target="../slideLayouts/slideLayout133.xml"/><Relationship Id="rId47" Type="http://schemas.openxmlformats.org/officeDocument/2006/relationships/slideLayout" Target="../slideLayouts/slideLayout134.xml"/><Relationship Id="rId48" Type="http://schemas.openxmlformats.org/officeDocument/2006/relationships/slideLayout" Target="../slideLayouts/slideLayout135.xml"/><Relationship Id="rId49" Type="http://schemas.openxmlformats.org/officeDocument/2006/relationships/slideLayout" Target="../slideLayouts/slideLayout136.xml"/><Relationship Id="rId50" Type="http://schemas.openxmlformats.org/officeDocument/2006/relationships/slideLayout" Target="../slideLayouts/slideLayout137.xml"/><Relationship Id="rId51" Type="http://schemas.openxmlformats.org/officeDocument/2006/relationships/slideLayout" Target="../slideLayouts/slideLayout138.xml"/><Relationship Id="rId52" Type="http://schemas.openxmlformats.org/officeDocument/2006/relationships/slideLayout" Target="../slideLayouts/slideLayout139.xml"/><Relationship Id="rId53" Type="http://schemas.openxmlformats.org/officeDocument/2006/relationships/slideLayout" Target="../slideLayouts/slideLayout140.xml"/><Relationship Id="rId54" Type="http://schemas.openxmlformats.org/officeDocument/2006/relationships/slideLayout" Target="../slideLayouts/slideLayout141.xml"/><Relationship Id="rId55" Type="http://schemas.openxmlformats.org/officeDocument/2006/relationships/slideLayout" Target="../slideLayouts/slideLayout142.xml"/><Relationship Id="rId56" Type="http://schemas.openxmlformats.org/officeDocument/2006/relationships/slideLayout" Target="../slideLayouts/slideLayout143.xml"/><Relationship Id="rId57" Type="http://schemas.openxmlformats.org/officeDocument/2006/relationships/slideLayout" Target="../slideLayouts/slideLayout144.xml"/><Relationship Id="rId58" Type="http://schemas.openxmlformats.org/officeDocument/2006/relationships/slideLayout" Target="../slideLayouts/slideLayout145.xml"/><Relationship Id="rId59" Type="http://schemas.openxmlformats.org/officeDocument/2006/relationships/slideLayout" Target="../slideLayouts/slideLayout146.xml"/><Relationship Id="rId60" Type="http://schemas.openxmlformats.org/officeDocument/2006/relationships/slideLayout" Target="../slideLayouts/slideLayout147.xml"/><Relationship Id="rId61" Type="http://schemas.openxmlformats.org/officeDocument/2006/relationships/slideLayout" Target="../slideLayouts/slideLayout148.xml"/><Relationship Id="rId62" Type="http://schemas.openxmlformats.org/officeDocument/2006/relationships/slideLayout" Target="../slideLayouts/slideLayout149.xml"/><Relationship Id="rId63" Type="http://schemas.openxmlformats.org/officeDocument/2006/relationships/slideLayout" Target="../slideLayouts/slideLayout150.xml"/><Relationship Id="rId64" Type="http://schemas.openxmlformats.org/officeDocument/2006/relationships/slideLayout" Target="../slideLayouts/slideLayout151.xml"/><Relationship Id="rId65" Type="http://schemas.openxmlformats.org/officeDocument/2006/relationships/slideLayout" Target="../slideLayouts/slideLayout152.xml"/><Relationship Id="rId66" Type="http://schemas.openxmlformats.org/officeDocument/2006/relationships/slideLayout" Target="../slideLayouts/slideLayout153.xml"/><Relationship Id="rId67" Type="http://schemas.openxmlformats.org/officeDocument/2006/relationships/slideLayout" Target="../slideLayouts/slideLayout154.xml"/><Relationship Id="rId68" Type="http://schemas.openxmlformats.org/officeDocument/2006/relationships/slideLayout" Target="../slideLayouts/slideLayout155.xml"/><Relationship Id="rId69" Type="http://schemas.openxmlformats.org/officeDocument/2006/relationships/slideLayout" Target="../slideLayouts/slideLayout156.xml"/><Relationship Id="rId70" Type="http://schemas.openxmlformats.org/officeDocument/2006/relationships/slideLayout" Target="../slideLayouts/slideLayout157.xml"/><Relationship Id="rId71" Type="http://schemas.openxmlformats.org/officeDocument/2006/relationships/slideLayout" Target="../slideLayouts/slideLayout158.xml"/><Relationship Id="rId72" Type="http://schemas.openxmlformats.org/officeDocument/2006/relationships/slideLayout" Target="../slideLayouts/slideLayout159.xml"/><Relationship Id="rId73" Type="http://schemas.openxmlformats.org/officeDocument/2006/relationships/slideLayout" Target="../slideLayouts/slideLayout160.xml"/><Relationship Id="rId74" Type="http://schemas.openxmlformats.org/officeDocument/2006/relationships/slideLayout" Target="../slideLayouts/slideLayout161.xml"/><Relationship Id="rId75" Type="http://schemas.openxmlformats.org/officeDocument/2006/relationships/slideLayout" Target="../slideLayouts/slideLayout162.xml"/><Relationship Id="rId76" Type="http://schemas.openxmlformats.org/officeDocument/2006/relationships/slideLayout" Target="../slideLayouts/slideLayout163.xml"/><Relationship Id="rId77" Type="http://schemas.openxmlformats.org/officeDocument/2006/relationships/slideLayout" Target="../slideLayouts/slideLayout164.xml"/><Relationship Id="rId78" Type="http://schemas.openxmlformats.org/officeDocument/2006/relationships/slideLayout" Target="../slideLayouts/slideLayout165.xml"/><Relationship Id="rId79" Type="http://schemas.openxmlformats.org/officeDocument/2006/relationships/slideLayout" Target="../slideLayouts/slideLayout166.xml"/><Relationship Id="rId80" Type="http://schemas.openxmlformats.org/officeDocument/2006/relationships/slideLayout" Target="../slideLayouts/slideLayout167.xml"/><Relationship Id="rId81" Type="http://schemas.openxmlformats.org/officeDocument/2006/relationships/slideLayout" Target="../slideLayouts/slideLayout168.xml"/><Relationship Id="rId82" Type="http://schemas.openxmlformats.org/officeDocument/2006/relationships/slideLayout" Target="../slideLayouts/slideLayout169.xml"/><Relationship Id="rId83" Type="http://schemas.openxmlformats.org/officeDocument/2006/relationships/slideLayout" Target="../slideLayouts/slideLayout170.xml"/><Relationship Id="rId84" Type="http://schemas.openxmlformats.org/officeDocument/2006/relationships/slideLayout" Target="../slideLayouts/slideLayout171.xml"/><Relationship Id="rId85" Type="http://schemas.openxmlformats.org/officeDocument/2006/relationships/slideLayout" Target="../slideLayouts/slideLayout172.xml"/><Relationship Id="rId86" Type="http://schemas.openxmlformats.org/officeDocument/2006/relationships/slideLayout" Target="../slideLayouts/slideLayout173.xml"/><Relationship Id="rId8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22" name="Shape 22"/>
        <p:cNvGrpSpPr/>
        <p:nvPr/>
      </p:nvGrpSpPr>
      <p:grpSpPr>
        <a:xfrm>
          <a:off x="0" y="0"/>
          <a:ext cx="0" cy="0"/>
          <a:chOff x="0" y="0"/>
          <a:chExt cx="0" cy="0"/>
        </a:xfrm>
      </p:grpSpPr>
      <p:sp>
        <p:nvSpPr>
          <p:cNvPr id="23" name="Google Shape;23;p1"/>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24" name="Google Shape;24;p1"/>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3605" name="Shape 3605"/>
        <p:cNvGrpSpPr/>
        <p:nvPr/>
      </p:nvGrpSpPr>
      <p:grpSpPr>
        <a:xfrm>
          <a:off x="0" y="0"/>
          <a:ext cx="0" cy="0"/>
          <a:chOff x="0" y="0"/>
          <a:chExt cx="0" cy="0"/>
        </a:xfrm>
      </p:grpSpPr>
      <p:sp>
        <p:nvSpPr>
          <p:cNvPr id="3606" name="Google Shape;3606;p89"/>
          <p:cNvSpPr txBox="1"/>
          <p:nvPr>
            <p:ph type="title"/>
          </p:nvPr>
        </p:nvSpPr>
        <p:spPr>
          <a:xfrm>
            <a:off x="857250" y="890050"/>
            <a:ext cx="16573500" cy="11454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1pPr>
            <a:lvl2pPr lvl="1">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2pPr>
            <a:lvl3pPr lvl="2">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3pPr>
            <a:lvl4pPr lvl="3">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4pPr>
            <a:lvl5pPr lvl="4">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5pPr>
            <a:lvl6pPr lvl="5">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6pPr>
            <a:lvl7pPr lvl="6">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7pPr>
            <a:lvl8pPr lvl="7">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8pPr>
            <a:lvl9pPr lvl="8">
              <a:spcBef>
                <a:spcPts val="0"/>
              </a:spcBef>
              <a:spcAft>
                <a:spcPts val="0"/>
              </a:spcAft>
              <a:buClr>
                <a:schemeClr val="dk1"/>
              </a:buClr>
              <a:buSzPts val="5600"/>
              <a:buFont typeface="Avant Garde Demi SFDC"/>
              <a:buNone/>
              <a:defRPr sz="5600">
                <a:solidFill>
                  <a:schemeClr val="dk1"/>
                </a:solidFill>
                <a:latin typeface="Avant Garde Demi SFDC"/>
                <a:ea typeface="Avant Garde Demi SFDC"/>
                <a:cs typeface="Avant Garde Demi SFDC"/>
                <a:sym typeface="Avant Garde Demi SFDC"/>
              </a:defRPr>
            </a:lvl9pPr>
          </a:lstStyle>
          <a:p/>
        </p:txBody>
      </p:sp>
      <p:sp>
        <p:nvSpPr>
          <p:cNvPr id="3607" name="Google Shape;3607;p89"/>
          <p:cNvSpPr txBox="1"/>
          <p:nvPr>
            <p:ph idx="1" type="body"/>
          </p:nvPr>
        </p:nvSpPr>
        <p:spPr>
          <a:xfrm>
            <a:off x="857250" y="2567250"/>
            <a:ext cx="16573500" cy="6576900"/>
          </a:xfrm>
          <a:prstGeom prst="rect">
            <a:avLst/>
          </a:prstGeom>
          <a:noFill/>
          <a:ln>
            <a:noFill/>
          </a:ln>
        </p:spPr>
        <p:txBody>
          <a:bodyPr anchorCtr="0" anchor="t" bIns="182850" lIns="182850" spcFirstLastPara="1" rIns="182850" wrap="square" tIns="182850">
            <a:noAutofit/>
          </a:bodyPr>
          <a:lstStyle>
            <a:lvl1pPr indent="-419100" lvl="0" marL="457200">
              <a:lnSpc>
                <a:spcPct val="90000"/>
              </a:lnSpc>
              <a:spcBef>
                <a:spcPts val="0"/>
              </a:spcBef>
              <a:spcAft>
                <a:spcPts val="0"/>
              </a:spcAft>
              <a:buClr>
                <a:schemeClr val="dk1"/>
              </a:buClr>
              <a:buSzPts val="3000"/>
              <a:buFont typeface="Salesforce Sans"/>
              <a:buChar char="●"/>
              <a:defRPr sz="3000">
                <a:solidFill>
                  <a:schemeClr val="dk1"/>
                </a:solidFill>
                <a:latin typeface="Salesforce Sans"/>
                <a:ea typeface="Salesforce Sans"/>
                <a:cs typeface="Salesforce Sans"/>
                <a:sym typeface="Salesforce Sans"/>
              </a:defRPr>
            </a:lvl1pPr>
            <a:lvl2pPr indent="-393700" lvl="1" marL="914400">
              <a:lnSpc>
                <a:spcPct val="90000"/>
              </a:lnSpc>
              <a:spcBef>
                <a:spcPts val="1800"/>
              </a:spcBef>
              <a:spcAft>
                <a:spcPts val="0"/>
              </a:spcAft>
              <a:buClr>
                <a:schemeClr val="dk1"/>
              </a:buClr>
              <a:buSzPts val="2600"/>
              <a:buFont typeface="Salesforce Sans"/>
              <a:buChar char="○"/>
              <a:defRPr sz="2600">
                <a:solidFill>
                  <a:schemeClr val="dk1"/>
                </a:solidFill>
                <a:latin typeface="Salesforce Sans"/>
                <a:ea typeface="Salesforce Sans"/>
                <a:cs typeface="Salesforce Sans"/>
                <a:sym typeface="Salesforce Sans"/>
              </a:defRPr>
            </a:lvl2pPr>
            <a:lvl3pPr indent="-381000" lvl="2" marL="1371600">
              <a:lnSpc>
                <a:spcPct val="90000"/>
              </a:lnSpc>
              <a:spcBef>
                <a:spcPts val="1800"/>
              </a:spcBef>
              <a:spcAft>
                <a:spcPts val="0"/>
              </a:spcAft>
              <a:buClr>
                <a:schemeClr val="dk1"/>
              </a:buClr>
              <a:buSzPts val="2400"/>
              <a:buFont typeface="Salesforce Sans"/>
              <a:buChar char="■"/>
              <a:defRPr sz="2400">
                <a:solidFill>
                  <a:schemeClr val="dk1"/>
                </a:solidFill>
                <a:latin typeface="Salesforce Sans"/>
                <a:ea typeface="Salesforce Sans"/>
                <a:cs typeface="Salesforce Sans"/>
                <a:sym typeface="Salesforce Sans"/>
              </a:defRPr>
            </a:lvl3pPr>
            <a:lvl4pPr indent="-368300" lvl="3" marL="1828800">
              <a:lnSpc>
                <a:spcPct val="90000"/>
              </a:lnSpc>
              <a:spcBef>
                <a:spcPts val="1800"/>
              </a:spcBef>
              <a:spcAft>
                <a:spcPts val="0"/>
              </a:spcAft>
              <a:buClr>
                <a:schemeClr val="dk1"/>
              </a:buClr>
              <a:buSzPts val="2200"/>
              <a:buFont typeface="Salesforce Sans"/>
              <a:buChar char="●"/>
              <a:defRPr sz="2200">
                <a:solidFill>
                  <a:schemeClr val="dk1"/>
                </a:solidFill>
                <a:latin typeface="Salesforce Sans"/>
                <a:ea typeface="Salesforce Sans"/>
                <a:cs typeface="Salesforce Sans"/>
                <a:sym typeface="Salesforce Sans"/>
              </a:defRPr>
            </a:lvl4pPr>
            <a:lvl5pPr indent="-355600" lvl="4" marL="2286000">
              <a:lnSpc>
                <a:spcPct val="90000"/>
              </a:lnSpc>
              <a:spcBef>
                <a:spcPts val="1800"/>
              </a:spcBef>
              <a:spcAft>
                <a:spcPts val="0"/>
              </a:spcAft>
              <a:buClr>
                <a:schemeClr val="dk1"/>
              </a:buClr>
              <a:buSzPts val="2000"/>
              <a:buFont typeface="Salesforce Sans"/>
              <a:buChar char="○"/>
              <a:defRPr sz="2000">
                <a:solidFill>
                  <a:schemeClr val="dk1"/>
                </a:solidFill>
                <a:latin typeface="Salesforce Sans"/>
                <a:ea typeface="Salesforce Sans"/>
                <a:cs typeface="Salesforce Sans"/>
                <a:sym typeface="Salesforce Sans"/>
              </a:defRPr>
            </a:lvl5pPr>
            <a:lvl6pPr indent="-342900" lvl="5" marL="27432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6pPr>
            <a:lvl7pPr indent="-342900" lvl="6" marL="32004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7pPr>
            <a:lvl8pPr indent="-342900" lvl="7" marL="3657600">
              <a:lnSpc>
                <a:spcPct val="90000"/>
              </a:lnSpc>
              <a:spcBef>
                <a:spcPts val="1800"/>
              </a:spcBef>
              <a:spcAft>
                <a:spcPts val="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8pPr>
            <a:lvl9pPr indent="-342900" lvl="8" marL="4114800">
              <a:lnSpc>
                <a:spcPct val="90000"/>
              </a:lnSpc>
              <a:spcBef>
                <a:spcPts val="1800"/>
              </a:spcBef>
              <a:spcAft>
                <a:spcPts val="1800"/>
              </a:spcAft>
              <a:buClr>
                <a:schemeClr val="dk1"/>
              </a:buClr>
              <a:buSzPts val="1800"/>
              <a:buFont typeface="Salesforce Sans"/>
              <a:buChar char="■"/>
              <a:defRPr sz="1800">
                <a:solidFill>
                  <a:schemeClr val="dk1"/>
                </a:solidFill>
                <a:latin typeface="Salesforce Sans"/>
                <a:ea typeface="Salesforce Sans"/>
                <a:cs typeface="Salesforce Sans"/>
                <a:sym typeface="Salesforce Sans"/>
              </a:defRPr>
            </a:lvl9pPr>
          </a:lstStyle>
          <a:p/>
        </p:txBody>
      </p:sp>
    </p:spTree>
  </p:cSld>
  <p:clrMap accent1="accent1" accent2="accent2" accent3="accent3" accent4="accent4" accent5="accent5" accent6="accent6" bg1="lt1" bg2="dk2" tx1="dk1" tx2="lt2" folHlink="folHlink" hlink="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 id="2147483747" r:id="rId13"/>
    <p:sldLayoutId id="2147483748" r:id="rId14"/>
    <p:sldLayoutId id="2147483749" r:id="rId15"/>
    <p:sldLayoutId id="2147483750" r:id="rId16"/>
    <p:sldLayoutId id="2147483751" r:id="rId17"/>
    <p:sldLayoutId id="2147483752" r:id="rId18"/>
    <p:sldLayoutId id="2147483753" r:id="rId19"/>
    <p:sldLayoutId id="2147483754" r:id="rId20"/>
    <p:sldLayoutId id="2147483755" r:id="rId21"/>
    <p:sldLayoutId id="2147483756" r:id="rId22"/>
    <p:sldLayoutId id="2147483757" r:id="rId23"/>
    <p:sldLayoutId id="2147483758" r:id="rId24"/>
    <p:sldLayoutId id="2147483759" r:id="rId25"/>
    <p:sldLayoutId id="2147483760" r:id="rId26"/>
    <p:sldLayoutId id="2147483761" r:id="rId27"/>
    <p:sldLayoutId id="2147483762" r:id="rId28"/>
    <p:sldLayoutId id="2147483763" r:id="rId29"/>
    <p:sldLayoutId id="2147483764" r:id="rId30"/>
    <p:sldLayoutId id="2147483765" r:id="rId31"/>
    <p:sldLayoutId id="2147483766" r:id="rId32"/>
    <p:sldLayoutId id="2147483767" r:id="rId33"/>
    <p:sldLayoutId id="2147483768" r:id="rId34"/>
    <p:sldLayoutId id="2147483769" r:id="rId35"/>
    <p:sldLayoutId id="2147483770" r:id="rId36"/>
    <p:sldLayoutId id="2147483771" r:id="rId37"/>
    <p:sldLayoutId id="2147483772" r:id="rId38"/>
    <p:sldLayoutId id="2147483773" r:id="rId39"/>
    <p:sldLayoutId id="2147483774" r:id="rId40"/>
    <p:sldLayoutId id="2147483775" r:id="rId41"/>
    <p:sldLayoutId id="2147483776" r:id="rId42"/>
    <p:sldLayoutId id="2147483777" r:id="rId43"/>
    <p:sldLayoutId id="2147483778" r:id="rId44"/>
    <p:sldLayoutId id="2147483779" r:id="rId45"/>
    <p:sldLayoutId id="2147483780" r:id="rId46"/>
    <p:sldLayoutId id="2147483781" r:id="rId47"/>
    <p:sldLayoutId id="2147483782" r:id="rId48"/>
    <p:sldLayoutId id="2147483783" r:id="rId49"/>
    <p:sldLayoutId id="2147483784" r:id="rId50"/>
    <p:sldLayoutId id="2147483785" r:id="rId51"/>
    <p:sldLayoutId id="2147483786" r:id="rId52"/>
    <p:sldLayoutId id="2147483787" r:id="rId53"/>
    <p:sldLayoutId id="2147483788" r:id="rId54"/>
    <p:sldLayoutId id="2147483789" r:id="rId55"/>
    <p:sldLayoutId id="2147483790" r:id="rId56"/>
    <p:sldLayoutId id="2147483791" r:id="rId57"/>
    <p:sldLayoutId id="2147483792" r:id="rId58"/>
    <p:sldLayoutId id="2147483793" r:id="rId59"/>
    <p:sldLayoutId id="2147483794" r:id="rId60"/>
    <p:sldLayoutId id="2147483795" r:id="rId61"/>
    <p:sldLayoutId id="2147483796" r:id="rId62"/>
    <p:sldLayoutId id="2147483797" r:id="rId63"/>
    <p:sldLayoutId id="2147483798" r:id="rId64"/>
    <p:sldLayoutId id="2147483799" r:id="rId65"/>
    <p:sldLayoutId id="2147483800" r:id="rId66"/>
    <p:sldLayoutId id="2147483801" r:id="rId67"/>
    <p:sldLayoutId id="2147483802" r:id="rId68"/>
    <p:sldLayoutId id="2147483803" r:id="rId69"/>
    <p:sldLayoutId id="2147483804" r:id="rId70"/>
    <p:sldLayoutId id="2147483805" r:id="rId71"/>
    <p:sldLayoutId id="2147483806" r:id="rId72"/>
    <p:sldLayoutId id="2147483807" r:id="rId73"/>
    <p:sldLayoutId id="2147483808" r:id="rId74"/>
    <p:sldLayoutId id="2147483809" r:id="rId75"/>
    <p:sldLayoutId id="2147483810" r:id="rId76"/>
    <p:sldLayoutId id="2147483811" r:id="rId77"/>
    <p:sldLayoutId id="2147483812" r:id="rId78"/>
    <p:sldLayoutId id="2147483813" r:id="rId79"/>
    <p:sldLayoutId id="2147483814" r:id="rId80"/>
    <p:sldLayoutId id="2147483815" r:id="rId81"/>
    <p:sldLayoutId id="2147483816" r:id="rId82"/>
    <p:sldLayoutId id="2147483817" r:id="rId83"/>
    <p:sldLayoutId id="2147483818" r:id="rId84"/>
    <p:sldLayoutId id="2147483819" r:id="rId85"/>
    <p:sldLayoutId id="2147483820" r:id="rId86"/>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40">
          <p15:clr>
            <a:srgbClr val="FF00FF"/>
          </p15:clr>
        </p15:guide>
        <p15:guide id="2" pos="540">
          <p15:clr>
            <a:srgbClr val="FF00FF"/>
          </p15:clr>
        </p15:guide>
        <p15:guide id="3" pos="1440">
          <p15:clr>
            <a:srgbClr val="FF00FF"/>
          </p15:clr>
        </p15:guide>
        <p15:guide id="4" pos="1980">
          <p15:clr>
            <a:srgbClr val="FF00FF"/>
          </p15:clr>
        </p15:guide>
        <p15:guide id="5" pos="2340">
          <p15:clr>
            <a:srgbClr val="FF00FF"/>
          </p15:clr>
        </p15:guide>
        <p15:guide id="6" pos="2880">
          <p15:clr>
            <a:srgbClr val="FF00FF"/>
          </p15:clr>
        </p15:guide>
        <p15:guide id="7" orient="horz" pos="4320">
          <p15:clr>
            <a:srgbClr val="FF00FF"/>
          </p15:clr>
        </p15:guide>
        <p15:guide id="8" orient="horz" pos="4980">
          <p15:clr>
            <a:srgbClr val="FF00FF"/>
          </p15:clr>
        </p15:guide>
        <p15:guide id="9" orient="horz" pos="5760">
          <p15:clr>
            <a:srgbClr val="FF00FF"/>
          </p15:clr>
        </p15:guide>
        <p15:guide id="10" orient="horz" pos="6300">
          <p15:clr>
            <a:srgbClr val="FF00FF"/>
          </p15:clr>
        </p15:guide>
        <p15:guide id="11" pos="3240">
          <p15:clr>
            <a:srgbClr val="FF00FF"/>
          </p15:clr>
        </p15:guide>
        <p15:guide id="12" pos="4140">
          <p15:clr>
            <a:srgbClr val="FF00FF"/>
          </p15:clr>
        </p15:guide>
        <p15:guide id="13" pos="4680">
          <p15:clr>
            <a:srgbClr val="FF00FF"/>
          </p15:clr>
        </p15:guide>
        <p15:guide id="14" pos="5040">
          <p15:clr>
            <a:srgbClr val="FF00FF"/>
          </p15:clr>
        </p15:guide>
        <p15:guide id="15" pos="3780">
          <p15:clr>
            <a:srgbClr val="FF00FF"/>
          </p15:clr>
        </p15:guide>
        <p15:guide id="16" pos="4140">
          <p15:clr>
            <a:srgbClr val="FF00FF"/>
          </p15:clr>
        </p15:guide>
        <p15:guide id="17" pos="4680">
          <p15:clr>
            <a:srgbClr val="FF00FF"/>
          </p15:clr>
        </p15:guide>
        <p15:guide id="18" pos="5040">
          <p15:clr>
            <a:srgbClr val="FF00FF"/>
          </p15:clr>
        </p15:guide>
        <p15:guide id="19" pos="5580">
          <p15:clr>
            <a:srgbClr val="FF00FF"/>
          </p15:clr>
        </p15:guide>
        <p15:guide id="20" pos="5940">
          <p15:clr>
            <a:srgbClr val="FF00FF"/>
          </p15:clr>
        </p15:guide>
        <p15:guide id="21" pos="6480">
          <p15:clr>
            <a:srgbClr val="FF00FF"/>
          </p15:clr>
        </p15:guide>
        <p15:guide id="22" pos="6840">
          <p15:clr>
            <a:srgbClr val="FF00FF"/>
          </p15:clr>
        </p15:guide>
        <p15:guide id="23" pos="7740">
          <p15:clr>
            <a:srgbClr val="FF00FF"/>
          </p15:clr>
        </p15:guide>
        <p15:guide id="24" pos="8280">
          <p15:clr>
            <a:srgbClr val="FF00FF"/>
          </p15:clr>
        </p15:guide>
        <p15:guide id="25" pos="8640">
          <p15:clr>
            <a:srgbClr val="FF00FF"/>
          </p15:clr>
        </p15:guide>
        <p15:guide id="26" pos="9180">
          <p15:clr>
            <a:srgbClr val="FF00FF"/>
          </p15:clr>
        </p15:guide>
        <p15:guide id="27" pos="9540">
          <p15:clr>
            <a:srgbClr val="FF00FF"/>
          </p15:clr>
        </p15:guide>
        <p15:guide id="28" pos="10080">
          <p15:clr>
            <a:srgbClr val="FF00FF"/>
          </p15:clr>
        </p15:guide>
        <p15:guide id="29" pos="10440">
          <p15:clr>
            <a:srgbClr val="FF00FF"/>
          </p15:clr>
        </p15:guide>
        <p15:guide id="30" pos="10980">
          <p15:clr>
            <a:srgbClr val="FF00FF"/>
          </p15:clr>
        </p15:guide>
        <p15:guide id="31" pos="7380">
          <p15:clr>
            <a:srgbClr val="FF00FF"/>
          </p15:clr>
        </p15:guide>
        <p15:guide id="32" pos="1080">
          <p15:clr>
            <a:srgbClr val="FF00FF"/>
          </p15:clr>
        </p15:guide>
        <p15:guide id="33" orient="horz" pos="1980">
          <p15:clr>
            <a:srgbClr val="FF00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19.png"/><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9.png"/><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24.png"/><Relationship Id="rId3" Type="http://schemas.openxmlformats.org/officeDocument/2006/relationships/image" Target="../media/image26.png"/><Relationship Id="rId4" Type="http://schemas.openxmlformats.org/officeDocument/2006/relationships/image" Target="../media/image11.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34.png"/><Relationship Id="rId3" Type="http://schemas.openxmlformats.org/officeDocument/2006/relationships/image" Target="../media/image12.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13.png"/><Relationship Id="rId5" Type="http://schemas.openxmlformats.org/officeDocument/2006/relationships/image" Target="../media/image41.png"/><Relationship Id="rId6"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14.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image" Target="../media/image46.png"/><Relationship Id="rId3" Type="http://schemas.openxmlformats.org/officeDocument/2006/relationships/image" Target="../media/image15.png"/><Relationship Id="rId4" Type="http://schemas.openxmlformats.org/officeDocument/2006/relationships/image" Target="../media/image4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From quote to installed, and back again</a:t>
            </a:r>
          </a:p>
        </p:txBody>
      </p:sp>
      <p:sp>
        <p:nvSpPr>
          <p:cNvPr id="3" name="Subtitle 2"/>
          <p:cNvSpPr>
            <a:spLocks noGrp="1"/>
          </p:cNvSpPr>
          <p:nvPr>
            <p:ph type="subTitle" idx="1"/>
          </p:nvPr>
        </p:nvSpPr>
        <p:spPr/>
        <p:txBody>
          <a:bodyPr/>
          <a:lstStyle/>
          <a:p>
            <a:pPr marL="0" indent="0"/>
            <a:r>
              <a:t>Revenue Cloud + Field Service: the QuantumBit demo story</a:t>
            </a:r>
          </a:p>
        </p:txBody>
      </p:sp>
      <p:sp>
        <p:nvSpPr>
          <p:cNvPr id="4" name="Subtitle 3"/>
          <p:cNvSpPr>
            <a:spLocks noGrp="1"/>
          </p:cNvSpPr>
          <p:nvPr>
            <p:ph type="subTitle" idx="2"/>
          </p:nvPr>
        </p:nvSpPr>
        <p:spPr/>
        <p:txBody>
          <a:bodyPr/>
          <a:lstStyle/>
          <a:p>
            <a:pPr marL="0" indent="0"/>
            <a:r>
              <a:t>Demo storyboard · Draft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Meet Infinitech</a:t>
            </a:r>
          </a:p>
        </p:txBody>
      </p:sp>
      <p:sp>
        <p:nvSpPr>
          <p:cNvPr id="3" name="Subtitle 2"/>
          <p:cNvSpPr>
            <a:spLocks noGrp="1"/>
          </p:cNvSpPr>
          <p:nvPr>
            <p:ph type="subTitle" idx="1"/>
          </p:nvPr>
        </p:nvSpPr>
        <p:spPr/>
        <p:txBody>
          <a:bodyPr/>
          <a:lstStyle/>
          <a:p>
            <a:pPr marL="0" indent="0"/>
            <a:r>
              <a:t>Expanding its San Francisco data center with QuantumBit</a:t>
            </a:r>
          </a:p>
        </p:txBody>
      </p:sp>
      <p:sp>
        <p:nvSpPr>
          <p:cNvPr id="4" name="TextBox 3"/>
          <p:cNvSpPr txBox="1"/>
          <p:nvPr/>
        </p:nvSpPr>
        <p:spPr>
          <a:xfrm>
            <a:off x="859536" y="2788920"/>
            <a:ext cx="8229600" cy="365760"/>
          </a:xfrm>
          <a:prstGeom prst="rect">
            <a:avLst/>
          </a:prstGeom>
          <a:noFill/>
        </p:spPr>
        <p:txBody>
          <a:bodyPr wrap="square" anchor="t" lIns="0" rIns="0" tIns="0" bIns="0">
            <a:spAutoFit/>
          </a:bodyPr>
          <a:lstStyle/>
          <a:p>
            <a:pPr algn="l"/>
            <a:r>
              <a:rPr sz="1400" b="1" i="0">
                <a:solidFill>
                  <a:srgbClr val="066AFE"/>
                </a:solidFill>
                <a:latin typeface="Salesforce Sans"/>
              </a:rPr>
              <a:t>WHAT THEY'RE BUYING</a:t>
            </a:r>
          </a:p>
        </p:txBody>
      </p:sp>
      <p:sp>
        <p:nvSpPr>
          <p:cNvPr id="5" name="Rounded Rectangle 4"/>
          <p:cNvSpPr/>
          <p:nvPr/>
        </p:nvSpPr>
        <p:spPr>
          <a:xfrm>
            <a:off x="859536" y="3246120"/>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43000" y="3429000"/>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PowerSwerve R750 Rack Server</a:t>
            </a:r>
          </a:p>
        </p:txBody>
      </p:sp>
      <p:sp>
        <p:nvSpPr>
          <p:cNvPr id="7" name="TextBox 6"/>
          <p:cNvSpPr txBox="1"/>
          <p:nvPr/>
        </p:nvSpPr>
        <p:spPr>
          <a:xfrm>
            <a:off x="6309360" y="346557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QB-BDL-R750</a:t>
            </a:r>
          </a:p>
        </p:txBody>
      </p:sp>
      <p:sp>
        <p:nvSpPr>
          <p:cNvPr id="8" name="TextBox 7"/>
          <p:cNvSpPr txBox="1"/>
          <p:nvPr/>
        </p:nvSpPr>
        <p:spPr>
          <a:xfrm>
            <a:off x="1143000" y="3931920"/>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The hardware Field Service installs and maintains</a:t>
            </a:r>
          </a:p>
        </p:txBody>
      </p:sp>
      <p:sp>
        <p:nvSpPr>
          <p:cNvPr id="9" name="TextBox 8"/>
          <p:cNvSpPr txBox="1"/>
          <p:nvPr/>
        </p:nvSpPr>
        <p:spPr>
          <a:xfrm>
            <a:off x="1143000" y="4325112"/>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1, 4, 9</a:t>
            </a:r>
          </a:p>
        </p:txBody>
      </p:sp>
      <p:sp>
        <p:nvSpPr>
          <p:cNvPr id="10" name="Rounded Rectangle 9"/>
          <p:cNvSpPr/>
          <p:nvPr/>
        </p:nvSpPr>
        <p:spPr>
          <a:xfrm>
            <a:off x="859536" y="5029200"/>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43000" y="5212080"/>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Installation and Assembly</a:t>
            </a:r>
          </a:p>
        </p:txBody>
      </p:sp>
      <p:sp>
        <p:nvSpPr>
          <p:cNvPr id="12" name="TextBox 11"/>
          <p:cNvSpPr txBox="1"/>
          <p:nvPr/>
        </p:nvSpPr>
        <p:spPr>
          <a:xfrm>
            <a:off x="6309360" y="524865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QB-INST-1000</a:t>
            </a:r>
          </a:p>
        </p:txBody>
      </p:sp>
      <p:sp>
        <p:nvSpPr>
          <p:cNvPr id="13" name="TextBox 12"/>
          <p:cNvSpPr txBox="1"/>
          <p:nvPr/>
        </p:nvSpPr>
        <p:spPr>
          <a:xfrm>
            <a:off x="1143000" y="5715000"/>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Becomes the install Work Order</a:t>
            </a:r>
          </a:p>
        </p:txBody>
      </p:sp>
      <p:sp>
        <p:nvSpPr>
          <p:cNvPr id="14" name="TextBox 13"/>
          <p:cNvSpPr txBox="1"/>
          <p:nvPr/>
        </p:nvSpPr>
        <p:spPr>
          <a:xfrm>
            <a:off x="1143000" y="6108192"/>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2–5</a:t>
            </a:r>
          </a:p>
        </p:txBody>
      </p:sp>
      <p:sp>
        <p:nvSpPr>
          <p:cNvPr id="15" name="Rounded Rectangle 14"/>
          <p:cNvSpPr/>
          <p:nvPr/>
        </p:nvSpPr>
        <p:spPr>
          <a:xfrm>
            <a:off x="859536" y="6812279"/>
            <a:ext cx="7863840" cy="15544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 y="6995159"/>
            <a:ext cx="5486400" cy="457200"/>
          </a:xfrm>
          <a:prstGeom prst="rect">
            <a:avLst/>
          </a:prstGeom>
          <a:noFill/>
        </p:spPr>
        <p:txBody>
          <a:bodyPr wrap="square" anchor="t" lIns="0" rIns="0" tIns="0" bIns="0">
            <a:spAutoFit/>
          </a:bodyPr>
          <a:lstStyle/>
          <a:p>
            <a:pPr algn="l"/>
            <a:r>
              <a:rPr sz="2100" b="1" i="0">
                <a:solidFill>
                  <a:srgbClr val="032D60"/>
                </a:solidFill>
                <a:latin typeface="Avant Garde Demi SFDC"/>
              </a:rPr>
              <a:t>Gold Hardware Maintenance</a:t>
            </a:r>
          </a:p>
        </p:txBody>
      </p:sp>
      <p:sp>
        <p:nvSpPr>
          <p:cNvPr id="17" name="TextBox 16"/>
          <p:cNvSpPr txBox="1"/>
          <p:nvPr/>
        </p:nvSpPr>
        <p:spPr>
          <a:xfrm>
            <a:off x="6309360" y="7031736"/>
            <a:ext cx="2194560" cy="365760"/>
          </a:xfrm>
          <a:prstGeom prst="rect">
            <a:avLst/>
          </a:prstGeom>
          <a:noFill/>
        </p:spPr>
        <p:txBody>
          <a:bodyPr wrap="square" anchor="t" lIns="0" rIns="0" tIns="0" bIns="0">
            <a:spAutoFit/>
          </a:bodyPr>
          <a:lstStyle/>
          <a:p>
            <a:pPr algn="r"/>
            <a:r>
              <a:rPr sz="1300" b="0" i="0">
                <a:solidFill>
                  <a:srgbClr val="5A6B85"/>
                </a:solidFill>
                <a:latin typeface="Salesforce Sans"/>
              </a:rPr>
              <a:t>QB-SUPP-1005</a:t>
            </a:r>
          </a:p>
        </p:txBody>
      </p:sp>
      <p:sp>
        <p:nvSpPr>
          <p:cNvPr id="18" name="TextBox 17"/>
          <p:cNvSpPr txBox="1"/>
          <p:nvPr/>
        </p:nvSpPr>
        <p:spPr>
          <a:xfrm>
            <a:off x="1143000" y="7498079"/>
            <a:ext cx="7315200" cy="411480"/>
          </a:xfrm>
          <a:prstGeom prst="rect">
            <a:avLst/>
          </a:prstGeom>
          <a:noFill/>
        </p:spPr>
        <p:txBody>
          <a:bodyPr wrap="square" anchor="t" lIns="0" rIns="0" tIns="0" bIns="0">
            <a:spAutoFit/>
          </a:bodyPr>
          <a:lstStyle/>
          <a:p>
            <a:pPr algn="l"/>
            <a:r>
              <a:rPr sz="1700" b="0" i="0">
                <a:solidFill>
                  <a:srgbClr val="032D60"/>
                </a:solidFill>
                <a:latin typeface="Salesforce Sans"/>
              </a:rPr>
              <a:t>Monthly on-site check-ups and break/fix coverage</a:t>
            </a:r>
          </a:p>
        </p:txBody>
      </p:sp>
      <p:sp>
        <p:nvSpPr>
          <p:cNvPr id="19" name="TextBox 18"/>
          <p:cNvSpPr txBox="1"/>
          <p:nvPr/>
        </p:nvSpPr>
        <p:spPr>
          <a:xfrm>
            <a:off x="1143000" y="7891271"/>
            <a:ext cx="7315200" cy="365760"/>
          </a:xfrm>
          <a:prstGeom prst="rect">
            <a:avLst/>
          </a:prstGeom>
          <a:noFill/>
        </p:spPr>
        <p:txBody>
          <a:bodyPr wrap="square" anchor="t" lIns="0" rIns="0" tIns="0" bIns="0">
            <a:spAutoFit/>
          </a:bodyPr>
          <a:lstStyle/>
          <a:p>
            <a:pPr algn="l"/>
            <a:r>
              <a:rPr sz="1300" b="1" i="0">
                <a:solidFill>
                  <a:srgbClr val="066AFE"/>
                </a:solidFill>
                <a:latin typeface="Salesforce Sans"/>
              </a:rPr>
              <a:t>Scenes 6–7</a:t>
            </a:r>
          </a:p>
        </p:txBody>
      </p:sp>
      <p:sp>
        <p:nvSpPr>
          <p:cNvPr id="20" name="TextBox 19"/>
          <p:cNvSpPr txBox="1"/>
          <p:nvPr/>
        </p:nvSpPr>
        <p:spPr>
          <a:xfrm>
            <a:off x="9418320" y="2788920"/>
            <a:ext cx="7955279" cy="365760"/>
          </a:xfrm>
          <a:prstGeom prst="rect">
            <a:avLst/>
          </a:prstGeom>
          <a:noFill/>
        </p:spPr>
        <p:txBody>
          <a:bodyPr wrap="square" anchor="t" lIns="0" rIns="0" tIns="0" bIns="0">
            <a:spAutoFit/>
          </a:bodyPr>
          <a:lstStyle/>
          <a:p>
            <a:pPr algn="l"/>
            <a:r>
              <a:rPr sz="1400" b="1" i="0">
                <a:solidFill>
                  <a:srgbClr val="066AFE"/>
                </a:solidFill>
                <a:latin typeface="Salesforce Sans"/>
              </a:rPr>
              <a:t>THE CAST</a:t>
            </a:r>
          </a:p>
        </p:txBody>
      </p:sp>
      <p:sp>
        <p:nvSpPr>
          <p:cNvPr id="21" name="Rounded Rectangle 20"/>
          <p:cNvSpPr/>
          <p:nvPr/>
        </p:nvSpPr>
        <p:spPr>
          <a:xfrm>
            <a:off x="9418320" y="3246120"/>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601200" y="3429000"/>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S</a:t>
            </a:r>
          </a:p>
        </p:txBody>
      </p:sp>
      <p:sp>
        <p:nvSpPr>
          <p:cNvPr id="23" name="TextBox 22"/>
          <p:cNvSpPr txBox="1"/>
          <p:nvPr/>
        </p:nvSpPr>
        <p:spPr>
          <a:xfrm>
            <a:off x="10378440" y="3291839"/>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Seller</a:t>
            </a:r>
          </a:p>
        </p:txBody>
      </p:sp>
      <p:sp>
        <p:nvSpPr>
          <p:cNvPr id="24" name="TextBox 23"/>
          <p:cNvSpPr txBox="1"/>
          <p:nvPr/>
        </p:nvSpPr>
        <p:spPr>
          <a:xfrm>
            <a:off x="12847320" y="3291839"/>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Quotes and configures</a:t>
            </a:r>
            <a:r>
              <a:rPr sz="1300" b="1" i="0">
                <a:solidFill>
                  <a:srgbClr val="066AFE"/>
                </a:solidFill>
                <a:latin typeface="Salesforce Sans"/>
              </a:rPr>
              <a:t>
Revenue Cloud</a:t>
            </a:r>
          </a:p>
        </p:txBody>
      </p:sp>
      <p:sp>
        <p:nvSpPr>
          <p:cNvPr id="25" name="Rounded Rectangle 24"/>
          <p:cNvSpPr/>
          <p:nvPr/>
        </p:nvSpPr>
        <p:spPr>
          <a:xfrm>
            <a:off x="9418320" y="4325112"/>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601200" y="4507992"/>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F</a:t>
            </a:r>
          </a:p>
        </p:txBody>
      </p:sp>
      <p:sp>
        <p:nvSpPr>
          <p:cNvPr id="27" name="TextBox 26"/>
          <p:cNvSpPr txBox="1"/>
          <p:nvPr/>
        </p:nvSpPr>
        <p:spPr>
          <a:xfrm>
            <a:off x="10378440" y="4370831"/>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Fulfillment Manager</a:t>
            </a:r>
          </a:p>
        </p:txBody>
      </p:sp>
      <p:sp>
        <p:nvSpPr>
          <p:cNvPr id="28" name="TextBox 27"/>
          <p:cNvSpPr txBox="1"/>
          <p:nvPr/>
        </p:nvSpPr>
        <p:spPr>
          <a:xfrm>
            <a:off x="12847320" y="4370831"/>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Watches the orchestration plan</a:t>
            </a:r>
            <a:r>
              <a:rPr sz="1300" b="1" i="0">
                <a:solidFill>
                  <a:srgbClr val="066AFE"/>
                </a:solidFill>
                <a:latin typeface="Salesforce Sans"/>
              </a:rPr>
              <a:t>
Revenue Cloud</a:t>
            </a:r>
          </a:p>
        </p:txBody>
      </p:sp>
      <p:sp>
        <p:nvSpPr>
          <p:cNvPr id="29" name="Rounded Rectangle 28"/>
          <p:cNvSpPr/>
          <p:nvPr/>
        </p:nvSpPr>
        <p:spPr>
          <a:xfrm>
            <a:off x="9418320" y="5404104"/>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9601200" y="5586984"/>
            <a:ext cx="548640" cy="54864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D</a:t>
            </a:r>
          </a:p>
        </p:txBody>
      </p:sp>
      <p:sp>
        <p:nvSpPr>
          <p:cNvPr id="31" name="TextBox 30"/>
          <p:cNvSpPr txBox="1"/>
          <p:nvPr/>
        </p:nvSpPr>
        <p:spPr>
          <a:xfrm>
            <a:off x="10378440" y="5449824"/>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Dispatcher</a:t>
            </a:r>
          </a:p>
        </p:txBody>
      </p:sp>
      <p:sp>
        <p:nvSpPr>
          <p:cNvPr id="32" name="TextBox 31"/>
          <p:cNvSpPr txBox="1"/>
          <p:nvPr/>
        </p:nvSpPr>
        <p:spPr>
          <a:xfrm>
            <a:off x="12847320" y="5449824"/>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Schedules the field work</a:t>
            </a:r>
            <a:r>
              <a:rPr sz="1300" b="1" i="0">
                <a:solidFill>
                  <a:srgbClr val="066AFE"/>
                </a:solidFill>
                <a:latin typeface="Salesforce Sans"/>
              </a:rPr>
              <a:t>
Field Service</a:t>
            </a:r>
          </a:p>
        </p:txBody>
      </p:sp>
      <p:sp>
        <p:nvSpPr>
          <p:cNvPr id="33" name="Rounded Rectangle 32"/>
          <p:cNvSpPr/>
          <p:nvPr/>
        </p:nvSpPr>
        <p:spPr>
          <a:xfrm>
            <a:off x="9418320" y="6483096"/>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601200" y="6665976"/>
            <a:ext cx="548640" cy="54864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T</a:t>
            </a:r>
          </a:p>
        </p:txBody>
      </p:sp>
      <p:sp>
        <p:nvSpPr>
          <p:cNvPr id="35" name="TextBox 34"/>
          <p:cNvSpPr txBox="1"/>
          <p:nvPr/>
        </p:nvSpPr>
        <p:spPr>
          <a:xfrm>
            <a:off x="10378440" y="6528816"/>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Technician</a:t>
            </a:r>
          </a:p>
        </p:txBody>
      </p:sp>
      <p:sp>
        <p:nvSpPr>
          <p:cNvPr id="36" name="TextBox 35"/>
          <p:cNvSpPr txBox="1"/>
          <p:nvPr/>
        </p:nvSpPr>
        <p:spPr>
          <a:xfrm>
            <a:off x="12847320" y="6528816"/>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Installs, services, spots growth</a:t>
            </a:r>
            <a:r>
              <a:rPr sz="1300" b="1" i="0">
                <a:solidFill>
                  <a:srgbClr val="066AFE"/>
                </a:solidFill>
                <a:latin typeface="Salesforce Sans"/>
              </a:rPr>
              <a:t>
Field Service Mobile</a:t>
            </a:r>
          </a:p>
        </p:txBody>
      </p:sp>
      <p:sp>
        <p:nvSpPr>
          <p:cNvPr id="37" name="Rounded Rectangle 36"/>
          <p:cNvSpPr/>
          <p:nvPr/>
        </p:nvSpPr>
        <p:spPr>
          <a:xfrm>
            <a:off x="9418320" y="7562088"/>
            <a:ext cx="8010144" cy="91440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9601200" y="7744967"/>
            <a:ext cx="548640" cy="54864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i="0">
                <a:solidFill>
                  <a:srgbClr val="FFFFFF"/>
                </a:solidFill>
                <a:latin typeface="Avant Garde Demi SFDC"/>
              </a:rPr>
              <a:t>B</a:t>
            </a:r>
          </a:p>
        </p:txBody>
      </p:sp>
      <p:sp>
        <p:nvSpPr>
          <p:cNvPr id="39" name="TextBox 38"/>
          <p:cNvSpPr txBox="1"/>
          <p:nvPr/>
        </p:nvSpPr>
        <p:spPr>
          <a:xfrm>
            <a:off x="10378440" y="7607808"/>
            <a:ext cx="3566160" cy="822960"/>
          </a:xfrm>
          <a:prstGeom prst="rect">
            <a:avLst/>
          </a:prstGeom>
          <a:noFill/>
        </p:spPr>
        <p:txBody>
          <a:bodyPr wrap="square" anchor="ctr" lIns="0" rIns="0" tIns="0" bIns="0">
            <a:spAutoFit/>
          </a:bodyPr>
          <a:lstStyle/>
          <a:p>
            <a:pPr algn="l"/>
            <a:r>
              <a:rPr sz="1900" b="1" i="0">
                <a:solidFill>
                  <a:srgbClr val="032D60"/>
                </a:solidFill>
                <a:latin typeface="Salesforce Sans"/>
              </a:rPr>
              <a:t>Billing Specialist</a:t>
            </a:r>
          </a:p>
        </p:txBody>
      </p:sp>
      <p:sp>
        <p:nvSpPr>
          <p:cNvPr id="40" name="TextBox 39"/>
          <p:cNvSpPr txBox="1"/>
          <p:nvPr/>
        </p:nvSpPr>
        <p:spPr>
          <a:xfrm>
            <a:off x="12847320" y="7607808"/>
            <a:ext cx="4434840" cy="822960"/>
          </a:xfrm>
          <a:prstGeom prst="rect">
            <a:avLst/>
          </a:prstGeom>
          <a:noFill/>
        </p:spPr>
        <p:txBody>
          <a:bodyPr wrap="square" anchor="ctr" lIns="0" rIns="0" tIns="0" bIns="0">
            <a:spAutoFit/>
          </a:bodyPr>
          <a:lstStyle/>
          <a:p>
            <a:pPr algn="l"/>
            <a:r>
              <a:rPr sz="1500" b="0" i="0">
                <a:solidFill>
                  <a:srgbClr val="032D60"/>
                </a:solidFill>
                <a:latin typeface="Salesforce Sans"/>
              </a:rPr>
              <a:t>Starts billing at go-live</a:t>
            </a:r>
            <a:r>
              <a:rPr sz="1300" b="1" i="0">
                <a:solidFill>
                  <a:srgbClr val="066AFE"/>
                </a:solidFill>
                <a:latin typeface="Salesforce Sans"/>
              </a:rPr>
              <a:t>
Revenue Cloud Billing</a:t>
            </a:r>
          </a:p>
        </p:txBody>
      </p:sp>
      <p:sp>
        <p:nvSpPr>
          <p:cNvPr id="41" name="TextBox 40"/>
          <p:cNvSpPr txBox="1"/>
          <p:nvPr/>
        </p:nvSpPr>
        <p:spPr>
          <a:xfrm>
            <a:off x="9418320" y="8686800"/>
            <a:ext cx="8010144" cy="365760"/>
          </a:xfrm>
          <a:prstGeom prst="rect">
            <a:avLst/>
          </a:prstGeom>
          <a:noFill/>
        </p:spPr>
        <p:txBody>
          <a:bodyPr wrap="square" anchor="t" lIns="0" rIns="0" tIns="0" bIns="0">
            <a:spAutoFit/>
          </a:bodyPr>
          <a:lstStyle/>
          <a:p>
            <a:pPr algn="l"/>
            <a:r>
              <a:rPr sz="1200" b="0" i="0">
                <a:solidFill>
                  <a:srgbClr val="5A6B85"/>
                </a:solidFill>
                <a:latin typeface="Salesforce Sans"/>
              </a:rPr>
              <a:t>Revenue Cloud personas in blue · Field Service personas in dark blue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The demo in nine scenes</a:t>
            </a:r>
          </a:p>
        </p:txBody>
      </p:sp>
      <p:sp>
        <p:nvSpPr>
          <p:cNvPr id="3" name="Subtitle 2"/>
          <p:cNvSpPr>
            <a:spLocks noGrp="1"/>
          </p:cNvSpPr>
          <p:nvPr>
            <p:ph type="subTitle" idx="1"/>
          </p:nvPr>
        </p:nvSpPr>
        <p:spPr/>
        <p:txBody>
          <a:bodyPr/>
          <a:lstStyle/>
          <a:p>
            <a:pPr marL="0" indent="0"/>
            <a:r>
              <a:t>One customer, one asset, one continuous loop · about 15 minutes</a:t>
            </a:r>
          </a:p>
        </p:txBody>
      </p:sp>
      <p:sp>
        <p:nvSpPr>
          <p:cNvPr id="4" name="TextBox 3"/>
          <p:cNvSpPr txBox="1"/>
          <p:nvPr/>
        </p:nvSpPr>
        <p:spPr>
          <a:xfrm>
            <a:off x="859536" y="2697480"/>
            <a:ext cx="10972800" cy="365760"/>
          </a:xfrm>
          <a:prstGeom prst="rect">
            <a:avLst/>
          </a:prstGeom>
          <a:noFill/>
        </p:spPr>
        <p:txBody>
          <a:bodyPr wrap="square" anchor="t" lIns="0" rIns="0" tIns="0" bIns="0">
            <a:spAutoFit/>
          </a:bodyPr>
          <a:lstStyle/>
          <a:p>
            <a:pPr algn="l"/>
            <a:r>
              <a:rPr sz="1400" b="1" i="0">
                <a:solidFill>
                  <a:srgbClr val="066AFE"/>
                </a:solidFill>
                <a:latin typeface="Salesforce Sans"/>
              </a:rPr>
              <a:t>ACT 1 · REVENUE CLOUD → FIELD SERVICE · SELL, DELIVER, BILL</a:t>
            </a:r>
          </a:p>
        </p:txBody>
      </p:sp>
      <p:sp>
        <p:nvSpPr>
          <p:cNvPr id="5" name="Rounded Rectangle 4"/>
          <p:cNvSpPr/>
          <p:nvPr/>
        </p:nvSpPr>
        <p:spPr>
          <a:xfrm>
            <a:off x="85953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42415"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1</a:t>
            </a:r>
          </a:p>
        </p:txBody>
      </p:sp>
      <p:sp>
        <p:nvSpPr>
          <p:cNvPr id="7" name="Rounded Rectangle 6"/>
          <p:cNvSpPr/>
          <p:nvPr/>
        </p:nvSpPr>
        <p:spPr>
          <a:xfrm>
            <a:off x="234086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8" name="TextBox 7"/>
          <p:cNvSpPr txBox="1"/>
          <p:nvPr/>
        </p:nvSpPr>
        <p:spPr>
          <a:xfrm>
            <a:off x="1042415"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Configure &amp; quote</a:t>
            </a:r>
          </a:p>
        </p:txBody>
      </p:sp>
      <p:sp>
        <p:nvSpPr>
          <p:cNvPr id="9" name="TextBox 8"/>
          <p:cNvSpPr txBox="1"/>
          <p:nvPr/>
        </p:nvSpPr>
        <p:spPr>
          <a:xfrm>
            <a:off x="1042415"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Seller</a:t>
            </a:r>
          </a:p>
        </p:txBody>
      </p:sp>
      <p:cxnSp>
        <p:nvCxnSpPr>
          <p:cNvPr id="10" name="Connector 9"/>
          <p:cNvCxnSpPr/>
          <p:nvPr/>
        </p:nvCxnSpPr>
        <p:spPr>
          <a:xfrm>
            <a:off x="393192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4281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442569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2</a:t>
            </a:r>
          </a:p>
        </p:txBody>
      </p:sp>
      <p:sp>
        <p:nvSpPr>
          <p:cNvPr id="13" name="Rounded Rectangle 12"/>
          <p:cNvSpPr/>
          <p:nvPr/>
        </p:nvSpPr>
        <p:spPr>
          <a:xfrm>
            <a:off x="572414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14" name="TextBox 13"/>
          <p:cNvSpPr txBox="1"/>
          <p:nvPr/>
        </p:nvSpPr>
        <p:spPr>
          <a:xfrm>
            <a:off x="442569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Activate the order</a:t>
            </a:r>
          </a:p>
        </p:txBody>
      </p:sp>
      <p:sp>
        <p:nvSpPr>
          <p:cNvPr id="15" name="TextBox 14"/>
          <p:cNvSpPr txBox="1"/>
          <p:nvPr/>
        </p:nvSpPr>
        <p:spPr>
          <a:xfrm>
            <a:off x="442569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Fulfillment Manager</a:t>
            </a:r>
          </a:p>
        </p:txBody>
      </p:sp>
      <p:cxnSp>
        <p:nvCxnSpPr>
          <p:cNvPr id="16" name="Connector 15"/>
          <p:cNvCxnSpPr/>
          <p:nvPr/>
        </p:nvCxnSpPr>
        <p:spPr>
          <a:xfrm>
            <a:off x="731520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2609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808975"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3</a:t>
            </a:r>
          </a:p>
        </p:txBody>
      </p:sp>
      <p:sp>
        <p:nvSpPr>
          <p:cNvPr id="19" name="Rounded Rectangle 18"/>
          <p:cNvSpPr/>
          <p:nvPr/>
        </p:nvSpPr>
        <p:spPr>
          <a:xfrm>
            <a:off x="910742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20" name="TextBox 19"/>
          <p:cNvSpPr txBox="1"/>
          <p:nvPr/>
        </p:nvSpPr>
        <p:spPr>
          <a:xfrm>
            <a:off x="7808975"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Automatic dispatch</a:t>
            </a:r>
          </a:p>
        </p:txBody>
      </p:sp>
      <p:sp>
        <p:nvSpPr>
          <p:cNvPr id="21" name="TextBox 20"/>
          <p:cNvSpPr txBox="1"/>
          <p:nvPr/>
        </p:nvSpPr>
        <p:spPr>
          <a:xfrm>
            <a:off x="7808975"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Dispatcher</a:t>
            </a:r>
          </a:p>
        </p:txBody>
      </p:sp>
      <p:cxnSp>
        <p:nvCxnSpPr>
          <p:cNvPr id="22" name="Connector 21"/>
          <p:cNvCxnSpPr/>
          <p:nvPr/>
        </p:nvCxnSpPr>
        <p:spPr>
          <a:xfrm>
            <a:off x="1069848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100937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119225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4</a:t>
            </a:r>
          </a:p>
        </p:txBody>
      </p:sp>
      <p:sp>
        <p:nvSpPr>
          <p:cNvPr id="25" name="Rounded Rectangle 24"/>
          <p:cNvSpPr/>
          <p:nvPr/>
        </p:nvSpPr>
        <p:spPr>
          <a:xfrm>
            <a:off x="1249070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26" name="TextBox 25"/>
          <p:cNvSpPr txBox="1"/>
          <p:nvPr/>
        </p:nvSpPr>
        <p:spPr>
          <a:xfrm>
            <a:off x="1119225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Technician on site</a:t>
            </a:r>
          </a:p>
        </p:txBody>
      </p:sp>
      <p:sp>
        <p:nvSpPr>
          <p:cNvPr id="27" name="TextBox 26"/>
          <p:cNvSpPr txBox="1"/>
          <p:nvPr/>
        </p:nvSpPr>
        <p:spPr>
          <a:xfrm>
            <a:off x="1119225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Technician</a:t>
            </a:r>
          </a:p>
        </p:txBody>
      </p:sp>
      <p:cxnSp>
        <p:nvCxnSpPr>
          <p:cNvPr id="28" name="Connector 27"/>
          <p:cNvCxnSpPr/>
          <p:nvPr/>
        </p:nvCxnSpPr>
        <p:spPr>
          <a:xfrm>
            <a:off x="14081760" y="4229100"/>
            <a:ext cx="274320" cy="0"/>
          </a:xfrm>
          <a:prstGeom prst="line">
            <a:avLst/>
          </a:prstGeom>
          <a:ln w="25400">
            <a:solidFill>
              <a:srgbClr val="066AF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4392656" y="31089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4575536" y="3291840"/>
            <a:ext cx="502920" cy="5029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5</a:t>
            </a:r>
          </a:p>
        </p:txBody>
      </p:sp>
      <p:sp>
        <p:nvSpPr>
          <p:cNvPr id="31" name="Rounded Rectangle 30"/>
          <p:cNvSpPr/>
          <p:nvPr/>
        </p:nvSpPr>
        <p:spPr>
          <a:xfrm>
            <a:off x="15873984" y="33741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32" name="TextBox 31"/>
          <p:cNvSpPr txBox="1"/>
          <p:nvPr/>
        </p:nvSpPr>
        <p:spPr>
          <a:xfrm>
            <a:off x="14575536" y="3977639"/>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Billing starts at install</a:t>
            </a:r>
          </a:p>
        </p:txBody>
      </p:sp>
      <p:sp>
        <p:nvSpPr>
          <p:cNvPr id="33" name="TextBox 32"/>
          <p:cNvSpPr txBox="1"/>
          <p:nvPr/>
        </p:nvSpPr>
        <p:spPr>
          <a:xfrm>
            <a:off x="14575536" y="46634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Billing Specialist</a:t>
            </a:r>
          </a:p>
        </p:txBody>
      </p:sp>
      <p:sp>
        <p:nvSpPr>
          <p:cNvPr id="34" name="TextBox 33"/>
          <p:cNvSpPr txBox="1"/>
          <p:nvPr/>
        </p:nvSpPr>
        <p:spPr>
          <a:xfrm>
            <a:off x="859536" y="5669280"/>
            <a:ext cx="10972800" cy="365760"/>
          </a:xfrm>
          <a:prstGeom prst="rect">
            <a:avLst/>
          </a:prstGeom>
          <a:noFill/>
        </p:spPr>
        <p:txBody>
          <a:bodyPr wrap="square" anchor="t" lIns="0" rIns="0" tIns="0" bIns="0">
            <a:spAutoFit/>
          </a:bodyPr>
          <a:lstStyle/>
          <a:p>
            <a:pPr algn="l"/>
            <a:r>
              <a:rPr sz="1400" b="1" i="0">
                <a:solidFill>
                  <a:srgbClr val="022AC0"/>
                </a:solidFill>
                <a:latin typeface="Salesforce Sans"/>
              </a:rPr>
              <a:t>ACT 2 · FIELD SERVICE → REVENUE CLOUD · SERVICE, PROTECT, GROW</a:t>
            </a:r>
          </a:p>
        </p:txBody>
      </p:sp>
      <p:sp>
        <p:nvSpPr>
          <p:cNvPr id="35" name="Rounded Rectangle 34"/>
          <p:cNvSpPr/>
          <p:nvPr/>
        </p:nvSpPr>
        <p:spPr>
          <a:xfrm>
            <a:off x="85953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042415"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6</a:t>
            </a:r>
          </a:p>
        </p:txBody>
      </p:sp>
      <p:sp>
        <p:nvSpPr>
          <p:cNvPr id="37" name="Rounded Rectangle 36"/>
          <p:cNvSpPr/>
          <p:nvPr/>
        </p:nvSpPr>
        <p:spPr>
          <a:xfrm>
            <a:off x="2340864" y="6345936"/>
            <a:ext cx="141732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38" name="TextBox 37"/>
          <p:cNvSpPr txBox="1"/>
          <p:nvPr/>
        </p:nvSpPr>
        <p:spPr>
          <a:xfrm>
            <a:off x="1042415"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Maintenance runs itself</a:t>
            </a:r>
          </a:p>
        </p:txBody>
      </p:sp>
      <p:sp>
        <p:nvSpPr>
          <p:cNvPr id="39" name="TextBox 38"/>
          <p:cNvSpPr txBox="1"/>
          <p:nvPr/>
        </p:nvSpPr>
        <p:spPr>
          <a:xfrm>
            <a:off x="1042415"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Service Manager</a:t>
            </a:r>
          </a:p>
        </p:txBody>
      </p:sp>
      <p:cxnSp>
        <p:nvCxnSpPr>
          <p:cNvPr id="40" name="Connector 39"/>
          <p:cNvCxnSpPr/>
          <p:nvPr/>
        </p:nvCxnSpPr>
        <p:spPr>
          <a:xfrm>
            <a:off x="393192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24281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4425696"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7</a:t>
            </a:r>
          </a:p>
        </p:txBody>
      </p:sp>
      <p:sp>
        <p:nvSpPr>
          <p:cNvPr id="43" name="Rounded Rectangle 42"/>
          <p:cNvSpPr/>
          <p:nvPr/>
        </p:nvSpPr>
        <p:spPr>
          <a:xfrm>
            <a:off x="5724144" y="6345936"/>
            <a:ext cx="141732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44" name="TextBox 43"/>
          <p:cNvSpPr txBox="1"/>
          <p:nvPr/>
        </p:nvSpPr>
        <p:spPr>
          <a:xfrm>
            <a:off x="4425696"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Break/fix with coverage check</a:t>
            </a:r>
          </a:p>
        </p:txBody>
      </p:sp>
      <p:sp>
        <p:nvSpPr>
          <p:cNvPr id="45" name="TextBox 44"/>
          <p:cNvSpPr txBox="1"/>
          <p:nvPr/>
        </p:nvSpPr>
        <p:spPr>
          <a:xfrm>
            <a:off x="4425696"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Dispatcher &amp; Billing</a:t>
            </a:r>
          </a:p>
        </p:txBody>
      </p:sp>
      <p:cxnSp>
        <p:nvCxnSpPr>
          <p:cNvPr id="46" name="Connector 45"/>
          <p:cNvCxnSpPr/>
          <p:nvPr/>
        </p:nvCxnSpPr>
        <p:spPr>
          <a:xfrm>
            <a:off x="731520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62609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7808975"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8</a:t>
            </a:r>
          </a:p>
        </p:txBody>
      </p:sp>
      <p:sp>
        <p:nvSpPr>
          <p:cNvPr id="49" name="Rounded Rectangle 48"/>
          <p:cNvSpPr/>
          <p:nvPr/>
        </p:nvSpPr>
        <p:spPr>
          <a:xfrm>
            <a:off x="9107424" y="6345936"/>
            <a:ext cx="141732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50" name="TextBox 49"/>
          <p:cNvSpPr txBox="1"/>
          <p:nvPr/>
        </p:nvSpPr>
        <p:spPr>
          <a:xfrm>
            <a:off x="7808975"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Upsell from the field</a:t>
            </a:r>
          </a:p>
        </p:txBody>
      </p:sp>
      <p:sp>
        <p:nvSpPr>
          <p:cNvPr id="51" name="TextBox 50"/>
          <p:cNvSpPr txBox="1"/>
          <p:nvPr/>
        </p:nvSpPr>
        <p:spPr>
          <a:xfrm>
            <a:off x="7808975"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Technician → Seller</a:t>
            </a:r>
          </a:p>
        </p:txBody>
      </p:sp>
      <p:cxnSp>
        <p:nvCxnSpPr>
          <p:cNvPr id="52" name="Connector 51"/>
          <p:cNvCxnSpPr/>
          <p:nvPr/>
        </p:nvCxnSpPr>
        <p:spPr>
          <a:xfrm>
            <a:off x="1069848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11009376" y="6080760"/>
            <a:ext cx="3035808" cy="224028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Oval 53"/>
          <p:cNvSpPr/>
          <p:nvPr/>
        </p:nvSpPr>
        <p:spPr>
          <a:xfrm>
            <a:off x="11192256" y="6263640"/>
            <a:ext cx="502920" cy="5029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Avant Garde Demi SFDC"/>
              </a:rPr>
              <a:t>9</a:t>
            </a:r>
          </a:p>
        </p:txBody>
      </p:sp>
      <p:sp>
        <p:nvSpPr>
          <p:cNvPr id="55" name="Rounded Rectangle 54"/>
          <p:cNvSpPr/>
          <p:nvPr/>
        </p:nvSpPr>
        <p:spPr>
          <a:xfrm>
            <a:off x="12490704" y="6345936"/>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56" name="TextBox 55"/>
          <p:cNvSpPr txBox="1"/>
          <p:nvPr/>
        </p:nvSpPr>
        <p:spPr>
          <a:xfrm>
            <a:off x="11192256" y="6949440"/>
            <a:ext cx="2670048" cy="731520"/>
          </a:xfrm>
          <a:prstGeom prst="rect">
            <a:avLst/>
          </a:prstGeom>
          <a:noFill/>
        </p:spPr>
        <p:txBody>
          <a:bodyPr wrap="square" anchor="t" lIns="0" rIns="0" tIns="0" bIns="0">
            <a:spAutoFit/>
          </a:bodyPr>
          <a:lstStyle/>
          <a:p>
            <a:pPr algn="l"/>
            <a:r>
              <a:rPr sz="1900" b="1" i="0">
                <a:solidFill>
                  <a:srgbClr val="032D60"/>
                </a:solidFill>
                <a:latin typeface="Avant Garde Demi SFDC"/>
              </a:rPr>
              <a:t>One install base</a:t>
            </a:r>
          </a:p>
        </p:txBody>
      </p:sp>
      <p:sp>
        <p:nvSpPr>
          <p:cNvPr id="57" name="TextBox 56"/>
          <p:cNvSpPr txBox="1"/>
          <p:nvPr/>
        </p:nvSpPr>
        <p:spPr>
          <a:xfrm>
            <a:off x="11192256" y="7635240"/>
            <a:ext cx="2670048" cy="594360"/>
          </a:xfrm>
          <a:prstGeom prst="rect">
            <a:avLst/>
          </a:prstGeom>
          <a:noFill/>
        </p:spPr>
        <p:txBody>
          <a:bodyPr wrap="square" anchor="b" lIns="0" rIns="0" tIns="0" bIns="0">
            <a:spAutoFit/>
          </a:bodyPr>
          <a:lstStyle/>
          <a:p>
            <a:pPr algn="l"/>
            <a:r>
              <a:rPr sz="1300" b="0" i="0">
                <a:solidFill>
                  <a:srgbClr val="5A6B85"/>
                </a:solidFill>
                <a:latin typeface="Salesforce Sans"/>
              </a:rPr>
              <a:t>Account Team</a:t>
            </a:r>
          </a:p>
        </p:txBody>
      </p:sp>
      <p:cxnSp>
        <p:nvCxnSpPr>
          <p:cNvPr id="58" name="Connector 57"/>
          <p:cNvCxnSpPr/>
          <p:nvPr/>
        </p:nvCxnSpPr>
        <p:spPr>
          <a:xfrm>
            <a:off x="14081760" y="7200900"/>
            <a:ext cx="274320" cy="0"/>
          </a:xfrm>
          <a:prstGeom prst="line">
            <a:avLst/>
          </a:prstGeom>
          <a:ln w="25400">
            <a:solidFill>
              <a:srgbClr val="022A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14392656" y="6080760"/>
            <a:ext cx="3035808" cy="2240280"/>
          </a:xfrm>
          <a:prstGeom prst="roundRect">
            <a:avLst>
              <a:gd name="adj" fmla="val 8000"/>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4621256" y="6263640"/>
            <a:ext cx="2578608" cy="1874520"/>
          </a:xfrm>
          <a:prstGeom prst="rect">
            <a:avLst/>
          </a:prstGeom>
          <a:noFill/>
        </p:spPr>
        <p:txBody>
          <a:bodyPr wrap="square" anchor="ctr" lIns="0" rIns="0" tIns="0" bIns="0">
            <a:spAutoFit/>
          </a:bodyPr>
          <a:lstStyle/>
          <a:p>
            <a:pPr algn="l"/>
            <a:r>
              <a:rPr sz="1900" b="1" i="0">
                <a:solidFill>
                  <a:srgbClr val="FFFFFF"/>
                </a:solidFill>
                <a:latin typeface="Avant Garde Demi SFDC"/>
              </a:rPr>
              <a:t>↺  Back to Scene 1</a:t>
            </a:r>
          </a:p>
          <a:p>
            <a:pPr algn="l">
              <a:spcBef>
                <a:spcPts val="800"/>
              </a:spcBef>
            </a:pPr>
            <a:r>
              <a:rPr sz="1400" b="0" i="0">
                <a:solidFill>
                  <a:srgbClr val="FFFFFF"/>
                </a:solidFill>
                <a:latin typeface="Salesforce Sans"/>
              </a:rPr>
              <a:t>The next quote starts from what the field learned</a:t>
            </a:r>
          </a:p>
        </p:txBody>
      </p:sp>
      <p:sp>
        <p:nvSpPr>
          <p:cNvPr id="61" name="Rounded Rectangle 60"/>
          <p:cNvSpPr/>
          <p:nvPr/>
        </p:nvSpPr>
        <p:spPr>
          <a:xfrm>
            <a:off x="859536" y="8641080"/>
            <a:ext cx="141732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i="0">
                <a:solidFill>
                  <a:srgbClr val="FFFFFF"/>
                </a:solidFill>
                <a:latin typeface="Salesforce Sans"/>
              </a:rPr>
              <a:t>CORE DEMO</a:t>
            </a:r>
          </a:p>
        </p:txBody>
      </p:sp>
      <p:sp>
        <p:nvSpPr>
          <p:cNvPr id="62" name="TextBox 61"/>
          <p:cNvSpPr txBox="1"/>
          <p:nvPr/>
        </p:nvSpPr>
        <p:spPr>
          <a:xfrm>
            <a:off x="2377440" y="8622792"/>
            <a:ext cx="5029200" cy="365760"/>
          </a:xfrm>
          <a:prstGeom prst="rect">
            <a:avLst/>
          </a:prstGeom>
          <a:noFill/>
        </p:spPr>
        <p:txBody>
          <a:bodyPr wrap="square" anchor="ctr" lIns="0" rIns="0" tIns="0" bIns="0">
            <a:spAutoFit/>
          </a:bodyPr>
          <a:lstStyle/>
          <a:p>
            <a:pPr algn="l"/>
            <a:r>
              <a:rPr sz="1300" b="0" i="0">
                <a:solidFill>
                  <a:srgbClr val="5A6B85"/>
                </a:solidFill>
                <a:latin typeface="Salesforce Sans"/>
              </a:rPr>
              <a:t>Shown live in the org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Act 1 · Revenue Cloud → Field Service</a:t>
            </a:r>
          </a:p>
        </p:txBody>
      </p:sp>
      <p:sp>
        <p:nvSpPr>
          <p:cNvPr id="3" name="TextBox 2"/>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Sell it, deliver it, and start billing when it's actually running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Configure &amp; quote</a:t>
            </a:r>
          </a:p>
        </p:txBody>
      </p:sp>
      <p:sp>
        <p:nvSpPr>
          <p:cNvPr id="4" name="Subtitle 3"/>
          <p:cNvSpPr>
            <a:spLocks noGrp="1"/>
          </p:cNvSpPr>
          <p:nvPr>
            <p:ph type="subTitle" idx="2"/>
          </p:nvPr>
        </p:nvSpPr>
        <p:spPr/>
        <p:txBody>
          <a:bodyPr/>
          <a:lstStyle/>
          <a:p>
            <a:pPr marL="0" indent="0"/>
            <a:r>
              <a:rPr sz="2000"/>
              <a:t>Seller · Quote &amp; Configurator</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1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A seller builds the Infinitech quote: PowerSwerve R750 server bundle</a:t>
            </a:r>
          </a:p>
          <a:p>
            <a:pPr algn="l" marL="274320" indent="-274320">
              <a:spcBef>
                <a:spcPts val="1000"/>
              </a:spcBef>
              <a:buChar char="•"/>
            </a:pPr>
            <a:r>
              <a:rPr sz="1800" b="0" i="0">
                <a:solidFill>
                  <a:srgbClr val="032D60"/>
                </a:solidFill>
                <a:latin typeface="Salesforce Sans"/>
              </a:rPr>
              <a:t>Installation and Assembly (QB-INST-1000) is quoted with the hardware as a one-time service</a:t>
            </a:r>
          </a:p>
          <a:p>
            <a:pPr algn="l" marL="274320" indent="-274320">
              <a:spcBef>
                <a:spcPts val="1000"/>
              </a:spcBef>
              <a:buChar char="•"/>
            </a:pPr>
            <a:r>
              <a:rPr sz="1800" b="0" i="0">
                <a:solidFill>
                  <a:srgbClr val="032D60"/>
                </a:solidFill>
                <a:latin typeface="Salesforce Sans"/>
              </a:rPr>
              <a:t>Gold Hardware Maintenance adds a year of monthly visits and break/fix coverage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Service is sold with the hardware, so the install is never forgotten.</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Infinitech opportunity → New Quote</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Add PowerSwerve R750 → Configure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Add Installation and Assembly</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Add Gold Maintenance → Create Order</a:t>
            </a:r>
          </a:p>
        </p:txBody>
      </p:sp>
      <p:pic>
        <p:nvPicPr>
          <p:cNvPr id="25" name="Picture 24" descr="s1-02-quote.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Activate the order</a:t>
            </a:r>
          </a:p>
        </p:txBody>
      </p:sp>
      <p:sp>
        <p:nvSpPr>
          <p:cNvPr id="4" name="Subtitle 3"/>
          <p:cNvSpPr>
            <a:spLocks noGrp="1"/>
          </p:cNvSpPr>
          <p:nvPr>
            <p:ph type="subTitle" idx="2"/>
          </p:nvPr>
        </p:nvSpPr>
        <p:spPr/>
        <p:txBody>
          <a:bodyPr/>
          <a:lstStyle/>
          <a:p>
            <a:pPr marL="0" indent="0"/>
            <a:r>
              <a:rPr sz="2000"/>
              <a:t>Fulfillment Manager · Dynamic Revenue Orchestration</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2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quote becomes an activated order with one click</a:t>
            </a:r>
          </a:p>
          <a:p>
            <a:pPr algn="l" marL="274320" indent="-274320">
              <a:spcBef>
                <a:spcPts val="1000"/>
              </a:spcBef>
              <a:buChar char="•"/>
            </a:pPr>
            <a:r>
              <a:rPr sz="1800" b="0" i="0">
                <a:solidFill>
                  <a:srgbClr val="032D60"/>
                </a:solidFill>
                <a:latin typeface="Salesforce Sans"/>
              </a:rPr>
              <a:t>Dynamic Revenue Orchestration breaks the order into a fulfillment plan</a:t>
            </a:r>
          </a:p>
          <a:p>
            <a:pPr algn="l" marL="274320" indent="-274320">
              <a:spcBef>
                <a:spcPts val="1000"/>
              </a:spcBef>
              <a:buChar char="•"/>
            </a:pPr>
            <a:r>
              <a:rPr sz="1800" b="0" i="0">
                <a:solidFill>
                  <a:srgbClr val="032D60"/>
                </a:solidFill>
                <a:latin typeface="Salesforce Sans"/>
              </a:rPr>
              <a:t>Ship → Field Installation → Installation Complete → Initiate Billing</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Billing waits on the install. The plan won't bill until the field says it's done.</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Quote → Create Order → Activate</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order's fulfillment plan</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Walk the steps left to right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Point at Initiate Billing waiting on Installation Complete</a:t>
            </a:r>
          </a:p>
        </p:txBody>
      </p:sp>
      <p:pic>
        <p:nvPicPr>
          <p:cNvPr id="25" name="Picture 24" descr="s2-02-fulfillment-plan.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Automatic dispatch</a:t>
            </a:r>
          </a:p>
        </p:txBody>
      </p:sp>
      <p:sp>
        <p:nvSpPr>
          <p:cNvPr id="4" name="Subtitle 3"/>
          <p:cNvSpPr>
            <a:spLocks noGrp="1"/>
          </p:cNvSpPr>
          <p:nvPr>
            <p:ph type="subTitle" idx="2"/>
          </p:nvPr>
        </p:nvSpPr>
        <p:spPr/>
        <p:txBody>
          <a:bodyPr/>
          <a:lstStyle/>
          <a:p>
            <a:pPr marL="0" indent="0"/>
            <a:r>
              <a:rPr sz="2000"/>
              <a:t>Dispatcher · Work Orders &amp; Scheduling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3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Field Installation step creates a Work Order and Service Appointment automatically</a:t>
            </a:r>
          </a:p>
          <a:p>
            <a:pPr algn="l" marL="274320" indent="-274320">
              <a:spcBef>
                <a:spcPts val="1000"/>
              </a:spcBef>
              <a:buChar char="•"/>
            </a:pPr>
            <a:r>
              <a:rPr sz="1800" b="0" i="0">
                <a:solidFill>
                  <a:srgbClr val="032D60"/>
                </a:solidFill>
                <a:latin typeface="Salesforce Sans"/>
              </a:rPr>
              <a:t>The Work Order links back to the Order and the fulfillment step</a:t>
            </a:r>
          </a:p>
          <a:p>
            <a:pPr algn="l" marL="274320" indent="-274320">
              <a:spcBef>
                <a:spcPts val="1000"/>
              </a:spcBef>
              <a:buChar char="•"/>
            </a:pPr>
            <a:r>
              <a:rPr sz="1800" b="0" i="0">
                <a:solidFill>
                  <a:srgbClr val="032D60"/>
                </a:solidFill>
                <a:latin typeface="Salesforce Sans"/>
              </a:rPr>
              <a:t>The appointment lands in the San Francisco territory, ready to schedule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No re-keying. The order became field work the moment it was activated.</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Field Installation step → related Work Order</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Order and Fulfillment Step fields</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Service Appointment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territory and work type (Server Rack Install)</a:t>
            </a:r>
          </a:p>
        </p:txBody>
      </p:sp>
      <p:pic>
        <p:nvPicPr>
          <p:cNvPr id="25" name="Picture 24" descr="s3-01-install-work-order.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Technician on site</a:t>
            </a:r>
          </a:p>
        </p:txBody>
      </p:sp>
      <p:sp>
        <p:nvSpPr>
          <p:cNvPr id="4" name="Subtitle 3"/>
          <p:cNvSpPr>
            <a:spLocks noGrp="1"/>
          </p:cNvSpPr>
          <p:nvPr>
            <p:ph type="subTitle" idx="2"/>
          </p:nvPr>
        </p:nvSpPr>
        <p:spPr/>
        <p:txBody>
          <a:bodyPr/>
          <a:lstStyle/>
          <a:p>
            <a:pPr marL="0" indent="0"/>
            <a:r>
              <a:rPr sz="2000"/>
              <a:t>Technician · Mobile</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4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The job goes to a technician with the Server Rack Install skill</a:t>
            </a:r>
          </a:p>
          <a:p>
            <a:pPr algn="l" marL="274320" indent="-274320">
              <a:spcBef>
                <a:spcPts val="1000"/>
              </a:spcBef>
              <a:buChar char="•"/>
            </a:pPr>
            <a:r>
              <a:rPr sz="1800" b="0" i="0">
                <a:solidFill>
                  <a:srgbClr val="032D60"/>
                </a:solidFill>
                <a:latin typeface="Salesforce Sans"/>
              </a:rPr>
              <a:t>On site, the technician records the server serial number on the Asset</a:t>
            </a:r>
          </a:p>
          <a:p>
            <a:pPr algn="l" marL="274320" indent="-274320">
              <a:spcBef>
                <a:spcPts val="1000"/>
              </a:spcBef>
              <a:buChar char="•"/>
            </a:pPr>
            <a:r>
              <a:rPr sz="1800" b="0" i="0">
                <a:solidFill>
                  <a:srgbClr val="032D60"/>
                </a:solidFill>
                <a:latin typeface="Salesforce Sans"/>
              </a:rPr>
              <a:t>The technician completes the Work Order</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The person in the field closes the deal's last mile from a phone.</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Assign the appointment to the certified technician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it on mobile (or the Work Order on desktop)</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Enter the serial number on the Asset</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Set the Work Order to Completed</a:t>
            </a:r>
          </a:p>
        </p:txBody>
      </p:sp>
      <p:pic>
        <p:nvPicPr>
          <p:cNvPr id="25" name="Picture 24" descr="s4-03-asset-serial-number.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Billing starts at install</a:t>
            </a:r>
          </a:p>
        </p:txBody>
      </p:sp>
      <p:sp>
        <p:nvSpPr>
          <p:cNvPr id="4" name="Subtitle 3"/>
          <p:cNvSpPr>
            <a:spLocks noGrp="1"/>
          </p:cNvSpPr>
          <p:nvPr>
            <p:ph type="subTitle" idx="2"/>
          </p:nvPr>
        </p:nvSpPr>
        <p:spPr/>
        <p:txBody>
          <a:bodyPr/>
          <a:lstStyle/>
          <a:p>
            <a:pPr marL="0" indent="0"/>
            <a:r>
              <a:rPr sz="2000"/>
              <a:t>Billing Specialist · Billing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66AFE"/>
                </a:solidFill>
                <a:latin typeface="Salesforce Sans"/>
              </a:rPr>
              <a:t>SCENE 5  ·  ACT 1</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Completing the Work Order completes the fulfillment step automatically</a:t>
            </a:r>
          </a:p>
          <a:p>
            <a:pPr algn="l" marL="274320" indent="-274320">
              <a:spcBef>
                <a:spcPts val="1000"/>
              </a:spcBef>
              <a:buChar char="•"/>
            </a:pPr>
            <a:r>
              <a:rPr sz="1800" b="0" i="0">
                <a:solidFill>
                  <a:srgbClr val="032D60"/>
                </a:solidFill>
                <a:latin typeface="Salesforce Sans"/>
              </a:rPr>
              <a:t>Installation Complete accomplishes the billing milestone on the hardware and install lines</a:t>
            </a:r>
          </a:p>
          <a:p>
            <a:pPr algn="l" marL="274320" indent="-274320">
              <a:spcBef>
                <a:spcPts val="1000"/>
              </a:spcBef>
              <a:buChar char="•"/>
            </a:pPr>
            <a:r>
              <a:rPr sz="1800" b="0" i="0">
                <a:solidFill>
                  <a:srgbClr val="032D60"/>
                </a:solidFill>
                <a:latin typeface="Salesforce Sans"/>
              </a:rPr>
              <a:t>The invoice posts on its own, the moment the install is done</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Revenue starts when value starts. No credits, no disputes.</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Complete the appointment, then the Work Order</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Fulfillment tab → Installation Complete is done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Billing schedule moves out of Waiting for Milestone</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posted invoice</a:t>
            </a:r>
          </a:p>
        </p:txBody>
      </p:sp>
      <p:pic>
        <p:nvPicPr>
          <p:cNvPr id="25" name="Picture 24" descr="s5-03-order-fulfillment-complete.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Act 2 · Field Service → Revenue Cloud</a:t>
            </a:r>
          </a:p>
        </p:txBody>
      </p:sp>
      <p:sp>
        <p:nvSpPr>
          <p:cNvPr id="3" name="TextBox 2"/>
          <p:cNvSpPr txBox="1"/>
          <p:nvPr/>
        </p:nvSpPr>
        <p:spPr>
          <a:xfrm>
            <a:off x="1133856" y="7086600"/>
            <a:ext cx="16020288" cy="731520"/>
          </a:xfrm>
          <a:prstGeom prst="rect">
            <a:avLst/>
          </a:prstGeom>
          <a:noFill/>
        </p:spPr>
        <p:txBody>
          <a:bodyPr wrap="square" anchor="t" lIns="0" rIns="0" tIns="0" bIns="0">
            <a:spAutoFit/>
          </a:bodyPr>
          <a:lstStyle/>
          <a:p>
            <a:pPr algn="ctr"/>
            <a:r>
              <a:rPr sz="2800" b="0" i="0">
                <a:solidFill>
                  <a:srgbClr val="FFFFFF"/>
                </a:solidFill>
                <a:latin typeface="Salesforce Sans"/>
              </a:rPr>
              <a:t>Service it, protect revenue, and grow the account from the field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Maintenance runs itself</a:t>
            </a:r>
          </a:p>
        </p:txBody>
      </p:sp>
      <p:sp>
        <p:nvSpPr>
          <p:cNvPr id="4" name="Subtitle 3"/>
          <p:cNvSpPr>
            <a:spLocks noGrp="1"/>
          </p:cNvSpPr>
          <p:nvPr>
            <p:ph type="subTitle" idx="2"/>
          </p:nvPr>
        </p:nvSpPr>
        <p:spPr/>
        <p:txBody>
          <a:bodyPr/>
          <a:lstStyle/>
          <a:p>
            <a:pPr marL="0" indent="0"/>
            <a:r>
              <a:rPr sz="2000"/>
              <a:t>Service Manager · Maintenance Plans</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6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Gold maintenance on the order creates a Maintenance Plan on the new Asset</a:t>
            </a:r>
          </a:p>
          <a:p>
            <a:pPr algn="l" marL="274320" indent="-274320">
              <a:spcBef>
                <a:spcPts val="1000"/>
              </a:spcBef>
              <a:buChar char="•"/>
            </a:pPr>
            <a:r>
              <a:rPr sz="1800" b="0" i="0">
                <a:solidFill>
                  <a:srgbClr val="032D60"/>
                </a:solidFill>
                <a:latin typeface="Salesforce Sans"/>
              </a:rPr>
              <a:t>Monthly preventive visits are generated as Work Orders automatically</a:t>
            </a:r>
          </a:p>
          <a:p>
            <a:pPr algn="l" marL="274320" indent="-274320">
              <a:spcBef>
                <a:spcPts val="1000"/>
              </a:spcBef>
              <a:buChar char="•"/>
            </a:pPr>
            <a:r>
              <a:rPr sz="1800" b="0" i="0">
                <a:solidFill>
                  <a:srgbClr val="032D60"/>
                </a:solidFill>
                <a:latin typeface="Salesforce Sans"/>
              </a:rPr>
              <a:t>Each visit is tied to the Asset Revenue Cloud sold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What was promised on the quote is scheduled in the field, automatically.</a:t>
            </a:r>
          </a:p>
        </p:txBody>
      </p:sp>
      <p:sp>
        <p:nvSpPr>
          <p:cNvPr id="13" name="Rounded Rectangle 12"/>
          <p:cNvSpPr/>
          <p:nvPr/>
        </p:nvSpPr>
        <p:spPr>
          <a:xfrm>
            <a:off x="9555480" y="960120"/>
            <a:ext cx="146304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Maintenance Plan from the R750 Asset</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Maintenance Plan created from Gold maintenance</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Generate Work Orders → monthly preventive visits</a:t>
            </a:r>
          </a:p>
        </p:txBody>
      </p:sp>
      <p:pic>
        <p:nvPicPr>
          <p:cNvPr id="23" name="Picture 22" descr="s6-02-maintenance-work-orders.png"/>
          <p:cNvPicPr>
            <a:picLocks noChangeAspect="1"/>
          </p:cNvPicPr>
          <p:nvPr/>
        </p:nvPicPr>
        <p:blipFill>
          <a:blip r:embed="rId3"/>
          <a:srcRect b="68346"/>
          <a:stretch>
            <a:fillRect/>
          </a:stretch>
        </p:blipFill>
        <p:spPr>
          <a:xfrm>
            <a:off x="9829800" y="1554480"/>
            <a:ext cx="7452359" cy="4434840"/>
          </a:xfrm>
          <a:prstGeom prst="rect">
            <a:avLst/>
          </a:prstGeom>
          <a:ln w="9525">
            <a:solidFill>
              <a:srgbClr val="C9C9C9"/>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Break/fix with coverage check</a:t>
            </a:r>
          </a:p>
        </p:txBody>
      </p:sp>
      <p:sp>
        <p:nvSpPr>
          <p:cNvPr id="4" name="Subtitle 3"/>
          <p:cNvSpPr>
            <a:spLocks noGrp="1"/>
          </p:cNvSpPr>
          <p:nvPr>
            <p:ph type="subTitle" idx="2"/>
          </p:nvPr>
        </p:nvSpPr>
        <p:spPr/>
        <p:txBody>
          <a:bodyPr/>
          <a:lstStyle/>
          <a:p>
            <a:pPr marL="0" indent="0"/>
            <a:r>
              <a:rPr sz="2000"/>
              <a:t>Dispatcher &amp; Billing · Field Service + Revenue Cloud Billing</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7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A power supply fails and a break/fix Work Order is opened</a:t>
            </a:r>
          </a:p>
          <a:p>
            <a:pPr algn="l" marL="274320" indent="-274320">
              <a:spcBef>
                <a:spcPts val="1000"/>
              </a:spcBef>
              <a:buChar char="•"/>
            </a:pPr>
            <a:r>
              <a:rPr sz="1800" b="0" i="0">
                <a:solidFill>
                  <a:srgbClr val="032D60"/>
                </a:solidFill>
                <a:latin typeface="Salesforce Sans"/>
              </a:rPr>
              <a:t>Covered by Gold maintenance: no charge to the customer</a:t>
            </a:r>
          </a:p>
          <a:p>
            <a:pPr algn="l" marL="274320" indent="-274320">
              <a:spcBef>
                <a:spcPts val="1000"/>
              </a:spcBef>
              <a:buChar char="•"/>
            </a:pPr>
            <a:r>
              <a:rPr sz="1800" b="0" i="0">
                <a:solidFill>
                  <a:srgbClr val="032D60"/>
                </a:solidFill>
                <a:latin typeface="Salesforce Sans"/>
              </a:rPr>
              <a:t>Not covered: parts and labor become a priced, invoiced order</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One record decides what the customer pays. Service pays for itself.</a:t>
            </a:r>
          </a:p>
        </p:txBody>
      </p:sp>
      <p:sp>
        <p:nvSpPr>
          <p:cNvPr id="13" name="Rounded Rectangle 12"/>
          <p:cNvSpPr/>
          <p:nvPr/>
        </p:nvSpPr>
        <p:spPr>
          <a:xfrm>
            <a:off x="9555480" y="960120"/>
            <a:ext cx="146304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break/fix Work Order on Infinitech → Covered</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Repeat for Apex Dynamics (no Gold maintenance) → Not Covered</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Complete it → a repair order fills Billable Order</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the posted repair invoice</a:t>
            </a:r>
          </a:p>
        </p:txBody>
      </p:sp>
      <p:pic>
        <p:nvPicPr>
          <p:cNvPr id="25" name="Picture 24" descr="s7-03-uncovered-completed-billable-order.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Upsell from the field</a:t>
            </a:r>
          </a:p>
        </p:txBody>
      </p:sp>
      <p:sp>
        <p:nvSpPr>
          <p:cNvPr id="4" name="Subtitle 3"/>
          <p:cNvSpPr>
            <a:spLocks noGrp="1"/>
          </p:cNvSpPr>
          <p:nvPr>
            <p:ph type="subTitle" idx="2"/>
          </p:nvPr>
        </p:nvSpPr>
        <p:spPr/>
        <p:txBody>
          <a:bodyPr/>
          <a:lstStyle/>
          <a:p>
            <a:pPr marL="0" indent="0"/>
            <a:r>
              <a:rPr sz="2000"/>
              <a:t>Technician → Seller · Field Service Mobile + Revenue Cloud</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8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On site, the technician sees the rack is nearly full</a:t>
            </a:r>
          </a:p>
          <a:p>
            <a:pPr algn="l" marL="274320" indent="-274320">
              <a:spcBef>
                <a:spcPts val="1000"/>
              </a:spcBef>
              <a:buChar char="•"/>
            </a:pPr>
            <a:r>
              <a:rPr sz="1800" b="0" i="0">
                <a:solidFill>
                  <a:srgbClr val="032D60"/>
                </a:solidFill>
                <a:latin typeface="Salesforce Sans"/>
              </a:rPr>
              <a:t>One quick action from the Work Order flags an expansion opportunity</a:t>
            </a:r>
          </a:p>
          <a:p>
            <a:pPr algn="l" marL="274320" indent="-274320">
              <a:spcBef>
                <a:spcPts val="1000"/>
              </a:spcBef>
              <a:buChar char="•"/>
            </a:pPr>
            <a:r>
              <a:rPr sz="1800" b="0" i="0">
                <a:solidFill>
                  <a:srgbClr val="032D60"/>
                </a:solidFill>
                <a:latin typeface="Salesforce Sans"/>
              </a:rPr>
              <a:t>Sales amends the existing asset instead of starting a new deal</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Growth starts with the person who's actually in the data center.</a:t>
            </a:r>
          </a:p>
        </p:txBody>
      </p:sp>
      <p:sp>
        <p:nvSpPr>
          <p:cNvPr id="13" name="Rounded Rectangle 12"/>
          <p:cNvSpPr/>
          <p:nvPr/>
        </p:nvSpPr>
        <p:spPr>
          <a:xfrm>
            <a:off x="9555480" y="960120"/>
            <a:ext cx="1463040" cy="329184"/>
          </a:xfrm>
          <a:prstGeom prst="roundRect">
            <a:avLst>
              <a:gd name="adj" fmla="val 50000"/>
            </a:avLst>
          </a:prstGeom>
          <a:solidFill>
            <a:srgbClr val="066AFE"/>
          </a:solidFill>
          <a:ln w="12700">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Work Order → Flag Expansion quick action</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Opportunity appears for the account team</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Seller amends from the Account Assets tab</a:t>
            </a:r>
          </a:p>
        </p:txBody>
      </p:sp>
      <p:pic>
        <p:nvPicPr>
          <p:cNvPr id="23" name="Picture 22" descr="s8-01-flag-expansion-action.png"/>
          <p:cNvPicPr>
            <a:picLocks noChangeAspect="1"/>
          </p:cNvPicPr>
          <p:nvPr/>
        </p:nvPicPr>
        <p:blipFill>
          <a:blip r:embed="rId3"/>
          <a:srcRect/>
          <a:stretch>
            <a:fillRect/>
          </a:stretch>
        </p:blipFill>
        <p:spPr>
          <a:xfrm>
            <a:off x="9829800" y="1554480"/>
            <a:ext cx="7452360" cy="4229214"/>
          </a:xfrm>
          <a:prstGeom prst="rect">
            <a:avLst/>
          </a:prstGeom>
          <a:ln w="9525">
            <a:solidFill>
              <a:srgbClr val="C9C9C9"/>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pPr marL="0" indent="0"/>
            <a:r>
              <a:rPr sz="4000"/>
              <a:t>One install base</a:t>
            </a:r>
          </a:p>
        </p:txBody>
      </p:sp>
      <p:sp>
        <p:nvSpPr>
          <p:cNvPr id="4" name="Subtitle 3"/>
          <p:cNvSpPr>
            <a:spLocks noGrp="1"/>
          </p:cNvSpPr>
          <p:nvPr>
            <p:ph type="subTitle" idx="2"/>
          </p:nvPr>
        </p:nvSpPr>
        <p:spPr/>
        <p:txBody>
          <a:bodyPr/>
          <a:lstStyle/>
          <a:p>
            <a:pPr marL="0" indent="0"/>
            <a:r>
              <a:rPr sz="2000"/>
              <a:t>Account Team · Asset</a:t>
            </a:r>
          </a:p>
        </p:txBody>
      </p:sp>
      <p:sp>
        <p:nvSpPr>
          <p:cNvPr id="6" name="TextBox 5"/>
          <p:cNvSpPr txBox="1"/>
          <p:nvPr/>
        </p:nvSpPr>
        <p:spPr>
          <a:xfrm>
            <a:off x="859536" y="411480"/>
            <a:ext cx="3657600" cy="365760"/>
          </a:xfrm>
          <a:prstGeom prst="rect">
            <a:avLst/>
          </a:prstGeom>
          <a:noFill/>
        </p:spPr>
        <p:txBody>
          <a:bodyPr wrap="square" anchor="t" lIns="0" rIns="0" tIns="0" bIns="0">
            <a:spAutoFit/>
          </a:bodyPr>
          <a:lstStyle/>
          <a:p>
            <a:pPr algn="l"/>
            <a:r>
              <a:rPr sz="1500" b="1" i="0">
                <a:solidFill>
                  <a:srgbClr val="022AC0"/>
                </a:solidFill>
                <a:latin typeface="Salesforce Sans"/>
              </a:rPr>
              <a:t>SCENE 9  ·  ACT 2</a:t>
            </a:r>
          </a:p>
        </p:txBody>
      </p:sp>
      <p:sp>
        <p:nvSpPr>
          <p:cNvPr id="7" name="TextBox 6"/>
          <p:cNvSpPr txBox="1"/>
          <p:nvPr/>
        </p:nvSpPr>
        <p:spPr>
          <a:xfrm>
            <a:off x="859536" y="3429000"/>
            <a:ext cx="7589520" cy="365760"/>
          </a:xfrm>
          <a:prstGeom prst="rect">
            <a:avLst/>
          </a:prstGeom>
          <a:noFill/>
        </p:spPr>
        <p:txBody>
          <a:bodyPr wrap="square" anchor="t" lIns="0" rIns="0" tIns="0" bIns="0">
            <a:spAutoFit/>
          </a:bodyPr>
          <a:lstStyle/>
          <a:p>
            <a:pPr algn="l"/>
            <a:r>
              <a:rPr sz="1400" b="1" i="0">
                <a:solidFill>
                  <a:srgbClr val="066AFE"/>
                </a:solidFill>
                <a:latin typeface="Salesforce Sans"/>
              </a:rPr>
              <a:t>WHAT THE AUDIENCE SEES</a:t>
            </a:r>
          </a:p>
        </p:txBody>
      </p:sp>
      <p:sp>
        <p:nvSpPr>
          <p:cNvPr id="8" name="TextBox 7"/>
          <p:cNvSpPr txBox="1"/>
          <p:nvPr/>
        </p:nvSpPr>
        <p:spPr>
          <a:xfrm>
            <a:off x="859536" y="3886200"/>
            <a:ext cx="7589520" cy="3108960"/>
          </a:xfrm>
          <a:prstGeom prst="rect">
            <a:avLst/>
          </a:prstGeom>
          <a:noFill/>
        </p:spPr>
        <p:txBody>
          <a:bodyPr wrap="square" anchor="t" lIns="0" rIns="0" tIns="0" bIns="0">
            <a:spAutoFit/>
          </a:bodyPr>
          <a:lstStyle/>
          <a:p>
            <a:pPr algn="l" marL="274320" indent="-274320">
              <a:buChar char="•"/>
            </a:pPr>
            <a:r>
              <a:rPr sz="1800" b="0" i="0">
                <a:solidFill>
                  <a:srgbClr val="032D60"/>
                </a:solidFill>
                <a:latin typeface="Salesforce Sans"/>
              </a:rPr>
              <a:t>Revenue Cloud and Field Service work from the same Asset record</a:t>
            </a:r>
          </a:p>
          <a:p>
            <a:pPr algn="l" marL="274320" indent="-274320">
              <a:spcBef>
                <a:spcPts val="1000"/>
              </a:spcBef>
              <a:buChar char="•"/>
            </a:pPr>
            <a:r>
              <a:rPr sz="1800" b="0" i="0">
                <a:solidFill>
                  <a:srgbClr val="032D60"/>
                </a:solidFill>
                <a:latin typeface="Salesforce Sans"/>
              </a:rPr>
              <a:t>Orders, Work Orders, and billing all appear on one Asset</a:t>
            </a:r>
          </a:p>
          <a:p>
            <a:pPr algn="l" marL="274320" indent="-274320">
              <a:spcBef>
                <a:spcPts val="1000"/>
              </a:spcBef>
              <a:buChar char="•"/>
            </a:pPr>
            <a:r>
              <a:rPr sz="1800" b="0" i="0">
                <a:solidFill>
                  <a:srgbClr val="032D60"/>
                </a:solidFill>
                <a:latin typeface="Salesforce Sans"/>
              </a:rPr>
              <a:t>Renewals and amendments quote against what's actually installed</a:t>
            </a:r>
          </a:p>
        </p:txBody>
      </p:sp>
      <p:sp>
        <p:nvSpPr>
          <p:cNvPr id="9" name="Rounded Rectangle 8"/>
          <p:cNvSpPr/>
          <p:nvPr/>
        </p:nvSpPr>
        <p:spPr>
          <a:xfrm>
            <a:off x="859536" y="7223760"/>
            <a:ext cx="7589520" cy="19202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859536" y="7223760"/>
            <a:ext cx="109728" cy="1920240"/>
          </a:xfrm>
          <a:prstGeom prst="rect">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34440" y="7360920"/>
            <a:ext cx="7040880" cy="365760"/>
          </a:xfrm>
          <a:prstGeom prst="rect">
            <a:avLst/>
          </a:prstGeom>
          <a:noFill/>
        </p:spPr>
        <p:txBody>
          <a:bodyPr wrap="square" anchor="t" lIns="0" rIns="0" tIns="0" bIns="0">
            <a:spAutoFit/>
          </a:bodyPr>
          <a:lstStyle/>
          <a:p>
            <a:pPr algn="l"/>
            <a:r>
              <a:rPr sz="1300" b="1" i="0">
                <a:solidFill>
                  <a:srgbClr val="5A6B85"/>
                </a:solidFill>
                <a:latin typeface="Salesforce Sans"/>
              </a:rPr>
              <a:t>THE MOMENT</a:t>
            </a:r>
          </a:p>
        </p:txBody>
      </p:sp>
      <p:sp>
        <p:nvSpPr>
          <p:cNvPr id="12" name="TextBox 11"/>
          <p:cNvSpPr txBox="1"/>
          <p:nvPr/>
        </p:nvSpPr>
        <p:spPr>
          <a:xfrm>
            <a:off x="1234440" y="7726679"/>
            <a:ext cx="7040880" cy="1325880"/>
          </a:xfrm>
          <a:prstGeom prst="rect">
            <a:avLst/>
          </a:prstGeom>
          <a:noFill/>
        </p:spPr>
        <p:txBody>
          <a:bodyPr wrap="square" anchor="ctr" lIns="0" rIns="0" tIns="0" bIns="0">
            <a:spAutoFit/>
          </a:bodyPr>
          <a:lstStyle/>
          <a:p>
            <a:pPr algn="l"/>
            <a:r>
              <a:rPr sz="2000" b="1" i="0">
                <a:solidFill>
                  <a:srgbClr val="032D60"/>
                </a:solidFill>
                <a:latin typeface="Avant Garde Demi SFDC"/>
              </a:rPr>
              <a:t>Sales, service, and finance finally agree on what the customer has.</a:t>
            </a:r>
          </a:p>
        </p:txBody>
      </p:sp>
      <p:sp>
        <p:nvSpPr>
          <p:cNvPr id="13" name="Rounded Rectangle 12"/>
          <p:cNvSpPr/>
          <p:nvPr/>
        </p:nvSpPr>
        <p:spPr>
          <a:xfrm>
            <a:off x="9829800" y="960120"/>
            <a:ext cx="1463040" cy="329184"/>
          </a:xfrm>
          <a:prstGeom prst="roundRect">
            <a:avLst>
              <a:gd name="adj" fmla="val 50000"/>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i="0">
                <a:solidFill>
                  <a:srgbClr val="FFFFFF"/>
                </a:solidFill>
                <a:latin typeface="Salesforce Sans"/>
              </a:rPr>
              <a:t>CORE DEMO</a:t>
            </a:r>
          </a:p>
        </p:txBody>
      </p:sp>
      <p:sp>
        <p:nvSpPr>
          <p:cNvPr id="16" name="TextBox 15"/>
          <p:cNvSpPr txBox="1"/>
          <p:nvPr/>
        </p:nvSpPr>
        <p:spPr>
          <a:xfrm>
            <a:off x="9829800" y="6263640"/>
            <a:ext cx="7452360" cy="365760"/>
          </a:xfrm>
          <a:prstGeom prst="rect">
            <a:avLst/>
          </a:prstGeom>
          <a:noFill/>
        </p:spPr>
        <p:txBody>
          <a:bodyPr wrap="square" anchor="t" lIns="0" rIns="0" tIns="0" bIns="0">
            <a:spAutoFit/>
          </a:bodyPr>
          <a:lstStyle/>
          <a:p>
            <a:pPr algn="l"/>
            <a:r>
              <a:rPr sz="1400" b="1" i="0">
                <a:solidFill>
                  <a:srgbClr val="066AFE"/>
                </a:solidFill>
                <a:latin typeface="Salesforce Sans"/>
              </a:rPr>
              <a:t>CLICK PATH</a:t>
            </a:r>
          </a:p>
        </p:txBody>
      </p:sp>
      <p:sp>
        <p:nvSpPr>
          <p:cNvPr id="17" name="Oval 16"/>
          <p:cNvSpPr/>
          <p:nvPr/>
        </p:nvSpPr>
        <p:spPr>
          <a:xfrm>
            <a:off x="9829800" y="6757416"/>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1</a:t>
            </a:r>
          </a:p>
        </p:txBody>
      </p:sp>
      <p:sp>
        <p:nvSpPr>
          <p:cNvPr id="18" name="TextBox 17"/>
          <p:cNvSpPr txBox="1"/>
          <p:nvPr/>
        </p:nvSpPr>
        <p:spPr>
          <a:xfrm>
            <a:off x="10378440" y="6720840"/>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Open the R750 Asset</a:t>
            </a:r>
          </a:p>
        </p:txBody>
      </p:sp>
      <p:sp>
        <p:nvSpPr>
          <p:cNvPr id="19" name="Oval 18"/>
          <p:cNvSpPr/>
          <p:nvPr/>
        </p:nvSpPr>
        <p:spPr>
          <a:xfrm>
            <a:off x="9829800" y="7379207"/>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2</a:t>
            </a:r>
          </a:p>
        </p:txBody>
      </p:sp>
      <p:sp>
        <p:nvSpPr>
          <p:cNvPr id="20" name="TextBox 19"/>
          <p:cNvSpPr txBox="1"/>
          <p:nvPr/>
        </p:nvSpPr>
        <p:spPr>
          <a:xfrm>
            <a:off x="10378440" y="7342631"/>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related Order and fulfillment history</a:t>
            </a:r>
          </a:p>
        </p:txBody>
      </p:sp>
      <p:sp>
        <p:nvSpPr>
          <p:cNvPr id="21" name="Oval 20"/>
          <p:cNvSpPr/>
          <p:nvPr/>
        </p:nvSpPr>
        <p:spPr>
          <a:xfrm>
            <a:off x="9829800" y="8000999"/>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3</a:t>
            </a:r>
          </a:p>
        </p:txBody>
      </p:sp>
      <p:sp>
        <p:nvSpPr>
          <p:cNvPr id="22" name="TextBox 21"/>
          <p:cNvSpPr txBox="1"/>
          <p:nvPr/>
        </p:nvSpPr>
        <p:spPr>
          <a:xfrm>
            <a:off x="10378440" y="7964423"/>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related Work Orders and serial number</a:t>
            </a:r>
          </a:p>
        </p:txBody>
      </p:sp>
      <p:sp>
        <p:nvSpPr>
          <p:cNvPr id="23" name="Oval 22"/>
          <p:cNvSpPr/>
          <p:nvPr/>
        </p:nvSpPr>
        <p:spPr>
          <a:xfrm>
            <a:off x="9829800" y="8622792"/>
            <a:ext cx="384048" cy="384048"/>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i="0">
                <a:solidFill>
                  <a:srgbClr val="FFFFFF"/>
                </a:solidFill>
                <a:latin typeface="Avant Garde Demi SFDC"/>
              </a:rPr>
              <a:t>4</a:t>
            </a:r>
          </a:p>
        </p:txBody>
      </p:sp>
      <p:sp>
        <p:nvSpPr>
          <p:cNvPr id="24" name="TextBox 23"/>
          <p:cNvSpPr txBox="1"/>
          <p:nvPr/>
        </p:nvSpPr>
        <p:spPr>
          <a:xfrm>
            <a:off x="10378440" y="8586216"/>
            <a:ext cx="6858000" cy="457200"/>
          </a:xfrm>
          <a:prstGeom prst="rect">
            <a:avLst/>
          </a:prstGeom>
          <a:noFill/>
        </p:spPr>
        <p:txBody>
          <a:bodyPr wrap="square" anchor="ctr" lIns="0" rIns="0" tIns="0" bIns="0">
            <a:spAutoFit/>
          </a:bodyPr>
          <a:lstStyle/>
          <a:p>
            <a:pPr algn="l"/>
            <a:r>
              <a:rPr sz="1600" b="0" i="0">
                <a:solidFill>
                  <a:srgbClr val="032D60"/>
                </a:solidFill>
                <a:latin typeface="Salesforce Sans"/>
              </a:rPr>
              <a:t>Show billing details</a:t>
            </a:r>
          </a:p>
        </p:txBody>
      </p:sp>
      <p:pic>
        <p:nvPicPr>
          <p:cNvPr id="25" name="Picture 24" descr="s9-02-asset-related.png"/>
          <p:cNvPicPr>
            <a:picLocks noChangeAspect="1"/>
          </p:cNvPicPr>
          <p:nvPr/>
        </p:nvPicPr>
        <p:blipFill>
          <a:blip r:embed="rId3"/>
          <a:srcRect t="42553" b="25793"/>
          <a:stretch>
            <a:fillRect/>
          </a:stretch>
        </p:blipFill>
        <p:spPr>
          <a:xfrm>
            <a:off x="9829800" y="1554480"/>
            <a:ext cx="7452359" cy="4434840"/>
          </a:xfrm>
          <a:prstGeom prst="rect">
            <a:avLst/>
          </a:prstGeom>
          <a:ln w="9525">
            <a:solidFill>
              <a:srgbClr val="C9C9C9"/>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What the audience should walk away with</a:t>
            </a:r>
          </a:p>
        </p:txBody>
      </p:sp>
      <p:sp>
        <p:nvSpPr>
          <p:cNvPr id="3" name="Subtitle 2"/>
          <p:cNvSpPr>
            <a:spLocks noGrp="1"/>
          </p:cNvSpPr>
          <p:nvPr>
            <p:ph type="subTitle" idx="1"/>
          </p:nvPr>
        </p:nvSpPr>
        <p:spPr/>
        <p:txBody>
          <a:bodyPr/>
          <a:lstStyle/>
          <a:p>
            <a:pPr marL="0" indent="0"/>
            <a:r>
              <a:t>Three outcomes, each proven by a scene they just watched</a:t>
            </a:r>
          </a:p>
        </p:txBody>
      </p:sp>
      <p:sp>
        <p:nvSpPr>
          <p:cNvPr id="4" name="Rounded Rectangle 3"/>
          <p:cNvSpPr/>
          <p:nvPr/>
        </p:nvSpPr>
        <p:spPr>
          <a:xfrm>
            <a:off x="859536"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225295" y="3291840"/>
            <a:ext cx="731520" cy="731520"/>
          </a:xfrm>
          <a:prstGeom prst="ellipse">
            <a:avLst/>
          </a:prstGeom>
          <a:solidFill>
            <a:srgbClr val="066AF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1</a:t>
            </a:r>
          </a:p>
        </p:txBody>
      </p:sp>
      <p:sp>
        <p:nvSpPr>
          <p:cNvPr id="6" name="TextBox 5"/>
          <p:cNvSpPr txBox="1"/>
          <p:nvPr/>
        </p:nvSpPr>
        <p:spPr>
          <a:xfrm>
            <a:off x="1225295"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No billing before go-live</a:t>
            </a:r>
          </a:p>
        </p:txBody>
      </p:sp>
      <p:sp>
        <p:nvSpPr>
          <p:cNvPr id="7" name="TextBox 6"/>
          <p:cNvSpPr txBox="1"/>
          <p:nvPr/>
        </p:nvSpPr>
        <p:spPr>
          <a:xfrm>
            <a:off x="1225295"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Billing waits for the technician to complete the install, so invoices match reality.</a:t>
            </a:r>
          </a:p>
        </p:txBody>
      </p:sp>
      <p:sp>
        <p:nvSpPr>
          <p:cNvPr id="8" name="TextBox 7"/>
          <p:cNvSpPr txBox="1"/>
          <p:nvPr/>
        </p:nvSpPr>
        <p:spPr>
          <a:xfrm>
            <a:off x="1225295"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Scenes 2–5</a:t>
            </a:r>
          </a:p>
        </p:txBody>
      </p:sp>
      <p:sp>
        <p:nvSpPr>
          <p:cNvPr id="9" name="Rounded Rectangle 8"/>
          <p:cNvSpPr/>
          <p:nvPr/>
        </p:nvSpPr>
        <p:spPr>
          <a:xfrm>
            <a:off x="6519672"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885432" y="3291840"/>
            <a:ext cx="731520" cy="7315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2</a:t>
            </a:r>
          </a:p>
        </p:txBody>
      </p:sp>
      <p:sp>
        <p:nvSpPr>
          <p:cNvPr id="11" name="TextBox 10"/>
          <p:cNvSpPr txBox="1"/>
          <p:nvPr/>
        </p:nvSpPr>
        <p:spPr>
          <a:xfrm>
            <a:off x="6885432"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Service that pays for itself</a:t>
            </a:r>
          </a:p>
        </p:txBody>
      </p:sp>
      <p:sp>
        <p:nvSpPr>
          <p:cNvPr id="12" name="TextBox 11"/>
          <p:cNvSpPr txBox="1"/>
          <p:nvPr/>
        </p:nvSpPr>
        <p:spPr>
          <a:xfrm>
            <a:off x="6885432"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Coverage is checked against what was sold. Uncovered work becomes revenue automatically.</a:t>
            </a:r>
          </a:p>
        </p:txBody>
      </p:sp>
      <p:sp>
        <p:nvSpPr>
          <p:cNvPr id="13" name="TextBox 12"/>
          <p:cNvSpPr txBox="1"/>
          <p:nvPr/>
        </p:nvSpPr>
        <p:spPr>
          <a:xfrm>
            <a:off x="6885432"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 7</a:t>
            </a:r>
          </a:p>
        </p:txBody>
      </p:sp>
      <p:sp>
        <p:nvSpPr>
          <p:cNvPr id="15" name="Rounded Rectangle 14"/>
          <p:cNvSpPr/>
          <p:nvPr/>
        </p:nvSpPr>
        <p:spPr>
          <a:xfrm>
            <a:off x="12179808" y="2926080"/>
            <a:ext cx="5248656" cy="57607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12545568" y="3291840"/>
            <a:ext cx="731520" cy="731520"/>
          </a:xfrm>
          <a:prstGeom prst="ellipse">
            <a:avLst/>
          </a:prstGeom>
          <a:solidFill>
            <a:srgbClr val="022A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i="0">
                <a:solidFill>
                  <a:srgbClr val="FFFFFF"/>
                </a:solidFill>
                <a:latin typeface="Avant Garde Demi SFDC"/>
              </a:rPr>
              <a:t>3</a:t>
            </a:r>
          </a:p>
        </p:txBody>
      </p:sp>
      <p:sp>
        <p:nvSpPr>
          <p:cNvPr id="17" name="TextBox 16"/>
          <p:cNvSpPr txBox="1"/>
          <p:nvPr/>
        </p:nvSpPr>
        <p:spPr>
          <a:xfrm>
            <a:off x="12545568" y="4343400"/>
            <a:ext cx="4517136" cy="1463040"/>
          </a:xfrm>
          <a:prstGeom prst="rect">
            <a:avLst/>
          </a:prstGeom>
          <a:noFill/>
        </p:spPr>
        <p:txBody>
          <a:bodyPr wrap="square" anchor="t" lIns="0" rIns="0" tIns="0" bIns="0">
            <a:spAutoFit/>
          </a:bodyPr>
          <a:lstStyle/>
          <a:p>
            <a:pPr algn="l"/>
            <a:r>
              <a:rPr sz="3000" b="1" i="0">
                <a:solidFill>
                  <a:srgbClr val="032D60"/>
                </a:solidFill>
                <a:latin typeface="Avant Garde Demi SFDC"/>
              </a:rPr>
              <a:t>Growth that starts in the field</a:t>
            </a:r>
          </a:p>
        </p:txBody>
      </p:sp>
      <p:sp>
        <p:nvSpPr>
          <p:cNvPr id="18" name="TextBox 17"/>
          <p:cNvSpPr txBox="1"/>
          <p:nvPr/>
        </p:nvSpPr>
        <p:spPr>
          <a:xfrm>
            <a:off x="12545568" y="5623560"/>
            <a:ext cx="4517136" cy="2011680"/>
          </a:xfrm>
          <a:prstGeom prst="rect">
            <a:avLst/>
          </a:prstGeom>
          <a:noFill/>
        </p:spPr>
        <p:txBody>
          <a:bodyPr wrap="square" anchor="t" lIns="0" rIns="0" tIns="0" bIns="0">
            <a:spAutoFit/>
          </a:bodyPr>
          <a:lstStyle/>
          <a:p>
            <a:pPr algn="l"/>
            <a:r>
              <a:rPr sz="1900" b="0" i="0">
                <a:solidFill>
                  <a:srgbClr val="032D60"/>
                </a:solidFill>
                <a:latin typeface="Salesforce Sans"/>
              </a:rPr>
              <a:t>Technicians flag expansion, and sellers amend the real install base.</a:t>
            </a:r>
          </a:p>
        </p:txBody>
      </p:sp>
      <p:sp>
        <p:nvSpPr>
          <p:cNvPr id="19" name="TextBox 18"/>
          <p:cNvSpPr txBox="1"/>
          <p:nvPr/>
        </p:nvSpPr>
        <p:spPr>
          <a:xfrm>
            <a:off x="12545568" y="8001000"/>
            <a:ext cx="2377440" cy="365760"/>
          </a:xfrm>
          <a:prstGeom prst="rect">
            <a:avLst/>
          </a:prstGeom>
          <a:noFill/>
        </p:spPr>
        <p:txBody>
          <a:bodyPr wrap="square" anchor="ctr" lIns="0" rIns="0" tIns="0" bIns="0">
            <a:spAutoFit/>
          </a:bodyPr>
          <a:lstStyle/>
          <a:p>
            <a:pPr algn="l"/>
            <a:r>
              <a:rPr sz="1400" b="1" i="0">
                <a:solidFill>
                  <a:srgbClr val="066AFE"/>
                </a:solidFill>
                <a:latin typeface="Salesforce Sans"/>
              </a:rPr>
              <a:t>Proven in Scenes 8–9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marL="0" indent="0"/>
            <a:r>
              <a:t>Run of show</a:t>
            </a:r>
          </a:p>
        </p:txBody>
      </p:sp>
      <p:sp>
        <p:nvSpPr>
          <p:cNvPr id="3" name="Subtitle 2"/>
          <p:cNvSpPr>
            <a:spLocks noGrp="1"/>
          </p:cNvSpPr>
          <p:nvPr>
            <p:ph type="subTitle" idx="1"/>
          </p:nvPr>
        </p:nvSpPr>
        <p:spPr/>
        <p:txBody>
          <a:bodyPr/>
          <a:lstStyle/>
          <a:p>
            <a:pPr marL="0" indent="0"/>
            <a:r>
              <a:t>Who drives each scene, how long it runs, and the fallback</a:t>
            </a:r>
          </a:p>
        </p:txBody>
      </p:sp>
      <p:graphicFrame>
        <p:nvGraphicFramePr>
          <p:cNvPr id="4" name="Table 3"/>
          <p:cNvGraphicFramePr>
            <a:graphicFrameLocks noGrp="1"/>
          </p:cNvGraphicFramePr>
          <p:nvPr/>
        </p:nvGraphicFramePr>
        <p:xfrm>
          <a:off x="859536" y="2788920"/>
          <a:ext cx="16568928" cy="6035040"/>
        </p:xfrm>
        <a:graphic>
          <a:graphicData uri="http://schemas.openxmlformats.org/drawingml/2006/table">
            <a:tbl>
              <a:tblPr firstRow="1">
                <a:tableStyleId>{5C22544A-7EE6-4342-B048-85BDC9FD1C3A}</a:tableStyleId>
              </a:tblPr>
              <a:tblGrid>
                <a:gridCol w="731520"/>
                <a:gridCol w="4023360"/>
                <a:gridCol w="3291840"/>
                <a:gridCol w="4206240"/>
                <a:gridCol w="1005840"/>
                <a:gridCol w="3310128"/>
              </a:tblGrid>
              <a:tr h="548640">
                <a:tc>
                  <a:txBody>
                    <a:bodyPr/>
                    <a:lstStyle/>
                    <a:p>
                      <a:pPr algn="l"/>
                      <a:r>
                        <a:rPr sz="1400" b="1" i="0">
                          <a:solidFill>
                            <a:srgbClr val="FFFFFF"/>
                          </a:solidFill>
                          <a:latin typeface="Salesforce Sans"/>
                        </a:rPr>
                        <a:t>#</a:t>
                      </a:r>
                    </a:p>
                  </a:txBody>
                  <a:tcPr marL="109728" marR="109728" anchor="ctr">
                    <a:solidFill>
                      <a:srgbClr val="032D60"/>
                    </a:solidFill>
                  </a:tcPr>
                </a:tc>
                <a:tc>
                  <a:txBody>
                    <a:bodyPr/>
                    <a:lstStyle/>
                    <a:p>
                      <a:pPr algn="l"/>
                      <a:r>
                        <a:rPr sz="1400" b="1" i="0">
                          <a:solidFill>
                            <a:srgbClr val="FFFFFF"/>
                          </a:solidFill>
                          <a:latin typeface="Salesforce Sans"/>
                        </a:rPr>
                        <a:t>Scene</a:t>
                      </a:r>
                    </a:p>
                  </a:txBody>
                  <a:tcPr marL="109728" marR="109728" anchor="ctr">
                    <a:solidFill>
                      <a:srgbClr val="032D60"/>
                    </a:solidFill>
                  </a:tcPr>
                </a:tc>
                <a:tc>
                  <a:txBody>
                    <a:bodyPr/>
                    <a:lstStyle/>
                    <a:p>
                      <a:pPr algn="l"/>
                      <a:r>
                        <a:rPr sz="1400" b="1" i="0">
                          <a:solidFill>
                            <a:srgbClr val="FFFFFF"/>
                          </a:solidFill>
                          <a:latin typeface="Salesforce Sans"/>
                        </a:rPr>
                        <a:t>Persona</a:t>
                      </a:r>
                    </a:p>
                  </a:txBody>
                  <a:tcPr marL="109728" marR="109728" anchor="ctr">
                    <a:solidFill>
                      <a:srgbClr val="032D60"/>
                    </a:solidFill>
                  </a:tcPr>
                </a:tc>
                <a:tc>
                  <a:txBody>
                    <a:bodyPr/>
                    <a:lstStyle/>
                    <a:p>
                      <a:pPr algn="l"/>
                      <a:r>
                        <a:rPr sz="1400" b="1" i="0">
                          <a:solidFill>
                            <a:srgbClr val="FFFFFF"/>
                          </a:solidFill>
                          <a:latin typeface="Salesforce Sans"/>
                        </a:rPr>
                        <a:t>App / screen</a:t>
                      </a:r>
                    </a:p>
                  </a:txBody>
                  <a:tcPr marL="109728" marR="109728" anchor="ctr">
                    <a:solidFill>
                      <a:srgbClr val="032D60"/>
                    </a:solidFill>
                  </a:tcPr>
                </a:tc>
                <a:tc>
                  <a:txBody>
                    <a:bodyPr/>
                    <a:lstStyle/>
                    <a:p>
                      <a:pPr algn="l"/>
                      <a:r>
                        <a:rPr sz="1400" b="1" i="0">
                          <a:solidFill>
                            <a:srgbClr val="FFFFFF"/>
                          </a:solidFill>
                          <a:latin typeface="Salesforce Sans"/>
                        </a:rPr>
                        <a:t>Min</a:t>
                      </a:r>
                    </a:p>
                  </a:txBody>
                  <a:tcPr marL="109728" marR="109728" anchor="ctr">
                    <a:solidFill>
                      <a:srgbClr val="032D60"/>
                    </a:solidFill>
                  </a:tcPr>
                </a:tc>
                <a:tc>
                  <a:txBody>
                    <a:bodyPr/>
                    <a:lstStyle/>
                    <a:p>
                      <a:pPr algn="l"/>
                      <a:r>
                        <a:rPr sz="1400" b="1" i="0">
                          <a:solidFill>
                            <a:srgbClr val="FFFFFF"/>
                          </a:solidFill>
                          <a:latin typeface="Salesforce Sans"/>
                        </a:rPr>
                        <a:t>If it doesn't load</a:t>
                      </a:r>
                    </a:p>
                  </a:txBody>
                  <a:tcPr marL="109728" marR="109728" anchor="ctr">
                    <a:solidFill>
                      <a:srgbClr val="032D60"/>
                    </a:solidFill>
                  </a:tcPr>
                </a:tc>
              </a:tr>
              <a:tr h="548640">
                <a:tc>
                  <a:txBody>
                    <a:bodyPr/>
                    <a:lstStyle/>
                    <a:p>
                      <a:pPr algn="ctr"/>
                      <a:r>
                        <a:rPr sz="1500" b="1" i="0">
                          <a:solidFill>
                            <a:srgbClr val="066AFE"/>
                          </a:solidFill>
                          <a:latin typeface="Salesforce Sans"/>
                        </a:rPr>
                        <a:t>1</a:t>
                      </a:r>
                    </a:p>
                  </a:txBody>
                  <a:tcPr marL="109728" marR="109728" anchor="ctr">
                    <a:solidFill>
                      <a:srgbClr val="FFFFFF"/>
                    </a:solidFill>
                  </a:tcPr>
                </a:tc>
                <a:tc>
                  <a:txBody>
                    <a:bodyPr/>
                    <a:lstStyle/>
                    <a:p>
                      <a:pPr algn="l"/>
                      <a:r>
                        <a:rPr sz="1500" b="1" i="0">
                          <a:solidFill>
                            <a:srgbClr val="032D60"/>
                          </a:solidFill>
                          <a:latin typeface="Salesforce Sans"/>
                        </a:rPr>
                        <a:t>Configure &amp; quote</a:t>
                      </a:r>
                    </a:p>
                  </a:txBody>
                  <a:tcPr marL="109728" marR="109728" anchor="ctr">
                    <a:solidFill>
                      <a:srgbClr val="FFFFFF"/>
                    </a:solidFill>
                  </a:tcPr>
                </a:tc>
                <a:tc>
                  <a:txBody>
                    <a:bodyPr/>
                    <a:lstStyle/>
                    <a:p>
                      <a:pPr algn="l"/>
                      <a:r>
                        <a:rPr sz="1500" b="0" i="0">
                          <a:solidFill>
                            <a:srgbClr val="032D60"/>
                          </a:solidFill>
                          <a:latin typeface="Salesforce Sans"/>
                        </a:rPr>
                        <a:t>Seller</a:t>
                      </a:r>
                    </a:p>
                  </a:txBody>
                  <a:tcPr marL="109728" marR="109728" anchor="ctr">
                    <a:solidFill>
                      <a:srgbClr val="FFFFFF"/>
                    </a:solidFill>
                  </a:tcPr>
                </a:tc>
                <a:tc>
                  <a:txBody>
                    <a:bodyPr/>
                    <a:lstStyle/>
                    <a:p>
                      <a:pPr algn="l"/>
                      <a:r>
                        <a:rPr sz="1500" b="0" i="0">
                          <a:solidFill>
                            <a:srgbClr val="032D60"/>
                          </a:solidFill>
                          <a:latin typeface="Salesforce Sans"/>
                        </a:rPr>
                        <a:t>Quote &amp; Configurator</a:t>
                      </a:r>
                    </a:p>
                  </a:txBody>
                  <a:tcPr marL="109728" marR="109728" anchor="ctr">
                    <a:solidFill>
                      <a:srgbClr val="FFFFFF"/>
                    </a:solidFill>
                  </a:tcPr>
                </a:tc>
                <a:tc>
                  <a:txBody>
                    <a:bodyPr/>
                    <a:lstStyle/>
                    <a:p>
                      <a:pPr algn="ctr"/>
                      <a:r>
                        <a:rPr sz="1500" b="0" i="0">
                          <a:solidFill>
                            <a:srgbClr val="032D60"/>
                          </a:solidFill>
                          <a:latin typeface="Salesforce Sans"/>
                        </a:rPr>
                        <a:t>2</a:t>
                      </a:r>
                    </a:p>
                  </a:txBody>
                  <a:tcPr marL="109728" marR="109728" anchor="ctr">
                    <a:solidFill>
                      <a:srgbClr val="FFFFFF"/>
                    </a:solidFill>
                  </a:tcPr>
                </a:tc>
                <a:tc>
                  <a:txBody>
                    <a:bodyPr/>
                    <a:lstStyle/>
                    <a:p>
                      <a:pPr algn="l"/>
                      <a:r>
                        <a:rPr sz="1500" b="0" i="0">
                          <a:solidFill>
                            <a:srgbClr val="5A6B85"/>
                          </a:solidFill>
                          <a:latin typeface="Salesforce Sans"/>
                        </a:rPr>
                        <a:t>Pre-built quote on Infinitech</a:t>
                      </a:r>
                    </a:p>
                  </a:txBody>
                  <a:tcPr marL="109728" marR="109728" anchor="ctr">
                    <a:solidFill>
                      <a:srgbClr val="FFFFFF"/>
                    </a:solidFill>
                  </a:tcPr>
                </a:tc>
              </a:tr>
              <a:tr h="548640">
                <a:tc>
                  <a:txBody>
                    <a:bodyPr/>
                    <a:lstStyle/>
                    <a:p>
                      <a:pPr algn="ctr"/>
                      <a:r>
                        <a:rPr sz="1500" b="1" i="0">
                          <a:solidFill>
                            <a:srgbClr val="066AFE"/>
                          </a:solidFill>
                          <a:latin typeface="Salesforce Sans"/>
                        </a:rPr>
                        <a:t>2</a:t>
                      </a:r>
                    </a:p>
                  </a:txBody>
                  <a:tcPr marL="109728" marR="109728" anchor="ctr">
                    <a:solidFill>
                      <a:srgbClr val="EAF5FE"/>
                    </a:solidFill>
                  </a:tcPr>
                </a:tc>
                <a:tc>
                  <a:txBody>
                    <a:bodyPr/>
                    <a:lstStyle/>
                    <a:p>
                      <a:pPr algn="l"/>
                      <a:r>
                        <a:rPr sz="1500" b="1" i="0">
                          <a:solidFill>
                            <a:srgbClr val="032D60"/>
                          </a:solidFill>
                          <a:latin typeface="Salesforce Sans"/>
                        </a:rPr>
                        <a:t>Activate the order</a:t>
                      </a:r>
                    </a:p>
                  </a:txBody>
                  <a:tcPr marL="109728" marR="109728" anchor="ctr">
                    <a:solidFill>
                      <a:srgbClr val="EAF5FE"/>
                    </a:solidFill>
                  </a:tcPr>
                </a:tc>
                <a:tc>
                  <a:txBody>
                    <a:bodyPr/>
                    <a:lstStyle/>
                    <a:p>
                      <a:pPr algn="l"/>
                      <a:r>
                        <a:rPr sz="1500" b="0" i="0">
                          <a:solidFill>
                            <a:srgbClr val="032D60"/>
                          </a:solidFill>
                          <a:latin typeface="Salesforce Sans"/>
                        </a:rPr>
                        <a:t>Fulfillment Manager</a:t>
                      </a:r>
                    </a:p>
                  </a:txBody>
                  <a:tcPr marL="109728" marR="109728" anchor="ctr">
                    <a:solidFill>
                      <a:srgbClr val="EAF5FE"/>
                    </a:solidFill>
                  </a:tcPr>
                </a:tc>
                <a:tc>
                  <a:txBody>
                    <a:bodyPr/>
                    <a:lstStyle/>
                    <a:p>
                      <a:pPr algn="l"/>
                      <a:r>
                        <a:rPr sz="1500" b="0" i="0">
                          <a:solidFill>
                            <a:srgbClr val="032D60"/>
                          </a:solidFill>
                          <a:latin typeface="Salesforce Sans"/>
                        </a:rPr>
                        <a:t>Dynamic Revenue Orchestration</a:t>
                      </a:r>
                    </a:p>
                  </a:txBody>
                  <a:tcPr marL="109728" marR="109728" anchor="ctr">
                    <a:solidFill>
                      <a:srgbClr val="EAF5FE"/>
                    </a:solidFill>
                  </a:tcPr>
                </a:tc>
                <a:tc>
                  <a:txBody>
                    <a:bodyPr/>
                    <a:lstStyle/>
                    <a:p>
                      <a:pPr algn="ctr"/>
                      <a:r>
                        <a:rPr sz="1500" b="0" i="0">
                          <a:solidFill>
                            <a:srgbClr val="032D60"/>
                          </a:solidFill>
                          <a:latin typeface="Salesforce Sans"/>
                        </a:rPr>
                        <a:t>1.5</a:t>
                      </a:r>
                    </a:p>
                  </a:txBody>
                  <a:tcPr marL="109728" marR="109728" anchor="ctr">
                    <a:solidFill>
                      <a:srgbClr val="EAF5FE"/>
                    </a:solidFill>
                  </a:tcPr>
                </a:tc>
                <a:tc>
                  <a:txBody>
                    <a:bodyPr/>
                    <a:lstStyle/>
                    <a:p>
                      <a:pPr algn="l"/>
                      <a:r>
                        <a:rPr sz="1500" b="0" i="0">
                          <a:solidFill>
                            <a:srgbClr val="5A6B85"/>
                          </a:solidFill>
                          <a:latin typeface="Salesforce Sans"/>
                        </a:rPr>
                        <a:t>Pre-activated order</a:t>
                      </a:r>
                    </a:p>
                  </a:txBody>
                  <a:tcPr marL="109728" marR="109728" anchor="ctr">
                    <a:solidFill>
                      <a:srgbClr val="EAF5FE"/>
                    </a:solidFill>
                  </a:tcPr>
                </a:tc>
              </a:tr>
              <a:tr h="548640">
                <a:tc>
                  <a:txBody>
                    <a:bodyPr/>
                    <a:lstStyle/>
                    <a:p>
                      <a:pPr algn="ctr"/>
                      <a:r>
                        <a:rPr sz="1500" b="1" i="0">
                          <a:solidFill>
                            <a:srgbClr val="066AFE"/>
                          </a:solidFill>
                          <a:latin typeface="Salesforce Sans"/>
                        </a:rPr>
                        <a:t>3</a:t>
                      </a:r>
                    </a:p>
                  </a:txBody>
                  <a:tcPr marL="109728" marR="109728" anchor="ctr">
                    <a:solidFill>
                      <a:srgbClr val="FFFFFF"/>
                    </a:solidFill>
                  </a:tcPr>
                </a:tc>
                <a:tc>
                  <a:txBody>
                    <a:bodyPr/>
                    <a:lstStyle/>
                    <a:p>
                      <a:pPr algn="l"/>
                      <a:r>
                        <a:rPr sz="1500" b="1" i="0">
                          <a:solidFill>
                            <a:srgbClr val="032D60"/>
                          </a:solidFill>
                          <a:latin typeface="Salesforce Sans"/>
                        </a:rPr>
                        <a:t>Automatic dispatch</a:t>
                      </a:r>
                    </a:p>
                  </a:txBody>
                  <a:tcPr marL="109728" marR="109728" anchor="ctr">
                    <a:solidFill>
                      <a:srgbClr val="FFFFFF"/>
                    </a:solidFill>
                  </a:tcPr>
                </a:tc>
                <a:tc>
                  <a:txBody>
                    <a:bodyPr/>
                    <a:lstStyle/>
                    <a:p>
                      <a:pPr algn="l"/>
                      <a:r>
                        <a:rPr sz="1500" b="0" i="0">
                          <a:solidFill>
                            <a:srgbClr val="032D60"/>
                          </a:solidFill>
                          <a:latin typeface="Salesforce Sans"/>
                        </a:rPr>
                        <a:t>Dispatcher</a:t>
                      </a:r>
                    </a:p>
                  </a:txBody>
                  <a:tcPr marL="109728" marR="109728" anchor="ctr">
                    <a:solidFill>
                      <a:srgbClr val="FFFFFF"/>
                    </a:solidFill>
                  </a:tcPr>
                </a:tc>
                <a:tc>
                  <a:txBody>
                    <a:bodyPr/>
                    <a:lstStyle/>
                    <a:p>
                      <a:pPr algn="l"/>
                      <a:r>
                        <a:rPr sz="1500" b="0" i="0">
                          <a:solidFill>
                            <a:srgbClr val="032D60"/>
                          </a:solidFill>
                          <a:latin typeface="Salesforce Sans"/>
                        </a:rPr>
                        <a:t>Work Orders &amp; Scheduling</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Pre-created Work Order</a:t>
                      </a:r>
                    </a:p>
                  </a:txBody>
                  <a:tcPr marL="109728" marR="109728" anchor="ctr">
                    <a:solidFill>
                      <a:srgbClr val="FFFFFF"/>
                    </a:solidFill>
                  </a:tcPr>
                </a:tc>
              </a:tr>
              <a:tr h="548640">
                <a:tc>
                  <a:txBody>
                    <a:bodyPr/>
                    <a:lstStyle/>
                    <a:p>
                      <a:pPr algn="ctr"/>
                      <a:r>
                        <a:rPr sz="1500" b="1" i="0">
                          <a:solidFill>
                            <a:srgbClr val="066AFE"/>
                          </a:solidFill>
                          <a:latin typeface="Salesforce Sans"/>
                        </a:rPr>
                        <a:t>4</a:t>
                      </a:r>
                    </a:p>
                  </a:txBody>
                  <a:tcPr marL="109728" marR="109728" anchor="ctr">
                    <a:solidFill>
                      <a:srgbClr val="EAF5FE"/>
                    </a:solidFill>
                  </a:tcPr>
                </a:tc>
                <a:tc>
                  <a:txBody>
                    <a:bodyPr/>
                    <a:lstStyle/>
                    <a:p>
                      <a:pPr algn="l"/>
                      <a:r>
                        <a:rPr sz="1500" b="1" i="0">
                          <a:solidFill>
                            <a:srgbClr val="032D60"/>
                          </a:solidFill>
                          <a:latin typeface="Salesforce Sans"/>
                        </a:rPr>
                        <a:t>Technician on site</a:t>
                      </a:r>
                    </a:p>
                  </a:txBody>
                  <a:tcPr marL="109728" marR="109728" anchor="ctr">
                    <a:solidFill>
                      <a:srgbClr val="EAF5FE"/>
                    </a:solidFill>
                  </a:tcPr>
                </a:tc>
                <a:tc>
                  <a:txBody>
                    <a:bodyPr/>
                    <a:lstStyle/>
                    <a:p>
                      <a:pPr algn="l"/>
                      <a:r>
                        <a:rPr sz="1500" b="0" i="0">
                          <a:solidFill>
                            <a:srgbClr val="032D60"/>
                          </a:solidFill>
                          <a:latin typeface="Salesforce Sans"/>
                        </a:rPr>
                        <a:t>Technician</a:t>
                      </a:r>
                    </a:p>
                  </a:txBody>
                  <a:tcPr marL="109728" marR="109728" anchor="ctr">
                    <a:solidFill>
                      <a:srgbClr val="EAF5FE"/>
                    </a:solidFill>
                  </a:tcPr>
                </a:tc>
                <a:tc>
                  <a:txBody>
                    <a:bodyPr/>
                    <a:lstStyle/>
                    <a:p>
                      <a:pPr algn="l"/>
                      <a:r>
                        <a:rPr sz="1500" b="0" i="0">
                          <a:solidFill>
                            <a:srgbClr val="032D60"/>
                          </a:solidFill>
                          <a:latin typeface="Salesforce Sans"/>
                        </a:rPr>
                        <a:t>Mobile</a:t>
                      </a:r>
                    </a:p>
                  </a:txBody>
                  <a:tcPr marL="109728" marR="109728" anchor="ctr">
                    <a:solidFill>
                      <a:srgbClr val="EAF5FE"/>
                    </a:solidFill>
                  </a:tcPr>
                </a:tc>
                <a:tc>
                  <a:txBody>
                    <a:bodyPr/>
                    <a:lstStyle/>
                    <a:p>
                      <a:pPr algn="ctr"/>
                      <a:r>
                        <a:rPr sz="1500" b="0" i="0">
                          <a:solidFill>
                            <a:srgbClr val="032D60"/>
                          </a:solidFill>
                          <a:latin typeface="Salesforce Sans"/>
                        </a:rPr>
                        <a:t>2</a:t>
                      </a:r>
                    </a:p>
                  </a:txBody>
                  <a:tcPr marL="109728" marR="109728" anchor="ctr">
                    <a:solidFill>
                      <a:srgbClr val="EAF5FE"/>
                    </a:solidFill>
                  </a:tcPr>
                </a:tc>
                <a:tc>
                  <a:txBody>
                    <a:bodyPr/>
                    <a:lstStyle/>
                    <a:p>
                      <a:pPr algn="l"/>
                      <a:r>
                        <a:rPr sz="1500" b="0" i="0">
                          <a:solidFill>
                            <a:srgbClr val="5A6B85"/>
                          </a:solidFill>
                          <a:latin typeface="Salesforce Sans"/>
                        </a:rPr>
                        <a:t>Complete from the desktop Work Order</a:t>
                      </a:r>
                    </a:p>
                  </a:txBody>
                  <a:tcPr marL="109728" marR="109728" anchor="ctr">
                    <a:solidFill>
                      <a:srgbClr val="EAF5FE"/>
                    </a:solidFill>
                  </a:tcPr>
                </a:tc>
              </a:tr>
              <a:tr h="548640">
                <a:tc>
                  <a:txBody>
                    <a:bodyPr/>
                    <a:lstStyle/>
                    <a:p>
                      <a:pPr algn="ctr"/>
                      <a:r>
                        <a:rPr sz="1500" b="1" i="0">
                          <a:solidFill>
                            <a:srgbClr val="066AFE"/>
                          </a:solidFill>
                          <a:latin typeface="Salesforce Sans"/>
                        </a:rPr>
                        <a:t>5</a:t>
                      </a:r>
                    </a:p>
                  </a:txBody>
                  <a:tcPr marL="109728" marR="109728" anchor="ctr">
                    <a:solidFill>
                      <a:srgbClr val="FFFFFF"/>
                    </a:solidFill>
                  </a:tcPr>
                </a:tc>
                <a:tc>
                  <a:txBody>
                    <a:bodyPr/>
                    <a:lstStyle/>
                    <a:p>
                      <a:pPr algn="l"/>
                      <a:r>
                        <a:rPr sz="1500" b="1" i="0">
                          <a:solidFill>
                            <a:srgbClr val="032D60"/>
                          </a:solidFill>
                          <a:latin typeface="Salesforce Sans"/>
                        </a:rPr>
                        <a:t>Billing starts at install</a:t>
                      </a:r>
                    </a:p>
                  </a:txBody>
                  <a:tcPr marL="109728" marR="109728" anchor="ctr">
                    <a:solidFill>
                      <a:srgbClr val="FFFFFF"/>
                    </a:solidFill>
                  </a:tcPr>
                </a:tc>
                <a:tc>
                  <a:txBody>
                    <a:bodyPr/>
                    <a:lstStyle/>
                    <a:p>
                      <a:pPr algn="l"/>
                      <a:r>
                        <a:rPr sz="1500" b="0" i="0">
                          <a:solidFill>
                            <a:srgbClr val="032D60"/>
                          </a:solidFill>
                          <a:latin typeface="Salesforce Sans"/>
                        </a:rPr>
                        <a:t>Billing Specialist</a:t>
                      </a:r>
                    </a:p>
                  </a:txBody>
                  <a:tcPr marL="109728" marR="109728" anchor="ctr">
                    <a:solidFill>
                      <a:srgbClr val="FFFFFF"/>
                    </a:solidFill>
                  </a:tcPr>
                </a:tc>
                <a:tc>
                  <a:txBody>
                    <a:bodyPr/>
                    <a:lstStyle/>
                    <a:p>
                      <a:pPr algn="l"/>
                      <a:r>
                        <a:rPr sz="1500" b="0" i="0">
                          <a:solidFill>
                            <a:srgbClr val="032D60"/>
                          </a:solidFill>
                          <a:latin typeface="Salesforce Sans"/>
                        </a:rPr>
                        <a:t>Billing</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Show a pre-completed plan</a:t>
                      </a:r>
                    </a:p>
                  </a:txBody>
                  <a:tcPr marL="109728" marR="109728" anchor="ctr">
                    <a:solidFill>
                      <a:srgbClr val="FFFFFF"/>
                    </a:solidFill>
                  </a:tcPr>
                </a:tc>
              </a:tr>
              <a:tr h="548640">
                <a:tc>
                  <a:txBody>
                    <a:bodyPr/>
                    <a:lstStyle/>
                    <a:p>
                      <a:pPr algn="ctr"/>
                      <a:r>
                        <a:rPr sz="1500" b="1" i="0">
                          <a:solidFill>
                            <a:srgbClr val="066AFE"/>
                          </a:solidFill>
                          <a:latin typeface="Salesforce Sans"/>
                        </a:rPr>
                        <a:t>6</a:t>
                      </a:r>
                    </a:p>
                  </a:txBody>
                  <a:tcPr marL="109728" marR="109728" anchor="ctr">
                    <a:solidFill>
                      <a:srgbClr val="EAF5FE"/>
                    </a:solidFill>
                  </a:tcPr>
                </a:tc>
                <a:tc>
                  <a:txBody>
                    <a:bodyPr/>
                    <a:lstStyle/>
                    <a:p>
                      <a:pPr algn="l"/>
                      <a:r>
                        <a:rPr sz="1500" b="1" i="0">
                          <a:solidFill>
                            <a:srgbClr val="A84B00"/>
                          </a:solidFill>
                          <a:latin typeface="Salesforce Sans"/>
                        </a:rPr>
                        <a:t>Maintenance runs itself</a:t>
                      </a:r>
                    </a:p>
                  </a:txBody>
                  <a:tcPr marL="109728" marR="109728" anchor="ctr">
                    <a:solidFill>
                      <a:srgbClr val="EAF5FE"/>
                    </a:solidFill>
                  </a:tcPr>
                </a:tc>
                <a:tc>
                  <a:txBody>
                    <a:bodyPr/>
                    <a:lstStyle/>
                    <a:p>
                      <a:pPr algn="l"/>
                      <a:r>
                        <a:rPr sz="1500" b="0" i="0">
                          <a:solidFill>
                            <a:srgbClr val="032D60"/>
                          </a:solidFill>
                          <a:latin typeface="Salesforce Sans"/>
                        </a:rPr>
                        <a:t>Service Manager</a:t>
                      </a:r>
                    </a:p>
                  </a:txBody>
                  <a:tcPr marL="109728" marR="109728" anchor="ctr">
                    <a:solidFill>
                      <a:srgbClr val="EAF5FE"/>
                    </a:solidFill>
                  </a:tcPr>
                </a:tc>
                <a:tc>
                  <a:txBody>
                    <a:bodyPr/>
                    <a:lstStyle/>
                    <a:p>
                      <a:pPr algn="l"/>
                      <a:r>
                        <a:rPr sz="1500" b="0" i="0">
                          <a:solidFill>
                            <a:srgbClr val="032D60"/>
                          </a:solidFill>
                          <a:latin typeface="Salesforce Sans"/>
                        </a:rPr>
                        <a:t>Maintenance Plans</a:t>
                      </a:r>
                    </a:p>
                  </a:txBody>
                  <a:tcPr marL="109728" marR="109728" anchor="ctr">
                    <a:solidFill>
                      <a:srgbClr val="EAF5FE"/>
                    </a:solidFill>
                  </a:tcPr>
                </a:tc>
                <a:tc>
                  <a:txBody>
                    <a:bodyPr/>
                    <a:lstStyle/>
                    <a:p>
                      <a:pPr algn="ctr"/>
                      <a:r>
                        <a:rPr sz="1500" b="0" i="0">
                          <a:solidFill>
                            <a:srgbClr val="032D60"/>
                          </a:solidFill>
                          <a:latin typeface="Salesforce Sans"/>
                        </a:rPr>
                        <a:t>1</a:t>
                      </a:r>
                    </a:p>
                  </a:txBody>
                  <a:tcPr marL="109728" marR="109728" anchor="ctr">
                    <a:solidFill>
                      <a:srgbClr val="EAF5FE"/>
                    </a:solidFill>
                  </a:tcPr>
                </a:tc>
                <a:tc>
                  <a:txBody>
                    <a:bodyPr/>
                    <a:lstStyle/>
                    <a:p>
                      <a:pPr algn="l"/>
                      <a:r>
                        <a:rPr sz="1500" b="0" i="0">
                          <a:solidFill>
                            <a:srgbClr val="5A6B85"/>
                          </a:solidFill>
                          <a:latin typeface="Salesforce Sans"/>
                        </a:rPr>
                        <a:t>Pre-built records (appendix screenshots)</a:t>
                      </a:r>
                    </a:p>
                  </a:txBody>
                  <a:tcPr marL="109728" marR="109728" anchor="ctr">
                    <a:solidFill>
                      <a:srgbClr val="EAF5FE"/>
                    </a:solidFill>
                  </a:tcPr>
                </a:tc>
              </a:tr>
              <a:tr h="548640">
                <a:tc>
                  <a:txBody>
                    <a:bodyPr/>
                    <a:lstStyle/>
                    <a:p>
                      <a:pPr algn="ctr"/>
                      <a:r>
                        <a:rPr sz="1500" b="1" i="0">
                          <a:solidFill>
                            <a:srgbClr val="066AFE"/>
                          </a:solidFill>
                          <a:latin typeface="Salesforce Sans"/>
                        </a:rPr>
                        <a:t>7</a:t>
                      </a:r>
                    </a:p>
                  </a:txBody>
                  <a:tcPr marL="109728" marR="109728" anchor="ctr">
                    <a:solidFill>
                      <a:srgbClr val="FFFFFF"/>
                    </a:solidFill>
                  </a:tcPr>
                </a:tc>
                <a:tc>
                  <a:txBody>
                    <a:bodyPr/>
                    <a:lstStyle/>
                    <a:p>
                      <a:pPr algn="l"/>
                      <a:r>
                        <a:rPr sz="1500" b="1" i="0">
                          <a:solidFill>
                            <a:srgbClr val="A84B00"/>
                          </a:solidFill>
                          <a:latin typeface="Salesforce Sans"/>
                        </a:rPr>
                        <a:t>Break/fix with coverage check</a:t>
                      </a:r>
                    </a:p>
                  </a:txBody>
                  <a:tcPr marL="109728" marR="109728" anchor="ctr">
                    <a:solidFill>
                      <a:srgbClr val="FFFFFF"/>
                    </a:solidFill>
                  </a:tcPr>
                </a:tc>
                <a:tc>
                  <a:txBody>
                    <a:bodyPr/>
                    <a:lstStyle/>
                    <a:p>
                      <a:pPr algn="l"/>
                      <a:r>
                        <a:rPr sz="1500" b="0" i="0">
                          <a:solidFill>
                            <a:srgbClr val="032D60"/>
                          </a:solidFill>
                          <a:latin typeface="Salesforce Sans"/>
                        </a:rPr>
                        <a:t>Dispatcher &amp; Billing</a:t>
                      </a:r>
                    </a:p>
                  </a:txBody>
                  <a:tcPr marL="109728" marR="109728" anchor="ctr">
                    <a:solidFill>
                      <a:srgbClr val="FFFFFF"/>
                    </a:solidFill>
                  </a:tcPr>
                </a:tc>
                <a:tc>
                  <a:txBody>
                    <a:bodyPr/>
                    <a:lstStyle/>
                    <a:p>
                      <a:pPr algn="l"/>
                      <a:r>
                        <a:rPr sz="1500" b="0" i="0">
                          <a:solidFill>
                            <a:srgbClr val="032D60"/>
                          </a:solidFill>
                          <a:latin typeface="Salesforce Sans"/>
                        </a:rPr>
                        <a:t>Field Service + Revenue Cloud Billing</a:t>
                      </a:r>
                    </a:p>
                  </a:txBody>
                  <a:tcPr marL="109728" marR="109728" anchor="ctr">
                    <a:solidFill>
                      <a:srgbClr val="FFFFFF"/>
                    </a:solidFill>
                  </a:tcPr>
                </a:tc>
                <a:tc>
                  <a:txBody>
                    <a:bodyPr/>
                    <a:lstStyle/>
                    <a:p>
                      <a:pPr algn="ctr"/>
                      <a:r>
                        <a:rPr sz="1500" b="0" i="0">
                          <a:solidFill>
                            <a:srgbClr val="032D60"/>
                          </a:solidFill>
                          <a:latin typeface="Salesforce Sans"/>
                        </a:rPr>
                        <a:t>2.5</a:t>
                      </a:r>
                    </a:p>
                  </a:txBody>
                  <a:tcPr marL="109728" marR="109728" anchor="ctr">
                    <a:solidFill>
                      <a:srgbClr val="FFFFFF"/>
                    </a:solidFill>
                  </a:tcPr>
                </a:tc>
                <a:tc>
                  <a:txBody>
                    <a:bodyPr/>
                    <a:lstStyle/>
                    <a:p>
                      <a:pPr algn="l"/>
                      <a:r>
                        <a:rPr sz="1500" b="0" i="0">
                          <a:solidFill>
                            <a:srgbClr val="5A6B85"/>
                          </a:solidFill>
                          <a:latin typeface="Salesforce Sans"/>
                        </a:rPr>
                        <a:t>Pre-built records (appendix screenshots)</a:t>
                      </a:r>
                    </a:p>
                  </a:txBody>
                  <a:tcPr marL="109728" marR="109728" anchor="ctr">
                    <a:solidFill>
                      <a:srgbClr val="FFFFFF"/>
                    </a:solidFill>
                  </a:tcPr>
                </a:tc>
              </a:tr>
              <a:tr h="548640">
                <a:tc>
                  <a:txBody>
                    <a:bodyPr/>
                    <a:lstStyle/>
                    <a:p>
                      <a:pPr algn="ctr"/>
                      <a:r>
                        <a:rPr sz="1500" b="1" i="0">
                          <a:solidFill>
                            <a:srgbClr val="066AFE"/>
                          </a:solidFill>
                          <a:latin typeface="Salesforce Sans"/>
                        </a:rPr>
                        <a:t>8</a:t>
                      </a:r>
                    </a:p>
                  </a:txBody>
                  <a:tcPr marL="109728" marR="109728" anchor="ctr">
                    <a:solidFill>
                      <a:srgbClr val="EAF5FE"/>
                    </a:solidFill>
                  </a:tcPr>
                </a:tc>
                <a:tc>
                  <a:txBody>
                    <a:bodyPr/>
                    <a:lstStyle/>
                    <a:p>
                      <a:pPr algn="l"/>
                      <a:r>
                        <a:rPr sz="1500" b="1" i="0">
                          <a:solidFill>
                            <a:srgbClr val="A84B00"/>
                          </a:solidFill>
                          <a:latin typeface="Salesforce Sans"/>
                        </a:rPr>
                        <a:t>Upsell from the field</a:t>
                      </a:r>
                    </a:p>
                  </a:txBody>
                  <a:tcPr marL="109728" marR="109728" anchor="ctr">
                    <a:solidFill>
                      <a:srgbClr val="EAF5FE"/>
                    </a:solidFill>
                  </a:tcPr>
                </a:tc>
                <a:tc>
                  <a:txBody>
                    <a:bodyPr/>
                    <a:lstStyle/>
                    <a:p>
                      <a:pPr algn="l"/>
                      <a:r>
                        <a:rPr sz="1500" b="0" i="0">
                          <a:solidFill>
                            <a:srgbClr val="032D60"/>
                          </a:solidFill>
                          <a:latin typeface="Salesforce Sans"/>
                        </a:rPr>
                        <a:t>Technician → Seller</a:t>
                      </a:r>
                    </a:p>
                  </a:txBody>
                  <a:tcPr marL="109728" marR="109728" anchor="ctr">
                    <a:solidFill>
                      <a:srgbClr val="EAF5FE"/>
                    </a:solidFill>
                  </a:tcPr>
                </a:tc>
                <a:tc>
                  <a:txBody>
                    <a:bodyPr/>
                    <a:lstStyle/>
                    <a:p>
                      <a:pPr algn="l"/>
                      <a:r>
                        <a:rPr sz="1500" b="0" i="0">
                          <a:solidFill>
                            <a:srgbClr val="032D60"/>
                          </a:solidFill>
                          <a:latin typeface="Salesforce Sans"/>
                        </a:rPr>
                        <a:t>Field Service Mobile + Revenue Cloud</a:t>
                      </a:r>
                    </a:p>
                  </a:txBody>
                  <a:tcPr marL="109728" marR="109728" anchor="ctr">
                    <a:solidFill>
                      <a:srgbClr val="EAF5FE"/>
                    </a:solidFill>
                  </a:tcPr>
                </a:tc>
                <a:tc>
                  <a:txBody>
                    <a:bodyPr/>
                    <a:lstStyle/>
                    <a:p>
                      <a:pPr algn="ctr"/>
                      <a:r>
                        <a:rPr sz="1500" b="0" i="0">
                          <a:solidFill>
                            <a:srgbClr val="032D60"/>
                          </a:solidFill>
                          <a:latin typeface="Salesforce Sans"/>
                        </a:rPr>
                        <a:t>1.5</a:t>
                      </a:r>
                    </a:p>
                  </a:txBody>
                  <a:tcPr marL="109728" marR="109728" anchor="ctr">
                    <a:solidFill>
                      <a:srgbClr val="EAF5FE"/>
                    </a:solidFill>
                  </a:tcPr>
                </a:tc>
                <a:tc>
                  <a:txBody>
                    <a:bodyPr/>
                    <a:lstStyle/>
                    <a:p>
                      <a:pPr algn="l"/>
                      <a:r>
                        <a:rPr sz="1500" b="0" i="0">
                          <a:solidFill>
                            <a:srgbClr val="5A6B85"/>
                          </a:solidFill>
                          <a:latin typeface="Salesforce Sans"/>
                        </a:rPr>
                        <a:t>Pre-built records (appendix screenshots)</a:t>
                      </a:r>
                    </a:p>
                  </a:txBody>
                  <a:tcPr marL="109728" marR="109728" anchor="ctr">
                    <a:solidFill>
                      <a:srgbClr val="EAF5FE"/>
                    </a:solidFill>
                  </a:tcPr>
                </a:tc>
              </a:tr>
              <a:tr h="548640">
                <a:tc>
                  <a:txBody>
                    <a:bodyPr/>
                    <a:lstStyle/>
                    <a:p>
                      <a:pPr algn="ctr"/>
                      <a:r>
                        <a:rPr sz="1500" b="1" i="0">
                          <a:solidFill>
                            <a:srgbClr val="066AFE"/>
                          </a:solidFill>
                          <a:latin typeface="Salesforce Sans"/>
                        </a:rPr>
                        <a:t>9</a:t>
                      </a:r>
                    </a:p>
                  </a:txBody>
                  <a:tcPr marL="109728" marR="109728" anchor="ctr">
                    <a:solidFill>
                      <a:srgbClr val="FFFFFF"/>
                    </a:solidFill>
                  </a:tcPr>
                </a:tc>
                <a:tc>
                  <a:txBody>
                    <a:bodyPr/>
                    <a:lstStyle/>
                    <a:p>
                      <a:pPr algn="l"/>
                      <a:r>
                        <a:rPr sz="1500" b="1" i="0">
                          <a:solidFill>
                            <a:srgbClr val="032D60"/>
                          </a:solidFill>
                          <a:latin typeface="Salesforce Sans"/>
                        </a:rPr>
                        <a:t>One install base</a:t>
                      </a:r>
                    </a:p>
                  </a:txBody>
                  <a:tcPr marL="109728" marR="109728" anchor="ctr">
                    <a:solidFill>
                      <a:srgbClr val="FFFFFF"/>
                    </a:solidFill>
                  </a:tcPr>
                </a:tc>
                <a:tc>
                  <a:txBody>
                    <a:bodyPr/>
                    <a:lstStyle/>
                    <a:p>
                      <a:pPr algn="l"/>
                      <a:r>
                        <a:rPr sz="1500" b="0" i="0">
                          <a:solidFill>
                            <a:srgbClr val="032D60"/>
                          </a:solidFill>
                          <a:latin typeface="Salesforce Sans"/>
                        </a:rPr>
                        <a:t>Account Team</a:t>
                      </a:r>
                    </a:p>
                  </a:txBody>
                  <a:tcPr marL="109728" marR="109728" anchor="ctr">
                    <a:solidFill>
                      <a:srgbClr val="FFFFFF"/>
                    </a:solidFill>
                  </a:tcPr>
                </a:tc>
                <a:tc>
                  <a:txBody>
                    <a:bodyPr/>
                    <a:lstStyle/>
                    <a:p>
                      <a:pPr algn="l"/>
                      <a:r>
                        <a:rPr sz="1500" b="0" i="0">
                          <a:solidFill>
                            <a:srgbClr val="032D60"/>
                          </a:solidFill>
                          <a:latin typeface="Salesforce Sans"/>
                        </a:rPr>
                        <a:t>Asset</a:t>
                      </a:r>
                    </a:p>
                  </a:txBody>
                  <a:tcPr marL="109728" marR="109728" anchor="ctr">
                    <a:solidFill>
                      <a:srgbClr val="FFFFFF"/>
                    </a:solidFill>
                  </a:tcPr>
                </a:tc>
                <a:tc>
                  <a:txBody>
                    <a:bodyPr/>
                    <a:lstStyle/>
                    <a:p>
                      <a:pPr algn="ctr"/>
                      <a:r>
                        <a:rPr sz="1500" b="0" i="0">
                          <a:solidFill>
                            <a:srgbClr val="032D60"/>
                          </a:solidFill>
                          <a:latin typeface="Salesforce Sans"/>
                        </a:rPr>
                        <a:t>1.5</a:t>
                      </a:r>
                    </a:p>
                  </a:txBody>
                  <a:tcPr marL="109728" marR="109728" anchor="ctr">
                    <a:solidFill>
                      <a:srgbClr val="FFFFFF"/>
                    </a:solidFill>
                  </a:tcPr>
                </a:tc>
                <a:tc>
                  <a:txBody>
                    <a:bodyPr/>
                    <a:lstStyle/>
                    <a:p>
                      <a:pPr algn="l"/>
                      <a:r>
                        <a:rPr sz="1500" b="0" i="0">
                          <a:solidFill>
                            <a:srgbClr val="5A6B85"/>
                          </a:solidFill>
                          <a:latin typeface="Salesforce Sans"/>
                        </a:rPr>
                        <a:t>Pre-loaded Asset record</a:t>
                      </a:r>
                    </a:p>
                  </a:txBody>
                  <a:tcPr marL="109728" marR="109728" anchor="ctr">
                    <a:solidFill>
                      <a:srgbClr val="FFFFFF"/>
                    </a:solidFill>
                  </a:tcPr>
                </a:tc>
              </a:tr>
              <a:tr h="548640">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l"/>
                      <a:r>
                        <a:rPr sz="1500" b="1" i="0">
                          <a:solidFill>
                            <a:srgbClr val="032D60"/>
                          </a:solidFill>
                          <a:latin typeface="Salesforce Sans"/>
                        </a:rPr>
                        <a:t>Total</a:t>
                      </a:r>
                    </a:p>
                  </a:txBody>
                  <a:tcPr marL="109728" marR="109728" anchor="ctr">
                    <a:solidFill>
                      <a:srgbClr val="EAF5FE"/>
                    </a:solidFill>
                  </a:tcPr>
                </a:tc>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l"/>
                      <a:r>
                        <a:rPr sz="1500" b="0" i="0">
                          <a:solidFill>
                            <a:srgbClr val="032D60"/>
                          </a:solidFill>
                          <a:latin typeface="Salesforce Sans"/>
                        </a:rPr>
                        <a:t/>
                      </a:r>
                    </a:p>
                  </a:txBody>
                  <a:tcPr marL="109728" marR="109728" anchor="ctr">
                    <a:solidFill>
                      <a:srgbClr val="EAF5FE"/>
                    </a:solidFill>
                  </a:tcPr>
                </a:tc>
                <a:tc>
                  <a:txBody>
                    <a:bodyPr/>
                    <a:lstStyle/>
                    <a:p>
                      <a:pPr algn="ctr"/>
                      <a:r>
                        <a:rPr sz="1500" b="1" i="0">
                          <a:solidFill>
                            <a:srgbClr val="032D60"/>
                          </a:solidFill>
                          <a:latin typeface="Salesforce Sans"/>
                        </a:rPr>
                        <a:t>15</a:t>
                      </a:r>
                    </a:p>
                  </a:txBody>
                  <a:tcPr marL="109728" marR="109728" anchor="ctr">
                    <a:solidFill>
                      <a:srgbClr val="EAF5FE"/>
                    </a:solidFill>
                  </a:tcPr>
                </a:tc>
                <a:tc>
                  <a:txBody>
                    <a:bodyPr/>
                    <a:lstStyle/>
                    <a:p>
                      <a:pPr algn="l"/>
                      <a:r>
                        <a:rPr sz="1500" b="1" i="0">
                          <a:solidFill>
                            <a:srgbClr val="066AFE"/>
                          </a:solidFill>
                          <a:latin typeface="Salesforce Sans"/>
                        </a:rPr>
                        <a:t>Act 1 only: 8.5 min</a:t>
                      </a:r>
                    </a:p>
                  </a:txBody>
                  <a:tcPr marL="109728" marR="109728" anchor="ctr">
                    <a:solidFill>
                      <a:srgbClr val="EAF5FE"/>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1 · Configure &amp; quote</a:t>
            </a:r>
          </a:p>
        </p:txBody>
      </p:sp>
      <p:sp>
        <p:nvSpPr>
          <p:cNvPr id="3" name="Subtitle 2"/>
          <p:cNvSpPr>
            <a:spLocks noGrp="1"/>
          </p:cNvSpPr>
          <p:nvPr>
            <p:ph type="subTitle" idx="1"/>
          </p:nvPr>
        </p:nvSpPr>
        <p:spPr/>
        <p:txBody>
          <a:bodyPr/>
          <a:lstStyle/>
          <a:p>
            <a:r>
              <a:t>Screenshots from the fsl-rc org run</a:t>
            </a:r>
          </a:p>
        </p:txBody>
      </p:sp>
      <p:pic>
        <p:nvPicPr>
          <p:cNvPr id="4" name="Picture 3" descr="s1-01-opportunity.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Infinitech opportunity</a:t>
            </a:r>
          </a:p>
        </p:txBody>
      </p:sp>
      <p:pic>
        <p:nvPicPr>
          <p:cNvPr id="6" name="Picture 5" descr="s1-02-quote.png"/>
          <p:cNvPicPr>
            <a:picLocks noChangeAspect="1"/>
          </p:cNvPicPr>
          <p:nvPr/>
        </p:nvPicPr>
        <p:blipFill>
          <a:blip r:embed="rId3"/>
          <a:srcRect/>
          <a:stretch>
            <a:fillRect/>
          </a:stretch>
        </p:blipFill>
        <p:spPr>
          <a:xfrm>
            <a:off x="10535076" y="2606040"/>
            <a:ext cx="5639471"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Quote with hardware, install and Gold</a:t>
            </a:r>
          </a:p>
        </p:txBody>
      </p:sp>
      <p:pic>
        <p:nvPicPr>
          <p:cNvPr id="8" name="Picture 7" descr="s1-03-quote-lines.png"/>
          <p:cNvPicPr>
            <a:picLocks noChangeAspect="1"/>
          </p:cNvPicPr>
          <p:nvPr/>
        </p:nvPicPr>
        <p:blipFill>
          <a:blip r:embed="rId4"/>
          <a:srcRect b="79105"/>
          <a:stretch>
            <a:fillRect/>
          </a:stretch>
        </p:blipFill>
        <p:spPr>
          <a:xfrm>
            <a:off x="859536" y="6400800"/>
            <a:ext cx="8147303"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Quote lines and pricing</a:t>
            </a:r>
          </a:p>
        </p:txBody>
      </p:sp>
      <p:pic>
        <p:nvPicPr>
          <p:cNvPr id="10" name="Picture 9" descr="s1-04-order.png"/>
          <p:cNvPicPr>
            <a:picLocks noChangeAspect="1"/>
          </p:cNvPicPr>
          <p:nvPr/>
        </p:nvPicPr>
        <p:blipFill>
          <a:blip r:embed="rId5"/>
          <a:srcRect/>
          <a:stretch>
            <a:fillRect/>
          </a:stretch>
        </p:blipFill>
        <p:spPr>
          <a:xfrm>
            <a:off x="10535076" y="6400800"/>
            <a:ext cx="5639471" cy="3200400"/>
          </a:xfrm>
          <a:prstGeom prst="rect">
            <a:avLst/>
          </a:prstGeom>
          <a:ln w="9525">
            <a:solidFill>
              <a:srgbClr val="C9C9C9"/>
            </a:solidFill>
          </a:ln>
        </p:spPr>
      </p:pic>
      <p:sp>
        <p:nvSpPr>
          <p:cNvPr id="11" name="TextBox 10"/>
          <p:cNvSpPr txBox="1"/>
          <p:nvPr/>
        </p:nvSpPr>
        <p:spPr>
          <a:xfrm>
            <a:off x="9281160" y="9646920"/>
            <a:ext cx="8147304" cy="320040"/>
          </a:xfrm>
          <a:prstGeom prst="rect">
            <a:avLst/>
          </a:prstGeom>
          <a:noFill/>
        </p:spPr>
        <p:txBody>
          <a:bodyPr wrap="none">
            <a:spAutoFit/>
          </a:bodyPr>
          <a:lstStyle/>
          <a:p>
            <a:r>
              <a:rPr sz="1300">
                <a:solidFill>
                  <a:srgbClr val="5A6B85"/>
                </a:solidFill>
                <a:latin typeface="Salesforce Sans"/>
              </a:rPr>
              <a:t>Activated order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2 · Activate the order</a:t>
            </a:r>
          </a:p>
        </p:txBody>
      </p:sp>
      <p:sp>
        <p:nvSpPr>
          <p:cNvPr id="3" name="Subtitle 2"/>
          <p:cNvSpPr>
            <a:spLocks noGrp="1"/>
          </p:cNvSpPr>
          <p:nvPr>
            <p:ph type="subTitle" idx="1"/>
          </p:nvPr>
        </p:nvSpPr>
        <p:spPr/>
        <p:txBody>
          <a:bodyPr/>
          <a:lstStyle/>
          <a:p>
            <a:r>
              <a:t>Screenshots from the fsl-rc org run</a:t>
            </a:r>
          </a:p>
        </p:txBody>
      </p:sp>
      <p:pic>
        <p:nvPicPr>
          <p:cNvPr id="4" name="Picture 3" descr="s2-01-order-fulfillment-ship-pending.png"/>
          <p:cNvPicPr>
            <a:picLocks noChangeAspect="1"/>
          </p:cNvPicPr>
          <p:nvPr/>
        </p:nvPicPr>
        <p:blipFill>
          <a:blip r:embed="rId2"/>
          <a:srcRect b="68338"/>
          <a:stretch>
            <a:fillRect/>
          </a:stretch>
        </p:blipFill>
        <p:spPr>
          <a:xfrm>
            <a:off x="859536" y="2606040"/>
            <a:ext cx="8147303" cy="4849585"/>
          </a:xfrm>
          <a:prstGeom prst="rect">
            <a:avLst/>
          </a:prstGeom>
          <a:ln w="9525">
            <a:solidFill>
              <a:srgbClr val="C9C9C9"/>
            </a:solidFill>
          </a:ln>
        </p:spPr>
      </p:pic>
      <p:sp>
        <p:nvSpPr>
          <p:cNvPr id="5" name="TextBox 4"/>
          <p:cNvSpPr txBox="1"/>
          <p:nvPr/>
        </p:nvSpPr>
        <p:spPr>
          <a:xfrm>
            <a:off x="859536" y="7501345"/>
            <a:ext cx="8147304" cy="320040"/>
          </a:xfrm>
          <a:prstGeom prst="rect">
            <a:avLst/>
          </a:prstGeom>
          <a:noFill/>
        </p:spPr>
        <p:txBody>
          <a:bodyPr wrap="none">
            <a:spAutoFit/>
          </a:bodyPr>
          <a:lstStyle/>
          <a:p>
            <a:r>
              <a:rPr sz="1300">
                <a:solidFill>
                  <a:srgbClr val="5A6B85"/>
                </a:solidFill>
                <a:latin typeface="Salesforce Sans"/>
              </a:rPr>
              <a:t>Order Fulfillment tab: plan waiting on Ship Hardware</a:t>
            </a:r>
          </a:p>
        </p:txBody>
      </p:sp>
      <p:pic>
        <p:nvPicPr>
          <p:cNvPr id="6" name="Picture 5" descr="s2-02-fulfillment-plan.png"/>
          <p:cNvPicPr>
            <a:picLocks noChangeAspect="1"/>
          </p:cNvPicPr>
          <p:nvPr/>
        </p:nvPicPr>
        <p:blipFill>
          <a:blip r:embed="rId3"/>
          <a:srcRect/>
          <a:stretch>
            <a:fillRect/>
          </a:stretch>
        </p:blipFill>
        <p:spPr>
          <a:xfrm>
            <a:off x="9281160" y="2606040"/>
            <a:ext cx="8147303" cy="4623595"/>
          </a:xfrm>
          <a:prstGeom prst="rect">
            <a:avLst/>
          </a:prstGeom>
          <a:ln w="9525">
            <a:solidFill>
              <a:srgbClr val="C9C9C9"/>
            </a:solidFill>
          </a:ln>
        </p:spPr>
      </p:pic>
      <p:sp>
        <p:nvSpPr>
          <p:cNvPr id="7" name="TextBox 6"/>
          <p:cNvSpPr txBox="1"/>
          <p:nvPr/>
        </p:nvSpPr>
        <p:spPr>
          <a:xfrm>
            <a:off x="9281160" y="7501345"/>
            <a:ext cx="8147304" cy="320040"/>
          </a:xfrm>
          <a:prstGeom prst="rect">
            <a:avLst/>
          </a:prstGeom>
          <a:noFill/>
        </p:spPr>
        <p:txBody>
          <a:bodyPr wrap="none">
            <a:spAutoFit/>
          </a:bodyPr>
          <a:lstStyle/>
          <a:p>
            <a:r>
              <a:rPr sz="1300">
                <a:solidFill>
                  <a:srgbClr val="5A6B85"/>
                </a:solidFill>
                <a:latin typeface="Salesforce Sans"/>
              </a:rPr>
              <a:t>Fulfillment plan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3 · Automatic dispatch</a:t>
            </a:r>
          </a:p>
        </p:txBody>
      </p:sp>
      <p:sp>
        <p:nvSpPr>
          <p:cNvPr id="3" name="Subtitle 2"/>
          <p:cNvSpPr>
            <a:spLocks noGrp="1"/>
          </p:cNvSpPr>
          <p:nvPr>
            <p:ph type="subTitle" idx="1"/>
          </p:nvPr>
        </p:nvSpPr>
        <p:spPr/>
        <p:txBody>
          <a:bodyPr/>
          <a:lstStyle/>
          <a:p>
            <a:r>
              <a:t>Screenshots from the fsl-rc org run</a:t>
            </a:r>
          </a:p>
        </p:txBody>
      </p:sp>
      <p:pic>
        <p:nvPicPr>
          <p:cNvPr id="4" name="Picture 3" descr="s3-01-install-work-order.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Install Work Order linked to Order, step and Asset</a:t>
            </a:r>
          </a:p>
        </p:txBody>
      </p:sp>
      <p:pic>
        <p:nvPicPr>
          <p:cNvPr id="6" name="Picture 5" descr="s3-02-service-appointment.png"/>
          <p:cNvPicPr>
            <a:picLocks noChangeAspect="1"/>
          </p:cNvPicPr>
          <p:nvPr/>
        </p:nvPicPr>
        <p:blipFill>
          <a:blip r:embed="rId3"/>
          <a:srcRect/>
          <a:stretch>
            <a:fillRect/>
          </a:stretch>
        </p:blipFill>
        <p:spPr>
          <a:xfrm>
            <a:off x="10535076" y="2606040"/>
            <a:ext cx="5639471"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Service Appointment in the San Francisco territory</a:t>
            </a:r>
          </a:p>
        </p:txBody>
      </p:sp>
      <p:pic>
        <p:nvPicPr>
          <p:cNvPr id="8" name="Picture 7" descr="s3-03-order-work-orders.png"/>
          <p:cNvPicPr>
            <a:picLocks noChangeAspect="1"/>
          </p:cNvPicPr>
          <p:nvPr/>
        </p:nvPicPr>
        <p:blipFill>
          <a:blip r:embed="rId4"/>
          <a:srcRect t="23936" b="55169"/>
          <a:stretch>
            <a:fillRect/>
          </a:stretch>
        </p:blipFill>
        <p:spPr>
          <a:xfrm>
            <a:off x="859536" y="6400800"/>
            <a:ext cx="8147303"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Installation Work Orders on the Order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4 · Technician on site</a:t>
            </a:r>
          </a:p>
        </p:txBody>
      </p:sp>
      <p:sp>
        <p:nvSpPr>
          <p:cNvPr id="3" name="Subtitle 2"/>
          <p:cNvSpPr>
            <a:spLocks noGrp="1"/>
          </p:cNvSpPr>
          <p:nvPr>
            <p:ph type="subTitle" idx="1"/>
          </p:nvPr>
        </p:nvSpPr>
        <p:spPr/>
        <p:txBody>
          <a:bodyPr/>
          <a:lstStyle/>
          <a:p>
            <a:r>
              <a:t>Screenshots from the fsl-rc org run</a:t>
            </a:r>
          </a:p>
        </p:txBody>
      </p:sp>
      <p:pic>
        <p:nvPicPr>
          <p:cNvPr id="4" name="Picture 3" descr="s4-01-appointment-scheduled.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Appointment scheduled</a:t>
            </a:r>
          </a:p>
        </p:txBody>
      </p:sp>
      <p:pic>
        <p:nvPicPr>
          <p:cNvPr id="6" name="Picture 5" descr="s4-02-appointment-assigned-resource.png"/>
          <p:cNvPicPr>
            <a:picLocks noChangeAspect="1"/>
          </p:cNvPicPr>
          <p:nvPr/>
        </p:nvPicPr>
        <p:blipFill>
          <a:blip r:embed="rId3"/>
          <a:srcRect t="29920" b="49185"/>
          <a:stretch>
            <a:fillRect/>
          </a:stretch>
        </p:blipFill>
        <p:spPr>
          <a:xfrm>
            <a:off x="9281160" y="2606040"/>
            <a:ext cx="8147303"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Technician assigned</a:t>
            </a:r>
          </a:p>
        </p:txBody>
      </p:sp>
      <p:pic>
        <p:nvPicPr>
          <p:cNvPr id="8" name="Picture 7" descr="s4-03-asset-serial-number.png"/>
          <p:cNvPicPr>
            <a:picLocks noChangeAspect="1"/>
          </p:cNvPicPr>
          <p:nvPr/>
        </p:nvPicPr>
        <p:blipFill>
          <a:blip r:embed="rId4"/>
          <a:srcRect/>
          <a:stretch>
            <a:fillRect/>
          </a:stretch>
        </p:blipFill>
        <p:spPr>
          <a:xfrm>
            <a:off x="2113452" y="6400800"/>
            <a:ext cx="5639471"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Serial number on the Asset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5 · Billing starts at install</a:t>
            </a:r>
          </a:p>
        </p:txBody>
      </p:sp>
      <p:sp>
        <p:nvSpPr>
          <p:cNvPr id="3" name="Subtitle 2"/>
          <p:cNvSpPr>
            <a:spLocks noGrp="1"/>
          </p:cNvSpPr>
          <p:nvPr>
            <p:ph type="subTitle" idx="1"/>
          </p:nvPr>
        </p:nvSpPr>
        <p:spPr/>
        <p:txBody>
          <a:bodyPr/>
          <a:lstStyle/>
          <a:p>
            <a:r>
              <a:t>Screenshots from the fsl-rc org run</a:t>
            </a:r>
          </a:p>
        </p:txBody>
      </p:sp>
      <p:pic>
        <p:nvPicPr>
          <p:cNvPr id="4" name="Picture 3" descr="s5-01-billing-waiting-for-install.png"/>
          <p:cNvPicPr>
            <a:picLocks noChangeAspect="1"/>
          </p:cNvPicPr>
          <p:nvPr/>
        </p:nvPicPr>
        <p:blipFill>
          <a:blip r:embed="rId2"/>
          <a:srcRect/>
          <a:stretch>
            <a:fillRect/>
          </a:stretch>
        </p:blipFill>
        <p:spPr>
          <a:xfrm>
            <a:off x="859536" y="2606040"/>
            <a:ext cx="5340096" cy="3030504"/>
          </a:xfrm>
          <a:prstGeom prst="rect">
            <a:avLst/>
          </a:prstGeom>
          <a:ln w="9525">
            <a:solidFill>
              <a:srgbClr val="C9C9C9"/>
            </a:solidFill>
          </a:ln>
        </p:spPr>
      </p:pic>
      <p:sp>
        <p:nvSpPr>
          <p:cNvPr id="5" name="TextBox 4"/>
          <p:cNvSpPr txBox="1"/>
          <p:nvPr/>
        </p:nvSpPr>
        <p:spPr>
          <a:xfrm>
            <a:off x="859536" y="5830388"/>
            <a:ext cx="5340096" cy="320040"/>
          </a:xfrm>
          <a:prstGeom prst="rect">
            <a:avLst/>
          </a:prstGeom>
          <a:noFill/>
        </p:spPr>
        <p:txBody>
          <a:bodyPr wrap="none">
            <a:spAutoFit/>
          </a:bodyPr>
          <a:lstStyle/>
          <a:p>
            <a:r>
              <a:rPr sz="1300">
                <a:solidFill>
                  <a:srgbClr val="5A6B85"/>
                </a:solidFill>
                <a:latin typeface="Salesforce Sans"/>
              </a:rPr>
              <a:t>Billing schedule waiting for the install milestone</a:t>
            </a:r>
          </a:p>
        </p:txBody>
      </p:sp>
      <p:pic>
        <p:nvPicPr>
          <p:cNvPr id="6" name="Picture 5" descr="s5-02-work-order-completed.png"/>
          <p:cNvPicPr>
            <a:picLocks noChangeAspect="1"/>
          </p:cNvPicPr>
          <p:nvPr/>
        </p:nvPicPr>
        <p:blipFill>
          <a:blip r:embed="rId3"/>
          <a:srcRect/>
          <a:stretch>
            <a:fillRect/>
          </a:stretch>
        </p:blipFill>
        <p:spPr>
          <a:xfrm>
            <a:off x="6473952" y="2606040"/>
            <a:ext cx="5340096" cy="3030504"/>
          </a:xfrm>
          <a:prstGeom prst="rect">
            <a:avLst/>
          </a:prstGeom>
          <a:ln w="9525">
            <a:solidFill>
              <a:srgbClr val="C9C9C9"/>
            </a:solidFill>
          </a:ln>
        </p:spPr>
      </p:pic>
      <p:sp>
        <p:nvSpPr>
          <p:cNvPr id="7" name="TextBox 6"/>
          <p:cNvSpPr txBox="1"/>
          <p:nvPr/>
        </p:nvSpPr>
        <p:spPr>
          <a:xfrm>
            <a:off x="6473952" y="5830388"/>
            <a:ext cx="5340096" cy="320040"/>
          </a:xfrm>
          <a:prstGeom prst="rect">
            <a:avLst/>
          </a:prstGeom>
          <a:noFill/>
        </p:spPr>
        <p:txBody>
          <a:bodyPr wrap="none">
            <a:spAutoFit/>
          </a:bodyPr>
          <a:lstStyle/>
          <a:p>
            <a:r>
              <a:rPr sz="1300">
                <a:solidFill>
                  <a:srgbClr val="5A6B85"/>
                </a:solidFill>
                <a:latin typeface="Salesforce Sans"/>
              </a:rPr>
              <a:t>Install Work Order completed</a:t>
            </a:r>
          </a:p>
        </p:txBody>
      </p:sp>
      <p:pic>
        <p:nvPicPr>
          <p:cNvPr id="8" name="Picture 7" descr="s5-03-order-fulfillment-complete.png"/>
          <p:cNvPicPr>
            <a:picLocks noChangeAspect="1"/>
          </p:cNvPicPr>
          <p:nvPr/>
        </p:nvPicPr>
        <p:blipFill>
          <a:blip r:embed="rId4"/>
          <a:srcRect/>
          <a:stretch>
            <a:fillRect/>
          </a:stretch>
        </p:blipFill>
        <p:spPr>
          <a:xfrm>
            <a:off x="12088368" y="2606040"/>
            <a:ext cx="5340096" cy="3030504"/>
          </a:xfrm>
          <a:prstGeom prst="rect">
            <a:avLst/>
          </a:prstGeom>
          <a:ln w="9525">
            <a:solidFill>
              <a:srgbClr val="C9C9C9"/>
            </a:solidFill>
          </a:ln>
        </p:spPr>
      </p:pic>
      <p:sp>
        <p:nvSpPr>
          <p:cNvPr id="9" name="TextBox 8"/>
          <p:cNvSpPr txBox="1"/>
          <p:nvPr/>
        </p:nvSpPr>
        <p:spPr>
          <a:xfrm>
            <a:off x="12088368" y="5830388"/>
            <a:ext cx="5340096" cy="320040"/>
          </a:xfrm>
          <a:prstGeom prst="rect">
            <a:avLst/>
          </a:prstGeom>
          <a:noFill/>
        </p:spPr>
        <p:txBody>
          <a:bodyPr wrap="none">
            <a:spAutoFit/>
          </a:bodyPr>
          <a:lstStyle/>
          <a:p>
            <a:r>
              <a:rPr sz="1300">
                <a:solidFill>
                  <a:srgbClr val="5A6B85"/>
                </a:solidFill>
                <a:latin typeface="Salesforce Sans"/>
              </a:rPr>
              <a:t>Plan after the install: every step completed</a:t>
            </a:r>
          </a:p>
        </p:txBody>
      </p:sp>
      <p:pic>
        <p:nvPicPr>
          <p:cNvPr id="10" name="Picture 9" descr="s5-04-billing-ready.png"/>
          <p:cNvPicPr>
            <a:picLocks noChangeAspect="1"/>
          </p:cNvPicPr>
          <p:nvPr/>
        </p:nvPicPr>
        <p:blipFill>
          <a:blip r:embed="rId5"/>
          <a:srcRect/>
          <a:stretch>
            <a:fillRect/>
          </a:stretch>
        </p:blipFill>
        <p:spPr>
          <a:xfrm>
            <a:off x="859536" y="6379028"/>
            <a:ext cx="5340096" cy="3030504"/>
          </a:xfrm>
          <a:prstGeom prst="rect">
            <a:avLst/>
          </a:prstGeom>
          <a:ln w="9525">
            <a:solidFill>
              <a:srgbClr val="C9C9C9"/>
            </a:solidFill>
          </a:ln>
        </p:spPr>
      </p:pic>
      <p:sp>
        <p:nvSpPr>
          <p:cNvPr id="11" name="TextBox 10"/>
          <p:cNvSpPr txBox="1"/>
          <p:nvPr/>
        </p:nvSpPr>
        <p:spPr>
          <a:xfrm>
            <a:off x="859536" y="9603377"/>
            <a:ext cx="5340096" cy="320040"/>
          </a:xfrm>
          <a:prstGeom prst="rect">
            <a:avLst/>
          </a:prstGeom>
          <a:noFill/>
        </p:spPr>
        <p:txBody>
          <a:bodyPr wrap="none">
            <a:spAutoFit/>
          </a:bodyPr>
          <a:lstStyle/>
          <a:p>
            <a:r>
              <a:rPr sz="1300">
                <a:solidFill>
                  <a:srgbClr val="5A6B85"/>
                </a:solidFill>
                <a:latin typeface="Salesforce Sans"/>
              </a:rPr>
              <a:t>R750 billing schedule: Completely Billed</a:t>
            </a:r>
          </a:p>
        </p:txBody>
      </p:sp>
      <p:pic>
        <p:nvPicPr>
          <p:cNvPr id="12" name="Picture 11" descr="s5-05-invoice-posted.png"/>
          <p:cNvPicPr>
            <a:picLocks noChangeAspect="1"/>
          </p:cNvPicPr>
          <p:nvPr/>
        </p:nvPicPr>
        <p:blipFill>
          <a:blip r:embed="rId6"/>
          <a:srcRect/>
          <a:stretch>
            <a:fillRect/>
          </a:stretch>
        </p:blipFill>
        <p:spPr>
          <a:xfrm>
            <a:off x="6473952" y="6379028"/>
            <a:ext cx="5340096" cy="3030504"/>
          </a:xfrm>
          <a:prstGeom prst="rect">
            <a:avLst/>
          </a:prstGeom>
          <a:ln w="9525">
            <a:solidFill>
              <a:srgbClr val="C9C9C9"/>
            </a:solidFill>
          </a:ln>
        </p:spPr>
      </p:pic>
      <p:sp>
        <p:nvSpPr>
          <p:cNvPr id="13" name="TextBox 12"/>
          <p:cNvSpPr txBox="1"/>
          <p:nvPr/>
        </p:nvSpPr>
        <p:spPr>
          <a:xfrm>
            <a:off x="6473952" y="9603377"/>
            <a:ext cx="5340096" cy="320040"/>
          </a:xfrm>
          <a:prstGeom prst="rect">
            <a:avLst/>
          </a:prstGeom>
          <a:noFill/>
        </p:spPr>
        <p:txBody>
          <a:bodyPr wrap="none">
            <a:spAutoFit/>
          </a:bodyPr>
          <a:lstStyle/>
          <a:p>
            <a:r>
              <a:rPr sz="1300">
                <a:solidFill>
                  <a:srgbClr val="5A6B85"/>
                </a:solidFill>
                <a:latin typeface="Salesforce Sans"/>
              </a:rPr>
              <a:t>Invoice posted automatically</a:t>
            </a:r>
          </a:p>
        </p:txBody>
      </p:sp>
      <p:pic>
        <p:nvPicPr>
          <p:cNvPr id="14" name="Picture 13" descr="s5-06-invoice-lines.png"/>
          <p:cNvPicPr>
            <a:picLocks noChangeAspect="1"/>
          </p:cNvPicPr>
          <p:nvPr/>
        </p:nvPicPr>
        <p:blipFill>
          <a:blip r:embed="rId7"/>
          <a:srcRect b="68338"/>
          <a:stretch>
            <a:fillRect/>
          </a:stretch>
        </p:blipFill>
        <p:spPr>
          <a:xfrm>
            <a:off x="12088368" y="6379028"/>
            <a:ext cx="5340096" cy="3178628"/>
          </a:xfrm>
          <a:prstGeom prst="rect">
            <a:avLst/>
          </a:prstGeom>
          <a:ln w="9525">
            <a:solidFill>
              <a:srgbClr val="C9C9C9"/>
            </a:solidFill>
          </a:ln>
        </p:spPr>
      </p:pic>
      <p:sp>
        <p:nvSpPr>
          <p:cNvPr id="15" name="TextBox 14"/>
          <p:cNvSpPr txBox="1"/>
          <p:nvPr/>
        </p:nvSpPr>
        <p:spPr>
          <a:xfrm>
            <a:off x="12088368" y="9603377"/>
            <a:ext cx="5340096" cy="320040"/>
          </a:xfrm>
          <a:prstGeom prst="rect">
            <a:avLst/>
          </a:prstGeom>
          <a:noFill/>
        </p:spPr>
        <p:txBody>
          <a:bodyPr wrap="none">
            <a:spAutoFit/>
          </a:bodyPr>
          <a:lstStyle/>
          <a:p>
            <a:r>
              <a:rPr sz="1300">
                <a:solidFill>
                  <a:srgbClr val="5A6B85"/>
                </a:solidFill>
                <a:latin typeface="Salesforce Sans"/>
              </a:rPr>
              <a:t>Invoice lines: hardware, install, Gold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6 · Maintenance runs itself</a:t>
            </a:r>
          </a:p>
        </p:txBody>
      </p:sp>
      <p:sp>
        <p:nvSpPr>
          <p:cNvPr id="3" name="Subtitle 2"/>
          <p:cNvSpPr>
            <a:spLocks noGrp="1"/>
          </p:cNvSpPr>
          <p:nvPr>
            <p:ph type="subTitle" idx="1"/>
          </p:nvPr>
        </p:nvSpPr>
        <p:spPr/>
        <p:txBody>
          <a:bodyPr/>
          <a:lstStyle/>
          <a:p>
            <a:r>
              <a:t>Screenshots from the fsl-rc org run</a:t>
            </a:r>
          </a:p>
        </p:txBody>
      </p:sp>
      <p:pic>
        <p:nvPicPr>
          <p:cNvPr id="4" name="Picture 3" descr="s6-01-maintenance-plan.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Gold Maintenance Plan on the Asset</a:t>
            </a:r>
          </a:p>
        </p:txBody>
      </p:sp>
      <p:pic>
        <p:nvPicPr>
          <p:cNvPr id="6" name="Picture 5" descr="s6-02-maintenance-work-orders.png"/>
          <p:cNvPicPr>
            <a:picLocks noChangeAspect="1"/>
          </p:cNvPicPr>
          <p:nvPr/>
        </p:nvPicPr>
        <p:blipFill>
          <a:blip r:embed="rId3"/>
          <a:srcRect b="79105"/>
          <a:stretch>
            <a:fillRect/>
          </a:stretch>
        </p:blipFill>
        <p:spPr>
          <a:xfrm>
            <a:off x="9281160" y="2606040"/>
            <a:ext cx="8147303"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Generated preventive Work Orders</a:t>
            </a:r>
          </a:p>
        </p:txBody>
      </p:sp>
      <p:pic>
        <p:nvPicPr>
          <p:cNvPr id="8" name="Picture 7" descr="s6-03-preventive-work-order.png"/>
          <p:cNvPicPr>
            <a:picLocks noChangeAspect="1"/>
          </p:cNvPicPr>
          <p:nvPr/>
        </p:nvPicPr>
        <p:blipFill>
          <a:blip r:embed="rId4"/>
          <a:srcRect/>
          <a:stretch>
            <a:fillRect/>
          </a:stretch>
        </p:blipFill>
        <p:spPr>
          <a:xfrm>
            <a:off x="2113452" y="6400800"/>
            <a:ext cx="5639471"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Preventive maintenance Work Order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7 · Break/fix with coverage check</a:t>
            </a:r>
          </a:p>
        </p:txBody>
      </p:sp>
      <p:sp>
        <p:nvSpPr>
          <p:cNvPr id="3" name="Subtitle 2"/>
          <p:cNvSpPr>
            <a:spLocks noGrp="1"/>
          </p:cNvSpPr>
          <p:nvPr>
            <p:ph type="subTitle" idx="1"/>
          </p:nvPr>
        </p:nvSpPr>
        <p:spPr/>
        <p:txBody>
          <a:bodyPr/>
          <a:lstStyle/>
          <a:p>
            <a:r>
              <a:t>Screenshots from the fsl-rc org run</a:t>
            </a:r>
          </a:p>
        </p:txBody>
      </p:sp>
      <p:pic>
        <p:nvPicPr>
          <p:cNvPr id="4" name="Picture 3" descr="s7-01-break-fix-covered.png"/>
          <p:cNvPicPr>
            <a:picLocks noChangeAspect="1"/>
          </p:cNvPicPr>
          <p:nvPr/>
        </p:nvPicPr>
        <p:blipFill>
          <a:blip r:embed="rId2"/>
          <a:srcRect/>
          <a:stretch>
            <a:fillRect/>
          </a:stretch>
        </p:blipFill>
        <p:spPr>
          <a:xfrm>
            <a:off x="859536" y="2606040"/>
            <a:ext cx="5340096" cy="3030504"/>
          </a:xfrm>
          <a:prstGeom prst="rect">
            <a:avLst/>
          </a:prstGeom>
          <a:ln w="9525">
            <a:solidFill>
              <a:srgbClr val="C9C9C9"/>
            </a:solidFill>
          </a:ln>
        </p:spPr>
      </p:pic>
      <p:sp>
        <p:nvSpPr>
          <p:cNvPr id="5" name="TextBox 4"/>
          <p:cNvSpPr txBox="1"/>
          <p:nvPr/>
        </p:nvSpPr>
        <p:spPr>
          <a:xfrm>
            <a:off x="859536" y="5830388"/>
            <a:ext cx="5340096" cy="320040"/>
          </a:xfrm>
          <a:prstGeom prst="rect">
            <a:avLst/>
          </a:prstGeom>
          <a:noFill/>
        </p:spPr>
        <p:txBody>
          <a:bodyPr wrap="none">
            <a:spAutoFit/>
          </a:bodyPr>
          <a:lstStyle/>
          <a:p>
            <a:r>
              <a:rPr sz="1300">
                <a:solidFill>
                  <a:srgbClr val="5A6B85"/>
                </a:solidFill>
                <a:latin typeface="Salesforce Sans"/>
              </a:rPr>
              <a:t>Break/fix on the Gold asset: Covered</a:t>
            </a:r>
          </a:p>
        </p:txBody>
      </p:sp>
      <p:pic>
        <p:nvPicPr>
          <p:cNvPr id="6" name="Picture 5" descr="s7-02-break-fix-not-covered.png"/>
          <p:cNvPicPr>
            <a:picLocks noChangeAspect="1"/>
          </p:cNvPicPr>
          <p:nvPr/>
        </p:nvPicPr>
        <p:blipFill>
          <a:blip r:embed="rId3"/>
          <a:srcRect/>
          <a:stretch>
            <a:fillRect/>
          </a:stretch>
        </p:blipFill>
        <p:spPr>
          <a:xfrm>
            <a:off x="6473952" y="2606040"/>
            <a:ext cx="5340096" cy="3030504"/>
          </a:xfrm>
          <a:prstGeom prst="rect">
            <a:avLst/>
          </a:prstGeom>
          <a:ln w="9525">
            <a:solidFill>
              <a:srgbClr val="C9C9C9"/>
            </a:solidFill>
          </a:ln>
        </p:spPr>
      </p:pic>
      <p:sp>
        <p:nvSpPr>
          <p:cNvPr id="7" name="TextBox 6"/>
          <p:cNvSpPr txBox="1"/>
          <p:nvPr/>
        </p:nvSpPr>
        <p:spPr>
          <a:xfrm>
            <a:off x="6473952" y="5830388"/>
            <a:ext cx="5340096" cy="320040"/>
          </a:xfrm>
          <a:prstGeom prst="rect">
            <a:avLst/>
          </a:prstGeom>
          <a:noFill/>
        </p:spPr>
        <p:txBody>
          <a:bodyPr wrap="none">
            <a:spAutoFit/>
          </a:bodyPr>
          <a:lstStyle/>
          <a:p>
            <a:r>
              <a:rPr sz="1300">
                <a:solidFill>
                  <a:srgbClr val="5A6B85"/>
                </a:solidFill>
                <a:latin typeface="Salesforce Sans"/>
              </a:rPr>
              <a:t>Break/fix for Apex Dynamics, no Gold: Not Covered</a:t>
            </a:r>
          </a:p>
        </p:txBody>
      </p:sp>
      <p:pic>
        <p:nvPicPr>
          <p:cNvPr id="8" name="Picture 7" descr="s7-03-uncovered-completed-billable-order.png"/>
          <p:cNvPicPr>
            <a:picLocks noChangeAspect="1"/>
          </p:cNvPicPr>
          <p:nvPr/>
        </p:nvPicPr>
        <p:blipFill>
          <a:blip r:embed="rId4"/>
          <a:srcRect/>
          <a:stretch>
            <a:fillRect/>
          </a:stretch>
        </p:blipFill>
        <p:spPr>
          <a:xfrm>
            <a:off x="12088368" y="2606040"/>
            <a:ext cx="5340096" cy="3030504"/>
          </a:xfrm>
          <a:prstGeom prst="rect">
            <a:avLst/>
          </a:prstGeom>
          <a:ln w="9525">
            <a:solidFill>
              <a:srgbClr val="C9C9C9"/>
            </a:solidFill>
          </a:ln>
        </p:spPr>
      </p:pic>
      <p:sp>
        <p:nvSpPr>
          <p:cNvPr id="9" name="TextBox 8"/>
          <p:cNvSpPr txBox="1"/>
          <p:nvPr/>
        </p:nvSpPr>
        <p:spPr>
          <a:xfrm>
            <a:off x="12088368" y="5830388"/>
            <a:ext cx="5340096" cy="320040"/>
          </a:xfrm>
          <a:prstGeom prst="rect">
            <a:avLst/>
          </a:prstGeom>
          <a:noFill/>
        </p:spPr>
        <p:txBody>
          <a:bodyPr wrap="none">
            <a:spAutoFit/>
          </a:bodyPr>
          <a:lstStyle/>
          <a:p>
            <a:r>
              <a:rPr sz="1300">
                <a:solidFill>
                  <a:srgbClr val="5A6B85"/>
                </a:solidFill>
                <a:latin typeface="Salesforce Sans"/>
              </a:rPr>
              <a:t>Completed uncovered repair with its Billable Order</a:t>
            </a:r>
          </a:p>
        </p:txBody>
      </p:sp>
      <p:pic>
        <p:nvPicPr>
          <p:cNvPr id="10" name="Picture 9" descr="s7-04-repair-order.png"/>
          <p:cNvPicPr>
            <a:picLocks noChangeAspect="1"/>
          </p:cNvPicPr>
          <p:nvPr/>
        </p:nvPicPr>
        <p:blipFill>
          <a:blip r:embed="rId5"/>
          <a:srcRect/>
          <a:stretch>
            <a:fillRect/>
          </a:stretch>
        </p:blipFill>
        <p:spPr>
          <a:xfrm>
            <a:off x="859536" y="6379028"/>
            <a:ext cx="5340096" cy="3030504"/>
          </a:xfrm>
          <a:prstGeom prst="rect">
            <a:avLst/>
          </a:prstGeom>
          <a:ln w="9525">
            <a:solidFill>
              <a:srgbClr val="C9C9C9"/>
            </a:solidFill>
          </a:ln>
        </p:spPr>
      </p:pic>
      <p:sp>
        <p:nvSpPr>
          <p:cNvPr id="11" name="TextBox 10"/>
          <p:cNvSpPr txBox="1"/>
          <p:nvPr/>
        </p:nvSpPr>
        <p:spPr>
          <a:xfrm>
            <a:off x="859536" y="9603377"/>
            <a:ext cx="5340096" cy="320040"/>
          </a:xfrm>
          <a:prstGeom prst="rect">
            <a:avLst/>
          </a:prstGeom>
          <a:noFill/>
        </p:spPr>
        <p:txBody>
          <a:bodyPr wrap="none">
            <a:spAutoFit/>
          </a:bodyPr>
          <a:lstStyle/>
          <a:p>
            <a:r>
              <a:rPr sz="1300">
                <a:solidFill>
                  <a:srgbClr val="5A6B85"/>
                </a:solidFill>
                <a:latin typeface="Salesforce Sans"/>
              </a:rPr>
              <a:t>Repair order</a:t>
            </a:r>
          </a:p>
        </p:txBody>
      </p:sp>
      <p:pic>
        <p:nvPicPr>
          <p:cNvPr id="12" name="Picture 11" descr="s7-05-repair-invoice.png"/>
          <p:cNvPicPr>
            <a:picLocks noChangeAspect="1"/>
          </p:cNvPicPr>
          <p:nvPr/>
        </p:nvPicPr>
        <p:blipFill>
          <a:blip r:embed="rId6"/>
          <a:srcRect/>
          <a:stretch>
            <a:fillRect/>
          </a:stretch>
        </p:blipFill>
        <p:spPr>
          <a:xfrm>
            <a:off x="6473952" y="6379028"/>
            <a:ext cx="5340096" cy="3030504"/>
          </a:xfrm>
          <a:prstGeom prst="rect">
            <a:avLst/>
          </a:prstGeom>
          <a:ln w="9525">
            <a:solidFill>
              <a:srgbClr val="C9C9C9"/>
            </a:solidFill>
          </a:ln>
        </p:spPr>
      </p:pic>
      <p:sp>
        <p:nvSpPr>
          <p:cNvPr id="13" name="TextBox 12"/>
          <p:cNvSpPr txBox="1"/>
          <p:nvPr/>
        </p:nvSpPr>
        <p:spPr>
          <a:xfrm>
            <a:off x="6473952" y="9603377"/>
            <a:ext cx="5340096" cy="320040"/>
          </a:xfrm>
          <a:prstGeom prst="rect">
            <a:avLst/>
          </a:prstGeom>
          <a:noFill/>
        </p:spPr>
        <p:txBody>
          <a:bodyPr wrap="none">
            <a:spAutoFit/>
          </a:bodyPr>
          <a:lstStyle/>
          <a:p>
            <a:r>
              <a:rPr sz="1300">
                <a:solidFill>
                  <a:srgbClr val="5A6B85"/>
                </a:solidFill>
                <a:latin typeface="Salesforce Sans"/>
              </a:rPr>
              <a:t>Repair invoice posted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8 · Upsell from the field</a:t>
            </a:r>
          </a:p>
        </p:txBody>
      </p:sp>
      <p:sp>
        <p:nvSpPr>
          <p:cNvPr id="3" name="Subtitle 2"/>
          <p:cNvSpPr>
            <a:spLocks noGrp="1"/>
          </p:cNvSpPr>
          <p:nvPr>
            <p:ph type="subTitle" idx="1"/>
          </p:nvPr>
        </p:nvSpPr>
        <p:spPr/>
        <p:txBody>
          <a:bodyPr/>
          <a:lstStyle/>
          <a:p>
            <a:r>
              <a:t>Screenshots from the fsl-rc org run</a:t>
            </a:r>
          </a:p>
        </p:txBody>
      </p:sp>
      <p:pic>
        <p:nvPicPr>
          <p:cNvPr id="4" name="Picture 3" descr="s8-01-flag-expansion-action.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Flag Expansion from the Work Order</a:t>
            </a:r>
          </a:p>
        </p:txBody>
      </p:sp>
      <p:pic>
        <p:nvPicPr>
          <p:cNvPr id="6" name="Picture 5" descr="s8-02-flag-expansion-confirmation.png"/>
          <p:cNvPicPr>
            <a:picLocks noChangeAspect="1"/>
          </p:cNvPicPr>
          <p:nvPr/>
        </p:nvPicPr>
        <p:blipFill>
          <a:blip r:embed="rId3"/>
          <a:srcRect/>
          <a:stretch>
            <a:fillRect/>
          </a:stretch>
        </p:blipFill>
        <p:spPr>
          <a:xfrm>
            <a:off x="10535076" y="2606040"/>
            <a:ext cx="5639471"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Opportunity created</a:t>
            </a:r>
          </a:p>
        </p:txBody>
      </p:sp>
      <p:pic>
        <p:nvPicPr>
          <p:cNvPr id="8" name="Picture 7" descr="s8-03-expansion-opportunity.png"/>
          <p:cNvPicPr>
            <a:picLocks noChangeAspect="1"/>
          </p:cNvPicPr>
          <p:nvPr/>
        </p:nvPicPr>
        <p:blipFill>
          <a:blip r:embed="rId4"/>
          <a:srcRect/>
          <a:stretch>
            <a:fillRect/>
          </a:stretch>
        </p:blipFill>
        <p:spPr>
          <a:xfrm>
            <a:off x="2113452" y="6400800"/>
            <a:ext cx="5639471"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Expansion opportunity for the seller</a:t>
            </a:r>
          </a:p>
        </p:txBody>
      </p:sp>
      <p:pic>
        <p:nvPicPr>
          <p:cNvPr id="10" name="Picture 9" descr="s8-04-account-assets-amend.png"/>
          <p:cNvPicPr>
            <a:picLocks noChangeAspect="1"/>
          </p:cNvPicPr>
          <p:nvPr/>
        </p:nvPicPr>
        <p:blipFill>
          <a:blip r:embed="rId5"/>
          <a:srcRect b="79105"/>
          <a:stretch>
            <a:fillRect/>
          </a:stretch>
        </p:blipFill>
        <p:spPr>
          <a:xfrm>
            <a:off x="9281160" y="6400800"/>
            <a:ext cx="8147303" cy="3200400"/>
          </a:xfrm>
          <a:prstGeom prst="rect">
            <a:avLst/>
          </a:prstGeom>
          <a:ln w="9525">
            <a:solidFill>
              <a:srgbClr val="C9C9C9"/>
            </a:solidFill>
          </a:ln>
        </p:spPr>
      </p:pic>
      <p:sp>
        <p:nvSpPr>
          <p:cNvPr id="11" name="TextBox 10"/>
          <p:cNvSpPr txBox="1"/>
          <p:nvPr/>
        </p:nvSpPr>
        <p:spPr>
          <a:xfrm>
            <a:off x="9281160" y="9646920"/>
            <a:ext cx="8147304" cy="320040"/>
          </a:xfrm>
          <a:prstGeom prst="rect">
            <a:avLst/>
          </a:prstGeom>
          <a:noFill/>
        </p:spPr>
        <p:txBody>
          <a:bodyPr wrap="none">
            <a:spAutoFit/>
          </a:bodyPr>
          <a:lstStyle/>
          <a:p>
            <a:r>
              <a:rPr sz="1300">
                <a:solidFill>
                  <a:srgbClr val="5A6B85"/>
                </a:solidFill>
                <a:latin typeface="Salesforce Sans"/>
              </a:rPr>
              <a:t>Account Assets tab: amend the install base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Scene 9 · One install base</a:t>
            </a:r>
          </a:p>
        </p:txBody>
      </p:sp>
      <p:sp>
        <p:nvSpPr>
          <p:cNvPr id="3" name="Subtitle 2"/>
          <p:cNvSpPr>
            <a:spLocks noGrp="1"/>
          </p:cNvSpPr>
          <p:nvPr>
            <p:ph type="subTitle" idx="1"/>
          </p:nvPr>
        </p:nvSpPr>
        <p:spPr/>
        <p:txBody>
          <a:bodyPr/>
          <a:lstStyle/>
          <a:p>
            <a:r>
              <a:t>Screenshots from the fsl-rc org run</a:t>
            </a:r>
          </a:p>
        </p:txBody>
      </p:sp>
      <p:pic>
        <p:nvPicPr>
          <p:cNvPr id="4" name="Picture 3" descr="s9-01-asset-details.png"/>
          <p:cNvPicPr>
            <a:picLocks noChangeAspect="1"/>
          </p:cNvPicPr>
          <p:nvPr/>
        </p:nvPicPr>
        <p:blipFill>
          <a:blip r:embed="rId2"/>
          <a:srcRect/>
          <a:stretch>
            <a:fillRect/>
          </a:stretch>
        </p:blipFill>
        <p:spPr>
          <a:xfrm>
            <a:off x="2113452" y="2606040"/>
            <a:ext cx="5639471" cy="3200400"/>
          </a:xfrm>
          <a:prstGeom prst="rect">
            <a:avLst/>
          </a:prstGeom>
          <a:ln w="9525">
            <a:solidFill>
              <a:srgbClr val="C9C9C9"/>
            </a:solidFill>
          </a:ln>
        </p:spPr>
      </p:pic>
      <p:sp>
        <p:nvSpPr>
          <p:cNvPr id="5" name="TextBox 4"/>
          <p:cNvSpPr txBox="1"/>
          <p:nvPr/>
        </p:nvSpPr>
        <p:spPr>
          <a:xfrm>
            <a:off x="859536" y="5852160"/>
            <a:ext cx="8147304" cy="320040"/>
          </a:xfrm>
          <a:prstGeom prst="rect">
            <a:avLst/>
          </a:prstGeom>
          <a:noFill/>
        </p:spPr>
        <p:txBody>
          <a:bodyPr wrap="none">
            <a:spAutoFit/>
          </a:bodyPr>
          <a:lstStyle/>
          <a:p>
            <a:r>
              <a:rPr sz="1300">
                <a:solidFill>
                  <a:srgbClr val="5A6B85"/>
                </a:solidFill>
                <a:latin typeface="Salesforce Sans"/>
              </a:rPr>
              <a:t>R750 Asset details</a:t>
            </a:r>
          </a:p>
        </p:txBody>
      </p:sp>
      <p:pic>
        <p:nvPicPr>
          <p:cNvPr id="6" name="Picture 5" descr="s9-02-asset-related.png"/>
          <p:cNvPicPr>
            <a:picLocks noChangeAspect="1"/>
          </p:cNvPicPr>
          <p:nvPr/>
        </p:nvPicPr>
        <p:blipFill>
          <a:blip r:embed="rId3"/>
          <a:srcRect t="49867" b="29238"/>
          <a:stretch>
            <a:fillRect/>
          </a:stretch>
        </p:blipFill>
        <p:spPr>
          <a:xfrm>
            <a:off x="9281160" y="2606040"/>
            <a:ext cx="8147303" cy="3200400"/>
          </a:xfrm>
          <a:prstGeom prst="rect">
            <a:avLst/>
          </a:prstGeom>
          <a:ln w="9525">
            <a:solidFill>
              <a:srgbClr val="C9C9C9"/>
            </a:solidFill>
          </a:ln>
        </p:spPr>
      </p:pic>
      <p:sp>
        <p:nvSpPr>
          <p:cNvPr id="7" name="TextBox 6"/>
          <p:cNvSpPr txBox="1"/>
          <p:nvPr/>
        </p:nvSpPr>
        <p:spPr>
          <a:xfrm>
            <a:off x="9281160" y="5852160"/>
            <a:ext cx="8147304" cy="320040"/>
          </a:xfrm>
          <a:prstGeom prst="rect">
            <a:avLst/>
          </a:prstGeom>
          <a:noFill/>
        </p:spPr>
        <p:txBody>
          <a:bodyPr wrap="none">
            <a:spAutoFit/>
          </a:bodyPr>
          <a:lstStyle/>
          <a:p>
            <a:r>
              <a:rPr sz="1300">
                <a:solidFill>
                  <a:srgbClr val="5A6B85"/>
                </a:solidFill>
                <a:latin typeface="Salesforce Sans"/>
              </a:rPr>
              <a:t>Asset: Work Orders, maintenance, entitlements</a:t>
            </a:r>
          </a:p>
        </p:txBody>
      </p:sp>
      <p:pic>
        <p:nvPicPr>
          <p:cNvPr id="8" name="Picture 7" descr="s9-03-account-related.png"/>
          <p:cNvPicPr>
            <a:picLocks noChangeAspect="1"/>
          </p:cNvPicPr>
          <p:nvPr/>
        </p:nvPicPr>
        <p:blipFill>
          <a:blip r:embed="rId4"/>
          <a:srcRect t="20612" b="58494"/>
          <a:stretch>
            <a:fillRect/>
          </a:stretch>
        </p:blipFill>
        <p:spPr>
          <a:xfrm>
            <a:off x="859536" y="6400800"/>
            <a:ext cx="8147303" cy="3200400"/>
          </a:xfrm>
          <a:prstGeom prst="rect">
            <a:avLst/>
          </a:prstGeom>
          <a:ln w="9525">
            <a:solidFill>
              <a:srgbClr val="C9C9C9"/>
            </a:solidFill>
          </a:ln>
        </p:spPr>
      </p:pic>
      <p:sp>
        <p:nvSpPr>
          <p:cNvPr id="9" name="TextBox 8"/>
          <p:cNvSpPr txBox="1"/>
          <p:nvPr/>
        </p:nvSpPr>
        <p:spPr>
          <a:xfrm>
            <a:off x="859536" y="9646920"/>
            <a:ext cx="8147304" cy="320040"/>
          </a:xfrm>
          <a:prstGeom prst="rect">
            <a:avLst/>
          </a:prstGeom>
          <a:noFill/>
        </p:spPr>
        <p:txBody>
          <a:bodyPr wrap="none">
            <a:spAutoFit/>
          </a:bodyPr>
          <a:lstStyle/>
          <a:p>
            <a:r>
              <a:rPr sz="1300">
                <a:solidFill>
                  <a:srgbClr val="5A6B85"/>
                </a:solidFill>
                <a:latin typeface="Salesforce Sans"/>
              </a:rPr>
              <a:t>Account: one order, its opportunities and billing</a:t>
            </a:r>
          </a:p>
        </p:txBody>
      </p:sp>
    </p:spTree>
  </p:cSld>
  <p:clrMapOvr>
    <a:masterClrMapping/>
  </p:clrMapOvr>
</p:sld>
</file>

<file path=ppt/theme/theme1.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26 SF Corporate Template">
  <a:themeElements>
    <a:clrScheme name="Simple Light">
      <a:dk1>
        <a:srgbClr val="001E5B"/>
      </a:dk1>
      <a:lt1>
        <a:srgbClr val="FFFFFF"/>
      </a:lt1>
      <a:dk2>
        <a:srgbClr val="022AC0"/>
      </a:dk2>
      <a:lt2>
        <a:srgbClr val="00B3FF"/>
      </a:lt2>
      <a:accent1>
        <a:srgbClr val="90D0FE"/>
      </a:accent1>
      <a:accent2>
        <a:srgbClr val="04E1CB"/>
      </a:accent2>
      <a:accent3>
        <a:srgbClr val="FCC003"/>
      </a:accent3>
      <a:accent4>
        <a:srgbClr val="FF538A"/>
      </a:accent4>
      <a:accent5>
        <a:srgbClr val="D17DFE"/>
      </a:accent5>
      <a:accent6>
        <a:srgbClr val="CFE9FE"/>
      </a:accent6>
      <a:hlink>
        <a:srgbClr val="066AF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