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821" r:id="rId4"/>
    <p:sldMasterId id="2147483822" r:id="rId5"/>
  </p:sldMasterIdLst>
  <p:notesMasterIdLst>
    <p:notesMasterId r:id="rId6"/>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Lst>
  <p:sldSz cy="10287000" cx="18288000"/>
  <p:notesSz cx="7010400" cy="9296400"/>
  <p:embeddedFontLst>
    <p:embeddedFont>
      <p:font typeface="Helvetica Neue"/>
      <p:regular r:id="rId117"/>
      <p:bold r:id="rId118"/>
      <p:italic r:id="rId119"/>
      <p:boldItalic r:id="rId120"/>
    </p:embeddedFont>
    <p:embeddedFont>
      <p:font typeface="Avant Garde Demi SFDC"/>
      <p:regular r:id="rId121"/>
    </p:embeddedFont>
    <p:embeddedFont>
      <p:font typeface="Questrial"/>
      <p:regular r:id="rId1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747775"/>
          </p15:clr>
        </p15:guide>
        <p15:guide id="2" pos="57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117" Type="http://schemas.openxmlformats.org/officeDocument/2006/relationships/font" Target="fonts/HelveticaNeue-regular.fntdata"/><Relationship Id="rId118" Type="http://schemas.openxmlformats.org/officeDocument/2006/relationships/font" Target="fonts/HelveticaNeue-bold.fntdata"/><Relationship Id="rId119" Type="http://schemas.openxmlformats.org/officeDocument/2006/relationships/font" Target="fonts/HelveticaNeue-italic.fntdata"/><Relationship Id="rId120" Type="http://schemas.openxmlformats.org/officeDocument/2006/relationships/font" Target="fonts/HelveticaNeue-boldItalic.fntdata"/><Relationship Id="rId121" Type="http://schemas.openxmlformats.org/officeDocument/2006/relationships/font" Target="fonts/AvantGardeDemiSFDC-regular.fntdata"/><Relationship Id="rId122" Type="http://schemas.openxmlformats.org/officeDocument/2006/relationships/font" Target="fonts/Questrial-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049794" cy="464819"/>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accent1"/>
              </a:buClr>
              <a:buSzPts val="1400"/>
              <a:buFont typeface="Arial"/>
              <a:buNone/>
              <a:defRPr b="0" i="0" sz="800" u="none" cap="none" strike="noStrike">
                <a:solidFill>
                  <a:schemeClr val="accent1"/>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5766485" y="0"/>
            <a:ext cx="1243915" cy="464819"/>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929292"/>
              </a:buClr>
              <a:buSzPts val="1400"/>
              <a:buFont typeface="Arial"/>
              <a:buNone/>
              <a:defRPr b="0" i="0" sz="800" u="none" cap="none" strike="noStrike">
                <a:solidFill>
                  <a:srgbClr val="929292"/>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07180" y="696912"/>
            <a:ext cx="61959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chemeClr val="accent2"/>
            </a:solidFill>
            <a:prstDash val="solid"/>
            <a:round/>
            <a:headEnd len="sm" w="sm" type="none"/>
            <a:tailEnd len="sm" w="sm" type="none"/>
          </a:ln>
        </p:spPr>
      </p:sp>
      <p:sp>
        <p:nvSpPr>
          <p:cNvPr id="6" name="Google Shape;6;n"/>
          <p:cNvSpPr txBox="1"/>
          <p:nvPr>
            <p:ph idx="1" type="body"/>
          </p:nvPr>
        </p:nvSpPr>
        <p:spPr>
          <a:xfrm>
            <a:off x="407987" y="4415789"/>
            <a:ext cx="6194425" cy="4183379"/>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dk1"/>
              </a:buClr>
              <a:buSzPts val="1400"/>
              <a:buFont typeface="Arial"/>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5pPr>
            <a:lvl6pPr indent="-317500" lvl="5" marL="27432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6pPr>
            <a:lvl7pPr indent="-317500" lvl="6" marL="32004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7pPr>
            <a:lvl8pPr indent="-317500" lvl="7" marL="36576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8pPr>
            <a:lvl9pPr indent="-317500" lvl="8" marL="41148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9pPr>
          </a:lstStyle>
          <a:p/>
        </p:txBody>
      </p:sp>
      <p:sp>
        <p:nvSpPr>
          <p:cNvPr id="7" name="Google Shape;7;n"/>
          <p:cNvSpPr/>
          <p:nvPr/>
        </p:nvSpPr>
        <p:spPr>
          <a:xfrm flipH="1" rot="10800000">
            <a:off x="0" y="9225415"/>
            <a:ext cx="7010400" cy="7098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900" u="none" cap="none" strike="noStrike">
              <a:solidFill>
                <a:schemeClr val="lt1"/>
              </a:solidFill>
              <a:latin typeface="Arial"/>
              <a:ea typeface="Arial"/>
              <a:cs typeface="Arial"/>
              <a:sym typeface="Arial"/>
            </a:endParaRPr>
          </a:p>
        </p:txBody>
      </p:sp>
      <p:sp>
        <p:nvSpPr>
          <p:cNvPr id="8" name="Google Shape;8;n"/>
          <p:cNvSpPr txBox="1"/>
          <p:nvPr>
            <p:ph idx="11" type="ftr"/>
          </p:nvPr>
        </p:nvSpPr>
        <p:spPr>
          <a:xfrm>
            <a:off x="0" y="8996336"/>
            <a:ext cx="3038475" cy="215443"/>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5B5B5B"/>
              </a:buClr>
              <a:buSzPts val="1400"/>
              <a:buFont typeface="Arial"/>
              <a:buNone/>
              <a:defRPr b="0" i="0" sz="800" u="none" cap="none" strike="noStrike">
                <a:solidFill>
                  <a:srgbClr val="5B5B5B"/>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grpSp>
        <p:nvGrpSpPr>
          <p:cNvPr id="9" name="Google Shape;9;n"/>
          <p:cNvGrpSpPr/>
          <p:nvPr/>
        </p:nvGrpSpPr>
        <p:grpSpPr>
          <a:xfrm>
            <a:off x="6393468" y="8874285"/>
            <a:ext cx="417887" cy="292590"/>
            <a:chOff x="267" y="-340"/>
            <a:chExt cx="7144" cy="5001"/>
          </a:xfrm>
        </p:grpSpPr>
        <p:sp>
          <p:nvSpPr>
            <p:cNvPr id="10" name="Google Shape;10;n"/>
            <p:cNvSpPr/>
            <p:nvPr/>
          </p:nvSpPr>
          <p:spPr>
            <a:xfrm>
              <a:off x="267" y="-340"/>
              <a:ext cx="7144" cy="5001"/>
            </a:xfrm>
            <a:custGeom>
              <a:rect b="b" l="l" r="r" t="t"/>
              <a:pathLst>
                <a:path extrusionOk="0" h="120000" w="120000">
                  <a:moveTo>
                    <a:pt x="49930" y="13055"/>
                  </a:moveTo>
                  <a:cubicBezTo>
                    <a:pt x="53823" y="7322"/>
                    <a:pt x="59185" y="3746"/>
                    <a:pt x="65143" y="3746"/>
                  </a:cubicBezTo>
                  <a:cubicBezTo>
                    <a:pt x="73088" y="3746"/>
                    <a:pt x="80000" y="10047"/>
                    <a:pt x="83654" y="19413"/>
                  </a:cubicBezTo>
                  <a:cubicBezTo>
                    <a:pt x="86871" y="17369"/>
                    <a:pt x="90407" y="16234"/>
                    <a:pt x="94101" y="16234"/>
                  </a:cubicBezTo>
                  <a:cubicBezTo>
                    <a:pt x="108401" y="16234"/>
                    <a:pt x="119999" y="32923"/>
                    <a:pt x="119999" y="53528"/>
                  </a:cubicBezTo>
                  <a:cubicBezTo>
                    <a:pt x="119999" y="74134"/>
                    <a:pt x="108401" y="90823"/>
                    <a:pt x="94101" y="90823"/>
                  </a:cubicBezTo>
                  <a:cubicBezTo>
                    <a:pt x="92393" y="90823"/>
                    <a:pt x="90685" y="90539"/>
                    <a:pt x="89016" y="90085"/>
                  </a:cubicBezTo>
                  <a:cubicBezTo>
                    <a:pt x="85799" y="98372"/>
                    <a:pt x="79602" y="103935"/>
                    <a:pt x="72532" y="103935"/>
                  </a:cubicBezTo>
                  <a:cubicBezTo>
                    <a:pt x="69553" y="103935"/>
                    <a:pt x="66732" y="102970"/>
                    <a:pt x="64270" y="101210"/>
                  </a:cubicBezTo>
                  <a:cubicBezTo>
                    <a:pt x="60973" y="112223"/>
                    <a:pt x="53306" y="120000"/>
                    <a:pt x="44409" y="120000"/>
                  </a:cubicBezTo>
                  <a:cubicBezTo>
                    <a:pt x="35114" y="120000"/>
                    <a:pt x="27209" y="111598"/>
                    <a:pt x="24150" y="99791"/>
                  </a:cubicBezTo>
                  <a:cubicBezTo>
                    <a:pt x="22840" y="100189"/>
                    <a:pt x="21449" y="100416"/>
                    <a:pt x="20019" y="100416"/>
                  </a:cubicBezTo>
                  <a:cubicBezTo>
                    <a:pt x="8977" y="100416"/>
                    <a:pt x="0" y="87473"/>
                    <a:pt x="0" y="71523"/>
                  </a:cubicBezTo>
                  <a:cubicBezTo>
                    <a:pt x="0" y="60794"/>
                    <a:pt x="4051" y="51485"/>
                    <a:pt x="10009" y="46490"/>
                  </a:cubicBezTo>
                  <a:cubicBezTo>
                    <a:pt x="8778" y="42403"/>
                    <a:pt x="8103" y="37918"/>
                    <a:pt x="8103" y="33263"/>
                  </a:cubicBezTo>
                  <a:cubicBezTo>
                    <a:pt x="8103" y="14872"/>
                    <a:pt x="18550" y="0"/>
                    <a:pt x="31420" y="0"/>
                  </a:cubicBezTo>
                  <a:cubicBezTo>
                    <a:pt x="38967" y="0"/>
                    <a:pt x="45680" y="5108"/>
                    <a:pt x="49930" y="13055"/>
                  </a:cubicBezTo>
                  <a:close/>
                </a:path>
              </a:pathLst>
            </a:custGeom>
            <a:solidFill>
              <a:srgbClr val="0A9AD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1" name="Google Shape;11;n"/>
            <p:cNvSpPr/>
            <p:nvPr/>
          </p:nvSpPr>
          <p:spPr>
            <a:xfrm>
              <a:off x="1297" y="1670"/>
              <a:ext cx="499" cy="672"/>
            </a:xfrm>
            <a:custGeom>
              <a:rect b="b" l="l" r="r" t="t"/>
              <a:pathLst>
                <a:path extrusionOk="0" h="120000" w="120000">
                  <a:moveTo>
                    <a:pt x="1137" y="103943"/>
                  </a:moveTo>
                  <a:cubicBezTo>
                    <a:pt x="0" y="106056"/>
                    <a:pt x="1137" y="106478"/>
                    <a:pt x="1706" y="106901"/>
                  </a:cubicBezTo>
                  <a:cubicBezTo>
                    <a:pt x="5118" y="108591"/>
                    <a:pt x="8530" y="109859"/>
                    <a:pt x="11374" y="111126"/>
                  </a:cubicBezTo>
                  <a:cubicBezTo>
                    <a:pt x="29004" y="118309"/>
                    <a:pt x="45497" y="120000"/>
                    <a:pt x="63127" y="120000"/>
                  </a:cubicBezTo>
                  <a:cubicBezTo>
                    <a:pt x="98388" y="120000"/>
                    <a:pt x="120000" y="106478"/>
                    <a:pt x="120000" y="84084"/>
                  </a:cubicBezTo>
                  <a:cubicBezTo>
                    <a:pt x="120000" y="83239"/>
                    <a:pt x="120000" y="83239"/>
                    <a:pt x="120000" y="83239"/>
                  </a:cubicBezTo>
                  <a:cubicBezTo>
                    <a:pt x="120000" y="62535"/>
                    <a:pt x="95545" y="55352"/>
                    <a:pt x="72227" y="49859"/>
                  </a:cubicBezTo>
                  <a:cubicBezTo>
                    <a:pt x="69383" y="49014"/>
                    <a:pt x="69383" y="49014"/>
                    <a:pt x="69383" y="49014"/>
                  </a:cubicBezTo>
                  <a:cubicBezTo>
                    <a:pt x="51753" y="44788"/>
                    <a:pt x="36398" y="40985"/>
                    <a:pt x="36398" y="32535"/>
                  </a:cubicBezTo>
                  <a:cubicBezTo>
                    <a:pt x="36398" y="32112"/>
                    <a:pt x="36398" y="32112"/>
                    <a:pt x="36398" y="32112"/>
                  </a:cubicBezTo>
                  <a:cubicBezTo>
                    <a:pt x="36398" y="24929"/>
                    <a:pt x="45497" y="19436"/>
                    <a:pt x="59146" y="19436"/>
                  </a:cubicBezTo>
                  <a:cubicBezTo>
                    <a:pt x="74502" y="19436"/>
                    <a:pt x="92132" y="23239"/>
                    <a:pt x="104075" y="27887"/>
                  </a:cubicBezTo>
                  <a:cubicBezTo>
                    <a:pt x="104075" y="27887"/>
                    <a:pt x="107488" y="29577"/>
                    <a:pt x="108625" y="27042"/>
                  </a:cubicBezTo>
                  <a:cubicBezTo>
                    <a:pt x="109194" y="25774"/>
                    <a:pt x="114881" y="13943"/>
                    <a:pt x="115450" y="12676"/>
                  </a:cubicBezTo>
                  <a:cubicBezTo>
                    <a:pt x="116587" y="11408"/>
                    <a:pt x="115450" y="10563"/>
                    <a:pt x="113744" y="9718"/>
                  </a:cubicBezTo>
                  <a:cubicBezTo>
                    <a:pt x="100663" y="3802"/>
                    <a:pt x="82464" y="0"/>
                    <a:pt x="63696" y="0"/>
                  </a:cubicBezTo>
                  <a:cubicBezTo>
                    <a:pt x="59715" y="0"/>
                    <a:pt x="59715" y="0"/>
                    <a:pt x="59715" y="0"/>
                  </a:cubicBezTo>
                  <a:cubicBezTo>
                    <a:pt x="27867" y="0"/>
                    <a:pt x="5118" y="14366"/>
                    <a:pt x="5118" y="35070"/>
                  </a:cubicBezTo>
                  <a:cubicBezTo>
                    <a:pt x="5118" y="35492"/>
                    <a:pt x="5118" y="35492"/>
                    <a:pt x="5118" y="35492"/>
                  </a:cubicBezTo>
                  <a:cubicBezTo>
                    <a:pt x="5118" y="57464"/>
                    <a:pt x="30142" y="64647"/>
                    <a:pt x="53459" y="69295"/>
                  </a:cubicBezTo>
                  <a:cubicBezTo>
                    <a:pt x="56872" y="70140"/>
                    <a:pt x="56872" y="70140"/>
                    <a:pt x="56872" y="70140"/>
                  </a:cubicBezTo>
                  <a:cubicBezTo>
                    <a:pt x="73933" y="73943"/>
                    <a:pt x="88720" y="77323"/>
                    <a:pt x="88720" y="86197"/>
                  </a:cubicBezTo>
                  <a:cubicBezTo>
                    <a:pt x="88720" y="86619"/>
                    <a:pt x="88720" y="86619"/>
                    <a:pt x="88720" y="86619"/>
                  </a:cubicBezTo>
                  <a:cubicBezTo>
                    <a:pt x="88720" y="95070"/>
                    <a:pt x="79052" y="100985"/>
                    <a:pt x="63696" y="100985"/>
                  </a:cubicBezTo>
                  <a:cubicBezTo>
                    <a:pt x="58009" y="100985"/>
                    <a:pt x="38672" y="100985"/>
                    <a:pt x="18199" y="91267"/>
                  </a:cubicBezTo>
                  <a:cubicBezTo>
                    <a:pt x="15924" y="90000"/>
                    <a:pt x="14786" y="89154"/>
                    <a:pt x="12511" y="88309"/>
                  </a:cubicBezTo>
                  <a:cubicBezTo>
                    <a:pt x="11374" y="87887"/>
                    <a:pt x="9099" y="87042"/>
                    <a:pt x="7962" y="89577"/>
                  </a:cubicBezTo>
                  <a:lnTo>
                    <a:pt x="1137" y="10394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2" name="Google Shape;12;n"/>
            <p:cNvSpPr/>
            <p:nvPr/>
          </p:nvSpPr>
          <p:spPr>
            <a:xfrm>
              <a:off x="3443" y="1670"/>
              <a:ext cx="499" cy="672"/>
            </a:xfrm>
            <a:custGeom>
              <a:rect b="b" l="l" r="r" t="t"/>
              <a:pathLst>
                <a:path extrusionOk="0" h="120000" w="120000">
                  <a:moveTo>
                    <a:pt x="1137" y="103943"/>
                  </a:moveTo>
                  <a:cubicBezTo>
                    <a:pt x="0" y="106056"/>
                    <a:pt x="1137" y="106478"/>
                    <a:pt x="1706" y="106901"/>
                  </a:cubicBezTo>
                  <a:cubicBezTo>
                    <a:pt x="5118" y="108591"/>
                    <a:pt x="8530" y="109859"/>
                    <a:pt x="11374" y="111126"/>
                  </a:cubicBezTo>
                  <a:cubicBezTo>
                    <a:pt x="29004" y="118309"/>
                    <a:pt x="45497" y="120000"/>
                    <a:pt x="63127" y="120000"/>
                  </a:cubicBezTo>
                  <a:cubicBezTo>
                    <a:pt x="98388" y="120000"/>
                    <a:pt x="120000" y="106478"/>
                    <a:pt x="120000" y="84084"/>
                  </a:cubicBezTo>
                  <a:cubicBezTo>
                    <a:pt x="120000" y="83239"/>
                    <a:pt x="120000" y="83239"/>
                    <a:pt x="120000" y="83239"/>
                  </a:cubicBezTo>
                  <a:cubicBezTo>
                    <a:pt x="120000" y="62535"/>
                    <a:pt x="95545" y="55352"/>
                    <a:pt x="72227" y="49859"/>
                  </a:cubicBezTo>
                  <a:cubicBezTo>
                    <a:pt x="69383" y="49014"/>
                    <a:pt x="69383" y="49014"/>
                    <a:pt x="69383" y="49014"/>
                  </a:cubicBezTo>
                  <a:cubicBezTo>
                    <a:pt x="51753" y="44788"/>
                    <a:pt x="36398" y="40985"/>
                    <a:pt x="36398" y="32535"/>
                  </a:cubicBezTo>
                  <a:cubicBezTo>
                    <a:pt x="36398" y="32112"/>
                    <a:pt x="36398" y="32112"/>
                    <a:pt x="36398" y="32112"/>
                  </a:cubicBezTo>
                  <a:cubicBezTo>
                    <a:pt x="36398" y="24929"/>
                    <a:pt x="45497" y="19436"/>
                    <a:pt x="59146" y="19436"/>
                  </a:cubicBezTo>
                  <a:cubicBezTo>
                    <a:pt x="74502" y="19436"/>
                    <a:pt x="92132" y="23239"/>
                    <a:pt x="104075" y="27887"/>
                  </a:cubicBezTo>
                  <a:cubicBezTo>
                    <a:pt x="104075" y="27887"/>
                    <a:pt x="107488" y="29577"/>
                    <a:pt x="108625" y="27042"/>
                  </a:cubicBezTo>
                  <a:cubicBezTo>
                    <a:pt x="109194" y="25774"/>
                    <a:pt x="114881" y="13943"/>
                    <a:pt x="115450" y="12676"/>
                  </a:cubicBezTo>
                  <a:cubicBezTo>
                    <a:pt x="116587" y="11408"/>
                    <a:pt x="115450" y="10563"/>
                    <a:pt x="113744" y="9718"/>
                  </a:cubicBezTo>
                  <a:cubicBezTo>
                    <a:pt x="100663" y="3802"/>
                    <a:pt x="82464" y="0"/>
                    <a:pt x="63696" y="0"/>
                  </a:cubicBezTo>
                  <a:cubicBezTo>
                    <a:pt x="59715" y="0"/>
                    <a:pt x="59715" y="0"/>
                    <a:pt x="59715" y="0"/>
                  </a:cubicBezTo>
                  <a:cubicBezTo>
                    <a:pt x="27867" y="0"/>
                    <a:pt x="5118" y="14366"/>
                    <a:pt x="5118" y="35070"/>
                  </a:cubicBezTo>
                  <a:cubicBezTo>
                    <a:pt x="5118" y="35492"/>
                    <a:pt x="5118" y="35492"/>
                    <a:pt x="5118" y="35492"/>
                  </a:cubicBezTo>
                  <a:cubicBezTo>
                    <a:pt x="5118" y="57464"/>
                    <a:pt x="30142" y="64647"/>
                    <a:pt x="53459" y="69295"/>
                  </a:cubicBezTo>
                  <a:cubicBezTo>
                    <a:pt x="56872" y="70140"/>
                    <a:pt x="56872" y="70140"/>
                    <a:pt x="56872" y="70140"/>
                  </a:cubicBezTo>
                  <a:cubicBezTo>
                    <a:pt x="73933" y="73943"/>
                    <a:pt x="88720" y="77323"/>
                    <a:pt x="88720" y="86197"/>
                  </a:cubicBezTo>
                  <a:cubicBezTo>
                    <a:pt x="88720" y="86619"/>
                    <a:pt x="88720" y="86619"/>
                    <a:pt x="88720" y="86619"/>
                  </a:cubicBezTo>
                  <a:cubicBezTo>
                    <a:pt x="88720" y="95070"/>
                    <a:pt x="79052" y="100985"/>
                    <a:pt x="63696" y="100985"/>
                  </a:cubicBezTo>
                  <a:cubicBezTo>
                    <a:pt x="58009" y="100985"/>
                    <a:pt x="38672" y="100985"/>
                    <a:pt x="18199" y="91267"/>
                  </a:cubicBezTo>
                  <a:cubicBezTo>
                    <a:pt x="15924" y="90000"/>
                    <a:pt x="14218" y="89577"/>
                    <a:pt x="12511" y="88309"/>
                  </a:cubicBezTo>
                  <a:cubicBezTo>
                    <a:pt x="11943" y="88309"/>
                    <a:pt x="9099" y="87464"/>
                    <a:pt x="7962" y="89577"/>
                  </a:cubicBezTo>
                  <a:lnTo>
                    <a:pt x="1137" y="10394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3" name="Google Shape;13;n"/>
            <p:cNvSpPr/>
            <p:nvPr/>
          </p:nvSpPr>
          <p:spPr>
            <a:xfrm>
              <a:off x="4454" y="1670"/>
              <a:ext cx="595" cy="672"/>
            </a:xfrm>
            <a:custGeom>
              <a:rect b="b" l="l" r="r" t="t"/>
              <a:pathLst>
                <a:path extrusionOk="0" h="120000" w="120000">
                  <a:moveTo>
                    <a:pt x="116666" y="36760"/>
                  </a:moveTo>
                  <a:cubicBezTo>
                    <a:pt x="114285" y="29154"/>
                    <a:pt x="110476" y="22816"/>
                    <a:pt x="105238" y="17746"/>
                  </a:cubicBezTo>
                  <a:cubicBezTo>
                    <a:pt x="100476" y="12253"/>
                    <a:pt x="93809" y="8028"/>
                    <a:pt x="86190" y="5070"/>
                  </a:cubicBezTo>
                  <a:cubicBezTo>
                    <a:pt x="79047" y="1690"/>
                    <a:pt x="70000" y="0"/>
                    <a:pt x="60000" y="0"/>
                  </a:cubicBezTo>
                  <a:cubicBezTo>
                    <a:pt x="50000" y="0"/>
                    <a:pt x="40952" y="1690"/>
                    <a:pt x="33809" y="5070"/>
                  </a:cubicBezTo>
                  <a:cubicBezTo>
                    <a:pt x="26190" y="8028"/>
                    <a:pt x="19523" y="12253"/>
                    <a:pt x="14761" y="17746"/>
                  </a:cubicBezTo>
                  <a:cubicBezTo>
                    <a:pt x="9523" y="22816"/>
                    <a:pt x="5714" y="29154"/>
                    <a:pt x="3333" y="36760"/>
                  </a:cubicBezTo>
                  <a:cubicBezTo>
                    <a:pt x="952" y="43943"/>
                    <a:pt x="0" y="51549"/>
                    <a:pt x="0" y="60000"/>
                  </a:cubicBezTo>
                  <a:cubicBezTo>
                    <a:pt x="0" y="68450"/>
                    <a:pt x="952" y="76478"/>
                    <a:pt x="3333" y="83661"/>
                  </a:cubicBezTo>
                  <a:cubicBezTo>
                    <a:pt x="5714" y="90845"/>
                    <a:pt x="9523" y="97183"/>
                    <a:pt x="14761" y="102676"/>
                  </a:cubicBezTo>
                  <a:cubicBezTo>
                    <a:pt x="19523" y="107746"/>
                    <a:pt x="26190" y="111971"/>
                    <a:pt x="33809" y="115352"/>
                  </a:cubicBezTo>
                  <a:cubicBezTo>
                    <a:pt x="40952" y="118309"/>
                    <a:pt x="50000" y="120000"/>
                    <a:pt x="60000" y="120000"/>
                  </a:cubicBezTo>
                  <a:cubicBezTo>
                    <a:pt x="70000" y="120000"/>
                    <a:pt x="79047" y="118309"/>
                    <a:pt x="86190" y="115352"/>
                  </a:cubicBezTo>
                  <a:cubicBezTo>
                    <a:pt x="93809" y="111971"/>
                    <a:pt x="100476" y="107746"/>
                    <a:pt x="105238" y="102676"/>
                  </a:cubicBezTo>
                  <a:cubicBezTo>
                    <a:pt x="110476" y="97183"/>
                    <a:pt x="114285" y="90845"/>
                    <a:pt x="116666" y="83661"/>
                  </a:cubicBezTo>
                  <a:cubicBezTo>
                    <a:pt x="119047" y="76478"/>
                    <a:pt x="120000" y="68450"/>
                    <a:pt x="120000" y="60000"/>
                  </a:cubicBezTo>
                  <a:cubicBezTo>
                    <a:pt x="120000" y="51549"/>
                    <a:pt x="119047" y="43943"/>
                    <a:pt x="116666" y="36760"/>
                  </a:cubicBezTo>
                  <a:moveTo>
                    <a:pt x="91904" y="60000"/>
                  </a:moveTo>
                  <a:cubicBezTo>
                    <a:pt x="91904" y="72676"/>
                    <a:pt x="89047" y="82816"/>
                    <a:pt x="83809" y="90000"/>
                  </a:cubicBezTo>
                  <a:cubicBezTo>
                    <a:pt x="78571" y="96760"/>
                    <a:pt x="70952" y="100140"/>
                    <a:pt x="60000" y="100140"/>
                  </a:cubicBezTo>
                  <a:cubicBezTo>
                    <a:pt x="49047" y="100140"/>
                    <a:pt x="41428" y="96760"/>
                    <a:pt x="36190" y="90000"/>
                  </a:cubicBezTo>
                  <a:cubicBezTo>
                    <a:pt x="30952" y="82816"/>
                    <a:pt x="28571" y="72676"/>
                    <a:pt x="28571" y="60000"/>
                  </a:cubicBezTo>
                  <a:cubicBezTo>
                    <a:pt x="28571" y="47323"/>
                    <a:pt x="30952" y="37605"/>
                    <a:pt x="36190" y="30422"/>
                  </a:cubicBezTo>
                  <a:cubicBezTo>
                    <a:pt x="41428" y="23661"/>
                    <a:pt x="49047" y="20281"/>
                    <a:pt x="60000" y="20281"/>
                  </a:cubicBezTo>
                  <a:cubicBezTo>
                    <a:pt x="70952" y="20281"/>
                    <a:pt x="78571" y="23661"/>
                    <a:pt x="83809" y="30422"/>
                  </a:cubicBezTo>
                  <a:cubicBezTo>
                    <a:pt x="89047" y="37605"/>
                    <a:pt x="91904" y="47323"/>
                    <a:pt x="91904" y="6000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4" name="Google Shape;14;n"/>
            <p:cNvSpPr/>
            <p:nvPr/>
          </p:nvSpPr>
          <p:spPr>
            <a:xfrm>
              <a:off x="5565" y="1670"/>
              <a:ext cx="507" cy="670"/>
            </a:xfrm>
            <a:custGeom>
              <a:rect b="b" l="l" r="r" t="t"/>
              <a:pathLst>
                <a:path extrusionOk="0" h="120000" w="120000">
                  <a:moveTo>
                    <a:pt x="111588" y="97102"/>
                  </a:moveTo>
                  <a:cubicBezTo>
                    <a:pt x="111028" y="94982"/>
                    <a:pt x="108224" y="95830"/>
                    <a:pt x="108224" y="95830"/>
                  </a:cubicBezTo>
                  <a:cubicBezTo>
                    <a:pt x="103738" y="97102"/>
                    <a:pt x="99252" y="97950"/>
                    <a:pt x="94766" y="98798"/>
                  </a:cubicBezTo>
                  <a:cubicBezTo>
                    <a:pt x="89719" y="99222"/>
                    <a:pt x="84672" y="99646"/>
                    <a:pt x="78504" y="99646"/>
                  </a:cubicBezTo>
                  <a:cubicBezTo>
                    <a:pt x="64485" y="99646"/>
                    <a:pt x="53271" y="96254"/>
                    <a:pt x="45420" y="90318"/>
                  </a:cubicBezTo>
                  <a:cubicBezTo>
                    <a:pt x="37570" y="83957"/>
                    <a:pt x="33084" y="73780"/>
                    <a:pt x="33084" y="60212"/>
                  </a:cubicBezTo>
                  <a:cubicBezTo>
                    <a:pt x="33084" y="47915"/>
                    <a:pt x="37009" y="38586"/>
                    <a:pt x="44299" y="31378"/>
                  </a:cubicBezTo>
                  <a:cubicBezTo>
                    <a:pt x="51028" y="24169"/>
                    <a:pt x="62242" y="20777"/>
                    <a:pt x="76261" y="20777"/>
                  </a:cubicBezTo>
                  <a:cubicBezTo>
                    <a:pt x="88598" y="20777"/>
                    <a:pt x="97570" y="21625"/>
                    <a:pt x="107102" y="23745"/>
                  </a:cubicBezTo>
                  <a:cubicBezTo>
                    <a:pt x="107102" y="23745"/>
                    <a:pt x="109345" y="24593"/>
                    <a:pt x="110467" y="22473"/>
                  </a:cubicBezTo>
                  <a:cubicBezTo>
                    <a:pt x="112710" y="16961"/>
                    <a:pt x="114953" y="13144"/>
                    <a:pt x="117757" y="7632"/>
                  </a:cubicBezTo>
                  <a:cubicBezTo>
                    <a:pt x="118317" y="5936"/>
                    <a:pt x="116635" y="5088"/>
                    <a:pt x="115514" y="4664"/>
                  </a:cubicBezTo>
                  <a:cubicBezTo>
                    <a:pt x="112149" y="3816"/>
                    <a:pt x="103177" y="2120"/>
                    <a:pt x="96448" y="1272"/>
                  </a:cubicBezTo>
                  <a:cubicBezTo>
                    <a:pt x="90280" y="424"/>
                    <a:pt x="82990" y="0"/>
                    <a:pt x="74579" y="0"/>
                  </a:cubicBezTo>
                  <a:cubicBezTo>
                    <a:pt x="62242" y="0"/>
                    <a:pt x="51588" y="1696"/>
                    <a:pt x="42056" y="4664"/>
                  </a:cubicBezTo>
                  <a:cubicBezTo>
                    <a:pt x="33084" y="8056"/>
                    <a:pt x="25233" y="12296"/>
                    <a:pt x="19065" y="17385"/>
                  </a:cubicBezTo>
                  <a:cubicBezTo>
                    <a:pt x="12897" y="22897"/>
                    <a:pt x="7850" y="29257"/>
                    <a:pt x="5046" y="36466"/>
                  </a:cubicBezTo>
                  <a:cubicBezTo>
                    <a:pt x="1682" y="43674"/>
                    <a:pt x="0" y="51731"/>
                    <a:pt x="0" y="60212"/>
                  </a:cubicBezTo>
                  <a:cubicBezTo>
                    <a:pt x="0" y="78445"/>
                    <a:pt x="6728" y="93286"/>
                    <a:pt x="19626" y="103886"/>
                  </a:cubicBezTo>
                  <a:cubicBezTo>
                    <a:pt x="32523" y="114487"/>
                    <a:pt x="51588" y="120000"/>
                    <a:pt x="76822" y="120000"/>
                  </a:cubicBezTo>
                  <a:cubicBezTo>
                    <a:pt x="91401" y="120000"/>
                    <a:pt x="106542" y="117879"/>
                    <a:pt x="117757" y="114487"/>
                  </a:cubicBezTo>
                  <a:cubicBezTo>
                    <a:pt x="117757" y="114487"/>
                    <a:pt x="120000" y="113639"/>
                    <a:pt x="118878" y="111943"/>
                  </a:cubicBezTo>
                  <a:lnTo>
                    <a:pt x="111588" y="97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5" name="Google Shape;15;n"/>
            <p:cNvSpPr/>
            <p:nvPr/>
          </p:nvSpPr>
          <p:spPr>
            <a:xfrm>
              <a:off x="6108" y="1670"/>
              <a:ext cx="581" cy="672"/>
            </a:xfrm>
            <a:custGeom>
              <a:rect b="b" l="l" r="r" t="t"/>
              <a:pathLst>
                <a:path extrusionOk="0" h="120000" w="120000">
                  <a:moveTo>
                    <a:pt x="114634" y="32535"/>
                  </a:moveTo>
                  <a:cubicBezTo>
                    <a:pt x="112682" y="25352"/>
                    <a:pt x="107317" y="18591"/>
                    <a:pt x="103902" y="15211"/>
                  </a:cubicBezTo>
                  <a:cubicBezTo>
                    <a:pt x="98048" y="10140"/>
                    <a:pt x="92682" y="6338"/>
                    <a:pt x="87317" y="4647"/>
                  </a:cubicBezTo>
                  <a:cubicBezTo>
                    <a:pt x="80487" y="1690"/>
                    <a:pt x="72195" y="0"/>
                    <a:pt x="62926" y="0"/>
                  </a:cubicBezTo>
                  <a:cubicBezTo>
                    <a:pt x="52195" y="0"/>
                    <a:pt x="42439" y="1690"/>
                    <a:pt x="34634" y="5070"/>
                  </a:cubicBezTo>
                  <a:cubicBezTo>
                    <a:pt x="26829" y="8028"/>
                    <a:pt x="20487" y="12676"/>
                    <a:pt x="15121" y="17746"/>
                  </a:cubicBezTo>
                  <a:cubicBezTo>
                    <a:pt x="9756" y="23239"/>
                    <a:pt x="5853" y="30000"/>
                    <a:pt x="3414" y="37183"/>
                  </a:cubicBezTo>
                  <a:cubicBezTo>
                    <a:pt x="975" y="44366"/>
                    <a:pt x="0" y="52394"/>
                    <a:pt x="0" y="60845"/>
                  </a:cubicBezTo>
                  <a:cubicBezTo>
                    <a:pt x="0" y="69295"/>
                    <a:pt x="975" y="77323"/>
                    <a:pt x="3902" y="84507"/>
                  </a:cubicBezTo>
                  <a:cubicBezTo>
                    <a:pt x="6341" y="91690"/>
                    <a:pt x="10243" y="98028"/>
                    <a:pt x="16097" y="103098"/>
                  </a:cubicBezTo>
                  <a:cubicBezTo>
                    <a:pt x="21463" y="108591"/>
                    <a:pt x="28780" y="112394"/>
                    <a:pt x="37560" y="115352"/>
                  </a:cubicBezTo>
                  <a:cubicBezTo>
                    <a:pt x="46341" y="118309"/>
                    <a:pt x="56585" y="120000"/>
                    <a:pt x="68780" y="120000"/>
                  </a:cubicBezTo>
                  <a:cubicBezTo>
                    <a:pt x="93170" y="119577"/>
                    <a:pt x="106341" y="114929"/>
                    <a:pt x="111707" y="112394"/>
                  </a:cubicBezTo>
                  <a:cubicBezTo>
                    <a:pt x="112682" y="111971"/>
                    <a:pt x="113170" y="111126"/>
                    <a:pt x="112195" y="109014"/>
                  </a:cubicBezTo>
                  <a:cubicBezTo>
                    <a:pt x="106829" y="95492"/>
                    <a:pt x="106829" y="95492"/>
                    <a:pt x="106829" y="95492"/>
                  </a:cubicBezTo>
                  <a:cubicBezTo>
                    <a:pt x="105853" y="93380"/>
                    <a:pt x="103414" y="94225"/>
                    <a:pt x="103414" y="94225"/>
                  </a:cubicBezTo>
                  <a:cubicBezTo>
                    <a:pt x="97560" y="95915"/>
                    <a:pt x="88780" y="99718"/>
                    <a:pt x="68292" y="99718"/>
                  </a:cubicBezTo>
                  <a:cubicBezTo>
                    <a:pt x="55121" y="99295"/>
                    <a:pt x="45365" y="95915"/>
                    <a:pt x="39024" y="90845"/>
                  </a:cubicBezTo>
                  <a:cubicBezTo>
                    <a:pt x="32682" y="85352"/>
                    <a:pt x="29756" y="77323"/>
                    <a:pt x="29268" y="66338"/>
                  </a:cubicBezTo>
                  <a:cubicBezTo>
                    <a:pt x="114634" y="66338"/>
                    <a:pt x="114634" y="66338"/>
                    <a:pt x="114634" y="66338"/>
                  </a:cubicBezTo>
                  <a:cubicBezTo>
                    <a:pt x="114634" y="66338"/>
                    <a:pt x="117073" y="66338"/>
                    <a:pt x="117073" y="64225"/>
                  </a:cubicBezTo>
                  <a:cubicBezTo>
                    <a:pt x="117073" y="63380"/>
                    <a:pt x="120000" y="49014"/>
                    <a:pt x="114634" y="32535"/>
                  </a:cubicBezTo>
                  <a:close/>
                  <a:moveTo>
                    <a:pt x="29756" y="47746"/>
                  </a:moveTo>
                  <a:cubicBezTo>
                    <a:pt x="30731" y="40985"/>
                    <a:pt x="33170" y="35070"/>
                    <a:pt x="36585" y="30422"/>
                  </a:cubicBezTo>
                  <a:cubicBezTo>
                    <a:pt x="41951" y="23661"/>
                    <a:pt x="49756" y="19859"/>
                    <a:pt x="60975" y="19859"/>
                  </a:cubicBezTo>
                  <a:cubicBezTo>
                    <a:pt x="72195" y="19859"/>
                    <a:pt x="79512" y="23661"/>
                    <a:pt x="84878" y="30422"/>
                  </a:cubicBezTo>
                  <a:cubicBezTo>
                    <a:pt x="88292" y="35070"/>
                    <a:pt x="89756" y="40985"/>
                    <a:pt x="90731" y="47746"/>
                  </a:cubicBezTo>
                  <a:lnTo>
                    <a:pt x="29756" y="4774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6" name="Google Shape;16;n"/>
            <p:cNvSpPr/>
            <p:nvPr/>
          </p:nvSpPr>
          <p:spPr>
            <a:xfrm>
              <a:off x="2793" y="1670"/>
              <a:ext cx="581" cy="672"/>
            </a:xfrm>
            <a:custGeom>
              <a:rect b="b" l="l" r="r" t="t"/>
              <a:pathLst>
                <a:path extrusionOk="0" h="120000" w="120000">
                  <a:moveTo>
                    <a:pt x="114634" y="32535"/>
                  </a:moveTo>
                  <a:cubicBezTo>
                    <a:pt x="112682" y="25352"/>
                    <a:pt x="107317" y="18591"/>
                    <a:pt x="103902" y="15211"/>
                  </a:cubicBezTo>
                  <a:cubicBezTo>
                    <a:pt x="98048" y="10140"/>
                    <a:pt x="92682" y="6338"/>
                    <a:pt x="87317" y="4647"/>
                  </a:cubicBezTo>
                  <a:cubicBezTo>
                    <a:pt x="80487" y="1690"/>
                    <a:pt x="72195" y="0"/>
                    <a:pt x="62926" y="0"/>
                  </a:cubicBezTo>
                  <a:cubicBezTo>
                    <a:pt x="52195" y="0"/>
                    <a:pt x="42439" y="1690"/>
                    <a:pt x="34634" y="5070"/>
                  </a:cubicBezTo>
                  <a:cubicBezTo>
                    <a:pt x="26829" y="8028"/>
                    <a:pt x="20487" y="12676"/>
                    <a:pt x="15121" y="17746"/>
                  </a:cubicBezTo>
                  <a:cubicBezTo>
                    <a:pt x="9756" y="23239"/>
                    <a:pt x="5853" y="30000"/>
                    <a:pt x="3414" y="37183"/>
                  </a:cubicBezTo>
                  <a:cubicBezTo>
                    <a:pt x="975" y="44366"/>
                    <a:pt x="0" y="52394"/>
                    <a:pt x="0" y="60845"/>
                  </a:cubicBezTo>
                  <a:cubicBezTo>
                    <a:pt x="0" y="69295"/>
                    <a:pt x="975" y="77323"/>
                    <a:pt x="3902" y="84507"/>
                  </a:cubicBezTo>
                  <a:cubicBezTo>
                    <a:pt x="6341" y="91690"/>
                    <a:pt x="10243" y="98028"/>
                    <a:pt x="16097" y="103098"/>
                  </a:cubicBezTo>
                  <a:cubicBezTo>
                    <a:pt x="21463" y="108591"/>
                    <a:pt x="28780" y="112394"/>
                    <a:pt x="37560" y="115352"/>
                  </a:cubicBezTo>
                  <a:cubicBezTo>
                    <a:pt x="46341" y="118309"/>
                    <a:pt x="56585" y="120000"/>
                    <a:pt x="68780" y="120000"/>
                  </a:cubicBezTo>
                  <a:cubicBezTo>
                    <a:pt x="93170" y="119577"/>
                    <a:pt x="106341" y="114929"/>
                    <a:pt x="111707" y="112394"/>
                  </a:cubicBezTo>
                  <a:cubicBezTo>
                    <a:pt x="112682" y="111971"/>
                    <a:pt x="113170" y="111126"/>
                    <a:pt x="112195" y="109014"/>
                  </a:cubicBezTo>
                  <a:cubicBezTo>
                    <a:pt x="106829" y="95492"/>
                    <a:pt x="106829" y="95492"/>
                    <a:pt x="106829" y="95492"/>
                  </a:cubicBezTo>
                  <a:cubicBezTo>
                    <a:pt x="105853" y="93380"/>
                    <a:pt x="103414" y="94225"/>
                    <a:pt x="103414" y="94225"/>
                  </a:cubicBezTo>
                  <a:cubicBezTo>
                    <a:pt x="97560" y="95915"/>
                    <a:pt x="88780" y="99718"/>
                    <a:pt x="68292" y="99718"/>
                  </a:cubicBezTo>
                  <a:cubicBezTo>
                    <a:pt x="55121" y="99295"/>
                    <a:pt x="45365" y="95915"/>
                    <a:pt x="39024" y="90845"/>
                  </a:cubicBezTo>
                  <a:cubicBezTo>
                    <a:pt x="32682" y="85352"/>
                    <a:pt x="29756" y="77323"/>
                    <a:pt x="29268" y="66338"/>
                  </a:cubicBezTo>
                  <a:cubicBezTo>
                    <a:pt x="114634" y="66338"/>
                    <a:pt x="114634" y="66338"/>
                    <a:pt x="114634" y="66338"/>
                  </a:cubicBezTo>
                  <a:cubicBezTo>
                    <a:pt x="114634" y="66338"/>
                    <a:pt x="117073" y="66338"/>
                    <a:pt x="117073" y="64225"/>
                  </a:cubicBezTo>
                  <a:cubicBezTo>
                    <a:pt x="117073" y="63380"/>
                    <a:pt x="120000" y="49014"/>
                    <a:pt x="114634" y="32535"/>
                  </a:cubicBezTo>
                  <a:close/>
                  <a:moveTo>
                    <a:pt x="29756" y="47746"/>
                  </a:moveTo>
                  <a:cubicBezTo>
                    <a:pt x="30731" y="40985"/>
                    <a:pt x="33170" y="35070"/>
                    <a:pt x="36585" y="30422"/>
                  </a:cubicBezTo>
                  <a:cubicBezTo>
                    <a:pt x="41951" y="23661"/>
                    <a:pt x="49756" y="19859"/>
                    <a:pt x="60975" y="19859"/>
                  </a:cubicBezTo>
                  <a:cubicBezTo>
                    <a:pt x="72195" y="19859"/>
                    <a:pt x="79512" y="23661"/>
                    <a:pt x="84878" y="30422"/>
                  </a:cubicBezTo>
                  <a:cubicBezTo>
                    <a:pt x="88292" y="35070"/>
                    <a:pt x="89756" y="40985"/>
                    <a:pt x="90731" y="47746"/>
                  </a:cubicBezTo>
                  <a:lnTo>
                    <a:pt x="29756" y="4774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7" name="Google Shape;17;n"/>
            <p:cNvSpPr/>
            <p:nvPr/>
          </p:nvSpPr>
          <p:spPr>
            <a:xfrm>
              <a:off x="1870" y="1670"/>
              <a:ext cx="536" cy="672"/>
            </a:xfrm>
            <a:custGeom>
              <a:rect b="b" l="l" r="r" t="t"/>
              <a:pathLst>
                <a:path extrusionOk="0" h="120000" w="120000">
                  <a:moveTo>
                    <a:pt x="75066" y="44366"/>
                  </a:moveTo>
                  <a:cubicBezTo>
                    <a:pt x="71365" y="44366"/>
                    <a:pt x="66607" y="43943"/>
                    <a:pt x="60792" y="43943"/>
                  </a:cubicBezTo>
                  <a:cubicBezTo>
                    <a:pt x="52863" y="43943"/>
                    <a:pt x="44933" y="44788"/>
                    <a:pt x="38061" y="46478"/>
                  </a:cubicBezTo>
                  <a:cubicBezTo>
                    <a:pt x="30660" y="48169"/>
                    <a:pt x="24317" y="50281"/>
                    <a:pt x="18502" y="53661"/>
                  </a:cubicBezTo>
                  <a:cubicBezTo>
                    <a:pt x="12687" y="56619"/>
                    <a:pt x="8458" y="60845"/>
                    <a:pt x="5286" y="65915"/>
                  </a:cubicBezTo>
                  <a:cubicBezTo>
                    <a:pt x="2114" y="70563"/>
                    <a:pt x="0" y="76478"/>
                    <a:pt x="0" y="82816"/>
                  </a:cubicBezTo>
                  <a:cubicBezTo>
                    <a:pt x="0" y="89577"/>
                    <a:pt x="1585" y="95070"/>
                    <a:pt x="4229" y="99718"/>
                  </a:cubicBezTo>
                  <a:cubicBezTo>
                    <a:pt x="7400" y="104366"/>
                    <a:pt x="11101" y="108169"/>
                    <a:pt x="16387" y="111126"/>
                  </a:cubicBezTo>
                  <a:cubicBezTo>
                    <a:pt x="21674" y="114084"/>
                    <a:pt x="28017" y="116619"/>
                    <a:pt x="35418" y="117887"/>
                  </a:cubicBezTo>
                  <a:cubicBezTo>
                    <a:pt x="42819" y="119154"/>
                    <a:pt x="50748" y="120000"/>
                    <a:pt x="59735" y="120000"/>
                  </a:cubicBezTo>
                  <a:cubicBezTo>
                    <a:pt x="69251" y="120000"/>
                    <a:pt x="78766" y="119154"/>
                    <a:pt x="87753" y="117887"/>
                  </a:cubicBezTo>
                  <a:cubicBezTo>
                    <a:pt x="97268" y="116619"/>
                    <a:pt x="108370" y="114929"/>
                    <a:pt x="111013" y="114507"/>
                  </a:cubicBezTo>
                  <a:cubicBezTo>
                    <a:pt x="114185" y="113661"/>
                    <a:pt x="117885" y="112816"/>
                    <a:pt x="117885" y="112816"/>
                  </a:cubicBezTo>
                  <a:cubicBezTo>
                    <a:pt x="120000" y="112394"/>
                    <a:pt x="120000" y="110704"/>
                    <a:pt x="120000" y="110704"/>
                  </a:cubicBezTo>
                  <a:cubicBezTo>
                    <a:pt x="120000" y="43098"/>
                    <a:pt x="120000" y="43098"/>
                    <a:pt x="120000" y="43098"/>
                  </a:cubicBezTo>
                  <a:cubicBezTo>
                    <a:pt x="120000" y="28309"/>
                    <a:pt x="114713" y="16901"/>
                    <a:pt x="105198" y="10140"/>
                  </a:cubicBezTo>
                  <a:cubicBezTo>
                    <a:pt x="95154" y="3380"/>
                    <a:pt x="80881" y="0"/>
                    <a:pt x="62378" y="0"/>
                  </a:cubicBezTo>
                  <a:cubicBezTo>
                    <a:pt x="55506" y="0"/>
                    <a:pt x="44405" y="845"/>
                    <a:pt x="38061" y="1690"/>
                  </a:cubicBezTo>
                  <a:cubicBezTo>
                    <a:pt x="38061" y="1690"/>
                    <a:pt x="17444" y="5070"/>
                    <a:pt x="9515" y="10140"/>
                  </a:cubicBezTo>
                  <a:cubicBezTo>
                    <a:pt x="9515" y="10140"/>
                    <a:pt x="7400" y="10985"/>
                    <a:pt x="8458" y="13098"/>
                  </a:cubicBezTo>
                  <a:cubicBezTo>
                    <a:pt x="14801" y="27042"/>
                    <a:pt x="14801" y="27042"/>
                    <a:pt x="14801" y="27042"/>
                  </a:cubicBezTo>
                  <a:cubicBezTo>
                    <a:pt x="15859" y="29154"/>
                    <a:pt x="17973" y="28309"/>
                    <a:pt x="17973" y="28309"/>
                  </a:cubicBezTo>
                  <a:cubicBezTo>
                    <a:pt x="17973" y="28309"/>
                    <a:pt x="18502" y="28309"/>
                    <a:pt x="19559" y="27887"/>
                  </a:cubicBezTo>
                  <a:cubicBezTo>
                    <a:pt x="37533" y="20281"/>
                    <a:pt x="59735" y="20281"/>
                    <a:pt x="59735" y="20281"/>
                  </a:cubicBezTo>
                  <a:cubicBezTo>
                    <a:pt x="69779" y="20281"/>
                    <a:pt x="77709" y="21971"/>
                    <a:pt x="82995" y="24929"/>
                  </a:cubicBezTo>
                  <a:cubicBezTo>
                    <a:pt x="87753" y="28309"/>
                    <a:pt x="90396" y="32957"/>
                    <a:pt x="90396" y="42676"/>
                  </a:cubicBezTo>
                  <a:cubicBezTo>
                    <a:pt x="90396" y="46056"/>
                    <a:pt x="90396" y="46056"/>
                    <a:pt x="90396" y="46056"/>
                  </a:cubicBezTo>
                  <a:cubicBezTo>
                    <a:pt x="82466" y="44788"/>
                    <a:pt x="75066" y="44366"/>
                    <a:pt x="75066" y="44366"/>
                  </a:cubicBezTo>
                  <a:close/>
                  <a:moveTo>
                    <a:pt x="38061" y="96338"/>
                  </a:moveTo>
                  <a:cubicBezTo>
                    <a:pt x="34889" y="94225"/>
                    <a:pt x="34361" y="93380"/>
                    <a:pt x="32775" y="92112"/>
                  </a:cubicBezTo>
                  <a:cubicBezTo>
                    <a:pt x="31189" y="89577"/>
                    <a:pt x="30132" y="86619"/>
                    <a:pt x="30132" y="82394"/>
                  </a:cubicBezTo>
                  <a:cubicBezTo>
                    <a:pt x="30132" y="76056"/>
                    <a:pt x="32775" y="71408"/>
                    <a:pt x="38590" y="68028"/>
                  </a:cubicBezTo>
                  <a:cubicBezTo>
                    <a:pt x="38590" y="68028"/>
                    <a:pt x="46519" y="62535"/>
                    <a:pt x="65022" y="62535"/>
                  </a:cubicBezTo>
                  <a:cubicBezTo>
                    <a:pt x="78766" y="62957"/>
                    <a:pt x="90396" y="64225"/>
                    <a:pt x="90396" y="64225"/>
                  </a:cubicBezTo>
                  <a:cubicBezTo>
                    <a:pt x="90396" y="98028"/>
                    <a:pt x="90396" y="98028"/>
                    <a:pt x="90396" y="98028"/>
                  </a:cubicBezTo>
                  <a:cubicBezTo>
                    <a:pt x="90396" y="98028"/>
                    <a:pt x="90396" y="98028"/>
                    <a:pt x="90396" y="98028"/>
                  </a:cubicBezTo>
                  <a:cubicBezTo>
                    <a:pt x="90396" y="98028"/>
                    <a:pt x="78766" y="100140"/>
                    <a:pt x="65550" y="100563"/>
                  </a:cubicBezTo>
                  <a:cubicBezTo>
                    <a:pt x="46519" y="101408"/>
                    <a:pt x="38061" y="96338"/>
                    <a:pt x="38061" y="9633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8" name="Google Shape;18;n"/>
            <p:cNvSpPr/>
            <p:nvPr/>
          </p:nvSpPr>
          <p:spPr>
            <a:xfrm>
              <a:off x="5161" y="1676"/>
              <a:ext cx="385" cy="652"/>
            </a:xfrm>
            <a:custGeom>
              <a:rect b="b" l="l" r="r" t="t"/>
              <a:pathLst>
                <a:path extrusionOk="0" h="120000" w="120000">
                  <a:moveTo>
                    <a:pt x="119263" y="5652"/>
                  </a:moveTo>
                  <a:cubicBezTo>
                    <a:pt x="120000" y="3913"/>
                    <a:pt x="118527" y="3043"/>
                    <a:pt x="117055" y="3043"/>
                  </a:cubicBezTo>
                  <a:cubicBezTo>
                    <a:pt x="114846" y="2173"/>
                    <a:pt x="104539" y="869"/>
                    <a:pt x="95705" y="869"/>
                  </a:cubicBezTo>
                  <a:cubicBezTo>
                    <a:pt x="79509" y="0"/>
                    <a:pt x="70674" y="1739"/>
                    <a:pt x="62576" y="3913"/>
                  </a:cubicBezTo>
                  <a:cubicBezTo>
                    <a:pt x="54478" y="6086"/>
                    <a:pt x="45644" y="9565"/>
                    <a:pt x="40490" y="13478"/>
                  </a:cubicBezTo>
                  <a:cubicBezTo>
                    <a:pt x="40490" y="3913"/>
                    <a:pt x="40490" y="3913"/>
                    <a:pt x="40490" y="3913"/>
                  </a:cubicBezTo>
                  <a:cubicBezTo>
                    <a:pt x="40490" y="2608"/>
                    <a:pt x="39018" y="1739"/>
                    <a:pt x="36809" y="1739"/>
                  </a:cubicBezTo>
                  <a:cubicBezTo>
                    <a:pt x="3680" y="1739"/>
                    <a:pt x="3680" y="1739"/>
                    <a:pt x="3680" y="1739"/>
                  </a:cubicBezTo>
                  <a:cubicBezTo>
                    <a:pt x="2208" y="1739"/>
                    <a:pt x="0" y="2608"/>
                    <a:pt x="0" y="3913"/>
                  </a:cubicBezTo>
                  <a:cubicBezTo>
                    <a:pt x="0" y="117391"/>
                    <a:pt x="0" y="117391"/>
                    <a:pt x="0" y="117391"/>
                  </a:cubicBezTo>
                  <a:cubicBezTo>
                    <a:pt x="0" y="118695"/>
                    <a:pt x="2208" y="120000"/>
                    <a:pt x="4417" y="120000"/>
                  </a:cubicBezTo>
                  <a:cubicBezTo>
                    <a:pt x="38282" y="120000"/>
                    <a:pt x="38282" y="120000"/>
                    <a:pt x="38282" y="120000"/>
                  </a:cubicBezTo>
                  <a:cubicBezTo>
                    <a:pt x="40490" y="120000"/>
                    <a:pt x="41963" y="118695"/>
                    <a:pt x="41963" y="117391"/>
                  </a:cubicBezTo>
                  <a:cubicBezTo>
                    <a:pt x="41963" y="60869"/>
                    <a:pt x="41963" y="60869"/>
                    <a:pt x="41963" y="60869"/>
                  </a:cubicBezTo>
                  <a:cubicBezTo>
                    <a:pt x="41963" y="53478"/>
                    <a:pt x="43435" y="45652"/>
                    <a:pt x="46380" y="40869"/>
                  </a:cubicBezTo>
                  <a:cubicBezTo>
                    <a:pt x="49325" y="36086"/>
                    <a:pt x="53006" y="32608"/>
                    <a:pt x="57423" y="29565"/>
                  </a:cubicBezTo>
                  <a:cubicBezTo>
                    <a:pt x="62576" y="26956"/>
                    <a:pt x="67730" y="25217"/>
                    <a:pt x="73619" y="23913"/>
                  </a:cubicBezTo>
                  <a:cubicBezTo>
                    <a:pt x="79509" y="23043"/>
                    <a:pt x="86134" y="22608"/>
                    <a:pt x="90552" y="22608"/>
                  </a:cubicBezTo>
                  <a:cubicBezTo>
                    <a:pt x="97177" y="22608"/>
                    <a:pt x="104539" y="23478"/>
                    <a:pt x="104539" y="23478"/>
                  </a:cubicBezTo>
                  <a:cubicBezTo>
                    <a:pt x="107484" y="23913"/>
                    <a:pt x="108957" y="23043"/>
                    <a:pt x="109693" y="21739"/>
                  </a:cubicBezTo>
                  <a:cubicBezTo>
                    <a:pt x="111901" y="18260"/>
                    <a:pt x="117791" y="7826"/>
                    <a:pt x="119263" y="5652"/>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9" name="Google Shape;19;n"/>
            <p:cNvSpPr/>
            <p:nvPr/>
          </p:nvSpPr>
          <p:spPr>
            <a:xfrm>
              <a:off x="3806" y="1406"/>
              <a:ext cx="727" cy="1218"/>
            </a:xfrm>
            <a:custGeom>
              <a:rect b="b" l="l" r="r" t="t"/>
              <a:pathLst>
                <a:path extrusionOk="0" h="120000" w="120000">
                  <a:moveTo>
                    <a:pt x="118051" y="1398"/>
                  </a:moveTo>
                  <a:cubicBezTo>
                    <a:pt x="116103" y="932"/>
                    <a:pt x="114155" y="699"/>
                    <a:pt x="111428" y="466"/>
                  </a:cubicBezTo>
                  <a:cubicBezTo>
                    <a:pt x="108701" y="233"/>
                    <a:pt x="105584" y="0"/>
                    <a:pt x="102077" y="0"/>
                  </a:cubicBezTo>
                  <a:cubicBezTo>
                    <a:pt x="90000" y="0"/>
                    <a:pt x="80259" y="2097"/>
                    <a:pt x="73246" y="6291"/>
                  </a:cubicBezTo>
                  <a:cubicBezTo>
                    <a:pt x="66623" y="10252"/>
                    <a:pt x="61948" y="16543"/>
                    <a:pt x="59610" y="24699"/>
                  </a:cubicBezTo>
                  <a:cubicBezTo>
                    <a:pt x="58831" y="27495"/>
                    <a:pt x="58831" y="27495"/>
                    <a:pt x="58831" y="27495"/>
                  </a:cubicBezTo>
                  <a:cubicBezTo>
                    <a:pt x="43246" y="27495"/>
                    <a:pt x="43246" y="27495"/>
                    <a:pt x="43246" y="27495"/>
                  </a:cubicBezTo>
                  <a:cubicBezTo>
                    <a:pt x="43246" y="27495"/>
                    <a:pt x="41298" y="27495"/>
                    <a:pt x="40909" y="28660"/>
                  </a:cubicBezTo>
                  <a:cubicBezTo>
                    <a:pt x="38571" y="37048"/>
                    <a:pt x="38571" y="37048"/>
                    <a:pt x="38571" y="37048"/>
                  </a:cubicBezTo>
                  <a:cubicBezTo>
                    <a:pt x="38181" y="37980"/>
                    <a:pt x="38961" y="38446"/>
                    <a:pt x="40519" y="38446"/>
                  </a:cubicBezTo>
                  <a:cubicBezTo>
                    <a:pt x="55714" y="38446"/>
                    <a:pt x="55714" y="38446"/>
                    <a:pt x="55714" y="38446"/>
                  </a:cubicBezTo>
                  <a:cubicBezTo>
                    <a:pt x="40519" y="89475"/>
                    <a:pt x="40519" y="89475"/>
                    <a:pt x="40519" y="89475"/>
                  </a:cubicBezTo>
                  <a:cubicBezTo>
                    <a:pt x="39350" y="93669"/>
                    <a:pt x="37792" y="96932"/>
                    <a:pt x="36233" y="99495"/>
                  </a:cubicBezTo>
                  <a:cubicBezTo>
                    <a:pt x="34675" y="102058"/>
                    <a:pt x="33506" y="103922"/>
                    <a:pt x="31558" y="105320"/>
                  </a:cubicBezTo>
                  <a:cubicBezTo>
                    <a:pt x="30000" y="106718"/>
                    <a:pt x="28051" y="107650"/>
                    <a:pt x="25324" y="108116"/>
                  </a:cubicBezTo>
                  <a:cubicBezTo>
                    <a:pt x="22987" y="108582"/>
                    <a:pt x="20259" y="108815"/>
                    <a:pt x="17142" y="108815"/>
                  </a:cubicBezTo>
                  <a:cubicBezTo>
                    <a:pt x="15584" y="108815"/>
                    <a:pt x="13636" y="108815"/>
                    <a:pt x="11688" y="108582"/>
                  </a:cubicBezTo>
                  <a:cubicBezTo>
                    <a:pt x="10129" y="108349"/>
                    <a:pt x="9350" y="108116"/>
                    <a:pt x="8181" y="107883"/>
                  </a:cubicBezTo>
                  <a:cubicBezTo>
                    <a:pt x="8181" y="107883"/>
                    <a:pt x="6233" y="107417"/>
                    <a:pt x="5844" y="108582"/>
                  </a:cubicBezTo>
                  <a:cubicBezTo>
                    <a:pt x="5064" y="109281"/>
                    <a:pt x="1168" y="116038"/>
                    <a:pt x="779" y="116737"/>
                  </a:cubicBezTo>
                  <a:cubicBezTo>
                    <a:pt x="0" y="117669"/>
                    <a:pt x="779" y="118135"/>
                    <a:pt x="1558" y="118368"/>
                  </a:cubicBezTo>
                  <a:cubicBezTo>
                    <a:pt x="3896" y="118834"/>
                    <a:pt x="5064" y="119067"/>
                    <a:pt x="7792" y="119533"/>
                  </a:cubicBezTo>
                  <a:cubicBezTo>
                    <a:pt x="11688" y="120000"/>
                    <a:pt x="14805" y="120000"/>
                    <a:pt x="17922" y="120000"/>
                  </a:cubicBezTo>
                  <a:cubicBezTo>
                    <a:pt x="24155" y="120000"/>
                    <a:pt x="30000" y="119533"/>
                    <a:pt x="34675" y="118601"/>
                  </a:cubicBezTo>
                  <a:cubicBezTo>
                    <a:pt x="39350" y="117436"/>
                    <a:pt x="43636" y="115572"/>
                    <a:pt x="47142" y="113242"/>
                  </a:cubicBezTo>
                  <a:cubicBezTo>
                    <a:pt x="51428" y="110679"/>
                    <a:pt x="53766" y="107883"/>
                    <a:pt x="56103" y="104155"/>
                  </a:cubicBezTo>
                  <a:cubicBezTo>
                    <a:pt x="58441" y="100427"/>
                    <a:pt x="60389" y="95766"/>
                    <a:pt x="61948" y="90407"/>
                  </a:cubicBezTo>
                  <a:cubicBezTo>
                    <a:pt x="77532" y="38446"/>
                    <a:pt x="77532" y="38446"/>
                    <a:pt x="77532" y="38446"/>
                  </a:cubicBezTo>
                  <a:cubicBezTo>
                    <a:pt x="100129" y="38446"/>
                    <a:pt x="100129" y="38446"/>
                    <a:pt x="100129" y="38446"/>
                  </a:cubicBezTo>
                  <a:cubicBezTo>
                    <a:pt x="100129" y="38446"/>
                    <a:pt x="101688" y="38446"/>
                    <a:pt x="102077" y="37281"/>
                  </a:cubicBezTo>
                  <a:cubicBezTo>
                    <a:pt x="104805" y="28660"/>
                    <a:pt x="104805" y="28660"/>
                    <a:pt x="104805" y="28660"/>
                  </a:cubicBezTo>
                  <a:cubicBezTo>
                    <a:pt x="104805" y="27961"/>
                    <a:pt x="104415" y="27495"/>
                    <a:pt x="102467" y="27495"/>
                  </a:cubicBezTo>
                  <a:cubicBezTo>
                    <a:pt x="80649" y="27495"/>
                    <a:pt x="80649" y="27495"/>
                    <a:pt x="80649" y="27495"/>
                  </a:cubicBezTo>
                  <a:cubicBezTo>
                    <a:pt x="81038" y="27262"/>
                    <a:pt x="81818" y="22601"/>
                    <a:pt x="84545" y="18174"/>
                  </a:cubicBezTo>
                  <a:cubicBezTo>
                    <a:pt x="85324" y="16310"/>
                    <a:pt x="87272" y="14912"/>
                    <a:pt x="89220" y="13980"/>
                  </a:cubicBezTo>
                  <a:cubicBezTo>
                    <a:pt x="90779" y="12815"/>
                    <a:pt x="92727" y="12116"/>
                    <a:pt x="94675" y="11883"/>
                  </a:cubicBezTo>
                  <a:cubicBezTo>
                    <a:pt x="97012" y="11417"/>
                    <a:pt x="99350" y="11184"/>
                    <a:pt x="102077" y="11184"/>
                  </a:cubicBezTo>
                  <a:cubicBezTo>
                    <a:pt x="104025" y="11184"/>
                    <a:pt x="106363" y="11184"/>
                    <a:pt x="107922" y="11417"/>
                  </a:cubicBezTo>
                  <a:cubicBezTo>
                    <a:pt x="109870" y="11650"/>
                    <a:pt x="110649" y="11883"/>
                    <a:pt x="111428" y="11883"/>
                  </a:cubicBezTo>
                  <a:cubicBezTo>
                    <a:pt x="113376" y="12349"/>
                    <a:pt x="113766" y="12116"/>
                    <a:pt x="114155" y="11417"/>
                  </a:cubicBezTo>
                  <a:cubicBezTo>
                    <a:pt x="119610" y="2796"/>
                    <a:pt x="119610" y="2796"/>
                    <a:pt x="119610" y="2796"/>
                  </a:cubicBezTo>
                  <a:cubicBezTo>
                    <a:pt x="120000" y="1864"/>
                    <a:pt x="118831" y="1398"/>
                    <a:pt x="118051" y="139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20" name="Google Shape;20;n"/>
            <p:cNvSpPr/>
            <p:nvPr/>
          </p:nvSpPr>
          <p:spPr>
            <a:xfrm>
              <a:off x="2542" y="1421"/>
              <a:ext cx="132" cy="907"/>
            </a:xfrm>
            <a:custGeom>
              <a:rect b="b" l="l" r="r" t="t"/>
              <a:pathLst>
                <a:path extrusionOk="0" h="120000" w="120000">
                  <a:moveTo>
                    <a:pt x="119999" y="118125"/>
                  </a:moveTo>
                  <a:cubicBezTo>
                    <a:pt x="119999" y="119062"/>
                    <a:pt x="115714" y="120000"/>
                    <a:pt x="109285" y="120000"/>
                  </a:cubicBezTo>
                  <a:cubicBezTo>
                    <a:pt x="10714" y="120000"/>
                    <a:pt x="10714" y="120000"/>
                    <a:pt x="10714" y="120000"/>
                  </a:cubicBezTo>
                  <a:cubicBezTo>
                    <a:pt x="4285" y="120000"/>
                    <a:pt x="0" y="119062"/>
                    <a:pt x="0" y="118125"/>
                  </a:cubicBezTo>
                  <a:cubicBezTo>
                    <a:pt x="0" y="1562"/>
                    <a:pt x="0" y="1562"/>
                    <a:pt x="0" y="1562"/>
                  </a:cubicBezTo>
                  <a:cubicBezTo>
                    <a:pt x="0" y="625"/>
                    <a:pt x="4285" y="0"/>
                    <a:pt x="10714" y="0"/>
                  </a:cubicBezTo>
                  <a:cubicBezTo>
                    <a:pt x="109285" y="0"/>
                    <a:pt x="109285" y="0"/>
                    <a:pt x="109285" y="0"/>
                  </a:cubicBezTo>
                  <a:cubicBezTo>
                    <a:pt x="115714" y="0"/>
                    <a:pt x="119999" y="625"/>
                    <a:pt x="119999" y="1562"/>
                  </a:cubicBezTo>
                  <a:lnTo>
                    <a:pt x="119999" y="11812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grpSp>
      <p:cxnSp>
        <p:nvCxnSpPr>
          <p:cNvPr id="21" name="Google Shape;21;n"/>
          <p:cNvCxnSpPr/>
          <p:nvPr/>
        </p:nvCxnSpPr>
        <p:spPr>
          <a:xfrm>
            <a:off x="5832389" y="0"/>
            <a:ext cx="0" cy="469556"/>
          </a:xfrm>
          <a:prstGeom prst="straightConnector1">
            <a:avLst/>
          </a:prstGeom>
          <a:noFill/>
          <a:ln cap="flat" cmpd="sng" w="9525">
            <a:solidFill>
              <a:schemeClr val="accen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Purpose: walk the audience through one customer lifecycle that crosses Revenue Cloud and Field Service in both directions. Every slide after this maps to something we show live.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Set the scene. Infinitech is an existing demo account. The three products are in the QuantumBit catalog today. Introduce the five personas — the story hands off between them.</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Use this as the map. Act 1 flows from Revenue Cloud into Field Service; Act 2 flows back. Scenes 6–8 are vision for now and can be shown as storyboards, or skipped in a live run.</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Start with the seller. Infinitech is expanding its data center and wants QuantumBit servers.</a:t>
            </a:r>
          </a:p>
          <a:p>
            <a:r>
              <a:t>Configure the PowerSwerve R750 bundle and point out that the installation service is added by a product rule — the seller doesn't have to remember it.</a:t>
            </a:r>
          </a:p>
          <a:p>
            <a:r>
              <a:t>Add Gold Hardware Maintenance and show that pricing calculates it as 20% of hardware. Every line we sell here becomes work for Field Service later.</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Activate the order and switch to the fulfillment manager. Dynamic Revenue Orchestration decomposed the order into a plan.</a:t>
            </a:r>
          </a:p>
          <a:p>
            <a:r>
              <a:t>Walk the steps: ship hardware, field installation, installation complete, then billing.</a:t>
            </a:r>
          </a:p>
          <a:p>
            <a:r>
              <a:t>The key point: Initiate Billing depends on Installation Complete, so the customer is never billed for equipment that isn't running.</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Switch to the dispatcher. Nobody typed this Work Order — the Field Installation step created it, along with a Service Appointment.</a:t>
            </a:r>
          </a:p>
          <a:p>
            <a:r>
              <a:t>Show the Order and Fulfillment Step links on the Work Order. That link is what lets the field close the loop back to Revenue Cloud later.</a:t>
            </a:r>
          </a:p>
          <a:p>
            <a:r>
              <a:t>The work type and territory came from the Field Service setup, so it's ready to schedule.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appointment goes to a technician who holds the Server Rack Install skill.</a:t>
            </a:r>
          </a:p>
          <a:p>
            <a:r>
              <a:t>On site, they rack the server, record its serial number on the same Asset record Revenue Cloud created, and complete the job.</a:t>
            </a:r>
          </a:p>
          <a:p>
            <a:r>
              <a:t>That single status change is about to start billing.</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Go back to the fulfillment plan. Installation Complete flipped to done on its own when the technician completed the Work Order.</a:t>
            </a:r>
          </a:p>
          <a:p>
            <a:r>
              <a:t>Billing is released, and the billing schedule starts on the install date.</a:t>
            </a:r>
          </a:p>
          <a:p>
            <a:r>
              <a:t>This is the moment finance cares about: no invoicing for equipment that isn't live, so no credits or disputes.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Vision scene. Gold maintenance promised monthly on-site check-ups. Here that promise becomes a Maintenance Plan on the Asset, generating the visits automatically.</a:t>
            </a:r>
          </a:p>
          <a:p>
            <a:r>
              <a:t>Nobody in service has to read the contract to know what's owed.</a:t>
            </a:r>
          </a:p>
          <a:p/>
          <a:p>
            <a:r>
              <a:t>[VISION] Not built yet. Present as a storyboard, or skip in a live run.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Vision scene. Same failure, two customers. Infinitech has Gold maintenance, so the coverage check says no charge.</a:t>
            </a:r>
          </a:p>
          <a:p>
            <a:r>
              <a:t>A customer without maintenance gets a billable order for parts and labor, priced by Revenue Cloud and invoiced by Billing.</a:t>
            </a:r>
          </a:p>
          <a:p>
            <a:r>
              <a:t>This is the strongest moment of the demo: entitlement and revenue decided by the same record.</a:t>
            </a:r>
          </a:p>
          <a:p/>
          <a:p>
            <a:r>
              <a:t>[VISION] Not built yet. Present as a storyboard, or skip in a live run.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Vision scene. The technician is the only person who's physically seen the customer's rack. One tap flags an expansion opportunity.</a:t>
            </a:r>
          </a:p>
          <a:p>
            <a:r>
              <a:t>The seller amends the existing Asset rather than quoting from scratch, so the new lines co-term with what's already installed.</a:t>
            </a:r>
          </a:p>
          <a:p/>
          <a:p>
            <a:r>
              <a:t>[VISION] Not built yet. Present as a storyboard, or skip in a live run.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Close on the Asset. This one record carries the order, the install Work Order, the serial number, and billing.</a:t>
            </a:r>
          </a:p>
          <a:p>
            <a:r>
              <a:t>There's no integration between two systems because there's one system. When renewal comes, the seller quotes what's really in the rack.</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Land the three outcomes. If you skipped the vision scenes, present outcomes 2 and 3 as where the solution goes next.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Timings are targets. Prep the fallbacks in the demo org before the call so any scene can be shown from a pre-built record.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84.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8.png"/><Relationship Id="rId6" Type="http://schemas.openxmlformats.org/officeDocument/2006/relationships/image" Target="../media/image35.png"/><Relationship Id="rId7" Type="http://schemas.openxmlformats.org/officeDocument/2006/relationships/image" Target="../media/image3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35.png"/><Relationship Id="rId4" Type="http://schemas.openxmlformats.org/officeDocument/2006/relationships/image" Target="../media/image3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69.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73.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63.png"/><Relationship Id="rId5" Type="http://schemas.openxmlformats.org/officeDocument/2006/relationships/image" Target="../media/image70.png"/><Relationship Id="rId6" Type="http://schemas.openxmlformats.org/officeDocument/2006/relationships/image" Target="../media/image80.png"/><Relationship Id="rId7" Type="http://schemas.openxmlformats.org/officeDocument/2006/relationships/image" Target="../media/image3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3.png"/><Relationship Id="rId4" Type="http://schemas.openxmlformats.org/officeDocument/2006/relationships/image" Target="../media/image70.png"/><Relationship Id="rId5" Type="http://schemas.openxmlformats.org/officeDocument/2006/relationships/image" Target="../media/image80.png"/><Relationship Id="rId6" Type="http://schemas.openxmlformats.org/officeDocument/2006/relationships/image" Target="../media/image3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2.png"/><Relationship Id="rId4" Type="http://schemas.openxmlformats.org/officeDocument/2006/relationships/image" Target="../media/image7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10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7.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3.png"/><Relationship Id="rId3" Type="http://schemas.openxmlformats.org/officeDocument/2006/relationships/image" Target="../media/image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1.jp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48.jp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8.jp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3.jp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2.jp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5.jp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9.jp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4.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8.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84.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8.png"/><Relationship Id="rId6" Type="http://schemas.openxmlformats.org/officeDocument/2006/relationships/image" Target="../media/image35.png"/><Relationship Id="rId7" Type="http://schemas.openxmlformats.org/officeDocument/2006/relationships/image" Target="../media/image38.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35.png"/><Relationship Id="rId4" Type="http://schemas.openxmlformats.org/officeDocument/2006/relationships/image" Target="../media/image38.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3.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69.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73.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63.png"/><Relationship Id="rId5" Type="http://schemas.openxmlformats.org/officeDocument/2006/relationships/image" Target="../media/image70.png"/><Relationship Id="rId6" Type="http://schemas.openxmlformats.org/officeDocument/2006/relationships/image" Target="../media/image80.png"/><Relationship Id="rId7" Type="http://schemas.openxmlformats.org/officeDocument/2006/relationships/image" Target="../media/image33.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63.png"/><Relationship Id="rId4" Type="http://schemas.openxmlformats.org/officeDocument/2006/relationships/image" Target="../media/image70.png"/><Relationship Id="rId5" Type="http://schemas.openxmlformats.org/officeDocument/2006/relationships/image" Target="../media/image80.png"/><Relationship Id="rId6" Type="http://schemas.openxmlformats.org/officeDocument/2006/relationships/image" Target="../media/image33.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2.png"/><Relationship Id="rId4" Type="http://schemas.openxmlformats.org/officeDocument/2006/relationships/image" Target="../media/image71.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3.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104.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7.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12.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3.png"/><Relationship Id="rId3" Type="http://schemas.openxmlformats.org/officeDocument/2006/relationships/image" Target="../media/image8.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0.jp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22.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78.jp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3.jp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4.jp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1.jp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9.jp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Blue 1">
  <p:cSld name="TITLE_1_1">
    <p:bg>
      <p:bgPr>
        <a:solidFill>
          <a:srgbClr val="CFE9FE"/>
        </a:solidFill>
      </p:bgPr>
    </p:bg>
    <p:spTree>
      <p:nvGrpSpPr>
        <p:cNvPr id="25" name="Shape 25"/>
        <p:cNvGrpSpPr/>
        <p:nvPr/>
      </p:nvGrpSpPr>
      <p:grpSpPr>
        <a:xfrm>
          <a:off x="0" y="0"/>
          <a:ext cx="0" cy="0"/>
          <a:chOff x="0" y="0"/>
          <a:chExt cx="0" cy="0"/>
        </a:xfrm>
      </p:grpSpPr>
      <p:pic>
        <p:nvPicPr>
          <p:cNvPr id="26" name="Google Shape;26;p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27" name="Google Shape;27;p2"/>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28" name="Google Shape;28;p2"/>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29" name="Google Shape;29;p2"/>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pasted-movie.png" id="30" name="Google Shape;30;p2"/>
          <p:cNvPicPr preferRelativeResize="0"/>
          <p:nvPr/>
        </p:nvPicPr>
        <p:blipFill rotWithShape="1">
          <a:blip r:embed="rId3">
            <a:alphaModFix/>
          </a:blip>
          <a:srcRect b="0" l="0" r="0" t="0"/>
          <a:stretch/>
        </p:blipFill>
        <p:spPr>
          <a:xfrm>
            <a:off x="12011024" y="3457128"/>
            <a:ext cx="4817111" cy="3372700"/>
          </a:xfrm>
          <a:prstGeom prst="rect">
            <a:avLst/>
          </a:prstGeom>
          <a:noFill/>
          <a:ln>
            <a:noFill/>
          </a:ln>
        </p:spPr>
      </p:pic>
      <p:pic>
        <p:nvPicPr>
          <p:cNvPr id="31" name="Google Shape;31;p2" title="BE-MVP-Icon-Spark_Redux_V3_STRAIGHT_yellow.png"/>
          <p:cNvPicPr preferRelativeResize="0"/>
          <p:nvPr/>
        </p:nvPicPr>
        <p:blipFill rotWithShape="1">
          <a:blip r:embed="rId4">
            <a:alphaModFix/>
          </a:blip>
          <a:srcRect b="2562" l="0" r="0" t="2562"/>
          <a:stretch/>
        </p:blipFill>
        <p:spPr>
          <a:xfrm>
            <a:off x="11999699" y="7352501"/>
            <a:ext cx="881350" cy="892624"/>
          </a:xfrm>
          <a:prstGeom prst="rect">
            <a:avLst/>
          </a:prstGeom>
          <a:noFill/>
          <a:ln>
            <a:noFill/>
          </a:ln>
        </p:spPr>
      </p:pic>
      <p:pic>
        <p:nvPicPr>
          <p:cNvPr id="32" name="Google Shape;32;p2" title="BE-MVP-Icon-Spark_Redux_V3_STRAIGHT_yellow.png"/>
          <p:cNvPicPr preferRelativeResize="0"/>
          <p:nvPr/>
        </p:nvPicPr>
        <p:blipFill rotWithShape="1">
          <a:blip r:embed="rId4">
            <a:alphaModFix/>
          </a:blip>
          <a:srcRect b="2562" l="0" r="0" t="2562"/>
          <a:stretch/>
        </p:blipFill>
        <p:spPr>
          <a:xfrm>
            <a:off x="11352437" y="7313993"/>
            <a:ext cx="361974" cy="366603"/>
          </a:xfrm>
          <a:prstGeom prst="rect">
            <a:avLst/>
          </a:prstGeom>
          <a:noFill/>
          <a:ln>
            <a:noFill/>
          </a:ln>
        </p:spPr>
      </p:pic>
      <p:pic>
        <p:nvPicPr>
          <p:cNvPr id="33" name="Google Shape;33;p2" title="BE-MVP-Icon-Spark_Redux_V3_STRAIGHT_yellow.png"/>
          <p:cNvPicPr preferRelativeResize="0"/>
          <p:nvPr/>
        </p:nvPicPr>
        <p:blipFill rotWithShape="1">
          <a:blip r:embed="rId4">
            <a:alphaModFix/>
          </a:blip>
          <a:srcRect b="2562" l="0" r="0" t="2562"/>
          <a:stretch/>
        </p:blipFill>
        <p:spPr>
          <a:xfrm>
            <a:off x="12677254" y="6820652"/>
            <a:ext cx="229750" cy="232700"/>
          </a:xfrm>
          <a:prstGeom prst="rect">
            <a:avLst/>
          </a:prstGeom>
          <a:noFill/>
          <a:ln>
            <a:noFill/>
          </a:ln>
        </p:spPr>
      </p:pic>
      <p:pic>
        <p:nvPicPr>
          <p:cNvPr id="34" name="Google Shape;34;p2" title="BE-MVP-Icon-Spark_Redux_V3_STRAIGHT_yellow.png"/>
          <p:cNvPicPr preferRelativeResize="0"/>
          <p:nvPr/>
        </p:nvPicPr>
        <p:blipFill rotWithShape="1">
          <a:blip r:embed="rId4">
            <a:alphaModFix/>
          </a:blip>
          <a:srcRect b="2562" l="0" r="0" t="2562"/>
          <a:stretch/>
        </p:blipFill>
        <p:spPr>
          <a:xfrm>
            <a:off x="15709439" y="3054244"/>
            <a:ext cx="163720" cy="165815"/>
          </a:xfrm>
          <a:prstGeom prst="rect">
            <a:avLst/>
          </a:prstGeom>
          <a:noFill/>
          <a:ln>
            <a:noFill/>
          </a:ln>
        </p:spPr>
      </p:pic>
      <p:pic>
        <p:nvPicPr>
          <p:cNvPr id="35" name="Google Shape;35;p2" title="BE-MVP-Icon-Spark_Redux_V3_STRAIGHT_yellow.png"/>
          <p:cNvPicPr preferRelativeResize="0"/>
          <p:nvPr/>
        </p:nvPicPr>
        <p:blipFill rotWithShape="1">
          <a:blip r:embed="rId4">
            <a:alphaModFix/>
          </a:blip>
          <a:srcRect b="2562" l="0" r="0" t="2562"/>
          <a:stretch/>
        </p:blipFill>
        <p:spPr>
          <a:xfrm>
            <a:off x="16388567" y="2606039"/>
            <a:ext cx="558052" cy="565190"/>
          </a:xfrm>
          <a:prstGeom prst="rect">
            <a:avLst/>
          </a:prstGeom>
          <a:noFill/>
          <a:ln>
            <a:noFill/>
          </a:ln>
        </p:spPr>
      </p:pic>
      <p:pic>
        <p:nvPicPr>
          <p:cNvPr id="36" name="Google Shape;36;p2" title="BE-MVP-Icon-Spark_Redux_V3_STRAIGHT_yellow.png"/>
          <p:cNvPicPr preferRelativeResize="0"/>
          <p:nvPr/>
        </p:nvPicPr>
        <p:blipFill rotWithShape="1">
          <a:blip r:embed="rId4">
            <a:alphaModFix/>
          </a:blip>
          <a:srcRect b="2562" l="0" r="0" t="2562"/>
          <a:stretch/>
        </p:blipFill>
        <p:spPr>
          <a:xfrm>
            <a:off x="16208965" y="3413439"/>
            <a:ext cx="311470" cy="315455"/>
          </a:xfrm>
          <a:prstGeom prst="rect">
            <a:avLst/>
          </a:prstGeom>
          <a:noFill/>
          <a:ln>
            <a:noFill/>
          </a:ln>
        </p:spPr>
      </p:pic>
      <p:pic>
        <p:nvPicPr>
          <p:cNvPr descr="HDD_ATH_SALESFORCE_ICON_AGENTFORCE_V3_R2 3.png" id="37" name="Google Shape;37;p2"/>
          <p:cNvPicPr preferRelativeResize="0"/>
          <p:nvPr/>
        </p:nvPicPr>
        <p:blipFill rotWithShape="1">
          <a:blip r:embed="rId5">
            <a:alphaModFix/>
          </a:blip>
          <a:srcRect b="0" l="0" r="0" t="0"/>
          <a:stretch/>
        </p:blipFill>
        <p:spPr>
          <a:xfrm flipH="1" rot="-2797284">
            <a:off x="11241726" y="6097162"/>
            <a:ext cx="1140444" cy="113155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Blue 2">
  <p:cSld name="TITLE_1_1_1">
    <p:bg>
      <p:bgPr>
        <a:solidFill>
          <a:srgbClr val="CFE9FE"/>
        </a:solidFill>
      </p:bgPr>
    </p:bg>
    <p:spTree>
      <p:nvGrpSpPr>
        <p:cNvPr id="38" name="Shape 38"/>
        <p:cNvGrpSpPr/>
        <p:nvPr/>
      </p:nvGrpSpPr>
      <p:grpSpPr>
        <a:xfrm>
          <a:off x="0" y="0"/>
          <a:ext cx="0" cy="0"/>
          <a:chOff x="0" y="0"/>
          <a:chExt cx="0" cy="0"/>
        </a:xfrm>
      </p:grpSpPr>
      <p:pic>
        <p:nvPicPr>
          <p:cNvPr id="39" name="Google Shape;39;p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 name="Google Shape;40;p3"/>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41" name="Google Shape;41;p3"/>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42" name="Google Shape;42;p3"/>
          <p:cNvSpPr txBox="1"/>
          <p:nvPr>
            <p:ph idx="2" type="subTitle"/>
          </p:nvPr>
        </p:nvSpPr>
        <p:spPr>
          <a:xfrm>
            <a:off x="857250" y="8041005"/>
            <a:ext cx="9701100" cy="1161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HDD_ATH_SALESFORCE_ICON_AGENTFORCE_V3_R2 3.png" id="43" name="Google Shape;43;p3"/>
          <p:cNvPicPr preferRelativeResize="0"/>
          <p:nvPr/>
        </p:nvPicPr>
        <p:blipFill rotWithShape="1">
          <a:blip r:embed="rId3">
            <a:alphaModFix/>
          </a:blip>
          <a:srcRect b="0" l="0" r="0" t="0"/>
          <a:stretch/>
        </p:blipFill>
        <p:spPr>
          <a:xfrm flipH="1" rot="-1860002">
            <a:off x="12098632" y="3109020"/>
            <a:ext cx="1315298" cy="1305043"/>
          </a:xfrm>
          <a:prstGeom prst="rect">
            <a:avLst/>
          </a:prstGeom>
          <a:noFill/>
          <a:ln>
            <a:noFill/>
          </a:ln>
        </p:spPr>
      </p:pic>
      <p:pic>
        <p:nvPicPr>
          <p:cNvPr id="44" name="Google Shape;44;p3" title="BE-MVP-Icon-Spark_Redux_V3_STRAIGHT_yellow.png"/>
          <p:cNvPicPr preferRelativeResize="0"/>
          <p:nvPr/>
        </p:nvPicPr>
        <p:blipFill rotWithShape="1">
          <a:blip r:embed="rId4">
            <a:alphaModFix/>
          </a:blip>
          <a:srcRect b="2562" l="0" r="0" t="2562"/>
          <a:stretch/>
        </p:blipFill>
        <p:spPr>
          <a:xfrm>
            <a:off x="12169574" y="5677399"/>
            <a:ext cx="849924" cy="860774"/>
          </a:xfrm>
          <a:prstGeom prst="rect">
            <a:avLst/>
          </a:prstGeom>
          <a:noFill/>
          <a:ln>
            <a:noFill/>
          </a:ln>
        </p:spPr>
      </p:pic>
      <p:pic>
        <p:nvPicPr>
          <p:cNvPr id="45" name="Google Shape;45;p3" title="BE-MVP-Icon-Spark_Redux_V3_STRAIGHT_yellow.png"/>
          <p:cNvPicPr preferRelativeResize="0"/>
          <p:nvPr/>
        </p:nvPicPr>
        <p:blipFill rotWithShape="1">
          <a:blip r:embed="rId4">
            <a:alphaModFix/>
          </a:blip>
          <a:srcRect b="2562" l="0" r="0" t="2562"/>
          <a:stretch/>
        </p:blipFill>
        <p:spPr>
          <a:xfrm>
            <a:off x="11683785" y="5410304"/>
            <a:ext cx="361974" cy="366603"/>
          </a:xfrm>
          <a:prstGeom prst="rect">
            <a:avLst/>
          </a:prstGeom>
          <a:noFill/>
          <a:ln>
            <a:noFill/>
          </a:ln>
        </p:spPr>
      </p:pic>
      <p:pic>
        <p:nvPicPr>
          <p:cNvPr id="46" name="Google Shape;46;p3" title="BE-MVP-Icon-Spark_Redux_V3_STRAIGHT_yellow.png"/>
          <p:cNvPicPr preferRelativeResize="0"/>
          <p:nvPr/>
        </p:nvPicPr>
        <p:blipFill rotWithShape="1">
          <a:blip r:embed="rId4">
            <a:alphaModFix/>
          </a:blip>
          <a:srcRect b="2562" l="0" r="0" t="2562"/>
          <a:stretch/>
        </p:blipFill>
        <p:spPr>
          <a:xfrm>
            <a:off x="12512681" y="4887938"/>
            <a:ext cx="163720" cy="165815"/>
          </a:xfrm>
          <a:prstGeom prst="rect">
            <a:avLst/>
          </a:prstGeom>
          <a:noFill/>
          <a:ln>
            <a:noFill/>
          </a:ln>
        </p:spPr>
      </p:pic>
      <p:pic>
        <p:nvPicPr>
          <p:cNvPr id="47" name="Google Shape;47;p3" title="BE-MVP-Icon-Spark_Redux_V3_STRAIGHT_yellow.png"/>
          <p:cNvPicPr preferRelativeResize="0"/>
          <p:nvPr/>
        </p:nvPicPr>
        <p:blipFill rotWithShape="1">
          <a:blip r:embed="rId4">
            <a:alphaModFix/>
          </a:blip>
          <a:srcRect b="2562" l="0" r="0" t="2562"/>
          <a:stretch/>
        </p:blipFill>
        <p:spPr>
          <a:xfrm>
            <a:off x="16649310" y="2072510"/>
            <a:ext cx="520500" cy="527159"/>
          </a:xfrm>
          <a:prstGeom prst="rect">
            <a:avLst/>
          </a:prstGeom>
          <a:noFill/>
          <a:ln>
            <a:noFill/>
          </a:ln>
        </p:spPr>
      </p:pic>
      <p:pic>
        <p:nvPicPr>
          <p:cNvPr id="48" name="Google Shape;48;p3" title="BE-MVP-Icon-Spark_Redux_V3_STRAIGHT_yellow.png"/>
          <p:cNvPicPr preferRelativeResize="0"/>
          <p:nvPr/>
        </p:nvPicPr>
        <p:blipFill rotWithShape="1">
          <a:blip r:embed="rId4">
            <a:alphaModFix/>
          </a:blip>
          <a:srcRect b="2562" l="0" r="0" t="2562"/>
          <a:stretch/>
        </p:blipFill>
        <p:spPr>
          <a:xfrm>
            <a:off x="16018376" y="3322148"/>
            <a:ext cx="278050" cy="281607"/>
          </a:xfrm>
          <a:prstGeom prst="rect">
            <a:avLst/>
          </a:prstGeom>
          <a:noFill/>
          <a:ln>
            <a:noFill/>
          </a:ln>
        </p:spPr>
      </p:pic>
      <p:pic>
        <p:nvPicPr>
          <p:cNvPr id="49" name="Google Shape;49;p3" title="BE-MVP-Icon-Spark_Redux_V3_STRAIGHT_yellow.png"/>
          <p:cNvPicPr preferRelativeResize="0"/>
          <p:nvPr/>
        </p:nvPicPr>
        <p:blipFill rotWithShape="1">
          <a:blip r:embed="rId4">
            <a:alphaModFix/>
          </a:blip>
          <a:srcRect b="2562" l="0" r="0" t="2562"/>
          <a:stretch/>
        </p:blipFill>
        <p:spPr>
          <a:xfrm>
            <a:off x="17311114" y="3570502"/>
            <a:ext cx="163720" cy="165815"/>
          </a:xfrm>
          <a:prstGeom prst="rect">
            <a:avLst/>
          </a:prstGeom>
          <a:noFill/>
          <a:ln>
            <a:noFill/>
          </a:ln>
        </p:spPr>
      </p:pic>
      <p:pic>
        <p:nvPicPr>
          <p:cNvPr id="50" name="Google Shape;50;p3" title="shadow-1.png"/>
          <p:cNvPicPr preferRelativeResize="0"/>
          <p:nvPr/>
        </p:nvPicPr>
        <p:blipFill>
          <a:blip r:embed="rId5">
            <a:alphaModFix/>
          </a:blip>
          <a:stretch>
            <a:fillRect/>
          </a:stretch>
        </p:blipFill>
        <p:spPr>
          <a:xfrm>
            <a:off x="13273376" y="8360625"/>
            <a:ext cx="4904771" cy="713682"/>
          </a:xfrm>
          <a:prstGeom prst="rect">
            <a:avLst/>
          </a:prstGeom>
          <a:noFill/>
          <a:ln>
            <a:noFill/>
          </a:ln>
        </p:spPr>
      </p:pic>
      <p:pic>
        <p:nvPicPr>
          <p:cNvPr id="51" name="Google Shape;51;p3"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52" name="Google Shape;52;p3"/>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53" name="Google Shape;53;p3"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3">
  <p:cSld name="TITLE_1_1_1_1">
    <p:bg>
      <p:bgPr>
        <a:solidFill>
          <a:schemeClr val="lt1"/>
        </a:solidFill>
      </p:bgPr>
    </p:bg>
    <p:spTree>
      <p:nvGrpSpPr>
        <p:cNvPr id="54" name="Shape 54"/>
        <p:cNvGrpSpPr/>
        <p:nvPr/>
      </p:nvGrpSpPr>
      <p:grpSpPr>
        <a:xfrm>
          <a:off x="0" y="0"/>
          <a:ext cx="0" cy="0"/>
          <a:chOff x="0" y="0"/>
          <a:chExt cx="0" cy="0"/>
        </a:xfrm>
      </p:grpSpPr>
      <p:pic>
        <p:nvPicPr>
          <p:cNvPr id="55" name="Google Shape;55;p4"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6" name="Google Shape;56;p4"/>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57" name="Google Shape;57;p4"/>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58" name="Google Shape;58;p4"/>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9" name="Google Shape;59;p4" title="BE-MVP-Icon-Spark_Redux_V3_STRAIGHT_yellow.png"/>
          <p:cNvPicPr preferRelativeResize="0"/>
          <p:nvPr/>
        </p:nvPicPr>
        <p:blipFill rotWithShape="1">
          <a:blip r:embed="rId3">
            <a:alphaModFix/>
          </a:blip>
          <a:srcRect b="2562" l="0" r="0" t="2562"/>
          <a:stretch/>
        </p:blipFill>
        <p:spPr>
          <a:xfrm>
            <a:off x="16803188" y="3061574"/>
            <a:ext cx="520500" cy="527159"/>
          </a:xfrm>
          <a:prstGeom prst="rect">
            <a:avLst/>
          </a:prstGeom>
          <a:noFill/>
          <a:ln>
            <a:noFill/>
          </a:ln>
        </p:spPr>
      </p:pic>
      <p:pic>
        <p:nvPicPr>
          <p:cNvPr id="60" name="Google Shape;60;p4" title="BE-MVP-Icon-Spark_Redux_V3_STRAIGHT_yellow.png"/>
          <p:cNvPicPr preferRelativeResize="0"/>
          <p:nvPr/>
        </p:nvPicPr>
        <p:blipFill rotWithShape="1">
          <a:blip r:embed="rId3">
            <a:alphaModFix/>
          </a:blip>
          <a:srcRect b="2562" l="0" r="0" t="2562"/>
          <a:stretch/>
        </p:blipFill>
        <p:spPr>
          <a:xfrm>
            <a:off x="16552686" y="2519441"/>
            <a:ext cx="165422" cy="167540"/>
          </a:xfrm>
          <a:prstGeom prst="rect">
            <a:avLst/>
          </a:prstGeom>
          <a:noFill/>
          <a:ln>
            <a:noFill/>
          </a:ln>
        </p:spPr>
      </p:pic>
      <p:pic>
        <p:nvPicPr>
          <p:cNvPr id="61" name="Google Shape;61;p4" title="BE-MVP-Icon-Spark_Redux_V3_STRAIGHT_yellow.png"/>
          <p:cNvPicPr preferRelativeResize="0"/>
          <p:nvPr/>
        </p:nvPicPr>
        <p:blipFill rotWithShape="1">
          <a:blip r:embed="rId3">
            <a:alphaModFix/>
          </a:blip>
          <a:srcRect b="2562" l="0" r="0" t="2562"/>
          <a:stretch/>
        </p:blipFill>
        <p:spPr>
          <a:xfrm>
            <a:off x="16120706" y="3550202"/>
            <a:ext cx="334876" cy="339162"/>
          </a:xfrm>
          <a:prstGeom prst="rect">
            <a:avLst/>
          </a:prstGeom>
          <a:noFill/>
          <a:ln>
            <a:noFill/>
          </a:ln>
        </p:spPr>
      </p:pic>
      <p:pic>
        <p:nvPicPr>
          <p:cNvPr id="62" name="Google Shape;62;p4" title="BE-MVP-Icon-Spark_Redux_V3_STRAIGHT_yellow.png"/>
          <p:cNvPicPr preferRelativeResize="0"/>
          <p:nvPr/>
        </p:nvPicPr>
        <p:blipFill rotWithShape="1">
          <a:blip r:embed="rId3">
            <a:alphaModFix/>
          </a:blip>
          <a:srcRect b="2562" l="0" r="0" t="2562"/>
          <a:stretch/>
        </p:blipFill>
        <p:spPr>
          <a:xfrm>
            <a:off x="12652252" y="7070325"/>
            <a:ext cx="276298" cy="279832"/>
          </a:xfrm>
          <a:prstGeom prst="rect">
            <a:avLst/>
          </a:prstGeom>
          <a:noFill/>
          <a:ln>
            <a:noFill/>
          </a:ln>
        </p:spPr>
      </p:pic>
      <p:pic>
        <p:nvPicPr>
          <p:cNvPr id="63" name="Google Shape;63;p4" title="BE-MVP-Icon-Spark_Redux_V3_STRAIGHT_yellow.png"/>
          <p:cNvPicPr preferRelativeResize="0"/>
          <p:nvPr/>
        </p:nvPicPr>
        <p:blipFill rotWithShape="1">
          <a:blip r:embed="rId3">
            <a:alphaModFix/>
          </a:blip>
          <a:srcRect b="2562" l="0" r="0" t="2562"/>
          <a:stretch/>
        </p:blipFill>
        <p:spPr>
          <a:xfrm>
            <a:off x="12276456" y="6848057"/>
            <a:ext cx="165424" cy="167540"/>
          </a:xfrm>
          <a:prstGeom prst="rect">
            <a:avLst/>
          </a:prstGeom>
          <a:noFill/>
          <a:ln>
            <a:noFill/>
          </a:ln>
        </p:spPr>
      </p:pic>
      <p:pic>
        <p:nvPicPr>
          <p:cNvPr descr="pasted-movie.png" id="64" name="Google Shape;64;p4"/>
          <p:cNvPicPr preferRelativeResize="0"/>
          <p:nvPr/>
        </p:nvPicPr>
        <p:blipFill rotWithShape="1">
          <a:blip r:embed="rId4">
            <a:alphaModFix/>
          </a:blip>
          <a:srcRect b="0" l="0" r="0" t="0"/>
          <a:stretch/>
        </p:blipFill>
        <p:spPr>
          <a:xfrm>
            <a:off x="11739265" y="4619864"/>
            <a:ext cx="2875881" cy="2013548"/>
          </a:xfrm>
          <a:prstGeom prst="rect">
            <a:avLst/>
          </a:prstGeom>
          <a:noFill/>
          <a:ln>
            <a:noFill/>
          </a:ln>
        </p:spPr>
      </p:pic>
      <p:pic>
        <p:nvPicPr>
          <p:cNvPr id="65" name="Google Shape;65;p4" title="shadow-1.png"/>
          <p:cNvPicPr preferRelativeResize="0"/>
          <p:nvPr/>
        </p:nvPicPr>
        <p:blipFill>
          <a:blip r:embed="rId5">
            <a:alphaModFix/>
          </a:blip>
          <a:stretch>
            <a:fillRect/>
          </a:stretch>
        </p:blipFill>
        <p:spPr>
          <a:xfrm>
            <a:off x="14261266" y="8456155"/>
            <a:ext cx="4378650" cy="493975"/>
          </a:xfrm>
          <a:prstGeom prst="rect">
            <a:avLst/>
          </a:prstGeom>
          <a:noFill/>
          <a:ln>
            <a:noFill/>
          </a:ln>
        </p:spPr>
      </p:pic>
      <p:pic>
        <p:nvPicPr>
          <p:cNvPr id="66" name="Google Shape;66;p4" title="Agent_astro.png"/>
          <p:cNvPicPr preferRelativeResize="0"/>
          <p:nvPr/>
        </p:nvPicPr>
        <p:blipFill>
          <a:blip r:embed="rId6">
            <a:alphaModFix/>
          </a:blip>
          <a:stretch>
            <a:fillRect/>
          </a:stretch>
        </p:blipFill>
        <p:spPr>
          <a:xfrm>
            <a:off x="14024742" y="4038825"/>
            <a:ext cx="3352651" cy="46999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p:cSld name="TITLE_1_1_1_1_1">
    <p:bg>
      <p:bgPr>
        <a:solidFill>
          <a:schemeClr val="lt1"/>
        </a:solidFill>
      </p:bgPr>
    </p:bg>
    <p:spTree>
      <p:nvGrpSpPr>
        <p:cNvPr id="67" name="Shape 67"/>
        <p:cNvGrpSpPr/>
        <p:nvPr/>
      </p:nvGrpSpPr>
      <p:grpSpPr>
        <a:xfrm>
          <a:off x="0" y="0"/>
          <a:ext cx="0" cy="0"/>
          <a:chOff x="0" y="0"/>
          <a:chExt cx="0" cy="0"/>
        </a:xfrm>
      </p:grpSpPr>
      <p:pic>
        <p:nvPicPr>
          <p:cNvPr id="68" name="Google Shape;68;p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69" name="Google Shape;69;p5"/>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70" name="Google Shape;70;p5"/>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71" name="Google Shape;71;p5"/>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1">
  <p:cSld name="TITLE_1_1_1_1_1_2">
    <p:bg>
      <p:bgPr>
        <a:gradFill>
          <a:gsLst>
            <a:gs pos="0">
              <a:srgbClr val="02A0FF"/>
            </a:gs>
            <a:gs pos="100000">
              <a:srgbClr val="066AFE"/>
            </a:gs>
          </a:gsLst>
          <a:lin ang="5400700" scaled="0"/>
        </a:gradFill>
      </p:bgPr>
    </p:bg>
    <p:spTree>
      <p:nvGrpSpPr>
        <p:cNvPr id="72" name="Shape 72"/>
        <p:cNvGrpSpPr/>
        <p:nvPr/>
      </p:nvGrpSpPr>
      <p:grpSpPr>
        <a:xfrm>
          <a:off x="0" y="0"/>
          <a:ext cx="0" cy="0"/>
          <a:chOff x="0" y="0"/>
          <a:chExt cx="0" cy="0"/>
        </a:xfrm>
      </p:grpSpPr>
      <p:sp>
        <p:nvSpPr>
          <p:cNvPr id="73" name="Google Shape;73;p6"/>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74" name="Google Shape;74;p6"/>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75" name="Google Shape;75;p6"/>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Blue">
  <p:cSld name="TITLE_1_1_1_1_1_1">
    <p:bg>
      <p:bgPr>
        <a:solidFill>
          <a:schemeClr val="accent6"/>
        </a:solidFill>
      </p:bgPr>
    </p:bg>
    <p:spTree>
      <p:nvGrpSpPr>
        <p:cNvPr id="76" name="Shape 76"/>
        <p:cNvGrpSpPr/>
        <p:nvPr/>
      </p:nvGrpSpPr>
      <p:grpSpPr>
        <a:xfrm>
          <a:off x="0" y="0"/>
          <a:ext cx="0" cy="0"/>
          <a:chOff x="0" y="0"/>
          <a:chExt cx="0" cy="0"/>
        </a:xfrm>
      </p:grpSpPr>
      <p:sp>
        <p:nvSpPr>
          <p:cNvPr id="77" name="Google Shape;77;p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8" name="Google Shape;78;p7"/>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9" name="Google Shape;79;p7"/>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0" name="Google Shape;80;p7"/>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81" name="Google Shape;81;p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White">
  <p:cSld name="TITLE_1_1_1_1_1_1_3">
    <p:bg>
      <p:bgPr>
        <a:solidFill>
          <a:schemeClr val="lt1"/>
        </a:solidFill>
      </p:bgPr>
    </p:bg>
    <p:spTree>
      <p:nvGrpSpPr>
        <p:cNvPr id="82" name="Shape 82"/>
        <p:cNvGrpSpPr/>
        <p:nvPr/>
      </p:nvGrpSpPr>
      <p:grpSpPr>
        <a:xfrm>
          <a:off x="0" y="0"/>
          <a:ext cx="0" cy="0"/>
          <a:chOff x="0" y="0"/>
          <a:chExt cx="0" cy="0"/>
        </a:xfrm>
      </p:grpSpPr>
      <p:sp>
        <p:nvSpPr>
          <p:cNvPr id="83" name="Google Shape;83;p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84" name="Google Shape;84;p8"/>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85" name="Google Shape;85;p8"/>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6" name="Google Shape;86;p8"/>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87" name="Google Shape;87;p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 Blue">
  <p:cSld name="TITLE_1_1_1_1_1_1_1">
    <p:bg>
      <p:bgPr>
        <a:solidFill>
          <a:schemeClr val="accent6"/>
        </a:solidFill>
      </p:bgPr>
    </p:bg>
    <p:spTree>
      <p:nvGrpSpPr>
        <p:cNvPr id="88" name="Shape 88"/>
        <p:cNvGrpSpPr/>
        <p:nvPr/>
      </p:nvGrpSpPr>
      <p:grpSpPr>
        <a:xfrm>
          <a:off x="0" y="0"/>
          <a:ext cx="0" cy="0"/>
          <a:chOff x="0" y="0"/>
          <a:chExt cx="0" cy="0"/>
        </a:xfrm>
      </p:grpSpPr>
      <p:sp>
        <p:nvSpPr>
          <p:cNvPr id="89" name="Google Shape;89;p9"/>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90" name="Google Shape;90;p9"/>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1" name="Google Shape;91;p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92" name="Google Shape;92;p9"/>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93" name="Google Shape;93;p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1 - White">
  <p:cSld name="TITLE_1_1_1_1_1_1_1_2">
    <p:bg>
      <p:bgPr>
        <a:solidFill>
          <a:schemeClr val="lt1"/>
        </a:solidFill>
      </p:bgPr>
    </p:bg>
    <p:spTree>
      <p:nvGrpSpPr>
        <p:cNvPr id="94" name="Shape 94"/>
        <p:cNvGrpSpPr/>
        <p:nvPr/>
      </p:nvGrpSpPr>
      <p:grpSpPr>
        <a:xfrm>
          <a:off x="0" y="0"/>
          <a:ext cx="0" cy="0"/>
          <a:chOff x="0" y="0"/>
          <a:chExt cx="0" cy="0"/>
        </a:xfrm>
      </p:grpSpPr>
      <p:sp>
        <p:nvSpPr>
          <p:cNvPr id="95" name="Google Shape;95;p10"/>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96" name="Google Shape;96;p10"/>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7" name="Google Shape;97;p10"/>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98" name="Google Shape;98;p10"/>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99" name="Google Shape;99;p1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Blue">
  <p:cSld name="TITLE_1_1_1_1_1_1_1_1">
    <p:bg>
      <p:bgPr>
        <a:solidFill>
          <a:schemeClr val="accent6"/>
        </a:solidFill>
      </p:bgPr>
    </p:bg>
    <p:spTree>
      <p:nvGrpSpPr>
        <p:cNvPr id="100" name="Shape 100"/>
        <p:cNvGrpSpPr/>
        <p:nvPr/>
      </p:nvGrpSpPr>
      <p:grpSpPr>
        <a:xfrm>
          <a:off x="0" y="0"/>
          <a:ext cx="0" cy="0"/>
          <a:chOff x="0" y="0"/>
          <a:chExt cx="0" cy="0"/>
        </a:xfrm>
      </p:grpSpPr>
      <p:sp>
        <p:nvSpPr>
          <p:cNvPr id="101" name="Google Shape;101;p11"/>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2" name="Google Shape;102;p11"/>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3" name="Google Shape;103;p1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04" name="Google Shape;104;p11"/>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05" name="Google Shape;105;p11"/>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06" name="Google Shape;106;p1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White">
  <p:cSld name="TITLE_1_1_1_1_1_1_1_1_2">
    <p:bg>
      <p:bgPr>
        <a:solidFill>
          <a:srgbClr val="FFFEFE"/>
        </a:solidFill>
      </p:bgPr>
    </p:bg>
    <p:spTree>
      <p:nvGrpSpPr>
        <p:cNvPr id="107" name="Shape 107"/>
        <p:cNvGrpSpPr/>
        <p:nvPr/>
      </p:nvGrpSpPr>
      <p:grpSpPr>
        <a:xfrm>
          <a:off x="0" y="0"/>
          <a:ext cx="0" cy="0"/>
          <a:chOff x="0" y="0"/>
          <a:chExt cx="0" cy="0"/>
        </a:xfrm>
      </p:grpSpPr>
      <p:sp>
        <p:nvSpPr>
          <p:cNvPr id="108" name="Google Shape;108;p12"/>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9" name="Google Shape;109;p12"/>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10" name="Google Shape;110;p1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1" name="Google Shape;111;p12"/>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12" name="Google Shape;112;p12"/>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13" name="Google Shape;113;p12"/>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 Blue">
  <p:cSld name="TITLE_1_1_1_1_1_1_1_1_1">
    <p:bg>
      <p:bgPr>
        <a:solidFill>
          <a:schemeClr val="accent6"/>
        </a:solidFill>
      </p:bgPr>
    </p:bg>
    <p:spTree>
      <p:nvGrpSpPr>
        <p:cNvPr id="114" name="Shape 114"/>
        <p:cNvGrpSpPr/>
        <p:nvPr/>
      </p:nvGrpSpPr>
      <p:grpSpPr>
        <a:xfrm>
          <a:off x="0" y="0"/>
          <a:ext cx="0" cy="0"/>
          <a:chOff x="0" y="0"/>
          <a:chExt cx="0" cy="0"/>
        </a:xfrm>
      </p:grpSpPr>
      <p:sp>
        <p:nvSpPr>
          <p:cNvPr id="115" name="Google Shape;115;p13"/>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16" name="Google Shape;116;p1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7" name="Google Shape;117;p13"/>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18" name="Google Shape;118;p13"/>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19" name="Google Shape;119;p13"/>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0" name="Google Shape;120;p13"/>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21" name="Google Shape;121;p1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1 - White">
  <p:cSld name="TITLE_1_1_1_1_1_1_1_1_1_1">
    <p:bg>
      <p:bgPr>
        <a:solidFill>
          <a:srgbClr val="FFFEFE"/>
        </a:solidFill>
      </p:bgPr>
    </p:bg>
    <p:spTree>
      <p:nvGrpSpPr>
        <p:cNvPr id="122" name="Shape 122"/>
        <p:cNvGrpSpPr/>
        <p:nvPr/>
      </p:nvGrpSpPr>
      <p:grpSpPr>
        <a:xfrm>
          <a:off x="0" y="0"/>
          <a:ext cx="0" cy="0"/>
          <a:chOff x="0" y="0"/>
          <a:chExt cx="0" cy="0"/>
        </a:xfrm>
      </p:grpSpPr>
      <p:sp>
        <p:nvSpPr>
          <p:cNvPr id="123" name="Google Shape;123;p14"/>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4" name="Google Shape;124;p1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25" name="Google Shape;125;p14"/>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26" name="Google Shape;126;p14"/>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27" name="Google Shape;127;p14"/>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8" name="Google Shape;128;p14"/>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29" name="Google Shape;129;p1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p:cSld name="CUSTOM">
    <p:bg>
      <p:bgPr>
        <a:solidFill>
          <a:schemeClr val="accent6"/>
        </a:solidFill>
      </p:bgPr>
    </p:bg>
    <p:spTree>
      <p:nvGrpSpPr>
        <p:cNvPr id="130" name="Shape 13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p:cSld name="CUSTOM_1">
    <p:bg>
      <p:bgPr>
        <a:solidFill>
          <a:schemeClr val="accent6"/>
        </a:solidFill>
      </p:bgPr>
    </p:bg>
    <p:spTree>
      <p:nvGrpSpPr>
        <p:cNvPr id="131" name="Shape 131"/>
        <p:cNvGrpSpPr/>
        <p:nvPr/>
      </p:nvGrpSpPr>
      <p:grpSpPr>
        <a:xfrm>
          <a:off x="0" y="0"/>
          <a:ext cx="0" cy="0"/>
          <a:chOff x="0" y="0"/>
          <a:chExt cx="0" cy="0"/>
        </a:xfrm>
      </p:grpSpPr>
      <p:pic>
        <p:nvPicPr>
          <p:cNvPr id="132" name="Google Shape;132;p1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Image Right">
  <p:cSld name="TITLE_1_1_1_1_1_1_1_1_1_1_1_1">
    <p:bg>
      <p:bgPr>
        <a:solidFill>
          <a:schemeClr val="accent6"/>
        </a:solidFill>
      </p:bgPr>
    </p:bg>
    <p:spTree>
      <p:nvGrpSpPr>
        <p:cNvPr id="133" name="Shape 133"/>
        <p:cNvGrpSpPr/>
        <p:nvPr/>
      </p:nvGrpSpPr>
      <p:grpSpPr>
        <a:xfrm>
          <a:off x="0" y="0"/>
          <a:ext cx="0" cy="0"/>
          <a:chOff x="0" y="0"/>
          <a:chExt cx="0" cy="0"/>
        </a:xfrm>
      </p:grpSpPr>
      <p:sp>
        <p:nvSpPr>
          <p:cNvPr id="134" name="Google Shape;134;p17"/>
          <p:cNvSpPr txBox="1"/>
          <p:nvPr>
            <p:ph type="title"/>
          </p:nvPr>
        </p:nvSpPr>
        <p:spPr>
          <a:xfrm>
            <a:off x="857250" y="838200"/>
            <a:ext cx="108585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35" name="Google Shape;135;p17"/>
          <p:cNvSpPr txBox="1"/>
          <p:nvPr>
            <p:ph idx="1" type="subTitle"/>
          </p:nvPr>
        </p:nvSpPr>
        <p:spPr>
          <a:xfrm>
            <a:off x="857250" y="2468880"/>
            <a:ext cx="10858500" cy="8571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36" name="Google Shape;136;p17"/>
          <p:cNvSpPr txBox="1"/>
          <p:nvPr>
            <p:ph idx="2"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37" name="Google Shape;137;p17"/>
          <p:cNvSpPr txBox="1"/>
          <p:nvPr>
            <p:ph idx="3" type="body"/>
          </p:nvPr>
        </p:nvSpPr>
        <p:spPr>
          <a:xfrm>
            <a:off x="857250" y="3399472"/>
            <a:ext cx="10858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38" name="Google Shape;138;p17"/>
          <p:cNvPicPr preferRelativeResize="0"/>
          <p:nvPr/>
        </p:nvPicPr>
        <p:blipFill>
          <a:blip r:embed="rId2">
            <a:alphaModFix/>
          </a:blip>
          <a:stretch>
            <a:fillRect/>
          </a:stretch>
        </p:blipFill>
        <p:spPr>
          <a:xfrm>
            <a:off x="16459200" y="8989629"/>
            <a:ext cx="953599" cy="667523"/>
          </a:xfrm>
          <a:prstGeom prst="rect">
            <a:avLst/>
          </a:prstGeom>
          <a:noFill/>
          <a:ln>
            <a:noFill/>
          </a:ln>
        </p:spPr>
      </p:pic>
      <p:sp>
        <p:nvSpPr>
          <p:cNvPr id="139" name="Google Shape;139;p17"/>
          <p:cNvSpPr/>
          <p:nvPr>
            <p:ph idx="4" type="pic"/>
          </p:nvPr>
        </p:nvSpPr>
        <p:spPr>
          <a:xfrm>
            <a:off x="12287250" y="855345"/>
            <a:ext cx="5142600" cy="7728600"/>
          </a:xfrm>
          <a:prstGeom prst="roundRect">
            <a:avLst>
              <a:gd fmla="val 7640" name="adj"/>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Large Image Right">
  <p:cSld name="TITLE_1_1_1_1_1_1_1_1_1_1_1_1_1_1_1">
    <p:bg>
      <p:bgPr>
        <a:solidFill>
          <a:schemeClr val="accent6"/>
        </a:solidFill>
      </p:bgPr>
    </p:bg>
    <p:spTree>
      <p:nvGrpSpPr>
        <p:cNvPr id="140" name="Shape 140"/>
        <p:cNvGrpSpPr/>
        <p:nvPr/>
      </p:nvGrpSpPr>
      <p:grpSpPr>
        <a:xfrm>
          <a:off x="0" y="0"/>
          <a:ext cx="0" cy="0"/>
          <a:chOff x="0" y="0"/>
          <a:chExt cx="0" cy="0"/>
        </a:xfrm>
      </p:grpSpPr>
      <p:sp>
        <p:nvSpPr>
          <p:cNvPr id="141" name="Google Shape;141;p18"/>
          <p:cNvSpPr/>
          <p:nvPr>
            <p:ph idx="2" type="pic"/>
          </p:nvPr>
        </p:nvSpPr>
        <p:spPr>
          <a:xfrm>
            <a:off x="9151620" y="0"/>
            <a:ext cx="9394500" cy="10295700"/>
          </a:xfrm>
          <a:prstGeom prst="roundRect">
            <a:avLst>
              <a:gd fmla="val 3341" name="adj"/>
            </a:avLst>
          </a:prstGeom>
          <a:noFill/>
          <a:ln>
            <a:noFill/>
          </a:ln>
        </p:spPr>
      </p:sp>
      <p:sp>
        <p:nvSpPr>
          <p:cNvPr id="142" name="Google Shape;142;p18"/>
          <p:cNvSpPr txBox="1"/>
          <p:nvPr>
            <p:ph type="title"/>
          </p:nvPr>
        </p:nvSpPr>
        <p:spPr>
          <a:xfrm>
            <a:off x="857250" y="838200"/>
            <a:ext cx="77154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3" name="Google Shape;143;p18"/>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44" name="Google Shape;144;p18"/>
          <p:cNvSpPr txBox="1"/>
          <p:nvPr>
            <p:ph idx="3"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45" name="Google Shape;145;p18"/>
          <p:cNvSpPr txBox="1"/>
          <p:nvPr>
            <p:ph idx="4" type="body"/>
          </p:nvPr>
        </p:nvSpPr>
        <p:spPr>
          <a:xfrm>
            <a:off x="857250" y="3399472"/>
            <a:ext cx="7715100" cy="5737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46" name="Google Shape;146;p18"/>
          <p:cNvPicPr preferRelativeResize="0"/>
          <p:nvPr/>
        </p:nvPicPr>
        <p:blipFill>
          <a:blip r:embed="rId2">
            <a:alphaModFix/>
          </a:blip>
          <a:stretch>
            <a:fillRect/>
          </a:stretch>
        </p:blipFill>
        <p:spPr>
          <a:xfrm>
            <a:off x="16459200" y="8989629"/>
            <a:ext cx="953599" cy="66752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Split Screen">
  <p:cSld name="TITLE_1_1_1_1_1_1_1_1_1_1_1_1_1_1_1_1_1_1">
    <p:bg>
      <p:bgPr>
        <a:solidFill>
          <a:schemeClr val="accent6"/>
        </a:solidFill>
      </p:bgPr>
    </p:bg>
    <p:spTree>
      <p:nvGrpSpPr>
        <p:cNvPr id="147" name="Shape 147"/>
        <p:cNvGrpSpPr/>
        <p:nvPr/>
      </p:nvGrpSpPr>
      <p:grpSpPr>
        <a:xfrm>
          <a:off x="0" y="0"/>
          <a:ext cx="0" cy="0"/>
          <a:chOff x="0" y="0"/>
          <a:chExt cx="0" cy="0"/>
        </a:xfrm>
      </p:grpSpPr>
      <p:sp>
        <p:nvSpPr>
          <p:cNvPr id="148" name="Google Shape;148;p19"/>
          <p:cNvSpPr txBox="1"/>
          <p:nvPr>
            <p:ph idx="1" type="body"/>
          </p:nvPr>
        </p:nvSpPr>
        <p:spPr>
          <a:xfrm>
            <a:off x="857250" y="3399472"/>
            <a:ext cx="7620000" cy="57378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149" name="Google Shape;149;p19"/>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150" name="Google Shape;150;p1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51" name="Google Shape;151;p19"/>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2" name="Google Shape;152;p19"/>
          <p:cNvSpPr txBox="1"/>
          <p:nvPr>
            <p:ph idx="2"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53" name="Google Shape;153;p19"/>
          <p:cNvSpPr txBox="1"/>
          <p:nvPr>
            <p:ph idx="3" type="body"/>
          </p:nvPr>
        </p:nvSpPr>
        <p:spPr>
          <a:xfrm>
            <a:off x="857250" y="9620250"/>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Blue">
  <p:cSld name="TITLE_1_1_1_1_1_1_1_1_1_1_1_1_1_1_1_1_1_1_1_1">
    <p:bg>
      <p:bgPr>
        <a:solidFill>
          <a:schemeClr val="accent6"/>
        </a:solidFill>
      </p:bgPr>
    </p:bg>
    <p:spTree>
      <p:nvGrpSpPr>
        <p:cNvPr id="154" name="Shape 154"/>
        <p:cNvGrpSpPr/>
        <p:nvPr/>
      </p:nvGrpSpPr>
      <p:grpSpPr>
        <a:xfrm>
          <a:off x="0" y="0"/>
          <a:ext cx="0" cy="0"/>
          <a:chOff x="0" y="0"/>
          <a:chExt cx="0" cy="0"/>
        </a:xfrm>
      </p:grpSpPr>
      <p:sp>
        <p:nvSpPr>
          <p:cNvPr id="155" name="Google Shape;155;p20"/>
          <p:cNvSpPr/>
          <p:nvPr/>
        </p:nvSpPr>
        <p:spPr>
          <a:xfrm>
            <a:off x="857250" y="2854969"/>
            <a:ext cx="165735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56" name="Google Shape;156;p20"/>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57" name="Google Shape;157;p2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8" name="Google Shape;158;p20"/>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59" name="Google Shape;159;p20"/>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60" name="Google Shape;160;p2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White">
  <p:cSld name="TITLE_1_1_1_1_1_1_1_1_1_1_1_1_1_1_1_1_1_1_1_1_2_1">
    <p:bg>
      <p:bgPr>
        <a:solidFill>
          <a:srgbClr val="FFFEFE"/>
        </a:solidFill>
      </p:bgPr>
    </p:bg>
    <p:spTree>
      <p:nvGrpSpPr>
        <p:cNvPr id="161" name="Shape 161"/>
        <p:cNvGrpSpPr/>
        <p:nvPr/>
      </p:nvGrpSpPr>
      <p:grpSpPr>
        <a:xfrm>
          <a:off x="0" y="0"/>
          <a:ext cx="0" cy="0"/>
          <a:chOff x="0" y="0"/>
          <a:chExt cx="0" cy="0"/>
        </a:xfrm>
      </p:grpSpPr>
      <p:sp>
        <p:nvSpPr>
          <p:cNvPr id="162" name="Google Shape;162;p21"/>
          <p:cNvSpPr/>
          <p:nvPr/>
        </p:nvSpPr>
        <p:spPr>
          <a:xfrm>
            <a:off x="857250" y="2854969"/>
            <a:ext cx="165735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63" name="Google Shape;163;p21"/>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64" name="Google Shape;164;p2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5" name="Google Shape;165;p21"/>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6" name="Google Shape;166;p21"/>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67" name="Google Shape;167;p2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Blue">
  <p:cSld name="TITLE_1_1_1_1_1_1_1_1_1_1_1_1_1_1_1_1_1_1_1_1_2_2">
    <p:bg>
      <p:bgPr>
        <a:solidFill>
          <a:schemeClr val="accent6"/>
        </a:solidFill>
      </p:bgPr>
    </p:bg>
    <p:spTree>
      <p:nvGrpSpPr>
        <p:cNvPr id="168" name="Shape 168"/>
        <p:cNvGrpSpPr/>
        <p:nvPr/>
      </p:nvGrpSpPr>
      <p:grpSpPr>
        <a:xfrm>
          <a:off x="0" y="0"/>
          <a:ext cx="0" cy="0"/>
          <a:chOff x="0" y="0"/>
          <a:chExt cx="0" cy="0"/>
        </a:xfrm>
      </p:grpSpPr>
      <p:sp>
        <p:nvSpPr>
          <p:cNvPr id="169" name="Google Shape;169;p22"/>
          <p:cNvSpPr/>
          <p:nvPr/>
        </p:nvSpPr>
        <p:spPr>
          <a:xfrm>
            <a:off x="857250" y="2432700"/>
            <a:ext cx="16573500" cy="71781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70" name="Google Shape;170;p2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1" name="Google Shape;171;p2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72" name="Google Shape;172;p22"/>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73" name="Google Shape;173;p2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74" name="Google Shape;174;p22"/>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White">
  <p:cSld name="TITLE_1_1_1_1_1_1_1_1_1_1_1_1_1_1_1_1_1_1_1_1_2_2_1">
    <p:bg>
      <p:bgPr>
        <a:solidFill>
          <a:schemeClr val="lt1"/>
        </a:solidFill>
      </p:bgPr>
    </p:bg>
    <p:spTree>
      <p:nvGrpSpPr>
        <p:cNvPr id="175" name="Shape 175"/>
        <p:cNvGrpSpPr/>
        <p:nvPr/>
      </p:nvGrpSpPr>
      <p:grpSpPr>
        <a:xfrm>
          <a:off x="0" y="0"/>
          <a:ext cx="0" cy="0"/>
          <a:chOff x="0" y="0"/>
          <a:chExt cx="0" cy="0"/>
        </a:xfrm>
      </p:grpSpPr>
      <p:sp>
        <p:nvSpPr>
          <p:cNvPr id="176" name="Google Shape;176;p23"/>
          <p:cNvSpPr/>
          <p:nvPr/>
        </p:nvSpPr>
        <p:spPr>
          <a:xfrm>
            <a:off x="857250" y="2432700"/>
            <a:ext cx="16573500" cy="71781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77" name="Google Shape;177;p2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8" name="Google Shape;178;p2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79" name="Google Shape;179;p2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80" name="Google Shape;180;p2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81" name="Google Shape;181;p23"/>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Blue">
  <p:cSld name="TITLE_1_1_1_1_1_1_1_1_1_1_1_1_1_1_1_1_1_1_1_1_1">
    <p:bg>
      <p:bgPr>
        <a:solidFill>
          <a:schemeClr val="accent6"/>
        </a:solidFill>
      </p:bgPr>
    </p:bg>
    <p:spTree>
      <p:nvGrpSpPr>
        <p:cNvPr id="182" name="Shape 182"/>
        <p:cNvGrpSpPr/>
        <p:nvPr/>
      </p:nvGrpSpPr>
      <p:grpSpPr>
        <a:xfrm>
          <a:off x="0" y="0"/>
          <a:ext cx="0" cy="0"/>
          <a:chOff x="0" y="0"/>
          <a:chExt cx="0" cy="0"/>
        </a:xfrm>
      </p:grpSpPr>
      <p:sp>
        <p:nvSpPr>
          <p:cNvPr id="183" name="Google Shape;183;p24"/>
          <p:cNvSpPr/>
          <p:nvPr/>
        </p:nvSpPr>
        <p:spPr>
          <a:xfrm>
            <a:off x="857250"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84" name="Google Shape;184;p24"/>
          <p:cNvSpPr/>
          <p:nvPr/>
        </p:nvSpPr>
        <p:spPr>
          <a:xfrm>
            <a:off x="9425372"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85" name="Google Shape;185;p2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6" name="Google Shape;186;p2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87" name="Google Shape;187;p24"/>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88" name="Google Shape;188;p24"/>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89" name="Google Shape;189;p24"/>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90" name="Google Shape;190;p2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White">
  <p:cSld name="TITLE_1_1_1_1_1_1_1_1_1_1_1_1_1_1_1_1_1_1_1_1_1_2_1">
    <p:bg>
      <p:bgPr>
        <a:solidFill>
          <a:srgbClr val="FFFEFE"/>
        </a:solidFill>
      </p:bgPr>
    </p:bg>
    <p:spTree>
      <p:nvGrpSpPr>
        <p:cNvPr id="191" name="Shape 191"/>
        <p:cNvGrpSpPr/>
        <p:nvPr/>
      </p:nvGrpSpPr>
      <p:grpSpPr>
        <a:xfrm>
          <a:off x="0" y="0"/>
          <a:ext cx="0" cy="0"/>
          <a:chOff x="0" y="0"/>
          <a:chExt cx="0" cy="0"/>
        </a:xfrm>
      </p:grpSpPr>
      <p:sp>
        <p:nvSpPr>
          <p:cNvPr id="192" name="Google Shape;192;p25"/>
          <p:cNvSpPr/>
          <p:nvPr/>
        </p:nvSpPr>
        <p:spPr>
          <a:xfrm>
            <a:off x="857250"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93" name="Google Shape;193;p25"/>
          <p:cNvSpPr/>
          <p:nvPr/>
        </p:nvSpPr>
        <p:spPr>
          <a:xfrm>
            <a:off x="9425372"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94" name="Google Shape;194;p2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5" name="Google Shape;195;p25"/>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96" name="Google Shape;196;p25"/>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97" name="Google Shape;197;p25"/>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98" name="Google Shape;198;p25"/>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99" name="Google Shape;199;p2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Blue">
  <p:cSld name="TITLE_1_1_1_1_1_1_1_1_1_1_1_1_1_1_1_1_1_1_1_1_1_1">
    <p:bg>
      <p:bgPr>
        <a:solidFill>
          <a:schemeClr val="accent6"/>
        </a:solidFill>
      </p:bgPr>
    </p:bg>
    <p:spTree>
      <p:nvGrpSpPr>
        <p:cNvPr id="200" name="Shape 200"/>
        <p:cNvGrpSpPr/>
        <p:nvPr/>
      </p:nvGrpSpPr>
      <p:grpSpPr>
        <a:xfrm>
          <a:off x="0" y="0"/>
          <a:ext cx="0" cy="0"/>
          <a:chOff x="0" y="0"/>
          <a:chExt cx="0" cy="0"/>
        </a:xfrm>
      </p:grpSpPr>
      <p:sp>
        <p:nvSpPr>
          <p:cNvPr id="201" name="Google Shape;201;p26"/>
          <p:cNvSpPr/>
          <p:nvPr/>
        </p:nvSpPr>
        <p:spPr>
          <a:xfrm>
            <a:off x="85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2" name="Google Shape;202;p26"/>
          <p:cNvSpPr/>
          <p:nvPr/>
        </p:nvSpPr>
        <p:spPr>
          <a:xfrm>
            <a:off x="6572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3" name="Google Shape;203;p26"/>
          <p:cNvSpPr/>
          <p:nvPr/>
        </p:nvSpPr>
        <p:spPr>
          <a:xfrm>
            <a:off x="1228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4" name="Google Shape;204;p2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05" name="Google Shape;205;p2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06" name="Google Shape;206;p2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07" name="Google Shape;207;p26"/>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08" name="Google Shape;208;p26"/>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09" name="Google Shape;209;p26"/>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10" name="Google Shape;210;p2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White">
  <p:cSld name="TITLE_1_1_1_1_1_1_1_1_1_1_1_1_1_1_1_1_1_1_1_1_1_1_2">
    <p:bg>
      <p:bgPr>
        <a:solidFill>
          <a:schemeClr val="lt1"/>
        </a:solidFill>
      </p:bgPr>
    </p:bg>
    <p:spTree>
      <p:nvGrpSpPr>
        <p:cNvPr id="211" name="Shape 211"/>
        <p:cNvGrpSpPr/>
        <p:nvPr/>
      </p:nvGrpSpPr>
      <p:grpSpPr>
        <a:xfrm>
          <a:off x="0" y="0"/>
          <a:ext cx="0" cy="0"/>
          <a:chOff x="0" y="0"/>
          <a:chExt cx="0" cy="0"/>
        </a:xfrm>
      </p:grpSpPr>
      <p:sp>
        <p:nvSpPr>
          <p:cNvPr id="212" name="Google Shape;212;p27"/>
          <p:cNvSpPr/>
          <p:nvPr/>
        </p:nvSpPr>
        <p:spPr>
          <a:xfrm>
            <a:off x="85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3" name="Google Shape;213;p27"/>
          <p:cNvSpPr/>
          <p:nvPr/>
        </p:nvSpPr>
        <p:spPr>
          <a:xfrm>
            <a:off x="6572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4" name="Google Shape;214;p27"/>
          <p:cNvSpPr/>
          <p:nvPr/>
        </p:nvSpPr>
        <p:spPr>
          <a:xfrm>
            <a:off x="1228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5" name="Google Shape;215;p2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16" name="Google Shape;216;p27"/>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17" name="Google Shape;217;p27"/>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18" name="Google Shape;218;p27"/>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19" name="Google Shape;219;p27"/>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20" name="Google Shape;220;p27"/>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21" name="Google Shape;221;p2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Blue">
  <p:cSld name="TITLE_1_1_1_1_1_1_1_1_1_1_1_1_1_1_1_1_1_1_1_1_1_1_1">
    <p:bg>
      <p:bgPr>
        <a:solidFill>
          <a:schemeClr val="accent6"/>
        </a:solidFill>
      </p:bgPr>
    </p:bg>
    <p:spTree>
      <p:nvGrpSpPr>
        <p:cNvPr id="222" name="Shape 222"/>
        <p:cNvGrpSpPr/>
        <p:nvPr/>
      </p:nvGrpSpPr>
      <p:grpSpPr>
        <a:xfrm>
          <a:off x="0" y="0"/>
          <a:ext cx="0" cy="0"/>
          <a:chOff x="0" y="0"/>
          <a:chExt cx="0" cy="0"/>
        </a:xfrm>
      </p:grpSpPr>
      <p:sp>
        <p:nvSpPr>
          <p:cNvPr id="223" name="Google Shape;223;p28"/>
          <p:cNvSpPr/>
          <p:nvPr/>
        </p:nvSpPr>
        <p:spPr>
          <a:xfrm>
            <a:off x="85725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4" name="Google Shape;224;p28"/>
          <p:cNvSpPr/>
          <p:nvPr/>
        </p:nvSpPr>
        <p:spPr>
          <a:xfrm>
            <a:off x="5145917"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5" name="Google Shape;225;p28"/>
          <p:cNvSpPr/>
          <p:nvPr/>
        </p:nvSpPr>
        <p:spPr>
          <a:xfrm>
            <a:off x="9434585"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6" name="Google Shape;226;p28"/>
          <p:cNvSpPr/>
          <p:nvPr/>
        </p:nvSpPr>
        <p:spPr>
          <a:xfrm>
            <a:off x="1371600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7" name="Google Shape;227;p2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28" name="Google Shape;228;p28"/>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29" name="Google Shape;229;p28"/>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30" name="Google Shape;230;p28"/>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1" name="Google Shape;231;p28"/>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2" name="Google Shape;232;p28"/>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3" name="Google Shape;233;p28"/>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34" name="Google Shape;234;p2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White">
  <p:cSld name="TITLE_1_1_1_1_1_1_1_1_1_1_1_1_1_1_1_1_1_1_1_1_1_1_1_2_1">
    <p:bg>
      <p:bgPr>
        <a:solidFill>
          <a:srgbClr val="FFFEFE"/>
        </a:solidFill>
      </p:bgPr>
    </p:bg>
    <p:spTree>
      <p:nvGrpSpPr>
        <p:cNvPr id="235" name="Shape 235"/>
        <p:cNvGrpSpPr/>
        <p:nvPr/>
      </p:nvGrpSpPr>
      <p:grpSpPr>
        <a:xfrm>
          <a:off x="0" y="0"/>
          <a:ext cx="0" cy="0"/>
          <a:chOff x="0" y="0"/>
          <a:chExt cx="0" cy="0"/>
        </a:xfrm>
      </p:grpSpPr>
      <p:sp>
        <p:nvSpPr>
          <p:cNvPr id="236" name="Google Shape;236;p29"/>
          <p:cNvSpPr/>
          <p:nvPr/>
        </p:nvSpPr>
        <p:spPr>
          <a:xfrm>
            <a:off x="85725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7" name="Google Shape;237;p29"/>
          <p:cNvSpPr/>
          <p:nvPr/>
        </p:nvSpPr>
        <p:spPr>
          <a:xfrm>
            <a:off x="5145917"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8" name="Google Shape;238;p29"/>
          <p:cNvSpPr/>
          <p:nvPr/>
        </p:nvSpPr>
        <p:spPr>
          <a:xfrm>
            <a:off x="9434585"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9" name="Google Shape;239;p29"/>
          <p:cNvSpPr/>
          <p:nvPr/>
        </p:nvSpPr>
        <p:spPr>
          <a:xfrm>
            <a:off x="1371600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40" name="Google Shape;240;p2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241" name="Google Shape;241;p2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42" name="Google Shape;242;p2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43" name="Google Shape;243;p29"/>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4" name="Google Shape;244;p29"/>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5" name="Google Shape;245;p29"/>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6" name="Google Shape;246;p29"/>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47" name="Google Shape;247;p2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Astro">
  <p:cSld name="TITLE_1_1_1_1_1_1_1_1_1_1_1_1_1_1_1_1_1_1_1_1_1_1_1_1_3">
    <p:bg>
      <p:bgPr>
        <a:solidFill>
          <a:schemeClr val="accent6"/>
        </a:solidFill>
      </p:bgPr>
    </p:bg>
    <p:spTree>
      <p:nvGrpSpPr>
        <p:cNvPr id="248" name="Shape 248"/>
        <p:cNvGrpSpPr/>
        <p:nvPr/>
      </p:nvGrpSpPr>
      <p:grpSpPr>
        <a:xfrm>
          <a:off x="0" y="0"/>
          <a:ext cx="0" cy="0"/>
          <a:chOff x="0" y="0"/>
          <a:chExt cx="0" cy="0"/>
        </a:xfrm>
      </p:grpSpPr>
      <p:pic>
        <p:nvPicPr>
          <p:cNvPr descr="alt=&quot;&quot;" id="249" name="Google Shape;249;p30"/>
          <p:cNvPicPr preferRelativeResize="0"/>
          <p:nvPr/>
        </p:nvPicPr>
        <p:blipFill rotWithShape="1">
          <a:blip r:embed="rId2">
            <a:alphaModFix/>
          </a:blip>
          <a:srcRect b="0" l="0" r="0" t="0"/>
          <a:stretch/>
        </p:blipFill>
        <p:spPr>
          <a:xfrm rot="-1107206">
            <a:off x="1389316" y="2684208"/>
            <a:ext cx="485211" cy="491419"/>
          </a:xfrm>
          <a:prstGeom prst="rect">
            <a:avLst/>
          </a:prstGeom>
          <a:noFill/>
          <a:ln>
            <a:noFill/>
          </a:ln>
        </p:spPr>
      </p:pic>
      <p:pic>
        <p:nvPicPr>
          <p:cNvPr descr="alt=&quot;&quot;" id="250" name="Google Shape;250;p30"/>
          <p:cNvPicPr preferRelativeResize="0"/>
          <p:nvPr/>
        </p:nvPicPr>
        <p:blipFill rotWithShape="1">
          <a:blip r:embed="rId2">
            <a:alphaModFix/>
          </a:blip>
          <a:srcRect b="0" l="0" r="0" t="0"/>
          <a:stretch/>
        </p:blipFill>
        <p:spPr>
          <a:xfrm rot="613168">
            <a:off x="16191756" y="4305922"/>
            <a:ext cx="339935" cy="344269"/>
          </a:xfrm>
          <a:prstGeom prst="rect">
            <a:avLst/>
          </a:prstGeom>
          <a:noFill/>
          <a:ln>
            <a:noFill/>
          </a:ln>
        </p:spPr>
      </p:pic>
      <p:pic>
        <p:nvPicPr>
          <p:cNvPr id="251" name="Google Shape;251;p30" title="astro.png"/>
          <p:cNvPicPr preferRelativeResize="0"/>
          <p:nvPr/>
        </p:nvPicPr>
        <p:blipFill rotWithShape="1">
          <a:blip r:embed="rId3">
            <a:alphaModFix/>
          </a:blip>
          <a:srcRect b="0" l="10" r="10" t="0"/>
          <a:stretch/>
        </p:blipFill>
        <p:spPr>
          <a:xfrm>
            <a:off x="14226100" y="5326975"/>
            <a:ext cx="3498100" cy="4264350"/>
          </a:xfrm>
          <a:prstGeom prst="rect">
            <a:avLst/>
          </a:prstGeom>
          <a:noFill/>
          <a:ln>
            <a:noFill/>
          </a:ln>
        </p:spPr>
      </p:pic>
      <p:sp>
        <p:nvSpPr>
          <p:cNvPr id="252" name="Google Shape;252;p30"/>
          <p:cNvSpPr/>
          <p:nvPr/>
        </p:nvSpPr>
        <p:spPr>
          <a:xfrm>
            <a:off x="4544129"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53" name="Google Shape;253;p30"/>
          <p:cNvSpPr/>
          <p:nvPr/>
        </p:nvSpPr>
        <p:spPr>
          <a:xfrm>
            <a:off x="852137" y="363505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pic>
        <p:nvPicPr>
          <p:cNvPr id="254" name="Google Shape;254;p30"/>
          <p:cNvPicPr preferRelativeResize="0"/>
          <p:nvPr/>
        </p:nvPicPr>
        <p:blipFill>
          <a:blip r:embed="rId4">
            <a:alphaModFix/>
          </a:blip>
          <a:stretch>
            <a:fillRect/>
          </a:stretch>
        </p:blipFill>
        <p:spPr>
          <a:xfrm>
            <a:off x="16550000" y="848191"/>
            <a:ext cx="953599" cy="667526"/>
          </a:xfrm>
          <a:prstGeom prst="rect">
            <a:avLst/>
          </a:prstGeom>
          <a:noFill/>
          <a:ln>
            <a:noFill/>
          </a:ln>
        </p:spPr>
      </p:pic>
      <p:pic>
        <p:nvPicPr>
          <p:cNvPr descr="alt=&quot;&quot;" id="255" name="Google Shape;255;p30"/>
          <p:cNvPicPr preferRelativeResize="0"/>
          <p:nvPr/>
        </p:nvPicPr>
        <p:blipFill>
          <a:blip r:embed="rId5">
            <a:alphaModFix amt="60000"/>
          </a:blip>
          <a:stretch>
            <a:fillRect/>
          </a:stretch>
        </p:blipFill>
        <p:spPr>
          <a:xfrm>
            <a:off x="852140" y="8019375"/>
            <a:ext cx="3396895" cy="1981876"/>
          </a:xfrm>
          <a:prstGeom prst="rect">
            <a:avLst/>
          </a:prstGeom>
          <a:noFill/>
          <a:ln>
            <a:noFill/>
          </a:ln>
        </p:spPr>
      </p:pic>
      <p:pic>
        <p:nvPicPr>
          <p:cNvPr descr="alt=&quot;&quot;" id="256" name="Google Shape;256;p30"/>
          <p:cNvPicPr preferRelativeResize="0"/>
          <p:nvPr/>
        </p:nvPicPr>
        <p:blipFill>
          <a:blip r:embed="rId5">
            <a:alphaModFix amt="60000"/>
          </a:blip>
          <a:stretch>
            <a:fillRect/>
          </a:stretch>
        </p:blipFill>
        <p:spPr>
          <a:xfrm>
            <a:off x="4544131" y="8019375"/>
            <a:ext cx="3396895" cy="1981876"/>
          </a:xfrm>
          <a:prstGeom prst="rect">
            <a:avLst/>
          </a:prstGeom>
          <a:noFill/>
          <a:ln>
            <a:noFill/>
          </a:ln>
        </p:spPr>
      </p:pic>
      <p:pic>
        <p:nvPicPr>
          <p:cNvPr descr="alt=&quot;&quot;" id="257" name="Google Shape;257;p30"/>
          <p:cNvPicPr preferRelativeResize="0"/>
          <p:nvPr/>
        </p:nvPicPr>
        <p:blipFill>
          <a:blip r:embed="rId5">
            <a:alphaModFix amt="60000"/>
          </a:blip>
          <a:stretch>
            <a:fillRect/>
          </a:stretch>
        </p:blipFill>
        <p:spPr>
          <a:xfrm>
            <a:off x="8245862" y="8019375"/>
            <a:ext cx="3396895" cy="1981876"/>
          </a:xfrm>
          <a:prstGeom prst="rect">
            <a:avLst/>
          </a:prstGeom>
          <a:noFill/>
          <a:ln>
            <a:noFill/>
          </a:ln>
        </p:spPr>
      </p:pic>
      <p:pic>
        <p:nvPicPr>
          <p:cNvPr descr="alt=&quot;&quot;" id="258" name="Google Shape;258;p30"/>
          <p:cNvPicPr preferRelativeResize="0"/>
          <p:nvPr/>
        </p:nvPicPr>
        <p:blipFill>
          <a:blip r:embed="rId5">
            <a:alphaModFix amt="60000"/>
          </a:blip>
          <a:stretch>
            <a:fillRect/>
          </a:stretch>
        </p:blipFill>
        <p:spPr>
          <a:xfrm>
            <a:off x="11964528" y="8019375"/>
            <a:ext cx="3396895" cy="1981876"/>
          </a:xfrm>
          <a:prstGeom prst="rect">
            <a:avLst/>
          </a:prstGeom>
          <a:noFill/>
          <a:ln>
            <a:noFill/>
          </a:ln>
        </p:spPr>
      </p:pic>
      <p:sp>
        <p:nvSpPr>
          <p:cNvPr id="259" name="Google Shape;259;p30"/>
          <p:cNvSpPr/>
          <p:nvPr/>
        </p:nvSpPr>
        <p:spPr>
          <a:xfrm>
            <a:off x="8245860"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60" name="Google Shape;260;p30"/>
          <p:cNvSpPr txBox="1"/>
          <p:nvPr>
            <p:ph type="title"/>
          </p:nvPr>
        </p:nvSpPr>
        <p:spPr>
          <a:xfrm>
            <a:off x="8524013"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61" name="Google Shape;261;p30"/>
          <p:cNvSpPr/>
          <p:nvPr/>
        </p:nvSpPr>
        <p:spPr>
          <a:xfrm>
            <a:off x="11964525" y="363530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62" name="Google Shape;262;p30"/>
          <p:cNvSpPr txBox="1"/>
          <p:nvPr>
            <p:ph idx="2" type="title"/>
          </p:nvPr>
        </p:nvSpPr>
        <p:spPr>
          <a:xfrm>
            <a:off x="12231826" y="4722027"/>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63" name="Google Shape;263;p30"/>
          <p:cNvSpPr/>
          <p:nvPr/>
        </p:nvSpPr>
        <p:spPr>
          <a:xfrm>
            <a:off x="1890287"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1</a:t>
            </a:r>
            <a:endParaRPr sz="3000">
              <a:solidFill>
                <a:schemeClr val="lt1"/>
              </a:solidFill>
              <a:latin typeface="Avant Garde Demi SFDC"/>
              <a:ea typeface="Avant Garde Demi SFDC"/>
              <a:cs typeface="Avant Garde Demi SFDC"/>
              <a:sym typeface="Avant Garde Demi SFDC"/>
            </a:endParaRPr>
          </a:p>
        </p:txBody>
      </p:sp>
      <p:sp>
        <p:nvSpPr>
          <p:cNvPr id="264" name="Google Shape;264;p30"/>
          <p:cNvSpPr/>
          <p:nvPr/>
        </p:nvSpPr>
        <p:spPr>
          <a:xfrm>
            <a:off x="9292463"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3</a:t>
            </a:r>
            <a:endParaRPr sz="3000">
              <a:solidFill>
                <a:schemeClr val="lt1"/>
              </a:solidFill>
              <a:latin typeface="Avant Garde Demi SFDC"/>
              <a:ea typeface="Avant Garde Demi SFDC"/>
              <a:cs typeface="Avant Garde Demi SFDC"/>
              <a:sym typeface="Avant Garde Demi SFDC"/>
            </a:endParaRPr>
          </a:p>
        </p:txBody>
      </p:sp>
      <p:sp>
        <p:nvSpPr>
          <p:cNvPr id="265" name="Google Shape;265;p30"/>
          <p:cNvSpPr/>
          <p:nvPr/>
        </p:nvSpPr>
        <p:spPr>
          <a:xfrm>
            <a:off x="13000276"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4</a:t>
            </a:r>
            <a:endParaRPr sz="3000">
              <a:solidFill>
                <a:schemeClr val="lt1"/>
              </a:solidFill>
              <a:latin typeface="Avant Garde Demi SFDC"/>
              <a:ea typeface="Avant Garde Demi SFDC"/>
              <a:cs typeface="Avant Garde Demi SFDC"/>
              <a:sym typeface="Avant Garde Demi SFDC"/>
            </a:endParaRPr>
          </a:p>
        </p:txBody>
      </p:sp>
      <p:sp>
        <p:nvSpPr>
          <p:cNvPr id="266" name="Google Shape;266;p30"/>
          <p:cNvSpPr/>
          <p:nvPr/>
        </p:nvSpPr>
        <p:spPr>
          <a:xfrm>
            <a:off x="5587138"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2</a:t>
            </a:r>
            <a:endParaRPr sz="3000">
              <a:solidFill>
                <a:schemeClr val="lt1"/>
              </a:solidFill>
              <a:latin typeface="Avant Garde Demi SFDC"/>
              <a:ea typeface="Avant Garde Demi SFDC"/>
              <a:cs typeface="Avant Garde Demi SFDC"/>
              <a:sym typeface="Avant Garde Demi SFDC"/>
            </a:endParaRPr>
          </a:p>
        </p:txBody>
      </p:sp>
      <p:pic>
        <p:nvPicPr>
          <p:cNvPr descr="alt=&quot;&quot;" id="267" name="Google Shape;267;p30"/>
          <p:cNvPicPr preferRelativeResize="0"/>
          <p:nvPr/>
        </p:nvPicPr>
        <p:blipFill rotWithShape="1">
          <a:blip r:embed="rId2">
            <a:alphaModFix/>
          </a:blip>
          <a:srcRect b="0" l="0" r="0" t="0"/>
          <a:stretch/>
        </p:blipFill>
        <p:spPr>
          <a:xfrm rot="-519600">
            <a:off x="15671379" y="4601860"/>
            <a:ext cx="485211" cy="491419"/>
          </a:xfrm>
          <a:prstGeom prst="rect">
            <a:avLst/>
          </a:prstGeom>
          <a:noFill/>
          <a:ln>
            <a:noFill/>
          </a:ln>
        </p:spPr>
      </p:pic>
      <p:pic>
        <p:nvPicPr>
          <p:cNvPr descr="alt=&quot;&quot;" id="268" name="Google Shape;268;p30"/>
          <p:cNvPicPr preferRelativeResize="0"/>
          <p:nvPr/>
        </p:nvPicPr>
        <p:blipFill rotWithShape="1">
          <a:blip r:embed="rId2">
            <a:alphaModFix/>
          </a:blip>
          <a:srcRect b="0" l="0" r="0" t="0"/>
          <a:stretch/>
        </p:blipFill>
        <p:spPr>
          <a:xfrm rot="450588">
            <a:off x="16514704" y="4846289"/>
            <a:ext cx="189095" cy="191530"/>
          </a:xfrm>
          <a:prstGeom prst="rect">
            <a:avLst/>
          </a:prstGeom>
          <a:noFill/>
          <a:ln>
            <a:noFill/>
          </a:ln>
        </p:spPr>
      </p:pic>
      <p:pic>
        <p:nvPicPr>
          <p:cNvPr descr="alt=&quot;&quot;" id="269" name="Google Shape;269;p30"/>
          <p:cNvPicPr preferRelativeResize="0"/>
          <p:nvPr/>
        </p:nvPicPr>
        <p:blipFill rotWithShape="1">
          <a:blip r:embed="rId2">
            <a:alphaModFix/>
          </a:blip>
          <a:srcRect b="0" l="0" r="0" t="0"/>
          <a:stretch/>
        </p:blipFill>
        <p:spPr>
          <a:xfrm rot="450588">
            <a:off x="1180359" y="3247550"/>
            <a:ext cx="189095" cy="191530"/>
          </a:xfrm>
          <a:prstGeom prst="rect">
            <a:avLst/>
          </a:prstGeom>
          <a:noFill/>
          <a:ln>
            <a:noFill/>
          </a:ln>
        </p:spPr>
      </p:pic>
      <p:sp>
        <p:nvSpPr>
          <p:cNvPr id="270" name="Google Shape;270;p30"/>
          <p:cNvSpPr txBox="1"/>
          <p:nvPr>
            <p:ph idx="1" type="subTitle"/>
          </p:nvPr>
        </p:nvSpPr>
        <p:spPr>
          <a:xfrm>
            <a:off x="844721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1" name="Google Shape;271;p30"/>
          <p:cNvSpPr txBox="1"/>
          <p:nvPr>
            <p:ph idx="3" type="subTitle"/>
          </p:nvPr>
        </p:nvSpPr>
        <p:spPr>
          <a:xfrm>
            <a:off x="1215502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2" name="Google Shape;272;p30"/>
          <p:cNvSpPr txBox="1"/>
          <p:nvPr>
            <p:ph idx="4" type="title"/>
          </p:nvPr>
        </p:nvSpPr>
        <p:spPr>
          <a:xfrm>
            <a:off x="4818675"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73" name="Google Shape;273;p30"/>
          <p:cNvSpPr txBox="1"/>
          <p:nvPr>
            <p:ph idx="5" type="subTitle"/>
          </p:nvPr>
        </p:nvSpPr>
        <p:spPr>
          <a:xfrm>
            <a:off x="4741882"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4" name="Google Shape;274;p30"/>
          <p:cNvSpPr txBox="1"/>
          <p:nvPr>
            <p:ph idx="6" type="title"/>
          </p:nvPr>
        </p:nvSpPr>
        <p:spPr>
          <a:xfrm>
            <a:off x="1123064"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75" name="Google Shape;275;p30"/>
          <p:cNvSpPr txBox="1"/>
          <p:nvPr>
            <p:ph idx="7" type="subTitle"/>
          </p:nvPr>
        </p:nvSpPr>
        <p:spPr>
          <a:xfrm>
            <a:off x="1046275"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pic>
        <p:nvPicPr>
          <p:cNvPr descr="alt=&quot;&quot;" id="276" name="Google Shape;276;p30"/>
          <p:cNvPicPr preferRelativeResize="0"/>
          <p:nvPr/>
        </p:nvPicPr>
        <p:blipFill>
          <a:blip r:embed="rId5">
            <a:alphaModFix amt="60000"/>
          </a:blip>
          <a:stretch>
            <a:fillRect/>
          </a:stretch>
        </p:blipFill>
        <p:spPr>
          <a:xfrm>
            <a:off x="14354899" y="8743727"/>
            <a:ext cx="2857498" cy="1667169"/>
          </a:xfrm>
          <a:prstGeom prst="rect">
            <a:avLst/>
          </a:prstGeom>
          <a:noFill/>
          <a:ln>
            <a:noFill/>
          </a:ln>
        </p:spPr>
      </p:pic>
      <p:sp>
        <p:nvSpPr>
          <p:cNvPr id="277" name="Google Shape;277;p30"/>
          <p:cNvSpPr txBox="1"/>
          <p:nvPr>
            <p:ph idx="8"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8" name="Google Shape;278;p30"/>
          <p:cNvSpPr txBox="1"/>
          <p:nvPr>
            <p:ph idx="9"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79" name="Google Shape;279;p30"/>
          <p:cNvSpPr txBox="1"/>
          <p:nvPr>
            <p:ph idx="1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Blue">
  <p:cSld name="TITLE_1_1_1_1_1_1_1_1_1_1_1_1_1_1_1_1_1_1_1_1_1_1_1_1">
    <p:bg>
      <p:bgPr>
        <a:solidFill>
          <a:schemeClr val="accent6"/>
        </a:solidFill>
      </p:bgPr>
    </p:bg>
    <p:spTree>
      <p:nvGrpSpPr>
        <p:cNvPr id="280" name="Shape 280"/>
        <p:cNvGrpSpPr/>
        <p:nvPr/>
      </p:nvGrpSpPr>
      <p:grpSpPr>
        <a:xfrm>
          <a:off x="0" y="0"/>
          <a:ext cx="0" cy="0"/>
          <a:chOff x="0" y="0"/>
          <a:chExt cx="0" cy="0"/>
        </a:xfrm>
      </p:grpSpPr>
      <p:sp>
        <p:nvSpPr>
          <p:cNvPr id="281" name="Google Shape;281;p31"/>
          <p:cNvSpPr/>
          <p:nvPr/>
        </p:nvSpPr>
        <p:spPr>
          <a:xfrm>
            <a:off x="7641721"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2" name="Google Shape;282;p31"/>
          <p:cNvSpPr/>
          <p:nvPr/>
        </p:nvSpPr>
        <p:spPr>
          <a:xfrm>
            <a:off x="4249485"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3" name="Google Shape;283;p31"/>
          <p:cNvSpPr/>
          <p:nvPr/>
        </p:nvSpPr>
        <p:spPr>
          <a:xfrm>
            <a:off x="11033956"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4" name="Google Shape;284;p31"/>
          <p:cNvSpPr/>
          <p:nvPr/>
        </p:nvSpPr>
        <p:spPr>
          <a:xfrm>
            <a:off x="857250"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5" name="Google Shape;285;p31"/>
          <p:cNvSpPr/>
          <p:nvPr/>
        </p:nvSpPr>
        <p:spPr>
          <a:xfrm>
            <a:off x="14426175" y="2852550"/>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6" name="Google Shape;286;p3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87" name="Google Shape;287;p3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88" name="Google Shape;288;p31"/>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289" name="Google Shape;289;p31"/>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290" name="Google Shape;290;p31"/>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1" name="Google Shape;291;p31"/>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2" name="Google Shape;292;p31"/>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3" name="Google Shape;293;p31"/>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4" name="Google Shape;294;p31"/>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White">
  <p:cSld name="TITLE_1_1_1_1_1_1_1_1_1_1_1_1_1_1_1_1_1_1_1_1_1_1_1_1_2_1">
    <p:bg>
      <p:bgPr>
        <a:solidFill>
          <a:srgbClr val="FFFEFE"/>
        </a:solidFill>
      </p:bgPr>
    </p:bg>
    <p:spTree>
      <p:nvGrpSpPr>
        <p:cNvPr id="295" name="Shape 295"/>
        <p:cNvGrpSpPr/>
        <p:nvPr/>
      </p:nvGrpSpPr>
      <p:grpSpPr>
        <a:xfrm>
          <a:off x="0" y="0"/>
          <a:ext cx="0" cy="0"/>
          <a:chOff x="0" y="0"/>
          <a:chExt cx="0" cy="0"/>
        </a:xfrm>
      </p:grpSpPr>
      <p:sp>
        <p:nvSpPr>
          <p:cNvPr id="296" name="Google Shape;296;p32"/>
          <p:cNvSpPr/>
          <p:nvPr/>
        </p:nvSpPr>
        <p:spPr>
          <a:xfrm>
            <a:off x="7641721"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7" name="Google Shape;297;p32"/>
          <p:cNvSpPr/>
          <p:nvPr/>
        </p:nvSpPr>
        <p:spPr>
          <a:xfrm>
            <a:off x="4249485"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8" name="Google Shape;298;p32"/>
          <p:cNvSpPr/>
          <p:nvPr/>
        </p:nvSpPr>
        <p:spPr>
          <a:xfrm>
            <a:off x="11033956"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9" name="Google Shape;299;p32"/>
          <p:cNvSpPr/>
          <p:nvPr/>
        </p:nvSpPr>
        <p:spPr>
          <a:xfrm>
            <a:off x="857250"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00" name="Google Shape;300;p32"/>
          <p:cNvSpPr/>
          <p:nvPr/>
        </p:nvSpPr>
        <p:spPr>
          <a:xfrm>
            <a:off x="14426175" y="2852550"/>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01" name="Google Shape;301;p3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02" name="Google Shape;302;p3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03" name="Google Shape;303;p32"/>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04" name="Google Shape;304;p3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05" name="Google Shape;305;p32"/>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6" name="Google Shape;306;p32"/>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7" name="Google Shape;307;p32"/>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8" name="Google Shape;308;p32"/>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9" name="Google Shape;309;p32"/>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ard – Five up_var2">
  <p:cSld name="Basic_4_1_3_1_1_1_1_1_1_1_1_1_1_1_1_1_1_1_3_2_1_1_1_2">
    <p:bg>
      <p:bgPr>
        <a:solidFill>
          <a:schemeClr val="accent6"/>
        </a:solidFill>
      </p:bgPr>
    </p:bg>
    <p:spTree>
      <p:nvGrpSpPr>
        <p:cNvPr id="310" name="Shape 310"/>
        <p:cNvGrpSpPr/>
        <p:nvPr/>
      </p:nvGrpSpPr>
      <p:grpSpPr>
        <a:xfrm>
          <a:off x="0" y="0"/>
          <a:ext cx="0" cy="0"/>
          <a:chOff x="0" y="0"/>
          <a:chExt cx="0" cy="0"/>
        </a:xfrm>
      </p:grpSpPr>
      <p:sp>
        <p:nvSpPr>
          <p:cNvPr id="311" name="Google Shape;311;p33"/>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12" name="Google Shape;312;p33"/>
          <p:cNvSpPr/>
          <p:nvPr/>
        </p:nvSpPr>
        <p:spPr>
          <a:xfrm>
            <a:off x="9345709"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3" name="Google Shape;313;p33"/>
          <p:cNvSpPr/>
          <p:nvPr/>
        </p:nvSpPr>
        <p:spPr>
          <a:xfrm>
            <a:off x="5106355"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4" name="Google Shape;314;p33"/>
          <p:cNvSpPr/>
          <p:nvPr/>
        </p:nvSpPr>
        <p:spPr>
          <a:xfrm>
            <a:off x="13585063"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5" name="Google Shape;315;p33"/>
          <p:cNvSpPr/>
          <p:nvPr/>
        </p:nvSpPr>
        <p:spPr>
          <a:xfrm>
            <a:off x="867001"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6" name="Google Shape;316;p33"/>
          <p:cNvSpPr/>
          <p:nvPr/>
        </p:nvSpPr>
        <p:spPr>
          <a:xfrm>
            <a:off x="867001" y="7326075"/>
            <a:ext cx="16528200" cy="2173200"/>
          </a:xfrm>
          <a:prstGeom prst="roundRect">
            <a:avLst>
              <a:gd fmla="val 9549"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7" name="Google Shape;317;p33"/>
          <p:cNvSpPr txBox="1"/>
          <p:nvPr>
            <p:ph type="title"/>
          </p:nvPr>
        </p:nvSpPr>
        <p:spPr>
          <a:xfrm>
            <a:off x="1138000"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18" name="Google Shape;318;p33"/>
          <p:cNvSpPr txBox="1"/>
          <p:nvPr>
            <p:ph idx="2" type="body"/>
          </p:nvPr>
        </p:nvSpPr>
        <p:spPr>
          <a:xfrm>
            <a:off x="11380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19" name="Google Shape;319;p33"/>
          <p:cNvSpPr txBox="1"/>
          <p:nvPr>
            <p:ph idx="3" type="title"/>
          </p:nvPr>
        </p:nvSpPr>
        <p:spPr>
          <a:xfrm>
            <a:off x="5377374"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0" name="Google Shape;320;p33"/>
          <p:cNvSpPr txBox="1"/>
          <p:nvPr>
            <p:ph idx="4" type="body"/>
          </p:nvPr>
        </p:nvSpPr>
        <p:spPr>
          <a:xfrm>
            <a:off x="5368437"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1" name="Google Shape;321;p33"/>
          <p:cNvSpPr txBox="1"/>
          <p:nvPr>
            <p:ph idx="5" type="title"/>
          </p:nvPr>
        </p:nvSpPr>
        <p:spPr>
          <a:xfrm>
            <a:off x="9616737"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2" name="Google Shape;322;p33"/>
          <p:cNvSpPr txBox="1"/>
          <p:nvPr>
            <p:ph idx="6" type="body"/>
          </p:nvPr>
        </p:nvSpPr>
        <p:spPr>
          <a:xfrm>
            <a:off x="9607799"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3" name="Google Shape;323;p33"/>
          <p:cNvSpPr txBox="1"/>
          <p:nvPr>
            <p:ph idx="7" type="title"/>
          </p:nvPr>
        </p:nvSpPr>
        <p:spPr>
          <a:xfrm>
            <a:off x="13831638"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4" name="Google Shape;324;p33"/>
          <p:cNvSpPr txBox="1"/>
          <p:nvPr>
            <p:ph idx="8" type="body"/>
          </p:nvPr>
        </p:nvSpPr>
        <p:spPr>
          <a:xfrm>
            <a:off x="138227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5" name="Google Shape;325;p33"/>
          <p:cNvSpPr txBox="1"/>
          <p:nvPr>
            <p:ph idx="9" type="title"/>
          </p:nvPr>
        </p:nvSpPr>
        <p:spPr>
          <a:xfrm>
            <a:off x="1138000" y="7640950"/>
            <a:ext cx="15954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6" name="Google Shape;326;p33"/>
          <p:cNvSpPr txBox="1"/>
          <p:nvPr>
            <p:ph idx="13" type="body"/>
          </p:nvPr>
        </p:nvSpPr>
        <p:spPr>
          <a:xfrm>
            <a:off x="1138000" y="8356250"/>
            <a:ext cx="15954300" cy="805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7" name="Google Shape;327;p33"/>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28" name="Google Shape;328;p3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p:cSld name="Basic_4_1_3_1_1_1_1_1_1_1_1_1_1_1_1_1_1_1_3_2_1_1_1_1_1">
    <p:bg>
      <p:bgPr>
        <a:solidFill>
          <a:schemeClr val="accent6"/>
        </a:solidFill>
      </p:bgPr>
    </p:bg>
    <p:spTree>
      <p:nvGrpSpPr>
        <p:cNvPr id="329" name="Shape 329"/>
        <p:cNvGrpSpPr/>
        <p:nvPr/>
      </p:nvGrpSpPr>
      <p:grpSpPr>
        <a:xfrm>
          <a:off x="0" y="0"/>
          <a:ext cx="0" cy="0"/>
          <a:chOff x="0" y="0"/>
          <a:chExt cx="0" cy="0"/>
        </a:xfrm>
      </p:grpSpPr>
      <p:sp>
        <p:nvSpPr>
          <p:cNvPr id="330" name="Google Shape;330;p34"/>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31" name="Google Shape;331;p34"/>
          <p:cNvSpPr/>
          <p:nvPr/>
        </p:nvSpPr>
        <p:spPr>
          <a:xfrm>
            <a:off x="12227453"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2" name="Google Shape;332;p34"/>
          <p:cNvSpPr/>
          <p:nvPr/>
        </p:nvSpPr>
        <p:spPr>
          <a:xfrm>
            <a:off x="881386"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3" name="Google Shape;333;p34"/>
          <p:cNvSpPr/>
          <p:nvPr/>
        </p:nvSpPr>
        <p:spPr>
          <a:xfrm>
            <a:off x="6554419"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4" name="Google Shape;334;p34"/>
          <p:cNvSpPr/>
          <p:nvPr/>
        </p:nvSpPr>
        <p:spPr>
          <a:xfrm>
            <a:off x="12210405"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5" name="Google Shape;335;p34"/>
          <p:cNvSpPr/>
          <p:nvPr/>
        </p:nvSpPr>
        <p:spPr>
          <a:xfrm>
            <a:off x="864338"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6" name="Google Shape;336;p34"/>
          <p:cNvSpPr/>
          <p:nvPr/>
        </p:nvSpPr>
        <p:spPr>
          <a:xfrm>
            <a:off x="6537371"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7" name="Google Shape;337;p34"/>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38" name="Google Shape;338;p34"/>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39" name="Google Shape;339;p34"/>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0" name="Google Shape;340;p34"/>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1" name="Google Shape;341;p34"/>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2" name="Google Shape;342;p34"/>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3" name="Google Shape;343;p34"/>
          <p:cNvSpPr txBox="1"/>
          <p:nvPr>
            <p:ph idx="7" type="title"/>
          </p:nvPr>
        </p:nvSpPr>
        <p:spPr>
          <a:xfrm>
            <a:off x="1290400"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4" name="Google Shape;344;p34"/>
          <p:cNvSpPr txBox="1"/>
          <p:nvPr>
            <p:ph idx="8" type="body"/>
          </p:nvPr>
        </p:nvSpPr>
        <p:spPr>
          <a:xfrm>
            <a:off x="1290400"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5" name="Google Shape;345;p34"/>
          <p:cNvSpPr txBox="1"/>
          <p:nvPr>
            <p:ph idx="9" type="title"/>
          </p:nvPr>
        </p:nvSpPr>
        <p:spPr>
          <a:xfrm>
            <a:off x="6926491"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6" name="Google Shape;346;p34"/>
          <p:cNvSpPr txBox="1"/>
          <p:nvPr>
            <p:ph idx="13" type="body"/>
          </p:nvPr>
        </p:nvSpPr>
        <p:spPr>
          <a:xfrm>
            <a:off x="6926491"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7" name="Google Shape;347;p34"/>
          <p:cNvSpPr txBox="1"/>
          <p:nvPr>
            <p:ph idx="14" type="title"/>
          </p:nvPr>
        </p:nvSpPr>
        <p:spPr>
          <a:xfrm>
            <a:off x="12589923"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8" name="Google Shape;348;p34"/>
          <p:cNvSpPr txBox="1"/>
          <p:nvPr>
            <p:ph idx="15" type="body"/>
          </p:nvPr>
        </p:nvSpPr>
        <p:spPr>
          <a:xfrm>
            <a:off x="12589923"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9" name="Google Shape;349;p34"/>
          <p:cNvSpPr txBox="1"/>
          <p:nvPr>
            <p:ph idx="16"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50" name="Google Shape;350;p3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Small Cards 1">
  <p:cSld name="TITLE_1_1_1_1_1_1_2_2_1">
    <p:bg>
      <p:bgPr>
        <a:solidFill>
          <a:schemeClr val="accent6"/>
        </a:solidFill>
      </p:bgPr>
    </p:bg>
    <p:spTree>
      <p:nvGrpSpPr>
        <p:cNvPr id="351" name="Shape 351"/>
        <p:cNvGrpSpPr/>
        <p:nvPr/>
      </p:nvGrpSpPr>
      <p:grpSpPr>
        <a:xfrm>
          <a:off x="0" y="0"/>
          <a:ext cx="0" cy="0"/>
          <a:chOff x="0" y="0"/>
          <a:chExt cx="0" cy="0"/>
        </a:xfrm>
      </p:grpSpPr>
      <p:sp>
        <p:nvSpPr>
          <p:cNvPr id="352" name="Google Shape;352;p3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pic>
        <p:nvPicPr>
          <p:cNvPr id="353" name="Google Shape;353;p35"/>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54" name="Google Shape;354;p35"/>
          <p:cNvSpPr/>
          <p:nvPr/>
        </p:nvSpPr>
        <p:spPr>
          <a:xfrm>
            <a:off x="9354675"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5" name="Google Shape;355;p35"/>
          <p:cNvSpPr/>
          <p:nvPr/>
        </p:nvSpPr>
        <p:spPr>
          <a:xfrm>
            <a:off x="9354675"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6" name="Google Shape;356;p35"/>
          <p:cNvSpPr/>
          <p:nvPr/>
        </p:nvSpPr>
        <p:spPr>
          <a:xfrm>
            <a:off x="9354675"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7" name="Google Shape;357;p35"/>
          <p:cNvSpPr/>
          <p:nvPr/>
        </p:nvSpPr>
        <p:spPr>
          <a:xfrm>
            <a:off x="857250"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8" name="Google Shape;358;p35"/>
          <p:cNvSpPr/>
          <p:nvPr/>
        </p:nvSpPr>
        <p:spPr>
          <a:xfrm>
            <a:off x="857250"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9" name="Google Shape;359;p35"/>
          <p:cNvSpPr/>
          <p:nvPr/>
        </p:nvSpPr>
        <p:spPr>
          <a:xfrm>
            <a:off x="857250"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60" name="Google Shape;360;p35"/>
          <p:cNvSpPr txBox="1"/>
          <p:nvPr>
            <p:ph idx="1"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1" name="Google Shape;361;p35"/>
          <p:cNvSpPr txBox="1"/>
          <p:nvPr>
            <p:ph idx="2" type="subTitle"/>
          </p:nvPr>
        </p:nvSpPr>
        <p:spPr>
          <a:xfrm>
            <a:off x="857250" y="1704975"/>
            <a:ext cx="151449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lnSpc>
                <a:spcPct val="90000"/>
              </a:lnSpc>
              <a:spcBef>
                <a:spcPts val="0"/>
              </a:spcBef>
              <a:spcAft>
                <a:spcPts val="0"/>
              </a:spcAft>
              <a:buSzPts val="2600"/>
              <a:buNone/>
              <a:defRPr/>
            </a:lvl2pPr>
            <a:lvl3pPr lvl="2">
              <a:lnSpc>
                <a:spcPct val="90000"/>
              </a:lnSpc>
              <a:spcBef>
                <a:spcPts val="1800"/>
              </a:spcBef>
              <a:spcAft>
                <a:spcPts val="0"/>
              </a:spcAft>
              <a:buSzPts val="2400"/>
              <a:buNone/>
              <a:defRPr/>
            </a:lvl3pPr>
            <a:lvl4pPr lvl="3">
              <a:lnSpc>
                <a:spcPct val="90000"/>
              </a:lnSpc>
              <a:spcBef>
                <a:spcPts val="1800"/>
              </a:spcBef>
              <a:spcAft>
                <a:spcPts val="0"/>
              </a:spcAft>
              <a:buSzPts val="2200"/>
              <a:buNone/>
              <a:defRPr/>
            </a:lvl4pPr>
            <a:lvl5pPr lvl="4">
              <a:lnSpc>
                <a:spcPct val="90000"/>
              </a:lnSpc>
              <a:spcBef>
                <a:spcPts val="1800"/>
              </a:spcBef>
              <a:spcAft>
                <a:spcPts val="0"/>
              </a:spcAft>
              <a:buSzPts val="2000"/>
              <a:buNone/>
              <a:defRPr/>
            </a:lvl5pPr>
            <a:lvl6pPr lvl="5">
              <a:lnSpc>
                <a:spcPct val="90000"/>
              </a:lnSpc>
              <a:spcBef>
                <a:spcPts val="1800"/>
              </a:spcBef>
              <a:spcAft>
                <a:spcPts val="0"/>
              </a:spcAft>
              <a:buSzPts val="1800"/>
              <a:buNone/>
              <a:defRPr/>
            </a:lvl6pPr>
            <a:lvl7pPr lvl="6">
              <a:lnSpc>
                <a:spcPct val="90000"/>
              </a:lnSpc>
              <a:spcBef>
                <a:spcPts val="1800"/>
              </a:spcBef>
              <a:spcAft>
                <a:spcPts val="0"/>
              </a:spcAft>
              <a:buSzPts val="1800"/>
              <a:buNone/>
              <a:defRPr/>
            </a:lvl7pPr>
            <a:lvl8pPr lvl="7">
              <a:lnSpc>
                <a:spcPct val="90000"/>
              </a:lnSpc>
              <a:spcBef>
                <a:spcPts val="1800"/>
              </a:spcBef>
              <a:spcAft>
                <a:spcPts val="0"/>
              </a:spcAft>
              <a:buSzPts val="1800"/>
              <a:buNone/>
              <a:defRPr/>
            </a:lvl8pPr>
            <a:lvl9pPr lvl="8">
              <a:lnSpc>
                <a:spcPct val="90000"/>
              </a:lnSpc>
              <a:spcBef>
                <a:spcPts val="1800"/>
              </a:spcBef>
              <a:spcAft>
                <a:spcPts val="1800"/>
              </a:spcAft>
              <a:buSzPts val="1800"/>
              <a:buNone/>
              <a:defRPr/>
            </a:lvl9pPr>
          </a:lstStyle>
          <a:p/>
        </p:txBody>
      </p:sp>
      <p:sp>
        <p:nvSpPr>
          <p:cNvPr id="362" name="Google Shape;362;p35"/>
          <p:cNvSpPr txBox="1"/>
          <p:nvPr>
            <p:ph idx="3" type="body"/>
          </p:nvPr>
        </p:nvSpPr>
        <p:spPr>
          <a:xfrm>
            <a:off x="1110000"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3" name="Google Shape;363;p35"/>
          <p:cNvSpPr txBox="1"/>
          <p:nvPr>
            <p:ph idx="4" type="body"/>
          </p:nvPr>
        </p:nvSpPr>
        <p:spPr>
          <a:xfrm>
            <a:off x="9642675"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4" name="Google Shape;364;p35"/>
          <p:cNvSpPr txBox="1"/>
          <p:nvPr>
            <p:ph idx="5" type="body"/>
          </p:nvPr>
        </p:nvSpPr>
        <p:spPr>
          <a:xfrm>
            <a:off x="1110000"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5" name="Google Shape;365;p35"/>
          <p:cNvSpPr txBox="1"/>
          <p:nvPr>
            <p:ph idx="6" type="body"/>
          </p:nvPr>
        </p:nvSpPr>
        <p:spPr>
          <a:xfrm>
            <a:off x="9642675"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6" name="Google Shape;366;p35"/>
          <p:cNvSpPr txBox="1"/>
          <p:nvPr>
            <p:ph idx="7" type="body"/>
          </p:nvPr>
        </p:nvSpPr>
        <p:spPr>
          <a:xfrm>
            <a:off x="1110000"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7" name="Google Shape;367;p35"/>
          <p:cNvSpPr txBox="1"/>
          <p:nvPr>
            <p:ph idx="8" type="body"/>
          </p:nvPr>
        </p:nvSpPr>
        <p:spPr>
          <a:xfrm>
            <a:off x="9642675"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Next Steps - Blue">
  <p:cSld name="TITLE_1_1_1_1_1_1_4">
    <p:bg>
      <p:bgPr>
        <a:solidFill>
          <a:schemeClr val="accent6"/>
        </a:solidFill>
      </p:bgPr>
    </p:bg>
    <p:spTree>
      <p:nvGrpSpPr>
        <p:cNvPr id="368" name="Shape 368"/>
        <p:cNvGrpSpPr/>
        <p:nvPr/>
      </p:nvGrpSpPr>
      <p:grpSpPr>
        <a:xfrm>
          <a:off x="0" y="0"/>
          <a:ext cx="0" cy="0"/>
          <a:chOff x="0" y="0"/>
          <a:chExt cx="0" cy="0"/>
        </a:xfrm>
      </p:grpSpPr>
      <p:sp>
        <p:nvSpPr>
          <p:cNvPr id="369" name="Google Shape;369;p3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70" name="Google Shape;370;p3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1" name="Google Shape;371;p36"/>
          <p:cNvSpPr/>
          <p:nvPr/>
        </p:nvSpPr>
        <p:spPr>
          <a:xfrm>
            <a:off x="857250" y="21053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2" name="Google Shape;372;p36"/>
          <p:cNvSpPr/>
          <p:nvPr/>
        </p:nvSpPr>
        <p:spPr>
          <a:xfrm>
            <a:off x="857250" y="39140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3" name="Google Shape;373;p36"/>
          <p:cNvSpPr/>
          <p:nvPr/>
        </p:nvSpPr>
        <p:spPr>
          <a:xfrm>
            <a:off x="857250" y="57227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4" name="Google Shape;374;p36"/>
          <p:cNvSpPr/>
          <p:nvPr/>
        </p:nvSpPr>
        <p:spPr>
          <a:xfrm>
            <a:off x="857250" y="75314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5" name="Google Shape;375;p36"/>
          <p:cNvSpPr txBox="1"/>
          <p:nvPr>
            <p:ph idx="2" type="title"/>
          </p:nvPr>
        </p:nvSpPr>
        <p:spPr>
          <a:xfrm>
            <a:off x="2493675" y="217934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76" name="Google Shape;376;p36"/>
          <p:cNvSpPr txBox="1"/>
          <p:nvPr>
            <p:ph idx="1" type="body"/>
          </p:nvPr>
        </p:nvSpPr>
        <p:spPr>
          <a:xfrm>
            <a:off x="2493675" y="289464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77" name="Google Shape;377;p36"/>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8" name="Google Shape;378;p36"/>
          <p:cNvSpPr txBox="1"/>
          <p:nvPr>
            <p:ph idx="4" type="title"/>
          </p:nvPr>
        </p:nvSpPr>
        <p:spPr>
          <a:xfrm>
            <a:off x="2493675" y="39953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79" name="Google Shape;379;p36"/>
          <p:cNvSpPr txBox="1"/>
          <p:nvPr>
            <p:ph idx="5" type="body"/>
          </p:nvPr>
        </p:nvSpPr>
        <p:spPr>
          <a:xfrm>
            <a:off x="2493675" y="47106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80" name="Google Shape;380;p36"/>
          <p:cNvSpPr txBox="1"/>
          <p:nvPr>
            <p:ph idx="6" type="title"/>
          </p:nvPr>
        </p:nvSpPr>
        <p:spPr>
          <a:xfrm>
            <a:off x="2493675" y="582172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1" name="Google Shape;381;p36"/>
          <p:cNvSpPr txBox="1"/>
          <p:nvPr>
            <p:ph idx="7" type="body"/>
          </p:nvPr>
        </p:nvSpPr>
        <p:spPr>
          <a:xfrm>
            <a:off x="2493675" y="653702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82" name="Google Shape;382;p36"/>
          <p:cNvSpPr txBox="1"/>
          <p:nvPr>
            <p:ph idx="8" type="title"/>
          </p:nvPr>
        </p:nvSpPr>
        <p:spPr>
          <a:xfrm>
            <a:off x="2493675" y="76127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3" name="Google Shape;383;p36"/>
          <p:cNvSpPr txBox="1"/>
          <p:nvPr>
            <p:ph idx="9" type="body"/>
          </p:nvPr>
        </p:nvSpPr>
        <p:spPr>
          <a:xfrm>
            <a:off x="2493675" y="83280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 Quote 1">
  <p:cSld name="TITLE_1_1_1_1_1_1_1_1_1_1_1_1_1_1_1_1_1_1_1_1_1_1_1_1_1_1">
    <p:bg>
      <p:bgPr>
        <a:gradFill>
          <a:gsLst>
            <a:gs pos="0">
              <a:srgbClr val="90D0FE"/>
            </a:gs>
            <a:gs pos="100000">
              <a:srgbClr val="EAF5FE"/>
            </a:gs>
          </a:gsLst>
          <a:lin ang="16198662" scaled="0"/>
        </a:gradFill>
      </p:bgPr>
    </p:bg>
    <p:spTree>
      <p:nvGrpSpPr>
        <p:cNvPr id="384" name="Shape 384"/>
        <p:cNvGrpSpPr/>
        <p:nvPr/>
      </p:nvGrpSpPr>
      <p:grpSpPr>
        <a:xfrm>
          <a:off x="0" y="0"/>
          <a:ext cx="0" cy="0"/>
          <a:chOff x="0" y="0"/>
          <a:chExt cx="0" cy="0"/>
        </a:xfrm>
      </p:grpSpPr>
      <p:pic>
        <p:nvPicPr>
          <p:cNvPr id="385" name="Google Shape;385;p37"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86" name="Google Shape;386;p37"/>
          <p:cNvSpPr/>
          <p:nvPr/>
        </p:nvSpPr>
        <p:spPr>
          <a:xfrm>
            <a:off x="857250" y="1732862"/>
            <a:ext cx="14910857" cy="6839424"/>
          </a:xfrm>
          <a:custGeom>
            <a:rect b="b" l="l" r="r" t="t"/>
            <a:pathLst>
              <a:path extrusionOk="0" h="21600" w="21539">
                <a:moveTo>
                  <a:pt x="0" y="902"/>
                </a:moveTo>
                <a:cubicBezTo>
                  <a:pt x="0" y="653"/>
                  <a:pt x="46" y="428"/>
                  <a:pt x="121" y="264"/>
                </a:cubicBezTo>
                <a:cubicBezTo>
                  <a:pt x="196" y="101"/>
                  <a:pt x="299" y="0"/>
                  <a:pt x="413" y="0"/>
                </a:cubicBezTo>
                <a:lnTo>
                  <a:pt x="21121" y="0"/>
                </a:lnTo>
                <a:cubicBezTo>
                  <a:pt x="21406" y="9"/>
                  <a:pt x="21600" y="619"/>
                  <a:pt x="21522" y="1216"/>
                </a:cubicBezTo>
                <a:cubicBezTo>
                  <a:pt x="21125" y="4240"/>
                  <a:pt x="20888" y="7447"/>
                  <a:pt x="20885" y="10771"/>
                </a:cubicBezTo>
                <a:cubicBezTo>
                  <a:pt x="20883" y="14116"/>
                  <a:pt x="21125" y="17341"/>
                  <a:pt x="21522" y="20384"/>
                </a:cubicBezTo>
                <a:cubicBezTo>
                  <a:pt x="21600" y="20981"/>
                  <a:pt x="21405" y="21590"/>
                  <a:pt x="21121" y="21600"/>
                </a:cubicBezTo>
                <a:lnTo>
                  <a:pt x="413" y="21600"/>
                </a:lnTo>
                <a:cubicBezTo>
                  <a:pt x="299" y="21600"/>
                  <a:pt x="196" y="21499"/>
                  <a:pt x="121" y="21336"/>
                </a:cubicBezTo>
                <a:cubicBezTo>
                  <a:pt x="46"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87" name="Google Shape;387;p37" title="Salesforce logo"/>
          <p:cNvPicPr preferRelativeResize="0"/>
          <p:nvPr/>
        </p:nvPicPr>
        <p:blipFill rotWithShape="1">
          <a:blip r:embed="rId3">
            <a:alphaModFix/>
          </a:blip>
          <a:srcRect b="0" l="0" r="0" t="0"/>
          <a:stretch/>
        </p:blipFill>
        <p:spPr>
          <a:xfrm>
            <a:off x="16549999" y="848190"/>
            <a:ext cx="953601" cy="667642"/>
          </a:xfrm>
          <a:prstGeom prst="rect">
            <a:avLst/>
          </a:prstGeom>
          <a:noFill/>
          <a:ln>
            <a:noFill/>
          </a:ln>
        </p:spPr>
      </p:pic>
      <p:sp>
        <p:nvSpPr>
          <p:cNvPr id="388" name="Google Shape;388;p37"/>
          <p:cNvSpPr txBox="1"/>
          <p:nvPr>
            <p:ph type="title"/>
          </p:nvPr>
        </p:nvSpPr>
        <p:spPr>
          <a:xfrm>
            <a:off x="1333500" y="2400300"/>
            <a:ext cx="13239900" cy="46671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grpSp>
        <p:nvGrpSpPr>
          <p:cNvPr id="389" name="Google Shape;389;p37"/>
          <p:cNvGrpSpPr/>
          <p:nvPr/>
        </p:nvGrpSpPr>
        <p:grpSpPr>
          <a:xfrm>
            <a:off x="1333500" y="997673"/>
            <a:ext cx="1278450" cy="1211850"/>
            <a:chOff x="0" y="0"/>
            <a:chExt cx="1704600" cy="1615800"/>
          </a:xfrm>
        </p:grpSpPr>
        <p:sp>
          <p:nvSpPr>
            <p:cNvPr id="390" name="Google Shape;390;p37"/>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1" name="Google Shape;391;p37"/>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2" name="Google Shape;392;p37"/>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393" name="Google Shape;393;p37"/>
          <p:cNvSpPr/>
          <p:nvPr/>
        </p:nvSpPr>
        <p:spPr>
          <a:xfrm>
            <a:off x="1566796"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394" name="Google Shape;394;p37" title="BE-MVP-Icon-Spark_Redux_V3_RIGHT_yellow.png"/>
          <p:cNvPicPr preferRelativeResize="0"/>
          <p:nvPr/>
        </p:nvPicPr>
        <p:blipFill rotWithShape="1">
          <a:blip r:embed="rId4">
            <a:alphaModFix/>
          </a:blip>
          <a:srcRect b="0" l="22394" r="8488" t="0"/>
          <a:stretch/>
        </p:blipFill>
        <p:spPr>
          <a:xfrm>
            <a:off x="-3475" y="2091850"/>
            <a:ext cx="603525" cy="931975"/>
          </a:xfrm>
          <a:prstGeom prst="rect">
            <a:avLst/>
          </a:prstGeom>
          <a:noFill/>
          <a:ln>
            <a:noFill/>
          </a:ln>
        </p:spPr>
      </p:pic>
      <p:pic>
        <p:nvPicPr>
          <p:cNvPr id="395" name="Google Shape;395;p37"/>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396" name="Google Shape;396;p37"/>
          <p:cNvSpPr txBox="1"/>
          <p:nvPr>
            <p:ph idx="1" type="subTitle"/>
          </p:nvPr>
        </p:nvSpPr>
        <p:spPr>
          <a:xfrm>
            <a:off x="1333500" y="7610475"/>
            <a:ext cx="13239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3000"/>
              <a:buNone/>
              <a:defRPr sz="3000"/>
            </a:lvl2pPr>
            <a:lvl3pPr lvl="2">
              <a:spcBef>
                <a:spcPts val="1800"/>
              </a:spcBef>
              <a:spcAft>
                <a:spcPts val="0"/>
              </a:spcAft>
              <a:buSzPts val="3000"/>
              <a:buNone/>
              <a:defRPr sz="3000"/>
            </a:lvl3pPr>
            <a:lvl4pPr lvl="3">
              <a:spcBef>
                <a:spcPts val="1800"/>
              </a:spcBef>
              <a:spcAft>
                <a:spcPts val="0"/>
              </a:spcAft>
              <a:buSzPts val="3000"/>
              <a:buNone/>
              <a:defRPr sz="3000"/>
            </a:lvl4pPr>
            <a:lvl5pPr lvl="4">
              <a:spcBef>
                <a:spcPts val="1800"/>
              </a:spcBef>
              <a:spcAft>
                <a:spcPts val="0"/>
              </a:spcAft>
              <a:buSzPts val="3000"/>
              <a:buNone/>
              <a:defRPr sz="3000"/>
            </a:lvl5pPr>
            <a:lvl6pPr lvl="5">
              <a:spcBef>
                <a:spcPts val="1800"/>
              </a:spcBef>
              <a:spcAft>
                <a:spcPts val="0"/>
              </a:spcAft>
              <a:buSzPts val="3000"/>
              <a:buNone/>
              <a:defRPr sz="3000"/>
            </a:lvl6pPr>
            <a:lvl7pPr lvl="6">
              <a:spcBef>
                <a:spcPts val="1800"/>
              </a:spcBef>
              <a:spcAft>
                <a:spcPts val="0"/>
              </a:spcAft>
              <a:buSzPts val="3000"/>
              <a:buNone/>
              <a:defRPr sz="3000"/>
            </a:lvl7pPr>
            <a:lvl8pPr lvl="7">
              <a:spcBef>
                <a:spcPts val="1800"/>
              </a:spcBef>
              <a:spcAft>
                <a:spcPts val="0"/>
              </a:spcAft>
              <a:buSzPts val="3000"/>
              <a:buNone/>
              <a:defRPr sz="3000"/>
            </a:lvl8pPr>
            <a:lvl9pPr lvl="8">
              <a:spcBef>
                <a:spcPts val="1800"/>
              </a:spcBef>
              <a:spcAft>
                <a:spcPts val="1800"/>
              </a:spcAft>
              <a:buSzPts val="3000"/>
              <a:buNone/>
              <a:defRPr sz="3000"/>
            </a:lvl9pPr>
          </a:lstStyle>
          <a:p/>
        </p:txBody>
      </p:sp>
      <p:pic>
        <p:nvPicPr>
          <p:cNvPr id="397" name="Google Shape;397;p37" title="BE-MVP-Icon-Spark_Redux_V3_STRAIGHT_yellow.png"/>
          <p:cNvPicPr preferRelativeResize="0"/>
          <p:nvPr/>
        </p:nvPicPr>
        <p:blipFill rotWithShape="1">
          <a:blip r:embed="rId6">
            <a:alphaModFix/>
          </a:blip>
          <a:srcRect b="2553" l="0" r="0" t="2553"/>
          <a:stretch/>
        </p:blipFill>
        <p:spPr>
          <a:xfrm rot="498582">
            <a:off x="13806739" y="8151217"/>
            <a:ext cx="966926" cy="979298"/>
          </a:xfrm>
          <a:prstGeom prst="rect">
            <a:avLst/>
          </a:prstGeom>
          <a:noFill/>
          <a:ln>
            <a:noFill/>
          </a:ln>
        </p:spPr>
      </p:pic>
      <p:pic>
        <p:nvPicPr>
          <p:cNvPr id="398" name="Google Shape;398;p37" title="BE-MVP-Icon-Spark_Redux_V3_LEFT_yellow.png"/>
          <p:cNvPicPr preferRelativeResize="0"/>
          <p:nvPr/>
        </p:nvPicPr>
        <p:blipFill rotWithShape="1">
          <a:blip r:embed="rId7">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p:cSld name="TITLE_1_1_1_1_1_1_1_1_1_1_1_1_1_1_1_1_1_1_1_1_1_1_1_1_1_1_1">
    <p:bg>
      <p:bgPr>
        <a:solidFill>
          <a:srgbClr val="CFE9FE"/>
        </a:solidFill>
      </p:bgPr>
    </p:bg>
    <p:spTree>
      <p:nvGrpSpPr>
        <p:cNvPr id="399" name="Shape 399"/>
        <p:cNvGrpSpPr/>
        <p:nvPr/>
      </p:nvGrpSpPr>
      <p:grpSpPr>
        <a:xfrm>
          <a:off x="0" y="0"/>
          <a:ext cx="0" cy="0"/>
          <a:chOff x="0" y="0"/>
          <a:chExt cx="0" cy="0"/>
        </a:xfrm>
      </p:grpSpPr>
      <p:pic>
        <p:nvPicPr>
          <p:cNvPr id="400" name="Google Shape;400;p3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1" name="Google Shape;401;p38"/>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pic>
        <p:nvPicPr>
          <p:cNvPr id="402" name="Google Shape;402;p38"/>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Statement 2">
  <p:cSld name="TITLE_1_1_1_1_1_1_1_1_1_1_1_1_1_1_1_1_1_1_1_1_1_1_1_1_1_1_1_1">
    <p:bg>
      <p:bgPr>
        <a:gradFill>
          <a:gsLst>
            <a:gs pos="0">
              <a:srgbClr val="90D0FE"/>
            </a:gs>
            <a:gs pos="100000">
              <a:srgbClr val="EAF5FE"/>
            </a:gs>
          </a:gsLst>
          <a:lin ang="16198662" scaled="0"/>
        </a:gradFill>
      </p:bgPr>
    </p:bg>
    <p:spTree>
      <p:nvGrpSpPr>
        <p:cNvPr id="403" name="Shape 403"/>
        <p:cNvGrpSpPr/>
        <p:nvPr/>
      </p:nvGrpSpPr>
      <p:grpSpPr>
        <a:xfrm>
          <a:off x="0" y="0"/>
          <a:ext cx="0" cy="0"/>
          <a:chOff x="0" y="0"/>
          <a:chExt cx="0" cy="0"/>
        </a:xfrm>
      </p:grpSpPr>
      <p:pic>
        <p:nvPicPr>
          <p:cNvPr id="404" name="Google Shape;404;p39"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5" name="Google Shape;405;p39"/>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6" name="Google Shape;406;p39"/>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7" name="Google Shape;407;p39"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8" name="Google Shape;408;p39"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9" name="Google Shape;409;p39"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10" name="Google Shape;410;p39"/>
          <p:cNvSpPr txBox="1"/>
          <p:nvPr>
            <p:ph type="title"/>
          </p:nvPr>
        </p:nvSpPr>
        <p:spPr>
          <a:xfrm>
            <a:off x="1333500" y="2314575"/>
            <a:ext cx="12954000" cy="47148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11" name="Google Shape;411;p39"/>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12" name="Google Shape;412;p39"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p:cSld name="TITLE_1_1_1_1_1_1_1_1_1_1_1_1_1_1_1_1_1_1_1_1_1_1_1_1_1_1_1_1_3">
    <p:bg>
      <p:bgPr>
        <a:solidFill>
          <a:srgbClr val="CFE9FE"/>
        </a:solidFill>
      </p:bgPr>
    </p:bg>
    <p:spTree>
      <p:nvGrpSpPr>
        <p:cNvPr id="413" name="Shape 413"/>
        <p:cNvGrpSpPr/>
        <p:nvPr/>
      </p:nvGrpSpPr>
      <p:grpSpPr>
        <a:xfrm>
          <a:off x="0" y="0"/>
          <a:ext cx="0" cy="0"/>
          <a:chOff x="0" y="0"/>
          <a:chExt cx="0" cy="0"/>
        </a:xfrm>
      </p:grpSpPr>
      <p:pic>
        <p:nvPicPr>
          <p:cNvPr id="414" name="Google Shape;414;p4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15" name="Google Shape;415;p40" title="Blue_shadow.png"/>
          <p:cNvPicPr preferRelativeResize="0"/>
          <p:nvPr/>
        </p:nvPicPr>
        <p:blipFill>
          <a:blip r:embed="rId3">
            <a:alphaModFix/>
          </a:blip>
          <a:stretch>
            <a:fillRect/>
          </a:stretch>
        </p:blipFill>
        <p:spPr>
          <a:xfrm>
            <a:off x="868675" y="8802925"/>
            <a:ext cx="14619324" cy="676275"/>
          </a:xfrm>
          <a:prstGeom prst="rect">
            <a:avLst/>
          </a:prstGeom>
          <a:noFill/>
          <a:ln>
            <a:noFill/>
          </a:ln>
        </p:spPr>
      </p:pic>
      <p:sp>
        <p:nvSpPr>
          <p:cNvPr id="416" name="Google Shape;416;p40"/>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17" name="Google Shape;417;p40"/>
          <p:cNvPicPr preferRelativeResize="0"/>
          <p:nvPr/>
        </p:nvPicPr>
        <p:blipFill>
          <a:blip r:embed="rId4">
            <a:alphaModFix/>
          </a:blip>
          <a:stretch>
            <a:fillRect/>
          </a:stretch>
        </p:blipFill>
        <p:spPr>
          <a:xfrm>
            <a:off x="16550000" y="848191"/>
            <a:ext cx="953599" cy="667523"/>
          </a:xfrm>
          <a:prstGeom prst="rect">
            <a:avLst/>
          </a:prstGeom>
          <a:noFill/>
          <a:ln>
            <a:noFill/>
          </a:ln>
        </p:spPr>
      </p:pic>
      <p:pic>
        <p:nvPicPr>
          <p:cNvPr id="418" name="Google Shape;418;p40" title="BE-MVP-Icon-Spark_Redux_V3_STRAIGHT_yellow.png"/>
          <p:cNvPicPr preferRelativeResize="0"/>
          <p:nvPr/>
        </p:nvPicPr>
        <p:blipFill rotWithShape="1">
          <a:blip r:embed="rId5">
            <a:alphaModFix/>
          </a:blip>
          <a:srcRect b="2553" l="0" r="0" t="2553"/>
          <a:stretch/>
        </p:blipFill>
        <p:spPr>
          <a:xfrm rot="498582">
            <a:off x="13806739" y="8151217"/>
            <a:ext cx="966926" cy="979298"/>
          </a:xfrm>
          <a:prstGeom prst="rect">
            <a:avLst/>
          </a:prstGeom>
          <a:noFill/>
          <a:ln>
            <a:noFill/>
          </a:ln>
        </p:spPr>
      </p:pic>
      <p:pic>
        <p:nvPicPr>
          <p:cNvPr id="419" name="Google Shape;419;p40" title="BE-MVP-Icon-Spark_Redux_V3_STRAIGHT_yellow.png"/>
          <p:cNvPicPr preferRelativeResize="0"/>
          <p:nvPr/>
        </p:nvPicPr>
        <p:blipFill rotWithShape="1">
          <a:blip r:embed="rId5">
            <a:alphaModFix/>
          </a:blip>
          <a:srcRect b="2553" l="0" r="0" t="2553"/>
          <a:stretch/>
        </p:blipFill>
        <p:spPr>
          <a:xfrm rot="-1459507">
            <a:off x="2495168" y="1072918"/>
            <a:ext cx="495528" cy="501868"/>
          </a:xfrm>
          <a:prstGeom prst="rect">
            <a:avLst/>
          </a:prstGeom>
          <a:noFill/>
          <a:ln>
            <a:noFill/>
          </a:ln>
        </p:spPr>
      </p:pic>
      <p:pic>
        <p:nvPicPr>
          <p:cNvPr id="420" name="Google Shape;420;p40" title="BE-MVP-Icon-Spark_Redux_V3_LEFT_yellow.png"/>
          <p:cNvPicPr preferRelativeResize="0"/>
          <p:nvPr/>
        </p:nvPicPr>
        <p:blipFill rotWithShape="1">
          <a:blip r:embed="rId6">
            <a:alphaModFix/>
          </a:blip>
          <a:srcRect b="2553" l="0" r="0" t="2553"/>
          <a:stretch/>
        </p:blipFill>
        <p:spPr>
          <a:xfrm rot="-1459490">
            <a:off x="1926380" y="1034195"/>
            <a:ext cx="248485" cy="251664"/>
          </a:xfrm>
          <a:prstGeom prst="rect">
            <a:avLst/>
          </a:prstGeom>
          <a:noFill/>
          <a:ln>
            <a:noFill/>
          </a:ln>
        </p:spPr>
      </p:pic>
      <p:sp>
        <p:nvSpPr>
          <p:cNvPr id="421" name="Google Shape;421;p40"/>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22" name="Google Shape;422;p40"/>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23" name="Google Shape;423;p40" title="BE-MVP-Icon-Spark_Redux_V3_LEFT_yellow.png"/>
          <p:cNvPicPr preferRelativeResize="0"/>
          <p:nvPr/>
        </p:nvPicPr>
        <p:blipFill rotWithShape="1">
          <a:blip r:embed="rId6">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1">
  <p:cSld name="TITLE_1_1_1_1_1_1_1_1_1_1_1_1_1_1_1_1_1_1_1_1_1_1_1_1_1_1_1_1_3_1">
    <p:bg>
      <p:bgPr>
        <a:solidFill>
          <a:srgbClr val="066AFE"/>
        </a:solidFill>
      </p:bgPr>
    </p:bg>
    <p:spTree>
      <p:nvGrpSpPr>
        <p:cNvPr id="424" name="Shape 424"/>
        <p:cNvGrpSpPr/>
        <p:nvPr/>
      </p:nvGrpSpPr>
      <p:grpSpPr>
        <a:xfrm>
          <a:off x="0" y="0"/>
          <a:ext cx="0" cy="0"/>
          <a:chOff x="0" y="0"/>
          <a:chExt cx="0" cy="0"/>
        </a:xfrm>
      </p:grpSpPr>
      <p:sp>
        <p:nvSpPr>
          <p:cNvPr id="425" name="Google Shape;425;p41"/>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26" name="Google Shape;426;p41"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pic>
        <p:nvPicPr>
          <p:cNvPr id="427" name="Google Shape;427;p41" title="BE-MVP-Icon-Spark_Redux_V3_STRAIGHT_yellow.png"/>
          <p:cNvPicPr preferRelativeResize="0"/>
          <p:nvPr/>
        </p:nvPicPr>
        <p:blipFill rotWithShape="1">
          <a:blip r:embed="rId3">
            <a:alphaModFix/>
          </a:blip>
          <a:srcRect b="2553" l="0" r="0" t="2553"/>
          <a:stretch/>
        </p:blipFill>
        <p:spPr>
          <a:xfrm rot="498582">
            <a:off x="13806739" y="8151217"/>
            <a:ext cx="966926" cy="979298"/>
          </a:xfrm>
          <a:prstGeom prst="rect">
            <a:avLst/>
          </a:prstGeom>
          <a:noFill/>
          <a:ln>
            <a:noFill/>
          </a:ln>
        </p:spPr>
      </p:pic>
      <p:pic>
        <p:nvPicPr>
          <p:cNvPr id="428" name="Google Shape;428;p41" title="BE-MVP-Icon-Spark_Redux_V3_STRAIGHT_yellow.png"/>
          <p:cNvPicPr preferRelativeResize="0"/>
          <p:nvPr/>
        </p:nvPicPr>
        <p:blipFill rotWithShape="1">
          <a:blip r:embed="rId3">
            <a:alphaModFix/>
          </a:blip>
          <a:srcRect b="2553" l="0" r="0" t="2553"/>
          <a:stretch/>
        </p:blipFill>
        <p:spPr>
          <a:xfrm rot="-1459507">
            <a:off x="2495168" y="1072918"/>
            <a:ext cx="495528" cy="501868"/>
          </a:xfrm>
          <a:prstGeom prst="rect">
            <a:avLst/>
          </a:prstGeom>
          <a:noFill/>
          <a:ln>
            <a:noFill/>
          </a:ln>
        </p:spPr>
      </p:pic>
      <p:pic>
        <p:nvPicPr>
          <p:cNvPr id="429" name="Google Shape;429;p41" title="BE-MVP-Icon-Spark_Redux_V3_LEFT_yellow.png"/>
          <p:cNvPicPr preferRelativeResize="0"/>
          <p:nvPr/>
        </p:nvPicPr>
        <p:blipFill rotWithShape="1">
          <a:blip r:embed="rId4">
            <a:alphaModFix/>
          </a:blip>
          <a:srcRect b="2553" l="0" r="0" t="2553"/>
          <a:stretch/>
        </p:blipFill>
        <p:spPr>
          <a:xfrm rot="-1459490">
            <a:off x="1926380" y="1034195"/>
            <a:ext cx="248485" cy="251664"/>
          </a:xfrm>
          <a:prstGeom prst="rect">
            <a:avLst/>
          </a:prstGeom>
          <a:noFill/>
          <a:ln>
            <a:noFill/>
          </a:ln>
        </p:spPr>
      </p:pic>
      <p:sp>
        <p:nvSpPr>
          <p:cNvPr id="430" name="Google Shape;430;p41"/>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31" name="Google Shape;431;p41"/>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32" name="Google Shape;432;p41" title="BE-MVP-Icon-Spark_Redux_V3_LEFT_yellow.png"/>
          <p:cNvPicPr preferRelativeResize="0"/>
          <p:nvPr/>
        </p:nvPicPr>
        <p:blipFill rotWithShape="1">
          <a:blip r:embed="rId4">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tatement 4">
  <p:cSld name="TITLE_1_1_1_1_1_1_1_1_1_1_1_1_1_1_1_1_1_1_1_1_1_1_1_1_1_1_1_1_2">
    <p:bg>
      <p:bgPr>
        <a:solidFill>
          <a:srgbClr val="CFE9FE"/>
        </a:solidFill>
      </p:bgPr>
    </p:bg>
    <p:spTree>
      <p:nvGrpSpPr>
        <p:cNvPr id="433" name="Shape 433"/>
        <p:cNvGrpSpPr/>
        <p:nvPr/>
      </p:nvGrpSpPr>
      <p:grpSpPr>
        <a:xfrm>
          <a:off x="0" y="0"/>
          <a:ext cx="0" cy="0"/>
          <a:chOff x="0" y="0"/>
          <a:chExt cx="0" cy="0"/>
        </a:xfrm>
      </p:grpSpPr>
      <p:pic>
        <p:nvPicPr>
          <p:cNvPr id="434" name="Google Shape;434;p42"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35" name="Google Shape;435;p42"/>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E0E5F8"/>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36" name="Google Shape;436;p42"/>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37" name="Google Shape;437;p42"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38" name="Google Shape;438;p42"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39" name="Google Shape;439;p42"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40" name="Google Shape;440;p42"/>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41" name="Google Shape;441;p42"/>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42" name="Google Shape;442;p42"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5">
  <p:cSld name="TITLE_1_1_1_1_1_1_1_1_1_1_1_1_1_1_1_1_1_1_1_1_1_1_1_1_1_1_1_1_2_1">
    <p:bg>
      <p:bgPr>
        <a:solidFill>
          <a:srgbClr val="CFE9FE"/>
        </a:solidFill>
      </p:bgPr>
    </p:bg>
    <p:spTree>
      <p:nvGrpSpPr>
        <p:cNvPr id="443" name="Shape 443"/>
        <p:cNvGrpSpPr/>
        <p:nvPr/>
      </p:nvGrpSpPr>
      <p:grpSpPr>
        <a:xfrm>
          <a:off x="0" y="0"/>
          <a:ext cx="0" cy="0"/>
          <a:chOff x="0" y="0"/>
          <a:chExt cx="0" cy="0"/>
        </a:xfrm>
      </p:grpSpPr>
      <p:pic>
        <p:nvPicPr>
          <p:cNvPr id="444" name="Google Shape;444;p43"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45" name="Google Shape;445;p43"/>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46" name="Google Shape;446;p43"/>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47" name="Google Shape;447;p43"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48" name="Google Shape;448;p43"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49" name="Google Shape;449;p43"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50" name="Google Shape;450;p43"/>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51" name="Google Shape;451;p43"/>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52" name="Google Shape;452;p43"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with data">
  <p:cSld name="TITLE_1_1_1_1_1_1_1_1_1_1_1_1_1_1_1_1_1_1_1_1_1_1_1_1_1_1_1_1_1_1_1">
    <p:bg>
      <p:bgPr>
        <a:solidFill>
          <a:schemeClr val="accent6"/>
        </a:solidFill>
      </p:bgPr>
    </p:bg>
    <p:spTree>
      <p:nvGrpSpPr>
        <p:cNvPr id="453" name="Shape 453"/>
        <p:cNvGrpSpPr/>
        <p:nvPr/>
      </p:nvGrpSpPr>
      <p:grpSpPr>
        <a:xfrm>
          <a:off x="0" y="0"/>
          <a:ext cx="0" cy="0"/>
          <a:chOff x="0" y="0"/>
          <a:chExt cx="0" cy="0"/>
        </a:xfrm>
      </p:grpSpPr>
      <p:sp>
        <p:nvSpPr>
          <p:cNvPr id="454" name="Google Shape;454;p44"/>
          <p:cNvSpPr/>
          <p:nvPr/>
        </p:nvSpPr>
        <p:spPr>
          <a:xfrm flipH="1">
            <a:off x="7899811" y="2002123"/>
            <a:ext cx="9512840" cy="6262064"/>
          </a:xfrm>
          <a:custGeom>
            <a:rect b="b" l="l" r="r" t="t"/>
            <a:pathLst>
              <a:path extrusionOk="0" h="21595" w="21496">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55" name="Google Shape;455;p44"/>
          <p:cNvSpPr txBox="1"/>
          <p:nvPr>
            <p:ph type="title"/>
          </p:nvPr>
        </p:nvSpPr>
        <p:spPr>
          <a:xfrm>
            <a:off x="8915400" y="2852738"/>
            <a:ext cx="7915200" cy="45624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pic>
        <p:nvPicPr>
          <p:cNvPr id="456" name="Google Shape;456;p4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8eddf9cd5d8993598fe8b721e932338b28a73d3f.png" id="457" name="Google Shape;457;p44"/>
          <p:cNvPicPr preferRelativeResize="0"/>
          <p:nvPr/>
        </p:nvPicPr>
        <p:blipFill rotWithShape="1">
          <a:blip r:embed="rId3">
            <a:alphaModFix/>
          </a:blip>
          <a:srcRect b="8927" l="8" r="20381" t="7173"/>
          <a:stretch/>
        </p:blipFill>
        <p:spPr>
          <a:xfrm rot="5969335">
            <a:off x="16935753" y="7113292"/>
            <a:ext cx="994791" cy="1048341"/>
          </a:xfrm>
          <a:custGeom>
            <a:rect b="b" l="l" r="r" t="t"/>
            <a:pathLst>
              <a:path extrusionOk="0" h="21600" w="2160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descr="8eddf9cd5d8993598fe8b721e932338b28a73d3f.png" id="458" name="Google Shape;458;p44"/>
          <p:cNvPicPr preferRelativeResize="0"/>
          <p:nvPr/>
        </p:nvPicPr>
        <p:blipFill rotWithShape="1">
          <a:blip r:embed="rId3">
            <a:alphaModFix/>
          </a:blip>
          <a:srcRect b="8957" l="24" r="20346" t="7179"/>
          <a:stretch/>
        </p:blipFill>
        <p:spPr>
          <a:xfrm>
            <a:off x="16951206" y="7806343"/>
            <a:ext cx="235494" cy="247914"/>
          </a:xfrm>
          <a:custGeom>
            <a:rect b="b" l="l" r="r" t="t"/>
            <a:pathLst>
              <a:path extrusionOk="0" h="21600" w="2160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descr="8eddf9cd5d8993598fe8b721e932338b28a73d3f.png" id="459" name="Google Shape;459;p44"/>
          <p:cNvPicPr preferRelativeResize="0"/>
          <p:nvPr/>
        </p:nvPicPr>
        <p:blipFill rotWithShape="1">
          <a:blip r:embed="rId3">
            <a:alphaModFix/>
          </a:blip>
          <a:srcRect b="8904" l="16" r="20354" t="7175"/>
          <a:stretch/>
        </p:blipFill>
        <p:spPr>
          <a:xfrm rot="-861880">
            <a:off x="17403210" y="8087609"/>
            <a:ext cx="436410" cy="459880"/>
          </a:xfrm>
          <a:custGeom>
            <a:rect b="b" l="l" r="r" t="t"/>
            <a:pathLst>
              <a:path extrusionOk="0" h="21600" w="2160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Statement quote">
  <p:cSld name="TITLE_1_1_1_1_1_1_1_1_1_1_1_1_1_1_1_1_1_1_1_1_1_1_1_1_1_1_1_1_1_1_1_1_1">
    <p:bg>
      <p:bgPr>
        <a:gradFill>
          <a:gsLst>
            <a:gs pos="0">
              <a:srgbClr val="90D0FE"/>
            </a:gs>
            <a:gs pos="100000">
              <a:srgbClr val="EAF5FE"/>
            </a:gs>
          </a:gsLst>
          <a:lin ang="16198662" scaled="0"/>
        </a:gradFill>
      </p:bgPr>
    </p:bg>
    <p:spTree>
      <p:nvGrpSpPr>
        <p:cNvPr id="460" name="Shape 460"/>
        <p:cNvGrpSpPr/>
        <p:nvPr/>
      </p:nvGrpSpPr>
      <p:grpSpPr>
        <a:xfrm>
          <a:off x="0" y="0"/>
          <a:ext cx="0" cy="0"/>
          <a:chOff x="0" y="0"/>
          <a:chExt cx="0" cy="0"/>
        </a:xfrm>
      </p:grpSpPr>
      <p:pic>
        <p:nvPicPr>
          <p:cNvPr id="461" name="Google Shape;461;p45"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62" name="Google Shape;462;p45"/>
          <p:cNvSpPr/>
          <p:nvPr/>
        </p:nvSpPr>
        <p:spPr>
          <a:xfrm>
            <a:off x="857250" y="1732862"/>
            <a:ext cx="12871065" cy="6839424"/>
          </a:xfrm>
          <a:custGeom>
            <a:rect b="b" l="l" r="r" t="t"/>
            <a:pathLst>
              <a:path extrusionOk="0" h="21600" w="21530">
                <a:moveTo>
                  <a:pt x="0" y="902"/>
                </a:moveTo>
                <a:cubicBezTo>
                  <a:pt x="0" y="653"/>
                  <a:pt x="54" y="428"/>
                  <a:pt x="140" y="264"/>
                </a:cubicBezTo>
                <a:cubicBezTo>
                  <a:pt x="226" y="101"/>
                  <a:pt x="346" y="0"/>
                  <a:pt x="478" y="0"/>
                </a:cubicBezTo>
                <a:lnTo>
                  <a:pt x="21046" y="0"/>
                </a:lnTo>
                <a:cubicBezTo>
                  <a:pt x="21375" y="9"/>
                  <a:pt x="21600" y="619"/>
                  <a:pt x="21509" y="1216"/>
                </a:cubicBezTo>
                <a:cubicBezTo>
                  <a:pt x="21050" y="4240"/>
                  <a:pt x="20775" y="7447"/>
                  <a:pt x="20772" y="10771"/>
                </a:cubicBezTo>
                <a:cubicBezTo>
                  <a:pt x="20769" y="14116"/>
                  <a:pt x="21050" y="17341"/>
                  <a:pt x="21509" y="20384"/>
                </a:cubicBezTo>
                <a:cubicBezTo>
                  <a:pt x="21600" y="20981"/>
                  <a:pt x="21375" y="21590"/>
                  <a:pt x="21046" y="21600"/>
                </a:cubicBezTo>
                <a:lnTo>
                  <a:pt x="478" y="21600"/>
                </a:lnTo>
                <a:cubicBezTo>
                  <a:pt x="346" y="21600"/>
                  <a:pt x="226" y="21499"/>
                  <a:pt x="140" y="21336"/>
                </a:cubicBezTo>
                <a:cubicBezTo>
                  <a:pt x="54"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sp>
        <p:nvSpPr>
          <p:cNvPr id="463" name="Google Shape;463;p45"/>
          <p:cNvSpPr/>
          <p:nvPr/>
        </p:nvSpPr>
        <p:spPr>
          <a:xfrm>
            <a:off x="14279102" y="3684699"/>
            <a:ext cx="3130800" cy="2884800"/>
          </a:xfrm>
          <a:prstGeom prst="roundRect">
            <a:avLst>
              <a:gd fmla="val 9717" name="adj"/>
            </a:avLst>
          </a:prstGeom>
          <a:solidFill>
            <a:srgbClr val="FCC00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grpSp>
        <p:nvGrpSpPr>
          <p:cNvPr id="464" name="Google Shape;464;p45"/>
          <p:cNvGrpSpPr/>
          <p:nvPr/>
        </p:nvGrpSpPr>
        <p:grpSpPr>
          <a:xfrm>
            <a:off x="1333500" y="997673"/>
            <a:ext cx="1278450" cy="1211850"/>
            <a:chOff x="0" y="0"/>
            <a:chExt cx="1704600" cy="1615800"/>
          </a:xfrm>
        </p:grpSpPr>
        <p:sp>
          <p:nvSpPr>
            <p:cNvPr id="465" name="Google Shape;465;p45"/>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66" name="Google Shape;466;p45"/>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67" name="Google Shape;467;p45"/>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468" name="Google Shape;468;p45"/>
          <p:cNvSpPr/>
          <p:nvPr/>
        </p:nvSpPr>
        <p:spPr>
          <a:xfrm>
            <a:off x="1566863"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469" name="Google Shape;469;p4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70" name="Google Shape;470;p45"/>
          <p:cNvSpPr/>
          <p:nvPr>
            <p:ph idx="2" type="pic"/>
          </p:nvPr>
        </p:nvSpPr>
        <p:spPr>
          <a:xfrm>
            <a:off x="14278928" y="3684270"/>
            <a:ext cx="3130800" cy="2885100"/>
          </a:xfrm>
          <a:prstGeom prst="roundRect">
            <a:avLst>
              <a:gd fmla="val 9780" name="adj"/>
            </a:avLst>
          </a:prstGeom>
          <a:noFill/>
          <a:ln>
            <a:noFill/>
          </a:ln>
        </p:spPr>
      </p:sp>
      <p:sp>
        <p:nvSpPr>
          <p:cNvPr id="471" name="Google Shape;471;p45"/>
          <p:cNvSpPr txBox="1"/>
          <p:nvPr>
            <p:ph type="title"/>
          </p:nvPr>
        </p:nvSpPr>
        <p:spPr>
          <a:xfrm>
            <a:off x="1333500" y="2265063"/>
            <a:ext cx="10944300" cy="57750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2" name="Google Shape;472;p45"/>
          <p:cNvSpPr txBox="1"/>
          <p:nvPr>
            <p:ph idx="1" type="subTitle"/>
          </p:nvPr>
        </p:nvSpPr>
        <p:spPr>
          <a:xfrm>
            <a:off x="14406925" y="6985950"/>
            <a:ext cx="3022800" cy="1586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400"/>
              <a:buNone/>
              <a:defRPr b="1" sz="2400"/>
            </a:lvl1pPr>
            <a:lvl2pPr lvl="1">
              <a:spcBef>
                <a:spcPts val="0"/>
              </a:spcBef>
              <a:spcAft>
                <a:spcPts val="0"/>
              </a:spcAft>
              <a:buSzPts val="2400"/>
              <a:buNone/>
              <a:defRPr b="1" sz="2400"/>
            </a:lvl2pPr>
            <a:lvl3pPr lvl="2">
              <a:spcBef>
                <a:spcPts val="1800"/>
              </a:spcBef>
              <a:spcAft>
                <a:spcPts val="0"/>
              </a:spcAft>
              <a:buSzPts val="2400"/>
              <a:buNone/>
              <a:defRPr b="1"/>
            </a:lvl3pPr>
            <a:lvl4pPr lvl="3">
              <a:spcBef>
                <a:spcPts val="1800"/>
              </a:spcBef>
              <a:spcAft>
                <a:spcPts val="0"/>
              </a:spcAft>
              <a:buSzPts val="2400"/>
              <a:buNone/>
              <a:defRPr b="1" sz="2400"/>
            </a:lvl4pPr>
            <a:lvl5pPr lvl="4">
              <a:spcBef>
                <a:spcPts val="1800"/>
              </a:spcBef>
              <a:spcAft>
                <a:spcPts val="0"/>
              </a:spcAft>
              <a:buSzPts val="2400"/>
              <a:buNone/>
              <a:defRPr b="1" sz="2400"/>
            </a:lvl5pPr>
            <a:lvl6pPr lvl="5">
              <a:spcBef>
                <a:spcPts val="1800"/>
              </a:spcBef>
              <a:spcAft>
                <a:spcPts val="0"/>
              </a:spcAft>
              <a:buSzPts val="2400"/>
              <a:buNone/>
              <a:defRPr b="1" sz="2400"/>
            </a:lvl6pPr>
            <a:lvl7pPr lvl="6">
              <a:spcBef>
                <a:spcPts val="1800"/>
              </a:spcBef>
              <a:spcAft>
                <a:spcPts val="0"/>
              </a:spcAft>
              <a:buSzPts val="2400"/>
              <a:buNone/>
              <a:defRPr b="1" sz="2400"/>
            </a:lvl7pPr>
            <a:lvl8pPr lvl="7">
              <a:spcBef>
                <a:spcPts val="1800"/>
              </a:spcBef>
              <a:spcAft>
                <a:spcPts val="0"/>
              </a:spcAft>
              <a:buSzPts val="2400"/>
              <a:buNone/>
              <a:defRPr b="1" sz="2400"/>
            </a:lvl8pPr>
            <a:lvl9pPr lvl="8">
              <a:spcBef>
                <a:spcPts val="1800"/>
              </a:spcBef>
              <a:spcAft>
                <a:spcPts val="1800"/>
              </a:spcAft>
              <a:buSzPts val="2400"/>
              <a:buNone/>
              <a:defRPr b="1" sz="24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p:cSld name="TITLE_1_1_1_1_1_1_1_1_1_1_1_1_1_1_1_1_1_1_1_1_1_1_1_1_1_1_1_1_1_1_1_1_1_1">
    <p:bg>
      <p:bgPr>
        <a:solidFill>
          <a:schemeClr val="lt1"/>
        </a:solidFill>
      </p:bgPr>
    </p:bg>
    <p:spTree>
      <p:nvGrpSpPr>
        <p:cNvPr id="473" name="Shape 473"/>
        <p:cNvGrpSpPr/>
        <p:nvPr/>
      </p:nvGrpSpPr>
      <p:grpSpPr>
        <a:xfrm>
          <a:off x="0" y="0"/>
          <a:ext cx="0" cy="0"/>
          <a:chOff x="0" y="0"/>
          <a:chExt cx="0" cy="0"/>
        </a:xfrm>
      </p:grpSpPr>
      <p:pic>
        <p:nvPicPr>
          <p:cNvPr id="474" name="Google Shape;474;p46"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75" name="Google Shape;475;p46"/>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76" name="Google Shape;476;p46"/>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77" name="Google Shape;477;p46"/>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78" name="Google Shape;478;p46"/>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pic>
        <p:nvPicPr>
          <p:cNvPr id="479" name="Google Shape;479;p46" title="BE-MVP-Icon-Spark_Redux_V3_RIGHT_yellow.png"/>
          <p:cNvPicPr preferRelativeResize="0"/>
          <p:nvPr/>
        </p:nvPicPr>
        <p:blipFill rotWithShape="1">
          <a:blip r:embed="rId4">
            <a:alphaModFix/>
          </a:blip>
          <a:srcRect b="8324" l="17671" r="9187" t="12399"/>
          <a:stretch/>
        </p:blipFill>
        <p:spPr>
          <a:xfrm rot="-9">
            <a:off x="1" y="6380114"/>
            <a:ext cx="1675026" cy="1937844"/>
          </a:xfrm>
          <a:prstGeom prst="rect">
            <a:avLst/>
          </a:prstGeom>
          <a:noFill/>
          <a:ln>
            <a:noFill/>
          </a:ln>
        </p:spPr>
      </p:pic>
      <p:sp>
        <p:nvSpPr>
          <p:cNvPr id="480" name="Google Shape;480;p46"/>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1" name="Google Shape;481;p46"/>
          <p:cNvSpPr/>
          <p:nvPr/>
        </p:nvSpPr>
        <p:spPr>
          <a:xfrm>
            <a:off x="4686089" y="5750894"/>
            <a:ext cx="1247700" cy="1247700"/>
          </a:xfrm>
          <a:prstGeom prst="roundRect">
            <a:avLst>
              <a:gd fmla="val 2326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2" name="Google Shape;482;p46"/>
          <p:cNvSpPr/>
          <p:nvPr/>
        </p:nvSpPr>
        <p:spPr>
          <a:xfrm>
            <a:off x="1722794" y="7255047"/>
            <a:ext cx="2704800" cy="435300"/>
          </a:xfrm>
          <a:prstGeom prst="roundRect">
            <a:avLst>
              <a:gd fmla="val 5000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3" name="Google Shape;483;p46"/>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84" name="Google Shape;484;p46"/>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85" name="Google Shape;485;p46"/>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6" name="Google Shape;486;p46"/>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7" name="Google Shape;487;p46"/>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8" name="Google Shape;488;p46"/>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9" name="Google Shape;489;p46"/>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pic>
        <p:nvPicPr>
          <p:cNvPr descr="Blue_single_sparkle.png" id="490" name="Google Shape;490;p46"/>
          <p:cNvPicPr preferRelativeResize="0"/>
          <p:nvPr/>
        </p:nvPicPr>
        <p:blipFill rotWithShape="1">
          <a:blip r:embed="rId5">
            <a:alphaModFix/>
          </a:blip>
          <a:srcRect b="0" l="0" r="0" t="0"/>
          <a:stretch/>
        </p:blipFill>
        <p:spPr>
          <a:xfrm>
            <a:off x="3461327" y="2946149"/>
            <a:ext cx="588381" cy="597300"/>
          </a:xfrm>
          <a:prstGeom prst="rect">
            <a:avLst/>
          </a:prstGeom>
          <a:noFill/>
          <a:ln>
            <a:noFill/>
          </a:ln>
        </p:spPr>
      </p:pic>
      <p:pic>
        <p:nvPicPr>
          <p:cNvPr id="491" name="Google Shape;491;p46" title="BE-MVP-Icon-Spark_Redux_V3_RIGHT_yellow.png"/>
          <p:cNvPicPr preferRelativeResize="0"/>
          <p:nvPr/>
        </p:nvPicPr>
        <p:blipFill rotWithShape="1">
          <a:blip r:embed="rId4">
            <a:alphaModFix/>
          </a:blip>
          <a:srcRect b="0" l="3866" r="3875" t="0"/>
          <a:stretch/>
        </p:blipFill>
        <p:spPr>
          <a:xfrm rot="-23">
            <a:off x="3034519" y="2797750"/>
            <a:ext cx="339582" cy="392849"/>
          </a:xfrm>
          <a:prstGeom prst="rect">
            <a:avLst/>
          </a:prstGeom>
          <a:noFill/>
          <a:ln>
            <a:noFill/>
          </a:ln>
        </p:spPr>
      </p:pic>
      <p:pic>
        <p:nvPicPr>
          <p:cNvPr descr="Blue_single_sparkle.png" id="492" name="Google Shape;492;p46"/>
          <p:cNvPicPr preferRelativeResize="0"/>
          <p:nvPr/>
        </p:nvPicPr>
        <p:blipFill rotWithShape="1">
          <a:blip r:embed="rId5">
            <a:alphaModFix/>
          </a:blip>
          <a:srcRect b="0" l="0" r="0" t="0"/>
          <a:stretch/>
        </p:blipFill>
        <p:spPr>
          <a:xfrm>
            <a:off x="2060343" y="6548591"/>
            <a:ext cx="295517" cy="300001"/>
          </a:xfrm>
          <a:prstGeom prst="rect">
            <a:avLst/>
          </a:prstGeom>
          <a:noFill/>
          <a:ln>
            <a:noFill/>
          </a:ln>
        </p:spPr>
      </p:pic>
      <p:sp>
        <p:nvSpPr>
          <p:cNvPr id="493" name="Google Shape;493;p46"/>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2775"/>
              </a:buClr>
              <a:buSzPts val="2800"/>
              <a:buFont typeface="Questrial"/>
              <a:buNone/>
            </a:pPr>
            <a:r>
              <a:t/>
            </a:r>
            <a:endParaRPr sz="2800">
              <a:solidFill>
                <a:srgbClr val="032D60"/>
              </a:solidFill>
            </a:endParaRPr>
          </a:p>
        </p:txBody>
      </p:sp>
      <p:pic>
        <p:nvPicPr>
          <p:cNvPr id="494" name="Google Shape;494;p46"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95" name="Google Shape;495;p46"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2">
  <p:cSld name="TITLE_1_1_1_1_1_1_1_1_1_1_1_1_1_1_1_1_1_1_1_1_1_1_1_1_1_1_1_1_1_1_1_1_1_1_2">
    <p:bg>
      <p:bgPr>
        <a:solidFill>
          <a:schemeClr val="lt1"/>
        </a:solidFill>
      </p:bgPr>
    </p:bg>
    <p:spTree>
      <p:nvGrpSpPr>
        <p:cNvPr id="496" name="Shape 496"/>
        <p:cNvGrpSpPr/>
        <p:nvPr/>
      </p:nvGrpSpPr>
      <p:grpSpPr>
        <a:xfrm>
          <a:off x="0" y="0"/>
          <a:ext cx="0" cy="0"/>
          <a:chOff x="0" y="0"/>
          <a:chExt cx="0" cy="0"/>
        </a:xfrm>
      </p:grpSpPr>
      <p:pic>
        <p:nvPicPr>
          <p:cNvPr id="497" name="Google Shape;497;p47"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98" name="Google Shape;498;p47"/>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99" name="Google Shape;499;p47"/>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00" name="Google Shape;500;p47"/>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01" name="Google Shape;501;p47"/>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02" name="Google Shape;502;p47"/>
          <p:cNvSpPr/>
          <p:nvPr/>
        </p:nvSpPr>
        <p:spPr>
          <a:xfrm>
            <a:off x="1722794" y="4293920"/>
            <a:ext cx="2704800" cy="2704800"/>
          </a:xfrm>
          <a:prstGeom prst="roundRect">
            <a:avLst>
              <a:gd fmla="val 988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3" name="Google Shape;503;p47"/>
          <p:cNvSpPr/>
          <p:nvPr/>
        </p:nvSpPr>
        <p:spPr>
          <a:xfrm>
            <a:off x="4686089" y="5750894"/>
            <a:ext cx="1247700" cy="1247700"/>
          </a:xfrm>
          <a:prstGeom prst="roundRect">
            <a:avLst>
              <a:gd fmla="val 2326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04" name="Google Shape;504;p47"/>
          <p:cNvSpPr/>
          <p:nvPr/>
        </p:nvSpPr>
        <p:spPr>
          <a:xfrm>
            <a:off x="1722794" y="7255047"/>
            <a:ext cx="2704800" cy="435300"/>
          </a:xfrm>
          <a:prstGeom prst="roundRect">
            <a:avLst>
              <a:gd fmla="val 5000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05" name="Google Shape;505;p47"/>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06" name="Google Shape;506;p47"/>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07" name="Google Shape;507;p47"/>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8" name="Google Shape;508;p47"/>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9" name="Google Shape;509;p47"/>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10" name="Google Shape;510;p47"/>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11" name="Google Shape;511;p47"/>
          <p:cNvSpPr/>
          <p:nvPr/>
        </p:nvSpPr>
        <p:spPr>
          <a:xfrm>
            <a:off x="1798820" y="7322727"/>
            <a:ext cx="1335900" cy="300000"/>
          </a:xfrm>
          <a:prstGeom prst="roundRect">
            <a:avLst>
              <a:gd fmla="val 50000" name="adj"/>
            </a:avLst>
          </a:pr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512" name="Google Shape;512;p47" title="Violet_single_sparkle.png"/>
          <p:cNvPicPr preferRelativeResize="0"/>
          <p:nvPr/>
        </p:nvPicPr>
        <p:blipFill>
          <a:blip r:embed="rId4">
            <a:alphaModFix/>
          </a:blip>
          <a:stretch>
            <a:fillRect/>
          </a:stretch>
        </p:blipFill>
        <p:spPr>
          <a:xfrm>
            <a:off x="3462900" y="2947315"/>
            <a:ext cx="585217" cy="594970"/>
          </a:xfrm>
          <a:prstGeom prst="rect">
            <a:avLst/>
          </a:prstGeom>
          <a:noFill/>
          <a:ln>
            <a:noFill/>
          </a:ln>
        </p:spPr>
      </p:pic>
      <p:pic>
        <p:nvPicPr>
          <p:cNvPr id="513" name="Google Shape;513;p47"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514" name="Google Shape;514;p47" title="Violet_single_sparkle.png"/>
          <p:cNvPicPr preferRelativeResize="0"/>
          <p:nvPr/>
        </p:nvPicPr>
        <p:blipFill>
          <a:blip r:embed="rId4">
            <a:alphaModFix/>
          </a:blip>
          <a:stretch>
            <a:fillRect/>
          </a:stretch>
        </p:blipFill>
        <p:spPr>
          <a:xfrm>
            <a:off x="2061800" y="6552290"/>
            <a:ext cx="292608" cy="292608"/>
          </a:xfrm>
          <a:prstGeom prst="rect">
            <a:avLst/>
          </a:prstGeom>
          <a:noFill/>
          <a:ln>
            <a:noFill/>
          </a:ln>
        </p:spPr>
      </p:pic>
      <p:sp>
        <p:nvSpPr>
          <p:cNvPr id="515" name="Google Shape;515;p47"/>
          <p:cNvSpPr/>
          <p:nvPr/>
        </p:nvSpPr>
        <p:spPr>
          <a:xfrm>
            <a:off x="1626825" y="3921950"/>
            <a:ext cx="1510500" cy="1510500"/>
          </a:xfrm>
          <a:prstGeom prst="ellipse">
            <a:avLst/>
          </a:prstGeom>
          <a:solidFill>
            <a:srgbClr val="FFFEFE"/>
          </a:solidFill>
          <a:ln>
            <a:noFill/>
          </a:ln>
          <a:effectLst>
            <a:outerShdw blurRad="457200" rotWithShape="0" dir="3900000" dist="523875">
              <a:srgbClr val="300B60">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16" name="Google Shape;516;p47"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517" name="Google Shape;517;p47"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518" name="Google Shape;518;p47"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3">
  <p:cSld name="TITLE_1_1_1_1_1_1_1_1_1_1_1_1_1_1_1_1_1_1_1_1_1_1_1_1_1_1_1_1_1_1_1_1_1_1_2_1">
    <p:bg>
      <p:bgPr>
        <a:solidFill>
          <a:schemeClr val="lt1"/>
        </a:solidFill>
      </p:bgPr>
    </p:bg>
    <p:spTree>
      <p:nvGrpSpPr>
        <p:cNvPr id="519" name="Shape 519"/>
        <p:cNvGrpSpPr/>
        <p:nvPr/>
      </p:nvGrpSpPr>
      <p:grpSpPr>
        <a:xfrm>
          <a:off x="0" y="0"/>
          <a:ext cx="0" cy="0"/>
          <a:chOff x="0" y="0"/>
          <a:chExt cx="0" cy="0"/>
        </a:xfrm>
      </p:grpSpPr>
      <p:pic>
        <p:nvPicPr>
          <p:cNvPr id="520" name="Google Shape;520;p48"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21" name="Google Shape;521;p48"/>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522" name="Google Shape;522;p48"/>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23" name="Google Shape;523;p48"/>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24" name="Google Shape;524;p48"/>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25" name="Google Shape;525;p48"/>
          <p:cNvSpPr/>
          <p:nvPr/>
        </p:nvSpPr>
        <p:spPr>
          <a:xfrm>
            <a:off x="1722794" y="4293920"/>
            <a:ext cx="2704800" cy="2704800"/>
          </a:xfrm>
          <a:prstGeom prst="roundRect">
            <a:avLst>
              <a:gd fmla="val 988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26" name="Google Shape;526;p48"/>
          <p:cNvSpPr/>
          <p:nvPr/>
        </p:nvSpPr>
        <p:spPr>
          <a:xfrm>
            <a:off x="4686089" y="5750894"/>
            <a:ext cx="1247700" cy="1247700"/>
          </a:xfrm>
          <a:prstGeom prst="roundRect">
            <a:avLst>
              <a:gd fmla="val 2326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27" name="Google Shape;527;p48"/>
          <p:cNvSpPr/>
          <p:nvPr/>
        </p:nvSpPr>
        <p:spPr>
          <a:xfrm>
            <a:off x="1722794" y="7255047"/>
            <a:ext cx="2704800" cy="435300"/>
          </a:xfrm>
          <a:prstGeom prst="roundRect">
            <a:avLst>
              <a:gd fmla="val 5000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28" name="Google Shape;528;p48"/>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29" name="Google Shape;529;p48"/>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30" name="Google Shape;530;p48"/>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1" name="Google Shape;531;p48"/>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2" name="Google Shape;532;p48"/>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3" name="Google Shape;533;p48"/>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4" name="Google Shape;534;p48"/>
          <p:cNvSpPr/>
          <p:nvPr/>
        </p:nvSpPr>
        <p:spPr>
          <a:xfrm>
            <a:off x="1798820" y="7322727"/>
            <a:ext cx="1335900" cy="300000"/>
          </a:xfrm>
          <a:prstGeom prst="roundRect">
            <a:avLst>
              <a:gd fmla="val 50000" name="adj"/>
            </a:avLst>
          </a:pr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535" name="Google Shape;535;p48" title="Teal_single_sparkle.png"/>
          <p:cNvPicPr preferRelativeResize="0"/>
          <p:nvPr/>
        </p:nvPicPr>
        <p:blipFill>
          <a:blip r:embed="rId4">
            <a:alphaModFix/>
          </a:blip>
          <a:stretch>
            <a:fillRect/>
          </a:stretch>
        </p:blipFill>
        <p:spPr>
          <a:xfrm>
            <a:off x="3462900" y="2947313"/>
            <a:ext cx="585217" cy="594970"/>
          </a:xfrm>
          <a:prstGeom prst="rect">
            <a:avLst/>
          </a:prstGeom>
          <a:noFill/>
          <a:ln>
            <a:noFill/>
          </a:ln>
        </p:spPr>
      </p:pic>
      <p:pic>
        <p:nvPicPr>
          <p:cNvPr id="536" name="Google Shape;536;p48"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537" name="Google Shape;537;p48" title="Teal_single_sparkle.png"/>
          <p:cNvPicPr preferRelativeResize="0"/>
          <p:nvPr/>
        </p:nvPicPr>
        <p:blipFill>
          <a:blip r:embed="rId4">
            <a:alphaModFix/>
          </a:blip>
          <a:stretch>
            <a:fillRect/>
          </a:stretch>
        </p:blipFill>
        <p:spPr>
          <a:xfrm>
            <a:off x="2061800" y="6552287"/>
            <a:ext cx="292608" cy="292608"/>
          </a:xfrm>
          <a:prstGeom prst="rect">
            <a:avLst/>
          </a:prstGeom>
          <a:noFill/>
          <a:ln>
            <a:noFill/>
          </a:ln>
        </p:spPr>
      </p:pic>
      <p:sp>
        <p:nvSpPr>
          <p:cNvPr id="538" name="Google Shape;538;p48"/>
          <p:cNvSpPr/>
          <p:nvPr/>
        </p:nvSpPr>
        <p:spPr>
          <a:xfrm>
            <a:off x="1626825" y="3921950"/>
            <a:ext cx="1510500" cy="1510500"/>
          </a:xfrm>
          <a:prstGeom prst="ellipse">
            <a:avLst/>
          </a:prstGeom>
          <a:solidFill>
            <a:srgbClr val="FFFEFE"/>
          </a:solidFill>
          <a:ln>
            <a:noFill/>
          </a:ln>
          <a:effectLst>
            <a:outerShdw blurRad="457200" rotWithShape="0" dir="3900000" dist="523875">
              <a:srgbClr val="07282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39" name="Google Shape;539;p48"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540" name="Google Shape;540;p48"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541" name="Google Shape;541;p48"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p:cSld name="TITLE_1_1_1_1_1_1_1_1_1_1_1_1_1_1_1_1_1_1_1_1_1_1_1_1_1_1_1_1_1_1_1_1_1_1_2_1_1">
    <p:bg>
      <p:bgPr>
        <a:gradFill>
          <a:gsLst>
            <a:gs pos="0">
              <a:srgbClr val="90D0FE"/>
            </a:gs>
            <a:gs pos="100000">
              <a:srgbClr val="EAF5FE"/>
            </a:gs>
          </a:gsLst>
          <a:lin ang="16198662" scaled="0"/>
        </a:gradFill>
      </p:bgPr>
    </p:bg>
    <p:spTree>
      <p:nvGrpSpPr>
        <p:cNvPr id="542" name="Shape 542"/>
        <p:cNvGrpSpPr/>
        <p:nvPr/>
      </p:nvGrpSpPr>
      <p:grpSpPr>
        <a:xfrm>
          <a:off x="0" y="0"/>
          <a:ext cx="0" cy="0"/>
          <a:chOff x="0" y="0"/>
          <a:chExt cx="0" cy="0"/>
        </a:xfrm>
      </p:grpSpPr>
      <p:pic>
        <p:nvPicPr>
          <p:cNvPr id="543" name="Google Shape;543;p49"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44" name="Google Shape;544;p49"/>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545" name="Google Shape;545;p49"/>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546" name="Google Shape;546;p49"/>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47" name="Google Shape;547;p49"/>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48" name="Google Shape;548;p49"/>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49" name="Google Shape;549;p49"/>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0" name="Google Shape;550;p49"/>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1" name="Google Shape;551;p49"/>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52" name="Google Shape;552;p49"/>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53" name="Google Shape;553;p49"/>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4" name="Google Shape;554;p49"/>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5" name="Google Shape;555;p49"/>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6" name="Google Shape;556;p49"/>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7" name="Google Shape;557;p49"/>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558" name="Google Shape;558;p49"/>
          <p:cNvPicPr preferRelativeResize="0"/>
          <p:nvPr/>
        </p:nvPicPr>
        <p:blipFill rotWithShape="1">
          <a:blip r:embed="rId4">
            <a:alphaModFix/>
          </a:blip>
          <a:srcRect b="0" l="0" r="0" t="0"/>
          <a:stretch/>
        </p:blipFill>
        <p:spPr>
          <a:xfrm>
            <a:off x="3461327" y="2946149"/>
            <a:ext cx="588381" cy="597300"/>
          </a:xfrm>
          <a:prstGeom prst="rect">
            <a:avLst/>
          </a:prstGeom>
          <a:noFill/>
          <a:ln>
            <a:noFill/>
          </a:ln>
        </p:spPr>
      </p:pic>
      <p:pic>
        <p:nvPicPr>
          <p:cNvPr descr="Blue_single_sparkle.png" id="559" name="Google Shape;559;p49"/>
          <p:cNvPicPr preferRelativeResize="0"/>
          <p:nvPr/>
        </p:nvPicPr>
        <p:blipFill rotWithShape="1">
          <a:blip r:embed="rId4">
            <a:alphaModFix/>
          </a:blip>
          <a:srcRect b="0" l="0" r="0" t="0"/>
          <a:stretch/>
        </p:blipFill>
        <p:spPr>
          <a:xfrm>
            <a:off x="2060343" y="6548591"/>
            <a:ext cx="295517" cy="300001"/>
          </a:xfrm>
          <a:prstGeom prst="rect">
            <a:avLst/>
          </a:prstGeom>
          <a:noFill/>
          <a:ln>
            <a:noFill/>
          </a:ln>
        </p:spPr>
      </p:pic>
      <p:sp>
        <p:nvSpPr>
          <p:cNvPr id="560" name="Google Shape;560;p49"/>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61" name="Google Shape;561;p49" title="Astro_sunglasses.png"/>
          <p:cNvPicPr preferRelativeResize="0"/>
          <p:nvPr/>
        </p:nvPicPr>
        <p:blipFill>
          <a:blip r:embed="rId5">
            <a:alphaModFix/>
          </a:blip>
          <a:stretch>
            <a:fillRect/>
          </a:stretch>
        </p:blipFill>
        <p:spPr>
          <a:xfrm flipH="1" rot="-536085">
            <a:off x="982563" y="3052767"/>
            <a:ext cx="2405274" cy="2610666"/>
          </a:xfrm>
          <a:prstGeom prst="rect">
            <a:avLst/>
          </a:prstGeom>
          <a:noFill/>
          <a:ln>
            <a:noFill/>
          </a:ln>
        </p:spPr>
      </p:pic>
      <p:pic>
        <p:nvPicPr>
          <p:cNvPr id="562" name="Google Shape;562;p49" title="Clapping_hands_emoji.png"/>
          <p:cNvPicPr preferRelativeResize="0"/>
          <p:nvPr/>
        </p:nvPicPr>
        <p:blipFill>
          <a:blip r:embed="rId6">
            <a:alphaModFix/>
          </a:blip>
          <a:stretch>
            <a:fillRect/>
          </a:stretch>
        </p:blipFill>
        <p:spPr>
          <a:xfrm>
            <a:off x="4846320" y="5230368"/>
            <a:ext cx="1042416" cy="1133856"/>
          </a:xfrm>
          <a:prstGeom prst="rect">
            <a:avLst/>
          </a:prstGeom>
          <a:noFill/>
          <a:ln>
            <a:noFill/>
          </a:ln>
        </p:spPr>
      </p:pic>
      <p:pic>
        <p:nvPicPr>
          <p:cNvPr id="563" name="Google Shape;563;p49" title="BE-MVP-Icon-Spark_Redux_V3_RIGHT_yellow.png"/>
          <p:cNvPicPr preferRelativeResize="0"/>
          <p:nvPr/>
        </p:nvPicPr>
        <p:blipFill rotWithShape="1">
          <a:blip r:embed="rId7">
            <a:alphaModFix/>
          </a:blip>
          <a:srcRect b="8324" l="17671" r="9187" t="12399"/>
          <a:stretch/>
        </p:blipFill>
        <p:spPr>
          <a:xfrm rot="-9">
            <a:off x="1" y="6380114"/>
            <a:ext cx="1675026" cy="1937844"/>
          </a:xfrm>
          <a:prstGeom prst="rect">
            <a:avLst/>
          </a:prstGeom>
          <a:noFill/>
          <a:ln>
            <a:noFill/>
          </a:ln>
        </p:spPr>
      </p:pic>
      <p:pic>
        <p:nvPicPr>
          <p:cNvPr id="564" name="Google Shape;564;p49" title="BE-MVP-Icon-Spark_Redux_V3_RIGHT_yellow.png"/>
          <p:cNvPicPr preferRelativeResize="0"/>
          <p:nvPr/>
        </p:nvPicPr>
        <p:blipFill rotWithShape="1">
          <a:blip r:embed="rId7">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5">
  <p:cSld name="TITLE_1_1_1_1_1_1_1_1_1_1_1_1_1_1_1_1_1_1_1_1_1_1_1_1_1_1_1_1_1_1_1_1_1_1_2_1_1_1">
    <p:bg>
      <p:bgPr>
        <a:gradFill>
          <a:gsLst>
            <a:gs pos="0">
              <a:srgbClr val="02A0FF"/>
            </a:gs>
            <a:gs pos="100000">
              <a:srgbClr val="066AFE"/>
            </a:gs>
          </a:gsLst>
          <a:lin ang="5400012" scaled="0"/>
        </a:gradFill>
      </p:bgPr>
    </p:bg>
    <p:spTree>
      <p:nvGrpSpPr>
        <p:cNvPr id="565" name="Shape 565"/>
        <p:cNvGrpSpPr/>
        <p:nvPr/>
      </p:nvGrpSpPr>
      <p:grpSpPr>
        <a:xfrm>
          <a:off x="0" y="0"/>
          <a:ext cx="0" cy="0"/>
          <a:chOff x="0" y="0"/>
          <a:chExt cx="0" cy="0"/>
        </a:xfrm>
      </p:grpSpPr>
      <p:sp>
        <p:nvSpPr>
          <p:cNvPr id="566" name="Google Shape;566;p50"/>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567" name="Google Shape;567;p50"/>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68" name="Google Shape;568;p50"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sp>
        <p:nvSpPr>
          <p:cNvPr id="569" name="Google Shape;569;p50"/>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70" name="Google Shape;570;p50"/>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1" name="Google Shape;571;p50"/>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2" name="Google Shape;572;p50"/>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3" name="Google Shape;573;p50"/>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74" name="Google Shape;574;p50"/>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75" name="Google Shape;575;p50"/>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6" name="Google Shape;576;p50"/>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7" name="Google Shape;577;p50"/>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8" name="Google Shape;578;p50"/>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9" name="Google Shape;579;p50"/>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580" name="Google Shape;580;p50"/>
          <p:cNvPicPr preferRelativeResize="0"/>
          <p:nvPr/>
        </p:nvPicPr>
        <p:blipFill rotWithShape="1">
          <a:blip r:embed="rId3">
            <a:alphaModFix/>
          </a:blip>
          <a:srcRect b="0" l="0" r="0" t="0"/>
          <a:stretch/>
        </p:blipFill>
        <p:spPr>
          <a:xfrm>
            <a:off x="3461327" y="2946149"/>
            <a:ext cx="588381" cy="597300"/>
          </a:xfrm>
          <a:prstGeom prst="rect">
            <a:avLst/>
          </a:prstGeom>
          <a:noFill/>
          <a:ln>
            <a:noFill/>
          </a:ln>
        </p:spPr>
      </p:pic>
      <p:pic>
        <p:nvPicPr>
          <p:cNvPr descr="Blue_single_sparkle.png" id="581" name="Google Shape;581;p50"/>
          <p:cNvPicPr preferRelativeResize="0"/>
          <p:nvPr/>
        </p:nvPicPr>
        <p:blipFill rotWithShape="1">
          <a:blip r:embed="rId3">
            <a:alphaModFix/>
          </a:blip>
          <a:srcRect b="0" l="0" r="0" t="0"/>
          <a:stretch/>
        </p:blipFill>
        <p:spPr>
          <a:xfrm>
            <a:off x="2060343" y="6548591"/>
            <a:ext cx="295517" cy="300001"/>
          </a:xfrm>
          <a:prstGeom prst="rect">
            <a:avLst/>
          </a:prstGeom>
          <a:noFill/>
          <a:ln>
            <a:noFill/>
          </a:ln>
        </p:spPr>
      </p:pic>
      <p:sp>
        <p:nvSpPr>
          <p:cNvPr id="582" name="Google Shape;582;p50"/>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83" name="Google Shape;583;p50" title="Astro_sunglasses.png"/>
          <p:cNvPicPr preferRelativeResize="0"/>
          <p:nvPr/>
        </p:nvPicPr>
        <p:blipFill>
          <a:blip r:embed="rId4">
            <a:alphaModFix/>
          </a:blip>
          <a:stretch>
            <a:fillRect/>
          </a:stretch>
        </p:blipFill>
        <p:spPr>
          <a:xfrm flipH="1" rot="-536085">
            <a:off x="982563" y="3052767"/>
            <a:ext cx="2405274" cy="2610666"/>
          </a:xfrm>
          <a:prstGeom prst="rect">
            <a:avLst/>
          </a:prstGeom>
          <a:noFill/>
          <a:ln>
            <a:noFill/>
          </a:ln>
        </p:spPr>
      </p:pic>
      <p:pic>
        <p:nvPicPr>
          <p:cNvPr id="584" name="Google Shape;584;p50" title="Clapping_hands_emoji.png"/>
          <p:cNvPicPr preferRelativeResize="0"/>
          <p:nvPr/>
        </p:nvPicPr>
        <p:blipFill>
          <a:blip r:embed="rId5">
            <a:alphaModFix/>
          </a:blip>
          <a:stretch>
            <a:fillRect/>
          </a:stretch>
        </p:blipFill>
        <p:spPr>
          <a:xfrm>
            <a:off x="4846320" y="5230368"/>
            <a:ext cx="1042416" cy="1133856"/>
          </a:xfrm>
          <a:prstGeom prst="rect">
            <a:avLst/>
          </a:prstGeom>
          <a:noFill/>
          <a:ln>
            <a:noFill/>
          </a:ln>
        </p:spPr>
      </p:pic>
      <p:pic>
        <p:nvPicPr>
          <p:cNvPr id="585" name="Google Shape;585;p50" title="BE-MVP-Icon-Spark_Redux_V3_RIGHT_yellow.png"/>
          <p:cNvPicPr preferRelativeResize="0"/>
          <p:nvPr/>
        </p:nvPicPr>
        <p:blipFill rotWithShape="1">
          <a:blip r:embed="rId6">
            <a:alphaModFix/>
          </a:blip>
          <a:srcRect b="8324" l="17671" r="9187" t="12399"/>
          <a:stretch/>
        </p:blipFill>
        <p:spPr>
          <a:xfrm rot="-9">
            <a:off x="1" y="6380114"/>
            <a:ext cx="1675026" cy="1937844"/>
          </a:xfrm>
          <a:prstGeom prst="rect">
            <a:avLst/>
          </a:prstGeom>
          <a:noFill/>
          <a:ln>
            <a:noFill/>
          </a:ln>
        </p:spPr>
      </p:pic>
      <p:pic>
        <p:nvPicPr>
          <p:cNvPr id="586" name="Google Shape;586;p50" title="BE-MVP-Icon-Spark_Redux_V3_RIGHT_yellow.png"/>
          <p:cNvPicPr preferRelativeResize="0"/>
          <p:nvPr/>
        </p:nvPicPr>
        <p:blipFill rotWithShape="1">
          <a:blip r:embed="rId6">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 Product feature 3">
  <p:cSld name="TITLE_1_1_1_1_1_1_1_1_1_1_1_1_1_1_1_1_1_1_1_1_1_1_1_1_1_1_1_1_1_1_1_1_1_1_1_1_1_1">
    <p:bg>
      <p:bgPr>
        <a:solidFill>
          <a:schemeClr val="accent6"/>
        </a:solidFill>
      </p:bgPr>
    </p:bg>
    <p:spTree>
      <p:nvGrpSpPr>
        <p:cNvPr id="587" name="Shape 587"/>
        <p:cNvGrpSpPr/>
        <p:nvPr/>
      </p:nvGrpSpPr>
      <p:grpSpPr>
        <a:xfrm>
          <a:off x="0" y="0"/>
          <a:ext cx="0" cy="0"/>
          <a:chOff x="0" y="0"/>
          <a:chExt cx="0" cy="0"/>
        </a:xfrm>
      </p:grpSpPr>
      <p:sp>
        <p:nvSpPr>
          <p:cNvPr id="588" name="Google Shape;588;p51"/>
          <p:cNvSpPr txBox="1"/>
          <p:nvPr>
            <p:ph type="title"/>
          </p:nvPr>
        </p:nvSpPr>
        <p:spPr>
          <a:xfrm>
            <a:off x="857250" y="838200"/>
            <a:ext cx="7715100" cy="16308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89" name="Google Shape;589;p51"/>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590" name="Google Shape;590;p5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Photo - Three up">
  <p:cSld name="TITLE_1_1_1_1_1_1_1_1_1_1_1_1_1_1_1_1_1_1_1_1_1_1_1_1_1_1_1_1_1_1_1_1_1_1_1_1_1_1_1">
    <p:bg>
      <p:bgPr>
        <a:solidFill>
          <a:schemeClr val="accent6"/>
        </a:solidFill>
      </p:bgPr>
    </p:bg>
    <p:spTree>
      <p:nvGrpSpPr>
        <p:cNvPr id="591" name="Shape 591"/>
        <p:cNvGrpSpPr/>
        <p:nvPr/>
      </p:nvGrpSpPr>
      <p:grpSpPr>
        <a:xfrm>
          <a:off x="0" y="0"/>
          <a:ext cx="0" cy="0"/>
          <a:chOff x="0" y="0"/>
          <a:chExt cx="0" cy="0"/>
        </a:xfrm>
      </p:grpSpPr>
      <p:sp>
        <p:nvSpPr>
          <p:cNvPr id="592" name="Google Shape;592;p52"/>
          <p:cNvSpPr/>
          <p:nvPr/>
        </p:nvSpPr>
        <p:spPr>
          <a:xfrm>
            <a:off x="1133756"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3" name="Google Shape;593;p52"/>
          <p:cNvSpPr/>
          <p:nvPr/>
        </p:nvSpPr>
        <p:spPr>
          <a:xfrm>
            <a:off x="12713575"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4" name="Google Shape;594;p52"/>
          <p:cNvSpPr/>
          <p:nvPr/>
        </p:nvSpPr>
        <p:spPr>
          <a:xfrm>
            <a:off x="6923729"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5" name="Google Shape;595;p52"/>
          <p:cNvSpPr/>
          <p:nvPr>
            <p:ph idx="2" type="pic"/>
          </p:nvPr>
        </p:nvSpPr>
        <p:spPr>
          <a:xfrm>
            <a:off x="1132522" y="2890962"/>
            <a:ext cx="4442400" cy="4442400"/>
          </a:xfrm>
          <a:prstGeom prst="ellipse">
            <a:avLst/>
          </a:prstGeom>
          <a:noFill/>
          <a:ln>
            <a:noFill/>
          </a:ln>
        </p:spPr>
      </p:sp>
      <p:sp>
        <p:nvSpPr>
          <p:cNvPr id="596" name="Google Shape;596;p52"/>
          <p:cNvSpPr/>
          <p:nvPr>
            <p:ph idx="3" type="pic"/>
          </p:nvPr>
        </p:nvSpPr>
        <p:spPr>
          <a:xfrm>
            <a:off x="6922770" y="2890962"/>
            <a:ext cx="4442400" cy="4442400"/>
          </a:xfrm>
          <a:prstGeom prst="ellipse">
            <a:avLst/>
          </a:prstGeom>
          <a:noFill/>
          <a:ln>
            <a:noFill/>
          </a:ln>
        </p:spPr>
      </p:sp>
      <p:sp>
        <p:nvSpPr>
          <p:cNvPr id="597" name="Google Shape;597;p52"/>
          <p:cNvSpPr/>
          <p:nvPr>
            <p:ph idx="4" type="pic"/>
          </p:nvPr>
        </p:nvSpPr>
        <p:spPr>
          <a:xfrm>
            <a:off x="12713017" y="2890962"/>
            <a:ext cx="4442400" cy="4442400"/>
          </a:xfrm>
          <a:prstGeom prst="ellipse">
            <a:avLst/>
          </a:prstGeom>
          <a:noFill/>
          <a:ln>
            <a:noFill/>
          </a:ln>
        </p:spPr>
      </p:sp>
      <p:sp>
        <p:nvSpPr>
          <p:cNvPr id="598" name="Google Shape;598;p52"/>
          <p:cNvSpPr txBox="1"/>
          <p:nvPr>
            <p:ph idx="1" type="body"/>
          </p:nvPr>
        </p:nvSpPr>
        <p:spPr>
          <a:xfrm>
            <a:off x="6526530"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599" name="Google Shape;599;p52"/>
          <p:cNvSpPr txBox="1"/>
          <p:nvPr>
            <p:ph idx="5" type="body"/>
          </p:nvPr>
        </p:nvSpPr>
        <p:spPr>
          <a:xfrm>
            <a:off x="736282"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00" name="Google Shape;600;p52"/>
          <p:cNvSpPr txBox="1"/>
          <p:nvPr>
            <p:ph idx="6" type="body"/>
          </p:nvPr>
        </p:nvSpPr>
        <p:spPr>
          <a:xfrm>
            <a:off x="12316778"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01" name="Google Shape;601;p5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602" name="Google Shape;602;p5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03" name="Google Shape;603;p52"/>
          <p:cNvSpPr txBox="1"/>
          <p:nvPr>
            <p:ph idx="7"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604" name="Google Shape;604;p52" title="BE-MVP-Icon-Spark_Redux_V3_STRAIGHT_cloudBlue.png"/>
          <p:cNvPicPr preferRelativeResize="0"/>
          <p:nvPr/>
        </p:nvPicPr>
        <p:blipFill>
          <a:blip r:embed="rId3">
            <a:alphaModFix/>
          </a:blip>
          <a:stretch>
            <a:fillRect/>
          </a:stretch>
        </p:blipFill>
        <p:spPr>
          <a:xfrm>
            <a:off x="16729175" y="6782950"/>
            <a:ext cx="426150" cy="454600"/>
          </a:xfrm>
          <a:prstGeom prst="rect">
            <a:avLst/>
          </a:prstGeom>
          <a:noFill/>
          <a:ln>
            <a:noFill/>
          </a:ln>
        </p:spPr>
      </p:pic>
      <p:pic>
        <p:nvPicPr>
          <p:cNvPr id="605" name="Google Shape;605;p52" title="BE-MVP-Icon-Spark_Redux_V3_RIGHT_cloudBlue.png"/>
          <p:cNvPicPr preferRelativeResize="0"/>
          <p:nvPr/>
        </p:nvPicPr>
        <p:blipFill>
          <a:blip r:embed="rId4">
            <a:alphaModFix/>
          </a:blip>
          <a:stretch>
            <a:fillRect/>
          </a:stretch>
        </p:blipFill>
        <p:spPr>
          <a:xfrm flipH="1">
            <a:off x="6144050" y="6172325"/>
            <a:ext cx="1285450" cy="1371349"/>
          </a:xfrm>
          <a:prstGeom prst="rect">
            <a:avLst/>
          </a:prstGeom>
          <a:noFill/>
          <a:ln>
            <a:noFill/>
          </a:ln>
        </p:spPr>
      </p:pic>
      <p:pic>
        <p:nvPicPr>
          <p:cNvPr id="606" name="Google Shape;606;p52" title="BE-MVP-Icon-Spark_Redux_V3_RIGHT_cloudBlue.png"/>
          <p:cNvPicPr preferRelativeResize="0"/>
          <p:nvPr/>
        </p:nvPicPr>
        <p:blipFill>
          <a:blip r:embed="rId4">
            <a:alphaModFix/>
          </a:blip>
          <a:stretch>
            <a:fillRect/>
          </a:stretch>
        </p:blipFill>
        <p:spPr>
          <a:xfrm>
            <a:off x="12198998" y="3194726"/>
            <a:ext cx="874700" cy="933175"/>
          </a:xfrm>
          <a:prstGeom prst="rect">
            <a:avLst/>
          </a:prstGeom>
          <a:noFill/>
          <a:ln>
            <a:noFill/>
          </a:ln>
        </p:spPr>
      </p:pic>
      <p:pic>
        <p:nvPicPr>
          <p:cNvPr id="607" name="Google Shape;607;p52" title="BE-MVP-Icon-Spark_Redux_V3_STRAIGHT_cloudBlue.png"/>
          <p:cNvPicPr preferRelativeResize="0"/>
          <p:nvPr/>
        </p:nvPicPr>
        <p:blipFill>
          <a:blip r:embed="rId3">
            <a:alphaModFix/>
          </a:blip>
          <a:stretch>
            <a:fillRect/>
          </a:stretch>
        </p:blipFill>
        <p:spPr>
          <a:xfrm>
            <a:off x="11445800" y="5845350"/>
            <a:ext cx="426150" cy="454600"/>
          </a:xfrm>
          <a:prstGeom prst="rect">
            <a:avLst/>
          </a:prstGeom>
          <a:noFill/>
          <a:ln>
            <a:noFill/>
          </a:ln>
        </p:spPr>
      </p:pic>
      <p:pic>
        <p:nvPicPr>
          <p:cNvPr id="608" name="Google Shape;608;p52" title="BE-MVP-Icon-Spark_Redux_V3_STRAIGHT_cloudBlue.png"/>
          <p:cNvPicPr preferRelativeResize="0"/>
          <p:nvPr/>
        </p:nvPicPr>
        <p:blipFill>
          <a:blip r:embed="rId3">
            <a:alphaModFix/>
          </a:blip>
          <a:stretch>
            <a:fillRect/>
          </a:stretch>
        </p:blipFill>
        <p:spPr>
          <a:xfrm>
            <a:off x="968300" y="6589500"/>
            <a:ext cx="426150" cy="454600"/>
          </a:xfrm>
          <a:prstGeom prst="rect">
            <a:avLst/>
          </a:prstGeom>
          <a:noFill/>
          <a:ln>
            <a:noFill/>
          </a:ln>
        </p:spPr>
      </p:pic>
      <p:pic>
        <p:nvPicPr>
          <p:cNvPr id="609" name="Google Shape;609;p52" title="BE-MVP-Icon-Spark_Redux_V3_STRAIGHT_cloudBlue.png"/>
          <p:cNvPicPr preferRelativeResize="0"/>
          <p:nvPr/>
        </p:nvPicPr>
        <p:blipFill>
          <a:blip r:embed="rId3">
            <a:alphaModFix/>
          </a:blip>
          <a:stretch>
            <a:fillRect/>
          </a:stretch>
        </p:blipFill>
        <p:spPr>
          <a:xfrm>
            <a:off x="10849625" y="2945300"/>
            <a:ext cx="338550" cy="36115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Photo - Four up">
  <p:cSld name="TITLE_1_1_1_1_1_1_1_1_1_1_1_1_1_1_1_1_1_1_1_1_1_1_1_1_1_1_1_1_1_1_1_1_1_1_1_1_1_1_1_1">
    <p:bg>
      <p:bgPr>
        <a:solidFill>
          <a:schemeClr val="accent6"/>
        </a:solidFill>
      </p:bgPr>
    </p:bg>
    <p:spTree>
      <p:nvGrpSpPr>
        <p:cNvPr id="610" name="Shape 610"/>
        <p:cNvGrpSpPr/>
        <p:nvPr/>
      </p:nvGrpSpPr>
      <p:grpSpPr>
        <a:xfrm>
          <a:off x="0" y="0"/>
          <a:ext cx="0" cy="0"/>
          <a:chOff x="0" y="0"/>
          <a:chExt cx="0" cy="0"/>
        </a:xfrm>
      </p:grpSpPr>
      <p:sp>
        <p:nvSpPr>
          <p:cNvPr id="611" name="Google Shape;611;p53"/>
          <p:cNvSpPr/>
          <p:nvPr/>
        </p:nvSpPr>
        <p:spPr>
          <a:xfrm>
            <a:off x="9438323"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2" name="Google Shape;612;p53"/>
          <p:cNvSpPr/>
          <p:nvPr/>
        </p:nvSpPr>
        <p:spPr>
          <a:xfrm>
            <a:off x="5135880"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3" name="Google Shape;613;p53"/>
          <p:cNvSpPr/>
          <p:nvPr/>
        </p:nvSpPr>
        <p:spPr>
          <a:xfrm>
            <a:off x="13726478"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4" name="Google Shape;614;p53"/>
          <p:cNvSpPr/>
          <p:nvPr/>
        </p:nvSpPr>
        <p:spPr>
          <a:xfrm>
            <a:off x="860310" y="3332529"/>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5" name="Google Shape;615;p53"/>
          <p:cNvSpPr/>
          <p:nvPr>
            <p:ph idx="2" type="pic"/>
          </p:nvPr>
        </p:nvSpPr>
        <p:spPr>
          <a:xfrm>
            <a:off x="860108" y="3332187"/>
            <a:ext cx="3712800" cy="3712800"/>
          </a:xfrm>
          <a:prstGeom prst="ellipse">
            <a:avLst/>
          </a:prstGeom>
          <a:noFill/>
          <a:ln>
            <a:noFill/>
          </a:ln>
        </p:spPr>
      </p:sp>
      <p:sp>
        <p:nvSpPr>
          <p:cNvPr id="616" name="Google Shape;616;p53"/>
          <p:cNvSpPr/>
          <p:nvPr>
            <p:ph idx="3" type="pic"/>
          </p:nvPr>
        </p:nvSpPr>
        <p:spPr>
          <a:xfrm>
            <a:off x="5136833" y="3332187"/>
            <a:ext cx="3712800" cy="3712800"/>
          </a:xfrm>
          <a:prstGeom prst="ellipse">
            <a:avLst/>
          </a:prstGeom>
          <a:noFill/>
          <a:ln>
            <a:noFill/>
          </a:ln>
        </p:spPr>
      </p:sp>
      <p:sp>
        <p:nvSpPr>
          <p:cNvPr id="617" name="Google Shape;617;p53"/>
          <p:cNvSpPr/>
          <p:nvPr>
            <p:ph idx="4" type="pic"/>
          </p:nvPr>
        </p:nvSpPr>
        <p:spPr>
          <a:xfrm>
            <a:off x="9438323" y="3332187"/>
            <a:ext cx="3712800" cy="3712800"/>
          </a:xfrm>
          <a:prstGeom prst="ellipse">
            <a:avLst/>
          </a:prstGeom>
          <a:noFill/>
          <a:ln>
            <a:noFill/>
          </a:ln>
        </p:spPr>
      </p:sp>
      <p:sp>
        <p:nvSpPr>
          <p:cNvPr id="618" name="Google Shape;618;p53"/>
          <p:cNvSpPr/>
          <p:nvPr>
            <p:ph idx="5" type="pic"/>
          </p:nvPr>
        </p:nvSpPr>
        <p:spPr>
          <a:xfrm>
            <a:off x="13726478" y="3332187"/>
            <a:ext cx="3712800" cy="3712800"/>
          </a:xfrm>
          <a:prstGeom prst="ellipse">
            <a:avLst/>
          </a:prstGeom>
          <a:noFill/>
          <a:ln>
            <a:noFill/>
          </a:ln>
        </p:spPr>
      </p:sp>
      <p:sp>
        <p:nvSpPr>
          <p:cNvPr id="619" name="Google Shape;619;p53"/>
          <p:cNvSpPr txBox="1"/>
          <p:nvPr>
            <p:ph idx="1" type="body"/>
          </p:nvPr>
        </p:nvSpPr>
        <p:spPr>
          <a:xfrm>
            <a:off x="860100" y="7578168"/>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0" name="Google Shape;620;p53"/>
          <p:cNvSpPr txBox="1"/>
          <p:nvPr>
            <p:ph idx="6" type="body"/>
          </p:nvPr>
        </p:nvSpPr>
        <p:spPr>
          <a:xfrm>
            <a:off x="513588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1" name="Google Shape;621;p53"/>
          <p:cNvSpPr txBox="1"/>
          <p:nvPr>
            <p:ph idx="7" type="body"/>
          </p:nvPr>
        </p:nvSpPr>
        <p:spPr>
          <a:xfrm>
            <a:off x="943737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2" name="Google Shape;622;p53"/>
          <p:cNvSpPr txBox="1"/>
          <p:nvPr>
            <p:ph idx="8" type="body"/>
          </p:nvPr>
        </p:nvSpPr>
        <p:spPr>
          <a:xfrm>
            <a:off x="13725525"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23" name="Google Shape;623;p5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624" name="Google Shape;624;p53"/>
          <p:cNvPicPr preferRelativeResize="0"/>
          <p:nvPr/>
        </p:nvPicPr>
        <p:blipFill rotWithShape="1">
          <a:blip r:embed="rId3">
            <a:alphaModFix/>
          </a:blip>
          <a:srcRect b="0" l="0" r="0" t="0"/>
          <a:stretch/>
        </p:blipFill>
        <p:spPr>
          <a:xfrm rot="-3849352">
            <a:off x="3063532" y="2801694"/>
            <a:ext cx="506675" cy="514351"/>
          </a:xfrm>
          <a:prstGeom prst="rect">
            <a:avLst/>
          </a:prstGeom>
          <a:noFill/>
          <a:ln>
            <a:noFill/>
          </a:ln>
        </p:spPr>
      </p:pic>
      <p:pic>
        <p:nvPicPr>
          <p:cNvPr descr="Blue_single_sparkle.png" id="625" name="Google Shape;625;p53"/>
          <p:cNvPicPr preferRelativeResize="0"/>
          <p:nvPr/>
        </p:nvPicPr>
        <p:blipFill rotWithShape="1">
          <a:blip r:embed="rId3">
            <a:alphaModFix/>
          </a:blip>
          <a:srcRect b="0" l="0" r="0" t="0"/>
          <a:stretch/>
        </p:blipFill>
        <p:spPr>
          <a:xfrm>
            <a:off x="4011106" y="3446653"/>
            <a:ext cx="291386" cy="295801"/>
          </a:xfrm>
          <a:prstGeom prst="rect">
            <a:avLst/>
          </a:prstGeom>
          <a:noFill/>
          <a:ln>
            <a:noFill/>
          </a:ln>
        </p:spPr>
      </p:pic>
      <p:pic>
        <p:nvPicPr>
          <p:cNvPr descr="Blue_single_sparkle.png" id="626" name="Google Shape;626;p53"/>
          <p:cNvPicPr preferRelativeResize="0"/>
          <p:nvPr/>
        </p:nvPicPr>
        <p:blipFill rotWithShape="1">
          <a:blip r:embed="rId3">
            <a:alphaModFix/>
          </a:blip>
          <a:srcRect b="0" l="0" r="0" t="0"/>
          <a:stretch/>
        </p:blipFill>
        <p:spPr>
          <a:xfrm>
            <a:off x="12066344" y="3082713"/>
            <a:ext cx="291386" cy="295801"/>
          </a:xfrm>
          <a:prstGeom prst="rect">
            <a:avLst/>
          </a:prstGeom>
          <a:noFill/>
          <a:ln>
            <a:noFill/>
          </a:ln>
        </p:spPr>
      </p:pic>
      <p:pic>
        <p:nvPicPr>
          <p:cNvPr descr="Blue_single_sparkle.png" id="627" name="Google Shape;627;p53"/>
          <p:cNvPicPr preferRelativeResize="0"/>
          <p:nvPr/>
        </p:nvPicPr>
        <p:blipFill rotWithShape="1">
          <a:blip r:embed="rId3">
            <a:alphaModFix/>
          </a:blip>
          <a:srcRect b="0" l="0" r="0" t="0"/>
          <a:stretch/>
        </p:blipFill>
        <p:spPr>
          <a:xfrm>
            <a:off x="13850154" y="2963842"/>
            <a:ext cx="656940" cy="666893"/>
          </a:xfrm>
          <a:prstGeom prst="rect">
            <a:avLst/>
          </a:prstGeom>
          <a:noFill/>
          <a:ln>
            <a:noFill/>
          </a:ln>
        </p:spPr>
      </p:pic>
      <p:pic>
        <p:nvPicPr>
          <p:cNvPr descr="Blue_single_sparkle.png" id="628" name="Google Shape;628;p53"/>
          <p:cNvPicPr preferRelativeResize="0"/>
          <p:nvPr/>
        </p:nvPicPr>
        <p:blipFill rotWithShape="1">
          <a:blip r:embed="rId3">
            <a:alphaModFix/>
          </a:blip>
          <a:srcRect b="0" l="0" r="0" t="0"/>
          <a:stretch/>
        </p:blipFill>
        <p:spPr>
          <a:xfrm>
            <a:off x="6828458" y="2894305"/>
            <a:ext cx="291386" cy="295801"/>
          </a:xfrm>
          <a:prstGeom prst="rect">
            <a:avLst/>
          </a:prstGeom>
          <a:noFill/>
          <a:ln>
            <a:noFill/>
          </a:ln>
        </p:spPr>
      </p:pic>
      <p:pic>
        <p:nvPicPr>
          <p:cNvPr descr="Blue_single_sparkle.png" id="629" name="Google Shape;629;p53"/>
          <p:cNvPicPr preferRelativeResize="0"/>
          <p:nvPr/>
        </p:nvPicPr>
        <p:blipFill rotWithShape="1">
          <a:blip r:embed="rId3">
            <a:alphaModFix/>
          </a:blip>
          <a:srcRect b="0" l="0" r="0" t="0"/>
          <a:stretch/>
        </p:blipFill>
        <p:spPr>
          <a:xfrm>
            <a:off x="16762169" y="6870146"/>
            <a:ext cx="291386" cy="295801"/>
          </a:xfrm>
          <a:prstGeom prst="rect">
            <a:avLst/>
          </a:prstGeom>
          <a:noFill/>
          <a:ln>
            <a:noFill/>
          </a:ln>
        </p:spPr>
      </p:pic>
      <p:pic>
        <p:nvPicPr>
          <p:cNvPr descr="Blue_single_sparkle.png" id="630" name="Google Shape;630;p53"/>
          <p:cNvPicPr preferRelativeResize="0"/>
          <p:nvPr/>
        </p:nvPicPr>
        <p:blipFill rotWithShape="1">
          <a:blip r:embed="rId3">
            <a:alphaModFix/>
          </a:blip>
          <a:srcRect b="0" l="0" r="0" t="0"/>
          <a:stretch/>
        </p:blipFill>
        <p:spPr>
          <a:xfrm>
            <a:off x="1112594" y="6599530"/>
            <a:ext cx="291386" cy="295801"/>
          </a:xfrm>
          <a:prstGeom prst="rect">
            <a:avLst/>
          </a:prstGeom>
          <a:noFill/>
          <a:ln>
            <a:noFill/>
          </a:ln>
        </p:spPr>
      </p:pic>
      <p:pic>
        <p:nvPicPr>
          <p:cNvPr descr="Blue_single_sparkle.png" id="631" name="Google Shape;631;p53"/>
          <p:cNvPicPr preferRelativeResize="0"/>
          <p:nvPr/>
        </p:nvPicPr>
        <p:blipFill rotWithShape="1">
          <a:blip r:embed="rId3">
            <a:alphaModFix/>
          </a:blip>
          <a:srcRect b="0" l="0" r="0" t="0"/>
          <a:stretch/>
        </p:blipFill>
        <p:spPr>
          <a:xfrm>
            <a:off x="12798875" y="6259922"/>
            <a:ext cx="527289" cy="535279"/>
          </a:xfrm>
          <a:prstGeom prst="rect">
            <a:avLst/>
          </a:prstGeom>
          <a:noFill/>
          <a:ln>
            <a:noFill/>
          </a:ln>
        </p:spPr>
      </p:pic>
      <p:pic>
        <p:nvPicPr>
          <p:cNvPr descr="Blue_single_sparkle.png" id="632" name="Google Shape;632;p53"/>
          <p:cNvPicPr preferRelativeResize="0"/>
          <p:nvPr/>
        </p:nvPicPr>
        <p:blipFill rotWithShape="1">
          <a:blip r:embed="rId3">
            <a:alphaModFix/>
          </a:blip>
          <a:srcRect b="0" l="0" r="0" t="0"/>
          <a:stretch/>
        </p:blipFill>
        <p:spPr>
          <a:xfrm>
            <a:off x="4489508" y="6163488"/>
            <a:ext cx="291386" cy="295801"/>
          </a:xfrm>
          <a:prstGeom prst="rect">
            <a:avLst/>
          </a:prstGeom>
          <a:noFill/>
          <a:ln>
            <a:noFill/>
          </a:ln>
        </p:spPr>
      </p:pic>
      <p:sp>
        <p:nvSpPr>
          <p:cNvPr id="633" name="Google Shape;633;p5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34" name="Google Shape;634;p53"/>
          <p:cNvSpPr txBox="1"/>
          <p:nvPr>
            <p:ph idx="9"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Photo - Five up">
  <p:cSld name="TITLE_1_1_1_1_1_1_1_1_1_1_1_1_1_1_1_1_1_1_1_1_1_1_1_1_1_1_1_1_1_1_1_1_1_1_1_1_1_1_1_1_1">
    <p:bg>
      <p:bgPr>
        <a:solidFill>
          <a:schemeClr val="accent6"/>
        </a:solidFill>
      </p:bgPr>
    </p:bg>
    <p:spTree>
      <p:nvGrpSpPr>
        <p:cNvPr id="635" name="Shape 635"/>
        <p:cNvGrpSpPr/>
        <p:nvPr/>
      </p:nvGrpSpPr>
      <p:grpSpPr>
        <a:xfrm>
          <a:off x="0" y="0"/>
          <a:ext cx="0" cy="0"/>
          <a:chOff x="0" y="0"/>
          <a:chExt cx="0" cy="0"/>
        </a:xfrm>
      </p:grpSpPr>
      <p:sp>
        <p:nvSpPr>
          <p:cNvPr id="636" name="Google Shape;636;p54"/>
          <p:cNvSpPr/>
          <p:nvPr/>
        </p:nvSpPr>
        <p:spPr>
          <a:xfrm>
            <a:off x="860310"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7" name="Google Shape;637;p54"/>
          <p:cNvSpPr/>
          <p:nvPr/>
        </p:nvSpPr>
        <p:spPr>
          <a:xfrm>
            <a:off x="7732061"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8" name="Google Shape;638;p54"/>
          <p:cNvSpPr/>
          <p:nvPr/>
        </p:nvSpPr>
        <p:spPr>
          <a:xfrm>
            <a:off x="4296185"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9" name="Google Shape;639;p54"/>
          <p:cNvSpPr/>
          <p:nvPr/>
        </p:nvSpPr>
        <p:spPr>
          <a:xfrm>
            <a:off x="11167937"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40" name="Google Shape;640;p54"/>
          <p:cNvSpPr/>
          <p:nvPr/>
        </p:nvSpPr>
        <p:spPr>
          <a:xfrm>
            <a:off x="14603813"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41" name="Google Shape;641;p54"/>
          <p:cNvSpPr/>
          <p:nvPr>
            <p:ph idx="2" type="pic"/>
          </p:nvPr>
        </p:nvSpPr>
        <p:spPr>
          <a:xfrm>
            <a:off x="859508" y="4125844"/>
            <a:ext cx="2857500" cy="2857500"/>
          </a:xfrm>
          <a:prstGeom prst="ellipse">
            <a:avLst/>
          </a:prstGeom>
          <a:noFill/>
          <a:ln>
            <a:noFill/>
          </a:ln>
        </p:spPr>
      </p:sp>
      <p:sp>
        <p:nvSpPr>
          <p:cNvPr id="642" name="Google Shape;642;p54"/>
          <p:cNvSpPr/>
          <p:nvPr>
            <p:ph idx="3" type="pic"/>
          </p:nvPr>
        </p:nvSpPr>
        <p:spPr>
          <a:xfrm>
            <a:off x="4295775" y="4125844"/>
            <a:ext cx="2857500" cy="2857500"/>
          </a:xfrm>
          <a:prstGeom prst="ellipse">
            <a:avLst/>
          </a:prstGeom>
          <a:noFill/>
          <a:ln>
            <a:noFill/>
          </a:ln>
        </p:spPr>
      </p:sp>
      <p:sp>
        <p:nvSpPr>
          <p:cNvPr id="643" name="Google Shape;643;p54"/>
          <p:cNvSpPr/>
          <p:nvPr>
            <p:ph idx="4" type="pic"/>
          </p:nvPr>
        </p:nvSpPr>
        <p:spPr>
          <a:xfrm>
            <a:off x="7732395" y="4125844"/>
            <a:ext cx="2857500" cy="2857500"/>
          </a:xfrm>
          <a:prstGeom prst="ellipse">
            <a:avLst/>
          </a:prstGeom>
          <a:noFill/>
          <a:ln>
            <a:noFill/>
          </a:ln>
        </p:spPr>
      </p:sp>
      <p:sp>
        <p:nvSpPr>
          <p:cNvPr id="644" name="Google Shape;644;p54"/>
          <p:cNvSpPr/>
          <p:nvPr>
            <p:ph idx="5" type="pic"/>
          </p:nvPr>
        </p:nvSpPr>
        <p:spPr>
          <a:xfrm>
            <a:off x="11168063" y="4125844"/>
            <a:ext cx="2857500" cy="2857500"/>
          </a:xfrm>
          <a:prstGeom prst="ellipse">
            <a:avLst/>
          </a:prstGeom>
          <a:noFill/>
          <a:ln>
            <a:noFill/>
          </a:ln>
        </p:spPr>
      </p:sp>
      <p:sp>
        <p:nvSpPr>
          <p:cNvPr id="645" name="Google Shape;645;p54"/>
          <p:cNvSpPr/>
          <p:nvPr>
            <p:ph idx="6" type="pic"/>
          </p:nvPr>
        </p:nvSpPr>
        <p:spPr>
          <a:xfrm>
            <a:off x="14603730" y="4125844"/>
            <a:ext cx="2857500" cy="2857500"/>
          </a:xfrm>
          <a:prstGeom prst="ellipse">
            <a:avLst/>
          </a:prstGeom>
          <a:noFill/>
          <a:ln>
            <a:noFill/>
          </a:ln>
        </p:spPr>
      </p:sp>
      <p:sp>
        <p:nvSpPr>
          <p:cNvPr id="646" name="Google Shape;646;p5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47" name="Google Shape;647;p5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648" name="Google Shape;648;p54"/>
          <p:cNvSpPr txBox="1"/>
          <p:nvPr>
            <p:ph idx="7" type="body"/>
          </p:nvPr>
        </p:nvSpPr>
        <p:spPr>
          <a:xfrm>
            <a:off x="940117"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49" name="Google Shape;649;p54"/>
          <p:cNvSpPr txBox="1"/>
          <p:nvPr>
            <p:ph idx="8" type="body"/>
          </p:nvPr>
        </p:nvSpPr>
        <p:spPr>
          <a:xfrm>
            <a:off x="43757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0" name="Google Shape;650;p54"/>
          <p:cNvSpPr txBox="1"/>
          <p:nvPr>
            <p:ph idx="9" type="body"/>
          </p:nvPr>
        </p:nvSpPr>
        <p:spPr>
          <a:xfrm>
            <a:off x="7795260"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1" name="Google Shape;651;p54"/>
          <p:cNvSpPr txBox="1"/>
          <p:nvPr>
            <p:ph idx="13" type="body"/>
          </p:nvPr>
        </p:nvSpPr>
        <p:spPr>
          <a:xfrm>
            <a:off x="11248073"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2" name="Google Shape;652;p54"/>
          <p:cNvSpPr txBox="1"/>
          <p:nvPr>
            <p:ph idx="14" type="body"/>
          </p:nvPr>
        </p:nvSpPr>
        <p:spPr>
          <a:xfrm>
            <a:off x="147008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53" name="Google Shape;653;p5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654" name="Google Shape;654;p54"/>
          <p:cNvPicPr preferRelativeResize="0"/>
          <p:nvPr/>
        </p:nvPicPr>
        <p:blipFill rotWithShape="1">
          <a:blip r:embed="rId3">
            <a:alphaModFix/>
          </a:blip>
          <a:srcRect b="0" l="0" r="0" t="0"/>
          <a:stretch/>
        </p:blipFill>
        <p:spPr>
          <a:xfrm>
            <a:off x="7540703" y="6482252"/>
            <a:ext cx="527290" cy="535279"/>
          </a:xfrm>
          <a:prstGeom prst="rect">
            <a:avLst/>
          </a:prstGeom>
          <a:noFill/>
          <a:ln>
            <a:noFill/>
          </a:ln>
        </p:spPr>
      </p:pic>
      <p:pic>
        <p:nvPicPr>
          <p:cNvPr descr="Blue_single_sparkle.png" id="655" name="Google Shape;655;p54"/>
          <p:cNvPicPr preferRelativeResize="0"/>
          <p:nvPr/>
        </p:nvPicPr>
        <p:blipFill rotWithShape="1">
          <a:blip r:embed="rId3">
            <a:alphaModFix/>
          </a:blip>
          <a:srcRect b="0" l="0" r="0" t="0"/>
          <a:stretch/>
        </p:blipFill>
        <p:spPr>
          <a:xfrm rot="-3849399">
            <a:off x="2813764" y="3588851"/>
            <a:ext cx="436697" cy="443304"/>
          </a:xfrm>
          <a:prstGeom prst="rect">
            <a:avLst/>
          </a:prstGeom>
          <a:noFill/>
          <a:ln>
            <a:noFill/>
          </a:ln>
        </p:spPr>
      </p:pic>
      <p:pic>
        <p:nvPicPr>
          <p:cNvPr descr="Blue_single_sparkle.png" id="656" name="Google Shape;656;p54"/>
          <p:cNvPicPr preferRelativeResize="0"/>
          <p:nvPr/>
        </p:nvPicPr>
        <p:blipFill rotWithShape="1">
          <a:blip r:embed="rId3">
            <a:alphaModFix/>
          </a:blip>
          <a:srcRect b="0" l="0" r="0" t="0"/>
          <a:stretch/>
        </p:blipFill>
        <p:spPr>
          <a:xfrm>
            <a:off x="3386925" y="4033309"/>
            <a:ext cx="250800" cy="254608"/>
          </a:xfrm>
          <a:prstGeom prst="rect">
            <a:avLst/>
          </a:prstGeom>
          <a:noFill/>
          <a:ln>
            <a:noFill/>
          </a:ln>
        </p:spPr>
      </p:pic>
      <p:pic>
        <p:nvPicPr>
          <p:cNvPr descr="Blue_single_sparkle.png" id="657" name="Google Shape;657;p54"/>
          <p:cNvPicPr preferRelativeResize="0"/>
          <p:nvPr/>
        </p:nvPicPr>
        <p:blipFill rotWithShape="1">
          <a:blip r:embed="rId3">
            <a:alphaModFix/>
          </a:blip>
          <a:srcRect b="0" l="0" r="0" t="0"/>
          <a:stretch/>
        </p:blipFill>
        <p:spPr>
          <a:xfrm>
            <a:off x="11475794" y="3841703"/>
            <a:ext cx="291386" cy="295801"/>
          </a:xfrm>
          <a:prstGeom prst="rect">
            <a:avLst/>
          </a:prstGeom>
          <a:noFill/>
          <a:ln>
            <a:noFill/>
          </a:ln>
        </p:spPr>
      </p:pic>
      <p:pic>
        <p:nvPicPr>
          <p:cNvPr descr="Blue_single_sparkle.png" id="658" name="Google Shape;658;p54"/>
          <p:cNvPicPr preferRelativeResize="0"/>
          <p:nvPr/>
        </p:nvPicPr>
        <p:blipFill rotWithShape="1">
          <a:blip r:embed="rId3">
            <a:alphaModFix/>
          </a:blip>
          <a:srcRect b="0" l="0" r="0" t="0"/>
          <a:stretch/>
        </p:blipFill>
        <p:spPr>
          <a:xfrm>
            <a:off x="8183724" y="3841703"/>
            <a:ext cx="291386" cy="295801"/>
          </a:xfrm>
          <a:prstGeom prst="rect">
            <a:avLst/>
          </a:prstGeom>
          <a:noFill/>
          <a:ln>
            <a:noFill/>
          </a:ln>
        </p:spPr>
      </p:pic>
      <p:pic>
        <p:nvPicPr>
          <p:cNvPr descr="Blue_single_sparkle.png" id="659" name="Google Shape;659;p54"/>
          <p:cNvPicPr preferRelativeResize="0"/>
          <p:nvPr/>
        </p:nvPicPr>
        <p:blipFill rotWithShape="1">
          <a:blip r:embed="rId3">
            <a:alphaModFix/>
          </a:blip>
          <a:srcRect b="0" l="0" r="0" t="0"/>
          <a:stretch/>
        </p:blipFill>
        <p:spPr>
          <a:xfrm>
            <a:off x="713584" y="6674265"/>
            <a:ext cx="291386" cy="295801"/>
          </a:xfrm>
          <a:prstGeom prst="rect">
            <a:avLst/>
          </a:prstGeom>
          <a:noFill/>
          <a:ln>
            <a:noFill/>
          </a:ln>
        </p:spPr>
      </p:pic>
      <p:pic>
        <p:nvPicPr>
          <p:cNvPr descr="Blue_single_sparkle.png" id="660" name="Google Shape;660;p54"/>
          <p:cNvPicPr preferRelativeResize="0"/>
          <p:nvPr/>
        </p:nvPicPr>
        <p:blipFill rotWithShape="1">
          <a:blip r:embed="rId3">
            <a:alphaModFix/>
          </a:blip>
          <a:srcRect b="0" l="0" r="0" t="0"/>
          <a:stretch/>
        </p:blipFill>
        <p:spPr>
          <a:xfrm>
            <a:off x="13836451" y="6483819"/>
            <a:ext cx="419625" cy="425992"/>
          </a:xfrm>
          <a:prstGeom prst="rect">
            <a:avLst/>
          </a:prstGeom>
          <a:noFill/>
          <a:ln>
            <a:noFill/>
          </a:ln>
        </p:spPr>
      </p:pic>
      <p:pic>
        <p:nvPicPr>
          <p:cNvPr descr="Blue_single_sparkle.png" id="661" name="Google Shape;661;p54"/>
          <p:cNvPicPr preferRelativeResize="0"/>
          <p:nvPr/>
        </p:nvPicPr>
        <p:blipFill rotWithShape="1">
          <a:blip r:embed="rId3">
            <a:alphaModFix/>
          </a:blip>
          <a:srcRect b="0" l="0" r="0" t="0"/>
          <a:stretch/>
        </p:blipFill>
        <p:spPr>
          <a:xfrm>
            <a:off x="4296185" y="6548916"/>
            <a:ext cx="291386" cy="295801"/>
          </a:xfrm>
          <a:prstGeom prst="rect">
            <a:avLst/>
          </a:prstGeom>
          <a:noFill/>
          <a:ln>
            <a:noFill/>
          </a:ln>
        </p:spPr>
      </p:pic>
      <p:pic>
        <p:nvPicPr>
          <p:cNvPr descr="Blue_single_sparkle.png" id="662" name="Google Shape;662;p54"/>
          <p:cNvPicPr preferRelativeResize="0"/>
          <p:nvPr/>
        </p:nvPicPr>
        <p:blipFill rotWithShape="1">
          <a:blip r:embed="rId3">
            <a:alphaModFix/>
          </a:blip>
          <a:srcRect b="0" l="0" r="0" t="0"/>
          <a:stretch/>
        </p:blipFill>
        <p:spPr>
          <a:xfrm>
            <a:off x="14573248" y="3952970"/>
            <a:ext cx="419625" cy="425981"/>
          </a:xfrm>
          <a:prstGeom prst="rect">
            <a:avLst/>
          </a:prstGeom>
          <a:noFill/>
          <a:ln>
            <a:noFill/>
          </a:ln>
        </p:spPr>
      </p:pic>
      <p:pic>
        <p:nvPicPr>
          <p:cNvPr descr="Blue_single_sparkle.png" id="663" name="Google Shape;663;p54"/>
          <p:cNvPicPr preferRelativeResize="0"/>
          <p:nvPr/>
        </p:nvPicPr>
        <p:blipFill rotWithShape="1">
          <a:blip r:embed="rId3">
            <a:alphaModFix/>
          </a:blip>
          <a:srcRect b="0" l="0" r="0" t="0"/>
          <a:stretch/>
        </p:blipFill>
        <p:spPr>
          <a:xfrm>
            <a:off x="17095544" y="6482241"/>
            <a:ext cx="291386" cy="295801"/>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Speaker 1">
  <p:cSld name="TITLE_1_1_1_1_1_1_1_1_1_1_1_1_1_1_1_1_1_1_1_1_1_1_1_1_1_1_1_1_1_1_1_1_1_1_1_1_1_1_1_1_1_1">
    <p:bg>
      <p:bgPr>
        <a:solidFill>
          <a:schemeClr val="accent6"/>
        </a:solidFill>
      </p:bgPr>
    </p:bg>
    <p:spTree>
      <p:nvGrpSpPr>
        <p:cNvPr id="664" name="Shape 664"/>
        <p:cNvGrpSpPr/>
        <p:nvPr/>
      </p:nvGrpSpPr>
      <p:grpSpPr>
        <a:xfrm>
          <a:off x="0" y="0"/>
          <a:ext cx="0" cy="0"/>
          <a:chOff x="0" y="0"/>
          <a:chExt cx="0" cy="0"/>
        </a:xfrm>
      </p:grpSpPr>
      <p:sp>
        <p:nvSpPr>
          <p:cNvPr id="665" name="Google Shape;665;p55"/>
          <p:cNvSpPr/>
          <p:nvPr/>
        </p:nvSpPr>
        <p:spPr>
          <a:xfrm>
            <a:off x="6597668" y="1405013"/>
            <a:ext cx="5092800" cy="5092800"/>
          </a:xfrm>
          <a:prstGeom prst="ellipse">
            <a:avLst/>
          </a:prstGeom>
          <a:solidFill>
            <a:srgbClr val="F6BC06"/>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66" name="Google Shape;666;p55"/>
          <p:cNvSpPr txBox="1"/>
          <p:nvPr>
            <p:ph type="title"/>
          </p:nvPr>
        </p:nvSpPr>
        <p:spPr>
          <a:xfrm>
            <a:off x="1572577" y="7182802"/>
            <a:ext cx="15142800" cy="8058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67" name="Google Shape;667;p55"/>
          <p:cNvSpPr txBox="1"/>
          <p:nvPr>
            <p:ph idx="1" type="subTitle"/>
          </p:nvPr>
        </p:nvSpPr>
        <p:spPr>
          <a:xfrm>
            <a:off x="5431155" y="8030528"/>
            <a:ext cx="74256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p:txBody>
      </p:sp>
      <p:sp>
        <p:nvSpPr>
          <p:cNvPr id="668" name="Google Shape;668;p55"/>
          <p:cNvSpPr/>
          <p:nvPr>
            <p:ph idx="2" type="pic"/>
          </p:nvPr>
        </p:nvSpPr>
        <p:spPr>
          <a:xfrm>
            <a:off x="6597968" y="1404938"/>
            <a:ext cx="5093100" cy="5093100"/>
          </a:xfrm>
          <a:prstGeom prst="ellipse">
            <a:avLst/>
          </a:prstGeom>
          <a:noFill/>
          <a:ln>
            <a:noFill/>
          </a:ln>
        </p:spPr>
      </p:sp>
      <p:pic>
        <p:nvPicPr>
          <p:cNvPr id="669" name="Google Shape;669;p55"/>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70" name="Google Shape;670;p55" title="BE-MVP-Icon-Spark_Redux_V3_RIGHT_cloudBlue.png"/>
          <p:cNvPicPr preferRelativeResize="0"/>
          <p:nvPr/>
        </p:nvPicPr>
        <p:blipFill>
          <a:blip r:embed="rId3">
            <a:alphaModFix/>
          </a:blip>
          <a:stretch>
            <a:fillRect/>
          </a:stretch>
        </p:blipFill>
        <p:spPr>
          <a:xfrm>
            <a:off x="11790778" y="1549857"/>
            <a:ext cx="992943" cy="1059287"/>
          </a:xfrm>
          <a:prstGeom prst="rect">
            <a:avLst/>
          </a:prstGeom>
          <a:noFill/>
          <a:ln>
            <a:noFill/>
          </a:ln>
        </p:spPr>
      </p:pic>
      <p:pic>
        <p:nvPicPr>
          <p:cNvPr id="671" name="Google Shape;671;p55" title="BE-MVP-Icon-Spark_Redux_V3_STRAIGHT_cloudBlue.png"/>
          <p:cNvPicPr preferRelativeResize="0"/>
          <p:nvPr/>
        </p:nvPicPr>
        <p:blipFill>
          <a:blip r:embed="rId4">
            <a:alphaModFix/>
          </a:blip>
          <a:stretch>
            <a:fillRect/>
          </a:stretch>
        </p:blipFill>
        <p:spPr>
          <a:xfrm>
            <a:off x="11577700" y="2386300"/>
            <a:ext cx="426150" cy="454600"/>
          </a:xfrm>
          <a:prstGeom prst="rect">
            <a:avLst/>
          </a:prstGeom>
          <a:noFill/>
          <a:ln>
            <a:noFill/>
          </a:ln>
        </p:spPr>
      </p:pic>
      <p:pic>
        <p:nvPicPr>
          <p:cNvPr id="672" name="Google Shape;672;p55" title="BE-MVP-Icon-Spark_Redux_V3_RIGHT_cloudBlue.png"/>
          <p:cNvPicPr preferRelativeResize="0"/>
          <p:nvPr/>
        </p:nvPicPr>
        <p:blipFill>
          <a:blip r:embed="rId3">
            <a:alphaModFix/>
          </a:blip>
          <a:stretch>
            <a:fillRect/>
          </a:stretch>
        </p:blipFill>
        <p:spPr>
          <a:xfrm flipH="1">
            <a:off x="5600228" y="5540732"/>
            <a:ext cx="992943" cy="1059287"/>
          </a:xfrm>
          <a:prstGeom prst="rect">
            <a:avLst/>
          </a:prstGeom>
          <a:noFill/>
          <a:ln>
            <a:noFill/>
          </a:ln>
        </p:spPr>
      </p:pic>
      <p:pic>
        <p:nvPicPr>
          <p:cNvPr id="673" name="Google Shape;673;p55" title="BE-MVP-Icon-Spark_Redux_V3_STRAIGHT_cloudBlue.png"/>
          <p:cNvPicPr preferRelativeResize="0"/>
          <p:nvPr/>
        </p:nvPicPr>
        <p:blipFill>
          <a:blip r:embed="rId4">
            <a:alphaModFix/>
          </a:blip>
          <a:stretch>
            <a:fillRect/>
          </a:stretch>
        </p:blipFill>
        <p:spPr>
          <a:xfrm>
            <a:off x="6221475" y="5166925"/>
            <a:ext cx="426150" cy="454600"/>
          </a:xfrm>
          <a:prstGeom prst="rect">
            <a:avLst/>
          </a:prstGeom>
          <a:noFill/>
          <a:ln>
            <a:noFill/>
          </a:ln>
        </p:spPr>
      </p:pic>
      <p:pic>
        <p:nvPicPr>
          <p:cNvPr id="674" name="Google Shape;674;p55" title="BE-MVP-Icon-Spark_Redux_V3_STRAIGHT_cloudBlue.png"/>
          <p:cNvPicPr preferRelativeResize="0"/>
          <p:nvPr/>
        </p:nvPicPr>
        <p:blipFill>
          <a:blip r:embed="rId4">
            <a:alphaModFix/>
          </a:blip>
          <a:stretch>
            <a:fillRect/>
          </a:stretch>
        </p:blipFill>
        <p:spPr>
          <a:xfrm>
            <a:off x="5431150" y="5583800"/>
            <a:ext cx="242401" cy="2586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Speaker 2">
  <p:cSld name="TITLE_1_1_1_1_1_1_1_1_1_1_1_1_1_1_1_1_1_1_1_1_1_1_1_1_1_1_1_1_1_1_1_1_1_1_1_1_1_1_1_1_1_1_1">
    <p:bg>
      <p:bgPr>
        <a:solidFill>
          <a:schemeClr val="accent6"/>
        </a:solidFill>
      </p:bgPr>
    </p:bg>
    <p:spTree>
      <p:nvGrpSpPr>
        <p:cNvPr id="675" name="Shape 675"/>
        <p:cNvGrpSpPr/>
        <p:nvPr/>
      </p:nvGrpSpPr>
      <p:grpSpPr>
        <a:xfrm>
          <a:off x="0" y="0"/>
          <a:ext cx="0" cy="0"/>
          <a:chOff x="0" y="0"/>
          <a:chExt cx="0" cy="0"/>
        </a:xfrm>
      </p:grpSpPr>
      <p:sp>
        <p:nvSpPr>
          <p:cNvPr id="676" name="Google Shape;676;p56"/>
          <p:cNvSpPr/>
          <p:nvPr/>
        </p:nvSpPr>
        <p:spPr>
          <a:xfrm>
            <a:off x="2308285" y="1405013"/>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77" name="Google Shape;677;p56"/>
          <p:cNvSpPr/>
          <p:nvPr/>
        </p:nvSpPr>
        <p:spPr>
          <a:xfrm>
            <a:off x="10883122" y="1404988"/>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78" name="Google Shape;678;p56"/>
          <p:cNvSpPr/>
          <p:nvPr>
            <p:ph idx="2" type="pic"/>
          </p:nvPr>
        </p:nvSpPr>
        <p:spPr>
          <a:xfrm>
            <a:off x="2307907" y="1404938"/>
            <a:ext cx="5093100" cy="5093100"/>
          </a:xfrm>
          <a:prstGeom prst="ellipse">
            <a:avLst/>
          </a:prstGeom>
          <a:noFill/>
          <a:ln>
            <a:noFill/>
          </a:ln>
        </p:spPr>
      </p:sp>
      <p:sp>
        <p:nvSpPr>
          <p:cNvPr id="679" name="Google Shape;679;p56"/>
          <p:cNvSpPr/>
          <p:nvPr>
            <p:ph idx="3" type="pic"/>
          </p:nvPr>
        </p:nvSpPr>
        <p:spPr>
          <a:xfrm>
            <a:off x="10883265" y="1404938"/>
            <a:ext cx="5093100" cy="5093100"/>
          </a:xfrm>
          <a:prstGeom prst="ellipse">
            <a:avLst/>
          </a:prstGeom>
          <a:noFill/>
          <a:ln>
            <a:noFill/>
          </a:ln>
        </p:spPr>
      </p:sp>
      <p:sp>
        <p:nvSpPr>
          <p:cNvPr id="680" name="Google Shape;680;p56"/>
          <p:cNvSpPr txBox="1"/>
          <p:nvPr>
            <p:ph type="title"/>
          </p:nvPr>
        </p:nvSpPr>
        <p:spPr>
          <a:xfrm>
            <a:off x="671513"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81" name="Google Shape;681;p56"/>
          <p:cNvSpPr txBox="1"/>
          <p:nvPr>
            <p:ph idx="1" type="subTitle"/>
          </p:nvPr>
        </p:nvSpPr>
        <p:spPr>
          <a:xfrm>
            <a:off x="1687830" y="8301990"/>
            <a:ext cx="63333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682" name="Google Shape;682;p56"/>
          <p:cNvSpPr txBox="1"/>
          <p:nvPr>
            <p:ph idx="4" type="title"/>
          </p:nvPr>
        </p:nvSpPr>
        <p:spPr>
          <a:xfrm>
            <a:off x="9246870"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683" name="Google Shape;683;p56"/>
          <p:cNvSpPr txBox="1"/>
          <p:nvPr>
            <p:ph idx="5" type="subTitle"/>
          </p:nvPr>
        </p:nvSpPr>
        <p:spPr>
          <a:xfrm>
            <a:off x="10263188" y="8301990"/>
            <a:ext cx="6333300" cy="896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684" name="Google Shape;684;p56"/>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85" name="Google Shape;685;p56" title="BE-MVP-Icon-Spark_Redux_V3_RIGHT_cloudBlue.png"/>
          <p:cNvPicPr preferRelativeResize="0"/>
          <p:nvPr/>
        </p:nvPicPr>
        <p:blipFill>
          <a:blip r:embed="rId3">
            <a:alphaModFix/>
          </a:blip>
          <a:stretch>
            <a:fillRect/>
          </a:stretch>
        </p:blipFill>
        <p:spPr>
          <a:xfrm>
            <a:off x="15009053" y="1151132"/>
            <a:ext cx="992943" cy="1059287"/>
          </a:xfrm>
          <a:prstGeom prst="rect">
            <a:avLst/>
          </a:prstGeom>
          <a:noFill/>
          <a:ln>
            <a:noFill/>
          </a:ln>
        </p:spPr>
      </p:pic>
      <p:pic>
        <p:nvPicPr>
          <p:cNvPr id="686" name="Google Shape;686;p56" title="BE-MVP-Icon-Spark_Redux_V3_STRAIGHT_cloudBlue.png"/>
          <p:cNvPicPr preferRelativeResize="0"/>
          <p:nvPr/>
        </p:nvPicPr>
        <p:blipFill>
          <a:blip r:embed="rId4">
            <a:alphaModFix/>
          </a:blip>
          <a:stretch>
            <a:fillRect/>
          </a:stretch>
        </p:blipFill>
        <p:spPr>
          <a:xfrm>
            <a:off x="15975900" y="2080200"/>
            <a:ext cx="426150" cy="454600"/>
          </a:xfrm>
          <a:prstGeom prst="rect">
            <a:avLst/>
          </a:prstGeom>
          <a:noFill/>
          <a:ln>
            <a:noFill/>
          </a:ln>
        </p:spPr>
      </p:pic>
      <p:pic>
        <p:nvPicPr>
          <p:cNvPr id="687" name="Google Shape;687;p56" title="BE-MVP-Icon-Spark_Redux_V3_RIGHT_cloudBlue.png"/>
          <p:cNvPicPr preferRelativeResize="0"/>
          <p:nvPr/>
        </p:nvPicPr>
        <p:blipFill>
          <a:blip r:embed="rId3">
            <a:alphaModFix/>
          </a:blip>
          <a:stretch>
            <a:fillRect/>
          </a:stretch>
        </p:blipFill>
        <p:spPr>
          <a:xfrm flipH="1">
            <a:off x="1714500" y="5261475"/>
            <a:ext cx="1285450" cy="1371349"/>
          </a:xfrm>
          <a:prstGeom prst="rect">
            <a:avLst/>
          </a:prstGeom>
          <a:noFill/>
          <a:ln>
            <a:noFill/>
          </a:ln>
        </p:spPr>
      </p:pic>
      <p:pic>
        <p:nvPicPr>
          <p:cNvPr id="688" name="Google Shape;688;p56" title="BE-MVP-Icon-Spark_Redux_V3_STRAIGHT_cloudBlue.png"/>
          <p:cNvPicPr preferRelativeResize="0"/>
          <p:nvPr/>
        </p:nvPicPr>
        <p:blipFill>
          <a:blip r:embed="rId4">
            <a:alphaModFix/>
          </a:blip>
          <a:stretch>
            <a:fillRect/>
          </a:stretch>
        </p:blipFill>
        <p:spPr>
          <a:xfrm>
            <a:off x="1560850" y="5209475"/>
            <a:ext cx="242401" cy="258600"/>
          </a:xfrm>
          <a:prstGeom prst="rect">
            <a:avLst/>
          </a:prstGeom>
          <a:noFill/>
          <a:ln>
            <a:noFill/>
          </a:ln>
        </p:spPr>
      </p:pic>
      <p:pic>
        <p:nvPicPr>
          <p:cNvPr id="689" name="Google Shape;689;p56" title="BE-MVP-Icon-Spark_Redux_V3_STRAIGHT_cloudBlue.png"/>
          <p:cNvPicPr preferRelativeResize="0"/>
          <p:nvPr/>
        </p:nvPicPr>
        <p:blipFill>
          <a:blip r:embed="rId4">
            <a:alphaModFix/>
          </a:blip>
          <a:stretch>
            <a:fillRect/>
          </a:stretch>
        </p:blipFill>
        <p:spPr>
          <a:xfrm>
            <a:off x="1227488" y="5838600"/>
            <a:ext cx="487012" cy="51952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 Agenda">
  <p:cSld name="TITLE_1_1_1_1_1_1_1_1_1_1_1_1_1_1_1_1_1_1_1_1_1_1_1_1_1_1_1_1_1_1_1_1_1_1_1_1_1_1_1_1_1_1_1_1">
    <p:bg>
      <p:bgPr>
        <a:solidFill>
          <a:schemeClr val="accent6"/>
        </a:solidFill>
      </p:bgPr>
    </p:bg>
    <p:spTree>
      <p:nvGrpSpPr>
        <p:cNvPr id="690" name="Shape 690"/>
        <p:cNvGrpSpPr/>
        <p:nvPr/>
      </p:nvGrpSpPr>
      <p:grpSpPr>
        <a:xfrm>
          <a:off x="0" y="0"/>
          <a:ext cx="0" cy="0"/>
          <a:chOff x="0" y="0"/>
          <a:chExt cx="0" cy="0"/>
        </a:xfrm>
      </p:grpSpPr>
      <p:sp>
        <p:nvSpPr>
          <p:cNvPr id="691" name="Google Shape;691;p57"/>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692" name="Google Shape;692;p57"/>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693" name="Google Shape;693;p57"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694" name="Google Shape;694;p57"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sp>
        <p:nvSpPr>
          <p:cNvPr id="695" name="Google Shape;695;p57"/>
          <p:cNvSpPr txBox="1"/>
          <p:nvPr>
            <p:ph type="title"/>
          </p:nvPr>
        </p:nvSpPr>
        <p:spPr>
          <a:xfrm>
            <a:off x="868680" y="3581400"/>
            <a:ext cx="4692900" cy="31233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250D9"/>
              </a:buClr>
              <a:buSzPts val="7000"/>
              <a:buNone/>
              <a:defRPr sz="7000">
                <a:solidFill>
                  <a:srgbClr val="0250D9"/>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696" name="Google Shape;696;p57"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 Thank you 2">
  <p:cSld name="TITLE_1_1_1_1_1_1_1_1_1_1_1_1_1_1_1_1_1_1_1_1_1_1_1_1_1_1_1_1_1_1_1_1_1_1_1_1_1_1_1_1_1_1_1_1_1">
    <p:bg>
      <p:bgPr>
        <a:solidFill>
          <a:schemeClr val="accent5"/>
        </a:solidFill>
      </p:bgPr>
    </p:bg>
    <p:spTree>
      <p:nvGrpSpPr>
        <p:cNvPr id="697" name="Shape 697"/>
        <p:cNvGrpSpPr/>
        <p:nvPr/>
      </p:nvGrpSpPr>
      <p:grpSpPr>
        <a:xfrm>
          <a:off x="0" y="0"/>
          <a:ext cx="0" cy="0"/>
          <a:chOff x="0" y="0"/>
          <a:chExt cx="0" cy="0"/>
        </a:xfrm>
      </p:grpSpPr>
      <p:pic>
        <p:nvPicPr>
          <p:cNvPr id="698" name="Google Shape;698;p5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699" name="Google Shape;699;p58"/>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pic>
        <p:nvPicPr>
          <p:cNvPr id="700" name="Google Shape;700;p58" title="BE-MVP-Icon-Spark_Redux_V3_STRAIGHT_yellow.png"/>
          <p:cNvPicPr preferRelativeResize="0"/>
          <p:nvPr/>
        </p:nvPicPr>
        <p:blipFill rotWithShape="1">
          <a:blip r:embed="rId3">
            <a:alphaModFix/>
          </a:blip>
          <a:srcRect b="2562" l="0" r="0" t="2562"/>
          <a:stretch/>
        </p:blipFill>
        <p:spPr>
          <a:xfrm>
            <a:off x="4827208" y="4659274"/>
            <a:ext cx="800070" cy="810305"/>
          </a:xfrm>
          <a:prstGeom prst="rect">
            <a:avLst/>
          </a:prstGeom>
          <a:noFill/>
          <a:ln>
            <a:noFill/>
          </a:ln>
        </p:spPr>
      </p:pic>
      <p:pic>
        <p:nvPicPr>
          <p:cNvPr id="701" name="Google Shape;701;p58" title="BE-MVP-Icon-Spark_Redux_V3_STRAIGHT_yellow.png"/>
          <p:cNvPicPr preferRelativeResize="0"/>
          <p:nvPr/>
        </p:nvPicPr>
        <p:blipFill rotWithShape="1">
          <a:blip r:embed="rId3">
            <a:alphaModFix/>
          </a:blip>
          <a:srcRect b="2562" l="0" r="0" t="2562"/>
          <a:stretch/>
        </p:blipFill>
        <p:spPr>
          <a:xfrm>
            <a:off x="4576047" y="5455670"/>
            <a:ext cx="448162" cy="453899"/>
          </a:xfrm>
          <a:prstGeom prst="rect">
            <a:avLst/>
          </a:prstGeom>
          <a:noFill/>
          <a:ln>
            <a:noFill/>
          </a:ln>
        </p:spPr>
      </p:pic>
      <p:pic>
        <p:nvPicPr>
          <p:cNvPr descr="HDD_ATH_SALESFORCE_ICON_AGENTFORCE_V3_R2 3.png" id="702" name="Google Shape;702;p58"/>
          <p:cNvPicPr preferRelativeResize="0"/>
          <p:nvPr/>
        </p:nvPicPr>
        <p:blipFill rotWithShape="1">
          <a:blip r:embed="rId4">
            <a:alphaModFix/>
          </a:blip>
          <a:srcRect b="0" l="0" r="0" t="0"/>
          <a:stretch/>
        </p:blipFill>
        <p:spPr>
          <a:xfrm flipH="1" rot="-2704027">
            <a:off x="5136872" y="5108231"/>
            <a:ext cx="1776925" cy="1763070"/>
          </a:xfrm>
          <a:prstGeom prst="rect">
            <a:avLst/>
          </a:prstGeom>
          <a:noFill/>
          <a:ln>
            <a:noFill/>
          </a:ln>
        </p:spPr>
      </p:pic>
      <p:pic>
        <p:nvPicPr>
          <p:cNvPr id="703" name="Google Shape;703;p58" title="shadow-1.png"/>
          <p:cNvPicPr preferRelativeResize="0"/>
          <p:nvPr/>
        </p:nvPicPr>
        <p:blipFill>
          <a:blip r:embed="rId5">
            <a:alphaModFix/>
          </a:blip>
          <a:stretch>
            <a:fillRect/>
          </a:stretch>
        </p:blipFill>
        <p:spPr>
          <a:xfrm>
            <a:off x="11768803" y="7856964"/>
            <a:ext cx="3771448" cy="548775"/>
          </a:xfrm>
          <a:prstGeom prst="rect">
            <a:avLst/>
          </a:prstGeom>
          <a:noFill/>
          <a:ln>
            <a:noFill/>
          </a:ln>
        </p:spPr>
      </p:pic>
      <p:sp>
        <p:nvSpPr>
          <p:cNvPr id="704" name="Google Shape;704;p58"/>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05" name="Google Shape;705;p58"/>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06" name="Google Shape;706;p58"/>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grpSp>
        <p:nvGrpSpPr>
          <p:cNvPr id="707" name="Google Shape;707;p58"/>
          <p:cNvGrpSpPr/>
          <p:nvPr/>
        </p:nvGrpSpPr>
        <p:grpSpPr>
          <a:xfrm>
            <a:off x="12042648" y="4220617"/>
            <a:ext cx="2453368" cy="3995925"/>
            <a:chOff x="13642848" y="3675888"/>
            <a:chExt cx="3164003" cy="5146072"/>
          </a:xfrm>
        </p:grpSpPr>
        <p:pic>
          <p:nvPicPr>
            <p:cNvPr id="708" name="Google Shape;708;p58"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709" name="Google Shape;709;p58"/>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710" name="Google Shape;710;p58"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grpSp>
      <p:pic>
        <p:nvPicPr>
          <p:cNvPr id="711" name="Google Shape;711;p58"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12" name="Google Shape;712;p58"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1">
  <p:cSld name="TITLE_1_1_1_1_1_1_1_1_1_1_1_1_1_1_1_1_1_1_1_1_1_1_1_1_1_1_1_1_1_1_1_1_1_1_1_1_1_1_1_1_1_1_1_1_1_1">
    <p:bg>
      <p:bgPr>
        <a:solidFill>
          <a:schemeClr val="accent5"/>
        </a:solidFill>
      </p:bgPr>
    </p:bg>
    <p:spTree>
      <p:nvGrpSpPr>
        <p:cNvPr id="713" name="Shape 713"/>
        <p:cNvGrpSpPr/>
        <p:nvPr/>
      </p:nvGrpSpPr>
      <p:grpSpPr>
        <a:xfrm>
          <a:off x="0" y="0"/>
          <a:ext cx="0" cy="0"/>
          <a:chOff x="0" y="0"/>
          <a:chExt cx="0" cy="0"/>
        </a:xfrm>
      </p:grpSpPr>
      <p:pic>
        <p:nvPicPr>
          <p:cNvPr id="714" name="Google Shape;714;p5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15" name="Google Shape;715;p59"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16" name="Google Shape;716;p59" title="BE-MVP-Icon-Spark_Redux_V3_STRAIGHT_yellow.png"/>
          <p:cNvPicPr preferRelativeResize="0"/>
          <p:nvPr/>
        </p:nvPicPr>
        <p:blipFill rotWithShape="1">
          <a:blip r:embed="rId3">
            <a:alphaModFix/>
          </a:blip>
          <a:srcRect b="2562" l="0" r="0" t="2562"/>
          <a:stretch/>
        </p:blipFill>
        <p:spPr>
          <a:xfrm>
            <a:off x="12701663" y="2881030"/>
            <a:ext cx="265072" cy="268468"/>
          </a:xfrm>
          <a:prstGeom prst="rect">
            <a:avLst/>
          </a:prstGeom>
          <a:noFill/>
          <a:ln>
            <a:noFill/>
          </a:ln>
        </p:spPr>
      </p:pic>
      <p:pic>
        <p:nvPicPr>
          <p:cNvPr id="717" name="Google Shape;717;p59" title="BE-MVP-Icon-Spark_Redux_V3_STRAIGHT_yellow.png"/>
          <p:cNvPicPr preferRelativeResize="0"/>
          <p:nvPr/>
        </p:nvPicPr>
        <p:blipFill rotWithShape="1">
          <a:blip r:embed="rId3">
            <a:alphaModFix/>
          </a:blip>
          <a:srcRect b="2562" l="0" r="0" t="2562"/>
          <a:stretch/>
        </p:blipFill>
        <p:spPr>
          <a:xfrm>
            <a:off x="5392021" y="5427419"/>
            <a:ext cx="800070" cy="810305"/>
          </a:xfrm>
          <a:prstGeom prst="rect">
            <a:avLst/>
          </a:prstGeom>
          <a:noFill/>
          <a:ln>
            <a:noFill/>
          </a:ln>
        </p:spPr>
      </p:pic>
      <p:pic>
        <p:nvPicPr>
          <p:cNvPr id="718" name="Google Shape;718;p59" title="BE-MVP-Icon-Spark_Redux_V3_STRAIGHT_yellow.png"/>
          <p:cNvPicPr preferRelativeResize="0"/>
          <p:nvPr/>
        </p:nvPicPr>
        <p:blipFill rotWithShape="1">
          <a:blip r:embed="rId3">
            <a:alphaModFix/>
          </a:blip>
          <a:srcRect b="2562" l="0" r="0" t="2562"/>
          <a:stretch/>
        </p:blipFill>
        <p:spPr>
          <a:xfrm>
            <a:off x="4395307" y="5026412"/>
            <a:ext cx="448164" cy="453897"/>
          </a:xfrm>
          <a:prstGeom prst="rect">
            <a:avLst/>
          </a:prstGeom>
          <a:noFill/>
          <a:ln>
            <a:noFill/>
          </a:ln>
        </p:spPr>
      </p:pic>
      <p:pic>
        <p:nvPicPr>
          <p:cNvPr descr="pasted-movie.png" id="719" name="Google Shape;719;p59"/>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20" name="Google Shape;720;p59"/>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21" name="Google Shape;721;p59"/>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22" name="Google Shape;722;p59"/>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23" name="Google Shape;723;p59"/>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6">
  <p:cSld name="TITLE_1_1_1_1_1_1_1_1_1_1_1_1_1_1_1_1_1_1_1_1_1_1_1_1_1_1_1_1_1_1_1_1_1_1_1_1_1_1_1_1_1_1_1_1_1_1_1">
    <p:bg>
      <p:bgPr>
        <a:solidFill>
          <a:schemeClr val="accent5"/>
        </a:solidFill>
      </p:bgPr>
    </p:bg>
    <p:spTree>
      <p:nvGrpSpPr>
        <p:cNvPr id="724" name="Shape 724"/>
        <p:cNvGrpSpPr/>
        <p:nvPr/>
      </p:nvGrpSpPr>
      <p:grpSpPr>
        <a:xfrm>
          <a:off x="0" y="0"/>
          <a:ext cx="0" cy="0"/>
          <a:chOff x="0" y="0"/>
          <a:chExt cx="0" cy="0"/>
        </a:xfrm>
      </p:grpSpPr>
      <p:pic>
        <p:nvPicPr>
          <p:cNvPr id="725" name="Google Shape;725;p6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26" name="Google Shape;726;p60"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27" name="Google Shape;727;p60"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728" name="Google Shape;728;p60" title="BE-MVP-Icon-Spark_Redux_V3_STRAIGHT_yellow.png"/>
          <p:cNvPicPr preferRelativeResize="0"/>
          <p:nvPr/>
        </p:nvPicPr>
        <p:blipFill rotWithShape="1">
          <a:blip r:embed="rId3">
            <a:alphaModFix/>
          </a:blip>
          <a:srcRect b="2562" l="0" r="0" t="2562"/>
          <a:stretch/>
        </p:blipFill>
        <p:spPr>
          <a:xfrm>
            <a:off x="4654833" y="4738344"/>
            <a:ext cx="800070" cy="810305"/>
          </a:xfrm>
          <a:prstGeom prst="rect">
            <a:avLst/>
          </a:prstGeom>
          <a:noFill/>
          <a:ln>
            <a:noFill/>
          </a:ln>
        </p:spPr>
      </p:pic>
      <p:pic>
        <p:nvPicPr>
          <p:cNvPr id="729" name="Google Shape;729;p60" title="BE-MVP-Icon-Spark_Redux_V3_STRAIGHT_yellow.png"/>
          <p:cNvPicPr preferRelativeResize="0"/>
          <p:nvPr/>
        </p:nvPicPr>
        <p:blipFill rotWithShape="1">
          <a:blip r:embed="rId3">
            <a:alphaModFix/>
          </a:blip>
          <a:srcRect b="2562" l="0" r="0" t="2562"/>
          <a:stretch/>
        </p:blipFill>
        <p:spPr>
          <a:xfrm>
            <a:off x="4123832" y="4093512"/>
            <a:ext cx="448164" cy="453897"/>
          </a:xfrm>
          <a:prstGeom prst="rect">
            <a:avLst/>
          </a:prstGeom>
          <a:noFill/>
          <a:ln>
            <a:noFill/>
          </a:ln>
        </p:spPr>
      </p:pic>
      <p:pic>
        <p:nvPicPr>
          <p:cNvPr descr="pasted-movie.png" id="730" name="Google Shape;730;p60"/>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31" name="Google Shape;731;p60"/>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32" name="Google Shape;732;p60"/>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33" name="Google Shape;733;p60"/>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34" name="Google Shape;734;p60"/>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735" name="Google Shape;735;p60"/>
          <p:cNvSpPr/>
          <p:nvPr>
            <p:ph idx="2" type="pic"/>
          </p:nvPr>
        </p:nvSpPr>
        <p:spPr>
          <a:xfrm>
            <a:off x="2222075" y="1016000"/>
            <a:ext cx="2718000" cy="2718000"/>
          </a:xfrm>
          <a:prstGeom prst="ellipse">
            <a:avLst/>
          </a:prstGeom>
          <a:noFill/>
          <a:ln>
            <a:noFill/>
          </a:ln>
        </p:spPr>
      </p:sp>
      <p:sp>
        <p:nvSpPr>
          <p:cNvPr id="736" name="Google Shape;736;p60"/>
          <p:cNvSpPr/>
          <p:nvPr>
            <p:ph idx="3" type="pic"/>
          </p:nvPr>
        </p:nvSpPr>
        <p:spPr>
          <a:xfrm>
            <a:off x="857250" y="4628350"/>
            <a:ext cx="3400500" cy="3400500"/>
          </a:xfrm>
          <a:prstGeom prst="ellipse">
            <a:avLst/>
          </a:prstGeom>
          <a:noFill/>
          <a:ln>
            <a:noFill/>
          </a:ln>
        </p:spPr>
      </p:sp>
      <p:sp>
        <p:nvSpPr>
          <p:cNvPr id="737" name="Google Shape;737;p60"/>
          <p:cNvSpPr/>
          <p:nvPr>
            <p:ph idx="4" type="pic"/>
          </p:nvPr>
        </p:nvSpPr>
        <p:spPr>
          <a:xfrm>
            <a:off x="12073150" y="5902675"/>
            <a:ext cx="3575100" cy="3575100"/>
          </a:xfrm>
          <a:prstGeom prst="ellipse">
            <a:avLst/>
          </a:prstGeom>
          <a:noFill/>
          <a:ln>
            <a:noFill/>
          </a:ln>
        </p:spPr>
      </p:sp>
      <p:sp>
        <p:nvSpPr>
          <p:cNvPr id="738" name="Google Shape;738;p60"/>
          <p:cNvSpPr/>
          <p:nvPr>
            <p:ph idx="5" type="pic"/>
          </p:nvPr>
        </p:nvSpPr>
        <p:spPr>
          <a:xfrm>
            <a:off x="14272550" y="2881025"/>
            <a:ext cx="2718000" cy="2718000"/>
          </a:xfrm>
          <a:prstGeom prst="ellipse">
            <a:avLst/>
          </a:prstGeom>
          <a:noFill/>
          <a:ln>
            <a:noFill/>
          </a:ln>
        </p:spPr>
      </p:sp>
      <p:sp>
        <p:nvSpPr>
          <p:cNvPr id="739" name="Google Shape;739;p60"/>
          <p:cNvSpPr/>
          <p:nvPr>
            <p:ph idx="6" type="pic"/>
          </p:nvPr>
        </p:nvSpPr>
        <p:spPr>
          <a:xfrm>
            <a:off x="13662425" y="1015988"/>
            <a:ext cx="1360500" cy="1360500"/>
          </a:xfrm>
          <a:prstGeom prst="ellipse">
            <a:avLst/>
          </a:prstGeom>
          <a:noFill/>
          <a:ln>
            <a:noFill/>
          </a:ln>
        </p:spPr>
      </p:sp>
      <p:sp>
        <p:nvSpPr>
          <p:cNvPr id="740" name="Google Shape;740;p60"/>
          <p:cNvSpPr/>
          <p:nvPr>
            <p:ph idx="7" type="pic"/>
          </p:nvPr>
        </p:nvSpPr>
        <p:spPr>
          <a:xfrm>
            <a:off x="4395300" y="7499875"/>
            <a:ext cx="1977900" cy="1977900"/>
          </a:xfrm>
          <a:prstGeom prst="ellipse">
            <a:avLst/>
          </a:prstGeom>
          <a:noFill/>
          <a:ln>
            <a:noFill/>
          </a:ln>
        </p:spPr>
      </p:sp>
      <p:pic>
        <p:nvPicPr>
          <p:cNvPr id="741" name="Google Shape;741;p60" title="BE-MVP-Icon-Spark_Redux_V3_STRAIGHT_yellow.png"/>
          <p:cNvPicPr preferRelativeResize="0"/>
          <p:nvPr/>
        </p:nvPicPr>
        <p:blipFill rotWithShape="1">
          <a:blip r:embed="rId3">
            <a:alphaModFix/>
          </a:blip>
          <a:srcRect b="2562" l="0" r="0" t="2562"/>
          <a:stretch/>
        </p:blipFill>
        <p:spPr>
          <a:xfrm>
            <a:off x="1490419" y="1221962"/>
            <a:ext cx="448164" cy="453897"/>
          </a:xfrm>
          <a:prstGeom prst="rect">
            <a:avLst/>
          </a:prstGeom>
          <a:noFill/>
          <a:ln>
            <a:noFill/>
          </a:ln>
        </p:spPr>
      </p:pic>
      <p:pic>
        <p:nvPicPr>
          <p:cNvPr id="742" name="Google Shape;742;p60" title="BE-MVP-Icon-Spark_Redux_V3_STRAIGHT_yellow.png"/>
          <p:cNvPicPr preferRelativeResize="0"/>
          <p:nvPr/>
        </p:nvPicPr>
        <p:blipFill rotWithShape="1">
          <a:blip r:embed="rId3">
            <a:alphaModFix/>
          </a:blip>
          <a:srcRect b="2562" l="0" r="0" t="2562"/>
          <a:stretch/>
        </p:blipFill>
        <p:spPr>
          <a:xfrm>
            <a:off x="16043796" y="8358332"/>
            <a:ext cx="800070" cy="810305"/>
          </a:xfrm>
          <a:prstGeom prst="rect">
            <a:avLst/>
          </a:prstGeom>
          <a:noFill/>
          <a:ln>
            <a:noFill/>
          </a:ln>
        </p:spPr>
      </p:pic>
      <p:pic>
        <p:nvPicPr>
          <p:cNvPr id="743" name="Google Shape;743;p60" title="BE-MVP-Icon-Spark_Redux_V3_STRAIGHT_yellow.png"/>
          <p:cNvPicPr preferRelativeResize="0"/>
          <p:nvPr/>
        </p:nvPicPr>
        <p:blipFill rotWithShape="1">
          <a:blip r:embed="rId3">
            <a:alphaModFix/>
          </a:blip>
          <a:srcRect b="2562" l="0" r="0" t="2562"/>
          <a:stretch/>
        </p:blipFill>
        <p:spPr>
          <a:xfrm>
            <a:off x="3356994" y="8500362"/>
            <a:ext cx="448164" cy="453897"/>
          </a:xfrm>
          <a:prstGeom prst="rect">
            <a:avLst/>
          </a:prstGeom>
          <a:noFill/>
          <a:ln>
            <a:noFill/>
          </a:ln>
        </p:spPr>
      </p:pic>
      <p:pic>
        <p:nvPicPr>
          <p:cNvPr id="744" name="Google Shape;744;p60" title="BE-MVP-Icon-Spark_Redux_V3_STRAIGHT_yellow.png"/>
          <p:cNvPicPr preferRelativeResize="0"/>
          <p:nvPr/>
        </p:nvPicPr>
        <p:blipFill rotWithShape="1">
          <a:blip r:embed="rId3">
            <a:alphaModFix/>
          </a:blip>
          <a:srcRect b="2562" l="0" r="0" t="2562"/>
          <a:stretch/>
        </p:blipFill>
        <p:spPr>
          <a:xfrm>
            <a:off x="15553832" y="562112"/>
            <a:ext cx="448164" cy="453897"/>
          </a:xfrm>
          <a:prstGeom prst="rect">
            <a:avLst/>
          </a:prstGeom>
          <a:noFill/>
          <a:ln>
            <a:noFill/>
          </a:ln>
        </p:spPr>
      </p:pic>
      <p:pic>
        <p:nvPicPr>
          <p:cNvPr id="745" name="Google Shape;745;p60" title="BE-MVP-Icon-Spark_Redux_V3_STRAIGHT_yellow.png"/>
          <p:cNvPicPr preferRelativeResize="0"/>
          <p:nvPr/>
        </p:nvPicPr>
        <p:blipFill rotWithShape="1">
          <a:blip r:embed="rId3">
            <a:alphaModFix/>
          </a:blip>
          <a:srcRect b="2562" l="0" r="0" t="2562"/>
          <a:stretch/>
        </p:blipFill>
        <p:spPr>
          <a:xfrm>
            <a:off x="15648244" y="9191725"/>
            <a:ext cx="448164" cy="453897"/>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10">
  <p:cSld name="TITLE_1_1_1_1_1_1_1_1_1_1_1_1_1_1_1_1_1_1_1_1_1_1_1_1_1_1_1_1_1_1_1_1_1_1_1_1_1_1_1_1_1_1_1_1_1_1_2">
    <p:bg>
      <p:bgPr>
        <a:solidFill>
          <a:schemeClr val="accent5"/>
        </a:solidFill>
      </p:bgPr>
    </p:bg>
    <p:spTree>
      <p:nvGrpSpPr>
        <p:cNvPr id="746" name="Shape 746"/>
        <p:cNvGrpSpPr/>
        <p:nvPr/>
      </p:nvGrpSpPr>
      <p:grpSpPr>
        <a:xfrm>
          <a:off x="0" y="0"/>
          <a:ext cx="0" cy="0"/>
          <a:chOff x="0" y="0"/>
          <a:chExt cx="0" cy="0"/>
        </a:xfrm>
      </p:grpSpPr>
      <p:pic>
        <p:nvPicPr>
          <p:cNvPr id="747" name="Google Shape;747;p6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48" name="Google Shape;748;p61"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49" name="Google Shape;749;p61"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750" name="Google Shape;750;p61" title="BE-MVP-Icon-Spark_Redux_V3_STRAIGHT_yellow.png"/>
          <p:cNvPicPr preferRelativeResize="0"/>
          <p:nvPr/>
        </p:nvPicPr>
        <p:blipFill rotWithShape="1">
          <a:blip r:embed="rId3">
            <a:alphaModFix/>
          </a:blip>
          <a:srcRect b="2562" l="0" r="0" t="2562"/>
          <a:stretch/>
        </p:blipFill>
        <p:spPr>
          <a:xfrm>
            <a:off x="5004483" y="5478044"/>
            <a:ext cx="800070" cy="810305"/>
          </a:xfrm>
          <a:prstGeom prst="rect">
            <a:avLst/>
          </a:prstGeom>
          <a:noFill/>
          <a:ln>
            <a:noFill/>
          </a:ln>
        </p:spPr>
      </p:pic>
      <p:pic>
        <p:nvPicPr>
          <p:cNvPr id="751" name="Google Shape;751;p61" title="BE-MVP-Icon-Spark_Redux_V3_STRAIGHT_yellow.png"/>
          <p:cNvPicPr preferRelativeResize="0"/>
          <p:nvPr/>
        </p:nvPicPr>
        <p:blipFill rotWithShape="1">
          <a:blip r:embed="rId3">
            <a:alphaModFix/>
          </a:blip>
          <a:srcRect b="2562" l="0" r="0" t="2562"/>
          <a:stretch/>
        </p:blipFill>
        <p:spPr>
          <a:xfrm>
            <a:off x="4482457" y="5024162"/>
            <a:ext cx="448164" cy="453897"/>
          </a:xfrm>
          <a:prstGeom prst="rect">
            <a:avLst/>
          </a:prstGeom>
          <a:noFill/>
          <a:ln>
            <a:noFill/>
          </a:ln>
        </p:spPr>
      </p:pic>
      <p:pic>
        <p:nvPicPr>
          <p:cNvPr descr="pasted-movie.png" id="752" name="Google Shape;752;p61"/>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53" name="Google Shape;753;p61"/>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54" name="Google Shape;754;p61"/>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55" name="Google Shape;755;p61"/>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56" name="Google Shape;756;p61"/>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757" name="Google Shape;757;p61"/>
          <p:cNvSpPr/>
          <p:nvPr>
            <p:ph idx="2" type="pic"/>
          </p:nvPr>
        </p:nvSpPr>
        <p:spPr>
          <a:xfrm>
            <a:off x="2355750" y="599100"/>
            <a:ext cx="2718000" cy="2718000"/>
          </a:xfrm>
          <a:prstGeom prst="ellipse">
            <a:avLst/>
          </a:prstGeom>
          <a:noFill/>
          <a:ln>
            <a:noFill/>
          </a:ln>
        </p:spPr>
      </p:sp>
      <p:sp>
        <p:nvSpPr>
          <p:cNvPr id="758" name="Google Shape;758;p61"/>
          <p:cNvSpPr/>
          <p:nvPr>
            <p:ph idx="3" type="pic"/>
          </p:nvPr>
        </p:nvSpPr>
        <p:spPr>
          <a:xfrm>
            <a:off x="725550" y="3541400"/>
            <a:ext cx="1977900" cy="1977900"/>
          </a:xfrm>
          <a:prstGeom prst="ellipse">
            <a:avLst/>
          </a:prstGeom>
          <a:noFill/>
          <a:ln>
            <a:noFill/>
          </a:ln>
        </p:spPr>
      </p:sp>
      <p:sp>
        <p:nvSpPr>
          <p:cNvPr id="759" name="Google Shape;759;p61"/>
          <p:cNvSpPr/>
          <p:nvPr>
            <p:ph idx="4" type="pic"/>
          </p:nvPr>
        </p:nvSpPr>
        <p:spPr>
          <a:xfrm>
            <a:off x="1714500" y="6205500"/>
            <a:ext cx="3400500" cy="3400500"/>
          </a:xfrm>
          <a:prstGeom prst="ellipse">
            <a:avLst/>
          </a:prstGeom>
          <a:noFill/>
          <a:ln>
            <a:noFill/>
          </a:ln>
        </p:spPr>
      </p:sp>
      <p:sp>
        <p:nvSpPr>
          <p:cNvPr id="760" name="Google Shape;760;p61"/>
          <p:cNvSpPr/>
          <p:nvPr>
            <p:ph idx="5" type="pic"/>
          </p:nvPr>
        </p:nvSpPr>
        <p:spPr>
          <a:xfrm>
            <a:off x="13633050" y="4628350"/>
            <a:ext cx="3797700" cy="3797700"/>
          </a:xfrm>
          <a:prstGeom prst="ellipse">
            <a:avLst/>
          </a:prstGeom>
          <a:noFill/>
          <a:ln>
            <a:noFill/>
          </a:ln>
        </p:spPr>
      </p:sp>
      <p:sp>
        <p:nvSpPr>
          <p:cNvPr id="761" name="Google Shape;761;p61"/>
          <p:cNvSpPr/>
          <p:nvPr>
            <p:ph idx="6" type="pic"/>
          </p:nvPr>
        </p:nvSpPr>
        <p:spPr>
          <a:xfrm>
            <a:off x="14433925" y="1016000"/>
            <a:ext cx="2718000" cy="2718000"/>
          </a:xfrm>
          <a:prstGeom prst="ellipse">
            <a:avLst/>
          </a:prstGeom>
          <a:noFill/>
          <a:ln>
            <a:noFill/>
          </a:ln>
        </p:spPr>
      </p:sp>
      <p:sp>
        <p:nvSpPr>
          <p:cNvPr id="762" name="Google Shape;762;p61"/>
          <p:cNvSpPr/>
          <p:nvPr>
            <p:ph idx="7" type="pic"/>
          </p:nvPr>
        </p:nvSpPr>
        <p:spPr>
          <a:xfrm>
            <a:off x="12073138" y="700788"/>
            <a:ext cx="1360500" cy="1360500"/>
          </a:xfrm>
          <a:prstGeom prst="ellipse">
            <a:avLst/>
          </a:prstGeom>
          <a:noFill/>
          <a:ln>
            <a:noFill/>
          </a:ln>
        </p:spPr>
      </p:sp>
      <p:sp>
        <p:nvSpPr>
          <p:cNvPr id="763" name="Google Shape;763;p61"/>
          <p:cNvSpPr/>
          <p:nvPr>
            <p:ph idx="8" type="pic"/>
          </p:nvPr>
        </p:nvSpPr>
        <p:spPr>
          <a:xfrm>
            <a:off x="12460250" y="7905750"/>
            <a:ext cx="1563900" cy="1563900"/>
          </a:xfrm>
          <a:prstGeom prst="ellipse">
            <a:avLst/>
          </a:prstGeom>
          <a:noFill/>
          <a:ln>
            <a:noFill/>
          </a:ln>
        </p:spPr>
      </p:sp>
      <p:sp>
        <p:nvSpPr>
          <p:cNvPr id="764" name="Google Shape;764;p61"/>
          <p:cNvSpPr/>
          <p:nvPr>
            <p:ph idx="9" type="pic"/>
          </p:nvPr>
        </p:nvSpPr>
        <p:spPr>
          <a:xfrm>
            <a:off x="5553688" y="8426038"/>
            <a:ext cx="1360500" cy="1360500"/>
          </a:xfrm>
          <a:prstGeom prst="ellipse">
            <a:avLst/>
          </a:prstGeom>
          <a:noFill/>
          <a:ln>
            <a:noFill/>
          </a:ln>
        </p:spPr>
      </p:sp>
      <p:sp>
        <p:nvSpPr>
          <p:cNvPr id="765" name="Google Shape;765;p61"/>
          <p:cNvSpPr/>
          <p:nvPr>
            <p:ph idx="13" type="pic"/>
          </p:nvPr>
        </p:nvSpPr>
        <p:spPr>
          <a:xfrm>
            <a:off x="6269750" y="599100"/>
            <a:ext cx="1563900" cy="1563900"/>
          </a:xfrm>
          <a:prstGeom prst="ellipse">
            <a:avLst/>
          </a:prstGeom>
          <a:noFill/>
          <a:ln>
            <a:noFill/>
          </a:ln>
        </p:spPr>
      </p:sp>
      <p:sp>
        <p:nvSpPr>
          <p:cNvPr id="766" name="Google Shape;766;p61"/>
          <p:cNvSpPr/>
          <p:nvPr>
            <p:ph idx="14" type="pic"/>
          </p:nvPr>
        </p:nvSpPr>
        <p:spPr>
          <a:xfrm>
            <a:off x="8623025" y="7346350"/>
            <a:ext cx="1977900" cy="1977900"/>
          </a:xfrm>
          <a:prstGeom prst="ellipse">
            <a:avLst/>
          </a:prstGeom>
          <a:noFill/>
          <a:ln>
            <a:noFill/>
          </a:ln>
        </p:spPr>
      </p:sp>
      <p:pic>
        <p:nvPicPr>
          <p:cNvPr id="767" name="Google Shape;767;p61" title="BE-MVP-Icon-Spark_Redux_V3_STRAIGHT_yellow.png"/>
          <p:cNvPicPr preferRelativeResize="0"/>
          <p:nvPr/>
        </p:nvPicPr>
        <p:blipFill rotWithShape="1">
          <a:blip r:embed="rId3">
            <a:alphaModFix/>
          </a:blip>
          <a:srcRect b="2562" l="0" r="0" t="2562"/>
          <a:stretch/>
        </p:blipFill>
        <p:spPr>
          <a:xfrm>
            <a:off x="499632" y="3149512"/>
            <a:ext cx="448164" cy="453897"/>
          </a:xfrm>
          <a:prstGeom prst="rect">
            <a:avLst/>
          </a:prstGeom>
          <a:noFill/>
          <a:ln>
            <a:noFill/>
          </a:ln>
        </p:spPr>
      </p:pic>
      <p:pic>
        <p:nvPicPr>
          <p:cNvPr id="768" name="Google Shape;768;p61" title="BE-MVP-Icon-Spark_Redux_V3_STRAIGHT_yellow.png"/>
          <p:cNvPicPr preferRelativeResize="0"/>
          <p:nvPr/>
        </p:nvPicPr>
        <p:blipFill rotWithShape="1">
          <a:blip r:embed="rId3">
            <a:alphaModFix/>
          </a:blip>
          <a:srcRect b="2562" l="0" r="0" t="2562"/>
          <a:stretch/>
        </p:blipFill>
        <p:spPr>
          <a:xfrm>
            <a:off x="12242121" y="6689569"/>
            <a:ext cx="800070" cy="810305"/>
          </a:xfrm>
          <a:prstGeom prst="rect">
            <a:avLst/>
          </a:prstGeom>
          <a:noFill/>
          <a:ln>
            <a:noFill/>
          </a:ln>
        </p:spPr>
      </p:pic>
      <p:pic>
        <p:nvPicPr>
          <p:cNvPr id="769" name="Google Shape;769;p61" title="BE-MVP-Icon-Spark_Redux_V3_STRAIGHT_yellow.png"/>
          <p:cNvPicPr preferRelativeResize="0"/>
          <p:nvPr/>
        </p:nvPicPr>
        <p:blipFill rotWithShape="1">
          <a:blip r:embed="rId3">
            <a:alphaModFix/>
          </a:blip>
          <a:srcRect b="2562" l="0" r="0" t="2562"/>
          <a:stretch/>
        </p:blipFill>
        <p:spPr>
          <a:xfrm>
            <a:off x="1837832" y="9469662"/>
            <a:ext cx="448164" cy="453897"/>
          </a:xfrm>
          <a:prstGeom prst="rect">
            <a:avLst/>
          </a:prstGeom>
          <a:noFill/>
          <a:ln>
            <a:noFill/>
          </a:ln>
        </p:spPr>
      </p:pic>
      <p:pic>
        <p:nvPicPr>
          <p:cNvPr id="770" name="Google Shape;770;p61" title="BE-MVP-Icon-Spark_Redux_V3_STRAIGHT_yellow.png"/>
          <p:cNvPicPr preferRelativeResize="0"/>
          <p:nvPr/>
        </p:nvPicPr>
        <p:blipFill rotWithShape="1">
          <a:blip r:embed="rId3">
            <a:alphaModFix/>
          </a:blip>
          <a:srcRect b="2562" l="0" r="0" t="2562"/>
          <a:stretch/>
        </p:blipFill>
        <p:spPr>
          <a:xfrm>
            <a:off x="10909707" y="857262"/>
            <a:ext cx="448164" cy="453897"/>
          </a:xfrm>
          <a:prstGeom prst="rect">
            <a:avLst/>
          </a:prstGeom>
          <a:noFill/>
          <a:ln>
            <a:noFill/>
          </a:ln>
        </p:spPr>
      </p:pic>
      <p:pic>
        <p:nvPicPr>
          <p:cNvPr id="771" name="Google Shape;771;p61" title="BE-MVP-Icon-Spark_Redux_V3_STRAIGHT_yellow.png"/>
          <p:cNvPicPr preferRelativeResize="0"/>
          <p:nvPr/>
        </p:nvPicPr>
        <p:blipFill rotWithShape="1">
          <a:blip r:embed="rId3">
            <a:alphaModFix/>
          </a:blip>
          <a:srcRect b="2562" l="0" r="0" t="2562"/>
          <a:stretch/>
        </p:blipFill>
        <p:spPr>
          <a:xfrm>
            <a:off x="16982582" y="8690112"/>
            <a:ext cx="448164" cy="453897"/>
          </a:xfrm>
          <a:prstGeom prst="rect">
            <a:avLst/>
          </a:prstGeom>
          <a:noFill/>
          <a:ln>
            <a:noFill/>
          </a:ln>
        </p:spPr>
      </p:pic>
      <p:pic>
        <p:nvPicPr>
          <p:cNvPr id="772" name="Google Shape;772;p61" title="BE-MVP-Icon-Spark_Redux_V3_STRAIGHT_yellow.png"/>
          <p:cNvPicPr preferRelativeResize="0"/>
          <p:nvPr/>
        </p:nvPicPr>
        <p:blipFill rotWithShape="1">
          <a:blip r:embed="rId3">
            <a:alphaModFix/>
          </a:blip>
          <a:srcRect b="2562" l="0" r="0" t="2562"/>
          <a:stretch/>
        </p:blipFill>
        <p:spPr>
          <a:xfrm>
            <a:off x="17327507" y="1016012"/>
            <a:ext cx="448164" cy="453897"/>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Cover 2">
  <p:cSld name="CUSTOM_2">
    <p:spTree>
      <p:nvGrpSpPr>
        <p:cNvPr id="773" name="Shape 773"/>
        <p:cNvGrpSpPr/>
        <p:nvPr/>
      </p:nvGrpSpPr>
      <p:grpSpPr>
        <a:xfrm>
          <a:off x="0" y="0"/>
          <a:ext cx="0" cy="0"/>
          <a:chOff x="0" y="0"/>
          <a:chExt cx="0" cy="0"/>
        </a:xfrm>
      </p:grpSpPr>
      <p:pic>
        <p:nvPicPr>
          <p:cNvPr id="774" name="Google Shape;774;p6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75" name="Google Shape;775;p62" title="Blue_shadow.png"/>
          <p:cNvPicPr preferRelativeResize="0"/>
          <p:nvPr/>
        </p:nvPicPr>
        <p:blipFill>
          <a:blip r:embed="rId3">
            <a:alphaModFix/>
          </a:blip>
          <a:stretch>
            <a:fillRect/>
          </a:stretch>
        </p:blipFill>
        <p:spPr>
          <a:xfrm>
            <a:off x="5105400" y="8802916"/>
            <a:ext cx="7620000" cy="676275"/>
          </a:xfrm>
          <a:prstGeom prst="rect">
            <a:avLst/>
          </a:prstGeom>
          <a:noFill/>
          <a:ln>
            <a:noFill/>
          </a:ln>
        </p:spPr>
      </p:pic>
      <p:pic>
        <p:nvPicPr>
          <p:cNvPr id="776" name="Google Shape;776;p62"/>
          <p:cNvPicPr preferRelativeResize="0"/>
          <p:nvPr/>
        </p:nvPicPr>
        <p:blipFill>
          <a:blip r:embed="rId4">
            <a:alphaModFix/>
          </a:blip>
          <a:stretch>
            <a:fillRect/>
          </a:stretch>
        </p:blipFill>
        <p:spPr>
          <a:xfrm>
            <a:off x="5299725" y="2452500"/>
            <a:ext cx="7688551" cy="5381999"/>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Cover 1">
  <p:cSld name="CUSTOM_3">
    <p:spTree>
      <p:nvGrpSpPr>
        <p:cNvPr id="777" name="Shape 777"/>
        <p:cNvGrpSpPr/>
        <p:nvPr/>
      </p:nvGrpSpPr>
      <p:grpSpPr>
        <a:xfrm>
          <a:off x="0" y="0"/>
          <a:ext cx="0" cy="0"/>
          <a:chOff x="0" y="0"/>
          <a:chExt cx="0" cy="0"/>
        </a:xfrm>
      </p:grpSpPr>
      <p:pic>
        <p:nvPicPr>
          <p:cNvPr id="778" name="Google Shape;778;p63"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79" name="Google Shape;779;p63"/>
          <p:cNvPicPr preferRelativeResize="0"/>
          <p:nvPr/>
        </p:nvPicPr>
        <p:blipFill>
          <a:blip r:embed="rId3">
            <a:alphaModFix/>
          </a:blip>
          <a:stretch>
            <a:fillRect/>
          </a:stretch>
        </p:blipFill>
        <p:spPr>
          <a:xfrm>
            <a:off x="5299725" y="2452500"/>
            <a:ext cx="7688551" cy="5381999"/>
          </a:xfrm>
          <a:prstGeom prst="rect">
            <a:avLst/>
          </a:prstGeom>
          <a:noFill/>
          <a:ln>
            <a:noFill/>
          </a:ln>
        </p:spPr>
      </p:pic>
      <p:pic>
        <p:nvPicPr>
          <p:cNvPr id="780" name="Google Shape;780;p63"/>
          <p:cNvPicPr preferRelativeResize="0"/>
          <p:nvPr/>
        </p:nvPicPr>
        <p:blipFill>
          <a:blip r:embed="rId4">
            <a:alphaModFix/>
          </a:blip>
          <a:stretch>
            <a:fillRect/>
          </a:stretch>
        </p:blipFill>
        <p:spPr>
          <a:xfrm>
            <a:off x="4572000" y="7505091"/>
            <a:ext cx="8572501" cy="354005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FLS">
  <p:cSld name="TITLE_1_1_1_1_1_1_1_1_1_1_1_1_1_1_1_1_1_1_1_1_1_1_1_1_1_1_1_1_1_1_1_1_1_1_1_1_1_1_1_1_1_1_1_1_1_1_1_1_1">
    <p:bg>
      <p:bgPr>
        <a:solidFill>
          <a:schemeClr val="accent6"/>
        </a:solidFill>
      </p:bgPr>
    </p:bg>
    <p:spTree>
      <p:nvGrpSpPr>
        <p:cNvPr id="781" name="Shape 781"/>
        <p:cNvGrpSpPr/>
        <p:nvPr/>
      </p:nvGrpSpPr>
      <p:grpSpPr>
        <a:xfrm>
          <a:off x="0" y="0"/>
          <a:ext cx="0" cy="0"/>
          <a:chOff x="0" y="0"/>
          <a:chExt cx="0" cy="0"/>
        </a:xfrm>
      </p:grpSpPr>
      <p:sp>
        <p:nvSpPr>
          <p:cNvPr id="782" name="Google Shape;782;p64"/>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Forward-looking statements</a:t>
            </a:r>
            <a:endParaRPr sz="5400">
              <a:solidFill>
                <a:schemeClr val="dk1"/>
              </a:solidFill>
              <a:latin typeface="Avant Garde Demi SFDC"/>
              <a:ea typeface="Avant Garde Demi SFDC"/>
              <a:cs typeface="Avant Garde Demi SFDC"/>
              <a:sym typeface="Avant Garde Demi SFDC"/>
            </a:endParaRPr>
          </a:p>
        </p:txBody>
      </p:sp>
      <p:sp>
        <p:nvSpPr>
          <p:cNvPr id="783" name="Google Shape;783;p64"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784" name="Google Shape;784;p64"/>
          <p:cNvSpPr txBox="1"/>
          <p:nvPr/>
        </p:nvSpPr>
        <p:spPr>
          <a:xfrm>
            <a:off x="13199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pic>
        <p:nvPicPr>
          <p:cNvPr id="785" name="Google Shape;785;p6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FLS">
  <p:cSld name="TITLE_1_1_1_1_1_1_1_1_1_1_1_1_1_1_1_1_1_1_1_1_1_1_1_1_1_1_1_1_1_1_1_1_1_1_1_1_1_1_1_1_1_1_1_1_1_1_1_1_1_1">
    <p:bg>
      <p:bgPr>
        <a:solidFill>
          <a:srgbClr val="CFE9FE"/>
        </a:solidFill>
      </p:bgPr>
    </p:bg>
    <p:spTree>
      <p:nvGrpSpPr>
        <p:cNvPr id="786" name="Shape 786"/>
        <p:cNvGrpSpPr/>
        <p:nvPr/>
      </p:nvGrpSpPr>
      <p:grpSpPr>
        <a:xfrm>
          <a:off x="0" y="0"/>
          <a:ext cx="0" cy="0"/>
          <a:chOff x="0" y="0"/>
          <a:chExt cx="0" cy="0"/>
        </a:xfrm>
      </p:grpSpPr>
      <p:pic>
        <p:nvPicPr>
          <p:cNvPr id="787" name="Google Shape;787;p6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88" name="Google Shape;788;p6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789" name="Google Shape;789;p65"/>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lt1"/>
                </a:solidFill>
                <a:latin typeface="Avant Garde Demi SFDC"/>
                <a:ea typeface="Avant Garde Demi SFDC"/>
                <a:cs typeface="Avant Garde Demi SFDC"/>
                <a:sym typeface="Avant Garde Demi SFDC"/>
              </a:rPr>
              <a:t>Forward-looking statements</a:t>
            </a:r>
            <a:endParaRPr sz="5400">
              <a:solidFill>
                <a:schemeClr val="lt1"/>
              </a:solidFill>
              <a:latin typeface="Avant Garde Demi SFDC"/>
              <a:ea typeface="Avant Garde Demi SFDC"/>
              <a:cs typeface="Avant Garde Demi SFDC"/>
              <a:sym typeface="Avant Garde Demi SFDC"/>
            </a:endParaRPr>
          </a:p>
        </p:txBody>
      </p:sp>
      <p:sp>
        <p:nvSpPr>
          <p:cNvPr id="790" name="Google Shape;790;p65"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791" name="Google Shape;791;p65"/>
          <p:cNvSpPr txBox="1"/>
          <p:nvPr/>
        </p:nvSpPr>
        <p:spPr>
          <a:xfrm>
            <a:off x="13434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Calendar ">
  <p:cSld name="TITLE_1_1_1_1_1_1_1_1_1_1_1_1_1_1_1_1_1_1_1_1_1_2_4">
    <p:bg>
      <p:bgPr>
        <a:solidFill>
          <a:schemeClr val="accent6"/>
        </a:solidFill>
      </p:bgPr>
    </p:bg>
    <p:spTree>
      <p:nvGrpSpPr>
        <p:cNvPr id="792" name="Shape 792"/>
        <p:cNvGrpSpPr/>
        <p:nvPr/>
      </p:nvGrpSpPr>
      <p:grpSpPr>
        <a:xfrm>
          <a:off x="0" y="0"/>
          <a:ext cx="0" cy="0"/>
          <a:chOff x="0" y="0"/>
          <a:chExt cx="0" cy="0"/>
        </a:xfrm>
      </p:grpSpPr>
      <p:sp>
        <p:nvSpPr>
          <p:cNvPr id="793" name="Google Shape;793;p6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94" name="Google Shape;794;p6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95" name="Google Shape;795;p6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796" name="Google Shape;796;p6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797" name="Google Shape;797;p66"/>
          <p:cNvSpPr/>
          <p:nvPr/>
        </p:nvSpPr>
        <p:spPr>
          <a:xfrm>
            <a:off x="85725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798" name="Google Shape;798;p66"/>
          <p:cNvSpPr/>
          <p:nvPr/>
        </p:nvSpPr>
        <p:spPr>
          <a:xfrm>
            <a:off x="4249875"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799" name="Google Shape;799;p66"/>
          <p:cNvSpPr/>
          <p:nvPr/>
        </p:nvSpPr>
        <p:spPr>
          <a:xfrm>
            <a:off x="764250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0" name="Google Shape;800;p66"/>
          <p:cNvSpPr/>
          <p:nvPr/>
        </p:nvSpPr>
        <p:spPr>
          <a:xfrm>
            <a:off x="11035126"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1" name="Google Shape;801;p66"/>
          <p:cNvSpPr/>
          <p:nvPr/>
        </p:nvSpPr>
        <p:spPr>
          <a:xfrm>
            <a:off x="14427751"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2" name="Google Shape;802;p66"/>
          <p:cNvSpPr/>
          <p:nvPr/>
        </p:nvSpPr>
        <p:spPr>
          <a:xfrm>
            <a:off x="1014076"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3" name="Google Shape;803;p66"/>
          <p:cNvSpPr txBox="1"/>
          <p:nvPr/>
        </p:nvSpPr>
        <p:spPr>
          <a:xfrm>
            <a:off x="1207467"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Monday</a:t>
            </a:r>
            <a:endParaRPr sz="2000">
              <a:solidFill>
                <a:schemeClr val="lt1"/>
              </a:solidFill>
              <a:latin typeface="Avant Garde Demi SFDC"/>
              <a:ea typeface="Avant Garde Demi SFDC"/>
              <a:cs typeface="Avant Garde Demi SFDC"/>
              <a:sym typeface="Avant Garde Demi SFDC"/>
            </a:endParaRPr>
          </a:p>
        </p:txBody>
      </p:sp>
      <p:sp>
        <p:nvSpPr>
          <p:cNvPr id="804" name="Google Shape;804;p66"/>
          <p:cNvSpPr/>
          <p:nvPr/>
        </p:nvSpPr>
        <p:spPr>
          <a:xfrm>
            <a:off x="4406794"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5" name="Google Shape;805;p66"/>
          <p:cNvSpPr txBox="1"/>
          <p:nvPr/>
        </p:nvSpPr>
        <p:spPr>
          <a:xfrm>
            <a:off x="4600185"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Tuesday</a:t>
            </a:r>
            <a:endParaRPr sz="2000">
              <a:solidFill>
                <a:schemeClr val="lt1"/>
              </a:solidFill>
              <a:latin typeface="Avant Garde Demi SFDC"/>
              <a:ea typeface="Avant Garde Demi SFDC"/>
              <a:cs typeface="Avant Garde Demi SFDC"/>
              <a:sym typeface="Avant Garde Demi SFDC"/>
            </a:endParaRPr>
          </a:p>
        </p:txBody>
      </p:sp>
      <p:sp>
        <p:nvSpPr>
          <p:cNvPr id="806" name="Google Shape;806;p66"/>
          <p:cNvSpPr/>
          <p:nvPr/>
        </p:nvSpPr>
        <p:spPr>
          <a:xfrm>
            <a:off x="7799422"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7" name="Google Shape;807;p66"/>
          <p:cNvSpPr txBox="1"/>
          <p:nvPr/>
        </p:nvSpPr>
        <p:spPr>
          <a:xfrm>
            <a:off x="7992813"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Wednesday</a:t>
            </a:r>
            <a:endParaRPr sz="2000">
              <a:solidFill>
                <a:schemeClr val="lt1"/>
              </a:solidFill>
              <a:latin typeface="Avant Garde Demi SFDC"/>
              <a:ea typeface="Avant Garde Demi SFDC"/>
              <a:cs typeface="Avant Garde Demi SFDC"/>
              <a:sym typeface="Avant Garde Demi SFDC"/>
            </a:endParaRPr>
          </a:p>
        </p:txBody>
      </p:sp>
      <p:sp>
        <p:nvSpPr>
          <p:cNvPr id="808" name="Google Shape;808;p66"/>
          <p:cNvSpPr/>
          <p:nvPr/>
        </p:nvSpPr>
        <p:spPr>
          <a:xfrm>
            <a:off x="11192050"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9" name="Google Shape;809;p66"/>
          <p:cNvSpPr txBox="1"/>
          <p:nvPr/>
        </p:nvSpPr>
        <p:spPr>
          <a:xfrm>
            <a:off x="11385441"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Thursday</a:t>
            </a:r>
            <a:endParaRPr sz="2000">
              <a:solidFill>
                <a:schemeClr val="lt1"/>
              </a:solidFill>
              <a:latin typeface="Avant Garde Demi SFDC"/>
              <a:ea typeface="Avant Garde Demi SFDC"/>
              <a:cs typeface="Avant Garde Demi SFDC"/>
              <a:sym typeface="Avant Garde Demi SFDC"/>
            </a:endParaRPr>
          </a:p>
        </p:txBody>
      </p:sp>
      <p:sp>
        <p:nvSpPr>
          <p:cNvPr id="810" name="Google Shape;810;p66"/>
          <p:cNvSpPr/>
          <p:nvPr/>
        </p:nvSpPr>
        <p:spPr>
          <a:xfrm>
            <a:off x="14584677"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11" name="Google Shape;811;p66"/>
          <p:cNvSpPr txBox="1"/>
          <p:nvPr/>
        </p:nvSpPr>
        <p:spPr>
          <a:xfrm>
            <a:off x="14778069"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Friday</a:t>
            </a:r>
            <a:endParaRPr sz="2000">
              <a:solidFill>
                <a:schemeClr val="lt1"/>
              </a:solidFill>
              <a:latin typeface="Avant Garde Demi SFDC"/>
              <a:ea typeface="Avant Garde Demi SFDC"/>
              <a:cs typeface="Avant Garde Demi SFDC"/>
              <a:sym typeface="Avant Garde Demi SFDC"/>
            </a:endParaRPr>
          </a:p>
        </p:txBody>
      </p:sp>
      <p:sp>
        <p:nvSpPr>
          <p:cNvPr id="812" name="Google Shape;812;p66"/>
          <p:cNvSpPr txBox="1"/>
          <p:nvPr>
            <p:ph idx="3" type="title"/>
          </p:nvPr>
        </p:nvSpPr>
        <p:spPr>
          <a:xfrm>
            <a:off x="12076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3" name="Google Shape;813;p66"/>
          <p:cNvSpPr txBox="1"/>
          <p:nvPr>
            <p:ph idx="4" type="title"/>
          </p:nvPr>
        </p:nvSpPr>
        <p:spPr>
          <a:xfrm>
            <a:off x="460027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4" name="Google Shape;814;p66"/>
          <p:cNvSpPr txBox="1"/>
          <p:nvPr>
            <p:ph idx="5" type="title"/>
          </p:nvPr>
        </p:nvSpPr>
        <p:spPr>
          <a:xfrm>
            <a:off x="799290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5" name="Google Shape;815;p66"/>
          <p:cNvSpPr txBox="1"/>
          <p:nvPr>
            <p:ph idx="6" type="title"/>
          </p:nvPr>
        </p:nvSpPr>
        <p:spPr>
          <a:xfrm>
            <a:off x="1138552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6" name="Google Shape;816;p66"/>
          <p:cNvSpPr txBox="1"/>
          <p:nvPr>
            <p:ph idx="7" type="title"/>
          </p:nvPr>
        </p:nvSpPr>
        <p:spPr>
          <a:xfrm>
            <a:off x="147781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pic>
        <p:nvPicPr>
          <p:cNvPr descr="Yellow_single_sparkle.png" id="817" name="Google Shape;817;p66"/>
          <p:cNvPicPr preferRelativeResize="0"/>
          <p:nvPr/>
        </p:nvPicPr>
        <p:blipFill rotWithShape="1">
          <a:blip r:embed="rId3">
            <a:alphaModFix/>
          </a:blip>
          <a:srcRect b="0" l="0" r="0" t="0"/>
          <a:stretch/>
        </p:blipFill>
        <p:spPr>
          <a:xfrm rot="618519">
            <a:off x="17716618" y="8037292"/>
            <a:ext cx="336404" cy="340708"/>
          </a:xfrm>
          <a:prstGeom prst="rect">
            <a:avLst/>
          </a:prstGeom>
          <a:noFill/>
          <a:ln>
            <a:noFill/>
          </a:ln>
        </p:spPr>
      </p:pic>
      <p:pic>
        <p:nvPicPr>
          <p:cNvPr descr="Yellow_single_sparkle.png" id="818" name="Google Shape;818;p66"/>
          <p:cNvPicPr preferRelativeResize="0"/>
          <p:nvPr/>
        </p:nvPicPr>
        <p:blipFill rotWithShape="1">
          <a:blip r:embed="rId3">
            <a:alphaModFix/>
          </a:blip>
          <a:srcRect b="0" l="0" r="0" t="0"/>
          <a:stretch/>
        </p:blipFill>
        <p:spPr>
          <a:xfrm rot="-669029">
            <a:off x="16923044" y="8209249"/>
            <a:ext cx="768236" cy="778064"/>
          </a:xfrm>
          <a:prstGeom prst="rect">
            <a:avLst/>
          </a:prstGeom>
          <a:noFill/>
          <a:ln>
            <a:noFill/>
          </a:ln>
        </p:spPr>
      </p:pic>
      <p:pic>
        <p:nvPicPr>
          <p:cNvPr descr="alt=&quot;&quot;" id="819" name="Google Shape;819;p66"/>
          <p:cNvPicPr preferRelativeResize="0"/>
          <p:nvPr/>
        </p:nvPicPr>
        <p:blipFill rotWithShape="1">
          <a:blip r:embed="rId3">
            <a:alphaModFix/>
          </a:blip>
          <a:srcRect b="0" l="0" r="0" t="0"/>
          <a:stretch/>
        </p:blipFill>
        <p:spPr>
          <a:xfrm rot="-1107206">
            <a:off x="292166" y="2423508"/>
            <a:ext cx="485211" cy="491419"/>
          </a:xfrm>
          <a:prstGeom prst="rect">
            <a:avLst/>
          </a:prstGeom>
          <a:noFill/>
          <a:ln>
            <a:noFill/>
          </a:ln>
        </p:spPr>
      </p:pic>
      <p:pic>
        <p:nvPicPr>
          <p:cNvPr descr="alt=&quot;&quot;" id="820" name="Google Shape;820;p66"/>
          <p:cNvPicPr preferRelativeResize="0"/>
          <p:nvPr/>
        </p:nvPicPr>
        <p:blipFill rotWithShape="1">
          <a:blip r:embed="rId3">
            <a:alphaModFix/>
          </a:blip>
          <a:srcRect b="0" l="0" r="0" t="0"/>
          <a:stretch/>
        </p:blipFill>
        <p:spPr>
          <a:xfrm rot="450588">
            <a:off x="390984" y="3078575"/>
            <a:ext cx="189095" cy="19153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NoC">
  <p:cSld name="TITLE_1_1_1_1_1_1_1_1_1_1_1_1_1_1_1_1_1_1_1_1_1_1_1_1_1_1_1_1_1_1_1_1_1_1_1_1_1_1_1_1_1_1_1_1_1_1_1_1_1_2">
    <p:bg>
      <p:bgPr>
        <a:solidFill>
          <a:srgbClr val="CFE9FE"/>
        </a:solidFill>
      </p:bgPr>
    </p:bg>
    <p:spTree>
      <p:nvGrpSpPr>
        <p:cNvPr id="821" name="Shape 821"/>
        <p:cNvGrpSpPr/>
        <p:nvPr/>
      </p:nvGrpSpPr>
      <p:grpSpPr>
        <a:xfrm>
          <a:off x="0" y="0"/>
          <a:ext cx="0" cy="0"/>
          <a:chOff x="0" y="0"/>
          <a:chExt cx="0" cy="0"/>
        </a:xfrm>
      </p:grpSpPr>
      <p:sp>
        <p:nvSpPr>
          <p:cNvPr id="822" name="Google Shape;822;p67"/>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Notice of confidentiality</a:t>
            </a:r>
            <a:endParaRPr sz="5400">
              <a:solidFill>
                <a:schemeClr val="dk1"/>
              </a:solidFill>
              <a:latin typeface="Avant Garde Demi SFDC"/>
              <a:ea typeface="Avant Garde Demi SFDC"/>
              <a:cs typeface="Avant Garde Demi SFDC"/>
              <a:sym typeface="Avant Garde Demi SFDC"/>
            </a:endParaRPr>
          </a:p>
        </p:txBody>
      </p:sp>
      <p:sp>
        <p:nvSpPr>
          <p:cNvPr id="823" name="Google Shape;823;p67"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pic>
        <p:nvPicPr>
          <p:cNvPr id="824" name="Google Shape;824;p67"/>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25" name="Google Shape;825;p67"/>
          <p:cNvPicPr preferRelativeResize="0"/>
          <p:nvPr/>
        </p:nvPicPr>
        <p:blipFill rotWithShape="1">
          <a:blip r:embed="rId3">
            <a:alphaModFix/>
          </a:blip>
          <a:srcRect b="20754" l="3941" r="72741" t="17734"/>
          <a:stretch/>
        </p:blipFill>
        <p:spPr>
          <a:xfrm>
            <a:off x="1486825" y="3902925"/>
            <a:ext cx="3656673" cy="3786776"/>
          </a:xfrm>
          <a:prstGeom prst="rect">
            <a:avLst/>
          </a:prstGeom>
          <a:noFill/>
          <a:ln>
            <a:noFill/>
          </a:ln>
        </p:spPr>
      </p:pic>
      <p:sp>
        <p:nvSpPr>
          <p:cNvPr id="826" name="Google Shape;826;p67"/>
          <p:cNvSpPr txBox="1"/>
          <p:nvPr/>
        </p:nvSpPr>
        <p:spPr>
          <a:xfrm>
            <a:off x="6118768" y="4068438"/>
            <a:ext cx="9777000" cy="344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4263">
                <a:solidFill>
                  <a:srgbClr val="003366"/>
                </a:solidFill>
                <a:latin typeface="Salesforce Sans"/>
                <a:ea typeface="Salesforce Sans"/>
                <a:cs typeface="Salesforce Sans"/>
                <a:sym typeface="Salesforce Sans"/>
              </a:rPr>
              <a:t>The contents of this presentation are confidential and are intended solely </a:t>
            </a:r>
            <a:br>
              <a:rPr lang="en" sz="4263">
                <a:solidFill>
                  <a:srgbClr val="003366"/>
                </a:solidFill>
                <a:latin typeface="Salesforce Sans"/>
                <a:ea typeface="Salesforce Sans"/>
                <a:cs typeface="Salesforce Sans"/>
                <a:sym typeface="Salesforce Sans"/>
              </a:rPr>
            </a:br>
            <a:r>
              <a:rPr lang="en" sz="4263">
                <a:solidFill>
                  <a:srgbClr val="003366"/>
                </a:solidFill>
                <a:latin typeface="Salesforce Sans"/>
                <a:ea typeface="Salesforce Sans"/>
                <a:cs typeface="Salesforce Sans"/>
                <a:sym typeface="Salesforce Sans"/>
              </a:rPr>
              <a:t>for internal purposes. </a:t>
            </a:r>
            <a:r>
              <a:rPr b="1" lang="en" sz="4263">
                <a:solidFill>
                  <a:srgbClr val="003366"/>
                </a:solidFill>
                <a:latin typeface="Salesforce Sans"/>
                <a:ea typeface="Salesforce Sans"/>
                <a:cs typeface="Salesforce Sans"/>
                <a:sym typeface="Salesforce Sans"/>
              </a:rPr>
              <a:t>The contents </a:t>
            </a:r>
            <a:br>
              <a:rPr b="1" lang="en" sz="4263">
                <a:solidFill>
                  <a:srgbClr val="003366"/>
                </a:solidFill>
                <a:latin typeface="Salesforce Sans"/>
                <a:ea typeface="Salesforce Sans"/>
                <a:cs typeface="Salesforce Sans"/>
                <a:sym typeface="Salesforce Sans"/>
              </a:rPr>
            </a:br>
            <a:r>
              <a:rPr b="1" lang="en" sz="4263">
                <a:solidFill>
                  <a:srgbClr val="003366"/>
                </a:solidFill>
                <a:latin typeface="Salesforce Sans"/>
                <a:ea typeface="Salesforce Sans"/>
                <a:cs typeface="Salesforce Sans"/>
                <a:sym typeface="Salesforce Sans"/>
              </a:rPr>
              <a:t>are shared with you in trust.</a:t>
            </a:r>
            <a:endParaRPr sz="3654">
              <a:solidFill>
                <a:srgbClr val="59575C"/>
              </a:solidFill>
              <a:latin typeface="Salesforce Sans"/>
              <a:ea typeface="Salesforce Sans"/>
              <a:cs typeface="Salesforce Sans"/>
              <a:sym typeface="Salesforce San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Gradient Reverse">
  <p:cSld name="CUSTOM_4">
    <p:bg>
      <p:bgPr>
        <a:gradFill>
          <a:gsLst>
            <a:gs pos="0">
              <a:srgbClr val="90D0FE"/>
            </a:gs>
            <a:gs pos="100000">
              <a:srgbClr val="EAF5FE"/>
            </a:gs>
          </a:gsLst>
          <a:lin ang="5400012" scaled="0"/>
        </a:gradFill>
      </p:bgPr>
    </p:bg>
    <p:spTree>
      <p:nvGrpSpPr>
        <p:cNvPr id="827" name="Shape 827"/>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TITLE_1_4">
    <p:bg>
      <p:bgPr>
        <a:solidFill>
          <a:srgbClr val="CFE9FE"/>
        </a:solidFill>
      </p:bgPr>
    </p:bg>
    <p:spTree>
      <p:nvGrpSpPr>
        <p:cNvPr id="828" name="Shape 828"/>
        <p:cNvGrpSpPr/>
        <p:nvPr/>
      </p:nvGrpSpPr>
      <p:grpSpPr>
        <a:xfrm>
          <a:off x="0" y="0"/>
          <a:ext cx="0" cy="0"/>
          <a:chOff x="0" y="0"/>
          <a:chExt cx="0" cy="0"/>
        </a:xfrm>
      </p:grpSpPr>
      <p:sp>
        <p:nvSpPr>
          <p:cNvPr id="829" name="Google Shape;829;p69"/>
          <p:cNvSpPr txBox="1"/>
          <p:nvPr>
            <p:ph idx="12" type="sldNum"/>
          </p:nvPr>
        </p:nvSpPr>
        <p:spPr>
          <a:xfrm>
            <a:off x="24383999" y="9204037"/>
            <a:ext cx="4267200" cy="660900"/>
          </a:xfrm>
          <a:prstGeom prst="rect">
            <a:avLst/>
          </a:prstGeom>
          <a:noFill/>
          <a:ln>
            <a:noFill/>
          </a:ln>
        </p:spPr>
        <p:txBody>
          <a:bodyPr anchorCtr="0" anchor="ctr" bIns="182825" lIns="182825" spcFirstLastPara="1" rIns="182825" wrap="square" tIns="182825">
            <a:normAutofit/>
          </a:bodyPr>
          <a:lstStyle>
            <a:lvl1pPr indent="0" lvl="0"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1pPr>
            <a:lvl2pPr indent="0" lvl="1"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2pPr>
            <a:lvl3pPr indent="0" lvl="2"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3pPr>
            <a:lvl4pPr indent="0" lvl="3"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4pPr>
            <a:lvl5pPr indent="0" lvl="4"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5pPr>
            <a:lvl6pPr indent="0" lvl="5"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6pPr>
            <a:lvl7pPr indent="0" lvl="6"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7pPr>
            <a:lvl8pPr indent="0" lvl="7"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8pPr>
            <a:lvl9pPr indent="0" lvl="8"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b="0" i="0" u="none" cap="none" strike="noStrik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with Light Stage">
  <p:cSld name="CUSTOM_1_1">
    <p:bg>
      <p:bgPr>
        <a:solidFill>
          <a:srgbClr val="CFE9FE"/>
        </a:solidFill>
      </p:bgPr>
    </p:bg>
    <p:spTree>
      <p:nvGrpSpPr>
        <p:cNvPr id="830" name="Shape 830"/>
        <p:cNvGrpSpPr/>
        <p:nvPr/>
      </p:nvGrpSpPr>
      <p:grpSpPr>
        <a:xfrm>
          <a:off x="0" y="0"/>
          <a:ext cx="0" cy="0"/>
          <a:chOff x="0" y="0"/>
          <a:chExt cx="0" cy="0"/>
        </a:xfrm>
      </p:grpSpPr>
      <p:pic>
        <p:nvPicPr>
          <p:cNvPr id="831" name="Google Shape;831;p70"/>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832" name="Google Shape;832;p70"/>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Aubergine product">
  <p:cSld name="TITLE_1_1_1_1_1_1_1_1_1_1_1_1_1_1_1_1_1_1_1_1_1_1_1_1_1_1_1_1_2_1_1_1_1_1_1_1_1_1">
    <p:bg>
      <p:bgPr>
        <a:solidFill>
          <a:srgbClr val="CFE9FE"/>
        </a:solidFill>
      </p:bgPr>
    </p:bg>
    <p:spTree>
      <p:nvGrpSpPr>
        <p:cNvPr id="833" name="Shape 833"/>
        <p:cNvGrpSpPr/>
        <p:nvPr/>
      </p:nvGrpSpPr>
      <p:grpSpPr>
        <a:xfrm>
          <a:off x="0" y="0"/>
          <a:ext cx="0" cy="0"/>
          <a:chOff x="0" y="0"/>
          <a:chExt cx="0" cy="0"/>
        </a:xfrm>
      </p:grpSpPr>
      <p:pic>
        <p:nvPicPr>
          <p:cNvPr id="834" name="Google Shape;834;p71"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ales Cloud">
  <p:cSld name="TITLE_1_1_1_1_1_1_1_1_1_1_1_1_1_1_1_1_1_1_1_1_1_1_1_1_1_1_1_1_2_1_1">
    <p:bg>
      <p:bgPr>
        <a:solidFill>
          <a:srgbClr val="CFE9FE"/>
        </a:solidFill>
      </p:bgPr>
    </p:bg>
    <p:spTree>
      <p:nvGrpSpPr>
        <p:cNvPr id="835" name="Shape 835"/>
        <p:cNvGrpSpPr/>
        <p:nvPr/>
      </p:nvGrpSpPr>
      <p:grpSpPr>
        <a:xfrm>
          <a:off x="0" y="0"/>
          <a:ext cx="0" cy="0"/>
          <a:chOff x="0" y="0"/>
          <a:chExt cx="0" cy="0"/>
        </a:xfrm>
      </p:grpSpPr>
      <p:pic>
        <p:nvPicPr>
          <p:cNvPr id="836" name="Google Shape;836;p72"/>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37" name="Google Shape;837;p72" title="DF Slides for conversion_1920x1080 (6).001.jpeg"/>
          <p:cNvPicPr preferRelativeResize="0"/>
          <p:nvPr/>
        </p:nvPicPr>
        <p:blipFill rotWithShape="1">
          <a:blip r:embed="rId3">
            <a:alphaModFix/>
          </a:blip>
          <a:srcRect b="0" l="110" r="110" t="0"/>
          <a:stretch/>
        </p:blipFill>
        <p:spPr>
          <a:xfrm>
            <a:off x="-45350" y="-45346"/>
            <a:ext cx="18368626" cy="10355024"/>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ervice">
  <p:cSld name="TITLE_1_1_1_1_1_1_1_1_1_1_1_1_1_1_1_1_1_1_1_1_1_1_1_1_1_1_1_1_2_1_1_1">
    <p:bg>
      <p:bgPr>
        <a:solidFill>
          <a:srgbClr val="CFE9FE"/>
        </a:solidFill>
      </p:bgPr>
    </p:bg>
    <p:spTree>
      <p:nvGrpSpPr>
        <p:cNvPr id="838" name="Shape 838"/>
        <p:cNvGrpSpPr/>
        <p:nvPr/>
      </p:nvGrpSpPr>
      <p:grpSpPr>
        <a:xfrm>
          <a:off x="0" y="0"/>
          <a:ext cx="0" cy="0"/>
          <a:chOff x="0" y="0"/>
          <a:chExt cx="0" cy="0"/>
        </a:xfrm>
      </p:grpSpPr>
      <p:pic>
        <p:nvPicPr>
          <p:cNvPr id="839" name="Google Shape;839;p7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40" name="Google Shape;840;p73" title="DF Slides for conversion_1920x1080 (6).002.jpeg"/>
          <p:cNvPicPr preferRelativeResize="0"/>
          <p:nvPr/>
        </p:nvPicPr>
        <p:blipFill rotWithShape="1">
          <a:blip r:embed="rId3">
            <a:alphaModFix/>
          </a:blip>
          <a:srcRect b="626" l="338" r="288" t="0"/>
          <a:stretch/>
        </p:blipFill>
        <p:spPr>
          <a:xfrm>
            <a:off x="0" y="0"/>
            <a:ext cx="18288000" cy="10287000"/>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Electric Blue product">
  <p:cSld name="TITLE_1_1_1_1_1_1_1_1_1_1_1_1_1_1_1_1_1_1_1_1_1_1_1_1_1_1_1_1_2_1_1_1_1_1_1_1_1_2">
    <p:bg>
      <p:bgPr>
        <a:solidFill>
          <a:srgbClr val="CFE9FE"/>
        </a:solidFill>
      </p:bgPr>
    </p:bg>
    <p:spTree>
      <p:nvGrpSpPr>
        <p:cNvPr id="841" name="Shape 841"/>
        <p:cNvGrpSpPr/>
        <p:nvPr/>
      </p:nvGrpSpPr>
      <p:grpSpPr>
        <a:xfrm>
          <a:off x="0" y="0"/>
          <a:ext cx="0" cy="0"/>
          <a:chOff x="0" y="0"/>
          <a:chExt cx="0" cy="0"/>
        </a:xfrm>
      </p:grpSpPr>
      <p:pic>
        <p:nvPicPr>
          <p:cNvPr id="842" name="Google Shape;842;p74"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Marketing">
  <p:cSld name="TITLE_1_1_1_1_1_1_1_1_1_1_1_1_1_1_1_1_1_1_1_1_1_1_1_1_1_1_1_1_2_1_1_1_1">
    <p:bg>
      <p:bgPr>
        <a:solidFill>
          <a:srgbClr val="CFE9FE"/>
        </a:solidFill>
      </p:bgPr>
    </p:bg>
    <p:spTree>
      <p:nvGrpSpPr>
        <p:cNvPr id="843" name="Shape 843"/>
        <p:cNvGrpSpPr/>
        <p:nvPr/>
      </p:nvGrpSpPr>
      <p:grpSpPr>
        <a:xfrm>
          <a:off x="0" y="0"/>
          <a:ext cx="0" cy="0"/>
          <a:chOff x="0" y="0"/>
          <a:chExt cx="0" cy="0"/>
        </a:xfrm>
      </p:grpSpPr>
      <p:pic>
        <p:nvPicPr>
          <p:cNvPr id="844" name="Google Shape;844;p75" title="DF Slides for conversion_1920x1080.001.jpeg"/>
          <p:cNvPicPr preferRelativeResize="0"/>
          <p:nvPr/>
        </p:nvPicPr>
        <p:blipFill rotWithShape="1">
          <a:blip r:embed="rId2">
            <a:alphaModFix/>
          </a:blip>
          <a:srcRect b="0" l="338" r="338" t="0"/>
          <a:stretch/>
        </p:blipFill>
        <p:spPr>
          <a:xfrm>
            <a:off x="-53754" y="-68029"/>
            <a:ext cx="18470952" cy="10461074"/>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Commerce">
  <p:cSld name="TITLE_1_1_1_1_1_1_1_1_1_1_1_1_1_1_1_1_1_1_1_1_1_1_1_1_1_1_1_1_2_1_1_1_1_1">
    <p:bg>
      <p:bgPr>
        <a:solidFill>
          <a:srgbClr val="CFE9FE"/>
        </a:solidFill>
      </p:bgPr>
    </p:bg>
    <p:spTree>
      <p:nvGrpSpPr>
        <p:cNvPr id="845" name="Shape 845"/>
        <p:cNvGrpSpPr/>
        <p:nvPr/>
      </p:nvGrpSpPr>
      <p:grpSpPr>
        <a:xfrm>
          <a:off x="0" y="0"/>
          <a:ext cx="0" cy="0"/>
          <a:chOff x="0" y="0"/>
          <a:chExt cx="0" cy="0"/>
        </a:xfrm>
      </p:grpSpPr>
      <p:pic>
        <p:nvPicPr>
          <p:cNvPr id="846" name="Google Shape;846;p76" title="DF Slides for conversion_1920x1080 (6).004.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Tableau">
  <p:cSld name="TITLE_1_1_1_1_1_1_1_1_1_1_1_1_1_1_1_1_1_1_1_1_1_1_1_1_1_1_1_1_2_1_1_1_1_1_1">
    <p:bg>
      <p:bgPr>
        <a:solidFill>
          <a:srgbClr val="CFE9FE"/>
        </a:solidFill>
      </p:bgPr>
    </p:bg>
    <p:spTree>
      <p:nvGrpSpPr>
        <p:cNvPr id="847" name="Shape 847"/>
        <p:cNvGrpSpPr/>
        <p:nvPr/>
      </p:nvGrpSpPr>
      <p:grpSpPr>
        <a:xfrm>
          <a:off x="0" y="0"/>
          <a:ext cx="0" cy="0"/>
          <a:chOff x="0" y="0"/>
          <a:chExt cx="0" cy="0"/>
        </a:xfrm>
      </p:grpSpPr>
      <p:pic>
        <p:nvPicPr>
          <p:cNvPr id="848" name="Google Shape;848;p77" title="DF Slides for conversion_1920x1080 (6).005.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Purple Data">
  <p:cSld name="TITLE_1_1_1_1_1_1_1_1_1_1_1_1_1_1_1_1_1_1_1_1_1_1_1_1_1_1_1_1_2_1_1_1_1_1_1_1_1_1_1">
    <p:bg>
      <p:bgPr>
        <a:solidFill>
          <a:srgbClr val="CFE9FE"/>
        </a:solidFill>
      </p:bgPr>
    </p:bg>
    <p:spTree>
      <p:nvGrpSpPr>
        <p:cNvPr id="849" name="Shape 849"/>
        <p:cNvGrpSpPr/>
        <p:nvPr/>
      </p:nvGrpSpPr>
      <p:grpSpPr>
        <a:xfrm>
          <a:off x="0" y="0"/>
          <a:ext cx="0" cy="0"/>
          <a:chOff x="0" y="0"/>
          <a:chExt cx="0" cy="0"/>
        </a:xfrm>
      </p:grpSpPr>
      <p:pic>
        <p:nvPicPr>
          <p:cNvPr id="850" name="Google Shape;850;p78"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851" name="Shape 851"/>
        <p:cNvGrpSpPr/>
        <p:nvPr/>
      </p:nvGrpSpPr>
      <p:grpSpPr>
        <a:xfrm>
          <a:off x="0" y="0"/>
          <a:ext cx="0" cy="0"/>
          <a:chOff x="0" y="0"/>
          <a:chExt cx="0" cy="0"/>
        </a:xfrm>
      </p:grpSpPr>
      <p:sp>
        <p:nvSpPr>
          <p:cNvPr id="852" name="Google Shape;852;p79"/>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1">
  <p:cSld name="TITLE_1_1_1_1_1_1_1_1_1_1_1_1_1_1_1_1_1_1_1_1_1_1_1_1_1_1_1_2">
    <p:bg>
      <p:bgPr>
        <a:solidFill>
          <a:srgbClr val="CFE9FE"/>
        </a:solidFill>
      </p:bgPr>
    </p:bg>
    <p:spTree>
      <p:nvGrpSpPr>
        <p:cNvPr id="853" name="Shape 853"/>
        <p:cNvGrpSpPr/>
        <p:nvPr/>
      </p:nvGrpSpPr>
      <p:grpSpPr>
        <a:xfrm>
          <a:off x="0" y="0"/>
          <a:ext cx="0" cy="0"/>
          <a:chOff x="0" y="0"/>
          <a:chExt cx="0" cy="0"/>
        </a:xfrm>
      </p:grpSpPr>
      <p:pic>
        <p:nvPicPr>
          <p:cNvPr id="854" name="Google Shape;854;p8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855" name="Google Shape;855;p80"/>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ayer" showMasterSp="0">
  <p:cSld name="TITLE_AND_BODY_5_1">
    <p:spTree>
      <p:nvGrpSpPr>
        <p:cNvPr id="856" name="Shape 856"/>
        <p:cNvGrpSpPr/>
        <p:nvPr/>
      </p:nvGrpSpPr>
      <p:grpSpPr>
        <a:xfrm>
          <a:off x="0" y="0"/>
          <a:ext cx="0" cy="0"/>
          <a:chOff x="0" y="0"/>
          <a:chExt cx="0" cy="0"/>
        </a:xfrm>
      </p:grpSpPr>
      <p:sp>
        <p:nvSpPr>
          <p:cNvPr id="857" name="Google Shape;857;p81"/>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
        <p:nvSpPr>
          <p:cNvPr id="858" name="Google Shape;858;p81"/>
          <p:cNvSpPr/>
          <p:nvPr/>
        </p:nvSpPr>
        <p:spPr>
          <a:xfrm>
            <a:off x="755165"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59" name="Google Shape;859;p81"/>
          <p:cNvSpPr txBox="1"/>
          <p:nvPr/>
        </p:nvSpPr>
        <p:spPr>
          <a:xfrm>
            <a:off x="869852"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860" name="Google Shape;860;p81"/>
          <p:cNvSpPr txBox="1"/>
          <p:nvPr/>
        </p:nvSpPr>
        <p:spPr>
          <a:xfrm>
            <a:off x="2362728"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861" name="Google Shape;861;p81"/>
          <p:cNvSpPr txBox="1"/>
          <p:nvPr/>
        </p:nvSpPr>
        <p:spPr>
          <a:xfrm>
            <a:off x="888815" y="2036196"/>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862" name="Google Shape;862;p81"/>
          <p:cNvSpPr txBox="1"/>
          <p:nvPr/>
        </p:nvSpPr>
        <p:spPr>
          <a:xfrm>
            <a:off x="3726784"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863" name="Google Shape;863;p81"/>
          <p:cNvSpPr/>
          <p:nvPr/>
        </p:nvSpPr>
        <p:spPr>
          <a:xfrm>
            <a:off x="755165" y="4315542"/>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64" name="Google Shape;864;p81"/>
          <p:cNvSpPr txBox="1"/>
          <p:nvPr/>
        </p:nvSpPr>
        <p:spPr>
          <a:xfrm>
            <a:off x="888815" y="4415742"/>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Provider Network Management</a:t>
            </a:r>
            <a:endParaRPr sz="1600">
              <a:latin typeface="Avant Garde Demi SFDC"/>
              <a:ea typeface="Avant Garde Demi SFDC"/>
              <a:cs typeface="Avant Garde Demi SFDC"/>
              <a:sym typeface="Avant Garde Demi SFDC"/>
            </a:endParaRPr>
          </a:p>
        </p:txBody>
      </p:sp>
      <p:sp>
        <p:nvSpPr>
          <p:cNvPr id="865" name="Google Shape;865;p81"/>
          <p:cNvSpPr txBox="1"/>
          <p:nvPr/>
        </p:nvSpPr>
        <p:spPr>
          <a:xfrm>
            <a:off x="2362728" y="954979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Distribution Channel Management</a:t>
            </a:r>
            <a:endParaRPr sz="1600"/>
          </a:p>
        </p:txBody>
      </p:sp>
      <p:sp>
        <p:nvSpPr>
          <p:cNvPr id="866" name="Google Shape;866;p81"/>
          <p:cNvSpPr txBox="1"/>
          <p:nvPr/>
        </p:nvSpPr>
        <p:spPr>
          <a:xfrm>
            <a:off x="2362728" y="923293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Event Mgmt</a:t>
            </a:r>
            <a:endParaRPr sz="1600"/>
          </a:p>
        </p:txBody>
      </p:sp>
      <p:sp>
        <p:nvSpPr>
          <p:cNvPr id="867" name="Google Shape;867;p81"/>
          <p:cNvSpPr txBox="1"/>
          <p:nvPr/>
        </p:nvSpPr>
        <p:spPr>
          <a:xfrm>
            <a:off x="2362728" y="1936129"/>
            <a:ext cx="830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Brand Mgmt</a:t>
            </a:r>
            <a:endParaRPr sz="1600"/>
          </a:p>
        </p:txBody>
      </p:sp>
      <p:sp>
        <p:nvSpPr>
          <p:cNvPr id="868" name="Google Shape;868;p81"/>
          <p:cNvSpPr txBox="1"/>
          <p:nvPr/>
        </p:nvSpPr>
        <p:spPr>
          <a:xfrm>
            <a:off x="2362728" y="210268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Competitive</a:t>
            </a:r>
            <a:r>
              <a:rPr b="1" i="0" lang="en" sz="900" u="none" cap="none" strike="noStrike">
                <a:solidFill>
                  <a:srgbClr val="066AFE"/>
                </a:solidFill>
                <a:latin typeface="Arial"/>
                <a:ea typeface="Arial"/>
                <a:cs typeface="Arial"/>
                <a:sym typeface="Arial"/>
              </a:rPr>
              <a:t> </a:t>
            </a:r>
            <a:r>
              <a:rPr b="1" i="0" lang="en" sz="900" u="none" cap="none" strike="noStrike">
                <a:solidFill>
                  <a:srgbClr val="066AFE"/>
                </a:solidFill>
                <a:latin typeface="Salesforce Sans"/>
                <a:ea typeface="Salesforce Sans"/>
                <a:cs typeface="Salesforce Sans"/>
                <a:sym typeface="Salesforce Sans"/>
              </a:rPr>
              <a:t>Intelligence</a:t>
            </a:r>
            <a:endParaRPr sz="1600"/>
          </a:p>
        </p:txBody>
      </p:sp>
      <p:sp>
        <p:nvSpPr>
          <p:cNvPr id="869" name="Google Shape;869;p81"/>
          <p:cNvSpPr txBox="1"/>
          <p:nvPr/>
        </p:nvSpPr>
        <p:spPr>
          <a:xfrm>
            <a:off x="2362728" y="4308833"/>
            <a:ext cx="1130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Network Development (Adequacy/ Capacity Plan)</a:t>
            </a:r>
            <a:endParaRPr sz="1600"/>
          </a:p>
        </p:txBody>
      </p:sp>
      <p:sp>
        <p:nvSpPr>
          <p:cNvPr id="870" name="Google Shape;870;p81"/>
          <p:cNvSpPr txBox="1"/>
          <p:nvPr/>
        </p:nvSpPr>
        <p:spPr>
          <a:xfrm>
            <a:off x="2362728" y="522521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Application &amp; Credentialing</a:t>
            </a:r>
            <a:endParaRPr sz="1600"/>
          </a:p>
        </p:txBody>
      </p:sp>
      <p:sp>
        <p:nvSpPr>
          <p:cNvPr id="871" name="Google Shape;871;p81"/>
          <p:cNvSpPr txBox="1"/>
          <p:nvPr/>
        </p:nvSpPr>
        <p:spPr>
          <a:xfrm>
            <a:off x="2362728" y="659808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Relationship Mgmt</a:t>
            </a:r>
            <a:endParaRPr sz="1600"/>
          </a:p>
        </p:txBody>
      </p:sp>
      <p:sp>
        <p:nvSpPr>
          <p:cNvPr id="872" name="Google Shape;872;p81"/>
          <p:cNvSpPr txBox="1"/>
          <p:nvPr/>
        </p:nvSpPr>
        <p:spPr>
          <a:xfrm>
            <a:off x="2362728" y="256778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Product &amp; Benefit Development</a:t>
            </a:r>
            <a:endParaRPr sz="1600"/>
          </a:p>
        </p:txBody>
      </p:sp>
      <p:sp>
        <p:nvSpPr>
          <p:cNvPr id="873" name="Google Shape;873;p81"/>
          <p:cNvSpPr txBox="1"/>
          <p:nvPr/>
        </p:nvSpPr>
        <p:spPr>
          <a:xfrm>
            <a:off x="2362728" y="4913630"/>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Recruitment</a:t>
            </a:r>
            <a:endParaRPr sz="1600"/>
          </a:p>
        </p:txBody>
      </p:sp>
      <p:sp>
        <p:nvSpPr>
          <p:cNvPr id="874" name="Google Shape;874;p81"/>
          <p:cNvSpPr txBox="1"/>
          <p:nvPr/>
        </p:nvSpPr>
        <p:spPr>
          <a:xfrm>
            <a:off x="2362728" y="585481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Fee Schedule Mgmt</a:t>
            </a:r>
            <a:endParaRPr sz="1600"/>
          </a:p>
        </p:txBody>
      </p:sp>
      <p:sp>
        <p:nvSpPr>
          <p:cNvPr id="875" name="Google Shape;875;p81"/>
          <p:cNvSpPr txBox="1"/>
          <p:nvPr/>
        </p:nvSpPr>
        <p:spPr>
          <a:xfrm>
            <a:off x="2362728" y="869945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Campaign  Mgmt</a:t>
            </a:r>
            <a:endParaRPr sz="1600"/>
          </a:p>
        </p:txBody>
      </p:sp>
      <p:sp>
        <p:nvSpPr>
          <p:cNvPr id="876" name="Google Shape;876;p81"/>
          <p:cNvSpPr txBox="1"/>
          <p:nvPr/>
        </p:nvSpPr>
        <p:spPr>
          <a:xfrm>
            <a:off x="2362728" y="779546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Marketing</a:t>
            </a:r>
            <a:endParaRPr sz="1600"/>
          </a:p>
        </p:txBody>
      </p:sp>
      <p:sp>
        <p:nvSpPr>
          <p:cNvPr id="877" name="Google Shape;877;p81"/>
          <p:cNvSpPr txBox="1"/>
          <p:nvPr/>
        </p:nvSpPr>
        <p:spPr>
          <a:xfrm>
            <a:off x="2362728" y="411189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Formulary Mgmt</a:t>
            </a:r>
            <a:endParaRPr sz="1600"/>
          </a:p>
        </p:txBody>
      </p:sp>
      <p:sp>
        <p:nvSpPr>
          <p:cNvPr id="878" name="Google Shape;878;p81"/>
          <p:cNvSpPr txBox="1"/>
          <p:nvPr/>
        </p:nvSpPr>
        <p:spPr>
          <a:xfrm>
            <a:off x="2362728" y="732412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Maintenance &amp; Optimization</a:t>
            </a:r>
            <a:endParaRPr sz="1600"/>
          </a:p>
        </p:txBody>
      </p:sp>
      <p:sp>
        <p:nvSpPr>
          <p:cNvPr id="879" name="Google Shape;879;p81"/>
          <p:cNvSpPr txBox="1"/>
          <p:nvPr/>
        </p:nvSpPr>
        <p:spPr>
          <a:xfrm>
            <a:off x="2362728" y="9062201"/>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Lead Gen</a:t>
            </a:r>
            <a:endParaRPr sz="1600"/>
          </a:p>
        </p:txBody>
      </p:sp>
      <p:sp>
        <p:nvSpPr>
          <p:cNvPr id="880" name="Google Shape;880;p81"/>
          <p:cNvSpPr/>
          <p:nvPr/>
        </p:nvSpPr>
        <p:spPr>
          <a:xfrm>
            <a:off x="755165" y="781966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1" name="Google Shape;881;p81"/>
          <p:cNvSpPr txBox="1"/>
          <p:nvPr/>
        </p:nvSpPr>
        <p:spPr>
          <a:xfrm>
            <a:off x="888815" y="7881761"/>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882" name="Google Shape;882;p81"/>
          <p:cNvSpPr/>
          <p:nvPr/>
        </p:nvSpPr>
        <p:spPr>
          <a:xfrm>
            <a:off x="755165" y="926030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3" name="Google Shape;883;p81"/>
          <p:cNvSpPr txBox="1"/>
          <p:nvPr/>
        </p:nvSpPr>
        <p:spPr>
          <a:xfrm>
            <a:off x="888848" y="9322407"/>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884" name="Google Shape;884;p81"/>
          <p:cNvSpPr/>
          <p:nvPr/>
        </p:nvSpPr>
        <p:spPr>
          <a:xfrm>
            <a:off x="3596345" y="2280568"/>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5" name="Google Shape;885;p81"/>
          <p:cNvSpPr/>
          <p:nvPr/>
        </p:nvSpPr>
        <p:spPr>
          <a:xfrm>
            <a:off x="3596345" y="24344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6" name="Google Shape;886;p81"/>
          <p:cNvSpPr/>
          <p:nvPr/>
        </p:nvSpPr>
        <p:spPr>
          <a:xfrm>
            <a:off x="3596345" y="25883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7" name="Google Shape;887;p81"/>
          <p:cNvSpPr/>
          <p:nvPr/>
        </p:nvSpPr>
        <p:spPr>
          <a:xfrm>
            <a:off x="3596345" y="27422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8" name="Google Shape;888;p81"/>
          <p:cNvSpPr/>
          <p:nvPr/>
        </p:nvSpPr>
        <p:spPr>
          <a:xfrm>
            <a:off x="3596345" y="28961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9" name="Google Shape;889;p81"/>
          <p:cNvSpPr/>
          <p:nvPr/>
        </p:nvSpPr>
        <p:spPr>
          <a:xfrm>
            <a:off x="3596345" y="3049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0" name="Google Shape;890;p81"/>
          <p:cNvSpPr/>
          <p:nvPr/>
        </p:nvSpPr>
        <p:spPr>
          <a:xfrm>
            <a:off x="3596345" y="32038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1" name="Google Shape;891;p81"/>
          <p:cNvSpPr/>
          <p:nvPr/>
        </p:nvSpPr>
        <p:spPr>
          <a:xfrm>
            <a:off x="3596345" y="335775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2" name="Google Shape;892;p81"/>
          <p:cNvSpPr/>
          <p:nvPr/>
        </p:nvSpPr>
        <p:spPr>
          <a:xfrm>
            <a:off x="3596345" y="35116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3" name="Google Shape;893;p81"/>
          <p:cNvSpPr/>
          <p:nvPr/>
        </p:nvSpPr>
        <p:spPr>
          <a:xfrm>
            <a:off x="3596345" y="36655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4" name="Google Shape;894;p81"/>
          <p:cNvSpPr/>
          <p:nvPr/>
        </p:nvSpPr>
        <p:spPr>
          <a:xfrm>
            <a:off x="3596345" y="381940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5" name="Google Shape;895;p81"/>
          <p:cNvSpPr/>
          <p:nvPr/>
        </p:nvSpPr>
        <p:spPr>
          <a:xfrm>
            <a:off x="3596345" y="39732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6" name="Google Shape;896;p81"/>
          <p:cNvSpPr/>
          <p:nvPr/>
        </p:nvSpPr>
        <p:spPr>
          <a:xfrm>
            <a:off x="3596345" y="415693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7" name="Google Shape;897;p81"/>
          <p:cNvSpPr/>
          <p:nvPr/>
        </p:nvSpPr>
        <p:spPr>
          <a:xfrm>
            <a:off x="3596345" y="43354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8" name="Google Shape;898;p81"/>
          <p:cNvSpPr/>
          <p:nvPr/>
        </p:nvSpPr>
        <p:spPr>
          <a:xfrm>
            <a:off x="3596345" y="4478074"/>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9" name="Google Shape;899;p81"/>
          <p:cNvSpPr/>
          <p:nvPr/>
        </p:nvSpPr>
        <p:spPr>
          <a:xfrm>
            <a:off x="3596345" y="462069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0" name="Google Shape;900;p81"/>
          <p:cNvSpPr/>
          <p:nvPr/>
        </p:nvSpPr>
        <p:spPr>
          <a:xfrm>
            <a:off x="3596345" y="4763313"/>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1" name="Google Shape;901;p81"/>
          <p:cNvSpPr/>
          <p:nvPr/>
        </p:nvSpPr>
        <p:spPr>
          <a:xfrm>
            <a:off x="3596345" y="494403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2" name="Google Shape;902;p81"/>
          <p:cNvSpPr/>
          <p:nvPr/>
        </p:nvSpPr>
        <p:spPr>
          <a:xfrm>
            <a:off x="3596345" y="509617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3" name="Google Shape;903;p81"/>
          <p:cNvSpPr/>
          <p:nvPr/>
        </p:nvSpPr>
        <p:spPr>
          <a:xfrm>
            <a:off x="3596345" y="524832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4" name="Google Shape;904;p81"/>
          <p:cNvSpPr/>
          <p:nvPr/>
        </p:nvSpPr>
        <p:spPr>
          <a:xfrm>
            <a:off x="3596345" y="54004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5" name="Google Shape;905;p81"/>
          <p:cNvSpPr/>
          <p:nvPr/>
        </p:nvSpPr>
        <p:spPr>
          <a:xfrm>
            <a:off x="3596345" y="555261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6" name="Google Shape;906;p81"/>
          <p:cNvSpPr/>
          <p:nvPr/>
        </p:nvSpPr>
        <p:spPr>
          <a:xfrm>
            <a:off x="3596345" y="57047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7" name="Google Shape;907;p81"/>
          <p:cNvSpPr/>
          <p:nvPr/>
        </p:nvSpPr>
        <p:spPr>
          <a:xfrm>
            <a:off x="3596345" y="58865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8" name="Google Shape;908;p81"/>
          <p:cNvSpPr/>
          <p:nvPr/>
        </p:nvSpPr>
        <p:spPr>
          <a:xfrm>
            <a:off x="3596345" y="603259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9" name="Google Shape;909;p81"/>
          <p:cNvSpPr/>
          <p:nvPr/>
        </p:nvSpPr>
        <p:spPr>
          <a:xfrm>
            <a:off x="3596345" y="61786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0" name="Google Shape;910;p81"/>
          <p:cNvSpPr/>
          <p:nvPr/>
        </p:nvSpPr>
        <p:spPr>
          <a:xfrm>
            <a:off x="3596345" y="632471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1" name="Google Shape;911;p81"/>
          <p:cNvSpPr/>
          <p:nvPr/>
        </p:nvSpPr>
        <p:spPr>
          <a:xfrm>
            <a:off x="3596345" y="647077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2" name="Google Shape;912;p81"/>
          <p:cNvSpPr/>
          <p:nvPr/>
        </p:nvSpPr>
        <p:spPr>
          <a:xfrm>
            <a:off x="3596345" y="66376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3" name="Google Shape;913;p81"/>
          <p:cNvSpPr/>
          <p:nvPr/>
        </p:nvSpPr>
        <p:spPr>
          <a:xfrm>
            <a:off x="3596345" y="67938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4" name="Google Shape;914;p81"/>
          <p:cNvSpPr/>
          <p:nvPr/>
        </p:nvSpPr>
        <p:spPr>
          <a:xfrm>
            <a:off x="3596345" y="71278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5" name="Google Shape;915;p81"/>
          <p:cNvSpPr/>
          <p:nvPr/>
        </p:nvSpPr>
        <p:spPr>
          <a:xfrm>
            <a:off x="3596345" y="73691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6" name="Google Shape;916;p81"/>
          <p:cNvSpPr/>
          <p:nvPr/>
        </p:nvSpPr>
        <p:spPr>
          <a:xfrm>
            <a:off x="3596345" y="75131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7" name="Google Shape;917;p81"/>
          <p:cNvSpPr/>
          <p:nvPr/>
        </p:nvSpPr>
        <p:spPr>
          <a:xfrm>
            <a:off x="3596345" y="783675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8" name="Google Shape;918;p81"/>
          <p:cNvSpPr/>
          <p:nvPr/>
        </p:nvSpPr>
        <p:spPr>
          <a:xfrm>
            <a:off x="3596345" y="798318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9" name="Google Shape;919;p81"/>
          <p:cNvSpPr/>
          <p:nvPr/>
        </p:nvSpPr>
        <p:spPr>
          <a:xfrm>
            <a:off x="3596345" y="812961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0" name="Google Shape;920;p81"/>
          <p:cNvSpPr/>
          <p:nvPr/>
        </p:nvSpPr>
        <p:spPr>
          <a:xfrm>
            <a:off x="3596345" y="827603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1" name="Google Shape;921;p81"/>
          <p:cNvSpPr/>
          <p:nvPr/>
        </p:nvSpPr>
        <p:spPr>
          <a:xfrm>
            <a:off x="3596345" y="842246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2" name="Google Shape;922;p81"/>
          <p:cNvSpPr/>
          <p:nvPr/>
        </p:nvSpPr>
        <p:spPr>
          <a:xfrm>
            <a:off x="3596345" y="856889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3" name="Google Shape;923;p81"/>
          <p:cNvSpPr/>
          <p:nvPr/>
        </p:nvSpPr>
        <p:spPr>
          <a:xfrm>
            <a:off x="3596345" y="874929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4" name="Google Shape;924;p81"/>
          <p:cNvSpPr/>
          <p:nvPr/>
        </p:nvSpPr>
        <p:spPr>
          <a:xfrm>
            <a:off x="3596345" y="89111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5" name="Google Shape;925;p81"/>
          <p:cNvSpPr/>
          <p:nvPr/>
        </p:nvSpPr>
        <p:spPr>
          <a:xfrm>
            <a:off x="3596345" y="910273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6" name="Google Shape;926;p81"/>
          <p:cNvSpPr/>
          <p:nvPr/>
        </p:nvSpPr>
        <p:spPr>
          <a:xfrm>
            <a:off x="3596345" y="92645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7" name="Google Shape;927;p81"/>
          <p:cNvSpPr/>
          <p:nvPr/>
        </p:nvSpPr>
        <p:spPr>
          <a:xfrm>
            <a:off x="3596345" y="942640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8" name="Google Shape;928;p81"/>
          <p:cNvSpPr/>
          <p:nvPr/>
        </p:nvSpPr>
        <p:spPr>
          <a:xfrm>
            <a:off x="3596345" y="976411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9" name="Google Shape;929;p81"/>
          <p:cNvSpPr/>
          <p:nvPr/>
        </p:nvSpPr>
        <p:spPr>
          <a:xfrm>
            <a:off x="3596345" y="990985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30" name="Google Shape;930;p81"/>
          <p:cNvSpPr/>
          <p:nvPr/>
        </p:nvSpPr>
        <p:spPr>
          <a:xfrm>
            <a:off x="3596345" y="961837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31" name="Google Shape;931;p81"/>
          <p:cNvSpPr txBox="1"/>
          <p:nvPr/>
        </p:nvSpPr>
        <p:spPr>
          <a:xfrm>
            <a:off x="3683498" y="3965866"/>
            <a:ext cx="142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Times"/>
              <a:buNone/>
            </a:pPr>
            <a:r>
              <a:t/>
            </a:r>
            <a:endParaRPr b="0" i="0" sz="900" u="none" cap="none" strike="noStrike">
              <a:solidFill>
                <a:srgbClr val="000000"/>
              </a:solidFill>
              <a:latin typeface="Times"/>
              <a:ea typeface="Times"/>
              <a:cs typeface="Times"/>
              <a:sym typeface="Times"/>
            </a:endParaRPr>
          </a:p>
        </p:txBody>
      </p:sp>
      <p:sp>
        <p:nvSpPr>
          <p:cNvPr id="932" name="Google Shape;932;p81"/>
          <p:cNvSpPr txBox="1"/>
          <p:nvPr/>
        </p:nvSpPr>
        <p:spPr>
          <a:xfrm>
            <a:off x="3749002" y="973192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Territory Planning </a:t>
            </a:r>
            <a:endParaRPr sz="800"/>
          </a:p>
        </p:txBody>
      </p:sp>
      <p:sp>
        <p:nvSpPr>
          <p:cNvPr id="933" name="Google Shape;933;p81"/>
          <p:cNvSpPr txBox="1"/>
          <p:nvPr/>
        </p:nvSpPr>
        <p:spPr>
          <a:xfrm>
            <a:off x="3749002" y="988087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Outreach </a:t>
            </a:r>
            <a:endParaRPr sz="800"/>
          </a:p>
        </p:txBody>
      </p:sp>
      <p:sp>
        <p:nvSpPr>
          <p:cNvPr id="934" name="Google Shape;934;p81"/>
          <p:cNvSpPr txBox="1"/>
          <p:nvPr/>
        </p:nvSpPr>
        <p:spPr>
          <a:xfrm>
            <a:off x="3749002" y="95829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Distribution Channel Management </a:t>
            </a:r>
            <a:endParaRPr sz="800"/>
          </a:p>
        </p:txBody>
      </p:sp>
      <p:sp>
        <p:nvSpPr>
          <p:cNvPr id="935" name="Google Shape;935;p81"/>
          <p:cNvSpPr txBox="1"/>
          <p:nvPr/>
        </p:nvSpPr>
        <p:spPr>
          <a:xfrm>
            <a:off x="3749002" y="939556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Planner </a:t>
            </a:r>
            <a:endParaRPr sz="800"/>
          </a:p>
        </p:txBody>
      </p:sp>
      <p:sp>
        <p:nvSpPr>
          <p:cNvPr id="936" name="Google Shape;936;p81"/>
          <p:cNvSpPr txBox="1"/>
          <p:nvPr/>
        </p:nvSpPr>
        <p:spPr>
          <a:xfrm>
            <a:off x="3749002" y="9233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Outreach Agent </a:t>
            </a:r>
            <a:endParaRPr sz="800"/>
          </a:p>
        </p:txBody>
      </p:sp>
      <p:sp>
        <p:nvSpPr>
          <p:cNvPr id="937" name="Google Shape;937;p81"/>
          <p:cNvSpPr/>
          <p:nvPr/>
        </p:nvSpPr>
        <p:spPr>
          <a:xfrm>
            <a:off x="3596345" y="212668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938" name="Google Shape;938;p81"/>
          <p:cNvSpPr txBox="1"/>
          <p:nvPr/>
        </p:nvSpPr>
        <p:spPr>
          <a:xfrm>
            <a:off x="3749002" y="20937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Intelligence </a:t>
            </a:r>
            <a:endParaRPr sz="800"/>
          </a:p>
        </p:txBody>
      </p:sp>
      <p:sp>
        <p:nvSpPr>
          <p:cNvPr id="939" name="Google Shape;939;p81"/>
          <p:cNvSpPr txBox="1"/>
          <p:nvPr/>
        </p:nvSpPr>
        <p:spPr>
          <a:xfrm>
            <a:off x="3749002" y="22471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Trends &amp; Price Tracking </a:t>
            </a:r>
            <a:endParaRPr sz="800"/>
          </a:p>
        </p:txBody>
      </p:sp>
      <p:sp>
        <p:nvSpPr>
          <p:cNvPr id="940" name="Google Shape;940;p81"/>
          <p:cNvSpPr txBox="1"/>
          <p:nvPr/>
        </p:nvSpPr>
        <p:spPr>
          <a:xfrm>
            <a:off x="3749002" y="240050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Market Gaps </a:t>
            </a:r>
            <a:endParaRPr sz="800"/>
          </a:p>
        </p:txBody>
      </p:sp>
      <p:sp>
        <p:nvSpPr>
          <p:cNvPr id="941" name="Google Shape;941;p81"/>
          <p:cNvSpPr/>
          <p:nvPr/>
        </p:nvSpPr>
        <p:spPr>
          <a:xfrm>
            <a:off x="3596345" y="197280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942" name="Google Shape;942;p81"/>
          <p:cNvSpPr txBox="1"/>
          <p:nvPr/>
        </p:nvSpPr>
        <p:spPr>
          <a:xfrm>
            <a:off x="3749002" y="194033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Brand Builder </a:t>
            </a:r>
            <a:endParaRPr sz="800"/>
          </a:p>
        </p:txBody>
      </p:sp>
      <p:sp>
        <p:nvSpPr>
          <p:cNvPr id="943" name="Google Shape;943;p81"/>
          <p:cNvSpPr txBox="1"/>
          <p:nvPr/>
        </p:nvSpPr>
        <p:spPr>
          <a:xfrm>
            <a:off x="3749002" y="25503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Management </a:t>
            </a:r>
            <a:endParaRPr sz="800"/>
          </a:p>
        </p:txBody>
      </p:sp>
      <p:sp>
        <p:nvSpPr>
          <p:cNvPr id="944" name="Google Shape;944;p81"/>
          <p:cNvSpPr txBox="1"/>
          <p:nvPr/>
        </p:nvSpPr>
        <p:spPr>
          <a:xfrm>
            <a:off x="3749002" y="285746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Details </a:t>
            </a:r>
            <a:endParaRPr sz="800"/>
          </a:p>
        </p:txBody>
      </p:sp>
      <p:sp>
        <p:nvSpPr>
          <p:cNvPr id="945" name="Google Shape;945;p81"/>
          <p:cNvSpPr txBox="1"/>
          <p:nvPr/>
        </p:nvSpPr>
        <p:spPr>
          <a:xfrm>
            <a:off x="3749002" y="301104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Guideline </a:t>
            </a:r>
            <a:endParaRPr sz="800"/>
          </a:p>
        </p:txBody>
      </p:sp>
      <p:sp>
        <p:nvSpPr>
          <p:cNvPr id="946" name="Google Shape;946;p81"/>
          <p:cNvSpPr txBox="1"/>
          <p:nvPr/>
        </p:nvSpPr>
        <p:spPr>
          <a:xfrm>
            <a:off x="3749002" y="270388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Benefit Designer </a:t>
            </a:r>
            <a:endParaRPr sz="800"/>
          </a:p>
        </p:txBody>
      </p:sp>
      <p:sp>
        <p:nvSpPr>
          <p:cNvPr id="947" name="Google Shape;947;p81"/>
          <p:cNvSpPr txBox="1"/>
          <p:nvPr/>
        </p:nvSpPr>
        <p:spPr>
          <a:xfrm>
            <a:off x="3749002" y="3471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Regulatory Adherence </a:t>
            </a:r>
            <a:endParaRPr sz="800"/>
          </a:p>
        </p:txBody>
      </p:sp>
      <p:sp>
        <p:nvSpPr>
          <p:cNvPr id="948" name="Google Shape;948;p81"/>
          <p:cNvSpPr txBox="1"/>
          <p:nvPr/>
        </p:nvSpPr>
        <p:spPr>
          <a:xfrm>
            <a:off x="3749002" y="393252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Lifecycle Management </a:t>
            </a:r>
            <a:endParaRPr sz="800"/>
          </a:p>
        </p:txBody>
      </p:sp>
      <p:sp>
        <p:nvSpPr>
          <p:cNvPr id="949" name="Google Shape;949;p81"/>
          <p:cNvSpPr txBox="1"/>
          <p:nvPr/>
        </p:nvSpPr>
        <p:spPr>
          <a:xfrm>
            <a:off x="3749002" y="430483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Network Demand and Adequacy </a:t>
            </a:r>
            <a:endParaRPr sz="800"/>
          </a:p>
        </p:txBody>
      </p:sp>
      <p:sp>
        <p:nvSpPr>
          <p:cNvPr id="950" name="Google Shape;950;p81"/>
          <p:cNvSpPr txBox="1"/>
          <p:nvPr/>
        </p:nvSpPr>
        <p:spPr>
          <a:xfrm>
            <a:off x="3749002" y="536819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Enrollment Status </a:t>
            </a:r>
            <a:endParaRPr sz="800"/>
          </a:p>
        </p:txBody>
      </p:sp>
      <p:sp>
        <p:nvSpPr>
          <p:cNvPr id="951" name="Google Shape;951;p81"/>
          <p:cNvSpPr txBox="1"/>
          <p:nvPr/>
        </p:nvSpPr>
        <p:spPr>
          <a:xfrm>
            <a:off x="3749002" y="552051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Status </a:t>
            </a:r>
            <a:endParaRPr sz="800"/>
          </a:p>
        </p:txBody>
      </p:sp>
      <p:sp>
        <p:nvSpPr>
          <p:cNvPr id="952" name="Google Shape;952;p81"/>
          <p:cNvSpPr txBox="1"/>
          <p:nvPr/>
        </p:nvSpPr>
        <p:spPr>
          <a:xfrm>
            <a:off x="3749002" y="614716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Dispute </a:t>
            </a:r>
            <a:endParaRPr sz="800"/>
          </a:p>
        </p:txBody>
      </p:sp>
      <p:sp>
        <p:nvSpPr>
          <p:cNvPr id="953" name="Google Shape;953;p81"/>
          <p:cNvSpPr txBox="1"/>
          <p:nvPr/>
        </p:nvSpPr>
        <p:spPr>
          <a:xfrm>
            <a:off x="3749002" y="6293012"/>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Design </a:t>
            </a:r>
            <a:endParaRPr sz="800"/>
          </a:p>
        </p:txBody>
      </p:sp>
      <p:sp>
        <p:nvSpPr>
          <p:cNvPr id="954" name="Google Shape;954;p81"/>
          <p:cNvSpPr txBox="1"/>
          <p:nvPr/>
        </p:nvSpPr>
        <p:spPr>
          <a:xfrm>
            <a:off x="3749002" y="31646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Scoring </a:t>
            </a:r>
            <a:endParaRPr sz="800"/>
          </a:p>
        </p:txBody>
      </p:sp>
      <p:sp>
        <p:nvSpPr>
          <p:cNvPr id="955" name="Google Shape;955;p81"/>
          <p:cNvSpPr txBox="1"/>
          <p:nvPr/>
        </p:nvSpPr>
        <p:spPr>
          <a:xfrm>
            <a:off x="3749002" y="331820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Cross Product Identification </a:t>
            </a:r>
            <a:endParaRPr sz="800"/>
          </a:p>
        </p:txBody>
      </p:sp>
      <p:sp>
        <p:nvSpPr>
          <p:cNvPr id="956" name="Google Shape;956;p81"/>
          <p:cNvSpPr txBox="1"/>
          <p:nvPr/>
        </p:nvSpPr>
        <p:spPr>
          <a:xfrm>
            <a:off x="3749002" y="36253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957" name="Google Shape;957;p81"/>
          <p:cNvSpPr txBox="1"/>
          <p:nvPr/>
        </p:nvSpPr>
        <p:spPr>
          <a:xfrm>
            <a:off x="3749002" y="444595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958" name="Google Shape;958;p81"/>
          <p:cNvSpPr txBox="1"/>
          <p:nvPr/>
        </p:nvSpPr>
        <p:spPr>
          <a:xfrm>
            <a:off x="3749002" y="458708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and Amendments </a:t>
            </a:r>
            <a:endParaRPr sz="800"/>
          </a:p>
        </p:txBody>
      </p:sp>
      <p:sp>
        <p:nvSpPr>
          <p:cNvPr id="959" name="Google Shape;959;p81"/>
          <p:cNvSpPr txBox="1"/>
          <p:nvPr/>
        </p:nvSpPr>
        <p:spPr>
          <a:xfrm>
            <a:off x="3749002" y="472820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Onboard </a:t>
            </a:r>
            <a:endParaRPr sz="800"/>
          </a:p>
        </p:txBody>
      </p:sp>
      <p:sp>
        <p:nvSpPr>
          <p:cNvPr id="960" name="Google Shape;960;p81"/>
          <p:cNvSpPr txBox="1"/>
          <p:nvPr/>
        </p:nvSpPr>
        <p:spPr>
          <a:xfrm>
            <a:off x="3749002" y="491582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Recruitment </a:t>
            </a:r>
            <a:endParaRPr sz="800"/>
          </a:p>
        </p:txBody>
      </p:sp>
      <p:sp>
        <p:nvSpPr>
          <p:cNvPr id="961" name="Google Shape;961;p81"/>
          <p:cNvSpPr txBox="1"/>
          <p:nvPr/>
        </p:nvSpPr>
        <p:spPr>
          <a:xfrm>
            <a:off x="3749002" y="50673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Inquiry </a:t>
            </a:r>
            <a:endParaRPr sz="800"/>
          </a:p>
        </p:txBody>
      </p:sp>
      <p:sp>
        <p:nvSpPr>
          <p:cNvPr id="962" name="Google Shape;962;p81"/>
          <p:cNvSpPr txBox="1"/>
          <p:nvPr/>
        </p:nvSpPr>
        <p:spPr>
          <a:xfrm>
            <a:off x="3749002" y="521586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Processing </a:t>
            </a:r>
            <a:endParaRPr sz="800"/>
          </a:p>
        </p:txBody>
      </p:sp>
      <p:sp>
        <p:nvSpPr>
          <p:cNvPr id="963" name="Google Shape;963;p81"/>
          <p:cNvSpPr txBox="1"/>
          <p:nvPr/>
        </p:nvSpPr>
        <p:spPr>
          <a:xfrm>
            <a:off x="3749002" y="567284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Demographic Update </a:t>
            </a:r>
            <a:endParaRPr sz="800"/>
          </a:p>
        </p:txBody>
      </p:sp>
      <p:sp>
        <p:nvSpPr>
          <p:cNvPr id="964" name="Google Shape;964;p81"/>
          <p:cNvSpPr txBox="1"/>
          <p:nvPr/>
        </p:nvSpPr>
        <p:spPr>
          <a:xfrm>
            <a:off x="3749002" y="600131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Inquiry </a:t>
            </a:r>
            <a:endParaRPr sz="800"/>
          </a:p>
        </p:txBody>
      </p:sp>
      <p:sp>
        <p:nvSpPr>
          <p:cNvPr id="965" name="Google Shape;965;p81"/>
          <p:cNvSpPr txBox="1"/>
          <p:nvPr/>
        </p:nvSpPr>
        <p:spPr>
          <a:xfrm>
            <a:off x="3749002" y="585547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Management </a:t>
            </a:r>
            <a:endParaRPr sz="800"/>
          </a:p>
        </p:txBody>
      </p:sp>
      <p:sp>
        <p:nvSpPr>
          <p:cNvPr id="966" name="Google Shape;966;p81"/>
          <p:cNvSpPr txBox="1"/>
          <p:nvPr/>
        </p:nvSpPr>
        <p:spPr>
          <a:xfrm>
            <a:off x="3749002" y="643886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967" name="Google Shape;967;p81"/>
          <p:cNvSpPr txBox="1"/>
          <p:nvPr/>
        </p:nvSpPr>
        <p:spPr>
          <a:xfrm>
            <a:off x="3749002" y="676161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Referral Intake &amp; Routing</a:t>
            </a:r>
            <a:endParaRPr sz="800"/>
          </a:p>
        </p:txBody>
      </p:sp>
      <p:sp>
        <p:nvSpPr>
          <p:cNvPr id="968" name="Google Shape;968;p81"/>
          <p:cNvSpPr txBox="1"/>
          <p:nvPr/>
        </p:nvSpPr>
        <p:spPr>
          <a:xfrm>
            <a:off x="3749002" y="69264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Submission and Status </a:t>
            </a:r>
            <a:endParaRPr sz="800"/>
          </a:p>
        </p:txBody>
      </p:sp>
      <p:sp>
        <p:nvSpPr>
          <p:cNvPr id="969" name="Google Shape;969;p81"/>
          <p:cNvSpPr txBox="1"/>
          <p:nvPr/>
        </p:nvSpPr>
        <p:spPr>
          <a:xfrm>
            <a:off x="3749002" y="66075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Summary</a:t>
            </a:r>
            <a:endParaRPr sz="800"/>
          </a:p>
        </p:txBody>
      </p:sp>
      <p:sp>
        <p:nvSpPr>
          <p:cNvPr id="970" name="Google Shape;970;p81"/>
          <p:cNvSpPr txBox="1"/>
          <p:nvPr/>
        </p:nvSpPr>
        <p:spPr>
          <a:xfrm>
            <a:off x="3749002" y="377894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Actuarial &amp; Underwriting </a:t>
            </a:r>
            <a:endParaRPr sz="800"/>
          </a:p>
        </p:txBody>
      </p:sp>
      <p:sp>
        <p:nvSpPr>
          <p:cNvPr id="971" name="Google Shape;971;p81"/>
          <p:cNvSpPr txBox="1"/>
          <p:nvPr/>
        </p:nvSpPr>
        <p:spPr>
          <a:xfrm>
            <a:off x="3749002" y="412215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Formulary Management </a:t>
            </a:r>
            <a:endParaRPr sz="800"/>
          </a:p>
        </p:txBody>
      </p:sp>
      <p:sp>
        <p:nvSpPr>
          <p:cNvPr id="972" name="Google Shape;972;p81"/>
          <p:cNvSpPr txBox="1"/>
          <p:nvPr/>
        </p:nvSpPr>
        <p:spPr>
          <a:xfrm>
            <a:off x="3749002" y="709597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Contact Center </a:t>
            </a:r>
            <a:endParaRPr sz="800"/>
          </a:p>
        </p:txBody>
      </p:sp>
      <p:sp>
        <p:nvSpPr>
          <p:cNvPr id="973" name="Google Shape;973;p81"/>
          <p:cNvSpPr txBox="1"/>
          <p:nvPr/>
        </p:nvSpPr>
        <p:spPr>
          <a:xfrm>
            <a:off x="3749002" y="733909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Network Optimization </a:t>
            </a:r>
            <a:endParaRPr sz="800"/>
          </a:p>
        </p:txBody>
      </p:sp>
      <p:sp>
        <p:nvSpPr>
          <p:cNvPr id="974" name="Google Shape;974;p81"/>
          <p:cNvSpPr txBox="1"/>
          <p:nvPr/>
        </p:nvSpPr>
        <p:spPr>
          <a:xfrm>
            <a:off x="3749002" y="781048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Segmentation &amp; Audience Planner </a:t>
            </a:r>
            <a:endParaRPr sz="800"/>
          </a:p>
        </p:txBody>
      </p:sp>
      <p:sp>
        <p:nvSpPr>
          <p:cNvPr id="975" name="Google Shape;975;p81"/>
          <p:cNvSpPr txBox="1"/>
          <p:nvPr/>
        </p:nvSpPr>
        <p:spPr>
          <a:xfrm>
            <a:off x="3749002" y="79558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Personalized Marketing </a:t>
            </a:r>
            <a:endParaRPr sz="800"/>
          </a:p>
        </p:txBody>
      </p:sp>
      <p:sp>
        <p:nvSpPr>
          <p:cNvPr id="976" name="Google Shape;976;p81"/>
          <p:cNvSpPr txBox="1"/>
          <p:nvPr/>
        </p:nvSpPr>
        <p:spPr>
          <a:xfrm>
            <a:off x="3749002" y="810117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Campaign Designer  </a:t>
            </a:r>
            <a:endParaRPr sz="800"/>
          </a:p>
        </p:txBody>
      </p:sp>
      <p:sp>
        <p:nvSpPr>
          <p:cNvPr id="977" name="Google Shape;977;p81"/>
          <p:cNvSpPr txBox="1"/>
          <p:nvPr/>
        </p:nvSpPr>
        <p:spPr>
          <a:xfrm>
            <a:off x="3749002" y="824652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Promotion Agent  </a:t>
            </a:r>
            <a:endParaRPr sz="800"/>
          </a:p>
        </p:txBody>
      </p:sp>
      <p:sp>
        <p:nvSpPr>
          <p:cNvPr id="978" name="Google Shape;978;p81"/>
          <p:cNvSpPr txBox="1"/>
          <p:nvPr/>
        </p:nvSpPr>
        <p:spPr>
          <a:xfrm>
            <a:off x="3749002" y="839186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Dynamic Content Personalizer </a:t>
            </a:r>
            <a:endParaRPr sz="800"/>
          </a:p>
        </p:txBody>
      </p:sp>
      <p:sp>
        <p:nvSpPr>
          <p:cNvPr id="979" name="Google Shape;979;p81"/>
          <p:cNvSpPr txBox="1"/>
          <p:nvPr/>
        </p:nvSpPr>
        <p:spPr>
          <a:xfrm>
            <a:off x="3749002" y="85372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Omnichannel Care Gap Closure Journey</a:t>
            </a:r>
            <a:endParaRPr sz="800"/>
          </a:p>
        </p:txBody>
      </p:sp>
      <p:sp>
        <p:nvSpPr>
          <p:cNvPr id="980" name="Google Shape;980;p81"/>
          <p:cNvSpPr txBox="1"/>
          <p:nvPr/>
        </p:nvSpPr>
        <p:spPr>
          <a:xfrm>
            <a:off x="3749002" y="888048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Health Engagement</a:t>
            </a:r>
            <a:endParaRPr sz="800"/>
          </a:p>
        </p:txBody>
      </p:sp>
      <p:sp>
        <p:nvSpPr>
          <p:cNvPr id="981" name="Google Shape;981;p81"/>
          <p:cNvSpPr txBox="1"/>
          <p:nvPr/>
        </p:nvSpPr>
        <p:spPr>
          <a:xfrm>
            <a:off x="3749002" y="87187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Trigger Outreach</a:t>
            </a:r>
            <a:endParaRPr sz="800"/>
          </a:p>
        </p:txBody>
      </p:sp>
      <p:sp>
        <p:nvSpPr>
          <p:cNvPr id="982" name="Google Shape;982;p81"/>
          <p:cNvSpPr txBox="1"/>
          <p:nvPr/>
        </p:nvSpPr>
        <p:spPr>
          <a:xfrm>
            <a:off x="3749002" y="90720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Lead Generation </a:t>
            </a:r>
            <a:endParaRPr sz="800"/>
          </a:p>
        </p:txBody>
      </p:sp>
      <p:sp>
        <p:nvSpPr>
          <p:cNvPr id="983" name="Google Shape;983;p81"/>
          <p:cNvSpPr txBox="1"/>
          <p:nvPr/>
        </p:nvSpPr>
        <p:spPr>
          <a:xfrm>
            <a:off x="3738826" y="7505262"/>
            <a:ext cx="2857500" cy="12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Roster File Management</a:t>
            </a:r>
            <a:endParaRPr sz="800"/>
          </a:p>
        </p:txBody>
      </p:sp>
      <p:sp>
        <p:nvSpPr>
          <p:cNvPr id="984" name="Google Shape;984;p81"/>
          <p:cNvSpPr/>
          <p:nvPr/>
        </p:nvSpPr>
        <p:spPr>
          <a:xfrm>
            <a:off x="3596345" y="696282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85" name="Google Shape;985;p81"/>
          <p:cNvSpPr/>
          <p:nvPr/>
        </p:nvSpPr>
        <p:spPr>
          <a:xfrm>
            <a:off x="6503449"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86" name="Google Shape;986;p81"/>
          <p:cNvSpPr txBox="1"/>
          <p:nvPr/>
        </p:nvSpPr>
        <p:spPr>
          <a:xfrm>
            <a:off x="6618136"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987" name="Google Shape;987;p81"/>
          <p:cNvSpPr txBox="1"/>
          <p:nvPr/>
        </p:nvSpPr>
        <p:spPr>
          <a:xfrm>
            <a:off x="8111012"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988" name="Google Shape;988;p81"/>
          <p:cNvSpPr txBox="1"/>
          <p:nvPr/>
        </p:nvSpPr>
        <p:spPr>
          <a:xfrm>
            <a:off x="6637099" y="203619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989" name="Google Shape;989;p81"/>
          <p:cNvSpPr txBox="1"/>
          <p:nvPr/>
        </p:nvSpPr>
        <p:spPr>
          <a:xfrm>
            <a:off x="9803826"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990" name="Google Shape;990;p81"/>
          <p:cNvSpPr/>
          <p:nvPr/>
        </p:nvSpPr>
        <p:spPr>
          <a:xfrm>
            <a:off x="6503449" y="383106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1" name="Google Shape;991;p81"/>
          <p:cNvSpPr txBox="1"/>
          <p:nvPr/>
        </p:nvSpPr>
        <p:spPr>
          <a:xfrm>
            <a:off x="6637099" y="3931269"/>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Sales &amp; </a:t>
            </a:r>
            <a:br>
              <a:rPr i="0" lang="en" sz="900" u="none" cap="none" strike="noStrike">
                <a:solidFill>
                  <a:srgbClr val="FFFFFF"/>
                </a:solidFill>
                <a:latin typeface="Avant Garde Demi SFDC"/>
                <a:ea typeface="Avant Garde Demi SFDC"/>
                <a:cs typeface="Avant Garde Demi SFDC"/>
                <a:sym typeface="Avant Garde Demi SFDC"/>
              </a:rPr>
            </a:br>
            <a:r>
              <a:rPr i="0" lang="en" sz="900" u="none" cap="none" strike="noStrike">
                <a:solidFill>
                  <a:srgbClr val="FFFFFF"/>
                </a:solidFill>
                <a:latin typeface="Avant Garde Demi SFDC"/>
                <a:ea typeface="Avant Garde Demi SFDC"/>
                <a:cs typeface="Avant Garde Demi SFDC"/>
                <a:sym typeface="Avant Garde Demi SFDC"/>
              </a:rPr>
              <a:t>Admin</a:t>
            </a:r>
            <a:endParaRPr sz="1600">
              <a:latin typeface="Avant Garde Demi SFDC"/>
              <a:ea typeface="Avant Garde Demi SFDC"/>
              <a:cs typeface="Avant Garde Demi SFDC"/>
              <a:sym typeface="Avant Garde Demi SFDC"/>
            </a:endParaRPr>
          </a:p>
        </p:txBody>
      </p:sp>
      <p:sp>
        <p:nvSpPr>
          <p:cNvPr id="992" name="Google Shape;992;p81"/>
          <p:cNvSpPr txBox="1"/>
          <p:nvPr/>
        </p:nvSpPr>
        <p:spPr>
          <a:xfrm>
            <a:off x="8129601"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Contract Lifecycle Mgmt</a:t>
            </a:r>
            <a:endParaRPr sz="1600"/>
          </a:p>
        </p:txBody>
      </p:sp>
      <p:sp>
        <p:nvSpPr>
          <p:cNvPr id="993" name="Google Shape;993;p81"/>
          <p:cNvSpPr txBox="1"/>
          <p:nvPr/>
        </p:nvSpPr>
        <p:spPr>
          <a:xfrm>
            <a:off x="8124663" y="464310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Census Mgmt</a:t>
            </a:r>
            <a:endParaRPr sz="1600"/>
          </a:p>
        </p:txBody>
      </p:sp>
      <p:sp>
        <p:nvSpPr>
          <p:cNvPr id="994" name="Google Shape;994;p81"/>
          <p:cNvSpPr txBox="1"/>
          <p:nvPr/>
        </p:nvSpPr>
        <p:spPr>
          <a:xfrm>
            <a:off x="8124651" y="2244433"/>
            <a:ext cx="1130100" cy="443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Registration</a:t>
            </a:r>
            <a:br>
              <a:rPr b="1" i="0" lang="en" sz="900" u="none" cap="none" strike="noStrike">
                <a:solidFill>
                  <a:srgbClr val="066AFE"/>
                </a:solidFill>
                <a:latin typeface="Salesforce Sans"/>
                <a:ea typeface="Salesforce Sans"/>
                <a:cs typeface="Salesforce Sans"/>
                <a:sym typeface="Salesforce Sans"/>
              </a:rPr>
            </a:b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Broker Onboarding</a:t>
            </a:r>
            <a:endParaRPr sz="1600"/>
          </a:p>
        </p:txBody>
      </p:sp>
      <p:sp>
        <p:nvSpPr>
          <p:cNvPr id="995" name="Google Shape;995;p81"/>
          <p:cNvSpPr txBox="1"/>
          <p:nvPr/>
        </p:nvSpPr>
        <p:spPr>
          <a:xfrm>
            <a:off x="8124651" y="3815257"/>
            <a:ext cx="771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Frontline Sales</a:t>
            </a:r>
            <a:endParaRPr sz="1600"/>
          </a:p>
        </p:txBody>
      </p:sp>
      <p:sp>
        <p:nvSpPr>
          <p:cNvPr id="996" name="Google Shape;996;p81"/>
          <p:cNvSpPr/>
          <p:nvPr/>
        </p:nvSpPr>
        <p:spPr>
          <a:xfrm>
            <a:off x="6503449" y="603085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7" name="Google Shape;997;p81"/>
          <p:cNvSpPr txBox="1"/>
          <p:nvPr/>
        </p:nvSpPr>
        <p:spPr>
          <a:xfrm>
            <a:off x="6637099" y="619330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Service Excellence</a:t>
            </a:r>
            <a:endParaRPr sz="1600">
              <a:latin typeface="Avant Garde Demi SFDC"/>
              <a:ea typeface="Avant Garde Demi SFDC"/>
              <a:cs typeface="Avant Garde Demi SFDC"/>
              <a:sym typeface="Avant Garde Demi SFDC"/>
            </a:endParaRPr>
          </a:p>
        </p:txBody>
      </p:sp>
      <p:sp>
        <p:nvSpPr>
          <p:cNvPr id="998" name="Google Shape;998;p81"/>
          <p:cNvSpPr/>
          <p:nvPr/>
        </p:nvSpPr>
        <p:spPr>
          <a:xfrm>
            <a:off x="6503449" y="8853568"/>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9" name="Google Shape;999;p81"/>
          <p:cNvSpPr txBox="1"/>
          <p:nvPr/>
        </p:nvSpPr>
        <p:spPr>
          <a:xfrm>
            <a:off x="6637099" y="9016018"/>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1000" name="Google Shape;1000;p81"/>
          <p:cNvSpPr/>
          <p:nvPr/>
        </p:nvSpPr>
        <p:spPr>
          <a:xfrm>
            <a:off x="9649430" y="197280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1" name="Google Shape;1001;p81"/>
          <p:cNvSpPr/>
          <p:nvPr/>
        </p:nvSpPr>
        <p:spPr>
          <a:xfrm>
            <a:off x="9649430" y="210695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2" name="Google Shape;1002;p81"/>
          <p:cNvSpPr/>
          <p:nvPr/>
        </p:nvSpPr>
        <p:spPr>
          <a:xfrm>
            <a:off x="9649430" y="227920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3" name="Google Shape;1003;p81"/>
          <p:cNvSpPr/>
          <p:nvPr/>
        </p:nvSpPr>
        <p:spPr>
          <a:xfrm>
            <a:off x="9649430" y="240814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4" name="Google Shape;1004;p81"/>
          <p:cNvSpPr/>
          <p:nvPr/>
        </p:nvSpPr>
        <p:spPr>
          <a:xfrm>
            <a:off x="9649430" y="25656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5" name="Google Shape;1005;p81"/>
          <p:cNvSpPr/>
          <p:nvPr/>
        </p:nvSpPr>
        <p:spPr>
          <a:xfrm>
            <a:off x="9649430" y="2691857"/>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6" name="Google Shape;1006;p81"/>
          <p:cNvSpPr/>
          <p:nvPr/>
        </p:nvSpPr>
        <p:spPr>
          <a:xfrm>
            <a:off x="9649430" y="294425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7" name="Google Shape;1007;p81"/>
          <p:cNvSpPr/>
          <p:nvPr/>
        </p:nvSpPr>
        <p:spPr>
          <a:xfrm>
            <a:off x="9649430" y="307046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8" name="Google Shape;1008;p81"/>
          <p:cNvSpPr/>
          <p:nvPr/>
        </p:nvSpPr>
        <p:spPr>
          <a:xfrm>
            <a:off x="9649430" y="31966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9" name="Google Shape;1009;p81"/>
          <p:cNvSpPr/>
          <p:nvPr/>
        </p:nvSpPr>
        <p:spPr>
          <a:xfrm>
            <a:off x="9649430" y="34490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0" name="Google Shape;1010;p81"/>
          <p:cNvSpPr/>
          <p:nvPr/>
        </p:nvSpPr>
        <p:spPr>
          <a:xfrm>
            <a:off x="9649430" y="35752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1" name="Google Shape;1011;p81"/>
          <p:cNvSpPr/>
          <p:nvPr/>
        </p:nvSpPr>
        <p:spPr>
          <a:xfrm>
            <a:off x="9649430" y="370146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2" name="Google Shape;1012;p81"/>
          <p:cNvSpPr/>
          <p:nvPr/>
        </p:nvSpPr>
        <p:spPr>
          <a:xfrm>
            <a:off x="9649430" y="3975534"/>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3" name="Google Shape;1013;p81"/>
          <p:cNvSpPr/>
          <p:nvPr/>
        </p:nvSpPr>
        <p:spPr>
          <a:xfrm>
            <a:off x="9649430" y="409078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4" name="Google Shape;1014;p81"/>
          <p:cNvSpPr/>
          <p:nvPr/>
        </p:nvSpPr>
        <p:spPr>
          <a:xfrm>
            <a:off x="9649430" y="420602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5" name="Google Shape;1015;p81"/>
          <p:cNvSpPr/>
          <p:nvPr/>
        </p:nvSpPr>
        <p:spPr>
          <a:xfrm>
            <a:off x="9649430" y="4321275"/>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6" name="Google Shape;1016;p81"/>
          <p:cNvSpPr/>
          <p:nvPr/>
        </p:nvSpPr>
        <p:spPr>
          <a:xfrm>
            <a:off x="9649430" y="4436521"/>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7" name="Google Shape;1017;p81"/>
          <p:cNvSpPr/>
          <p:nvPr/>
        </p:nvSpPr>
        <p:spPr>
          <a:xfrm>
            <a:off x="9649430" y="45517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8" name="Google Shape;1018;p81"/>
          <p:cNvSpPr/>
          <p:nvPr/>
        </p:nvSpPr>
        <p:spPr>
          <a:xfrm>
            <a:off x="9649430" y="468296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9" name="Google Shape;1019;p81"/>
          <p:cNvSpPr/>
          <p:nvPr/>
        </p:nvSpPr>
        <p:spPr>
          <a:xfrm>
            <a:off x="9649430" y="5088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0" name="Google Shape;1020;p81"/>
          <p:cNvSpPr/>
          <p:nvPr/>
        </p:nvSpPr>
        <p:spPr>
          <a:xfrm>
            <a:off x="9649430" y="522495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1" name="Google Shape;1021;p81"/>
          <p:cNvSpPr/>
          <p:nvPr/>
        </p:nvSpPr>
        <p:spPr>
          <a:xfrm>
            <a:off x="9649430" y="542284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2" name="Google Shape;1022;p81"/>
          <p:cNvSpPr/>
          <p:nvPr/>
        </p:nvSpPr>
        <p:spPr>
          <a:xfrm>
            <a:off x="9649430" y="583076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3" name="Google Shape;1023;p81"/>
          <p:cNvSpPr/>
          <p:nvPr/>
        </p:nvSpPr>
        <p:spPr>
          <a:xfrm>
            <a:off x="9649430" y="60254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4" name="Google Shape;1024;p81"/>
          <p:cNvSpPr/>
          <p:nvPr/>
        </p:nvSpPr>
        <p:spPr>
          <a:xfrm>
            <a:off x="9649430" y="6404033"/>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5" name="Google Shape;1025;p81"/>
          <p:cNvSpPr/>
          <p:nvPr/>
        </p:nvSpPr>
        <p:spPr>
          <a:xfrm>
            <a:off x="9649430" y="653023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6" name="Google Shape;1026;p81"/>
          <p:cNvSpPr/>
          <p:nvPr/>
        </p:nvSpPr>
        <p:spPr>
          <a:xfrm>
            <a:off x="9649430" y="665644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7" name="Google Shape;1027;p81"/>
          <p:cNvSpPr/>
          <p:nvPr/>
        </p:nvSpPr>
        <p:spPr>
          <a:xfrm>
            <a:off x="9649430" y="678264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8" name="Google Shape;1028;p81"/>
          <p:cNvSpPr/>
          <p:nvPr/>
        </p:nvSpPr>
        <p:spPr>
          <a:xfrm>
            <a:off x="9649430" y="691838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9" name="Google Shape;1029;p81"/>
          <p:cNvSpPr/>
          <p:nvPr/>
        </p:nvSpPr>
        <p:spPr>
          <a:xfrm>
            <a:off x="9649430" y="704594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0" name="Google Shape;1030;p81"/>
          <p:cNvSpPr/>
          <p:nvPr/>
        </p:nvSpPr>
        <p:spPr>
          <a:xfrm>
            <a:off x="9654083" y="77673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1" name="Google Shape;1031;p81"/>
          <p:cNvSpPr/>
          <p:nvPr/>
        </p:nvSpPr>
        <p:spPr>
          <a:xfrm>
            <a:off x="9649430" y="803407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2" name="Google Shape;1032;p81"/>
          <p:cNvSpPr/>
          <p:nvPr/>
        </p:nvSpPr>
        <p:spPr>
          <a:xfrm>
            <a:off x="9649430" y="81674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3" name="Google Shape;1033;p81"/>
          <p:cNvSpPr/>
          <p:nvPr/>
        </p:nvSpPr>
        <p:spPr>
          <a:xfrm>
            <a:off x="9649430" y="83008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4" name="Google Shape;1034;p81"/>
          <p:cNvSpPr/>
          <p:nvPr/>
        </p:nvSpPr>
        <p:spPr>
          <a:xfrm>
            <a:off x="9649430" y="8701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5" name="Google Shape;1035;p81"/>
          <p:cNvSpPr/>
          <p:nvPr/>
        </p:nvSpPr>
        <p:spPr>
          <a:xfrm>
            <a:off x="9649430" y="886149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6" name="Google Shape;1036;p81"/>
          <p:cNvSpPr/>
          <p:nvPr/>
        </p:nvSpPr>
        <p:spPr>
          <a:xfrm>
            <a:off x="9649430" y="899270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7" name="Google Shape;1037;p81"/>
          <p:cNvSpPr/>
          <p:nvPr/>
        </p:nvSpPr>
        <p:spPr>
          <a:xfrm>
            <a:off x="9649430" y="912391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8" name="Google Shape;1038;p81"/>
          <p:cNvSpPr/>
          <p:nvPr/>
        </p:nvSpPr>
        <p:spPr>
          <a:xfrm>
            <a:off x="9649430" y="925511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9" name="Google Shape;1039;p81"/>
          <p:cNvSpPr/>
          <p:nvPr/>
        </p:nvSpPr>
        <p:spPr>
          <a:xfrm>
            <a:off x="9649430" y="790068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40" name="Google Shape;1040;p81"/>
          <p:cNvSpPr/>
          <p:nvPr/>
        </p:nvSpPr>
        <p:spPr>
          <a:xfrm>
            <a:off x="6503449" y="775103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41" name="Google Shape;1041;p81"/>
          <p:cNvSpPr txBox="1"/>
          <p:nvPr/>
        </p:nvSpPr>
        <p:spPr>
          <a:xfrm>
            <a:off x="6637099" y="785123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Health Management</a:t>
            </a:r>
            <a:endParaRPr sz="1600">
              <a:latin typeface="Avant Garde Demi SFDC"/>
              <a:ea typeface="Avant Garde Demi SFDC"/>
              <a:cs typeface="Avant Garde Demi SFDC"/>
              <a:sym typeface="Avant Garde Demi SFDC"/>
            </a:endParaRPr>
          </a:p>
        </p:txBody>
      </p:sp>
      <p:sp>
        <p:nvSpPr>
          <p:cNvPr id="1042" name="Google Shape;1042;p81"/>
          <p:cNvSpPr txBox="1"/>
          <p:nvPr/>
        </p:nvSpPr>
        <p:spPr>
          <a:xfrm>
            <a:off x="9818761" y="193450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Pipeline </a:t>
            </a:r>
            <a:endParaRPr sz="800"/>
          </a:p>
        </p:txBody>
      </p:sp>
      <p:sp>
        <p:nvSpPr>
          <p:cNvPr id="1043" name="Google Shape;1043;p81"/>
          <p:cNvSpPr txBox="1"/>
          <p:nvPr/>
        </p:nvSpPr>
        <p:spPr>
          <a:xfrm>
            <a:off x="9818751" y="28947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1044" name="Google Shape;1044;p81"/>
          <p:cNvSpPr txBox="1"/>
          <p:nvPr/>
        </p:nvSpPr>
        <p:spPr>
          <a:xfrm>
            <a:off x="9818751" y="353472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Performance and Compliance </a:t>
            </a:r>
            <a:endParaRPr sz="800"/>
          </a:p>
        </p:txBody>
      </p:sp>
      <p:sp>
        <p:nvSpPr>
          <p:cNvPr id="1045" name="Google Shape;1045;p81"/>
          <p:cNvSpPr txBox="1"/>
          <p:nvPr/>
        </p:nvSpPr>
        <p:spPr>
          <a:xfrm>
            <a:off x="9818751" y="366521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Adherence </a:t>
            </a:r>
            <a:endParaRPr sz="800"/>
          </a:p>
        </p:txBody>
      </p:sp>
      <p:sp>
        <p:nvSpPr>
          <p:cNvPr id="1046" name="Google Shape;1046;p81"/>
          <p:cNvSpPr txBox="1"/>
          <p:nvPr/>
        </p:nvSpPr>
        <p:spPr>
          <a:xfrm>
            <a:off x="9818751" y="238254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1047" name="Google Shape;1047;p81"/>
          <p:cNvSpPr txBox="1"/>
          <p:nvPr/>
        </p:nvSpPr>
        <p:spPr>
          <a:xfrm>
            <a:off x="9818751" y="252667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Onboarding </a:t>
            </a:r>
            <a:endParaRPr sz="800"/>
          </a:p>
        </p:txBody>
      </p:sp>
      <p:sp>
        <p:nvSpPr>
          <p:cNvPr id="1048" name="Google Shape;1048;p81"/>
          <p:cNvSpPr txBox="1"/>
          <p:nvPr/>
        </p:nvSpPr>
        <p:spPr>
          <a:xfrm>
            <a:off x="9818751" y="27720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1049" name="Google Shape;1049;p81"/>
          <p:cNvSpPr txBox="1"/>
          <p:nvPr/>
        </p:nvSpPr>
        <p:spPr>
          <a:xfrm>
            <a:off x="9818751" y="314005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Commission Management </a:t>
            </a:r>
            <a:endParaRPr sz="800"/>
          </a:p>
        </p:txBody>
      </p:sp>
      <p:sp>
        <p:nvSpPr>
          <p:cNvPr id="1050" name="Google Shape;1050;p81"/>
          <p:cNvSpPr txBox="1"/>
          <p:nvPr/>
        </p:nvSpPr>
        <p:spPr>
          <a:xfrm>
            <a:off x="9818751" y="34149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Management </a:t>
            </a:r>
            <a:endParaRPr sz="800"/>
          </a:p>
        </p:txBody>
      </p:sp>
      <p:sp>
        <p:nvSpPr>
          <p:cNvPr id="1051" name="Google Shape;1051;p81"/>
          <p:cNvSpPr txBox="1"/>
          <p:nvPr/>
        </p:nvSpPr>
        <p:spPr>
          <a:xfrm>
            <a:off x="9818761" y="207083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1052" name="Google Shape;1052;p81"/>
          <p:cNvSpPr txBox="1"/>
          <p:nvPr/>
        </p:nvSpPr>
        <p:spPr>
          <a:xfrm>
            <a:off x="9818751" y="264935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Coaching </a:t>
            </a:r>
            <a:endParaRPr sz="800"/>
          </a:p>
        </p:txBody>
      </p:sp>
      <p:sp>
        <p:nvSpPr>
          <p:cNvPr id="1053" name="Google Shape;1053;p81"/>
          <p:cNvSpPr txBox="1"/>
          <p:nvPr/>
        </p:nvSpPr>
        <p:spPr>
          <a:xfrm>
            <a:off x="9818751" y="301738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Quoting &amp; Collaboration </a:t>
            </a:r>
            <a:endParaRPr sz="800"/>
          </a:p>
        </p:txBody>
      </p:sp>
      <p:sp>
        <p:nvSpPr>
          <p:cNvPr id="1054" name="Google Shape;1054;p81"/>
          <p:cNvSpPr txBox="1"/>
          <p:nvPr/>
        </p:nvSpPr>
        <p:spPr>
          <a:xfrm>
            <a:off x="9818751" y="326273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Broker Commission </a:t>
            </a:r>
            <a:endParaRPr sz="800"/>
          </a:p>
        </p:txBody>
      </p:sp>
      <p:sp>
        <p:nvSpPr>
          <p:cNvPr id="1055" name="Google Shape;1055;p81"/>
          <p:cNvSpPr txBox="1"/>
          <p:nvPr/>
        </p:nvSpPr>
        <p:spPr>
          <a:xfrm>
            <a:off x="9818751" y="224440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Registration </a:t>
            </a:r>
            <a:endParaRPr sz="800"/>
          </a:p>
        </p:txBody>
      </p:sp>
      <p:sp>
        <p:nvSpPr>
          <p:cNvPr id="1056" name="Google Shape;1056;p81"/>
          <p:cNvSpPr txBox="1"/>
          <p:nvPr/>
        </p:nvSpPr>
        <p:spPr>
          <a:xfrm>
            <a:off x="9818761" y="382002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Submission </a:t>
            </a:r>
            <a:endParaRPr sz="800"/>
          </a:p>
        </p:txBody>
      </p:sp>
      <p:sp>
        <p:nvSpPr>
          <p:cNvPr id="1057" name="Google Shape;1057;p81"/>
          <p:cNvSpPr txBox="1"/>
          <p:nvPr/>
        </p:nvSpPr>
        <p:spPr>
          <a:xfrm>
            <a:off x="9818751" y="393609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Script </a:t>
            </a:r>
            <a:endParaRPr sz="800"/>
          </a:p>
        </p:txBody>
      </p:sp>
      <p:sp>
        <p:nvSpPr>
          <p:cNvPr id="1058" name="Google Shape;1058;p81"/>
          <p:cNvSpPr txBox="1"/>
          <p:nvPr/>
        </p:nvSpPr>
        <p:spPr>
          <a:xfrm>
            <a:off x="9818751" y="40521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1059" name="Google Shape;1059;p81"/>
          <p:cNvSpPr txBox="1"/>
          <p:nvPr/>
        </p:nvSpPr>
        <p:spPr>
          <a:xfrm>
            <a:off x="9818751" y="41682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Pipeline </a:t>
            </a:r>
            <a:endParaRPr sz="800"/>
          </a:p>
        </p:txBody>
      </p:sp>
      <p:sp>
        <p:nvSpPr>
          <p:cNvPr id="1060" name="Google Shape;1060;p81"/>
          <p:cNvSpPr txBox="1"/>
          <p:nvPr/>
        </p:nvSpPr>
        <p:spPr>
          <a:xfrm>
            <a:off x="9818751" y="42843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Strategy </a:t>
            </a:r>
            <a:endParaRPr sz="800"/>
          </a:p>
        </p:txBody>
      </p:sp>
      <p:sp>
        <p:nvSpPr>
          <p:cNvPr id="1061" name="Google Shape;1061;p81"/>
          <p:cNvSpPr txBox="1"/>
          <p:nvPr/>
        </p:nvSpPr>
        <p:spPr>
          <a:xfrm>
            <a:off x="9818751" y="45164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lang="en" sz="800">
                <a:latin typeface="Salesforce Sans"/>
                <a:ea typeface="Salesforce Sans"/>
                <a:cs typeface="Salesforce Sans"/>
                <a:sym typeface="Salesforce Sans"/>
              </a:rPr>
              <a:t>Revenue Quote Management</a:t>
            </a:r>
            <a:endParaRPr sz="800"/>
          </a:p>
        </p:txBody>
      </p:sp>
      <p:sp>
        <p:nvSpPr>
          <p:cNvPr id="1062" name="Google Shape;1062;p81"/>
          <p:cNvSpPr txBox="1"/>
          <p:nvPr/>
        </p:nvSpPr>
        <p:spPr>
          <a:xfrm>
            <a:off x="9818751" y="440040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Renewal </a:t>
            </a:r>
            <a:endParaRPr sz="800"/>
          </a:p>
        </p:txBody>
      </p:sp>
      <p:sp>
        <p:nvSpPr>
          <p:cNvPr id="1063" name="Google Shape;1063;p81"/>
          <p:cNvSpPr txBox="1"/>
          <p:nvPr/>
        </p:nvSpPr>
        <p:spPr>
          <a:xfrm>
            <a:off x="9818751" y="46478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Employer Group Census Management </a:t>
            </a:r>
            <a:endParaRPr sz="800"/>
          </a:p>
        </p:txBody>
      </p:sp>
      <p:sp>
        <p:nvSpPr>
          <p:cNvPr id="1064" name="Google Shape;1064;p81"/>
          <p:cNvSpPr txBox="1"/>
          <p:nvPr/>
        </p:nvSpPr>
        <p:spPr>
          <a:xfrm>
            <a:off x="9818751" y="47810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a:t>
            </a:r>
            <a:endParaRPr sz="800"/>
          </a:p>
        </p:txBody>
      </p:sp>
      <p:sp>
        <p:nvSpPr>
          <p:cNvPr id="1065" name="Google Shape;1065;p81"/>
          <p:cNvSpPr txBox="1"/>
          <p:nvPr/>
        </p:nvSpPr>
        <p:spPr>
          <a:xfrm>
            <a:off x="9818751" y="539450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Insurance Policy Administration </a:t>
            </a:r>
            <a:endParaRPr sz="800"/>
          </a:p>
        </p:txBody>
      </p:sp>
      <p:sp>
        <p:nvSpPr>
          <p:cNvPr id="1066" name="Google Shape;1066;p81"/>
          <p:cNvSpPr txBox="1"/>
          <p:nvPr/>
        </p:nvSpPr>
        <p:spPr>
          <a:xfrm>
            <a:off x="9818751" y="566077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Onboarding </a:t>
            </a:r>
            <a:endParaRPr sz="800"/>
          </a:p>
        </p:txBody>
      </p:sp>
      <p:sp>
        <p:nvSpPr>
          <p:cNvPr id="1067" name="Google Shape;1067;p81"/>
          <p:cNvSpPr txBox="1"/>
          <p:nvPr/>
        </p:nvSpPr>
        <p:spPr>
          <a:xfrm>
            <a:off x="9818751" y="552763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Generation </a:t>
            </a:r>
            <a:endParaRPr sz="800"/>
          </a:p>
        </p:txBody>
      </p:sp>
      <p:sp>
        <p:nvSpPr>
          <p:cNvPr id="1068" name="Google Shape;1068;p81"/>
          <p:cNvSpPr txBox="1"/>
          <p:nvPr/>
        </p:nvSpPr>
        <p:spPr>
          <a:xfrm>
            <a:off x="9818751" y="578894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1069" name="Google Shape;1069;p81"/>
          <p:cNvSpPr txBox="1"/>
          <p:nvPr/>
        </p:nvSpPr>
        <p:spPr>
          <a:xfrm>
            <a:off x="9818751" y="687544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Outreach </a:t>
            </a:r>
            <a:endParaRPr sz="800"/>
          </a:p>
        </p:txBody>
      </p:sp>
      <p:sp>
        <p:nvSpPr>
          <p:cNvPr id="1070" name="Google Shape;1070;p81"/>
          <p:cNvSpPr txBox="1"/>
          <p:nvPr/>
        </p:nvSpPr>
        <p:spPr>
          <a:xfrm>
            <a:off x="9818751" y="700253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Assessment Generation &amp; Auto-population</a:t>
            </a:r>
            <a:endParaRPr sz="800"/>
          </a:p>
        </p:txBody>
      </p:sp>
      <p:sp>
        <p:nvSpPr>
          <p:cNvPr id="1071" name="Google Shape;1071;p81"/>
          <p:cNvSpPr txBox="1"/>
          <p:nvPr/>
        </p:nvSpPr>
        <p:spPr>
          <a:xfrm>
            <a:off x="9818751" y="491414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Assessment </a:t>
            </a:r>
            <a:endParaRPr sz="800"/>
          </a:p>
        </p:txBody>
      </p:sp>
      <p:sp>
        <p:nvSpPr>
          <p:cNvPr id="1072" name="Google Shape;1072;p81"/>
          <p:cNvSpPr txBox="1"/>
          <p:nvPr/>
        </p:nvSpPr>
        <p:spPr>
          <a:xfrm>
            <a:off x="9818751" y="51804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Implementation / Installation </a:t>
            </a:r>
            <a:endParaRPr sz="800"/>
          </a:p>
        </p:txBody>
      </p:sp>
      <p:sp>
        <p:nvSpPr>
          <p:cNvPr id="1073" name="Google Shape;1073;p81"/>
          <p:cNvSpPr txBox="1"/>
          <p:nvPr/>
        </p:nvSpPr>
        <p:spPr>
          <a:xfrm>
            <a:off x="9818751" y="63670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a:t>
            </a:r>
            <a:r>
              <a:rPr lang="en" sz="800">
                <a:latin typeface="Salesforce Sans"/>
                <a:ea typeface="Salesforce Sans"/>
                <a:cs typeface="Salesforce Sans"/>
                <a:sym typeface="Salesforce Sans"/>
              </a:rPr>
              <a:t>Answers</a:t>
            </a:r>
            <a:r>
              <a:rPr b="0" i="0" lang="en" sz="800" u="none" cap="none" strike="noStrike">
                <a:latin typeface="Salesforce Sans"/>
                <a:ea typeface="Salesforce Sans"/>
                <a:cs typeface="Salesforce Sans"/>
                <a:sym typeface="Salesforce Sans"/>
              </a:rPr>
              <a:t> </a:t>
            </a:r>
            <a:endParaRPr sz="800"/>
          </a:p>
        </p:txBody>
      </p:sp>
      <p:sp>
        <p:nvSpPr>
          <p:cNvPr id="1074" name="Google Shape;1074;p81"/>
          <p:cNvSpPr txBox="1"/>
          <p:nvPr/>
        </p:nvSpPr>
        <p:spPr>
          <a:xfrm>
            <a:off x="9818751" y="649416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Upselling Ancillary Services </a:t>
            </a:r>
            <a:endParaRPr sz="800"/>
          </a:p>
        </p:txBody>
      </p:sp>
      <p:sp>
        <p:nvSpPr>
          <p:cNvPr id="1075" name="Google Shape;1075;p81"/>
          <p:cNvSpPr txBox="1"/>
          <p:nvPr/>
        </p:nvSpPr>
        <p:spPr>
          <a:xfrm>
            <a:off x="9818751" y="712962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 Adherence </a:t>
            </a:r>
            <a:endParaRPr sz="800"/>
          </a:p>
        </p:txBody>
      </p:sp>
      <p:sp>
        <p:nvSpPr>
          <p:cNvPr id="1076" name="Google Shape;1076;p81"/>
          <p:cNvSpPr txBox="1"/>
          <p:nvPr/>
        </p:nvSpPr>
        <p:spPr>
          <a:xfrm>
            <a:off x="9818751" y="725672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Auto-matching</a:t>
            </a:r>
            <a:endParaRPr sz="800"/>
          </a:p>
        </p:txBody>
      </p:sp>
      <p:sp>
        <p:nvSpPr>
          <p:cNvPr id="1077" name="Google Shape;1077;p81"/>
          <p:cNvSpPr txBox="1"/>
          <p:nvPr/>
        </p:nvSpPr>
        <p:spPr>
          <a:xfrm>
            <a:off x="9818751" y="737793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Disease Surveillance Case Management</a:t>
            </a:r>
            <a:endParaRPr sz="800"/>
          </a:p>
        </p:txBody>
      </p:sp>
      <p:sp>
        <p:nvSpPr>
          <p:cNvPr id="1078" name="Google Shape;1078;p81"/>
          <p:cNvSpPr txBox="1"/>
          <p:nvPr/>
        </p:nvSpPr>
        <p:spPr>
          <a:xfrm>
            <a:off x="9818751" y="598579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contact center </a:t>
            </a:r>
            <a:endParaRPr sz="800"/>
          </a:p>
        </p:txBody>
      </p:sp>
      <p:sp>
        <p:nvSpPr>
          <p:cNvPr id="1079" name="Google Shape;1079;p81"/>
          <p:cNvSpPr txBox="1"/>
          <p:nvPr/>
        </p:nvSpPr>
        <p:spPr>
          <a:xfrm>
            <a:off x="9818751" y="611288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Appeals &amp; Grievances </a:t>
            </a:r>
            <a:endParaRPr sz="800"/>
          </a:p>
        </p:txBody>
      </p:sp>
      <p:sp>
        <p:nvSpPr>
          <p:cNvPr id="1080" name="Google Shape;1080;p81"/>
          <p:cNvSpPr txBox="1"/>
          <p:nvPr/>
        </p:nvSpPr>
        <p:spPr>
          <a:xfrm>
            <a:off x="9818751" y="62399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Incentive Rewards Management </a:t>
            </a:r>
            <a:endParaRPr sz="800"/>
          </a:p>
        </p:txBody>
      </p:sp>
      <p:sp>
        <p:nvSpPr>
          <p:cNvPr id="1081" name="Google Shape;1081;p81"/>
          <p:cNvSpPr txBox="1"/>
          <p:nvPr/>
        </p:nvSpPr>
        <p:spPr>
          <a:xfrm>
            <a:off x="9818751" y="662125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summary &amp; details</a:t>
            </a:r>
            <a:endParaRPr sz="800"/>
          </a:p>
        </p:txBody>
      </p:sp>
      <p:sp>
        <p:nvSpPr>
          <p:cNvPr id="1082" name="Google Shape;1082;p81"/>
          <p:cNvSpPr txBox="1"/>
          <p:nvPr/>
        </p:nvSpPr>
        <p:spPr>
          <a:xfrm>
            <a:off x="9818751" y="504727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t>
            </a:r>
            <a:endParaRPr sz="800"/>
          </a:p>
        </p:txBody>
      </p:sp>
      <p:sp>
        <p:nvSpPr>
          <p:cNvPr id="1083" name="Google Shape;1083;p81"/>
          <p:cNvSpPr txBox="1"/>
          <p:nvPr/>
        </p:nvSpPr>
        <p:spPr>
          <a:xfrm>
            <a:off x="9818751" y="785998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Planning </a:t>
            </a:r>
            <a:endParaRPr sz="800"/>
          </a:p>
        </p:txBody>
      </p:sp>
      <p:sp>
        <p:nvSpPr>
          <p:cNvPr id="1084" name="Google Shape;1084;p81"/>
          <p:cNvSpPr txBox="1"/>
          <p:nvPr/>
        </p:nvSpPr>
        <p:spPr>
          <a:xfrm>
            <a:off x="9818751" y="79941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Engagement </a:t>
            </a:r>
            <a:endParaRPr sz="800"/>
          </a:p>
        </p:txBody>
      </p:sp>
      <p:sp>
        <p:nvSpPr>
          <p:cNvPr id="1085" name="Google Shape;1085;p81"/>
          <p:cNvSpPr txBox="1"/>
          <p:nvPr/>
        </p:nvSpPr>
        <p:spPr>
          <a:xfrm>
            <a:off x="9818751" y="8128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Intake </a:t>
            </a:r>
            <a:endParaRPr sz="800"/>
          </a:p>
        </p:txBody>
      </p:sp>
      <p:sp>
        <p:nvSpPr>
          <p:cNvPr id="1086" name="Google Shape;1086;p81"/>
          <p:cNvSpPr txBox="1"/>
          <p:nvPr/>
        </p:nvSpPr>
        <p:spPr>
          <a:xfrm>
            <a:off x="9818751" y="82623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Auto Approval </a:t>
            </a:r>
            <a:endParaRPr sz="800"/>
          </a:p>
        </p:txBody>
      </p:sp>
      <p:sp>
        <p:nvSpPr>
          <p:cNvPr id="1087" name="Google Shape;1087;p81"/>
          <p:cNvSpPr txBox="1"/>
          <p:nvPr/>
        </p:nvSpPr>
        <p:spPr>
          <a:xfrm>
            <a:off x="9818751" y="853056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Guidelines </a:t>
            </a:r>
            <a:endParaRPr sz="800"/>
          </a:p>
        </p:txBody>
      </p:sp>
      <p:sp>
        <p:nvSpPr>
          <p:cNvPr id="1088" name="Google Shape;1088;p81"/>
          <p:cNvSpPr txBox="1"/>
          <p:nvPr/>
        </p:nvSpPr>
        <p:spPr>
          <a:xfrm>
            <a:off x="9818751" y="86646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Summary </a:t>
            </a:r>
            <a:endParaRPr sz="800"/>
          </a:p>
        </p:txBody>
      </p:sp>
      <p:sp>
        <p:nvSpPr>
          <p:cNvPr id="1089" name="Google Shape;1089;p81"/>
          <p:cNvSpPr txBox="1"/>
          <p:nvPr/>
        </p:nvSpPr>
        <p:spPr>
          <a:xfrm>
            <a:off x="9818751" y="839644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Clinical Documentation </a:t>
            </a:r>
            <a:endParaRPr sz="800"/>
          </a:p>
        </p:txBody>
      </p:sp>
      <p:sp>
        <p:nvSpPr>
          <p:cNvPr id="1090" name="Google Shape;1090;p81"/>
          <p:cNvSpPr txBox="1"/>
          <p:nvPr/>
        </p:nvSpPr>
        <p:spPr>
          <a:xfrm>
            <a:off x="9818751" y="9084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Engagement </a:t>
            </a:r>
            <a:endParaRPr sz="800"/>
          </a:p>
        </p:txBody>
      </p:sp>
      <p:sp>
        <p:nvSpPr>
          <p:cNvPr id="1091" name="Google Shape;1091;p81"/>
          <p:cNvSpPr txBox="1"/>
          <p:nvPr/>
        </p:nvSpPr>
        <p:spPr>
          <a:xfrm>
            <a:off x="9818751" y="88206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Acquisition Agent </a:t>
            </a:r>
            <a:endParaRPr sz="800"/>
          </a:p>
        </p:txBody>
      </p:sp>
      <p:sp>
        <p:nvSpPr>
          <p:cNvPr id="1092" name="Google Shape;1092;p81"/>
          <p:cNvSpPr txBox="1"/>
          <p:nvPr/>
        </p:nvSpPr>
        <p:spPr>
          <a:xfrm>
            <a:off x="9818751" y="895242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Operations Agent </a:t>
            </a:r>
            <a:endParaRPr sz="800"/>
          </a:p>
        </p:txBody>
      </p:sp>
      <p:sp>
        <p:nvSpPr>
          <p:cNvPr id="1093" name="Google Shape;1093;p81"/>
          <p:cNvSpPr txBox="1"/>
          <p:nvPr/>
        </p:nvSpPr>
        <p:spPr>
          <a:xfrm>
            <a:off x="9818751" y="921601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Staff Scheduling </a:t>
            </a:r>
            <a:endParaRPr sz="800"/>
          </a:p>
        </p:txBody>
      </p:sp>
      <p:sp>
        <p:nvSpPr>
          <p:cNvPr id="1094" name="Google Shape;1094;p81"/>
          <p:cNvSpPr txBox="1"/>
          <p:nvPr/>
        </p:nvSpPr>
        <p:spPr>
          <a:xfrm>
            <a:off x="9818751" y="77258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Transitions of Care</a:t>
            </a:r>
            <a:endParaRPr sz="800"/>
          </a:p>
        </p:txBody>
      </p:sp>
      <p:sp>
        <p:nvSpPr>
          <p:cNvPr id="1095" name="Google Shape;1095;p81"/>
          <p:cNvSpPr txBox="1"/>
          <p:nvPr/>
        </p:nvSpPr>
        <p:spPr>
          <a:xfrm>
            <a:off x="9820090" y="67483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1096" name="Google Shape;1096;p81"/>
          <p:cNvSpPr txBox="1"/>
          <p:nvPr/>
        </p:nvSpPr>
        <p:spPr>
          <a:xfrm>
            <a:off x="8124651" y="3009452"/>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Quoting</a:t>
            </a:r>
            <a:endParaRPr sz="1600"/>
          </a:p>
        </p:txBody>
      </p:sp>
      <p:sp>
        <p:nvSpPr>
          <p:cNvPr id="1097" name="Google Shape;1097;p81"/>
          <p:cNvSpPr/>
          <p:nvPr/>
        </p:nvSpPr>
        <p:spPr>
          <a:xfrm>
            <a:off x="9649430" y="281805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98" name="Google Shape;1098;p81"/>
          <p:cNvSpPr/>
          <p:nvPr/>
        </p:nvSpPr>
        <p:spPr>
          <a:xfrm>
            <a:off x="9649430" y="332286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99" name="Google Shape;1099;p81"/>
          <p:cNvSpPr txBox="1"/>
          <p:nvPr/>
        </p:nvSpPr>
        <p:spPr>
          <a:xfrm>
            <a:off x="8124651" y="3133845"/>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Commissions</a:t>
            </a:r>
            <a:endParaRPr sz="1600"/>
          </a:p>
        </p:txBody>
      </p:sp>
      <p:sp>
        <p:nvSpPr>
          <p:cNvPr id="1100" name="Google Shape;1100;p81"/>
          <p:cNvSpPr txBox="1"/>
          <p:nvPr/>
        </p:nvSpPr>
        <p:spPr>
          <a:xfrm>
            <a:off x="8124651" y="3400789"/>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Relationship Mgmt</a:t>
            </a:r>
            <a:endParaRPr sz="1600"/>
          </a:p>
        </p:txBody>
      </p:sp>
      <p:sp>
        <p:nvSpPr>
          <p:cNvPr id="1101" name="Google Shape;1101;p81"/>
          <p:cNvSpPr txBox="1"/>
          <p:nvPr/>
        </p:nvSpPr>
        <p:spPr>
          <a:xfrm>
            <a:off x="8124663" y="477624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Underwriting</a:t>
            </a:r>
            <a:endParaRPr sz="1600"/>
          </a:p>
        </p:txBody>
      </p:sp>
      <p:sp>
        <p:nvSpPr>
          <p:cNvPr id="1102" name="Google Shape;1102;p81"/>
          <p:cNvSpPr txBox="1"/>
          <p:nvPr/>
        </p:nvSpPr>
        <p:spPr>
          <a:xfrm>
            <a:off x="8124679" y="5039825"/>
            <a:ext cx="1349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Contracting</a:t>
            </a:r>
            <a:endParaRPr sz="1600"/>
          </a:p>
        </p:txBody>
      </p:sp>
      <p:sp>
        <p:nvSpPr>
          <p:cNvPr id="1103" name="Google Shape;1103;p81"/>
          <p:cNvSpPr txBox="1"/>
          <p:nvPr/>
        </p:nvSpPr>
        <p:spPr>
          <a:xfrm>
            <a:off x="8124677" y="5175225"/>
            <a:ext cx="1494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Account/Case Installation</a:t>
            </a:r>
            <a:endParaRPr sz="1600"/>
          </a:p>
        </p:txBody>
      </p:sp>
      <p:sp>
        <p:nvSpPr>
          <p:cNvPr id="1104" name="Google Shape;1104;p81"/>
          <p:cNvSpPr txBox="1"/>
          <p:nvPr/>
        </p:nvSpPr>
        <p:spPr>
          <a:xfrm>
            <a:off x="8124679" y="5394763"/>
            <a:ext cx="130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Administration</a:t>
            </a:r>
            <a:endParaRPr sz="1600"/>
          </a:p>
        </p:txBody>
      </p:sp>
      <p:sp>
        <p:nvSpPr>
          <p:cNvPr id="1105" name="Google Shape;1105;p81"/>
          <p:cNvSpPr txBox="1"/>
          <p:nvPr/>
        </p:nvSpPr>
        <p:spPr>
          <a:xfrm>
            <a:off x="8124663" y="565600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Member Onboarding</a:t>
            </a:r>
            <a:endParaRPr sz="1600"/>
          </a:p>
        </p:txBody>
      </p:sp>
      <p:sp>
        <p:nvSpPr>
          <p:cNvPr id="1106" name="Google Shape;1106;p81"/>
          <p:cNvSpPr txBox="1"/>
          <p:nvPr/>
        </p:nvSpPr>
        <p:spPr>
          <a:xfrm>
            <a:off x="8124663" y="599475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Inquiry Mgmt &amp; Resolution</a:t>
            </a:r>
            <a:endParaRPr sz="1600"/>
          </a:p>
        </p:txBody>
      </p:sp>
      <p:sp>
        <p:nvSpPr>
          <p:cNvPr id="1107" name="Google Shape;1107;p81"/>
          <p:cNvSpPr txBox="1"/>
          <p:nvPr/>
        </p:nvSpPr>
        <p:spPr>
          <a:xfrm>
            <a:off x="8124663" y="635710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Engagement &amp; Education</a:t>
            </a:r>
            <a:endParaRPr sz="1600"/>
          </a:p>
        </p:txBody>
      </p:sp>
      <p:sp>
        <p:nvSpPr>
          <p:cNvPr id="1108" name="Google Shape;1108;p81"/>
          <p:cNvSpPr txBox="1"/>
          <p:nvPr/>
        </p:nvSpPr>
        <p:spPr>
          <a:xfrm>
            <a:off x="8124663" y="659462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Mgmt</a:t>
            </a:r>
            <a:endParaRPr sz="1600"/>
          </a:p>
        </p:txBody>
      </p:sp>
      <p:sp>
        <p:nvSpPr>
          <p:cNvPr id="1109" name="Google Shape;1109;p81"/>
          <p:cNvSpPr txBox="1"/>
          <p:nvPr/>
        </p:nvSpPr>
        <p:spPr>
          <a:xfrm>
            <a:off x="8124663" y="773358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Planning</a:t>
            </a:r>
            <a:endParaRPr sz="1600"/>
          </a:p>
        </p:txBody>
      </p:sp>
      <p:sp>
        <p:nvSpPr>
          <p:cNvPr id="1110" name="Google Shape;1110;p81"/>
          <p:cNvSpPr txBox="1"/>
          <p:nvPr/>
        </p:nvSpPr>
        <p:spPr>
          <a:xfrm>
            <a:off x="8124663" y="8183693"/>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Utilization Management</a:t>
            </a:r>
            <a:endParaRPr sz="1600"/>
          </a:p>
        </p:txBody>
      </p:sp>
      <p:sp>
        <p:nvSpPr>
          <p:cNvPr id="1111" name="Google Shape;1111;p81"/>
          <p:cNvSpPr txBox="1"/>
          <p:nvPr/>
        </p:nvSpPr>
        <p:spPr>
          <a:xfrm>
            <a:off x="8124663" y="881785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Workforce Management</a:t>
            </a:r>
            <a:endParaRPr sz="1600"/>
          </a:p>
        </p:txBody>
      </p:sp>
      <p:sp>
        <p:nvSpPr>
          <p:cNvPr id="1112" name="Google Shape;1112;p81"/>
          <p:cNvSpPr/>
          <p:nvPr/>
        </p:nvSpPr>
        <p:spPr>
          <a:xfrm>
            <a:off x="9649430" y="481513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3" name="Google Shape;1113;p81"/>
          <p:cNvSpPr/>
          <p:nvPr/>
        </p:nvSpPr>
        <p:spPr>
          <a:xfrm>
            <a:off x="9649430" y="495682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4" name="Google Shape;1114;p81"/>
          <p:cNvSpPr/>
          <p:nvPr/>
        </p:nvSpPr>
        <p:spPr>
          <a:xfrm>
            <a:off x="9649430" y="55588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5" name="Google Shape;1115;p81"/>
          <p:cNvSpPr/>
          <p:nvPr/>
        </p:nvSpPr>
        <p:spPr>
          <a:xfrm>
            <a:off x="9649430" y="569479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6" name="Google Shape;1116;p81"/>
          <p:cNvSpPr/>
          <p:nvPr/>
        </p:nvSpPr>
        <p:spPr>
          <a:xfrm>
            <a:off x="9649430" y="615162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7" name="Google Shape;1117;p81"/>
          <p:cNvSpPr/>
          <p:nvPr/>
        </p:nvSpPr>
        <p:spPr>
          <a:xfrm>
            <a:off x="9649430" y="627782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8" name="Google Shape;1118;p81"/>
          <p:cNvSpPr/>
          <p:nvPr/>
        </p:nvSpPr>
        <p:spPr>
          <a:xfrm>
            <a:off x="9649430" y="71639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9" name="Google Shape;1119;p81"/>
          <p:cNvSpPr/>
          <p:nvPr/>
        </p:nvSpPr>
        <p:spPr>
          <a:xfrm>
            <a:off x="9649430" y="7291552"/>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0" name="Google Shape;1120;p81"/>
          <p:cNvSpPr txBox="1"/>
          <p:nvPr/>
        </p:nvSpPr>
        <p:spPr>
          <a:xfrm>
            <a:off x="8129328" y="7377813"/>
            <a:ext cx="1494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Population Health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&amp; Analytics</a:t>
            </a:r>
            <a:endParaRPr sz="1600"/>
          </a:p>
        </p:txBody>
      </p:sp>
      <p:sp>
        <p:nvSpPr>
          <p:cNvPr id="1121" name="Google Shape;1121;p81"/>
          <p:cNvSpPr/>
          <p:nvPr/>
        </p:nvSpPr>
        <p:spPr>
          <a:xfrm>
            <a:off x="9649430" y="741448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2" name="Google Shape;1122;p81"/>
          <p:cNvSpPr/>
          <p:nvPr/>
        </p:nvSpPr>
        <p:spPr>
          <a:xfrm>
            <a:off x="9649430" y="843423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3" name="Google Shape;1123;p81"/>
          <p:cNvSpPr/>
          <p:nvPr/>
        </p:nvSpPr>
        <p:spPr>
          <a:xfrm>
            <a:off x="9649430" y="856762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4" name="Google Shape;1124;p81"/>
          <p:cNvSpPr/>
          <p:nvPr/>
        </p:nvSpPr>
        <p:spPr>
          <a:xfrm>
            <a:off x="12287257"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5" name="Google Shape;1125;p81"/>
          <p:cNvSpPr txBox="1"/>
          <p:nvPr/>
        </p:nvSpPr>
        <p:spPr>
          <a:xfrm>
            <a:off x="12401944"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126" name="Google Shape;1126;p81"/>
          <p:cNvSpPr txBox="1"/>
          <p:nvPr/>
        </p:nvSpPr>
        <p:spPr>
          <a:xfrm>
            <a:off x="13894820"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127" name="Google Shape;1127;p81"/>
          <p:cNvSpPr txBox="1"/>
          <p:nvPr/>
        </p:nvSpPr>
        <p:spPr>
          <a:xfrm>
            <a:off x="12420907" y="2098446"/>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1128" name="Google Shape;1128;p81"/>
          <p:cNvSpPr txBox="1"/>
          <p:nvPr/>
        </p:nvSpPr>
        <p:spPr>
          <a:xfrm>
            <a:off x="15578108"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129" name="Google Shape;1129;p81"/>
          <p:cNvSpPr txBox="1"/>
          <p:nvPr/>
        </p:nvSpPr>
        <p:spPr>
          <a:xfrm>
            <a:off x="13913408"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Enablement</a:t>
            </a:r>
            <a:endParaRPr sz="1600"/>
          </a:p>
        </p:txBody>
      </p:sp>
      <p:sp>
        <p:nvSpPr>
          <p:cNvPr id="1130" name="Google Shape;1130;p81"/>
          <p:cNvSpPr txBox="1"/>
          <p:nvPr/>
        </p:nvSpPr>
        <p:spPr>
          <a:xfrm>
            <a:off x="13908470" y="4352006"/>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Cyber</a:t>
            </a:r>
            <a:endParaRPr sz="1600"/>
          </a:p>
        </p:txBody>
      </p:sp>
      <p:sp>
        <p:nvSpPr>
          <p:cNvPr id="1131" name="Google Shape;1131;p81"/>
          <p:cNvSpPr txBox="1"/>
          <p:nvPr/>
        </p:nvSpPr>
        <p:spPr>
          <a:xfrm>
            <a:off x="13908459" y="2215858"/>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sz="1600"/>
          </a:p>
        </p:txBody>
      </p:sp>
      <p:sp>
        <p:nvSpPr>
          <p:cNvPr id="1132" name="Google Shape;1132;p81"/>
          <p:cNvSpPr txBox="1"/>
          <p:nvPr/>
        </p:nvSpPr>
        <p:spPr>
          <a:xfrm>
            <a:off x="13908459" y="3958132"/>
            <a:ext cx="7716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IT Helpdesk</a:t>
            </a:r>
            <a:endParaRPr sz="1600"/>
          </a:p>
        </p:txBody>
      </p:sp>
      <p:sp>
        <p:nvSpPr>
          <p:cNvPr id="1133" name="Google Shape;1133;p81"/>
          <p:cNvSpPr/>
          <p:nvPr/>
        </p:nvSpPr>
        <p:spPr>
          <a:xfrm>
            <a:off x="15280837" y="198232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4" name="Google Shape;1134;p81"/>
          <p:cNvSpPr/>
          <p:nvPr/>
        </p:nvSpPr>
        <p:spPr>
          <a:xfrm>
            <a:off x="15280837" y="21164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5" name="Google Shape;1135;p81"/>
          <p:cNvSpPr/>
          <p:nvPr/>
        </p:nvSpPr>
        <p:spPr>
          <a:xfrm>
            <a:off x="15280837" y="237088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6" name="Google Shape;1136;p81"/>
          <p:cNvSpPr/>
          <p:nvPr/>
        </p:nvSpPr>
        <p:spPr>
          <a:xfrm>
            <a:off x="15280837" y="24963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7" name="Google Shape;1137;p81"/>
          <p:cNvSpPr/>
          <p:nvPr/>
        </p:nvSpPr>
        <p:spPr>
          <a:xfrm>
            <a:off x="15280837" y="263127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8" name="Google Shape;1138;p81"/>
          <p:cNvSpPr/>
          <p:nvPr/>
        </p:nvSpPr>
        <p:spPr>
          <a:xfrm>
            <a:off x="15280837" y="28757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9" name="Google Shape;1139;p81"/>
          <p:cNvSpPr/>
          <p:nvPr/>
        </p:nvSpPr>
        <p:spPr>
          <a:xfrm>
            <a:off x="15280837" y="29980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0" name="Google Shape;1140;p81"/>
          <p:cNvSpPr/>
          <p:nvPr/>
        </p:nvSpPr>
        <p:spPr>
          <a:xfrm>
            <a:off x="15280837" y="324671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1" name="Google Shape;1141;p81"/>
          <p:cNvSpPr/>
          <p:nvPr/>
        </p:nvSpPr>
        <p:spPr>
          <a:xfrm>
            <a:off x="15280837" y="3507431"/>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2" name="Google Shape;1142;p81"/>
          <p:cNvSpPr/>
          <p:nvPr/>
        </p:nvSpPr>
        <p:spPr>
          <a:xfrm>
            <a:off x="15280837" y="362826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3" name="Google Shape;1143;p81"/>
          <p:cNvSpPr/>
          <p:nvPr/>
        </p:nvSpPr>
        <p:spPr>
          <a:xfrm>
            <a:off x="15280837" y="374909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4" name="Google Shape;1144;p81"/>
          <p:cNvSpPr/>
          <p:nvPr/>
        </p:nvSpPr>
        <p:spPr>
          <a:xfrm>
            <a:off x="15280837" y="399648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5" name="Google Shape;1145;p81"/>
          <p:cNvSpPr/>
          <p:nvPr/>
        </p:nvSpPr>
        <p:spPr>
          <a:xfrm>
            <a:off x="15280837" y="4116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6" name="Google Shape;1146;p81"/>
          <p:cNvSpPr/>
          <p:nvPr/>
        </p:nvSpPr>
        <p:spPr>
          <a:xfrm>
            <a:off x="15280837" y="423657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7" name="Google Shape;1147;p81"/>
          <p:cNvSpPr/>
          <p:nvPr/>
        </p:nvSpPr>
        <p:spPr>
          <a:xfrm>
            <a:off x="15280837" y="477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8" name="Google Shape;1148;p81"/>
          <p:cNvSpPr/>
          <p:nvPr/>
        </p:nvSpPr>
        <p:spPr>
          <a:xfrm>
            <a:off x="15280837" y="514562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9" name="Google Shape;1149;p81"/>
          <p:cNvSpPr/>
          <p:nvPr/>
        </p:nvSpPr>
        <p:spPr>
          <a:xfrm>
            <a:off x="15280837" y="526988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0" name="Google Shape;1150;p81"/>
          <p:cNvSpPr/>
          <p:nvPr/>
        </p:nvSpPr>
        <p:spPr>
          <a:xfrm>
            <a:off x="15280837" y="539415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1" name="Google Shape;1151;p81"/>
          <p:cNvSpPr/>
          <p:nvPr/>
        </p:nvSpPr>
        <p:spPr>
          <a:xfrm>
            <a:off x="15280837" y="651732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2" name="Google Shape;1152;p81"/>
          <p:cNvSpPr/>
          <p:nvPr/>
        </p:nvSpPr>
        <p:spPr>
          <a:xfrm>
            <a:off x="15280837" y="664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3" name="Google Shape;1153;p81"/>
          <p:cNvSpPr/>
          <p:nvPr/>
        </p:nvSpPr>
        <p:spPr>
          <a:xfrm>
            <a:off x="15280837" y="676988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4" name="Google Shape;1154;p81"/>
          <p:cNvSpPr/>
          <p:nvPr/>
        </p:nvSpPr>
        <p:spPr>
          <a:xfrm>
            <a:off x="15280837" y="6896173"/>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5" name="Google Shape;1155;p81"/>
          <p:cNvSpPr/>
          <p:nvPr/>
        </p:nvSpPr>
        <p:spPr>
          <a:xfrm>
            <a:off x="15280837" y="702245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6" name="Google Shape;1156;p81"/>
          <p:cNvSpPr/>
          <p:nvPr/>
        </p:nvSpPr>
        <p:spPr>
          <a:xfrm>
            <a:off x="15280837" y="715816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7" name="Google Shape;1157;p81"/>
          <p:cNvSpPr/>
          <p:nvPr/>
        </p:nvSpPr>
        <p:spPr>
          <a:xfrm>
            <a:off x="15285490" y="76634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8" name="Google Shape;1158;p81"/>
          <p:cNvSpPr txBox="1"/>
          <p:nvPr/>
        </p:nvSpPr>
        <p:spPr>
          <a:xfrm>
            <a:off x="13908459" y="2582340"/>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Attraction</a:t>
            </a:r>
            <a:endParaRPr sz="1600"/>
          </a:p>
        </p:txBody>
      </p:sp>
      <p:sp>
        <p:nvSpPr>
          <p:cNvPr id="1159" name="Google Shape;1159;p81"/>
          <p:cNvSpPr/>
          <p:nvPr/>
        </p:nvSpPr>
        <p:spPr>
          <a:xfrm>
            <a:off x="15280837" y="275352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60" name="Google Shape;1160;p81"/>
          <p:cNvSpPr/>
          <p:nvPr/>
        </p:nvSpPr>
        <p:spPr>
          <a:xfrm>
            <a:off x="15280837" y="336278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61" name="Google Shape;1161;p81"/>
          <p:cNvSpPr txBox="1"/>
          <p:nvPr/>
        </p:nvSpPr>
        <p:spPr>
          <a:xfrm>
            <a:off x="13908459" y="3076695"/>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
            </a:r>
            <a:r>
              <a:rPr b="1" lang="en" sz="900">
                <a:solidFill>
                  <a:srgbClr val="066AFE"/>
                </a:solidFill>
                <a:latin typeface="Salesforce Sans"/>
                <a:ea typeface="Salesforce Sans"/>
                <a:cs typeface="Salesforce Sans"/>
                <a:sym typeface="Salesforce Sans"/>
              </a:rPr>
              <a:t>Mgmt</a:t>
            </a:r>
            <a:r>
              <a:rPr b="1" i="0" lang="en" sz="900" u="none" cap="none" strike="noStrike">
                <a:solidFill>
                  <a:srgbClr val="066AFE"/>
                </a:solidFill>
                <a:latin typeface="Salesforce Sans"/>
                <a:ea typeface="Salesforce Sans"/>
                <a:cs typeface="Salesforce Sans"/>
                <a:sym typeface="Salesforce Sans"/>
              </a:rPr>
              <a:t> &amp; Development</a:t>
            </a:r>
            <a:endParaRPr sz="1600"/>
          </a:p>
        </p:txBody>
      </p:sp>
      <p:sp>
        <p:nvSpPr>
          <p:cNvPr id="1162" name="Google Shape;1162;p81"/>
          <p:cNvSpPr txBox="1"/>
          <p:nvPr/>
        </p:nvSpPr>
        <p:spPr>
          <a:xfrm>
            <a:off x="13908459" y="3483864"/>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Operations</a:t>
            </a:r>
            <a:endParaRPr sz="1600"/>
          </a:p>
        </p:txBody>
      </p:sp>
      <p:sp>
        <p:nvSpPr>
          <p:cNvPr id="1163" name="Google Shape;1163;p81"/>
          <p:cNvSpPr txBox="1"/>
          <p:nvPr/>
        </p:nvSpPr>
        <p:spPr>
          <a:xfrm>
            <a:off x="13908470" y="472620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sz="1600"/>
          </a:p>
        </p:txBody>
      </p:sp>
      <p:sp>
        <p:nvSpPr>
          <p:cNvPr id="1164" name="Google Shape;1164;p81"/>
          <p:cNvSpPr txBox="1"/>
          <p:nvPr/>
        </p:nvSpPr>
        <p:spPr>
          <a:xfrm>
            <a:off x="13908470" y="5104964"/>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Hospital Operations</a:t>
            </a:r>
            <a:endParaRPr sz="1600"/>
          </a:p>
        </p:txBody>
      </p:sp>
      <p:sp>
        <p:nvSpPr>
          <p:cNvPr id="1165" name="Google Shape;1165;p81"/>
          <p:cNvSpPr txBox="1"/>
          <p:nvPr/>
        </p:nvSpPr>
        <p:spPr>
          <a:xfrm>
            <a:off x="13908470" y="5486618"/>
            <a:ext cx="1199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sz="1600"/>
          </a:p>
        </p:txBody>
      </p:sp>
      <p:sp>
        <p:nvSpPr>
          <p:cNvPr id="1166" name="Google Shape;1166;p81"/>
          <p:cNvSpPr txBox="1"/>
          <p:nvPr/>
        </p:nvSpPr>
        <p:spPr>
          <a:xfrm>
            <a:off x="13908470" y="586921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Claims Mgmt</a:t>
            </a:r>
            <a:endParaRPr sz="1600"/>
          </a:p>
        </p:txBody>
      </p:sp>
      <p:sp>
        <p:nvSpPr>
          <p:cNvPr id="1167" name="Google Shape;1167;p81"/>
          <p:cNvSpPr txBox="1"/>
          <p:nvPr/>
        </p:nvSpPr>
        <p:spPr>
          <a:xfrm>
            <a:off x="13908470" y="648828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Billing &amp; Revenue Reconciliation</a:t>
            </a:r>
            <a:endParaRPr sz="1600"/>
          </a:p>
        </p:txBody>
      </p:sp>
      <p:sp>
        <p:nvSpPr>
          <p:cNvPr id="1168" name="Google Shape;1168;p81"/>
          <p:cNvSpPr txBox="1"/>
          <p:nvPr/>
        </p:nvSpPr>
        <p:spPr>
          <a:xfrm>
            <a:off x="13908470" y="711372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sz="1600"/>
          </a:p>
        </p:txBody>
      </p:sp>
      <p:sp>
        <p:nvSpPr>
          <p:cNvPr id="1169" name="Google Shape;1169;p81"/>
          <p:cNvSpPr txBox="1"/>
          <p:nvPr/>
        </p:nvSpPr>
        <p:spPr>
          <a:xfrm>
            <a:off x="13908470" y="749614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Finance Operations</a:t>
            </a:r>
            <a:endParaRPr sz="1600"/>
          </a:p>
        </p:txBody>
      </p:sp>
      <p:sp>
        <p:nvSpPr>
          <p:cNvPr id="1170" name="Google Shape;1170;p81"/>
          <p:cNvSpPr txBox="1"/>
          <p:nvPr/>
        </p:nvSpPr>
        <p:spPr>
          <a:xfrm>
            <a:off x="13908470" y="798907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Treasury</a:t>
            </a:r>
            <a:endParaRPr sz="1600"/>
          </a:p>
        </p:txBody>
      </p:sp>
      <p:sp>
        <p:nvSpPr>
          <p:cNvPr id="1171" name="Google Shape;1171;p81"/>
          <p:cNvSpPr txBox="1"/>
          <p:nvPr/>
        </p:nvSpPr>
        <p:spPr>
          <a:xfrm>
            <a:off x="13908470" y="8517473"/>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Management and Board Reporting Generation</a:t>
            </a:r>
            <a:endParaRPr sz="1600"/>
          </a:p>
        </p:txBody>
      </p:sp>
      <p:sp>
        <p:nvSpPr>
          <p:cNvPr id="1172" name="Google Shape;1172;p81"/>
          <p:cNvSpPr txBox="1"/>
          <p:nvPr/>
        </p:nvSpPr>
        <p:spPr>
          <a:xfrm>
            <a:off x="13908470" y="9025125"/>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 </a:t>
            </a:r>
            <a:endParaRPr sz="1600"/>
          </a:p>
        </p:txBody>
      </p:sp>
      <p:sp>
        <p:nvSpPr>
          <p:cNvPr id="1173" name="Google Shape;1173;p81"/>
          <p:cNvSpPr/>
          <p:nvPr/>
        </p:nvSpPr>
        <p:spPr>
          <a:xfrm>
            <a:off x="15280837" y="55342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4" name="Google Shape;1174;p81"/>
          <p:cNvSpPr/>
          <p:nvPr/>
        </p:nvSpPr>
        <p:spPr>
          <a:xfrm>
            <a:off x="15280837" y="577101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5" name="Google Shape;1175;p81"/>
          <p:cNvSpPr/>
          <p:nvPr/>
        </p:nvSpPr>
        <p:spPr>
          <a:xfrm>
            <a:off x="15280837" y="727620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6" name="Google Shape;1176;p81"/>
          <p:cNvSpPr/>
          <p:nvPr/>
        </p:nvSpPr>
        <p:spPr>
          <a:xfrm>
            <a:off x="15280837" y="739424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7" name="Google Shape;1177;p81"/>
          <p:cNvSpPr txBox="1"/>
          <p:nvPr/>
        </p:nvSpPr>
        <p:spPr>
          <a:xfrm>
            <a:off x="13913125" y="825036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Tax And Compliance</a:t>
            </a:r>
            <a:endParaRPr sz="1600"/>
          </a:p>
        </p:txBody>
      </p:sp>
      <p:sp>
        <p:nvSpPr>
          <p:cNvPr id="1178" name="Google Shape;1178;p81"/>
          <p:cNvSpPr/>
          <p:nvPr/>
        </p:nvSpPr>
        <p:spPr>
          <a:xfrm>
            <a:off x="15280837" y="856454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9" name="Google Shape;1179;p81"/>
          <p:cNvSpPr txBox="1"/>
          <p:nvPr/>
        </p:nvSpPr>
        <p:spPr>
          <a:xfrm>
            <a:off x="15455001" y="194870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Workflow Digitization </a:t>
            </a:r>
            <a:endParaRPr sz="800"/>
          </a:p>
        </p:txBody>
      </p:sp>
      <p:sp>
        <p:nvSpPr>
          <p:cNvPr id="1180" name="Google Shape;1180;p81"/>
          <p:cNvSpPr txBox="1"/>
          <p:nvPr/>
        </p:nvSpPr>
        <p:spPr>
          <a:xfrm>
            <a:off x="15455001" y="221841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Of Future And Skills Assessment </a:t>
            </a:r>
            <a:endParaRPr sz="800"/>
          </a:p>
        </p:txBody>
      </p:sp>
      <p:sp>
        <p:nvSpPr>
          <p:cNvPr id="1181" name="Google Shape;1181;p81"/>
          <p:cNvSpPr txBox="1"/>
          <p:nvPr/>
        </p:nvSpPr>
        <p:spPr>
          <a:xfrm>
            <a:off x="15455001" y="20787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SOP And Record Management  </a:t>
            </a:r>
            <a:endParaRPr sz="800"/>
          </a:p>
        </p:txBody>
      </p:sp>
      <p:sp>
        <p:nvSpPr>
          <p:cNvPr id="1182" name="Google Shape;1182;p81"/>
          <p:cNvSpPr txBox="1"/>
          <p:nvPr/>
        </p:nvSpPr>
        <p:spPr>
          <a:xfrm>
            <a:off x="15455001" y="233898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Planning  </a:t>
            </a:r>
            <a:endParaRPr sz="800"/>
          </a:p>
        </p:txBody>
      </p:sp>
      <p:sp>
        <p:nvSpPr>
          <p:cNvPr id="1183" name="Google Shape;1183;p81"/>
          <p:cNvSpPr txBox="1"/>
          <p:nvPr/>
        </p:nvSpPr>
        <p:spPr>
          <a:xfrm>
            <a:off x="15455001" y="321154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Content Design &amp; Delivery </a:t>
            </a:r>
            <a:endParaRPr sz="800"/>
          </a:p>
        </p:txBody>
      </p:sp>
      <p:sp>
        <p:nvSpPr>
          <p:cNvPr id="1184" name="Google Shape;1184;p81"/>
          <p:cNvSpPr txBox="1"/>
          <p:nvPr/>
        </p:nvSpPr>
        <p:spPr>
          <a:xfrm>
            <a:off x="15455001" y="3332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t>
            </a:r>
            <a:endParaRPr sz="800"/>
          </a:p>
        </p:txBody>
      </p:sp>
      <p:sp>
        <p:nvSpPr>
          <p:cNvPr id="1185" name="Google Shape;1185;p81"/>
          <p:cNvSpPr txBox="1"/>
          <p:nvPr/>
        </p:nvSpPr>
        <p:spPr>
          <a:xfrm>
            <a:off x="15455001" y="24595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People Measurement &amp; Reporting </a:t>
            </a:r>
            <a:endParaRPr sz="800"/>
          </a:p>
        </p:txBody>
      </p:sp>
      <p:sp>
        <p:nvSpPr>
          <p:cNvPr id="1186" name="Google Shape;1186;p81"/>
          <p:cNvSpPr txBox="1"/>
          <p:nvPr/>
        </p:nvSpPr>
        <p:spPr>
          <a:xfrm>
            <a:off x="15455001" y="25991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Sourcing Strategy Development </a:t>
            </a:r>
            <a:endParaRPr sz="800"/>
          </a:p>
        </p:txBody>
      </p:sp>
      <p:sp>
        <p:nvSpPr>
          <p:cNvPr id="1187" name="Google Shape;1187;p81"/>
          <p:cNvSpPr txBox="1"/>
          <p:nvPr/>
        </p:nvSpPr>
        <p:spPr>
          <a:xfrm>
            <a:off x="15455001" y="271974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Outreach </a:t>
            </a:r>
            <a:endParaRPr sz="800"/>
          </a:p>
        </p:txBody>
      </p:sp>
      <p:sp>
        <p:nvSpPr>
          <p:cNvPr id="1188" name="Google Shape;1188;p81"/>
          <p:cNvSpPr txBox="1"/>
          <p:nvPr/>
        </p:nvSpPr>
        <p:spPr>
          <a:xfrm>
            <a:off x="15455001" y="284031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Coaching</a:t>
            </a:r>
            <a:endParaRPr sz="800"/>
          </a:p>
        </p:txBody>
      </p:sp>
      <p:sp>
        <p:nvSpPr>
          <p:cNvPr id="1189" name="Google Shape;1189;p81"/>
          <p:cNvSpPr txBox="1"/>
          <p:nvPr/>
        </p:nvSpPr>
        <p:spPr>
          <a:xfrm>
            <a:off x="15455001" y="296088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Onboarding </a:t>
            </a:r>
            <a:endParaRPr sz="800"/>
          </a:p>
        </p:txBody>
      </p:sp>
      <p:sp>
        <p:nvSpPr>
          <p:cNvPr id="1190" name="Google Shape;1190;p81"/>
          <p:cNvSpPr txBox="1"/>
          <p:nvPr/>
        </p:nvSpPr>
        <p:spPr>
          <a:xfrm>
            <a:off x="15455001" y="347173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Compensation &amp; Benefit Creation &amp; Delivery </a:t>
            </a:r>
            <a:endParaRPr sz="800"/>
          </a:p>
        </p:txBody>
      </p:sp>
      <p:sp>
        <p:nvSpPr>
          <p:cNvPr id="1191" name="Google Shape;1191;p81"/>
          <p:cNvSpPr txBox="1"/>
          <p:nvPr/>
        </p:nvSpPr>
        <p:spPr>
          <a:xfrm>
            <a:off x="15455001" y="37128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Payroll &amp; Vacation Monitoring </a:t>
            </a:r>
            <a:endParaRPr sz="800"/>
          </a:p>
        </p:txBody>
      </p:sp>
      <p:sp>
        <p:nvSpPr>
          <p:cNvPr id="1192" name="Google Shape;1192;p81"/>
          <p:cNvSpPr txBox="1"/>
          <p:nvPr/>
        </p:nvSpPr>
        <p:spPr>
          <a:xfrm>
            <a:off x="15455001" y="359230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Experience &amp; Health Monitoring </a:t>
            </a:r>
            <a:endParaRPr sz="800"/>
          </a:p>
        </p:txBody>
      </p:sp>
      <p:sp>
        <p:nvSpPr>
          <p:cNvPr id="1193" name="Google Shape;1193;p81"/>
          <p:cNvSpPr txBox="1"/>
          <p:nvPr/>
        </p:nvSpPr>
        <p:spPr>
          <a:xfrm>
            <a:off x="15455001" y="383344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Compliance &amp; Labour Relations Monitoring </a:t>
            </a:r>
            <a:endParaRPr sz="800"/>
          </a:p>
        </p:txBody>
      </p:sp>
      <p:sp>
        <p:nvSpPr>
          <p:cNvPr id="1194" name="Google Shape;1194;p81"/>
          <p:cNvSpPr txBox="1"/>
          <p:nvPr/>
        </p:nvSpPr>
        <p:spPr>
          <a:xfrm>
            <a:off x="15455001" y="309097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Career Path Design </a:t>
            </a:r>
            <a:endParaRPr sz="800"/>
          </a:p>
        </p:txBody>
      </p:sp>
      <p:sp>
        <p:nvSpPr>
          <p:cNvPr id="1195" name="Google Shape;1195;p81"/>
          <p:cNvSpPr txBox="1"/>
          <p:nvPr/>
        </p:nvSpPr>
        <p:spPr>
          <a:xfrm>
            <a:off x="15455001" y="409363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Resolution &amp; Troubleshooting </a:t>
            </a:r>
            <a:endParaRPr sz="800"/>
          </a:p>
        </p:txBody>
      </p:sp>
      <p:sp>
        <p:nvSpPr>
          <p:cNvPr id="1196" name="Google Shape;1196;p81"/>
          <p:cNvSpPr txBox="1"/>
          <p:nvPr/>
        </p:nvSpPr>
        <p:spPr>
          <a:xfrm>
            <a:off x="15455001" y="421420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Base Updates &amp; Content Creation </a:t>
            </a:r>
            <a:endParaRPr sz="800"/>
          </a:p>
        </p:txBody>
      </p:sp>
      <p:sp>
        <p:nvSpPr>
          <p:cNvPr id="1197" name="Google Shape;1197;p81"/>
          <p:cNvSpPr txBox="1"/>
          <p:nvPr/>
        </p:nvSpPr>
        <p:spPr>
          <a:xfrm>
            <a:off x="15455001" y="447439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Incident Response </a:t>
            </a:r>
            <a:endParaRPr sz="800"/>
          </a:p>
        </p:txBody>
      </p:sp>
      <p:sp>
        <p:nvSpPr>
          <p:cNvPr id="1198" name="Google Shape;1198;p81"/>
          <p:cNvSpPr txBox="1"/>
          <p:nvPr/>
        </p:nvSpPr>
        <p:spPr>
          <a:xfrm>
            <a:off x="15455001" y="473458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&amp; Infra Lifecycle Management </a:t>
            </a:r>
            <a:endParaRPr sz="800"/>
          </a:p>
        </p:txBody>
      </p:sp>
      <p:sp>
        <p:nvSpPr>
          <p:cNvPr id="1199" name="Google Shape;1199;p81"/>
          <p:cNvSpPr txBox="1"/>
          <p:nvPr/>
        </p:nvSpPr>
        <p:spPr>
          <a:xfrm>
            <a:off x="15455001" y="485514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Development </a:t>
            </a:r>
            <a:endParaRPr sz="800"/>
          </a:p>
        </p:txBody>
      </p:sp>
      <p:sp>
        <p:nvSpPr>
          <p:cNvPr id="1200" name="Google Shape;1200;p81"/>
          <p:cNvSpPr txBox="1"/>
          <p:nvPr/>
        </p:nvSpPr>
        <p:spPr>
          <a:xfrm>
            <a:off x="15455001" y="459496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Access &amp; Security Policy Creation </a:t>
            </a:r>
            <a:endParaRPr sz="800"/>
          </a:p>
        </p:txBody>
      </p:sp>
      <p:sp>
        <p:nvSpPr>
          <p:cNvPr id="1201" name="Google Shape;1201;p81"/>
          <p:cNvSpPr txBox="1"/>
          <p:nvPr/>
        </p:nvSpPr>
        <p:spPr>
          <a:xfrm>
            <a:off x="15455001" y="549609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Demand Forecasting </a:t>
            </a:r>
            <a:endParaRPr sz="800"/>
          </a:p>
        </p:txBody>
      </p:sp>
      <p:sp>
        <p:nvSpPr>
          <p:cNvPr id="1202" name="Google Shape;1202;p81"/>
          <p:cNvSpPr txBox="1"/>
          <p:nvPr/>
        </p:nvSpPr>
        <p:spPr>
          <a:xfrm>
            <a:off x="15455001" y="523590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Flow </a:t>
            </a:r>
            <a:endParaRPr sz="800"/>
          </a:p>
        </p:txBody>
      </p:sp>
      <p:sp>
        <p:nvSpPr>
          <p:cNvPr id="1203" name="Google Shape;1203;p81"/>
          <p:cNvSpPr txBox="1"/>
          <p:nvPr/>
        </p:nvSpPr>
        <p:spPr>
          <a:xfrm>
            <a:off x="15455001" y="573723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VBC Outcome Tracking </a:t>
            </a:r>
            <a:endParaRPr sz="800"/>
          </a:p>
        </p:txBody>
      </p:sp>
      <p:sp>
        <p:nvSpPr>
          <p:cNvPr id="1204" name="Google Shape;1204;p81"/>
          <p:cNvSpPr txBox="1"/>
          <p:nvPr/>
        </p:nvSpPr>
        <p:spPr>
          <a:xfrm>
            <a:off x="15455001" y="561666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OR Optimization </a:t>
            </a:r>
            <a:endParaRPr sz="800"/>
          </a:p>
        </p:txBody>
      </p:sp>
      <p:sp>
        <p:nvSpPr>
          <p:cNvPr id="1205" name="Google Shape;1205;p81"/>
          <p:cNvSpPr txBox="1"/>
          <p:nvPr/>
        </p:nvSpPr>
        <p:spPr>
          <a:xfrm>
            <a:off x="15455001" y="673989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Payment Processing </a:t>
            </a:r>
            <a:endParaRPr sz="800"/>
          </a:p>
        </p:txBody>
      </p:sp>
      <p:sp>
        <p:nvSpPr>
          <p:cNvPr id="1206" name="Google Shape;1206;p81"/>
          <p:cNvSpPr txBox="1"/>
          <p:nvPr/>
        </p:nvSpPr>
        <p:spPr>
          <a:xfrm>
            <a:off x="15455001" y="686046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Analysis &amp; Reporting </a:t>
            </a:r>
            <a:endParaRPr sz="800"/>
          </a:p>
        </p:txBody>
      </p:sp>
      <p:sp>
        <p:nvSpPr>
          <p:cNvPr id="1207" name="Google Shape;1207;p81"/>
          <p:cNvSpPr txBox="1"/>
          <p:nvPr/>
        </p:nvSpPr>
        <p:spPr>
          <a:xfrm>
            <a:off x="15455001" y="497571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Testing </a:t>
            </a:r>
            <a:endParaRPr sz="800"/>
          </a:p>
        </p:txBody>
      </p:sp>
      <p:sp>
        <p:nvSpPr>
          <p:cNvPr id="1208" name="Google Shape;1208;p81"/>
          <p:cNvSpPr txBox="1"/>
          <p:nvPr/>
        </p:nvSpPr>
        <p:spPr>
          <a:xfrm>
            <a:off x="15455001" y="535647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Lifecycle </a:t>
            </a:r>
            <a:endParaRPr sz="800"/>
          </a:p>
        </p:txBody>
      </p:sp>
      <p:sp>
        <p:nvSpPr>
          <p:cNvPr id="1209" name="Google Shape;1209;p81"/>
          <p:cNvSpPr txBox="1"/>
          <p:nvPr/>
        </p:nvSpPr>
        <p:spPr>
          <a:xfrm>
            <a:off x="15455001" y="59974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Adjudication </a:t>
            </a:r>
            <a:endParaRPr sz="800"/>
          </a:p>
        </p:txBody>
      </p:sp>
      <p:sp>
        <p:nvSpPr>
          <p:cNvPr id="1210" name="Google Shape;1210;p81"/>
          <p:cNvSpPr txBox="1"/>
          <p:nvPr/>
        </p:nvSpPr>
        <p:spPr>
          <a:xfrm>
            <a:off x="15455001" y="61179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Distribution </a:t>
            </a:r>
            <a:endParaRPr sz="800"/>
          </a:p>
        </p:txBody>
      </p:sp>
      <p:sp>
        <p:nvSpPr>
          <p:cNvPr id="1211" name="Google Shape;1211;p81"/>
          <p:cNvSpPr txBox="1"/>
          <p:nvPr/>
        </p:nvSpPr>
        <p:spPr>
          <a:xfrm>
            <a:off x="15455001" y="623856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Submission Processing </a:t>
            </a:r>
            <a:endParaRPr sz="800"/>
          </a:p>
        </p:txBody>
      </p:sp>
      <p:sp>
        <p:nvSpPr>
          <p:cNvPr id="1212" name="Google Shape;1212;p81"/>
          <p:cNvSpPr txBox="1"/>
          <p:nvPr/>
        </p:nvSpPr>
        <p:spPr>
          <a:xfrm>
            <a:off x="15455001" y="635913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Summary</a:t>
            </a:r>
            <a:endParaRPr sz="800"/>
          </a:p>
        </p:txBody>
      </p:sp>
      <p:sp>
        <p:nvSpPr>
          <p:cNvPr id="1213" name="Google Shape;1213;p81"/>
          <p:cNvSpPr txBox="1"/>
          <p:nvPr/>
        </p:nvSpPr>
        <p:spPr>
          <a:xfrm>
            <a:off x="15455001" y="64987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Management </a:t>
            </a:r>
            <a:endParaRPr sz="800"/>
          </a:p>
        </p:txBody>
      </p:sp>
      <p:sp>
        <p:nvSpPr>
          <p:cNvPr id="1214" name="Google Shape;1214;p81"/>
          <p:cNvSpPr txBox="1"/>
          <p:nvPr/>
        </p:nvSpPr>
        <p:spPr>
          <a:xfrm>
            <a:off x="15455001" y="698103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Accounts Receivable </a:t>
            </a:r>
            <a:endParaRPr sz="800"/>
          </a:p>
        </p:txBody>
      </p:sp>
      <p:sp>
        <p:nvSpPr>
          <p:cNvPr id="1215" name="Google Shape;1215;p81"/>
          <p:cNvSpPr txBox="1"/>
          <p:nvPr/>
        </p:nvSpPr>
        <p:spPr>
          <a:xfrm>
            <a:off x="15455001" y="661932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&amp; Invoicing </a:t>
            </a:r>
            <a:endParaRPr sz="800"/>
          </a:p>
        </p:txBody>
      </p:sp>
      <p:sp>
        <p:nvSpPr>
          <p:cNvPr id="1216" name="Google Shape;1216;p81"/>
          <p:cNvSpPr txBox="1"/>
          <p:nvPr/>
        </p:nvSpPr>
        <p:spPr>
          <a:xfrm>
            <a:off x="15455001" y="735637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&amp; KPI Monitoring </a:t>
            </a:r>
            <a:endParaRPr sz="800"/>
          </a:p>
        </p:txBody>
      </p:sp>
      <p:sp>
        <p:nvSpPr>
          <p:cNvPr id="1217" name="Google Shape;1217;p81"/>
          <p:cNvSpPr txBox="1"/>
          <p:nvPr/>
        </p:nvSpPr>
        <p:spPr>
          <a:xfrm>
            <a:off x="15455001" y="712065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Long-Term &amp; Annual Budgeting </a:t>
            </a:r>
            <a:endParaRPr sz="800"/>
          </a:p>
        </p:txBody>
      </p:sp>
      <p:sp>
        <p:nvSpPr>
          <p:cNvPr id="1218" name="Google Shape;1218;p81"/>
          <p:cNvSpPr txBox="1"/>
          <p:nvPr/>
        </p:nvSpPr>
        <p:spPr>
          <a:xfrm>
            <a:off x="15455001" y="724122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Financial Forecasting &amp; Scenario Modeling </a:t>
            </a:r>
            <a:endParaRPr sz="800"/>
          </a:p>
        </p:txBody>
      </p:sp>
      <p:sp>
        <p:nvSpPr>
          <p:cNvPr id="1219" name="Google Shape;1219;p81"/>
          <p:cNvSpPr txBox="1"/>
          <p:nvPr/>
        </p:nvSpPr>
        <p:spPr>
          <a:xfrm>
            <a:off x="15455001" y="762197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Quote-To-Cash Management</a:t>
            </a:r>
            <a:endParaRPr sz="800"/>
          </a:p>
        </p:txBody>
      </p:sp>
      <p:sp>
        <p:nvSpPr>
          <p:cNvPr id="1220" name="Google Shape;1220;p81"/>
          <p:cNvSpPr txBox="1"/>
          <p:nvPr/>
        </p:nvSpPr>
        <p:spPr>
          <a:xfrm>
            <a:off x="15455001" y="774254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Procurement &amp; Vendor Management </a:t>
            </a:r>
            <a:endParaRPr sz="800"/>
          </a:p>
        </p:txBody>
      </p:sp>
      <p:sp>
        <p:nvSpPr>
          <p:cNvPr id="1221" name="Google Shape;1221;p81"/>
          <p:cNvSpPr txBox="1"/>
          <p:nvPr/>
        </p:nvSpPr>
        <p:spPr>
          <a:xfrm>
            <a:off x="15455001" y="786311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Accounting Reconciliation</a:t>
            </a:r>
            <a:endParaRPr sz="800"/>
          </a:p>
        </p:txBody>
      </p:sp>
      <p:sp>
        <p:nvSpPr>
          <p:cNvPr id="1222" name="Google Shape;1222;p81"/>
          <p:cNvSpPr txBox="1"/>
          <p:nvPr/>
        </p:nvSpPr>
        <p:spPr>
          <a:xfrm>
            <a:off x="15455001" y="826292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Tax Filing</a:t>
            </a:r>
            <a:endParaRPr sz="800"/>
          </a:p>
        </p:txBody>
      </p:sp>
      <p:sp>
        <p:nvSpPr>
          <p:cNvPr id="1223" name="Google Shape;1223;p81"/>
          <p:cNvSpPr txBox="1"/>
          <p:nvPr/>
        </p:nvSpPr>
        <p:spPr>
          <a:xfrm>
            <a:off x="15455001" y="8523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Analytics</a:t>
            </a:r>
            <a:endParaRPr sz="800"/>
          </a:p>
        </p:txBody>
      </p:sp>
      <p:sp>
        <p:nvSpPr>
          <p:cNvPr id="1224" name="Google Shape;1224;p81"/>
          <p:cNvSpPr txBox="1"/>
          <p:nvPr/>
        </p:nvSpPr>
        <p:spPr>
          <a:xfrm>
            <a:off x="15455001" y="864368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Presentation Creation</a:t>
            </a:r>
            <a:endParaRPr sz="800"/>
          </a:p>
        </p:txBody>
      </p:sp>
      <p:sp>
        <p:nvSpPr>
          <p:cNvPr id="1225" name="Google Shape;1225;p81"/>
          <p:cNvSpPr txBox="1"/>
          <p:nvPr/>
        </p:nvSpPr>
        <p:spPr>
          <a:xfrm>
            <a:off x="15455001" y="812330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Management</a:t>
            </a:r>
            <a:endParaRPr sz="800"/>
          </a:p>
        </p:txBody>
      </p:sp>
      <p:sp>
        <p:nvSpPr>
          <p:cNvPr id="1226" name="Google Shape;1226;p81"/>
          <p:cNvSpPr txBox="1"/>
          <p:nvPr/>
        </p:nvSpPr>
        <p:spPr>
          <a:xfrm>
            <a:off x="15455001" y="838349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Regulatory Reporting </a:t>
            </a:r>
            <a:endParaRPr sz="800"/>
          </a:p>
        </p:txBody>
      </p:sp>
      <p:sp>
        <p:nvSpPr>
          <p:cNvPr id="1227" name="Google Shape;1227;p81"/>
          <p:cNvSpPr txBox="1"/>
          <p:nvPr/>
        </p:nvSpPr>
        <p:spPr>
          <a:xfrm>
            <a:off x="15455001" y="750140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Transaction Monitoring</a:t>
            </a:r>
            <a:endParaRPr sz="800"/>
          </a:p>
        </p:txBody>
      </p:sp>
      <p:sp>
        <p:nvSpPr>
          <p:cNvPr id="1228" name="Google Shape;1228;p81"/>
          <p:cNvSpPr txBox="1"/>
          <p:nvPr/>
        </p:nvSpPr>
        <p:spPr>
          <a:xfrm>
            <a:off x="15455001" y="800273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Cash &amp; Liquidity Management</a:t>
            </a:r>
            <a:endParaRPr sz="800"/>
          </a:p>
        </p:txBody>
      </p:sp>
      <p:sp>
        <p:nvSpPr>
          <p:cNvPr id="1229" name="Google Shape;1229;p81"/>
          <p:cNvSpPr txBox="1"/>
          <p:nvPr/>
        </p:nvSpPr>
        <p:spPr>
          <a:xfrm>
            <a:off x="15455001" y="91515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Enforcement</a:t>
            </a:r>
            <a:endParaRPr sz="800"/>
          </a:p>
        </p:txBody>
      </p:sp>
      <p:sp>
        <p:nvSpPr>
          <p:cNvPr id="1230" name="Google Shape;1230;p81"/>
          <p:cNvSpPr txBox="1"/>
          <p:nvPr/>
        </p:nvSpPr>
        <p:spPr>
          <a:xfrm>
            <a:off x="15455001" y="903095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Registration </a:t>
            </a:r>
            <a:endParaRPr sz="800"/>
          </a:p>
        </p:txBody>
      </p:sp>
      <p:sp>
        <p:nvSpPr>
          <p:cNvPr id="1231" name="Google Shape;1231;p81"/>
          <p:cNvSpPr txBox="1"/>
          <p:nvPr/>
        </p:nvSpPr>
        <p:spPr>
          <a:xfrm>
            <a:off x="15455001" y="397306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Ticket Intake </a:t>
            </a:r>
            <a:endParaRPr sz="800"/>
          </a:p>
        </p:txBody>
      </p:sp>
      <p:sp>
        <p:nvSpPr>
          <p:cNvPr id="1232" name="Google Shape;1232;p81"/>
          <p:cNvSpPr txBox="1"/>
          <p:nvPr/>
        </p:nvSpPr>
        <p:spPr>
          <a:xfrm>
            <a:off x="15455001" y="435382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Threat Detection </a:t>
            </a:r>
            <a:endParaRPr sz="800"/>
          </a:p>
        </p:txBody>
      </p:sp>
      <p:sp>
        <p:nvSpPr>
          <p:cNvPr id="1233" name="Google Shape;1233;p81"/>
          <p:cNvSpPr txBox="1"/>
          <p:nvPr/>
        </p:nvSpPr>
        <p:spPr>
          <a:xfrm>
            <a:off x="15455001" y="511533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Capacity Management</a:t>
            </a:r>
            <a:endParaRPr sz="800"/>
          </a:p>
        </p:txBody>
      </p:sp>
      <p:sp>
        <p:nvSpPr>
          <p:cNvPr id="1234" name="Google Shape;1234;p81"/>
          <p:cNvSpPr txBox="1"/>
          <p:nvPr/>
        </p:nvSpPr>
        <p:spPr>
          <a:xfrm>
            <a:off x="15455001" y="587685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Pre-Processing </a:t>
            </a:r>
            <a:endParaRPr sz="800"/>
          </a:p>
        </p:txBody>
      </p:sp>
      <p:sp>
        <p:nvSpPr>
          <p:cNvPr id="1235" name="Google Shape;1235;p81"/>
          <p:cNvSpPr/>
          <p:nvPr/>
        </p:nvSpPr>
        <p:spPr>
          <a:xfrm>
            <a:off x="15280837" y="639103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6" name="Google Shape;1236;p81"/>
          <p:cNvSpPr/>
          <p:nvPr/>
        </p:nvSpPr>
        <p:spPr>
          <a:xfrm>
            <a:off x="15285490" y="778397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7" name="Google Shape;1237;p81"/>
          <p:cNvSpPr/>
          <p:nvPr/>
        </p:nvSpPr>
        <p:spPr>
          <a:xfrm>
            <a:off x="15285490" y="790126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8" name="Google Shape;1238;p81"/>
          <p:cNvSpPr txBox="1"/>
          <p:nvPr/>
        </p:nvSpPr>
        <p:spPr>
          <a:xfrm>
            <a:off x="12578375" y="9692475"/>
            <a:ext cx="50805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1239" name="Google Shape;1239;p81"/>
          <p:cNvSpPr txBox="1"/>
          <p:nvPr/>
        </p:nvSpPr>
        <p:spPr>
          <a:xfrm>
            <a:off x="346500" y="381000"/>
            <a:ext cx="175950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400">
                <a:solidFill>
                  <a:srgbClr val="002775"/>
                </a:solidFill>
                <a:latin typeface="Avant Garde Demi SFDC"/>
                <a:ea typeface="Avant Garde Demi SFDC"/>
                <a:cs typeface="Avant Garde Demi SFDC"/>
                <a:sym typeface="Avant Garde Demi SFDC"/>
              </a:rPr>
              <a:t>Accelerate outcomes with 100+ agentic payer workflows</a:t>
            </a:r>
            <a:endParaRPr sz="4400">
              <a:solidFill>
                <a:srgbClr val="002775"/>
              </a:solidFill>
              <a:latin typeface="Avant Garde Demi SFDC"/>
              <a:ea typeface="Avant Garde Demi SFDC"/>
              <a:cs typeface="Avant Garde Demi SFDC"/>
              <a:sym typeface="Avant Garde Demi SFDC"/>
            </a:endParaRPr>
          </a:p>
        </p:txBody>
      </p:sp>
      <p:grpSp>
        <p:nvGrpSpPr>
          <p:cNvPr id="1240" name="Google Shape;1240;p81"/>
          <p:cNvGrpSpPr/>
          <p:nvPr/>
        </p:nvGrpSpPr>
        <p:grpSpPr>
          <a:xfrm>
            <a:off x="5987400" y="1143000"/>
            <a:ext cx="6313200" cy="312153"/>
            <a:chOff x="18111450" y="1344920"/>
            <a:chExt cx="6313200" cy="312153"/>
          </a:xfrm>
        </p:grpSpPr>
        <p:sp>
          <p:nvSpPr>
            <p:cNvPr id="1241" name="Google Shape;1241;p81"/>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242" name="Google Shape;1242;p81"/>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3" name="Google Shape;1243;p81"/>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244" name="Google Shape;1244;p81"/>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5" name="Google Shape;1245;p81"/>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6" name="Google Shape;1246;p81"/>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247" name="Google Shape;1247;p81"/>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248" name="Google Shape;1248;p81"/>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249" name="Google Shape;1249;p81"/>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rovider" showMasterSp="0">
  <p:cSld name="TITLE_AND_BODY_5_1_1">
    <p:spTree>
      <p:nvGrpSpPr>
        <p:cNvPr id="1250" name="Shape 1250"/>
        <p:cNvGrpSpPr/>
        <p:nvPr/>
      </p:nvGrpSpPr>
      <p:grpSpPr>
        <a:xfrm>
          <a:off x="0" y="0"/>
          <a:ext cx="0" cy="0"/>
          <a:chOff x="0" y="0"/>
          <a:chExt cx="0" cy="0"/>
        </a:xfrm>
      </p:grpSpPr>
      <p:sp>
        <p:nvSpPr>
          <p:cNvPr id="1251" name="Google Shape;1251;p82"/>
          <p:cNvSpPr txBox="1"/>
          <p:nvPr/>
        </p:nvSpPr>
        <p:spPr>
          <a:xfrm>
            <a:off x="849750" y="381000"/>
            <a:ext cx="165885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Accelerate outcomes with 100+ agentic provider workflows</a:t>
            </a:r>
            <a:endParaRPr sz="4500">
              <a:solidFill>
                <a:srgbClr val="002775"/>
              </a:solidFill>
              <a:latin typeface="Avant Garde Demi SFDC"/>
              <a:ea typeface="Avant Garde Demi SFDC"/>
              <a:cs typeface="Avant Garde Demi SFDC"/>
              <a:sym typeface="Avant Garde Demi SFDC"/>
            </a:endParaRPr>
          </a:p>
        </p:txBody>
      </p:sp>
      <p:sp>
        <p:nvSpPr>
          <p:cNvPr id="1252" name="Google Shape;1252;p82"/>
          <p:cNvSpPr txBox="1"/>
          <p:nvPr/>
        </p:nvSpPr>
        <p:spPr>
          <a:xfrm>
            <a:off x="12643350" y="9693275"/>
            <a:ext cx="5445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 </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1253" name="Google Shape;1253;p82"/>
          <p:cNvSpPr txBox="1"/>
          <p:nvPr/>
        </p:nvSpPr>
        <p:spPr>
          <a:xfrm>
            <a:off x="3820748" y="34055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Lead Identification </a:t>
            </a:r>
            <a:endParaRPr i="0" sz="800" u="none" cap="none" strike="noStrike">
              <a:latin typeface="Salesforce Sans"/>
              <a:ea typeface="Salesforce Sans"/>
              <a:cs typeface="Salesforce Sans"/>
              <a:sym typeface="Salesforce Sans"/>
            </a:endParaRPr>
          </a:p>
        </p:txBody>
      </p:sp>
      <p:sp>
        <p:nvSpPr>
          <p:cNvPr id="1254" name="Google Shape;1254;p82"/>
          <p:cNvSpPr/>
          <p:nvPr/>
        </p:nvSpPr>
        <p:spPr>
          <a:xfrm>
            <a:off x="3663735" y="608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5" name="Google Shape;1255;p82"/>
          <p:cNvSpPr txBox="1"/>
          <p:nvPr/>
        </p:nvSpPr>
        <p:spPr>
          <a:xfrm>
            <a:off x="3820748" y="606428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Provider Auto-matching</a:t>
            </a:r>
            <a:endParaRPr i="0" sz="800" u="none" cap="none" strike="noStrike">
              <a:latin typeface="Salesforce Sans"/>
              <a:ea typeface="Salesforce Sans"/>
              <a:cs typeface="Salesforce Sans"/>
              <a:sym typeface="Salesforce Sans"/>
            </a:endParaRPr>
          </a:p>
        </p:txBody>
      </p:sp>
      <p:sp>
        <p:nvSpPr>
          <p:cNvPr id="1256" name="Google Shape;1256;p82"/>
          <p:cNvSpPr/>
          <p:nvPr/>
        </p:nvSpPr>
        <p:spPr>
          <a:xfrm>
            <a:off x="3663735" y="663744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7" name="Google Shape;1257;p82"/>
          <p:cNvSpPr txBox="1"/>
          <p:nvPr/>
        </p:nvSpPr>
        <p:spPr>
          <a:xfrm>
            <a:off x="3820748" y="661554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EHR data fetch &amp; write</a:t>
            </a:r>
            <a:endParaRPr i="0" sz="800" u="none" cap="none" strike="noStrike">
              <a:latin typeface="Salesforce Sans"/>
              <a:ea typeface="Salesforce Sans"/>
              <a:cs typeface="Salesforce Sans"/>
              <a:sym typeface="Salesforce Sans"/>
            </a:endParaRPr>
          </a:p>
        </p:txBody>
      </p:sp>
      <p:sp>
        <p:nvSpPr>
          <p:cNvPr id="1258" name="Google Shape;1258;p82"/>
          <p:cNvSpPr/>
          <p:nvPr/>
        </p:nvSpPr>
        <p:spPr>
          <a:xfrm>
            <a:off x="3663735" y="718508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9" name="Google Shape;1259;p82"/>
          <p:cNvSpPr txBox="1"/>
          <p:nvPr/>
        </p:nvSpPr>
        <p:spPr>
          <a:xfrm>
            <a:off x="3820748" y="716318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Document AI</a:t>
            </a:r>
            <a:endParaRPr i="0" sz="800" u="none" cap="none" strike="noStrike">
              <a:latin typeface="Salesforce Sans"/>
              <a:ea typeface="Salesforce Sans"/>
              <a:cs typeface="Salesforce Sans"/>
              <a:sym typeface="Salesforce Sans"/>
            </a:endParaRPr>
          </a:p>
        </p:txBody>
      </p:sp>
      <p:sp>
        <p:nvSpPr>
          <p:cNvPr id="1260" name="Google Shape;1260;p82"/>
          <p:cNvSpPr/>
          <p:nvPr/>
        </p:nvSpPr>
        <p:spPr>
          <a:xfrm>
            <a:off x="3663735" y="734242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61" name="Google Shape;1261;p82"/>
          <p:cNvSpPr txBox="1"/>
          <p:nvPr/>
        </p:nvSpPr>
        <p:spPr>
          <a:xfrm>
            <a:off x="3820748" y="732052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Disease Case Creation, Classification, De-dup</a:t>
            </a:r>
            <a:endParaRPr i="0" sz="800" u="none" cap="none" strike="noStrike">
              <a:latin typeface="Salesforce Sans"/>
              <a:ea typeface="Salesforce Sans"/>
              <a:cs typeface="Salesforce Sans"/>
              <a:sym typeface="Salesforce Sans"/>
            </a:endParaRPr>
          </a:p>
        </p:txBody>
      </p:sp>
      <p:sp>
        <p:nvSpPr>
          <p:cNvPr id="1262" name="Google Shape;1262;p82"/>
          <p:cNvSpPr/>
          <p:nvPr/>
        </p:nvSpPr>
        <p:spPr>
          <a:xfrm>
            <a:off x="3663735" y="749486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63" name="Google Shape;1263;p82"/>
          <p:cNvSpPr txBox="1"/>
          <p:nvPr/>
        </p:nvSpPr>
        <p:spPr>
          <a:xfrm>
            <a:off x="3820748" y="747296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Root Cause Analysis </a:t>
            </a:r>
            <a:endParaRPr i="0" sz="800" u="none" cap="none" strike="noStrike">
              <a:latin typeface="Salesforce Sans"/>
              <a:ea typeface="Salesforce Sans"/>
              <a:cs typeface="Salesforce Sans"/>
              <a:sym typeface="Salesforce Sans"/>
            </a:endParaRPr>
          </a:p>
        </p:txBody>
      </p:sp>
      <p:sp>
        <p:nvSpPr>
          <p:cNvPr id="1264" name="Google Shape;1264;p82"/>
          <p:cNvSpPr txBox="1"/>
          <p:nvPr/>
        </p:nvSpPr>
        <p:spPr>
          <a:xfrm>
            <a:off x="3820748" y="7635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Registry Curation (Disease, Donor) </a:t>
            </a:r>
            <a:endParaRPr i="0" sz="800" u="none" cap="none" strike="noStrike">
              <a:latin typeface="Salesforce Sans"/>
              <a:ea typeface="Salesforce Sans"/>
              <a:cs typeface="Salesforce Sans"/>
              <a:sym typeface="Salesforce Sans"/>
            </a:endParaRPr>
          </a:p>
        </p:txBody>
      </p:sp>
      <p:sp>
        <p:nvSpPr>
          <p:cNvPr id="1265" name="Google Shape;1265;p82"/>
          <p:cNvSpPr txBox="1"/>
          <p:nvPr/>
        </p:nvSpPr>
        <p:spPr>
          <a:xfrm>
            <a:off x="3820748" y="77925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Risk Management </a:t>
            </a:r>
            <a:endParaRPr i="0" sz="800" u="none" cap="none" strike="noStrike">
              <a:latin typeface="Salesforce Sans"/>
              <a:ea typeface="Salesforce Sans"/>
              <a:cs typeface="Salesforce Sans"/>
              <a:sym typeface="Salesforce Sans"/>
            </a:endParaRPr>
          </a:p>
        </p:txBody>
      </p:sp>
      <p:sp>
        <p:nvSpPr>
          <p:cNvPr id="1266" name="Google Shape;1266;p82"/>
          <p:cNvSpPr txBox="1"/>
          <p:nvPr/>
        </p:nvSpPr>
        <p:spPr>
          <a:xfrm>
            <a:off x="3820748" y="79498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Syndromic</a:t>
            </a:r>
            <a:r>
              <a:rPr i="0" lang="en" sz="800" u="none" cap="none" strike="noStrike">
                <a:latin typeface="Salesforce Sans"/>
                <a:ea typeface="Salesforce Sans"/>
                <a:cs typeface="Salesforce Sans"/>
                <a:sym typeface="Salesforce Sans"/>
              </a:rPr>
              <a:t> Surveillance </a:t>
            </a:r>
            <a:endParaRPr i="0" sz="800" u="none" cap="none" strike="noStrike">
              <a:latin typeface="Salesforce Sans"/>
              <a:ea typeface="Salesforce Sans"/>
              <a:cs typeface="Salesforce Sans"/>
              <a:sym typeface="Salesforce Sans"/>
            </a:endParaRPr>
          </a:p>
        </p:txBody>
      </p:sp>
      <p:sp>
        <p:nvSpPr>
          <p:cNvPr id="1267" name="Google Shape;1267;p82"/>
          <p:cNvSpPr txBox="1"/>
          <p:nvPr/>
        </p:nvSpPr>
        <p:spPr>
          <a:xfrm>
            <a:off x="3820748" y="810722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Attribution Modeling &amp; Management </a:t>
            </a:r>
            <a:endParaRPr i="0" sz="800" u="none" cap="none" strike="noStrike">
              <a:latin typeface="Salesforce Sans"/>
              <a:ea typeface="Salesforce Sans"/>
              <a:cs typeface="Salesforce Sans"/>
              <a:sym typeface="Salesforce Sans"/>
            </a:endParaRPr>
          </a:p>
        </p:txBody>
      </p:sp>
      <p:sp>
        <p:nvSpPr>
          <p:cNvPr id="1268" name="Google Shape;1268;p82"/>
          <p:cNvSpPr txBox="1"/>
          <p:nvPr/>
        </p:nvSpPr>
        <p:spPr>
          <a:xfrm>
            <a:off x="3820748" y="826456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Analytics </a:t>
            </a:r>
            <a:endParaRPr i="0" sz="800" u="none" cap="none" strike="noStrike">
              <a:latin typeface="Salesforce Sans"/>
              <a:ea typeface="Salesforce Sans"/>
              <a:cs typeface="Salesforce Sans"/>
              <a:sym typeface="Salesforce Sans"/>
            </a:endParaRPr>
          </a:p>
        </p:txBody>
      </p:sp>
      <p:sp>
        <p:nvSpPr>
          <p:cNvPr id="1269" name="Google Shape;1269;p82"/>
          <p:cNvSpPr txBox="1"/>
          <p:nvPr/>
        </p:nvSpPr>
        <p:spPr>
          <a:xfrm>
            <a:off x="3820748" y="842190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Program Management </a:t>
            </a:r>
            <a:endParaRPr i="0" sz="800" u="none" cap="none" strike="noStrike">
              <a:latin typeface="Salesforce Sans"/>
              <a:ea typeface="Salesforce Sans"/>
              <a:cs typeface="Salesforce Sans"/>
              <a:sym typeface="Salesforce Sans"/>
            </a:endParaRPr>
          </a:p>
        </p:txBody>
      </p:sp>
      <p:sp>
        <p:nvSpPr>
          <p:cNvPr id="1270" name="Google Shape;1270;p82"/>
          <p:cNvSpPr/>
          <p:nvPr/>
        </p:nvSpPr>
        <p:spPr>
          <a:xfrm>
            <a:off x="2362728" y="2998465"/>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Event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1" name="Google Shape;1271;p82"/>
          <p:cNvSpPr/>
          <p:nvPr/>
        </p:nvSpPr>
        <p:spPr>
          <a:xfrm>
            <a:off x="2362728" y="3424867"/>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Customer Lifecycle and Conversion</a:t>
            </a:r>
            <a:endParaRPr b="1" i="0" sz="900" u="none" cap="none" strike="noStrike">
              <a:solidFill>
                <a:srgbClr val="066AFE"/>
              </a:solidFill>
              <a:latin typeface="Salesforce Sans"/>
              <a:ea typeface="Salesforce Sans"/>
              <a:cs typeface="Salesforce Sans"/>
              <a:sym typeface="Salesforce Sans"/>
            </a:endParaRPr>
          </a:p>
        </p:txBody>
      </p:sp>
      <p:sp>
        <p:nvSpPr>
          <p:cNvPr id="1272" name="Google Shape;1272;p82"/>
          <p:cNvSpPr/>
          <p:nvPr/>
        </p:nvSpPr>
        <p:spPr>
          <a:xfrm>
            <a:off x="2362728" y="3822065"/>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External Stakeholder Engagement</a:t>
            </a:r>
            <a:endParaRPr b="1" i="0" sz="900" u="none" cap="none" strike="noStrike">
              <a:solidFill>
                <a:srgbClr val="066AFE"/>
              </a:solidFill>
              <a:latin typeface="Salesforce Sans"/>
              <a:ea typeface="Salesforce Sans"/>
              <a:cs typeface="Salesforce Sans"/>
              <a:sym typeface="Salesforce Sans"/>
            </a:endParaRPr>
          </a:p>
        </p:txBody>
      </p:sp>
      <p:sp>
        <p:nvSpPr>
          <p:cNvPr id="1273" name="Google Shape;1273;p82"/>
          <p:cNvSpPr/>
          <p:nvPr/>
        </p:nvSpPr>
        <p:spPr>
          <a:xfrm>
            <a:off x="2362728" y="4492537"/>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Contact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Inquiry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4" name="Google Shape;1274;p82"/>
          <p:cNvSpPr/>
          <p:nvPr/>
        </p:nvSpPr>
        <p:spPr>
          <a:xfrm>
            <a:off x="2362728" y="4809685"/>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Registration &amp; Appointment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5" name="Google Shape;1275;p82"/>
          <p:cNvSpPr/>
          <p:nvPr/>
        </p:nvSpPr>
        <p:spPr>
          <a:xfrm>
            <a:off x="2362728" y="5665978"/>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Assessments</a:t>
            </a:r>
            <a:endParaRPr b="1" i="0" sz="900" u="none" cap="none" strike="noStrike">
              <a:solidFill>
                <a:srgbClr val="066AFE"/>
              </a:solidFill>
              <a:latin typeface="Salesforce Sans"/>
              <a:ea typeface="Salesforce Sans"/>
              <a:cs typeface="Salesforce Sans"/>
              <a:sym typeface="Salesforce Sans"/>
            </a:endParaRPr>
          </a:p>
        </p:txBody>
      </p:sp>
      <p:sp>
        <p:nvSpPr>
          <p:cNvPr id="1276" name="Google Shape;1276;p82"/>
          <p:cNvSpPr/>
          <p:nvPr/>
        </p:nvSpPr>
        <p:spPr>
          <a:xfrm>
            <a:off x="2362728" y="6065754"/>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Action and Planning</a:t>
            </a:r>
            <a:endParaRPr b="1" i="0" sz="900" u="none" cap="none" strike="noStrike">
              <a:solidFill>
                <a:srgbClr val="066AFE"/>
              </a:solidFill>
              <a:latin typeface="Salesforce Sans"/>
              <a:ea typeface="Salesforce Sans"/>
              <a:cs typeface="Salesforce Sans"/>
              <a:sym typeface="Salesforce Sans"/>
            </a:endParaRPr>
          </a:p>
        </p:txBody>
      </p:sp>
      <p:sp>
        <p:nvSpPr>
          <p:cNvPr id="1277" name="Google Shape;1277;p82"/>
          <p:cNvSpPr/>
          <p:nvPr/>
        </p:nvSpPr>
        <p:spPr>
          <a:xfrm>
            <a:off x="2362728" y="6624603"/>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Data &amp; Documentation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1278" name="Google Shape;1278;p82"/>
          <p:cNvSpPr/>
          <p:nvPr/>
        </p:nvSpPr>
        <p:spPr>
          <a:xfrm>
            <a:off x="2362728" y="7159822"/>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Population Health Management</a:t>
            </a:r>
            <a:endParaRPr b="1" i="0" sz="900" u="none" cap="none" strike="noStrike">
              <a:solidFill>
                <a:srgbClr val="066AFE"/>
              </a:solidFill>
              <a:latin typeface="Salesforce Sans"/>
              <a:ea typeface="Salesforce Sans"/>
              <a:cs typeface="Salesforce Sans"/>
              <a:sym typeface="Salesforce Sans"/>
            </a:endParaRPr>
          </a:p>
        </p:txBody>
      </p:sp>
      <p:sp>
        <p:nvSpPr>
          <p:cNvPr id="1279" name="Google Shape;1279;p82"/>
          <p:cNvSpPr/>
          <p:nvPr/>
        </p:nvSpPr>
        <p:spPr>
          <a:xfrm>
            <a:off x="2362728" y="8658131"/>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Care Orchestration</a:t>
            </a:r>
            <a:endParaRPr b="1" i="0" sz="900" u="none" cap="none" strike="noStrike">
              <a:solidFill>
                <a:srgbClr val="066AFE"/>
              </a:solidFill>
              <a:latin typeface="Salesforce Sans"/>
              <a:ea typeface="Salesforce Sans"/>
              <a:cs typeface="Salesforce Sans"/>
              <a:sym typeface="Salesforce Sans"/>
            </a:endParaRPr>
          </a:p>
        </p:txBody>
      </p:sp>
      <p:sp>
        <p:nvSpPr>
          <p:cNvPr id="1280" name="Google Shape;1280;p82"/>
          <p:cNvSpPr/>
          <p:nvPr/>
        </p:nvSpPr>
        <p:spPr>
          <a:xfrm>
            <a:off x="2362728" y="9525416"/>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Relationship &amp; Activation</a:t>
            </a:r>
            <a:endParaRPr b="1" i="0" sz="900" u="none" cap="none" strike="noStrike">
              <a:solidFill>
                <a:srgbClr val="066AFE"/>
              </a:solidFill>
              <a:latin typeface="Salesforce Sans"/>
              <a:ea typeface="Salesforce Sans"/>
              <a:cs typeface="Salesforce Sans"/>
              <a:sym typeface="Salesforce Sans"/>
            </a:endParaRPr>
          </a:p>
        </p:txBody>
      </p:sp>
      <p:sp>
        <p:nvSpPr>
          <p:cNvPr id="1281" name="Google Shape;1281;p82"/>
          <p:cNvSpPr/>
          <p:nvPr/>
        </p:nvSpPr>
        <p:spPr>
          <a:xfrm>
            <a:off x="2362728" y="2298197"/>
            <a:ext cx="1099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Campaign Execution</a:t>
            </a:r>
            <a:endParaRPr b="1" i="0" sz="900" u="none" cap="none" strike="noStrike">
              <a:solidFill>
                <a:srgbClr val="066AFE"/>
              </a:solidFill>
              <a:latin typeface="Salesforce Sans"/>
              <a:ea typeface="Salesforce Sans"/>
              <a:cs typeface="Salesforce Sans"/>
              <a:sym typeface="Salesforce Sans"/>
            </a:endParaRPr>
          </a:p>
        </p:txBody>
      </p:sp>
      <p:sp>
        <p:nvSpPr>
          <p:cNvPr id="1282" name="Google Shape;1282;p82"/>
          <p:cNvSpPr txBox="1"/>
          <p:nvPr/>
        </p:nvSpPr>
        <p:spPr>
          <a:xfrm>
            <a:off x="3820748" y="229401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1283" name="Google Shape;1283;p82"/>
          <p:cNvSpPr/>
          <p:nvPr/>
        </p:nvSpPr>
        <p:spPr>
          <a:xfrm>
            <a:off x="3663735" y="231591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4" name="Google Shape;1284;p82"/>
          <p:cNvSpPr txBox="1"/>
          <p:nvPr/>
        </p:nvSpPr>
        <p:spPr>
          <a:xfrm>
            <a:off x="3820748" y="245135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Trigger Outreach</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285" name="Google Shape;1285;p82"/>
          <p:cNvSpPr/>
          <p:nvPr/>
        </p:nvSpPr>
        <p:spPr>
          <a:xfrm>
            <a:off x="3663735" y="2473255"/>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6" name="Google Shape;1286;p82"/>
          <p:cNvSpPr txBox="1"/>
          <p:nvPr/>
        </p:nvSpPr>
        <p:spPr>
          <a:xfrm>
            <a:off x="3820748" y="260869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287" name="Google Shape;1287;p82"/>
          <p:cNvSpPr/>
          <p:nvPr/>
        </p:nvSpPr>
        <p:spPr>
          <a:xfrm>
            <a:off x="3663735" y="263059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8" name="Google Shape;1288;p82"/>
          <p:cNvSpPr txBox="1"/>
          <p:nvPr/>
        </p:nvSpPr>
        <p:spPr>
          <a:xfrm>
            <a:off x="3820748" y="27660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Omnichannel Care Journeys</a:t>
            </a:r>
            <a:endParaRPr i="0" sz="800" u="none" cap="none" strike="noStrike">
              <a:latin typeface="Salesforce Sans"/>
              <a:ea typeface="Salesforce Sans"/>
              <a:cs typeface="Salesforce Sans"/>
              <a:sym typeface="Salesforce Sans"/>
            </a:endParaRPr>
          </a:p>
        </p:txBody>
      </p:sp>
      <p:sp>
        <p:nvSpPr>
          <p:cNvPr id="1289" name="Google Shape;1289;p82"/>
          <p:cNvSpPr/>
          <p:nvPr/>
        </p:nvSpPr>
        <p:spPr>
          <a:xfrm>
            <a:off x="3663735" y="278793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0" name="Google Shape;1290;p82"/>
          <p:cNvSpPr txBox="1"/>
          <p:nvPr/>
        </p:nvSpPr>
        <p:spPr>
          <a:xfrm>
            <a:off x="3820748" y="30027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Outreach </a:t>
            </a:r>
            <a:endParaRPr i="0" sz="800" u="none" cap="none" strike="noStrike">
              <a:latin typeface="Salesforce Sans"/>
              <a:ea typeface="Salesforce Sans"/>
              <a:cs typeface="Salesforce Sans"/>
              <a:sym typeface="Salesforce Sans"/>
            </a:endParaRPr>
          </a:p>
        </p:txBody>
      </p:sp>
      <p:sp>
        <p:nvSpPr>
          <p:cNvPr id="1291" name="Google Shape;1291;p82"/>
          <p:cNvSpPr/>
          <p:nvPr/>
        </p:nvSpPr>
        <p:spPr>
          <a:xfrm>
            <a:off x="3663735" y="30246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2" name="Google Shape;1292;p82"/>
          <p:cNvSpPr txBox="1"/>
          <p:nvPr/>
        </p:nvSpPr>
        <p:spPr>
          <a:xfrm>
            <a:off x="3820748" y="31600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Planner </a:t>
            </a:r>
            <a:endParaRPr i="0" sz="800" u="none" cap="none" strike="noStrike">
              <a:latin typeface="Salesforce Sans"/>
              <a:ea typeface="Salesforce Sans"/>
              <a:cs typeface="Salesforce Sans"/>
              <a:sym typeface="Salesforce Sans"/>
            </a:endParaRPr>
          </a:p>
        </p:txBody>
      </p:sp>
      <p:sp>
        <p:nvSpPr>
          <p:cNvPr id="1293" name="Google Shape;1293;p82"/>
          <p:cNvSpPr/>
          <p:nvPr/>
        </p:nvSpPr>
        <p:spPr>
          <a:xfrm>
            <a:off x="3663735" y="318198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4" name="Google Shape;1294;p82"/>
          <p:cNvSpPr/>
          <p:nvPr/>
        </p:nvSpPr>
        <p:spPr>
          <a:xfrm>
            <a:off x="3663735" y="341590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5" name="Google Shape;1295;p82"/>
          <p:cNvSpPr txBox="1"/>
          <p:nvPr/>
        </p:nvSpPr>
        <p:spPr>
          <a:xfrm>
            <a:off x="3820748" y="35533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Journey </a:t>
            </a:r>
            <a:endParaRPr i="0" sz="800" u="none" cap="none" strike="noStrike">
              <a:latin typeface="Salesforce Sans"/>
              <a:ea typeface="Salesforce Sans"/>
              <a:cs typeface="Salesforce Sans"/>
              <a:sym typeface="Salesforce Sans"/>
            </a:endParaRPr>
          </a:p>
        </p:txBody>
      </p:sp>
      <p:sp>
        <p:nvSpPr>
          <p:cNvPr id="1296" name="Google Shape;1296;p82"/>
          <p:cNvSpPr/>
          <p:nvPr/>
        </p:nvSpPr>
        <p:spPr>
          <a:xfrm>
            <a:off x="3663735" y="35752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7" name="Google Shape;1297;p82"/>
          <p:cNvSpPr txBox="1"/>
          <p:nvPr/>
        </p:nvSpPr>
        <p:spPr>
          <a:xfrm>
            <a:off x="3820748" y="378926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Health Engagement</a:t>
            </a:r>
            <a:endParaRPr i="0" sz="800" u="none" cap="none" strike="noStrike">
              <a:latin typeface="Salesforce Sans"/>
              <a:ea typeface="Salesforce Sans"/>
              <a:cs typeface="Salesforce Sans"/>
              <a:sym typeface="Salesforce Sans"/>
            </a:endParaRPr>
          </a:p>
        </p:txBody>
      </p:sp>
      <p:sp>
        <p:nvSpPr>
          <p:cNvPr id="1298" name="Google Shape;1298;p82"/>
          <p:cNvSpPr/>
          <p:nvPr/>
        </p:nvSpPr>
        <p:spPr>
          <a:xfrm>
            <a:off x="3663735" y="381116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9" name="Google Shape;1299;p82"/>
          <p:cNvSpPr txBox="1"/>
          <p:nvPr/>
        </p:nvSpPr>
        <p:spPr>
          <a:xfrm>
            <a:off x="3820748" y="39466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Donor Management </a:t>
            </a:r>
            <a:endParaRPr i="0" sz="800" u="none" cap="none" strike="noStrike">
              <a:latin typeface="Salesforce Sans"/>
              <a:ea typeface="Salesforce Sans"/>
              <a:cs typeface="Salesforce Sans"/>
              <a:sym typeface="Salesforce Sans"/>
            </a:endParaRPr>
          </a:p>
        </p:txBody>
      </p:sp>
      <p:sp>
        <p:nvSpPr>
          <p:cNvPr id="1300" name="Google Shape;1300;p82"/>
          <p:cNvSpPr/>
          <p:nvPr/>
        </p:nvSpPr>
        <p:spPr>
          <a:xfrm>
            <a:off x="3663735" y="396850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1" name="Google Shape;1301;p82"/>
          <p:cNvSpPr txBox="1"/>
          <p:nvPr/>
        </p:nvSpPr>
        <p:spPr>
          <a:xfrm>
            <a:off x="3820748" y="41039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Community Relations </a:t>
            </a:r>
            <a:endParaRPr i="0" sz="800" u="none" cap="none" strike="noStrike">
              <a:latin typeface="Salesforce Sans"/>
              <a:ea typeface="Salesforce Sans"/>
              <a:cs typeface="Salesforce Sans"/>
              <a:sym typeface="Salesforce Sans"/>
            </a:endParaRPr>
          </a:p>
        </p:txBody>
      </p:sp>
      <p:sp>
        <p:nvSpPr>
          <p:cNvPr id="1302" name="Google Shape;1302;p82"/>
          <p:cNvSpPr/>
          <p:nvPr/>
        </p:nvSpPr>
        <p:spPr>
          <a:xfrm>
            <a:off x="3663735" y="412584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3" name="Google Shape;1303;p82"/>
          <p:cNvSpPr txBox="1"/>
          <p:nvPr/>
        </p:nvSpPr>
        <p:spPr>
          <a:xfrm>
            <a:off x="3820748" y="42612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Policy     </a:t>
            </a:r>
            <a:endParaRPr i="0" sz="800" u="none" cap="none" strike="noStrike">
              <a:latin typeface="Salesforce Sans"/>
              <a:ea typeface="Salesforce Sans"/>
              <a:cs typeface="Salesforce Sans"/>
              <a:sym typeface="Salesforce Sans"/>
            </a:endParaRPr>
          </a:p>
        </p:txBody>
      </p:sp>
      <p:sp>
        <p:nvSpPr>
          <p:cNvPr id="1304" name="Google Shape;1304;p82"/>
          <p:cNvSpPr/>
          <p:nvPr/>
        </p:nvSpPr>
        <p:spPr>
          <a:xfrm>
            <a:off x="3663735" y="42831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5" name="Google Shape;1305;p82"/>
          <p:cNvSpPr txBox="1"/>
          <p:nvPr/>
        </p:nvSpPr>
        <p:spPr>
          <a:xfrm>
            <a:off x="3820748" y="44962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Support </a:t>
            </a:r>
            <a:endParaRPr i="0" sz="800" u="none" cap="none" strike="noStrike">
              <a:latin typeface="Salesforce Sans"/>
              <a:ea typeface="Salesforce Sans"/>
              <a:cs typeface="Salesforce Sans"/>
              <a:sym typeface="Salesforce Sans"/>
            </a:endParaRPr>
          </a:p>
        </p:txBody>
      </p:sp>
      <p:sp>
        <p:nvSpPr>
          <p:cNvPr id="1306" name="Google Shape;1306;p82"/>
          <p:cNvSpPr/>
          <p:nvPr/>
        </p:nvSpPr>
        <p:spPr>
          <a:xfrm>
            <a:off x="3663735" y="451816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7" name="Google Shape;1307;p82"/>
          <p:cNvSpPr txBox="1"/>
          <p:nvPr/>
        </p:nvSpPr>
        <p:spPr>
          <a:xfrm>
            <a:off x="3820748" y="48069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Intake </a:t>
            </a:r>
            <a:endParaRPr i="0" sz="800" u="none" cap="none" strike="noStrike">
              <a:latin typeface="Salesforce Sans"/>
              <a:ea typeface="Salesforce Sans"/>
              <a:cs typeface="Salesforce Sans"/>
              <a:sym typeface="Salesforce Sans"/>
            </a:endParaRPr>
          </a:p>
        </p:txBody>
      </p:sp>
      <p:sp>
        <p:nvSpPr>
          <p:cNvPr id="1308" name="Google Shape;1308;p82"/>
          <p:cNvSpPr/>
          <p:nvPr/>
        </p:nvSpPr>
        <p:spPr>
          <a:xfrm>
            <a:off x="3663735" y="482888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9" name="Google Shape;1309;p82"/>
          <p:cNvSpPr txBox="1"/>
          <p:nvPr/>
        </p:nvSpPr>
        <p:spPr>
          <a:xfrm>
            <a:off x="3820748" y="496403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10" name="Google Shape;1310;p82"/>
          <p:cNvSpPr/>
          <p:nvPr/>
        </p:nvSpPr>
        <p:spPr>
          <a:xfrm>
            <a:off x="3663735" y="498593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1" name="Google Shape;1311;p82"/>
          <p:cNvSpPr txBox="1"/>
          <p:nvPr/>
        </p:nvSpPr>
        <p:spPr>
          <a:xfrm>
            <a:off x="3820748" y="512108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Medication Refill </a:t>
            </a:r>
            <a:endParaRPr i="0" sz="800" u="none" cap="none" strike="noStrike">
              <a:latin typeface="Salesforce Sans"/>
              <a:ea typeface="Salesforce Sans"/>
              <a:cs typeface="Salesforce Sans"/>
              <a:sym typeface="Salesforce Sans"/>
            </a:endParaRPr>
          </a:p>
        </p:txBody>
      </p:sp>
      <p:sp>
        <p:nvSpPr>
          <p:cNvPr id="1312" name="Google Shape;1312;p82"/>
          <p:cNvSpPr/>
          <p:nvPr/>
        </p:nvSpPr>
        <p:spPr>
          <a:xfrm>
            <a:off x="3663735" y="5142986"/>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3" name="Google Shape;1313;p82"/>
          <p:cNvSpPr txBox="1"/>
          <p:nvPr/>
        </p:nvSpPr>
        <p:spPr>
          <a:xfrm>
            <a:off x="3820748" y="5278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Scheduling </a:t>
            </a:r>
            <a:endParaRPr i="0" sz="800" u="none" cap="none" strike="noStrike">
              <a:latin typeface="Salesforce Sans"/>
              <a:ea typeface="Salesforce Sans"/>
              <a:cs typeface="Salesforce Sans"/>
              <a:sym typeface="Salesforce Sans"/>
            </a:endParaRPr>
          </a:p>
        </p:txBody>
      </p:sp>
      <p:sp>
        <p:nvSpPr>
          <p:cNvPr id="1314" name="Google Shape;1314;p82"/>
          <p:cNvSpPr/>
          <p:nvPr/>
        </p:nvSpPr>
        <p:spPr>
          <a:xfrm>
            <a:off x="3663735" y="530003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5" name="Google Shape;1315;p82"/>
          <p:cNvSpPr txBox="1"/>
          <p:nvPr/>
        </p:nvSpPr>
        <p:spPr>
          <a:xfrm>
            <a:off x="3820748" y="543519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Referral </a:t>
            </a:r>
            <a:r>
              <a:rPr lang="en" sz="800">
                <a:latin typeface="Salesforce Sans"/>
                <a:ea typeface="Salesforce Sans"/>
                <a:cs typeface="Salesforce Sans"/>
                <a:sym typeface="Salesforce Sans"/>
              </a:rPr>
              <a:t>Intake &amp; routing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16" name="Google Shape;1316;p82"/>
          <p:cNvSpPr/>
          <p:nvPr/>
        </p:nvSpPr>
        <p:spPr>
          <a:xfrm>
            <a:off x="3663735" y="545709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7" name="Google Shape;1317;p82"/>
          <p:cNvSpPr txBox="1"/>
          <p:nvPr/>
        </p:nvSpPr>
        <p:spPr>
          <a:xfrm>
            <a:off x="3820748" y="56690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Assessment Generation &amp; Auto-populate</a:t>
            </a:r>
            <a:endParaRPr i="0" sz="800" u="none" cap="none" strike="noStrike">
              <a:latin typeface="Salesforce Sans"/>
              <a:ea typeface="Salesforce Sans"/>
              <a:cs typeface="Salesforce Sans"/>
              <a:sym typeface="Salesforce Sans"/>
            </a:endParaRPr>
          </a:p>
        </p:txBody>
      </p:sp>
      <p:sp>
        <p:nvSpPr>
          <p:cNvPr id="1318" name="Google Shape;1318;p82"/>
          <p:cNvSpPr/>
          <p:nvPr/>
        </p:nvSpPr>
        <p:spPr>
          <a:xfrm>
            <a:off x="3663735" y="569092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9" name="Google Shape;1319;p82"/>
          <p:cNvSpPr txBox="1"/>
          <p:nvPr/>
        </p:nvSpPr>
        <p:spPr>
          <a:xfrm>
            <a:off x="3820748" y="622451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Behavioral Health </a:t>
            </a:r>
            <a:endParaRPr i="0" sz="800" u="none" cap="none" strike="noStrike">
              <a:latin typeface="Salesforce Sans"/>
              <a:ea typeface="Salesforce Sans"/>
              <a:cs typeface="Salesforce Sans"/>
              <a:sym typeface="Salesforce Sans"/>
            </a:endParaRPr>
          </a:p>
        </p:txBody>
      </p:sp>
      <p:sp>
        <p:nvSpPr>
          <p:cNvPr id="1320" name="Google Shape;1320;p82"/>
          <p:cNvSpPr/>
          <p:nvPr/>
        </p:nvSpPr>
        <p:spPr>
          <a:xfrm>
            <a:off x="3663735" y="624641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1" name="Google Shape;1321;p82"/>
          <p:cNvSpPr txBox="1"/>
          <p:nvPr/>
        </p:nvSpPr>
        <p:spPr>
          <a:xfrm>
            <a:off x="3820748" y="677288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Medical Document Review </a:t>
            </a:r>
            <a:endParaRPr i="0" sz="800" u="none" cap="none" strike="noStrike">
              <a:latin typeface="Salesforce Sans"/>
              <a:ea typeface="Salesforce Sans"/>
              <a:cs typeface="Salesforce Sans"/>
              <a:sym typeface="Salesforce Sans"/>
            </a:endParaRPr>
          </a:p>
        </p:txBody>
      </p:sp>
      <p:sp>
        <p:nvSpPr>
          <p:cNvPr id="1322" name="Google Shape;1322;p82"/>
          <p:cNvSpPr/>
          <p:nvPr/>
        </p:nvSpPr>
        <p:spPr>
          <a:xfrm>
            <a:off x="3663735" y="67947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3" name="Google Shape;1323;p82"/>
          <p:cNvSpPr txBox="1"/>
          <p:nvPr/>
        </p:nvSpPr>
        <p:spPr>
          <a:xfrm>
            <a:off x="3820748" y="866212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Coordination </a:t>
            </a:r>
            <a:endParaRPr i="0" sz="800" u="none" cap="none" strike="noStrike">
              <a:latin typeface="Salesforce Sans"/>
              <a:ea typeface="Salesforce Sans"/>
              <a:cs typeface="Salesforce Sans"/>
              <a:sym typeface="Salesforce Sans"/>
            </a:endParaRPr>
          </a:p>
        </p:txBody>
      </p:sp>
      <p:sp>
        <p:nvSpPr>
          <p:cNvPr id="1324" name="Google Shape;1324;p82"/>
          <p:cNvSpPr/>
          <p:nvPr/>
        </p:nvSpPr>
        <p:spPr>
          <a:xfrm>
            <a:off x="3663735" y="8684024"/>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5" name="Google Shape;1325;p82"/>
          <p:cNvSpPr txBox="1"/>
          <p:nvPr/>
        </p:nvSpPr>
        <p:spPr>
          <a:xfrm>
            <a:off x="3820748" y="881946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Utilization Management </a:t>
            </a:r>
            <a:endParaRPr i="0" sz="800" u="none" cap="none" strike="noStrike">
              <a:latin typeface="Salesforce Sans"/>
              <a:ea typeface="Salesforce Sans"/>
              <a:cs typeface="Salesforce Sans"/>
              <a:sym typeface="Salesforce Sans"/>
            </a:endParaRPr>
          </a:p>
        </p:txBody>
      </p:sp>
      <p:sp>
        <p:nvSpPr>
          <p:cNvPr id="1326" name="Google Shape;1326;p82"/>
          <p:cNvSpPr/>
          <p:nvPr/>
        </p:nvSpPr>
        <p:spPr>
          <a:xfrm>
            <a:off x="3663735" y="88413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7" name="Google Shape;1327;p82"/>
          <p:cNvSpPr txBox="1"/>
          <p:nvPr/>
        </p:nvSpPr>
        <p:spPr>
          <a:xfrm>
            <a:off x="3820748" y="897680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Support </a:t>
            </a:r>
            <a:endParaRPr i="0" sz="800" u="none" cap="none" strike="noStrike">
              <a:latin typeface="Salesforce Sans"/>
              <a:ea typeface="Salesforce Sans"/>
              <a:cs typeface="Salesforce Sans"/>
              <a:sym typeface="Salesforce Sans"/>
            </a:endParaRPr>
          </a:p>
        </p:txBody>
      </p:sp>
      <p:sp>
        <p:nvSpPr>
          <p:cNvPr id="1328" name="Google Shape;1328;p82"/>
          <p:cNvSpPr/>
          <p:nvPr/>
        </p:nvSpPr>
        <p:spPr>
          <a:xfrm>
            <a:off x="3663735" y="899870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9" name="Google Shape;1329;p82"/>
          <p:cNvSpPr txBox="1"/>
          <p:nvPr/>
        </p:nvSpPr>
        <p:spPr>
          <a:xfrm>
            <a:off x="3820748" y="913414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Home Health </a:t>
            </a:r>
            <a:r>
              <a:rPr lang="en" sz="800">
                <a:latin typeface="Salesforce Sans"/>
                <a:ea typeface="Salesforce Sans"/>
                <a:cs typeface="Salesforce Sans"/>
                <a:sym typeface="Salesforce Sans"/>
              </a:rPr>
              <a:t>Quoting &amp; Budgeting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30" name="Google Shape;1330;p82"/>
          <p:cNvSpPr/>
          <p:nvPr/>
        </p:nvSpPr>
        <p:spPr>
          <a:xfrm>
            <a:off x="3663735" y="9156042"/>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1" name="Google Shape;1331;p82"/>
          <p:cNvSpPr txBox="1"/>
          <p:nvPr/>
        </p:nvSpPr>
        <p:spPr>
          <a:xfrm>
            <a:off x="3820748" y="92914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Benefits &amp; eligibility verification </a:t>
            </a:r>
            <a:endParaRPr i="0" sz="800" u="none" cap="none" strike="noStrike">
              <a:latin typeface="Salesforce Sans"/>
              <a:ea typeface="Salesforce Sans"/>
              <a:cs typeface="Salesforce Sans"/>
              <a:sym typeface="Salesforce Sans"/>
            </a:endParaRPr>
          </a:p>
        </p:txBody>
      </p:sp>
      <p:sp>
        <p:nvSpPr>
          <p:cNvPr id="1332" name="Google Shape;1332;p82"/>
          <p:cNvSpPr/>
          <p:nvPr/>
        </p:nvSpPr>
        <p:spPr>
          <a:xfrm>
            <a:off x="3663735" y="9313382"/>
            <a:ext cx="79200" cy="79200"/>
          </a:xfrm>
          <a:prstGeom prst="ellipse">
            <a:avLst/>
          </a:prstGeom>
          <a:solidFill>
            <a:srgbClr val="1360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3" name="Google Shape;1333;p82"/>
          <p:cNvSpPr txBox="1"/>
          <p:nvPr/>
        </p:nvSpPr>
        <p:spPr>
          <a:xfrm>
            <a:off x="3820748" y="95296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Engagement </a:t>
            </a:r>
            <a:endParaRPr i="0" sz="800" u="none" cap="none" strike="noStrike">
              <a:latin typeface="Salesforce Sans"/>
              <a:ea typeface="Salesforce Sans"/>
              <a:cs typeface="Salesforce Sans"/>
              <a:sym typeface="Salesforce Sans"/>
            </a:endParaRPr>
          </a:p>
        </p:txBody>
      </p:sp>
      <p:sp>
        <p:nvSpPr>
          <p:cNvPr id="1334" name="Google Shape;1334;p82"/>
          <p:cNvSpPr/>
          <p:nvPr/>
        </p:nvSpPr>
        <p:spPr>
          <a:xfrm>
            <a:off x="3663735" y="955156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5" name="Google Shape;1335;p82"/>
          <p:cNvSpPr txBox="1"/>
          <p:nvPr/>
        </p:nvSpPr>
        <p:spPr>
          <a:xfrm>
            <a:off x="3820748" y="968700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Patient and pre-call summaries </a:t>
            </a:r>
            <a:endParaRPr i="0" sz="800" u="none" cap="none" strike="noStrike">
              <a:latin typeface="Salesforce Sans"/>
              <a:ea typeface="Salesforce Sans"/>
              <a:cs typeface="Salesforce Sans"/>
              <a:sym typeface="Salesforce Sans"/>
            </a:endParaRPr>
          </a:p>
        </p:txBody>
      </p:sp>
      <p:sp>
        <p:nvSpPr>
          <p:cNvPr id="1336" name="Google Shape;1336;p82"/>
          <p:cNvSpPr/>
          <p:nvPr/>
        </p:nvSpPr>
        <p:spPr>
          <a:xfrm>
            <a:off x="3663735" y="970890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7" name="Google Shape;1337;p82"/>
          <p:cNvSpPr txBox="1"/>
          <p:nvPr/>
        </p:nvSpPr>
        <p:spPr>
          <a:xfrm>
            <a:off x="3820748" y="984435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Program Enrollment </a:t>
            </a:r>
            <a:endParaRPr i="0" sz="800" u="none" cap="none" strike="noStrike">
              <a:latin typeface="Salesforce Sans"/>
              <a:ea typeface="Salesforce Sans"/>
              <a:cs typeface="Salesforce Sans"/>
              <a:sym typeface="Salesforce Sans"/>
            </a:endParaRPr>
          </a:p>
        </p:txBody>
      </p:sp>
      <p:sp>
        <p:nvSpPr>
          <p:cNvPr id="1338" name="Google Shape;1338;p82"/>
          <p:cNvSpPr/>
          <p:nvPr/>
        </p:nvSpPr>
        <p:spPr>
          <a:xfrm>
            <a:off x="3663735" y="986625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9" name="Google Shape;1339;p82"/>
          <p:cNvSpPr txBox="1"/>
          <p:nvPr/>
        </p:nvSpPr>
        <p:spPr>
          <a:xfrm>
            <a:off x="3820748" y="5829601"/>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Voice &amp; AI-powered assessments </a:t>
            </a:r>
            <a:endParaRPr i="0" sz="800" u="none" cap="none" strike="noStrike">
              <a:latin typeface="Salesforce Sans"/>
              <a:ea typeface="Salesforce Sans"/>
              <a:cs typeface="Salesforce Sans"/>
              <a:sym typeface="Salesforce Sans"/>
            </a:endParaRPr>
          </a:p>
        </p:txBody>
      </p:sp>
      <p:sp>
        <p:nvSpPr>
          <p:cNvPr id="1340" name="Google Shape;1340;p82"/>
          <p:cNvSpPr/>
          <p:nvPr/>
        </p:nvSpPr>
        <p:spPr>
          <a:xfrm>
            <a:off x="3663735" y="5851501"/>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1" name="Google Shape;1341;p82"/>
          <p:cNvSpPr txBox="1"/>
          <p:nvPr/>
        </p:nvSpPr>
        <p:spPr>
          <a:xfrm>
            <a:off x="3820748" y="69302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Scribe </a:t>
            </a:r>
            <a:endParaRPr i="0" sz="800" u="none" cap="none" strike="noStrike">
              <a:latin typeface="Salesforce Sans"/>
              <a:ea typeface="Salesforce Sans"/>
              <a:cs typeface="Salesforce Sans"/>
              <a:sym typeface="Salesforce Sans"/>
            </a:endParaRPr>
          </a:p>
        </p:txBody>
      </p:sp>
      <p:sp>
        <p:nvSpPr>
          <p:cNvPr id="1342" name="Google Shape;1342;p82"/>
          <p:cNvSpPr/>
          <p:nvPr/>
        </p:nvSpPr>
        <p:spPr>
          <a:xfrm>
            <a:off x="3663735" y="695212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3" name="Google Shape;1343;p82"/>
          <p:cNvSpPr txBox="1"/>
          <p:nvPr/>
        </p:nvSpPr>
        <p:spPr>
          <a:xfrm>
            <a:off x="3820748" y="6381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Virtual Care </a:t>
            </a:r>
            <a:endParaRPr i="0" sz="800" u="none" cap="none" strike="noStrike">
              <a:latin typeface="Salesforce Sans"/>
              <a:ea typeface="Salesforce Sans"/>
              <a:cs typeface="Salesforce Sans"/>
              <a:sym typeface="Salesforce Sans"/>
            </a:endParaRPr>
          </a:p>
        </p:txBody>
      </p:sp>
      <p:sp>
        <p:nvSpPr>
          <p:cNvPr id="1344" name="Google Shape;1344;p82"/>
          <p:cNvSpPr/>
          <p:nvPr/>
        </p:nvSpPr>
        <p:spPr>
          <a:xfrm>
            <a:off x="3663735" y="640310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5" name="Google Shape;1345;p82"/>
          <p:cNvSpPr txBox="1"/>
          <p:nvPr/>
        </p:nvSpPr>
        <p:spPr>
          <a:xfrm>
            <a:off x="869852"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346" name="Google Shape;1346;p82"/>
          <p:cNvSpPr txBox="1"/>
          <p:nvPr/>
        </p:nvSpPr>
        <p:spPr>
          <a:xfrm>
            <a:off x="2362728"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347" name="Google Shape;1347;p82"/>
          <p:cNvGrpSpPr/>
          <p:nvPr/>
        </p:nvGrpSpPr>
        <p:grpSpPr>
          <a:xfrm>
            <a:off x="755165" y="1921709"/>
            <a:ext cx="1322400" cy="449700"/>
            <a:chOff x="755165" y="1828821"/>
            <a:chExt cx="1322400" cy="449700"/>
          </a:xfrm>
        </p:grpSpPr>
        <p:sp>
          <p:nvSpPr>
            <p:cNvPr id="1348" name="Google Shape;1348;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49" name="Google Shape;1349;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 &amp; Outreach</a:t>
              </a:r>
              <a:endParaRPr sz="900">
                <a:solidFill>
                  <a:srgbClr val="FFFFFF"/>
                </a:solidFill>
                <a:latin typeface="Avant Garde Demi SFDC"/>
                <a:ea typeface="Avant Garde Demi SFDC"/>
                <a:cs typeface="Avant Garde Demi SFDC"/>
                <a:sym typeface="Avant Garde Demi SFDC"/>
              </a:endParaRPr>
            </a:p>
          </p:txBody>
        </p:sp>
      </p:grpSp>
      <p:sp>
        <p:nvSpPr>
          <p:cNvPr id="1350" name="Google Shape;1350;p82"/>
          <p:cNvSpPr txBox="1"/>
          <p:nvPr/>
        </p:nvSpPr>
        <p:spPr>
          <a:xfrm>
            <a:off x="3820741"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351" name="Google Shape;1351;p82"/>
          <p:cNvSpPr txBox="1"/>
          <p:nvPr/>
        </p:nvSpPr>
        <p:spPr>
          <a:xfrm>
            <a:off x="3820748" y="190276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Segmentation </a:t>
            </a:r>
            <a:endParaRPr i="0" sz="800" u="none" cap="none" strike="noStrike">
              <a:latin typeface="Salesforce Sans"/>
              <a:ea typeface="Salesforce Sans"/>
              <a:cs typeface="Salesforce Sans"/>
              <a:sym typeface="Salesforce Sans"/>
            </a:endParaRPr>
          </a:p>
        </p:txBody>
      </p:sp>
      <p:sp>
        <p:nvSpPr>
          <p:cNvPr id="1352" name="Google Shape;1352;p82"/>
          <p:cNvSpPr/>
          <p:nvPr/>
        </p:nvSpPr>
        <p:spPr>
          <a:xfrm>
            <a:off x="3663735" y="192466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53" name="Google Shape;1353;p82"/>
          <p:cNvSpPr txBox="1"/>
          <p:nvPr/>
        </p:nvSpPr>
        <p:spPr>
          <a:xfrm>
            <a:off x="3820748" y="2060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Brand Builder </a:t>
            </a:r>
            <a:endParaRPr i="0" sz="800" u="none" cap="none" strike="noStrike">
              <a:latin typeface="Salesforce Sans"/>
              <a:ea typeface="Salesforce Sans"/>
              <a:cs typeface="Salesforce Sans"/>
              <a:sym typeface="Salesforce Sans"/>
            </a:endParaRPr>
          </a:p>
        </p:txBody>
      </p:sp>
      <p:sp>
        <p:nvSpPr>
          <p:cNvPr id="1354" name="Google Shape;1354;p82"/>
          <p:cNvSpPr/>
          <p:nvPr/>
        </p:nvSpPr>
        <p:spPr>
          <a:xfrm>
            <a:off x="3663735" y="208203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55" name="Google Shape;1355;p82"/>
          <p:cNvSpPr txBox="1"/>
          <p:nvPr/>
        </p:nvSpPr>
        <p:spPr>
          <a:xfrm>
            <a:off x="2362728" y="1896441"/>
            <a:ext cx="830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Strategic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356" name="Google Shape;1356;p82"/>
          <p:cNvGrpSpPr/>
          <p:nvPr/>
        </p:nvGrpSpPr>
        <p:grpSpPr>
          <a:xfrm>
            <a:off x="755165" y="4519559"/>
            <a:ext cx="1322400" cy="449700"/>
            <a:chOff x="755165" y="1828821"/>
            <a:chExt cx="1322400" cy="449700"/>
          </a:xfrm>
        </p:grpSpPr>
        <p:sp>
          <p:nvSpPr>
            <p:cNvPr id="1357" name="Google Shape;1357;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58" name="Google Shape;1358;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a:t>
              </a:r>
              <a:br>
                <a:rPr lang="en" sz="900">
                  <a:solidFill>
                    <a:srgbClr val="FFFFFF"/>
                  </a:solidFill>
                  <a:latin typeface="Avant Garde Demi SFDC"/>
                  <a:ea typeface="Avant Garde Demi SFDC"/>
                  <a:cs typeface="Avant Garde Demi SFDC"/>
                  <a:sym typeface="Avant Garde Demi SFDC"/>
                </a:rPr>
              </a:br>
              <a:r>
                <a:rPr lang="en" sz="900">
                  <a:solidFill>
                    <a:srgbClr val="FFFFFF"/>
                  </a:solidFill>
                  <a:latin typeface="Avant Garde Demi SFDC"/>
                  <a:ea typeface="Avant Garde Demi SFDC"/>
                  <a:cs typeface="Avant Garde Demi SFDC"/>
                  <a:sym typeface="Avant Garde Demi SFDC"/>
                </a:rPr>
                <a:t>Experience</a:t>
              </a:r>
              <a:endParaRPr sz="900">
                <a:solidFill>
                  <a:srgbClr val="FFFFFF"/>
                </a:solidFill>
                <a:latin typeface="Avant Garde Demi SFDC"/>
                <a:ea typeface="Avant Garde Demi SFDC"/>
                <a:cs typeface="Avant Garde Demi SFDC"/>
                <a:sym typeface="Avant Garde Demi SFDC"/>
              </a:endParaRPr>
            </a:p>
          </p:txBody>
        </p:sp>
      </p:grpSp>
      <p:grpSp>
        <p:nvGrpSpPr>
          <p:cNvPr id="1359" name="Google Shape;1359;p82"/>
          <p:cNvGrpSpPr/>
          <p:nvPr/>
        </p:nvGrpSpPr>
        <p:grpSpPr>
          <a:xfrm>
            <a:off x="755165" y="8686534"/>
            <a:ext cx="1322400" cy="449700"/>
            <a:chOff x="755165" y="1828821"/>
            <a:chExt cx="1322400" cy="449700"/>
          </a:xfrm>
        </p:grpSpPr>
        <p:sp>
          <p:nvSpPr>
            <p:cNvPr id="1360" name="Google Shape;1360;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61" name="Google Shape;1361;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Care Coordination for Providers</a:t>
              </a:r>
              <a:endParaRPr sz="900">
                <a:solidFill>
                  <a:srgbClr val="FFFFFF"/>
                </a:solidFill>
                <a:latin typeface="Avant Garde Demi SFDC"/>
                <a:ea typeface="Avant Garde Demi SFDC"/>
                <a:cs typeface="Avant Garde Demi SFDC"/>
                <a:sym typeface="Avant Garde Demi SFDC"/>
              </a:endParaRPr>
            </a:p>
          </p:txBody>
        </p:sp>
      </p:grpSp>
      <p:sp>
        <p:nvSpPr>
          <p:cNvPr id="1362" name="Google Shape;1362;p82"/>
          <p:cNvSpPr txBox="1"/>
          <p:nvPr/>
        </p:nvSpPr>
        <p:spPr>
          <a:xfrm>
            <a:off x="9761632" y="839720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Of Future And Skills Assessment </a:t>
            </a:r>
            <a:endParaRPr i="0" sz="800" u="none" cap="none" strike="noStrike">
              <a:latin typeface="Salesforce Sans"/>
              <a:ea typeface="Salesforce Sans"/>
              <a:cs typeface="Salesforce Sans"/>
              <a:sym typeface="Salesforce Sans"/>
            </a:endParaRPr>
          </a:p>
        </p:txBody>
      </p:sp>
      <p:sp>
        <p:nvSpPr>
          <p:cNvPr id="1363" name="Google Shape;1363;p82"/>
          <p:cNvSpPr/>
          <p:nvPr/>
        </p:nvSpPr>
        <p:spPr>
          <a:xfrm>
            <a:off x="8296054" y="1896585"/>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 Network Development &amp; Setup</a:t>
            </a:r>
            <a:endParaRPr b="1" i="0" sz="900" u="none" cap="none" strike="noStrike">
              <a:solidFill>
                <a:srgbClr val="066AFE"/>
              </a:solidFill>
              <a:latin typeface="Salesforce Sans"/>
              <a:ea typeface="Salesforce Sans"/>
              <a:cs typeface="Salesforce Sans"/>
              <a:sym typeface="Salesforce Sans"/>
            </a:endParaRPr>
          </a:p>
        </p:txBody>
      </p:sp>
      <p:sp>
        <p:nvSpPr>
          <p:cNvPr id="1364" name="Google Shape;1364;p82"/>
          <p:cNvSpPr/>
          <p:nvPr/>
        </p:nvSpPr>
        <p:spPr>
          <a:xfrm>
            <a:off x="8296050" y="2450962"/>
            <a:ext cx="1092600" cy="4395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Relationship &amp; Performance Mgmt</a:t>
            </a:r>
            <a:endParaRPr b="1" i="0" sz="900" u="none" cap="none" strike="noStrike">
              <a:solidFill>
                <a:srgbClr val="066AFE"/>
              </a:solidFill>
              <a:latin typeface="Salesforce Sans"/>
              <a:ea typeface="Salesforce Sans"/>
              <a:cs typeface="Salesforce Sans"/>
              <a:sym typeface="Salesforce Sans"/>
            </a:endParaRPr>
          </a:p>
        </p:txBody>
      </p:sp>
      <p:sp>
        <p:nvSpPr>
          <p:cNvPr id="1365" name="Google Shape;1365;p82"/>
          <p:cNvSpPr/>
          <p:nvPr/>
        </p:nvSpPr>
        <p:spPr>
          <a:xfrm>
            <a:off x="8296050" y="2914937"/>
            <a:ext cx="1092600" cy="2637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 Startupz</a:t>
            </a:r>
            <a:endParaRPr b="1" i="0" sz="900" u="none" cap="none" strike="noStrike">
              <a:solidFill>
                <a:srgbClr val="066AFE"/>
              </a:solidFill>
              <a:latin typeface="Salesforce Sans"/>
              <a:ea typeface="Salesforce Sans"/>
              <a:cs typeface="Salesforce Sans"/>
              <a:sym typeface="Salesforce Sans"/>
            </a:endParaRPr>
          </a:p>
        </p:txBody>
      </p:sp>
      <p:sp>
        <p:nvSpPr>
          <p:cNvPr id="1366" name="Google Shape;1366;p82"/>
          <p:cNvSpPr/>
          <p:nvPr/>
        </p:nvSpPr>
        <p:spPr>
          <a:xfrm>
            <a:off x="8296050" y="3465387"/>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Pre-Approval</a:t>
            </a:r>
            <a:endParaRPr b="1" i="0" sz="900" u="none" cap="none" strike="noStrike">
              <a:solidFill>
                <a:srgbClr val="066AFE"/>
              </a:solidFill>
              <a:latin typeface="Salesforce Sans"/>
              <a:ea typeface="Salesforce Sans"/>
              <a:cs typeface="Salesforce Sans"/>
              <a:sym typeface="Salesforce Sans"/>
            </a:endParaRPr>
          </a:p>
        </p:txBody>
      </p:sp>
      <p:sp>
        <p:nvSpPr>
          <p:cNvPr id="1367" name="Google Shape;1367;p82"/>
          <p:cNvSpPr/>
          <p:nvPr/>
        </p:nvSpPr>
        <p:spPr>
          <a:xfrm>
            <a:off x="8296042" y="3857951"/>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Trial Execution</a:t>
            </a:r>
            <a:endParaRPr b="1" i="0" sz="900" u="none" cap="none" strike="noStrike">
              <a:solidFill>
                <a:srgbClr val="066AFE"/>
              </a:solidFill>
              <a:latin typeface="Salesforce Sans"/>
              <a:ea typeface="Salesforce Sans"/>
              <a:cs typeface="Salesforce Sans"/>
              <a:sym typeface="Salesforce Sans"/>
            </a:endParaRPr>
          </a:p>
        </p:txBody>
      </p:sp>
      <p:sp>
        <p:nvSpPr>
          <p:cNvPr id="1368" name="Google Shape;1368;p82"/>
          <p:cNvSpPr/>
          <p:nvPr/>
        </p:nvSpPr>
        <p:spPr>
          <a:xfrm>
            <a:off x="8296042" y="4407125"/>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Data Analysis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Results</a:t>
            </a:r>
            <a:endParaRPr b="1" i="0" sz="900" u="none" cap="none" strike="noStrike">
              <a:solidFill>
                <a:srgbClr val="066AFE"/>
              </a:solidFill>
              <a:latin typeface="Salesforce Sans"/>
              <a:ea typeface="Salesforce Sans"/>
              <a:cs typeface="Salesforce Sans"/>
              <a:sym typeface="Salesforce Sans"/>
            </a:endParaRPr>
          </a:p>
        </p:txBody>
      </p:sp>
      <p:sp>
        <p:nvSpPr>
          <p:cNvPr id="1369" name="Google Shape;1369;p82"/>
          <p:cNvSpPr/>
          <p:nvPr/>
        </p:nvSpPr>
        <p:spPr>
          <a:xfrm>
            <a:off x="8296042" y="495467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Supply Chain Operations &amp; Management</a:t>
            </a:r>
            <a:endParaRPr b="1" i="0" sz="900" u="none" cap="none" strike="noStrike">
              <a:solidFill>
                <a:srgbClr val="066AFE"/>
              </a:solidFill>
              <a:latin typeface="Salesforce Sans"/>
              <a:ea typeface="Salesforce Sans"/>
              <a:cs typeface="Salesforce Sans"/>
              <a:sym typeface="Salesforce Sans"/>
            </a:endParaRPr>
          </a:p>
        </p:txBody>
      </p:sp>
      <p:sp>
        <p:nvSpPr>
          <p:cNvPr id="1370" name="Google Shape;1370;p82"/>
          <p:cNvSpPr/>
          <p:nvPr/>
        </p:nvSpPr>
        <p:spPr>
          <a:xfrm>
            <a:off x="8296042" y="5678728"/>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Procurement</a:t>
            </a:r>
            <a:endParaRPr b="1" i="0" sz="900" u="none" cap="none" strike="noStrike">
              <a:solidFill>
                <a:srgbClr val="066AFE"/>
              </a:solidFill>
              <a:latin typeface="Salesforce Sans"/>
              <a:ea typeface="Salesforce Sans"/>
              <a:cs typeface="Salesforce Sans"/>
              <a:sym typeface="Salesforce Sans"/>
            </a:endParaRPr>
          </a:p>
        </p:txBody>
      </p:sp>
      <p:sp>
        <p:nvSpPr>
          <p:cNvPr id="1371" name="Google Shape;1371;p82"/>
          <p:cNvSpPr/>
          <p:nvPr/>
        </p:nvSpPr>
        <p:spPr>
          <a:xfrm>
            <a:off x="8296042" y="622006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Logistics Management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Delivery</a:t>
            </a:r>
            <a:endParaRPr b="1" i="0" sz="900" u="none" cap="none" strike="noStrike">
              <a:solidFill>
                <a:srgbClr val="066AFE"/>
              </a:solidFill>
              <a:latin typeface="Salesforce Sans"/>
              <a:ea typeface="Salesforce Sans"/>
              <a:cs typeface="Salesforce Sans"/>
              <a:sym typeface="Salesforce Sans"/>
            </a:endParaRPr>
          </a:p>
        </p:txBody>
      </p:sp>
      <p:sp>
        <p:nvSpPr>
          <p:cNvPr id="1372" name="Google Shape;1372;p82"/>
          <p:cNvSpPr/>
          <p:nvPr/>
        </p:nvSpPr>
        <p:spPr>
          <a:xfrm>
            <a:off x="8296042" y="6937036"/>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Specialized Clinical Resource Management</a:t>
            </a:r>
            <a:endParaRPr b="1" i="0" sz="900" u="none" cap="none" strike="noStrike">
              <a:solidFill>
                <a:srgbClr val="066AFE"/>
              </a:solidFill>
              <a:latin typeface="Salesforce Sans"/>
              <a:ea typeface="Salesforce Sans"/>
              <a:cs typeface="Salesforce Sans"/>
              <a:sym typeface="Salesforce Sans"/>
            </a:endParaRPr>
          </a:p>
        </p:txBody>
      </p:sp>
      <p:sp>
        <p:nvSpPr>
          <p:cNvPr id="1373" name="Google Shape;1373;p82"/>
          <p:cNvSpPr/>
          <p:nvPr/>
        </p:nvSpPr>
        <p:spPr>
          <a:xfrm>
            <a:off x="8296042" y="7609744"/>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Workforce Management</a:t>
            </a:r>
            <a:endParaRPr b="1" i="0" sz="900" u="none" cap="none" strike="noStrike">
              <a:solidFill>
                <a:srgbClr val="066AFE"/>
              </a:solidFill>
              <a:latin typeface="Salesforce Sans"/>
              <a:ea typeface="Salesforce Sans"/>
              <a:cs typeface="Salesforce Sans"/>
              <a:sym typeface="Salesforce Sans"/>
            </a:endParaRPr>
          </a:p>
        </p:txBody>
      </p:sp>
      <p:sp>
        <p:nvSpPr>
          <p:cNvPr id="1374" name="Google Shape;1374;p82"/>
          <p:cNvSpPr/>
          <p:nvPr/>
        </p:nvSpPr>
        <p:spPr>
          <a:xfrm>
            <a:off x="8296050" y="7997005"/>
            <a:ext cx="1021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Digital Enablement</a:t>
            </a:r>
            <a:endParaRPr b="1" i="0" sz="900" u="none" cap="none" strike="noStrike">
              <a:solidFill>
                <a:srgbClr val="066AFE"/>
              </a:solidFill>
              <a:latin typeface="Salesforce Sans"/>
              <a:ea typeface="Salesforce Sans"/>
              <a:cs typeface="Salesforce Sans"/>
              <a:sym typeface="Salesforce Sans"/>
            </a:endParaRPr>
          </a:p>
        </p:txBody>
      </p:sp>
      <p:sp>
        <p:nvSpPr>
          <p:cNvPr id="1375" name="Google Shape;1375;p82"/>
          <p:cNvSpPr/>
          <p:nvPr/>
        </p:nvSpPr>
        <p:spPr>
          <a:xfrm>
            <a:off x="8296042" y="8384069"/>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376" name="Google Shape;1376;p82"/>
          <p:cNvSpPr/>
          <p:nvPr/>
        </p:nvSpPr>
        <p:spPr>
          <a:xfrm>
            <a:off x="8296042" y="8926420"/>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1377" name="Google Shape;1377;p82"/>
          <p:cNvSpPr txBox="1"/>
          <p:nvPr/>
        </p:nvSpPr>
        <p:spPr>
          <a:xfrm>
            <a:off x="9761633" y="18976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Acquisition </a:t>
            </a:r>
            <a:endParaRPr i="0" sz="800" u="none" cap="none" strike="noStrike">
              <a:latin typeface="Salesforce Sans"/>
              <a:ea typeface="Salesforce Sans"/>
              <a:cs typeface="Salesforce Sans"/>
              <a:sym typeface="Salesforce Sans"/>
            </a:endParaRPr>
          </a:p>
        </p:txBody>
      </p:sp>
      <p:sp>
        <p:nvSpPr>
          <p:cNvPr id="1378" name="Google Shape;1378;p82"/>
          <p:cNvSpPr/>
          <p:nvPr/>
        </p:nvSpPr>
        <p:spPr>
          <a:xfrm>
            <a:off x="9590884" y="191954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sz="800">
              <a:solidFill>
                <a:srgbClr val="002775"/>
              </a:solidFill>
              <a:latin typeface="Salesforce Sans"/>
              <a:ea typeface="Salesforce Sans"/>
              <a:cs typeface="Salesforce Sans"/>
              <a:sym typeface="Salesforce Sans"/>
            </a:endParaRPr>
          </a:p>
        </p:txBody>
      </p:sp>
      <p:sp>
        <p:nvSpPr>
          <p:cNvPr id="1379" name="Google Shape;1379;p82"/>
          <p:cNvSpPr txBox="1"/>
          <p:nvPr/>
        </p:nvSpPr>
        <p:spPr>
          <a:xfrm>
            <a:off x="9761633" y="205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Onboarding </a:t>
            </a:r>
            <a:endParaRPr i="0" sz="800" u="none" cap="none" strike="noStrike">
              <a:latin typeface="Salesforce Sans"/>
              <a:ea typeface="Salesforce Sans"/>
              <a:cs typeface="Salesforce Sans"/>
              <a:sym typeface="Salesforce Sans"/>
            </a:endParaRPr>
          </a:p>
        </p:txBody>
      </p:sp>
      <p:sp>
        <p:nvSpPr>
          <p:cNvPr id="1380" name="Google Shape;1380;p82"/>
          <p:cNvSpPr/>
          <p:nvPr/>
        </p:nvSpPr>
        <p:spPr>
          <a:xfrm>
            <a:off x="9590884" y="2076874"/>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1" name="Google Shape;1381;p82"/>
          <p:cNvSpPr txBox="1"/>
          <p:nvPr/>
        </p:nvSpPr>
        <p:spPr>
          <a:xfrm>
            <a:off x="9761633" y="22128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Relations </a:t>
            </a:r>
            <a:endParaRPr i="0" sz="800" u="none" cap="none" strike="noStrike">
              <a:latin typeface="Salesforce Sans"/>
              <a:ea typeface="Salesforce Sans"/>
              <a:cs typeface="Salesforce Sans"/>
              <a:sym typeface="Salesforce Sans"/>
            </a:endParaRPr>
          </a:p>
        </p:txBody>
      </p:sp>
      <p:sp>
        <p:nvSpPr>
          <p:cNvPr id="1382" name="Google Shape;1382;p82"/>
          <p:cNvSpPr/>
          <p:nvPr/>
        </p:nvSpPr>
        <p:spPr>
          <a:xfrm>
            <a:off x="9590884" y="223473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3" name="Google Shape;1383;p82"/>
          <p:cNvSpPr txBox="1"/>
          <p:nvPr/>
        </p:nvSpPr>
        <p:spPr>
          <a:xfrm>
            <a:off x="9761633" y="244761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84" name="Google Shape;1384;p82"/>
          <p:cNvSpPr/>
          <p:nvPr/>
        </p:nvSpPr>
        <p:spPr>
          <a:xfrm>
            <a:off x="9590884" y="246951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5" name="Google Shape;1385;p82"/>
          <p:cNvSpPr txBox="1"/>
          <p:nvPr/>
        </p:nvSpPr>
        <p:spPr>
          <a:xfrm>
            <a:off x="9761633" y="26052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Service </a:t>
            </a:r>
            <a:endParaRPr i="0" sz="800" u="none" cap="none" strike="noStrike">
              <a:latin typeface="Salesforce Sans"/>
              <a:ea typeface="Salesforce Sans"/>
              <a:cs typeface="Salesforce Sans"/>
              <a:sym typeface="Salesforce Sans"/>
            </a:endParaRPr>
          </a:p>
        </p:txBody>
      </p:sp>
      <p:sp>
        <p:nvSpPr>
          <p:cNvPr id="1386" name="Google Shape;1386;p82"/>
          <p:cNvSpPr/>
          <p:nvPr/>
        </p:nvSpPr>
        <p:spPr>
          <a:xfrm>
            <a:off x="9590884" y="26271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7" name="Google Shape;1387;p82"/>
          <p:cNvSpPr txBox="1"/>
          <p:nvPr/>
        </p:nvSpPr>
        <p:spPr>
          <a:xfrm>
            <a:off x="9761633" y="291655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Regional Identification </a:t>
            </a:r>
            <a:endParaRPr i="0" sz="800" u="none" cap="none" strike="noStrike">
              <a:latin typeface="Salesforce Sans"/>
              <a:ea typeface="Salesforce Sans"/>
              <a:cs typeface="Salesforce Sans"/>
              <a:sym typeface="Salesforce Sans"/>
            </a:endParaRPr>
          </a:p>
        </p:txBody>
      </p:sp>
      <p:sp>
        <p:nvSpPr>
          <p:cNvPr id="1388" name="Google Shape;1388;p82"/>
          <p:cNvSpPr/>
          <p:nvPr/>
        </p:nvSpPr>
        <p:spPr>
          <a:xfrm>
            <a:off x="9590884" y="29384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9" name="Google Shape;1389;p82"/>
          <p:cNvSpPr txBox="1"/>
          <p:nvPr/>
        </p:nvSpPr>
        <p:spPr>
          <a:xfrm>
            <a:off x="9761633" y="307442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Site Feasibility </a:t>
            </a:r>
            <a:endParaRPr i="0" sz="800" u="none" cap="none" strike="noStrike">
              <a:latin typeface="Salesforce Sans"/>
              <a:ea typeface="Salesforce Sans"/>
              <a:cs typeface="Salesforce Sans"/>
              <a:sym typeface="Salesforce Sans"/>
            </a:endParaRPr>
          </a:p>
        </p:txBody>
      </p:sp>
      <p:sp>
        <p:nvSpPr>
          <p:cNvPr id="1390" name="Google Shape;1390;p82"/>
          <p:cNvSpPr/>
          <p:nvPr/>
        </p:nvSpPr>
        <p:spPr>
          <a:xfrm>
            <a:off x="9590884" y="3096322"/>
            <a:ext cx="79200" cy="79200"/>
          </a:xfrm>
          <a:prstGeom prst="ellipse">
            <a:avLst/>
          </a:prstGeom>
          <a:solidFill>
            <a:srgbClr val="0B5CAB"/>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1" name="Google Shape;1391;p82"/>
          <p:cNvSpPr txBox="1"/>
          <p:nvPr/>
        </p:nvSpPr>
        <p:spPr>
          <a:xfrm>
            <a:off x="9761633" y="323229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Vendor Activation </a:t>
            </a:r>
            <a:endParaRPr i="0" sz="800" u="none" cap="none" strike="noStrike">
              <a:latin typeface="Salesforce Sans"/>
              <a:ea typeface="Salesforce Sans"/>
              <a:cs typeface="Salesforce Sans"/>
              <a:sym typeface="Salesforce Sans"/>
            </a:endParaRPr>
          </a:p>
        </p:txBody>
      </p:sp>
      <p:sp>
        <p:nvSpPr>
          <p:cNvPr id="1392" name="Google Shape;1392;p82"/>
          <p:cNvSpPr/>
          <p:nvPr/>
        </p:nvSpPr>
        <p:spPr>
          <a:xfrm>
            <a:off x="9590884" y="32541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3" name="Google Shape;1393;p82"/>
          <p:cNvSpPr txBox="1"/>
          <p:nvPr/>
        </p:nvSpPr>
        <p:spPr>
          <a:xfrm>
            <a:off x="9761633" y="346636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Country And Administrative Regulations </a:t>
            </a:r>
            <a:endParaRPr i="0" sz="800" u="none" cap="none" strike="noStrike">
              <a:latin typeface="Salesforce Sans"/>
              <a:ea typeface="Salesforce Sans"/>
              <a:cs typeface="Salesforce Sans"/>
              <a:sym typeface="Salesforce Sans"/>
            </a:endParaRPr>
          </a:p>
        </p:txBody>
      </p:sp>
      <p:sp>
        <p:nvSpPr>
          <p:cNvPr id="1394" name="Google Shape;1394;p82"/>
          <p:cNvSpPr/>
          <p:nvPr/>
        </p:nvSpPr>
        <p:spPr>
          <a:xfrm>
            <a:off x="9590884" y="348826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5" name="Google Shape;1395;p82"/>
          <p:cNvSpPr txBox="1"/>
          <p:nvPr/>
        </p:nvSpPr>
        <p:spPr>
          <a:xfrm>
            <a:off x="9761633" y="362424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Core Document Authoring </a:t>
            </a:r>
            <a:endParaRPr i="0" sz="800" u="none" cap="none" strike="noStrike">
              <a:latin typeface="Salesforce Sans"/>
              <a:ea typeface="Salesforce Sans"/>
              <a:cs typeface="Salesforce Sans"/>
              <a:sym typeface="Salesforce Sans"/>
            </a:endParaRPr>
          </a:p>
        </p:txBody>
      </p:sp>
      <p:sp>
        <p:nvSpPr>
          <p:cNvPr id="1396" name="Google Shape;1396;p82"/>
          <p:cNvSpPr/>
          <p:nvPr/>
        </p:nvSpPr>
        <p:spPr>
          <a:xfrm>
            <a:off x="9590884" y="364614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7" name="Google Shape;1397;p82"/>
          <p:cNvSpPr txBox="1"/>
          <p:nvPr/>
        </p:nvSpPr>
        <p:spPr>
          <a:xfrm>
            <a:off x="9761633" y="38606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CTMS </a:t>
            </a:r>
            <a:endParaRPr i="0" sz="800" u="none" cap="none" strike="noStrike">
              <a:latin typeface="Salesforce Sans"/>
              <a:ea typeface="Salesforce Sans"/>
              <a:cs typeface="Salesforce Sans"/>
              <a:sym typeface="Salesforce Sans"/>
            </a:endParaRPr>
          </a:p>
        </p:txBody>
      </p:sp>
      <p:sp>
        <p:nvSpPr>
          <p:cNvPr id="1398" name="Google Shape;1398;p82"/>
          <p:cNvSpPr/>
          <p:nvPr/>
        </p:nvSpPr>
        <p:spPr>
          <a:xfrm>
            <a:off x="9590884" y="38825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9" name="Google Shape;1399;p82"/>
          <p:cNvSpPr txBox="1"/>
          <p:nvPr/>
        </p:nvSpPr>
        <p:spPr>
          <a:xfrm>
            <a:off x="9761633" y="401641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Candidate Auto-matching</a:t>
            </a:r>
            <a:endParaRPr i="0" sz="800" u="none" cap="none" strike="noStrike">
              <a:latin typeface="Salesforce Sans"/>
              <a:ea typeface="Salesforce Sans"/>
              <a:cs typeface="Salesforce Sans"/>
              <a:sym typeface="Salesforce Sans"/>
            </a:endParaRPr>
          </a:p>
        </p:txBody>
      </p:sp>
      <p:sp>
        <p:nvSpPr>
          <p:cNvPr id="1400" name="Google Shape;1400;p82"/>
          <p:cNvSpPr/>
          <p:nvPr/>
        </p:nvSpPr>
        <p:spPr>
          <a:xfrm>
            <a:off x="9590884" y="403831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1" name="Google Shape;1401;p82"/>
          <p:cNvSpPr txBox="1"/>
          <p:nvPr/>
        </p:nvSpPr>
        <p:spPr>
          <a:xfrm>
            <a:off x="9761633" y="44069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Data Cleaning </a:t>
            </a:r>
            <a:endParaRPr i="0" sz="800" u="none" cap="none" strike="noStrike">
              <a:latin typeface="Salesforce Sans"/>
              <a:ea typeface="Salesforce Sans"/>
              <a:cs typeface="Salesforce Sans"/>
              <a:sym typeface="Salesforce Sans"/>
            </a:endParaRPr>
          </a:p>
        </p:txBody>
      </p:sp>
      <p:sp>
        <p:nvSpPr>
          <p:cNvPr id="1402" name="Google Shape;1402;p82"/>
          <p:cNvSpPr/>
          <p:nvPr/>
        </p:nvSpPr>
        <p:spPr>
          <a:xfrm>
            <a:off x="9590884" y="442883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3" name="Google Shape;1403;p82"/>
          <p:cNvSpPr txBox="1"/>
          <p:nvPr/>
        </p:nvSpPr>
        <p:spPr>
          <a:xfrm>
            <a:off x="9761633" y="47220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Publication Development </a:t>
            </a:r>
            <a:endParaRPr i="0" sz="800" u="none" cap="none" strike="noStrike">
              <a:latin typeface="Salesforce Sans"/>
              <a:ea typeface="Salesforce Sans"/>
              <a:cs typeface="Salesforce Sans"/>
              <a:sym typeface="Salesforce Sans"/>
            </a:endParaRPr>
          </a:p>
        </p:txBody>
      </p:sp>
      <p:sp>
        <p:nvSpPr>
          <p:cNvPr id="1404" name="Google Shape;1404;p82"/>
          <p:cNvSpPr/>
          <p:nvPr/>
        </p:nvSpPr>
        <p:spPr>
          <a:xfrm>
            <a:off x="9590884" y="474398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5" name="Google Shape;1405;p82"/>
          <p:cNvSpPr txBox="1"/>
          <p:nvPr/>
        </p:nvSpPr>
        <p:spPr>
          <a:xfrm>
            <a:off x="9761633" y="495615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Supply Chain </a:t>
            </a:r>
            <a:endParaRPr i="0" sz="800" u="none" cap="none" strike="noStrike">
              <a:latin typeface="Salesforce Sans"/>
              <a:ea typeface="Salesforce Sans"/>
              <a:cs typeface="Salesforce Sans"/>
              <a:sym typeface="Salesforce Sans"/>
            </a:endParaRPr>
          </a:p>
        </p:txBody>
      </p:sp>
      <p:sp>
        <p:nvSpPr>
          <p:cNvPr id="1406" name="Google Shape;1406;p82"/>
          <p:cNvSpPr/>
          <p:nvPr/>
        </p:nvSpPr>
        <p:spPr>
          <a:xfrm>
            <a:off x="9590884" y="497805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7" name="Google Shape;1407;p82"/>
          <p:cNvSpPr txBox="1"/>
          <p:nvPr/>
        </p:nvSpPr>
        <p:spPr>
          <a:xfrm>
            <a:off x="9761633" y="511522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Management </a:t>
            </a:r>
            <a:endParaRPr i="0" sz="800" u="none" cap="none" strike="noStrike">
              <a:latin typeface="Salesforce Sans"/>
              <a:ea typeface="Salesforce Sans"/>
              <a:cs typeface="Salesforce Sans"/>
              <a:sym typeface="Salesforce Sans"/>
            </a:endParaRPr>
          </a:p>
        </p:txBody>
      </p:sp>
      <p:sp>
        <p:nvSpPr>
          <p:cNvPr id="1408" name="Google Shape;1408;p82"/>
          <p:cNvSpPr/>
          <p:nvPr/>
        </p:nvSpPr>
        <p:spPr>
          <a:xfrm>
            <a:off x="9590884" y="513712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9" name="Google Shape;1409;p82"/>
          <p:cNvSpPr txBox="1"/>
          <p:nvPr/>
        </p:nvSpPr>
        <p:spPr>
          <a:xfrm>
            <a:off x="9761633" y="527428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t>
            </a:r>
            <a:endParaRPr i="0" sz="800" u="none" cap="none" strike="noStrike">
              <a:latin typeface="Salesforce Sans"/>
              <a:ea typeface="Salesforce Sans"/>
              <a:cs typeface="Salesforce Sans"/>
              <a:sym typeface="Salesforce Sans"/>
            </a:endParaRPr>
          </a:p>
        </p:txBody>
      </p:sp>
      <p:sp>
        <p:nvSpPr>
          <p:cNvPr id="1410" name="Google Shape;1410;p82"/>
          <p:cNvSpPr/>
          <p:nvPr/>
        </p:nvSpPr>
        <p:spPr>
          <a:xfrm>
            <a:off x="9590884" y="529618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1" name="Google Shape;1411;p82"/>
          <p:cNvSpPr txBox="1"/>
          <p:nvPr/>
        </p:nvSpPr>
        <p:spPr>
          <a:xfrm>
            <a:off x="9761633" y="543334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Logistics </a:t>
            </a:r>
            <a:endParaRPr i="0" sz="800" u="none" cap="none" strike="noStrike">
              <a:latin typeface="Salesforce Sans"/>
              <a:ea typeface="Salesforce Sans"/>
              <a:cs typeface="Salesforce Sans"/>
              <a:sym typeface="Salesforce Sans"/>
            </a:endParaRPr>
          </a:p>
        </p:txBody>
      </p:sp>
      <p:sp>
        <p:nvSpPr>
          <p:cNvPr id="1412" name="Google Shape;1412;p82"/>
          <p:cNvSpPr/>
          <p:nvPr/>
        </p:nvSpPr>
        <p:spPr>
          <a:xfrm>
            <a:off x="9590884" y="545524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3" name="Google Shape;1413;p82"/>
          <p:cNvSpPr txBox="1"/>
          <p:nvPr/>
        </p:nvSpPr>
        <p:spPr>
          <a:xfrm>
            <a:off x="9761632" y="566906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Qualification &amp; Contracting </a:t>
            </a:r>
            <a:endParaRPr i="0" sz="800" u="none" cap="none" strike="noStrike">
              <a:latin typeface="Salesforce Sans"/>
              <a:ea typeface="Salesforce Sans"/>
              <a:cs typeface="Salesforce Sans"/>
              <a:sym typeface="Salesforce Sans"/>
            </a:endParaRPr>
          </a:p>
        </p:txBody>
      </p:sp>
      <p:sp>
        <p:nvSpPr>
          <p:cNvPr id="1414" name="Google Shape;1414;p82"/>
          <p:cNvSpPr/>
          <p:nvPr/>
        </p:nvSpPr>
        <p:spPr>
          <a:xfrm>
            <a:off x="9590884" y="56909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5" name="Google Shape;1415;p82"/>
          <p:cNvSpPr txBox="1"/>
          <p:nvPr/>
        </p:nvSpPr>
        <p:spPr>
          <a:xfrm>
            <a:off x="9761632" y="58266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And Negotiation </a:t>
            </a:r>
            <a:endParaRPr i="0" sz="800" u="none" cap="none" strike="noStrike">
              <a:latin typeface="Salesforce Sans"/>
              <a:ea typeface="Salesforce Sans"/>
              <a:cs typeface="Salesforce Sans"/>
              <a:sym typeface="Salesforce Sans"/>
            </a:endParaRPr>
          </a:p>
        </p:txBody>
      </p:sp>
      <p:sp>
        <p:nvSpPr>
          <p:cNvPr id="1416" name="Google Shape;1416;p82"/>
          <p:cNvSpPr/>
          <p:nvPr/>
        </p:nvSpPr>
        <p:spPr>
          <a:xfrm>
            <a:off x="9590884" y="584853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7" name="Google Shape;1417;p82"/>
          <p:cNvSpPr txBox="1"/>
          <p:nvPr/>
        </p:nvSpPr>
        <p:spPr>
          <a:xfrm>
            <a:off x="9761632" y="598614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Performance Monitoring </a:t>
            </a:r>
            <a:endParaRPr i="0" sz="800" u="none" cap="none" strike="noStrike">
              <a:latin typeface="Salesforce Sans"/>
              <a:ea typeface="Salesforce Sans"/>
              <a:cs typeface="Salesforce Sans"/>
              <a:sym typeface="Salesforce Sans"/>
            </a:endParaRPr>
          </a:p>
        </p:txBody>
      </p:sp>
      <p:sp>
        <p:nvSpPr>
          <p:cNvPr id="1418" name="Google Shape;1418;p82"/>
          <p:cNvSpPr/>
          <p:nvPr/>
        </p:nvSpPr>
        <p:spPr>
          <a:xfrm>
            <a:off x="9590884" y="600804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9" name="Google Shape;1419;p82"/>
          <p:cNvSpPr txBox="1"/>
          <p:nvPr/>
        </p:nvSpPr>
        <p:spPr>
          <a:xfrm>
            <a:off x="9761632" y="622235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And Warehouse Optimization </a:t>
            </a:r>
            <a:endParaRPr i="0" sz="800" u="none" cap="none" strike="noStrike">
              <a:latin typeface="Salesforce Sans"/>
              <a:ea typeface="Salesforce Sans"/>
              <a:cs typeface="Salesforce Sans"/>
              <a:sym typeface="Salesforce Sans"/>
            </a:endParaRPr>
          </a:p>
        </p:txBody>
      </p:sp>
      <p:sp>
        <p:nvSpPr>
          <p:cNvPr id="1420" name="Google Shape;1420;p82"/>
          <p:cNvSpPr/>
          <p:nvPr/>
        </p:nvSpPr>
        <p:spPr>
          <a:xfrm>
            <a:off x="9590884" y="624425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1" name="Google Shape;1421;p82"/>
          <p:cNvSpPr txBox="1"/>
          <p:nvPr/>
        </p:nvSpPr>
        <p:spPr>
          <a:xfrm>
            <a:off x="9761632" y="637650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Distribution Control </a:t>
            </a:r>
            <a:endParaRPr i="0" sz="800" u="none" cap="none" strike="noStrike">
              <a:latin typeface="Salesforce Sans"/>
              <a:ea typeface="Salesforce Sans"/>
              <a:cs typeface="Salesforce Sans"/>
              <a:sym typeface="Salesforce Sans"/>
            </a:endParaRPr>
          </a:p>
        </p:txBody>
      </p:sp>
      <p:sp>
        <p:nvSpPr>
          <p:cNvPr id="1422" name="Google Shape;1422;p82"/>
          <p:cNvSpPr/>
          <p:nvPr/>
        </p:nvSpPr>
        <p:spPr>
          <a:xfrm>
            <a:off x="9590884" y="639840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rPr baseline="30000" lang="en" sz="800">
                <a:solidFill>
                  <a:srgbClr val="002775"/>
                </a:solidFill>
                <a:latin typeface="Salesforce Sans"/>
                <a:ea typeface="Salesforce Sans"/>
                <a:cs typeface="Salesforce Sans"/>
                <a:sym typeface="Salesforce Sans"/>
              </a:rPr>
              <a:t> </a:t>
            </a:r>
            <a:endParaRPr baseline="30000" i="0" sz="800" u="none" cap="none" strike="noStrike">
              <a:solidFill>
                <a:srgbClr val="002775"/>
              </a:solidFill>
              <a:latin typeface="Salesforce Sans"/>
              <a:ea typeface="Salesforce Sans"/>
              <a:cs typeface="Salesforce Sans"/>
              <a:sym typeface="Salesforce Sans"/>
            </a:endParaRPr>
          </a:p>
        </p:txBody>
      </p:sp>
      <p:sp>
        <p:nvSpPr>
          <p:cNvPr id="1423" name="Google Shape;1423;p82"/>
          <p:cNvSpPr txBox="1"/>
          <p:nvPr/>
        </p:nvSpPr>
        <p:spPr>
          <a:xfrm>
            <a:off x="9761632" y="6531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Transportation Planning </a:t>
            </a:r>
            <a:endParaRPr i="0" sz="800" u="none" cap="none" strike="noStrike">
              <a:latin typeface="Salesforce Sans"/>
              <a:ea typeface="Salesforce Sans"/>
              <a:cs typeface="Salesforce Sans"/>
              <a:sym typeface="Salesforce Sans"/>
            </a:endParaRPr>
          </a:p>
        </p:txBody>
      </p:sp>
      <p:sp>
        <p:nvSpPr>
          <p:cNvPr id="1424" name="Google Shape;1424;p82"/>
          <p:cNvSpPr/>
          <p:nvPr/>
        </p:nvSpPr>
        <p:spPr>
          <a:xfrm>
            <a:off x="9590884" y="655389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5" name="Google Shape;1425;p82"/>
          <p:cNvSpPr txBox="1"/>
          <p:nvPr/>
        </p:nvSpPr>
        <p:spPr>
          <a:xfrm>
            <a:off x="9761632" y="668749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Returns And Reporting </a:t>
            </a:r>
            <a:endParaRPr i="0" sz="800" u="none" cap="none" strike="noStrike">
              <a:latin typeface="Salesforce Sans"/>
              <a:ea typeface="Salesforce Sans"/>
              <a:cs typeface="Salesforce Sans"/>
              <a:sym typeface="Salesforce Sans"/>
            </a:endParaRPr>
          </a:p>
        </p:txBody>
      </p:sp>
      <p:sp>
        <p:nvSpPr>
          <p:cNvPr id="1426" name="Google Shape;1426;p82"/>
          <p:cNvSpPr/>
          <p:nvPr/>
        </p:nvSpPr>
        <p:spPr>
          <a:xfrm>
            <a:off x="9590884" y="670939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7" name="Google Shape;1427;p82"/>
          <p:cNvSpPr txBox="1"/>
          <p:nvPr/>
        </p:nvSpPr>
        <p:spPr>
          <a:xfrm>
            <a:off x="9761632" y="69175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Pharmacy Inventory </a:t>
            </a:r>
            <a:endParaRPr i="0" sz="800" u="none" cap="none" strike="noStrike">
              <a:latin typeface="Salesforce Sans"/>
              <a:ea typeface="Salesforce Sans"/>
              <a:cs typeface="Salesforce Sans"/>
              <a:sym typeface="Salesforce Sans"/>
            </a:endParaRPr>
          </a:p>
        </p:txBody>
      </p:sp>
      <p:sp>
        <p:nvSpPr>
          <p:cNvPr id="1428" name="Google Shape;1428;p82"/>
          <p:cNvSpPr/>
          <p:nvPr/>
        </p:nvSpPr>
        <p:spPr>
          <a:xfrm>
            <a:off x="9590884" y="693949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9" name="Google Shape;1429;p82"/>
          <p:cNvSpPr txBox="1"/>
          <p:nvPr/>
        </p:nvSpPr>
        <p:spPr>
          <a:xfrm>
            <a:off x="9761632" y="707308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Blood Inventory </a:t>
            </a:r>
            <a:endParaRPr i="0" sz="800" u="none" cap="none" strike="noStrike">
              <a:latin typeface="Salesforce Sans"/>
              <a:ea typeface="Salesforce Sans"/>
              <a:cs typeface="Salesforce Sans"/>
              <a:sym typeface="Salesforce Sans"/>
            </a:endParaRPr>
          </a:p>
        </p:txBody>
      </p:sp>
      <p:sp>
        <p:nvSpPr>
          <p:cNvPr id="1430" name="Google Shape;1430;p82"/>
          <p:cNvSpPr/>
          <p:nvPr/>
        </p:nvSpPr>
        <p:spPr>
          <a:xfrm>
            <a:off x="9590884" y="70949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1" name="Google Shape;1431;p82"/>
          <p:cNvSpPr txBox="1"/>
          <p:nvPr/>
        </p:nvSpPr>
        <p:spPr>
          <a:xfrm>
            <a:off x="9761632" y="722857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Sterilization </a:t>
            </a:r>
            <a:endParaRPr i="0" sz="800" u="none" cap="none" strike="noStrike">
              <a:latin typeface="Salesforce Sans"/>
              <a:ea typeface="Salesforce Sans"/>
              <a:cs typeface="Salesforce Sans"/>
              <a:sym typeface="Salesforce Sans"/>
            </a:endParaRPr>
          </a:p>
        </p:txBody>
      </p:sp>
      <p:sp>
        <p:nvSpPr>
          <p:cNvPr id="1432" name="Google Shape;1432;p82"/>
          <p:cNvSpPr/>
          <p:nvPr/>
        </p:nvSpPr>
        <p:spPr>
          <a:xfrm>
            <a:off x="9590884" y="725047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3" name="Google Shape;1433;p82"/>
          <p:cNvSpPr txBox="1"/>
          <p:nvPr/>
        </p:nvSpPr>
        <p:spPr>
          <a:xfrm>
            <a:off x="9761632" y="738407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Waste Management </a:t>
            </a:r>
            <a:endParaRPr i="0" sz="800" u="none" cap="none" strike="noStrike">
              <a:latin typeface="Salesforce Sans"/>
              <a:ea typeface="Salesforce Sans"/>
              <a:cs typeface="Salesforce Sans"/>
              <a:sym typeface="Salesforce Sans"/>
            </a:endParaRPr>
          </a:p>
        </p:txBody>
      </p:sp>
      <p:sp>
        <p:nvSpPr>
          <p:cNvPr id="1434" name="Google Shape;1434;p82"/>
          <p:cNvSpPr/>
          <p:nvPr/>
        </p:nvSpPr>
        <p:spPr>
          <a:xfrm>
            <a:off x="9590884" y="740597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5" name="Google Shape;1435;p82"/>
          <p:cNvSpPr txBox="1"/>
          <p:nvPr/>
        </p:nvSpPr>
        <p:spPr>
          <a:xfrm>
            <a:off x="9761632" y="761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Acquisition </a:t>
            </a:r>
            <a:endParaRPr i="0" sz="800" u="none" cap="none" strike="noStrike">
              <a:latin typeface="Salesforce Sans"/>
              <a:ea typeface="Salesforce Sans"/>
              <a:cs typeface="Salesforce Sans"/>
              <a:sym typeface="Salesforce Sans"/>
            </a:endParaRPr>
          </a:p>
        </p:txBody>
      </p:sp>
      <p:sp>
        <p:nvSpPr>
          <p:cNvPr id="1436" name="Google Shape;1436;p82"/>
          <p:cNvSpPr/>
          <p:nvPr/>
        </p:nvSpPr>
        <p:spPr>
          <a:xfrm>
            <a:off x="9590884" y="763686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7" name="Google Shape;1437;p82"/>
          <p:cNvSpPr txBox="1"/>
          <p:nvPr/>
        </p:nvSpPr>
        <p:spPr>
          <a:xfrm>
            <a:off x="9761632" y="77701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Operations </a:t>
            </a:r>
            <a:endParaRPr i="0" sz="800" u="none" cap="none" strike="noStrike">
              <a:latin typeface="Salesforce Sans"/>
              <a:ea typeface="Salesforce Sans"/>
              <a:cs typeface="Salesforce Sans"/>
              <a:sym typeface="Salesforce Sans"/>
            </a:endParaRPr>
          </a:p>
        </p:txBody>
      </p:sp>
      <p:sp>
        <p:nvSpPr>
          <p:cNvPr id="1438" name="Google Shape;1438;p82"/>
          <p:cNvSpPr/>
          <p:nvPr/>
        </p:nvSpPr>
        <p:spPr>
          <a:xfrm>
            <a:off x="9590884" y="779208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9" name="Google Shape;1439;p82"/>
          <p:cNvSpPr txBox="1"/>
          <p:nvPr/>
        </p:nvSpPr>
        <p:spPr>
          <a:xfrm>
            <a:off x="9761632" y="800056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Workflow Digitization </a:t>
            </a:r>
            <a:endParaRPr i="0" sz="800" u="none" cap="none" strike="noStrike">
              <a:latin typeface="Salesforce Sans"/>
              <a:ea typeface="Salesforce Sans"/>
              <a:cs typeface="Salesforce Sans"/>
              <a:sym typeface="Salesforce Sans"/>
            </a:endParaRPr>
          </a:p>
        </p:txBody>
      </p:sp>
      <p:sp>
        <p:nvSpPr>
          <p:cNvPr id="1440" name="Google Shape;1440;p82"/>
          <p:cNvSpPr/>
          <p:nvPr/>
        </p:nvSpPr>
        <p:spPr>
          <a:xfrm>
            <a:off x="9590884" y="802246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1" name="Google Shape;1441;p82"/>
          <p:cNvSpPr txBox="1"/>
          <p:nvPr/>
        </p:nvSpPr>
        <p:spPr>
          <a:xfrm>
            <a:off x="9761632" y="816557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Sop And Record Management </a:t>
            </a:r>
            <a:endParaRPr i="0" sz="800" u="none" cap="none" strike="noStrike">
              <a:latin typeface="Salesforce Sans"/>
              <a:ea typeface="Salesforce Sans"/>
              <a:cs typeface="Salesforce Sans"/>
              <a:sym typeface="Salesforce Sans"/>
            </a:endParaRPr>
          </a:p>
        </p:txBody>
      </p:sp>
      <p:sp>
        <p:nvSpPr>
          <p:cNvPr id="1442" name="Google Shape;1442;p82"/>
          <p:cNvSpPr/>
          <p:nvPr/>
        </p:nvSpPr>
        <p:spPr>
          <a:xfrm>
            <a:off x="9590884" y="8187477"/>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3" name="Google Shape;1443;p82"/>
          <p:cNvSpPr txBox="1"/>
          <p:nvPr/>
        </p:nvSpPr>
        <p:spPr>
          <a:xfrm>
            <a:off x="9761632" y="85479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Planning </a:t>
            </a:r>
            <a:endParaRPr i="0" sz="800" u="none" cap="none" strike="noStrike">
              <a:latin typeface="Salesforce Sans"/>
              <a:ea typeface="Salesforce Sans"/>
              <a:cs typeface="Salesforce Sans"/>
              <a:sym typeface="Salesforce Sans"/>
            </a:endParaRPr>
          </a:p>
        </p:txBody>
      </p:sp>
      <p:sp>
        <p:nvSpPr>
          <p:cNvPr id="1444" name="Google Shape;1444;p82"/>
          <p:cNvSpPr/>
          <p:nvPr/>
        </p:nvSpPr>
        <p:spPr>
          <a:xfrm>
            <a:off x="9590884" y="856989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5" name="Google Shape;1445;p82"/>
          <p:cNvSpPr txBox="1"/>
          <p:nvPr/>
        </p:nvSpPr>
        <p:spPr>
          <a:xfrm>
            <a:off x="9761632" y="870348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People Measurement &amp; Reporting </a:t>
            </a:r>
            <a:endParaRPr i="0" sz="800" u="none" cap="none" strike="noStrike">
              <a:latin typeface="Salesforce Sans"/>
              <a:ea typeface="Salesforce Sans"/>
              <a:cs typeface="Salesforce Sans"/>
              <a:sym typeface="Salesforce Sans"/>
            </a:endParaRPr>
          </a:p>
        </p:txBody>
      </p:sp>
      <p:sp>
        <p:nvSpPr>
          <p:cNvPr id="1446" name="Google Shape;1446;p82"/>
          <p:cNvSpPr/>
          <p:nvPr/>
        </p:nvSpPr>
        <p:spPr>
          <a:xfrm>
            <a:off x="9590884" y="8725386"/>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7" name="Google Shape;1447;p82"/>
          <p:cNvSpPr txBox="1"/>
          <p:nvPr/>
        </p:nvSpPr>
        <p:spPr>
          <a:xfrm>
            <a:off x="9761632" y="893425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Strategy Development </a:t>
            </a:r>
            <a:endParaRPr i="0" sz="800" u="none" cap="none" strike="noStrike">
              <a:latin typeface="Salesforce Sans"/>
              <a:ea typeface="Salesforce Sans"/>
              <a:cs typeface="Salesforce Sans"/>
              <a:sym typeface="Salesforce Sans"/>
            </a:endParaRPr>
          </a:p>
        </p:txBody>
      </p:sp>
      <p:sp>
        <p:nvSpPr>
          <p:cNvPr id="1448" name="Google Shape;1448;p82"/>
          <p:cNvSpPr/>
          <p:nvPr/>
        </p:nvSpPr>
        <p:spPr>
          <a:xfrm>
            <a:off x="9590884" y="895615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9" name="Google Shape;1449;p82"/>
          <p:cNvSpPr txBox="1"/>
          <p:nvPr/>
        </p:nvSpPr>
        <p:spPr>
          <a:xfrm>
            <a:off x="9761632" y="909781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Outreach </a:t>
            </a:r>
            <a:endParaRPr i="0" sz="800" u="none" cap="none" strike="noStrike">
              <a:latin typeface="Salesforce Sans"/>
              <a:ea typeface="Salesforce Sans"/>
              <a:cs typeface="Salesforce Sans"/>
              <a:sym typeface="Salesforce Sans"/>
            </a:endParaRPr>
          </a:p>
        </p:txBody>
      </p:sp>
      <p:sp>
        <p:nvSpPr>
          <p:cNvPr id="1450" name="Google Shape;1450;p82"/>
          <p:cNvSpPr/>
          <p:nvPr/>
        </p:nvSpPr>
        <p:spPr>
          <a:xfrm>
            <a:off x="9590884" y="911971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1" name="Google Shape;1451;p82"/>
          <p:cNvSpPr txBox="1"/>
          <p:nvPr/>
        </p:nvSpPr>
        <p:spPr>
          <a:xfrm>
            <a:off x="9761632" y="926282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Coaching </a:t>
            </a:r>
            <a:endParaRPr i="0" sz="800" u="none" cap="none" strike="noStrike">
              <a:latin typeface="Salesforce Sans"/>
              <a:ea typeface="Salesforce Sans"/>
              <a:cs typeface="Salesforce Sans"/>
              <a:sym typeface="Salesforce Sans"/>
            </a:endParaRPr>
          </a:p>
        </p:txBody>
      </p:sp>
      <p:sp>
        <p:nvSpPr>
          <p:cNvPr id="1452" name="Google Shape;1452;p82"/>
          <p:cNvSpPr/>
          <p:nvPr/>
        </p:nvSpPr>
        <p:spPr>
          <a:xfrm>
            <a:off x="9590884" y="928472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3" name="Google Shape;1453;p82"/>
          <p:cNvSpPr txBox="1"/>
          <p:nvPr/>
        </p:nvSpPr>
        <p:spPr>
          <a:xfrm>
            <a:off x="9761632" y="942780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Onboarding </a:t>
            </a:r>
            <a:endParaRPr i="0" sz="800" u="none" cap="none" strike="noStrike">
              <a:latin typeface="Salesforce Sans"/>
              <a:ea typeface="Salesforce Sans"/>
              <a:cs typeface="Salesforce Sans"/>
              <a:sym typeface="Salesforce Sans"/>
            </a:endParaRPr>
          </a:p>
        </p:txBody>
      </p:sp>
      <p:sp>
        <p:nvSpPr>
          <p:cNvPr id="1454" name="Google Shape;1454;p82"/>
          <p:cNvSpPr/>
          <p:nvPr/>
        </p:nvSpPr>
        <p:spPr>
          <a:xfrm>
            <a:off x="9590884" y="94497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5" name="Google Shape;1455;p82"/>
          <p:cNvSpPr txBox="1"/>
          <p:nvPr/>
        </p:nvSpPr>
        <p:spPr>
          <a:xfrm>
            <a:off x="9761633" y="417428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Study Management &amp; Site Selection</a:t>
            </a:r>
            <a:endParaRPr i="0" sz="800" u="none" cap="none" strike="noStrike">
              <a:latin typeface="Salesforce Sans"/>
              <a:ea typeface="Salesforce Sans"/>
              <a:cs typeface="Salesforce Sans"/>
              <a:sym typeface="Salesforce Sans"/>
            </a:endParaRPr>
          </a:p>
        </p:txBody>
      </p:sp>
      <p:sp>
        <p:nvSpPr>
          <p:cNvPr id="1456" name="Google Shape;1456;p82"/>
          <p:cNvSpPr/>
          <p:nvPr/>
        </p:nvSpPr>
        <p:spPr>
          <a:xfrm>
            <a:off x="9590884" y="419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1457" name="Google Shape;1457;p82"/>
          <p:cNvGrpSpPr/>
          <p:nvPr/>
        </p:nvGrpSpPr>
        <p:grpSpPr>
          <a:xfrm>
            <a:off x="6692090" y="1921709"/>
            <a:ext cx="1322400" cy="449700"/>
            <a:chOff x="755165" y="1828821"/>
            <a:chExt cx="1322400" cy="449700"/>
          </a:xfrm>
        </p:grpSpPr>
        <p:sp>
          <p:nvSpPr>
            <p:cNvPr id="1458" name="Google Shape;1458;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59" name="Google Shape;1459;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Provider Relations</a:t>
              </a:r>
              <a:endParaRPr sz="900">
                <a:solidFill>
                  <a:srgbClr val="FFFFFF"/>
                </a:solidFill>
                <a:latin typeface="Avant Garde Demi SFDC"/>
                <a:ea typeface="Avant Garde Demi SFDC"/>
                <a:cs typeface="Avant Garde Demi SFDC"/>
                <a:sym typeface="Avant Garde Demi SFDC"/>
              </a:endParaRPr>
            </a:p>
          </p:txBody>
        </p:sp>
      </p:grpSp>
      <p:grpSp>
        <p:nvGrpSpPr>
          <p:cNvPr id="1460" name="Google Shape;1460;p82"/>
          <p:cNvGrpSpPr/>
          <p:nvPr/>
        </p:nvGrpSpPr>
        <p:grpSpPr>
          <a:xfrm>
            <a:off x="6692090" y="2878284"/>
            <a:ext cx="1322400" cy="449700"/>
            <a:chOff x="755165" y="1828821"/>
            <a:chExt cx="1322400" cy="449700"/>
          </a:xfrm>
        </p:grpSpPr>
        <p:sp>
          <p:nvSpPr>
            <p:cNvPr id="1461" name="Google Shape;1461;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62" name="Google Shape;1462;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Research</a:t>
              </a:r>
              <a:endParaRPr sz="900">
                <a:solidFill>
                  <a:srgbClr val="FFFFFF"/>
                </a:solidFill>
                <a:latin typeface="Avant Garde Demi SFDC"/>
                <a:ea typeface="Avant Garde Demi SFDC"/>
                <a:cs typeface="Avant Garde Demi SFDC"/>
                <a:sym typeface="Avant Garde Demi SFDC"/>
              </a:endParaRPr>
            </a:p>
          </p:txBody>
        </p:sp>
      </p:grpSp>
      <p:grpSp>
        <p:nvGrpSpPr>
          <p:cNvPr id="1463" name="Google Shape;1463;p82"/>
          <p:cNvGrpSpPr/>
          <p:nvPr/>
        </p:nvGrpSpPr>
        <p:grpSpPr>
          <a:xfrm>
            <a:off x="6692090" y="7639321"/>
            <a:ext cx="1322400" cy="449700"/>
            <a:chOff x="755165" y="1828821"/>
            <a:chExt cx="1322400" cy="449700"/>
          </a:xfrm>
        </p:grpSpPr>
        <p:sp>
          <p:nvSpPr>
            <p:cNvPr id="1464" name="Google Shape;1464;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65" name="Google Shape;1465;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466" name="Google Shape;1466;p82"/>
          <p:cNvSpPr txBox="1"/>
          <p:nvPr/>
        </p:nvSpPr>
        <p:spPr>
          <a:xfrm>
            <a:off x="9761633" y="4565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Statistical Analysis </a:t>
            </a:r>
            <a:endParaRPr i="0" sz="800" u="none" cap="none" strike="noStrike">
              <a:latin typeface="Salesforce Sans"/>
              <a:ea typeface="Salesforce Sans"/>
              <a:cs typeface="Salesforce Sans"/>
              <a:sym typeface="Salesforce Sans"/>
            </a:endParaRPr>
          </a:p>
        </p:txBody>
      </p:sp>
      <p:sp>
        <p:nvSpPr>
          <p:cNvPr id="1467" name="Google Shape;1467;p82"/>
          <p:cNvSpPr/>
          <p:nvPr/>
        </p:nvSpPr>
        <p:spPr>
          <a:xfrm>
            <a:off x="9590884" y="4593852"/>
            <a:ext cx="79200" cy="79200"/>
          </a:xfrm>
          <a:prstGeom prst="ellipse">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68" name="Google Shape;1468;p82"/>
          <p:cNvSpPr txBox="1"/>
          <p:nvPr/>
        </p:nvSpPr>
        <p:spPr>
          <a:xfrm>
            <a:off x="6808917"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469" name="Google Shape;1469;p82"/>
          <p:cNvSpPr txBox="1"/>
          <p:nvPr/>
        </p:nvSpPr>
        <p:spPr>
          <a:xfrm>
            <a:off x="8301793"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470" name="Google Shape;1470;p82"/>
          <p:cNvSpPr txBox="1"/>
          <p:nvPr/>
        </p:nvSpPr>
        <p:spPr>
          <a:xfrm>
            <a:off x="9759805"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471" name="Google Shape;1471;p82"/>
          <p:cNvSpPr txBox="1"/>
          <p:nvPr/>
        </p:nvSpPr>
        <p:spPr>
          <a:xfrm>
            <a:off x="14884817" y="19139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Career Path Design </a:t>
            </a:r>
            <a:endParaRPr i="0" sz="800" u="none" cap="none" strike="noStrike">
              <a:latin typeface="Salesforce Sans"/>
              <a:ea typeface="Salesforce Sans"/>
              <a:cs typeface="Salesforce Sans"/>
              <a:sym typeface="Salesforce Sans"/>
            </a:endParaRPr>
          </a:p>
        </p:txBody>
      </p:sp>
      <p:sp>
        <p:nvSpPr>
          <p:cNvPr id="1472" name="Google Shape;1472;p82"/>
          <p:cNvSpPr txBox="1"/>
          <p:nvPr/>
        </p:nvSpPr>
        <p:spPr>
          <a:xfrm>
            <a:off x="14884817" y="292262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Compliance &amp; Labour Relations Monitoring </a:t>
            </a:r>
            <a:endParaRPr i="0" sz="800" u="none" cap="none" strike="noStrike">
              <a:latin typeface="Salesforce Sans"/>
              <a:ea typeface="Salesforce Sans"/>
              <a:cs typeface="Salesforce Sans"/>
              <a:sym typeface="Salesforce Sans"/>
            </a:endParaRPr>
          </a:p>
        </p:txBody>
      </p:sp>
      <p:sp>
        <p:nvSpPr>
          <p:cNvPr id="1473" name="Google Shape;1473;p82"/>
          <p:cNvSpPr txBox="1"/>
          <p:nvPr/>
        </p:nvSpPr>
        <p:spPr>
          <a:xfrm>
            <a:off x="14884817" y="37002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1474" name="Google Shape;1474;p82"/>
          <p:cNvSpPr txBox="1"/>
          <p:nvPr/>
        </p:nvSpPr>
        <p:spPr>
          <a:xfrm>
            <a:off x="14884817" y="38568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1475" name="Google Shape;1475;p82"/>
          <p:cNvSpPr txBox="1"/>
          <p:nvPr/>
        </p:nvSpPr>
        <p:spPr>
          <a:xfrm>
            <a:off x="14884817" y="401345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Access &amp; Security Policy Creation </a:t>
            </a:r>
            <a:endParaRPr i="0" sz="800" u="none" cap="none" strike="noStrike">
              <a:latin typeface="Salesforce Sans"/>
              <a:ea typeface="Salesforce Sans"/>
              <a:cs typeface="Salesforce Sans"/>
              <a:sym typeface="Salesforce Sans"/>
            </a:endParaRPr>
          </a:p>
        </p:txBody>
      </p:sp>
      <p:sp>
        <p:nvSpPr>
          <p:cNvPr id="1476" name="Google Shape;1476;p82"/>
          <p:cNvSpPr txBox="1"/>
          <p:nvPr/>
        </p:nvSpPr>
        <p:spPr>
          <a:xfrm>
            <a:off x="14884817" y="433738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Development </a:t>
            </a:r>
            <a:endParaRPr i="0" sz="800" u="none" cap="none" strike="noStrike">
              <a:latin typeface="Salesforce Sans"/>
              <a:ea typeface="Salesforce Sans"/>
              <a:cs typeface="Salesforce Sans"/>
              <a:sym typeface="Salesforce Sans"/>
            </a:endParaRPr>
          </a:p>
        </p:txBody>
      </p:sp>
      <p:sp>
        <p:nvSpPr>
          <p:cNvPr id="1477" name="Google Shape;1477;p82"/>
          <p:cNvSpPr txBox="1"/>
          <p:nvPr/>
        </p:nvSpPr>
        <p:spPr>
          <a:xfrm>
            <a:off x="14884817" y="451422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Testing </a:t>
            </a:r>
            <a:endParaRPr i="0" sz="800" u="none" cap="none" strike="noStrike">
              <a:latin typeface="Salesforce Sans"/>
              <a:ea typeface="Salesforce Sans"/>
              <a:cs typeface="Salesforce Sans"/>
              <a:sym typeface="Salesforce Sans"/>
            </a:endParaRPr>
          </a:p>
        </p:txBody>
      </p:sp>
      <p:sp>
        <p:nvSpPr>
          <p:cNvPr id="1478" name="Google Shape;1478;p82"/>
          <p:cNvSpPr txBox="1"/>
          <p:nvPr/>
        </p:nvSpPr>
        <p:spPr>
          <a:xfrm>
            <a:off x="14884817" y="69298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Transaction Monitoring </a:t>
            </a:r>
            <a:endParaRPr i="0" sz="800" u="none" cap="none" strike="noStrike">
              <a:latin typeface="Salesforce Sans"/>
              <a:ea typeface="Salesforce Sans"/>
              <a:cs typeface="Salesforce Sans"/>
              <a:sym typeface="Salesforce Sans"/>
            </a:endParaRPr>
          </a:p>
        </p:txBody>
      </p:sp>
      <p:sp>
        <p:nvSpPr>
          <p:cNvPr id="1479" name="Google Shape;1479;p82"/>
          <p:cNvSpPr txBox="1"/>
          <p:nvPr/>
        </p:nvSpPr>
        <p:spPr>
          <a:xfrm>
            <a:off x="14884817" y="762537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Cash &amp; Liquidity Management </a:t>
            </a:r>
            <a:endParaRPr i="0" sz="800" u="none" cap="none" strike="noStrike">
              <a:latin typeface="Salesforce Sans"/>
              <a:ea typeface="Salesforce Sans"/>
              <a:cs typeface="Salesforce Sans"/>
              <a:sym typeface="Salesforce Sans"/>
            </a:endParaRPr>
          </a:p>
        </p:txBody>
      </p:sp>
      <p:sp>
        <p:nvSpPr>
          <p:cNvPr id="1480" name="Google Shape;1480;p82"/>
          <p:cNvSpPr txBox="1"/>
          <p:nvPr/>
        </p:nvSpPr>
        <p:spPr>
          <a:xfrm>
            <a:off x="14884817" y="778078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Risk Management </a:t>
            </a:r>
            <a:endParaRPr i="0" sz="800" u="none" cap="none" strike="noStrike">
              <a:latin typeface="Salesforce Sans"/>
              <a:ea typeface="Salesforce Sans"/>
              <a:cs typeface="Salesforce Sans"/>
              <a:sym typeface="Salesforce Sans"/>
            </a:endParaRPr>
          </a:p>
        </p:txBody>
      </p:sp>
      <p:sp>
        <p:nvSpPr>
          <p:cNvPr id="1481" name="Google Shape;1481;p82"/>
          <p:cNvSpPr txBox="1"/>
          <p:nvPr/>
        </p:nvSpPr>
        <p:spPr>
          <a:xfrm>
            <a:off x="14884817" y="801001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Tax Filing </a:t>
            </a:r>
            <a:endParaRPr i="0" sz="800" u="none" cap="none" strike="noStrike">
              <a:latin typeface="Salesforce Sans"/>
              <a:ea typeface="Salesforce Sans"/>
              <a:cs typeface="Salesforce Sans"/>
              <a:sym typeface="Salesforce Sans"/>
            </a:endParaRPr>
          </a:p>
        </p:txBody>
      </p:sp>
      <p:sp>
        <p:nvSpPr>
          <p:cNvPr id="1482" name="Google Shape;1482;p82"/>
          <p:cNvSpPr txBox="1"/>
          <p:nvPr/>
        </p:nvSpPr>
        <p:spPr>
          <a:xfrm>
            <a:off x="14884817" y="81844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Regulatory Reporting </a:t>
            </a:r>
            <a:endParaRPr i="0" sz="800" u="none" cap="none" strike="noStrike">
              <a:latin typeface="Salesforce Sans"/>
              <a:ea typeface="Salesforce Sans"/>
              <a:cs typeface="Salesforce Sans"/>
              <a:sym typeface="Salesforce Sans"/>
            </a:endParaRPr>
          </a:p>
        </p:txBody>
      </p:sp>
      <p:sp>
        <p:nvSpPr>
          <p:cNvPr id="1483" name="Google Shape;1483;p82"/>
          <p:cNvSpPr txBox="1"/>
          <p:nvPr/>
        </p:nvSpPr>
        <p:spPr>
          <a:xfrm>
            <a:off x="14884817" y="857150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Presentation Creation </a:t>
            </a:r>
            <a:endParaRPr i="0" sz="800" u="none" cap="none" strike="noStrike">
              <a:latin typeface="Salesforce Sans"/>
              <a:ea typeface="Salesforce Sans"/>
              <a:cs typeface="Salesforce Sans"/>
              <a:sym typeface="Salesforce Sans"/>
            </a:endParaRPr>
          </a:p>
        </p:txBody>
      </p:sp>
      <p:sp>
        <p:nvSpPr>
          <p:cNvPr id="1484" name="Google Shape;1484;p82"/>
          <p:cNvSpPr txBox="1"/>
          <p:nvPr/>
        </p:nvSpPr>
        <p:spPr>
          <a:xfrm>
            <a:off x="14884817" y="887932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Registration </a:t>
            </a:r>
            <a:endParaRPr i="0" sz="800" u="none" cap="none" strike="noStrike">
              <a:latin typeface="Salesforce Sans"/>
              <a:ea typeface="Salesforce Sans"/>
              <a:cs typeface="Salesforce Sans"/>
              <a:sym typeface="Salesforce Sans"/>
            </a:endParaRPr>
          </a:p>
        </p:txBody>
      </p:sp>
      <p:sp>
        <p:nvSpPr>
          <p:cNvPr id="1485" name="Google Shape;1485;p82"/>
          <p:cNvSpPr txBox="1"/>
          <p:nvPr/>
        </p:nvSpPr>
        <p:spPr>
          <a:xfrm>
            <a:off x="14884825" y="9034721"/>
            <a:ext cx="307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Enforcement </a:t>
            </a:r>
            <a:endParaRPr i="0" sz="800" u="none" cap="none" strike="noStrike">
              <a:latin typeface="Salesforce Sans"/>
              <a:ea typeface="Salesforce Sans"/>
              <a:cs typeface="Salesforce Sans"/>
              <a:sym typeface="Salesforce Sans"/>
            </a:endParaRPr>
          </a:p>
        </p:txBody>
      </p:sp>
      <p:sp>
        <p:nvSpPr>
          <p:cNvPr id="1486" name="Google Shape;1486;p82"/>
          <p:cNvSpPr/>
          <p:nvPr/>
        </p:nvSpPr>
        <p:spPr>
          <a:xfrm>
            <a:off x="13420704" y="1891938"/>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Management &amp; Development</a:t>
            </a:r>
            <a:endParaRPr b="1" i="0" sz="900" u="none" cap="none" strike="noStrike">
              <a:solidFill>
                <a:srgbClr val="066AFE"/>
              </a:solidFill>
              <a:latin typeface="Salesforce Sans"/>
              <a:ea typeface="Salesforce Sans"/>
              <a:cs typeface="Salesforce Sans"/>
              <a:sym typeface="Salesforce Sans"/>
            </a:endParaRPr>
          </a:p>
        </p:txBody>
      </p:sp>
      <p:sp>
        <p:nvSpPr>
          <p:cNvPr id="1487" name="Google Shape;1487;p82"/>
          <p:cNvSpPr/>
          <p:nvPr/>
        </p:nvSpPr>
        <p:spPr>
          <a:xfrm>
            <a:off x="13420704" y="2450155"/>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Operations</a:t>
            </a:r>
            <a:endParaRPr b="1" i="0" sz="900" u="none" cap="none" strike="noStrike">
              <a:solidFill>
                <a:srgbClr val="066AFE"/>
              </a:solidFill>
              <a:latin typeface="Salesforce Sans"/>
              <a:ea typeface="Salesforce Sans"/>
              <a:cs typeface="Salesforce Sans"/>
              <a:sym typeface="Salesforce Sans"/>
            </a:endParaRPr>
          </a:p>
        </p:txBody>
      </p:sp>
      <p:sp>
        <p:nvSpPr>
          <p:cNvPr id="1488" name="Google Shape;1488;p82"/>
          <p:cNvSpPr/>
          <p:nvPr/>
        </p:nvSpPr>
        <p:spPr>
          <a:xfrm>
            <a:off x="13420704" y="314929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1489" name="Google Shape;1489;p82"/>
          <p:cNvSpPr/>
          <p:nvPr/>
        </p:nvSpPr>
        <p:spPr>
          <a:xfrm>
            <a:off x="13420704" y="369785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Cyber</a:t>
            </a:r>
            <a:endParaRPr b="1" i="0" sz="900" u="none" cap="none" strike="noStrike">
              <a:solidFill>
                <a:srgbClr val="066AFE"/>
              </a:solidFill>
              <a:latin typeface="Salesforce Sans"/>
              <a:ea typeface="Salesforce Sans"/>
              <a:cs typeface="Salesforce Sans"/>
              <a:sym typeface="Salesforce Sans"/>
            </a:endParaRPr>
          </a:p>
        </p:txBody>
      </p:sp>
      <p:sp>
        <p:nvSpPr>
          <p:cNvPr id="1490" name="Google Shape;1490;p82"/>
          <p:cNvSpPr/>
          <p:nvPr/>
        </p:nvSpPr>
        <p:spPr>
          <a:xfrm>
            <a:off x="13420704" y="4175744"/>
            <a:ext cx="10218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1491" name="Google Shape;1491;p82"/>
          <p:cNvSpPr/>
          <p:nvPr/>
        </p:nvSpPr>
        <p:spPr>
          <a:xfrm>
            <a:off x="13420704" y="4743720"/>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Hospital Operations</a:t>
            </a:r>
            <a:endParaRPr b="1" i="0" sz="900" u="none" cap="none" strike="noStrike">
              <a:solidFill>
                <a:srgbClr val="066AFE"/>
              </a:solidFill>
              <a:latin typeface="Salesforce Sans"/>
              <a:ea typeface="Salesforce Sans"/>
              <a:cs typeface="Salesforce Sans"/>
              <a:sym typeface="Salesforce Sans"/>
            </a:endParaRPr>
          </a:p>
        </p:txBody>
      </p:sp>
      <p:sp>
        <p:nvSpPr>
          <p:cNvPr id="1492" name="Google Shape;1492;p82"/>
          <p:cNvSpPr/>
          <p:nvPr/>
        </p:nvSpPr>
        <p:spPr>
          <a:xfrm>
            <a:off x="13420704" y="529734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493" name="Google Shape;1493;p82"/>
          <p:cNvSpPr/>
          <p:nvPr/>
        </p:nvSpPr>
        <p:spPr>
          <a:xfrm>
            <a:off x="13420704" y="584663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Revenue Cycle Management</a:t>
            </a:r>
            <a:endParaRPr b="1" i="0" sz="900" u="none" cap="none" strike="noStrike">
              <a:solidFill>
                <a:srgbClr val="066AFE"/>
              </a:solidFill>
              <a:latin typeface="Salesforce Sans"/>
              <a:ea typeface="Salesforce Sans"/>
              <a:cs typeface="Salesforce Sans"/>
              <a:sym typeface="Salesforce Sans"/>
            </a:endParaRPr>
          </a:p>
        </p:txBody>
      </p:sp>
      <p:sp>
        <p:nvSpPr>
          <p:cNvPr id="1494" name="Google Shape;1494;p82"/>
          <p:cNvSpPr/>
          <p:nvPr/>
        </p:nvSpPr>
        <p:spPr>
          <a:xfrm>
            <a:off x="13420704" y="6386911"/>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495" name="Google Shape;1495;p82"/>
          <p:cNvSpPr/>
          <p:nvPr/>
        </p:nvSpPr>
        <p:spPr>
          <a:xfrm>
            <a:off x="13420704" y="6925512"/>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Finance Operations</a:t>
            </a:r>
            <a:endParaRPr b="1" i="0" sz="900" u="none" cap="none" strike="noStrike">
              <a:solidFill>
                <a:srgbClr val="066AFE"/>
              </a:solidFill>
              <a:latin typeface="Salesforce Sans"/>
              <a:ea typeface="Salesforce Sans"/>
              <a:cs typeface="Salesforce Sans"/>
              <a:sym typeface="Salesforce Sans"/>
            </a:endParaRPr>
          </a:p>
        </p:txBody>
      </p:sp>
      <p:sp>
        <p:nvSpPr>
          <p:cNvPr id="1496" name="Google Shape;1496;p82"/>
          <p:cNvSpPr/>
          <p:nvPr/>
        </p:nvSpPr>
        <p:spPr>
          <a:xfrm>
            <a:off x="13420704" y="7619359"/>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Treasury</a:t>
            </a:r>
            <a:endParaRPr b="1" i="0" sz="900" u="none" cap="none" strike="noStrike">
              <a:solidFill>
                <a:srgbClr val="066AFE"/>
              </a:solidFill>
              <a:latin typeface="Salesforce Sans"/>
              <a:ea typeface="Salesforce Sans"/>
              <a:cs typeface="Salesforce Sans"/>
              <a:sym typeface="Salesforce Sans"/>
            </a:endParaRPr>
          </a:p>
        </p:txBody>
      </p:sp>
      <p:sp>
        <p:nvSpPr>
          <p:cNvPr id="1497" name="Google Shape;1497;p82"/>
          <p:cNvSpPr/>
          <p:nvPr/>
        </p:nvSpPr>
        <p:spPr>
          <a:xfrm>
            <a:off x="13420704" y="8006349"/>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Tax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Compliance</a:t>
            </a:r>
            <a:endParaRPr b="1" i="0" sz="900" u="none" cap="none" strike="noStrike">
              <a:solidFill>
                <a:srgbClr val="066AFE"/>
              </a:solidFill>
              <a:latin typeface="Salesforce Sans"/>
              <a:ea typeface="Salesforce Sans"/>
              <a:cs typeface="Salesforce Sans"/>
              <a:sym typeface="Salesforce Sans"/>
            </a:endParaRPr>
          </a:p>
        </p:txBody>
      </p:sp>
      <p:sp>
        <p:nvSpPr>
          <p:cNvPr id="1498" name="Google Shape;1498;p82"/>
          <p:cNvSpPr/>
          <p:nvPr/>
        </p:nvSpPr>
        <p:spPr>
          <a:xfrm>
            <a:off x="13420704" y="8429628"/>
            <a:ext cx="1092600" cy="246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Management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1499" name="Google Shape;1499;p82"/>
          <p:cNvSpPr/>
          <p:nvPr/>
        </p:nvSpPr>
        <p:spPr>
          <a:xfrm>
            <a:off x="13420704" y="8876755"/>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a:t>
            </a:r>
            <a:endParaRPr b="1" i="0" sz="900" u="none" cap="none" strike="noStrike">
              <a:solidFill>
                <a:srgbClr val="066AFE"/>
              </a:solidFill>
              <a:latin typeface="Salesforce Sans"/>
              <a:ea typeface="Salesforce Sans"/>
              <a:cs typeface="Salesforce Sans"/>
              <a:sym typeface="Salesforce Sans"/>
            </a:endParaRPr>
          </a:p>
        </p:txBody>
      </p:sp>
      <p:sp>
        <p:nvSpPr>
          <p:cNvPr id="1500" name="Google Shape;1500;p82"/>
          <p:cNvSpPr txBox="1"/>
          <p:nvPr/>
        </p:nvSpPr>
        <p:spPr>
          <a:xfrm>
            <a:off x="14884817" y="206935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Content Design &amp; Delivery </a:t>
            </a:r>
            <a:endParaRPr i="0" sz="800" u="none" cap="none" strike="noStrike">
              <a:latin typeface="Salesforce Sans"/>
              <a:ea typeface="Salesforce Sans"/>
              <a:cs typeface="Salesforce Sans"/>
              <a:sym typeface="Salesforce Sans"/>
            </a:endParaRPr>
          </a:p>
        </p:txBody>
      </p:sp>
      <p:sp>
        <p:nvSpPr>
          <p:cNvPr id="1501" name="Google Shape;1501;p82"/>
          <p:cNvSpPr/>
          <p:nvPr/>
        </p:nvSpPr>
        <p:spPr>
          <a:xfrm>
            <a:off x="14716218" y="20912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2" name="Google Shape;1502;p82"/>
          <p:cNvSpPr txBox="1"/>
          <p:nvPr/>
        </p:nvSpPr>
        <p:spPr>
          <a:xfrm>
            <a:off x="14884817" y="222476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1503" name="Google Shape;1503;p82"/>
          <p:cNvSpPr/>
          <p:nvPr/>
        </p:nvSpPr>
        <p:spPr>
          <a:xfrm>
            <a:off x="14716218" y="224666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4" name="Google Shape;1504;p82"/>
          <p:cNvSpPr txBox="1"/>
          <p:nvPr/>
        </p:nvSpPr>
        <p:spPr>
          <a:xfrm>
            <a:off x="14884817" y="24539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Compensation &amp; Benefit Creation &amp; Delivery </a:t>
            </a:r>
            <a:endParaRPr i="0" sz="800" u="none" cap="none" strike="noStrike">
              <a:latin typeface="Salesforce Sans"/>
              <a:ea typeface="Salesforce Sans"/>
              <a:cs typeface="Salesforce Sans"/>
              <a:sym typeface="Salesforce Sans"/>
            </a:endParaRPr>
          </a:p>
        </p:txBody>
      </p:sp>
      <p:sp>
        <p:nvSpPr>
          <p:cNvPr id="1505" name="Google Shape;1505;p82"/>
          <p:cNvSpPr/>
          <p:nvPr/>
        </p:nvSpPr>
        <p:spPr>
          <a:xfrm>
            <a:off x="14716218" y="247589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6" name="Google Shape;1506;p82"/>
          <p:cNvSpPr txBox="1"/>
          <p:nvPr/>
        </p:nvSpPr>
        <p:spPr>
          <a:xfrm>
            <a:off x="14884817" y="261179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Experience &amp; Health Monitoring </a:t>
            </a:r>
            <a:endParaRPr i="0" sz="800" u="none" cap="none" strike="noStrike">
              <a:latin typeface="Salesforce Sans"/>
              <a:ea typeface="Salesforce Sans"/>
              <a:cs typeface="Salesforce Sans"/>
              <a:sym typeface="Salesforce Sans"/>
            </a:endParaRPr>
          </a:p>
        </p:txBody>
      </p:sp>
      <p:sp>
        <p:nvSpPr>
          <p:cNvPr id="1507" name="Google Shape;1507;p82"/>
          <p:cNvSpPr/>
          <p:nvPr/>
        </p:nvSpPr>
        <p:spPr>
          <a:xfrm>
            <a:off x="14716218" y="2633692"/>
            <a:ext cx="79200" cy="79200"/>
          </a:xfrm>
          <a:prstGeom prst="ellipse">
            <a:avLst/>
          </a:prstGeom>
          <a:solidFill>
            <a:srgbClr val="D17D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8" name="Google Shape;1508;p82"/>
          <p:cNvSpPr txBox="1"/>
          <p:nvPr/>
        </p:nvSpPr>
        <p:spPr>
          <a:xfrm>
            <a:off x="14884817" y="276720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Payroll &amp; Vacation Monitoring </a:t>
            </a:r>
            <a:endParaRPr i="0" sz="800" u="none" cap="none" strike="noStrike">
              <a:latin typeface="Salesforce Sans"/>
              <a:ea typeface="Salesforce Sans"/>
              <a:cs typeface="Salesforce Sans"/>
              <a:sym typeface="Salesforce Sans"/>
            </a:endParaRPr>
          </a:p>
        </p:txBody>
      </p:sp>
      <p:sp>
        <p:nvSpPr>
          <p:cNvPr id="1509" name="Google Shape;1509;p82"/>
          <p:cNvSpPr/>
          <p:nvPr/>
        </p:nvSpPr>
        <p:spPr>
          <a:xfrm>
            <a:off x="14716218" y="27891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0" name="Google Shape;1510;p82"/>
          <p:cNvSpPr txBox="1"/>
          <p:nvPr/>
        </p:nvSpPr>
        <p:spPr>
          <a:xfrm>
            <a:off x="14884817" y="31530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Ticket Intake </a:t>
            </a:r>
            <a:endParaRPr i="0" sz="800" u="none" cap="none" strike="noStrike">
              <a:latin typeface="Salesforce Sans"/>
              <a:ea typeface="Salesforce Sans"/>
              <a:cs typeface="Salesforce Sans"/>
              <a:sym typeface="Salesforce Sans"/>
            </a:endParaRPr>
          </a:p>
        </p:txBody>
      </p:sp>
      <p:sp>
        <p:nvSpPr>
          <p:cNvPr id="1511" name="Google Shape;1511;p82"/>
          <p:cNvSpPr/>
          <p:nvPr/>
        </p:nvSpPr>
        <p:spPr>
          <a:xfrm>
            <a:off x="14716218" y="31749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2" name="Google Shape;1512;p82"/>
          <p:cNvSpPr txBox="1"/>
          <p:nvPr/>
        </p:nvSpPr>
        <p:spPr>
          <a:xfrm>
            <a:off x="14884817" y="33096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Resolution &amp; Troubleshooting </a:t>
            </a:r>
            <a:endParaRPr i="0" sz="800" u="none" cap="none" strike="noStrike">
              <a:latin typeface="Salesforce Sans"/>
              <a:ea typeface="Salesforce Sans"/>
              <a:cs typeface="Salesforce Sans"/>
              <a:sym typeface="Salesforce Sans"/>
            </a:endParaRPr>
          </a:p>
        </p:txBody>
      </p:sp>
      <p:sp>
        <p:nvSpPr>
          <p:cNvPr id="1513" name="Google Shape;1513;p82"/>
          <p:cNvSpPr/>
          <p:nvPr/>
        </p:nvSpPr>
        <p:spPr>
          <a:xfrm>
            <a:off x="14716218" y="33315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4" name="Google Shape;1514;p82"/>
          <p:cNvSpPr txBox="1"/>
          <p:nvPr/>
        </p:nvSpPr>
        <p:spPr>
          <a:xfrm>
            <a:off x="14884817" y="418196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&amp; Infra Lifecycle Management </a:t>
            </a:r>
            <a:endParaRPr i="0" sz="800" u="none" cap="none" strike="noStrike">
              <a:latin typeface="Salesforce Sans"/>
              <a:ea typeface="Salesforce Sans"/>
              <a:cs typeface="Salesforce Sans"/>
              <a:sym typeface="Salesforce Sans"/>
            </a:endParaRPr>
          </a:p>
        </p:txBody>
      </p:sp>
      <p:sp>
        <p:nvSpPr>
          <p:cNvPr id="1515" name="Google Shape;1515;p82"/>
          <p:cNvSpPr/>
          <p:nvPr/>
        </p:nvSpPr>
        <p:spPr>
          <a:xfrm>
            <a:off x="14716218" y="420386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6" name="Google Shape;1516;p82"/>
          <p:cNvSpPr txBox="1"/>
          <p:nvPr/>
        </p:nvSpPr>
        <p:spPr>
          <a:xfrm>
            <a:off x="14884817" y="474584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Capacity Management </a:t>
            </a:r>
            <a:endParaRPr i="0" sz="800" u="none" cap="none" strike="noStrike">
              <a:latin typeface="Salesforce Sans"/>
              <a:ea typeface="Salesforce Sans"/>
              <a:cs typeface="Salesforce Sans"/>
              <a:sym typeface="Salesforce Sans"/>
            </a:endParaRPr>
          </a:p>
        </p:txBody>
      </p:sp>
      <p:sp>
        <p:nvSpPr>
          <p:cNvPr id="1517" name="Google Shape;1517;p82"/>
          <p:cNvSpPr/>
          <p:nvPr/>
        </p:nvSpPr>
        <p:spPr>
          <a:xfrm>
            <a:off x="14716218" y="476774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8" name="Google Shape;1518;p82"/>
          <p:cNvSpPr txBox="1"/>
          <p:nvPr/>
        </p:nvSpPr>
        <p:spPr>
          <a:xfrm>
            <a:off x="14884817" y="490363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Flow </a:t>
            </a:r>
            <a:endParaRPr i="0" sz="800" u="none" cap="none" strike="noStrike">
              <a:latin typeface="Salesforce Sans"/>
              <a:ea typeface="Salesforce Sans"/>
              <a:cs typeface="Salesforce Sans"/>
              <a:sym typeface="Salesforce Sans"/>
            </a:endParaRPr>
          </a:p>
        </p:txBody>
      </p:sp>
      <p:sp>
        <p:nvSpPr>
          <p:cNvPr id="1519" name="Google Shape;1519;p82"/>
          <p:cNvSpPr/>
          <p:nvPr/>
        </p:nvSpPr>
        <p:spPr>
          <a:xfrm>
            <a:off x="14716218" y="492553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0" name="Google Shape;1520;p82"/>
          <p:cNvSpPr txBox="1"/>
          <p:nvPr/>
        </p:nvSpPr>
        <p:spPr>
          <a:xfrm>
            <a:off x="14884817" y="505905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Lifecycle </a:t>
            </a:r>
            <a:endParaRPr i="0" sz="800" u="none" cap="none" strike="noStrike">
              <a:latin typeface="Salesforce Sans"/>
              <a:ea typeface="Salesforce Sans"/>
              <a:cs typeface="Salesforce Sans"/>
              <a:sym typeface="Salesforce Sans"/>
            </a:endParaRPr>
          </a:p>
        </p:txBody>
      </p:sp>
      <p:sp>
        <p:nvSpPr>
          <p:cNvPr id="1521" name="Google Shape;1521;p82"/>
          <p:cNvSpPr/>
          <p:nvPr/>
        </p:nvSpPr>
        <p:spPr>
          <a:xfrm>
            <a:off x="14716218" y="508095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2" name="Google Shape;1522;p82"/>
          <p:cNvSpPr txBox="1"/>
          <p:nvPr/>
        </p:nvSpPr>
        <p:spPr>
          <a:xfrm>
            <a:off x="14884817" y="528828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Demand Forecasting </a:t>
            </a:r>
            <a:endParaRPr i="0" sz="800" u="none" cap="none" strike="noStrike">
              <a:latin typeface="Salesforce Sans"/>
              <a:ea typeface="Salesforce Sans"/>
              <a:cs typeface="Salesforce Sans"/>
              <a:sym typeface="Salesforce Sans"/>
            </a:endParaRPr>
          </a:p>
        </p:txBody>
      </p:sp>
      <p:sp>
        <p:nvSpPr>
          <p:cNvPr id="1523" name="Google Shape;1523;p82"/>
          <p:cNvSpPr/>
          <p:nvPr/>
        </p:nvSpPr>
        <p:spPr>
          <a:xfrm>
            <a:off x="14716218" y="531018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4" name="Google Shape;1524;p82"/>
          <p:cNvSpPr txBox="1"/>
          <p:nvPr/>
        </p:nvSpPr>
        <p:spPr>
          <a:xfrm>
            <a:off x="14884817" y="54627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OR Optimization </a:t>
            </a:r>
            <a:endParaRPr i="0" sz="800" u="none" cap="none" strike="noStrike">
              <a:latin typeface="Salesforce Sans"/>
              <a:ea typeface="Salesforce Sans"/>
              <a:cs typeface="Salesforce Sans"/>
              <a:sym typeface="Salesforce Sans"/>
            </a:endParaRPr>
          </a:p>
        </p:txBody>
      </p:sp>
      <p:sp>
        <p:nvSpPr>
          <p:cNvPr id="1525" name="Google Shape;1525;p82"/>
          <p:cNvSpPr/>
          <p:nvPr/>
        </p:nvSpPr>
        <p:spPr>
          <a:xfrm>
            <a:off x="14716218" y="5484648"/>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6" name="Google Shape;1526;p82"/>
          <p:cNvSpPr txBox="1"/>
          <p:nvPr/>
        </p:nvSpPr>
        <p:spPr>
          <a:xfrm>
            <a:off x="14884817" y="561698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VBC Outcome Tracking </a:t>
            </a:r>
            <a:endParaRPr i="0" sz="800" u="none" cap="none" strike="noStrike">
              <a:latin typeface="Salesforce Sans"/>
              <a:ea typeface="Salesforce Sans"/>
              <a:cs typeface="Salesforce Sans"/>
              <a:sym typeface="Salesforce Sans"/>
            </a:endParaRPr>
          </a:p>
        </p:txBody>
      </p:sp>
      <p:sp>
        <p:nvSpPr>
          <p:cNvPr id="1527" name="Google Shape;1527;p82"/>
          <p:cNvSpPr/>
          <p:nvPr/>
        </p:nvSpPr>
        <p:spPr>
          <a:xfrm>
            <a:off x="14716218" y="56388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8" name="Google Shape;1528;p82"/>
          <p:cNvSpPr txBox="1"/>
          <p:nvPr/>
        </p:nvSpPr>
        <p:spPr>
          <a:xfrm>
            <a:off x="14884817" y="584739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Documentation &amp; Pre-Auth </a:t>
            </a:r>
            <a:endParaRPr i="0" sz="800" u="none" cap="none" strike="noStrike">
              <a:latin typeface="Salesforce Sans"/>
              <a:ea typeface="Salesforce Sans"/>
              <a:cs typeface="Salesforce Sans"/>
              <a:sym typeface="Salesforce Sans"/>
            </a:endParaRPr>
          </a:p>
        </p:txBody>
      </p:sp>
      <p:sp>
        <p:nvSpPr>
          <p:cNvPr id="1529" name="Google Shape;1529;p82"/>
          <p:cNvSpPr/>
          <p:nvPr/>
        </p:nvSpPr>
        <p:spPr>
          <a:xfrm>
            <a:off x="14716218" y="58692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0" name="Google Shape;1530;p82"/>
          <p:cNvSpPr txBox="1"/>
          <p:nvPr/>
        </p:nvSpPr>
        <p:spPr>
          <a:xfrm>
            <a:off x="14884817" y="600280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Claims Submission &amp; Billing </a:t>
            </a:r>
            <a:endParaRPr i="0" sz="800" u="none" cap="none" strike="noStrike">
              <a:latin typeface="Salesforce Sans"/>
              <a:ea typeface="Salesforce Sans"/>
              <a:cs typeface="Salesforce Sans"/>
              <a:sym typeface="Salesforce Sans"/>
            </a:endParaRPr>
          </a:p>
        </p:txBody>
      </p:sp>
      <p:sp>
        <p:nvSpPr>
          <p:cNvPr id="1531" name="Google Shape;1531;p82"/>
          <p:cNvSpPr/>
          <p:nvPr/>
        </p:nvSpPr>
        <p:spPr>
          <a:xfrm>
            <a:off x="14716218" y="602470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2" name="Google Shape;1532;p82"/>
          <p:cNvSpPr txBox="1"/>
          <p:nvPr/>
        </p:nvSpPr>
        <p:spPr>
          <a:xfrm>
            <a:off x="14884817" y="615822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Payment &amp; Follow-Up </a:t>
            </a:r>
            <a:endParaRPr i="0" sz="800" u="none" cap="none" strike="noStrike">
              <a:latin typeface="Salesforce Sans"/>
              <a:ea typeface="Salesforce Sans"/>
              <a:cs typeface="Salesforce Sans"/>
              <a:sym typeface="Salesforce Sans"/>
            </a:endParaRPr>
          </a:p>
        </p:txBody>
      </p:sp>
      <p:sp>
        <p:nvSpPr>
          <p:cNvPr id="1533" name="Google Shape;1533;p82"/>
          <p:cNvSpPr/>
          <p:nvPr/>
        </p:nvSpPr>
        <p:spPr>
          <a:xfrm>
            <a:off x="14716218" y="618012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4" name="Google Shape;1534;p82"/>
          <p:cNvSpPr txBox="1"/>
          <p:nvPr/>
        </p:nvSpPr>
        <p:spPr>
          <a:xfrm>
            <a:off x="14884817" y="63898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Long-Term &amp; Annual Budgeting </a:t>
            </a:r>
            <a:endParaRPr i="0" sz="800" u="none" cap="none" strike="noStrike">
              <a:latin typeface="Salesforce Sans"/>
              <a:ea typeface="Salesforce Sans"/>
              <a:cs typeface="Salesforce Sans"/>
              <a:sym typeface="Salesforce Sans"/>
            </a:endParaRPr>
          </a:p>
        </p:txBody>
      </p:sp>
      <p:sp>
        <p:nvSpPr>
          <p:cNvPr id="1535" name="Google Shape;1535;p82"/>
          <p:cNvSpPr/>
          <p:nvPr/>
        </p:nvSpPr>
        <p:spPr>
          <a:xfrm>
            <a:off x="14716218" y="641173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6" name="Google Shape;1536;p82"/>
          <p:cNvSpPr txBox="1"/>
          <p:nvPr/>
        </p:nvSpPr>
        <p:spPr>
          <a:xfrm>
            <a:off x="14884817" y="654286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Financial Forecasting &amp; Scenario Modeling </a:t>
            </a:r>
            <a:endParaRPr i="0" sz="800" u="none" cap="none" strike="noStrike">
              <a:latin typeface="Salesforce Sans"/>
              <a:ea typeface="Salesforce Sans"/>
              <a:cs typeface="Salesforce Sans"/>
              <a:sym typeface="Salesforce Sans"/>
            </a:endParaRPr>
          </a:p>
        </p:txBody>
      </p:sp>
      <p:sp>
        <p:nvSpPr>
          <p:cNvPr id="1537" name="Google Shape;1537;p82"/>
          <p:cNvSpPr/>
          <p:nvPr/>
        </p:nvSpPr>
        <p:spPr>
          <a:xfrm>
            <a:off x="14716218" y="656476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8" name="Google Shape;1538;p82"/>
          <p:cNvSpPr txBox="1"/>
          <p:nvPr/>
        </p:nvSpPr>
        <p:spPr>
          <a:xfrm>
            <a:off x="14884817" y="66982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&amp; KPI Monitoring </a:t>
            </a:r>
            <a:endParaRPr i="0" sz="800" u="none" cap="none" strike="noStrike">
              <a:latin typeface="Salesforce Sans"/>
              <a:ea typeface="Salesforce Sans"/>
              <a:cs typeface="Salesforce Sans"/>
              <a:sym typeface="Salesforce Sans"/>
            </a:endParaRPr>
          </a:p>
        </p:txBody>
      </p:sp>
      <p:sp>
        <p:nvSpPr>
          <p:cNvPr id="1539" name="Google Shape;1539;p82"/>
          <p:cNvSpPr/>
          <p:nvPr/>
        </p:nvSpPr>
        <p:spPr>
          <a:xfrm>
            <a:off x="14716218" y="67201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0" name="Google Shape;1540;p82"/>
          <p:cNvSpPr txBox="1"/>
          <p:nvPr/>
        </p:nvSpPr>
        <p:spPr>
          <a:xfrm>
            <a:off x="14884817" y="708531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Quote-To-Cash Management </a:t>
            </a:r>
            <a:endParaRPr i="0" sz="800" u="none" cap="none" strike="noStrike">
              <a:latin typeface="Salesforce Sans"/>
              <a:ea typeface="Salesforce Sans"/>
              <a:cs typeface="Salesforce Sans"/>
              <a:sym typeface="Salesforce Sans"/>
            </a:endParaRPr>
          </a:p>
        </p:txBody>
      </p:sp>
      <p:sp>
        <p:nvSpPr>
          <p:cNvPr id="1541" name="Google Shape;1541;p82"/>
          <p:cNvSpPr/>
          <p:nvPr/>
        </p:nvSpPr>
        <p:spPr>
          <a:xfrm>
            <a:off x="14716218" y="710721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2" name="Google Shape;1542;p82"/>
          <p:cNvSpPr txBox="1"/>
          <p:nvPr/>
        </p:nvSpPr>
        <p:spPr>
          <a:xfrm>
            <a:off x="14884817" y="72383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Procurement &amp; Vendor Management </a:t>
            </a:r>
            <a:endParaRPr i="0" sz="800" u="none" cap="none" strike="noStrike">
              <a:latin typeface="Salesforce Sans"/>
              <a:ea typeface="Salesforce Sans"/>
              <a:cs typeface="Salesforce Sans"/>
              <a:sym typeface="Salesforce Sans"/>
            </a:endParaRPr>
          </a:p>
        </p:txBody>
      </p:sp>
      <p:sp>
        <p:nvSpPr>
          <p:cNvPr id="1543" name="Google Shape;1543;p82"/>
          <p:cNvSpPr/>
          <p:nvPr/>
        </p:nvSpPr>
        <p:spPr>
          <a:xfrm>
            <a:off x="14716218" y="72602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4" name="Google Shape;1544;p82"/>
          <p:cNvSpPr txBox="1"/>
          <p:nvPr/>
        </p:nvSpPr>
        <p:spPr>
          <a:xfrm>
            <a:off x="14884817" y="739375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Accounting Reconciliation </a:t>
            </a:r>
            <a:endParaRPr i="0" sz="800" u="none" cap="none" strike="noStrike">
              <a:latin typeface="Salesforce Sans"/>
              <a:ea typeface="Salesforce Sans"/>
              <a:cs typeface="Salesforce Sans"/>
              <a:sym typeface="Salesforce Sans"/>
            </a:endParaRPr>
          </a:p>
        </p:txBody>
      </p:sp>
      <p:sp>
        <p:nvSpPr>
          <p:cNvPr id="1545" name="Google Shape;1545;p82"/>
          <p:cNvSpPr/>
          <p:nvPr/>
        </p:nvSpPr>
        <p:spPr>
          <a:xfrm>
            <a:off x="14716218" y="741565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6" name="Google Shape;1546;p82"/>
          <p:cNvSpPr txBox="1"/>
          <p:nvPr/>
        </p:nvSpPr>
        <p:spPr>
          <a:xfrm>
            <a:off x="14884817" y="841847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Analytics </a:t>
            </a:r>
            <a:endParaRPr i="0" sz="800" u="none" cap="none" strike="noStrike">
              <a:latin typeface="Salesforce Sans"/>
              <a:ea typeface="Salesforce Sans"/>
              <a:cs typeface="Salesforce Sans"/>
              <a:sym typeface="Salesforce Sans"/>
            </a:endParaRPr>
          </a:p>
        </p:txBody>
      </p:sp>
      <p:sp>
        <p:nvSpPr>
          <p:cNvPr id="1547" name="Google Shape;1547;p82"/>
          <p:cNvSpPr/>
          <p:nvPr/>
        </p:nvSpPr>
        <p:spPr>
          <a:xfrm>
            <a:off x="14716218" y="8440376"/>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8" name="Google Shape;1548;p82"/>
          <p:cNvSpPr txBox="1"/>
          <p:nvPr/>
        </p:nvSpPr>
        <p:spPr>
          <a:xfrm>
            <a:off x="14884817" y="34662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Knowledge Base Updat</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s &amp; Content Creation </a:t>
            </a:r>
            <a:endParaRPr i="0" sz="800" u="none" cap="none" strike="noStrike">
              <a:latin typeface="Salesforce Sans"/>
              <a:ea typeface="Salesforce Sans"/>
              <a:cs typeface="Salesforce Sans"/>
              <a:sym typeface="Salesforce Sans"/>
            </a:endParaRPr>
          </a:p>
        </p:txBody>
      </p:sp>
      <p:sp>
        <p:nvSpPr>
          <p:cNvPr id="1549" name="Google Shape;1549;p82"/>
          <p:cNvSpPr/>
          <p:nvPr/>
        </p:nvSpPr>
        <p:spPr>
          <a:xfrm>
            <a:off x="14716218" y="3488153"/>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1550" name="Google Shape;1550;p82"/>
          <p:cNvGrpSpPr/>
          <p:nvPr/>
        </p:nvGrpSpPr>
        <p:grpSpPr>
          <a:xfrm>
            <a:off x="11811002" y="1921709"/>
            <a:ext cx="1322400" cy="449700"/>
            <a:chOff x="755165" y="1828821"/>
            <a:chExt cx="1322400" cy="449700"/>
          </a:xfrm>
        </p:grpSpPr>
        <p:sp>
          <p:nvSpPr>
            <p:cNvPr id="1551" name="Google Shape;1551;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552" name="Google Shape;1552;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553" name="Google Shape;1553;p82"/>
          <p:cNvSpPr txBox="1"/>
          <p:nvPr/>
        </p:nvSpPr>
        <p:spPr>
          <a:xfrm>
            <a:off x="11927828"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554" name="Google Shape;1554;p82"/>
          <p:cNvSpPr txBox="1"/>
          <p:nvPr/>
        </p:nvSpPr>
        <p:spPr>
          <a:xfrm>
            <a:off x="13420704"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555" name="Google Shape;1555;p82"/>
          <p:cNvSpPr txBox="1"/>
          <p:nvPr/>
        </p:nvSpPr>
        <p:spPr>
          <a:xfrm>
            <a:off x="14878717"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grpSp>
        <p:nvGrpSpPr>
          <p:cNvPr id="1556" name="Google Shape;1556;p82"/>
          <p:cNvGrpSpPr/>
          <p:nvPr/>
        </p:nvGrpSpPr>
        <p:grpSpPr>
          <a:xfrm>
            <a:off x="5987400" y="1143000"/>
            <a:ext cx="6313200" cy="312153"/>
            <a:chOff x="18111450" y="1344920"/>
            <a:chExt cx="6313200" cy="312153"/>
          </a:xfrm>
        </p:grpSpPr>
        <p:sp>
          <p:nvSpPr>
            <p:cNvPr id="1557" name="Google Shape;1557;p82"/>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558" name="Google Shape;1558;p82"/>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59" name="Google Shape;1559;p82"/>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560" name="Google Shape;1560;p82"/>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61" name="Google Shape;1561;p82"/>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62" name="Google Shape;1562;p82"/>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563" name="Google Shape;1563;p82"/>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564" name="Google Shape;1564;p82"/>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565" name="Google Shape;1565;p82"/>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1566" name="Google Shape;1566;p82"/>
          <p:cNvSpPr/>
          <p:nvPr/>
        </p:nvSpPr>
        <p:spPr>
          <a:xfrm>
            <a:off x="3665465" y="7961774"/>
            <a:ext cx="79200" cy="79200"/>
          </a:xfrm>
          <a:prstGeom prst="ellipse">
            <a:avLst/>
          </a:prstGeom>
          <a:solidFill>
            <a:srgbClr val="DD7A01"/>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67" name="Google Shape;1567;p82"/>
          <p:cNvSpPr/>
          <p:nvPr/>
        </p:nvSpPr>
        <p:spPr>
          <a:xfrm>
            <a:off x="3669596" y="844732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68" name="Google Shape;1568;p82"/>
          <p:cNvSpPr/>
          <p:nvPr/>
        </p:nvSpPr>
        <p:spPr>
          <a:xfrm>
            <a:off x="3669494" y="78035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Banking" showMasterSp="0">
  <p:cSld name="TITLE_AND_BODY_5_1_1_1">
    <p:spTree>
      <p:nvGrpSpPr>
        <p:cNvPr id="1569" name="Shape 1569"/>
        <p:cNvGrpSpPr/>
        <p:nvPr/>
      </p:nvGrpSpPr>
      <p:grpSpPr>
        <a:xfrm>
          <a:off x="0" y="0"/>
          <a:ext cx="0" cy="0"/>
          <a:chOff x="0" y="0"/>
          <a:chExt cx="0" cy="0"/>
        </a:xfrm>
      </p:grpSpPr>
      <p:grpSp>
        <p:nvGrpSpPr>
          <p:cNvPr id="1570" name="Google Shape;1570;p83"/>
          <p:cNvGrpSpPr/>
          <p:nvPr/>
        </p:nvGrpSpPr>
        <p:grpSpPr>
          <a:xfrm>
            <a:off x="11456825" y="666750"/>
            <a:ext cx="6313200" cy="304786"/>
            <a:chOff x="18111450" y="1344920"/>
            <a:chExt cx="6313200" cy="312153"/>
          </a:xfrm>
        </p:grpSpPr>
        <p:sp>
          <p:nvSpPr>
            <p:cNvPr id="1571" name="Google Shape;1571;p83"/>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572" name="Google Shape;1572;p83"/>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3" name="Google Shape;1573;p83"/>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574" name="Google Shape;1574;p83"/>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5" name="Google Shape;1575;p83"/>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6" name="Google Shape;1576;p83"/>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577" name="Google Shape;1577;p83"/>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578" name="Google Shape;1578;p83"/>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579" name="Google Shape;1579;p83"/>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1580" name="Google Shape;1580;p83"/>
          <p:cNvSpPr txBox="1"/>
          <p:nvPr/>
        </p:nvSpPr>
        <p:spPr>
          <a:xfrm>
            <a:off x="762000" y="381000"/>
            <a:ext cx="12679200" cy="90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100+ retail banking agentic workflows </a:t>
            </a:r>
            <a:endParaRPr sz="4500">
              <a:solidFill>
                <a:srgbClr val="002775"/>
              </a:solidFill>
              <a:latin typeface="Avant Garde Demi SFDC"/>
              <a:ea typeface="Avant Garde Demi SFDC"/>
              <a:cs typeface="Avant Garde Demi SFDC"/>
              <a:sym typeface="Avant Garde Demi SFDC"/>
            </a:endParaRPr>
          </a:p>
        </p:txBody>
      </p:sp>
      <p:sp>
        <p:nvSpPr>
          <p:cNvPr id="1581" name="Google Shape;1581;p83"/>
          <p:cNvSpPr txBox="1"/>
          <p:nvPr/>
        </p:nvSpPr>
        <p:spPr>
          <a:xfrm>
            <a:off x="13516378" y="9768675"/>
            <a:ext cx="4543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G&amp;A Agent can also be enabled by Agentforce Operations customizations</a:t>
            </a:r>
            <a:endParaRPr sz="800">
              <a:latin typeface="Salesforce Sans"/>
              <a:ea typeface="Salesforce Sans"/>
              <a:cs typeface="Salesforce Sans"/>
              <a:sym typeface="Salesforce Sans"/>
            </a:endParaRPr>
          </a:p>
        </p:txBody>
      </p:sp>
      <p:sp>
        <p:nvSpPr>
          <p:cNvPr id="1582" name="Google Shape;1582;p83"/>
          <p:cNvSpPr/>
          <p:nvPr/>
        </p:nvSpPr>
        <p:spPr>
          <a:xfrm>
            <a:off x="3054012" y="427401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3" name="Google Shape;1583;p83"/>
          <p:cNvSpPr/>
          <p:nvPr/>
        </p:nvSpPr>
        <p:spPr>
          <a:xfrm>
            <a:off x="3054012" y="672077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4" name="Google Shape;1584;p83"/>
          <p:cNvSpPr/>
          <p:nvPr/>
        </p:nvSpPr>
        <p:spPr>
          <a:xfrm>
            <a:off x="3054012" y="3492989"/>
            <a:ext cx="79200" cy="79200"/>
          </a:xfrm>
          <a:prstGeom prst="ellipse">
            <a:avLst/>
          </a:prstGeom>
          <a:solidFill>
            <a:srgbClr val="0B5CAB"/>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5" name="Google Shape;1585;p83"/>
          <p:cNvSpPr/>
          <p:nvPr/>
        </p:nvSpPr>
        <p:spPr>
          <a:xfrm>
            <a:off x="3054012" y="687705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6" name="Google Shape;1586;p83"/>
          <p:cNvSpPr/>
          <p:nvPr/>
        </p:nvSpPr>
        <p:spPr>
          <a:xfrm>
            <a:off x="3054012" y="71220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7" name="Google Shape;1587;p83"/>
          <p:cNvSpPr/>
          <p:nvPr/>
        </p:nvSpPr>
        <p:spPr>
          <a:xfrm>
            <a:off x="3054012" y="7416317"/>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8" name="Google Shape;1588;p83"/>
          <p:cNvSpPr/>
          <p:nvPr/>
        </p:nvSpPr>
        <p:spPr>
          <a:xfrm>
            <a:off x="3054012" y="612809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9" name="Google Shape;1589;p83"/>
          <p:cNvSpPr/>
          <p:nvPr/>
        </p:nvSpPr>
        <p:spPr>
          <a:xfrm>
            <a:off x="3054012" y="640820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0" name="Google Shape;1590;p83"/>
          <p:cNvSpPr/>
          <p:nvPr/>
        </p:nvSpPr>
        <p:spPr>
          <a:xfrm>
            <a:off x="3054012" y="656448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1" name="Google Shape;1591;p83"/>
          <p:cNvSpPr/>
          <p:nvPr/>
        </p:nvSpPr>
        <p:spPr>
          <a:xfrm>
            <a:off x="3054012" y="597499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2" name="Google Shape;1592;p83"/>
          <p:cNvSpPr/>
          <p:nvPr/>
        </p:nvSpPr>
        <p:spPr>
          <a:xfrm>
            <a:off x="3054012" y="581870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3" name="Google Shape;1593;p83"/>
          <p:cNvSpPr txBox="1"/>
          <p:nvPr/>
        </p:nvSpPr>
        <p:spPr>
          <a:xfrm>
            <a:off x="3209568" y="7811885"/>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Real-Time Market Position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Liquidity Capture</a:t>
            </a:r>
            <a:endParaRPr i="0" sz="800" u="none" cap="none" strike="noStrike">
              <a:latin typeface="Salesforce Sans"/>
              <a:ea typeface="Salesforce Sans"/>
              <a:cs typeface="Salesforce Sans"/>
              <a:sym typeface="Salesforce Sans"/>
            </a:endParaRPr>
          </a:p>
        </p:txBody>
      </p:sp>
      <p:sp>
        <p:nvSpPr>
          <p:cNvPr id="1594" name="Google Shape;1594;p83"/>
          <p:cNvSpPr/>
          <p:nvPr/>
        </p:nvSpPr>
        <p:spPr>
          <a:xfrm>
            <a:off x="3054012" y="16358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5" name="Google Shape;1595;p83"/>
          <p:cNvSpPr txBox="1"/>
          <p:nvPr/>
        </p:nvSpPr>
        <p:spPr>
          <a:xfrm>
            <a:off x="3209568" y="1602062"/>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1596" name="Google Shape;1596;p83"/>
          <p:cNvSpPr/>
          <p:nvPr/>
        </p:nvSpPr>
        <p:spPr>
          <a:xfrm>
            <a:off x="3054012" y="178952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7" name="Google Shape;1597;p83"/>
          <p:cNvSpPr txBox="1"/>
          <p:nvPr/>
        </p:nvSpPr>
        <p:spPr>
          <a:xfrm>
            <a:off x="3209568" y="1765071"/>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598" name="Google Shape;1598;p83"/>
          <p:cNvSpPr/>
          <p:nvPr/>
        </p:nvSpPr>
        <p:spPr>
          <a:xfrm>
            <a:off x="3054012" y="194438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9" name="Google Shape;1599;p83"/>
          <p:cNvSpPr txBox="1"/>
          <p:nvPr/>
        </p:nvSpPr>
        <p:spPr>
          <a:xfrm>
            <a:off x="3209568" y="1919934"/>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1600" name="Google Shape;1600;p83"/>
          <p:cNvSpPr/>
          <p:nvPr/>
        </p:nvSpPr>
        <p:spPr>
          <a:xfrm>
            <a:off x="3054012" y="20992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1" name="Google Shape;1601;p83"/>
          <p:cNvSpPr txBox="1"/>
          <p:nvPr/>
        </p:nvSpPr>
        <p:spPr>
          <a:xfrm>
            <a:off x="3209568" y="207479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1602" name="Google Shape;1602;p83"/>
          <p:cNvSpPr/>
          <p:nvPr/>
        </p:nvSpPr>
        <p:spPr>
          <a:xfrm>
            <a:off x="3054012" y="22541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3" name="Google Shape;1603;p83"/>
          <p:cNvSpPr txBox="1"/>
          <p:nvPr/>
        </p:nvSpPr>
        <p:spPr>
          <a:xfrm>
            <a:off x="3209568" y="2229658"/>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1604" name="Google Shape;1604;p83"/>
          <p:cNvSpPr/>
          <p:nvPr/>
        </p:nvSpPr>
        <p:spPr>
          <a:xfrm>
            <a:off x="3054012" y="263966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5" name="Google Shape;1605;p83"/>
          <p:cNvSpPr txBox="1"/>
          <p:nvPr/>
        </p:nvSpPr>
        <p:spPr>
          <a:xfrm>
            <a:off x="3209568" y="2615213"/>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 </a:t>
            </a:r>
            <a:endParaRPr i="0" sz="800" u="none" cap="none" strike="noStrike">
              <a:latin typeface="Salesforce Sans"/>
              <a:ea typeface="Salesforce Sans"/>
              <a:cs typeface="Salesforce Sans"/>
              <a:sym typeface="Salesforce Sans"/>
            </a:endParaRPr>
          </a:p>
        </p:txBody>
      </p:sp>
      <p:sp>
        <p:nvSpPr>
          <p:cNvPr id="1606" name="Google Shape;1606;p83"/>
          <p:cNvSpPr/>
          <p:nvPr/>
        </p:nvSpPr>
        <p:spPr>
          <a:xfrm>
            <a:off x="3054012" y="27945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7" name="Google Shape;1607;p83"/>
          <p:cNvSpPr txBox="1"/>
          <p:nvPr/>
        </p:nvSpPr>
        <p:spPr>
          <a:xfrm>
            <a:off x="3209568" y="277007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 </a:t>
            </a:r>
            <a:endParaRPr i="0" sz="800" u="none" cap="none" strike="noStrike">
              <a:latin typeface="Salesforce Sans"/>
              <a:ea typeface="Salesforce Sans"/>
              <a:cs typeface="Salesforce Sans"/>
              <a:sym typeface="Salesforce Sans"/>
            </a:endParaRPr>
          </a:p>
        </p:txBody>
      </p:sp>
      <p:sp>
        <p:nvSpPr>
          <p:cNvPr id="1608" name="Google Shape;1608;p83"/>
          <p:cNvSpPr/>
          <p:nvPr/>
        </p:nvSpPr>
        <p:spPr>
          <a:xfrm>
            <a:off x="3054012" y="248665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9" name="Google Shape;1609;p83"/>
          <p:cNvSpPr txBox="1"/>
          <p:nvPr/>
        </p:nvSpPr>
        <p:spPr>
          <a:xfrm>
            <a:off x="3209568" y="246220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Qualification</a:t>
            </a:r>
            <a:endParaRPr i="0" sz="800" u="none" cap="none" strike="noStrike">
              <a:latin typeface="Salesforce Sans"/>
              <a:ea typeface="Salesforce Sans"/>
              <a:cs typeface="Salesforce Sans"/>
              <a:sym typeface="Salesforce Sans"/>
            </a:endParaRPr>
          </a:p>
        </p:txBody>
      </p:sp>
      <p:sp>
        <p:nvSpPr>
          <p:cNvPr id="1610" name="Google Shape;1610;p83"/>
          <p:cNvSpPr/>
          <p:nvPr/>
        </p:nvSpPr>
        <p:spPr>
          <a:xfrm>
            <a:off x="3054012" y="364825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1" name="Google Shape;1611;p83"/>
          <p:cNvSpPr txBox="1"/>
          <p:nvPr/>
        </p:nvSpPr>
        <p:spPr>
          <a:xfrm>
            <a:off x="3209568" y="3623808"/>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 </a:t>
            </a:r>
            <a:endParaRPr i="0" sz="800" u="none" cap="none" strike="noStrike">
              <a:latin typeface="Salesforce Sans"/>
              <a:ea typeface="Salesforce Sans"/>
              <a:cs typeface="Salesforce Sans"/>
              <a:sym typeface="Salesforce Sans"/>
            </a:endParaRPr>
          </a:p>
        </p:txBody>
      </p:sp>
      <p:sp>
        <p:nvSpPr>
          <p:cNvPr id="1612" name="Google Shape;1612;p83"/>
          <p:cNvSpPr/>
          <p:nvPr/>
        </p:nvSpPr>
        <p:spPr>
          <a:xfrm>
            <a:off x="3054012" y="33396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3" name="Google Shape;1613;p83"/>
          <p:cNvSpPr txBox="1"/>
          <p:nvPr/>
        </p:nvSpPr>
        <p:spPr>
          <a:xfrm>
            <a:off x="3209568" y="3315214"/>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1614" name="Google Shape;1614;p83"/>
          <p:cNvSpPr/>
          <p:nvPr/>
        </p:nvSpPr>
        <p:spPr>
          <a:xfrm>
            <a:off x="3054012" y="40418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5" name="Google Shape;1615;p83"/>
          <p:cNvSpPr txBox="1"/>
          <p:nvPr/>
        </p:nvSpPr>
        <p:spPr>
          <a:xfrm>
            <a:off x="3209568" y="401743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616" name="Google Shape;1616;p83"/>
          <p:cNvSpPr/>
          <p:nvPr/>
        </p:nvSpPr>
        <p:spPr>
          <a:xfrm>
            <a:off x="3054012" y="3884642"/>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7" name="Google Shape;1617;p83"/>
          <p:cNvSpPr txBox="1"/>
          <p:nvPr/>
        </p:nvSpPr>
        <p:spPr>
          <a:xfrm>
            <a:off x="3209568" y="386019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Scoring</a:t>
            </a:r>
            <a:endParaRPr i="0" sz="800" u="none" cap="none" strike="noStrike">
              <a:latin typeface="Salesforce Sans"/>
              <a:ea typeface="Salesforce Sans"/>
              <a:cs typeface="Salesforce Sans"/>
              <a:sym typeface="Salesforce Sans"/>
            </a:endParaRPr>
          </a:p>
        </p:txBody>
      </p:sp>
      <p:sp>
        <p:nvSpPr>
          <p:cNvPr id="1618" name="Google Shape;1618;p83"/>
          <p:cNvSpPr txBox="1"/>
          <p:nvPr/>
        </p:nvSpPr>
        <p:spPr>
          <a:xfrm>
            <a:off x="3209568" y="4249563"/>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Skills And Knowledge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Gap Assessment</a:t>
            </a:r>
            <a:endParaRPr i="0" sz="800" u="none" cap="none" strike="noStrike">
              <a:latin typeface="Salesforce Sans"/>
              <a:ea typeface="Salesforce Sans"/>
              <a:cs typeface="Salesforce Sans"/>
              <a:sym typeface="Salesforce Sans"/>
            </a:endParaRPr>
          </a:p>
        </p:txBody>
      </p:sp>
      <p:sp>
        <p:nvSpPr>
          <p:cNvPr id="1619" name="Google Shape;1619;p83"/>
          <p:cNvSpPr/>
          <p:nvPr/>
        </p:nvSpPr>
        <p:spPr>
          <a:xfrm>
            <a:off x="3054012" y="558191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0" name="Google Shape;1620;p83"/>
          <p:cNvSpPr txBox="1"/>
          <p:nvPr/>
        </p:nvSpPr>
        <p:spPr>
          <a:xfrm>
            <a:off x="3209568" y="555746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Opening </a:t>
            </a:r>
            <a:endParaRPr i="0" sz="800" u="none" cap="none" strike="noStrike">
              <a:latin typeface="Salesforce Sans"/>
              <a:ea typeface="Salesforce Sans"/>
              <a:cs typeface="Salesforce Sans"/>
              <a:sym typeface="Salesforce Sans"/>
            </a:endParaRPr>
          </a:p>
        </p:txBody>
      </p:sp>
      <p:sp>
        <p:nvSpPr>
          <p:cNvPr id="1621" name="Google Shape;1621;p83"/>
          <p:cNvSpPr txBox="1"/>
          <p:nvPr/>
        </p:nvSpPr>
        <p:spPr>
          <a:xfrm>
            <a:off x="3209568" y="579331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Card Fraud Detection</a:t>
            </a:r>
            <a:endParaRPr i="0" sz="800" u="none" cap="none" strike="noStrike">
              <a:latin typeface="Salesforce Sans"/>
              <a:ea typeface="Salesforce Sans"/>
              <a:cs typeface="Salesforce Sans"/>
              <a:sym typeface="Salesforce Sans"/>
            </a:endParaRPr>
          </a:p>
        </p:txBody>
      </p:sp>
      <p:sp>
        <p:nvSpPr>
          <p:cNvPr id="1622" name="Google Shape;1622;p83"/>
          <p:cNvSpPr txBox="1"/>
          <p:nvPr/>
        </p:nvSpPr>
        <p:spPr>
          <a:xfrm>
            <a:off x="3209568" y="65429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Takeover Detection</a:t>
            </a:r>
            <a:endParaRPr i="0" sz="800" u="none" cap="none" strike="noStrike">
              <a:latin typeface="Salesforce Sans"/>
              <a:ea typeface="Salesforce Sans"/>
              <a:cs typeface="Salesforce Sans"/>
              <a:sym typeface="Salesforce Sans"/>
            </a:endParaRPr>
          </a:p>
        </p:txBody>
      </p:sp>
      <p:sp>
        <p:nvSpPr>
          <p:cNvPr id="1623" name="Google Shape;1623;p83"/>
          <p:cNvSpPr txBox="1"/>
          <p:nvPr/>
        </p:nvSpPr>
        <p:spPr>
          <a:xfrm>
            <a:off x="3209568" y="670018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Fraud Alert</a:t>
            </a:r>
            <a:endParaRPr i="0" sz="800" u="none" cap="none" strike="noStrike">
              <a:latin typeface="Salesforce Sans"/>
              <a:ea typeface="Salesforce Sans"/>
              <a:cs typeface="Salesforce Sans"/>
              <a:sym typeface="Salesforce Sans"/>
            </a:endParaRPr>
          </a:p>
        </p:txBody>
      </p:sp>
      <p:sp>
        <p:nvSpPr>
          <p:cNvPr id="1624" name="Google Shape;1624;p83"/>
          <p:cNvSpPr/>
          <p:nvPr/>
        </p:nvSpPr>
        <p:spPr>
          <a:xfrm>
            <a:off x="3054012" y="2949387"/>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5" name="Google Shape;1625;p83"/>
          <p:cNvSpPr txBox="1"/>
          <p:nvPr/>
        </p:nvSpPr>
        <p:spPr>
          <a:xfrm>
            <a:off x="3209568" y="292493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Meeting Live Response </a:t>
            </a:r>
            <a:endParaRPr i="0" sz="800" u="none" cap="none" strike="noStrike">
              <a:latin typeface="Salesforce Sans"/>
              <a:ea typeface="Salesforce Sans"/>
              <a:cs typeface="Salesforce Sans"/>
              <a:sym typeface="Salesforce Sans"/>
            </a:endParaRPr>
          </a:p>
        </p:txBody>
      </p:sp>
      <p:sp>
        <p:nvSpPr>
          <p:cNvPr id="1626" name="Google Shape;1626;p83"/>
          <p:cNvSpPr/>
          <p:nvPr/>
        </p:nvSpPr>
        <p:spPr>
          <a:xfrm>
            <a:off x="3054012" y="310587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7" name="Google Shape;1627;p83"/>
          <p:cNvSpPr txBox="1"/>
          <p:nvPr/>
        </p:nvSpPr>
        <p:spPr>
          <a:xfrm>
            <a:off x="3209568" y="308142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Follow-up</a:t>
            </a:r>
            <a:endParaRPr i="0" sz="800" u="none" cap="none" strike="noStrike">
              <a:latin typeface="Salesforce Sans"/>
              <a:ea typeface="Salesforce Sans"/>
              <a:cs typeface="Salesforce Sans"/>
              <a:sym typeface="Salesforce Sans"/>
            </a:endParaRPr>
          </a:p>
        </p:txBody>
      </p:sp>
      <p:sp>
        <p:nvSpPr>
          <p:cNvPr id="1628" name="Google Shape;1628;p83"/>
          <p:cNvSpPr txBox="1"/>
          <p:nvPr/>
        </p:nvSpPr>
        <p:spPr>
          <a:xfrm>
            <a:off x="3209568" y="34685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 </a:t>
            </a:r>
            <a:endParaRPr i="0" sz="800" u="none" cap="none" strike="noStrike">
              <a:latin typeface="Salesforce Sans"/>
              <a:ea typeface="Salesforce Sans"/>
              <a:cs typeface="Salesforce Sans"/>
              <a:sym typeface="Salesforce Sans"/>
            </a:endParaRPr>
          </a:p>
        </p:txBody>
      </p:sp>
      <p:sp>
        <p:nvSpPr>
          <p:cNvPr id="1629" name="Google Shape;1629;p83"/>
          <p:cNvSpPr/>
          <p:nvPr/>
        </p:nvSpPr>
        <p:spPr>
          <a:xfrm>
            <a:off x="3054012" y="455984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0" name="Google Shape;1630;p83"/>
          <p:cNvSpPr txBox="1"/>
          <p:nvPr/>
        </p:nvSpPr>
        <p:spPr>
          <a:xfrm>
            <a:off x="3209568" y="453539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1631" name="Google Shape;1631;p83"/>
          <p:cNvSpPr/>
          <p:nvPr/>
        </p:nvSpPr>
        <p:spPr>
          <a:xfrm>
            <a:off x="3054012" y="47170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2" name="Google Shape;1632;p83"/>
          <p:cNvSpPr txBox="1"/>
          <p:nvPr/>
        </p:nvSpPr>
        <p:spPr>
          <a:xfrm>
            <a:off x="3209568" y="46926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1633" name="Google Shape;1633;p83"/>
          <p:cNvSpPr/>
          <p:nvPr/>
        </p:nvSpPr>
        <p:spPr>
          <a:xfrm>
            <a:off x="3054012" y="495293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4" name="Google Shape;1634;p83"/>
          <p:cNvSpPr txBox="1"/>
          <p:nvPr/>
        </p:nvSpPr>
        <p:spPr>
          <a:xfrm>
            <a:off x="3209568" y="492848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35" name="Google Shape;1635;p83"/>
          <p:cNvSpPr/>
          <p:nvPr/>
        </p:nvSpPr>
        <p:spPr>
          <a:xfrm>
            <a:off x="3054012" y="511018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6" name="Google Shape;1636;p83"/>
          <p:cNvSpPr txBox="1"/>
          <p:nvPr/>
        </p:nvSpPr>
        <p:spPr>
          <a:xfrm>
            <a:off x="3209568" y="508573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Enrichment</a:t>
            </a:r>
            <a:endParaRPr i="0" sz="800" u="none" cap="none" strike="noStrike">
              <a:latin typeface="Salesforce Sans"/>
              <a:ea typeface="Salesforce Sans"/>
              <a:cs typeface="Salesforce Sans"/>
              <a:sym typeface="Salesforce Sans"/>
            </a:endParaRPr>
          </a:p>
        </p:txBody>
      </p:sp>
      <p:sp>
        <p:nvSpPr>
          <p:cNvPr id="1637" name="Google Shape;1637;p83"/>
          <p:cNvSpPr/>
          <p:nvPr/>
        </p:nvSpPr>
        <p:spPr>
          <a:xfrm>
            <a:off x="3054012" y="526425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8" name="Google Shape;1638;p83"/>
          <p:cNvSpPr txBox="1"/>
          <p:nvPr/>
        </p:nvSpPr>
        <p:spPr>
          <a:xfrm>
            <a:off x="3209568" y="5239801"/>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Screening</a:t>
            </a:r>
            <a:endParaRPr i="0" sz="800" u="none" cap="none" strike="noStrike">
              <a:latin typeface="Salesforce Sans"/>
              <a:ea typeface="Salesforce Sans"/>
              <a:cs typeface="Salesforce Sans"/>
              <a:sym typeface="Salesforce Sans"/>
            </a:endParaRPr>
          </a:p>
        </p:txBody>
      </p:sp>
      <p:sp>
        <p:nvSpPr>
          <p:cNvPr id="1639" name="Google Shape;1639;p83"/>
          <p:cNvSpPr/>
          <p:nvPr/>
        </p:nvSpPr>
        <p:spPr>
          <a:xfrm>
            <a:off x="3054012" y="542149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40" name="Google Shape;1640;p83"/>
          <p:cNvSpPr txBox="1"/>
          <p:nvPr/>
        </p:nvSpPr>
        <p:spPr>
          <a:xfrm>
            <a:off x="3209568" y="539704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KYC Memo </a:t>
            </a:r>
            <a:endParaRPr i="0" sz="800" u="none" cap="none" strike="noStrike">
              <a:latin typeface="Salesforce Sans"/>
              <a:ea typeface="Salesforce Sans"/>
              <a:cs typeface="Salesforce Sans"/>
              <a:sym typeface="Salesforce Sans"/>
            </a:endParaRPr>
          </a:p>
        </p:txBody>
      </p:sp>
      <p:sp>
        <p:nvSpPr>
          <p:cNvPr id="1641" name="Google Shape;1641;p83"/>
          <p:cNvSpPr txBox="1"/>
          <p:nvPr/>
        </p:nvSpPr>
        <p:spPr>
          <a:xfrm>
            <a:off x="3209568" y="595055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Application Fraud Detection</a:t>
            </a:r>
            <a:endParaRPr i="0" sz="800" u="none" cap="none" strike="noStrike">
              <a:latin typeface="Salesforce Sans"/>
              <a:ea typeface="Salesforce Sans"/>
              <a:cs typeface="Salesforce Sans"/>
              <a:sym typeface="Salesforce Sans"/>
            </a:endParaRPr>
          </a:p>
        </p:txBody>
      </p:sp>
      <p:sp>
        <p:nvSpPr>
          <p:cNvPr id="1642" name="Google Shape;1642;p83"/>
          <p:cNvSpPr txBox="1"/>
          <p:nvPr/>
        </p:nvSpPr>
        <p:spPr>
          <a:xfrm>
            <a:off x="3209568" y="638569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AML Detection</a:t>
            </a:r>
            <a:endParaRPr i="0" sz="800" u="none" cap="none" strike="noStrike">
              <a:latin typeface="Salesforce Sans"/>
              <a:ea typeface="Salesforce Sans"/>
              <a:cs typeface="Salesforce Sans"/>
              <a:sym typeface="Salesforce Sans"/>
            </a:endParaRPr>
          </a:p>
        </p:txBody>
      </p:sp>
      <p:sp>
        <p:nvSpPr>
          <p:cNvPr id="1643" name="Google Shape;1643;p83"/>
          <p:cNvSpPr txBox="1"/>
          <p:nvPr/>
        </p:nvSpPr>
        <p:spPr>
          <a:xfrm>
            <a:off x="3209568" y="6104627"/>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Behavioral / Biometric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Fraud Detection</a:t>
            </a:r>
            <a:endParaRPr i="0" sz="800" u="none" cap="none" strike="noStrike">
              <a:latin typeface="Salesforce Sans"/>
              <a:ea typeface="Salesforce Sans"/>
              <a:cs typeface="Salesforce Sans"/>
              <a:sym typeface="Salesforce Sans"/>
            </a:endParaRPr>
          </a:p>
        </p:txBody>
      </p:sp>
      <p:sp>
        <p:nvSpPr>
          <p:cNvPr id="1644" name="Google Shape;1644;p83"/>
          <p:cNvSpPr txBox="1"/>
          <p:nvPr/>
        </p:nvSpPr>
        <p:spPr>
          <a:xfrm>
            <a:off x="3209568" y="685742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Investigation</a:t>
            </a:r>
            <a:endParaRPr i="0" sz="800" u="none" cap="none" strike="noStrike">
              <a:latin typeface="Salesforce Sans"/>
              <a:ea typeface="Salesforce Sans"/>
              <a:cs typeface="Salesforce Sans"/>
              <a:sym typeface="Salesforce Sans"/>
            </a:endParaRPr>
          </a:p>
        </p:txBody>
      </p:sp>
      <p:sp>
        <p:nvSpPr>
          <p:cNvPr id="1645" name="Google Shape;1645;p83"/>
          <p:cNvSpPr txBox="1"/>
          <p:nvPr/>
        </p:nvSpPr>
        <p:spPr>
          <a:xfrm>
            <a:off x="3209568" y="737910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Interpretation</a:t>
            </a:r>
            <a:endParaRPr i="0" sz="800" u="none" cap="none" strike="noStrike">
              <a:latin typeface="Salesforce Sans"/>
              <a:ea typeface="Salesforce Sans"/>
              <a:cs typeface="Salesforce Sans"/>
              <a:sym typeface="Salesforce Sans"/>
            </a:endParaRPr>
          </a:p>
        </p:txBody>
      </p:sp>
      <p:sp>
        <p:nvSpPr>
          <p:cNvPr id="1646" name="Google Shape;1646;p83"/>
          <p:cNvSpPr/>
          <p:nvPr/>
        </p:nvSpPr>
        <p:spPr>
          <a:xfrm>
            <a:off x="3054012" y="759890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47" name="Google Shape;1647;p83"/>
          <p:cNvSpPr txBox="1"/>
          <p:nvPr/>
        </p:nvSpPr>
        <p:spPr>
          <a:xfrm>
            <a:off x="3209568" y="757445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Filing</a:t>
            </a:r>
            <a:endParaRPr i="0" sz="800" u="none" cap="none" strike="noStrike">
              <a:latin typeface="Salesforce Sans"/>
              <a:ea typeface="Salesforce Sans"/>
              <a:cs typeface="Salesforce Sans"/>
              <a:sym typeface="Salesforce Sans"/>
            </a:endParaRPr>
          </a:p>
        </p:txBody>
      </p:sp>
      <p:sp>
        <p:nvSpPr>
          <p:cNvPr id="1648" name="Google Shape;1648;p83"/>
          <p:cNvSpPr txBox="1"/>
          <p:nvPr/>
        </p:nvSpPr>
        <p:spPr>
          <a:xfrm>
            <a:off x="3209568" y="809454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Analysis And Stress Testing</a:t>
            </a:r>
            <a:endParaRPr i="0" sz="800" u="none" cap="none" strike="noStrike">
              <a:latin typeface="Salesforce Sans"/>
              <a:ea typeface="Salesforce Sans"/>
              <a:cs typeface="Salesforce Sans"/>
              <a:sym typeface="Salesforce Sans"/>
            </a:endParaRPr>
          </a:p>
        </p:txBody>
      </p:sp>
      <p:sp>
        <p:nvSpPr>
          <p:cNvPr id="1649" name="Google Shape;1649;p83"/>
          <p:cNvSpPr txBox="1"/>
          <p:nvPr/>
        </p:nvSpPr>
        <p:spPr>
          <a:xfrm>
            <a:off x="3209568" y="7093278"/>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management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Monitoring</a:t>
            </a:r>
            <a:endParaRPr i="0" sz="800" u="none" cap="none" strike="noStrike">
              <a:latin typeface="Salesforce Sans"/>
              <a:ea typeface="Salesforce Sans"/>
              <a:cs typeface="Salesforce Sans"/>
              <a:sym typeface="Salesforce Sans"/>
            </a:endParaRPr>
          </a:p>
        </p:txBody>
      </p:sp>
      <p:sp>
        <p:nvSpPr>
          <p:cNvPr id="1650" name="Google Shape;1650;p83"/>
          <p:cNvSpPr/>
          <p:nvPr/>
        </p:nvSpPr>
        <p:spPr>
          <a:xfrm>
            <a:off x="1789208" y="3861781"/>
            <a:ext cx="8466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Dynamic Deal Scoring</a:t>
            </a:r>
            <a:endParaRPr b="1" i="0" sz="900" u="none" cap="none" strike="noStrike">
              <a:solidFill>
                <a:srgbClr val="066AFE"/>
              </a:solidFill>
              <a:latin typeface="Salesforce Sans"/>
              <a:ea typeface="Salesforce Sans"/>
              <a:cs typeface="Salesforce Sans"/>
              <a:sym typeface="Salesforce Sans"/>
            </a:endParaRPr>
          </a:p>
        </p:txBody>
      </p:sp>
      <p:sp>
        <p:nvSpPr>
          <p:cNvPr id="1651" name="Google Shape;1651;p83"/>
          <p:cNvSpPr/>
          <p:nvPr/>
        </p:nvSpPr>
        <p:spPr>
          <a:xfrm>
            <a:off x="1789208" y="2466358"/>
            <a:ext cx="815400" cy="415200"/>
          </a:xfrm>
          <a:prstGeom prst="roundRect">
            <a:avLst>
              <a:gd fmla="val 0" name="adj"/>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Banking Relationship</a:t>
            </a:r>
            <a:endParaRPr b="1" i="0" sz="900" u="none" cap="none" strike="noStrike">
              <a:solidFill>
                <a:srgbClr val="066AFE"/>
              </a:solidFill>
              <a:latin typeface="Salesforce Sans"/>
              <a:ea typeface="Salesforce Sans"/>
              <a:cs typeface="Salesforce Sans"/>
              <a:sym typeface="Salesforce Sans"/>
            </a:endParaRPr>
          </a:p>
        </p:txBody>
      </p:sp>
      <p:sp>
        <p:nvSpPr>
          <p:cNvPr id="1652" name="Google Shape;1652;p83"/>
          <p:cNvSpPr/>
          <p:nvPr/>
        </p:nvSpPr>
        <p:spPr>
          <a:xfrm>
            <a:off x="1789219" y="3321250"/>
            <a:ext cx="11049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Engagement, Cross-Selling and Customer Retention</a:t>
            </a:r>
            <a:endParaRPr b="1" i="0" sz="900" u="none" cap="none" strike="noStrike">
              <a:solidFill>
                <a:srgbClr val="066AFE"/>
              </a:solidFill>
              <a:latin typeface="Salesforce Sans"/>
              <a:ea typeface="Salesforce Sans"/>
              <a:cs typeface="Salesforce Sans"/>
              <a:sym typeface="Salesforce Sans"/>
            </a:endParaRPr>
          </a:p>
        </p:txBody>
      </p:sp>
      <p:sp>
        <p:nvSpPr>
          <p:cNvPr id="1653" name="Google Shape;1653;p83"/>
          <p:cNvSpPr/>
          <p:nvPr/>
        </p:nvSpPr>
        <p:spPr>
          <a:xfrm>
            <a:off x="1789208" y="425244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Frontline Sales Coaching</a:t>
            </a:r>
            <a:endParaRPr b="1" i="0" sz="900" u="none" cap="none" strike="noStrike">
              <a:solidFill>
                <a:srgbClr val="066AFE"/>
              </a:solidFill>
              <a:latin typeface="Salesforce Sans"/>
              <a:ea typeface="Salesforce Sans"/>
              <a:cs typeface="Salesforce Sans"/>
              <a:sym typeface="Salesforce Sans"/>
            </a:endParaRPr>
          </a:p>
        </p:txBody>
      </p:sp>
      <p:sp>
        <p:nvSpPr>
          <p:cNvPr id="1654" name="Google Shape;1654;p83"/>
          <p:cNvSpPr/>
          <p:nvPr/>
        </p:nvSpPr>
        <p:spPr>
          <a:xfrm>
            <a:off x="1789208" y="4934067"/>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K</a:t>
            </a:r>
            <a:r>
              <a:rPr b="1" lang="en" sz="900">
                <a:solidFill>
                  <a:srgbClr val="066AFE"/>
                </a:solidFill>
                <a:latin typeface="Salesforce Sans"/>
                <a:ea typeface="Salesforce Sans"/>
                <a:cs typeface="Salesforce Sans"/>
                <a:sym typeface="Salesforce Sans"/>
              </a:rPr>
              <a:t>now Your Customer</a:t>
            </a:r>
            <a:endParaRPr b="1" i="0" sz="900" u="none" cap="none" strike="noStrike">
              <a:solidFill>
                <a:srgbClr val="066AFE"/>
              </a:solidFill>
              <a:latin typeface="Salesforce Sans"/>
              <a:ea typeface="Salesforce Sans"/>
              <a:cs typeface="Salesforce Sans"/>
              <a:sym typeface="Salesforce Sans"/>
            </a:endParaRPr>
          </a:p>
        </p:txBody>
      </p:sp>
      <p:sp>
        <p:nvSpPr>
          <p:cNvPr id="1655" name="Google Shape;1655;p83"/>
          <p:cNvSpPr/>
          <p:nvPr/>
        </p:nvSpPr>
        <p:spPr>
          <a:xfrm>
            <a:off x="1789208" y="5793127"/>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Fraud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1656" name="Google Shape;1656;p83"/>
          <p:cNvSpPr/>
          <p:nvPr/>
        </p:nvSpPr>
        <p:spPr>
          <a:xfrm>
            <a:off x="1789208" y="7093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Regulatory Reporting</a:t>
            </a:r>
            <a:endParaRPr b="1" i="0" sz="900" u="none" cap="none" strike="noStrike">
              <a:solidFill>
                <a:srgbClr val="066AFE"/>
              </a:solidFill>
              <a:latin typeface="Salesforce Sans"/>
              <a:ea typeface="Salesforce Sans"/>
              <a:cs typeface="Salesforce Sans"/>
              <a:sym typeface="Salesforce Sans"/>
            </a:endParaRPr>
          </a:p>
        </p:txBody>
      </p:sp>
      <p:sp>
        <p:nvSpPr>
          <p:cNvPr id="1657" name="Google Shape;1657;p83"/>
          <p:cNvSpPr/>
          <p:nvPr/>
        </p:nvSpPr>
        <p:spPr>
          <a:xfrm>
            <a:off x="1789208" y="7811894"/>
            <a:ext cx="8154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 &amp; Liquidity Risk Monitoring</a:t>
            </a:r>
            <a:endParaRPr b="1" i="0" sz="900" u="none" cap="none" strike="noStrike">
              <a:solidFill>
                <a:srgbClr val="066AFE"/>
              </a:solidFill>
              <a:latin typeface="Salesforce Sans"/>
              <a:ea typeface="Salesforce Sans"/>
              <a:cs typeface="Salesforce Sans"/>
              <a:sym typeface="Salesforce Sans"/>
            </a:endParaRPr>
          </a:p>
        </p:txBody>
      </p:sp>
      <p:sp>
        <p:nvSpPr>
          <p:cNvPr id="1658" name="Google Shape;1658;p83"/>
          <p:cNvSpPr txBox="1"/>
          <p:nvPr/>
        </p:nvSpPr>
        <p:spPr>
          <a:xfrm>
            <a:off x="3209568" y="82565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Limit Monitoring Management</a:t>
            </a:r>
            <a:endParaRPr i="0" sz="800" u="none" cap="none" strike="noStrike">
              <a:latin typeface="Salesforce Sans"/>
              <a:ea typeface="Salesforce Sans"/>
              <a:cs typeface="Salesforce Sans"/>
              <a:sym typeface="Salesforce Sans"/>
            </a:endParaRPr>
          </a:p>
        </p:txBody>
      </p:sp>
      <p:sp>
        <p:nvSpPr>
          <p:cNvPr id="1659" name="Google Shape;1659;p83"/>
          <p:cNvSpPr/>
          <p:nvPr/>
        </p:nvSpPr>
        <p:spPr>
          <a:xfrm>
            <a:off x="3054012" y="82809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60" name="Google Shape;1660;p83"/>
          <p:cNvSpPr txBox="1"/>
          <p:nvPr/>
        </p:nvSpPr>
        <p:spPr>
          <a:xfrm>
            <a:off x="431325"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661" name="Google Shape;1661;p83"/>
          <p:cNvSpPr txBox="1"/>
          <p:nvPr/>
        </p:nvSpPr>
        <p:spPr>
          <a:xfrm>
            <a:off x="1794423"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662" name="Google Shape;1662;p83"/>
          <p:cNvGrpSpPr/>
          <p:nvPr/>
        </p:nvGrpSpPr>
        <p:grpSpPr>
          <a:xfrm>
            <a:off x="316638" y="1635959"/>
            <a:ext cx="1322400" cy="449700"/>
            <a:chOff x="755165" y="1828821"/>
            <a:chExt cx="1322400" cy="449700"/>
          </a:xfrm>
        </p:grpSpPr>
        <p:sp>
          <p:nvSpPr>
            <p:cNvPr id="1663" name="Google Shape;166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664" name="Google Shape;166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 </a:t>
              </a:r>
              <a:endParaRPr sz="900">
                <a:solidFill>
                  <a:srgbClr val="FFFFFF"/>
                </a:solidFill>
                <a:latin typeface="Avant Garde Demi SFDC"/>
                <a:ea typeface="Avant Garde Demi SFDC"/>
                <a:cs typeface="Avant Garde Demi SFDC"/>
                <a:sym typeface="Avant Garde Demi SFDC"/>
              </a:endParaRPr>
            </a:p>
          </p:txBody>
        </p:sp>
      </p:grpSp>
      <p:sp>
        <p:nvSpPr>
          <p:cNvPr id="1665" name="Google Shape;1665;p83"/>
          <p:cNvSpPr txBox="1"/>
          <p:nvPr/>
        </p:nvSpPr>
        <p:spPr>
          <a:xfrm>
            <a:off x="3211954"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666" name="Google Shape;1666;p83"/>
          <p:cNvSpPr txBox="1"/>
          <p:nvPr/>
        </p:nvSpPr>
        <p:spPr>
          <a:xfrm>
            <a:off x="1789208"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Marketing Personalization</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667" name="Google Shape;1667;p83"/>
          <p:cNvGrpSpPr/>
          <p:nvPr/>
        </p:nvGrpSpPr>
        <p:grpSpPr>
          <a:xfrm>
            <a:off x="316638" y="4963046"/>
            <a:ext cx="1322400" cy="449700"/>
            <a:chOff x="755165" y="1828821"/>
            <a:chExt cx="1322400" cy="449700"/>
          </a:xfrm>
        </p:grpSpPr>
        <p:sp>
          <p:nvSpPr>
            <p:cNvPr id="1668" name="Google Shape;166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669" name="Google Shape;166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1670" name="Google Shape;1670;p83"/>
          <p:cNvSpPr/>
          <p:nvPr/>
        </p:nvSpPr>
        <p:spPr>
          <a:xfrm>
            <a:off x="7653242" y="460475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71" name="Google Shape;1671;p83"/>
          <p:cNvSpPr/>
          <p:nvPr/>
        </p:nvSpPr>
        <p:spPr>
          <a:xfrm>
            <a:off x="7653242" y="4296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2" name="Google Shape;1672;p83"/>
          <p:cNvSpPr txBox="1"/>
          <p:nvPr/>
        </p:nvSpPr>
        <p:spPr>
          <a:xfrm>
            <a:off x="7811494" y="192417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 Monitoring</a:t>
            </a:r>
            <a:endParaRPr i="0" sz="800" u="none" cap="none" strike="noStrike">
              <a:latin typeface="Salesforce Sans"/>
              <a:ea typeface="Salesforce Sans"/>
              <a:cs typeface="Salesforce Sans"/>
              <a:sym typeface="Salesforce Sans"/>
            </a:endParaRPr>
          </a:p>
        </p:txBody>
      </p:sp>
      <p:sp>
        <p:nvSpPr>
          <p:cNvPr id="1673" name="Google Shape;1673;p83"/>
          <p:cNvSpPr/>
          <p:nvPr/>
        </p:nvSpPr>
        <p:spPr>
          <a:xfrm>
            <a:off x="7653242" y="218274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4" name="Google Shape;1674;p83"/>
          <p:cNvSpPr txBox="1"/>
          <p:nvPr/>
        </p:nvSpPr>
        <p:spPr>
          <a:xfrm>
            <a:off x="7811494" y="215814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Customer Research</a:t>
            </a:r>
            <a:endParaRPr i="0" sz="800" u="none" cap="none" strike="noStrike">
              <a:latin typeface="Salesforce Sans"/>
              <a:ea typeface="Salesforce Sans"/>
              <a:cs typeface="Salesforce Sans"/>
              <a:sym typeface="Salesforce Sans"/>
            </a:endParaRPr>
          </a:p>
        </p:txBody>
      </p:sp>
      <p:sp>
        <p:nvSpPr>
          <p:cNvPr id="1675" name="Google Shape;1675;p83"/>
          <p:cNvSpPr/>
          <p:nvPr/>
        </p:nvSpPr>
        <p:spPr>
          <a:xfrm>
            <a:off x="7653242" y="234011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6" name="Google Shape;1676;p83"/>
          <p:cNvSpPr txBox="1"/>
          <p:nvPr/>
        </p:nvSpPr>
        <p:spPr>
          <a:xfrm>
            <a:off x="7811494" y="231551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Ideation</a:t>
            </a:r>
            <a:endParaRPr i="0" sz="800" u="none" cap="none" strike="noStrike">
              <a:latin typeface="Salesforce Sans"/>
              <a:ea typeface="Salesforce Sans"/>
              <a:cs typeface="Salesforce Sans"/>
              <a:sym typeface="Salesforce Sans"/>
            </a:endParaRPr>
          </a:p>
        </p:txBody>
      </p:sp>
      <p:sp>
        <p:nvSpPr>
          <p:cNvPr id="1677" name="Google Shape;1677;p83"/>
          <p:cNvSpPr/>
          <p:nvPr/>
        </p:nvSpPr>
        <p:spPr>
          <a:xfrm>
            <a:off x="7653242" y="2658030"/>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78" name="Google Shape;1678;p83"/>
          <p:cNvSpPr txBox="1"/>
          <p:nvPr/>
        </p:nvSpPr>
        <p:spPr>
          <a:xfrm>
            <a:off x="7811494" y="263343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Profitability Modeling</a:t>
            </a:r>
            <a:endParaRPr i="0" sz="800" u="none" cap="none" strike="noStrike">
              <a:latin typeface="Salesforce Sans"/>
              <a:ea typeface="Salesforce Sans"/>
              <a:cs typeface="Salesforce Sans"/>
              <a:sym typeface="Salesforce Sans"/>
            </a:endParaRPr>
          </a:p>
        </p:txBody>
      </p:sp>
      <p:sp>
        <p:nvSpPr>
          <p:cNvPr id="1679" name="Google Shape;1679;p83"/>
          <p:cNvSpPr txBox="1"/>
          <p:nvPr/>
        </p:nvSpPr>
        <p:spPr>
          <a:xfrm>
            <a:off x="7811494" y="286739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t>
            </a:r>
            <a:r>
              <a:rPr i="0" lang="en" sz="800" u="none" cap="none" strike="noStrike">
                <a:latin typeface="Salesforce Sans"/>
                <a:ea typeface="Salesforce Sans"/>
                <a:cs typeface="Salesforce Sans"/>
                <a:sym typeface="Salesforce Sans"/>
              </a:rPr>
              <a:t>eature Build</a:t>
            </a:r>
            <a:endParaRPr i="0" sz="800" u="none" cap="none" strike="noStrike">
              <a:latin typeface="Salesforce Sans"/>
              <a:ea typeface="Salesforce Sans"/>
              <a:cs typeface="Salesforce Sans"/>
              <a:sym typeface="Salesforce Sans"/>
            </a:endParaRPr>
          </a:p>
        </p:txBody>
      </p:sp>
      <p:sp>
        <p:nvSpPr>
          <p:cNvPr id="1680" name="Google Shape;1680;p83"/>
          <p:cNvSpPr/>
          <p:nvPr/>
        </p:nvSpPr>
        <p:spPr>
          <a:xfrm>
            <a:off x="7653242" y="304936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81" name="Google Shape;1681;p83"/>
          <p:cNvSpPr txBox="1"/>
          <p:nvPr/>
        </p:nvSpPr>
        <p:spPr>
          <a:xfrm>
            <a:off x="7811494" y="302476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&amp; Compliance Review</a:t>
            </a:r>
            <a:endParaRPr i="0" sz="800" u="none" cap="none" strike="noStrike">
              <a:latin typeface="Salesforce Sans"/>
              <a:ea typeface="Salesforce Sans"/>
              <a:cs typeface="Salesforce Sans"/>
              <a:sym typeface="Salesforce Sans"/>
            </a:endParaRPr>
          </a:p>
        </p:txBody>
      </p:sp>
      <p:sp>
        <p:nvSpPr>
          <p:cNvPr id="1682" name="Google Shape;1682;p83"/>
          <p:cNvSpPr/>
          <p:nvPr/>
        </p:nvSpPr>
        <p:spPr>
          <a:xfrm>
            <a:off x="7653242" y="250065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83" name="Google Shape;1683;p83"/>
          <p:cNvSpPr txBox="1"/>
          <p:nvPr/>
        </p:nvSpPr>
        <p:spPr>
          <a:xfrm>
            <a:off x="7811494" y="247605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Feature Definition</a:t>
            </a:r>
            <a:endParaRPr i="0" sz="800" u="none" cap="none" strike="noStrike">
              <a:latin typeface="Salesforce Sans"/>
              <a:ea typeface="Salesforce Sans"/>
              <a:cs typeface="Salesforce Sans"/>
              <a:sym typeface="Salesforce Sans"/>
            </a:endParaRPr>
          </a:p>
        </p:txBody>
      </p:sp>
      <p:sp>
        <p:nvSpPr>
          <p:cNvPr id="1684" name="Google Shape;1684;p83"/>
          <p:cNvSpPr/>
          <p:nvPr/>
        </p:nvSpPr>
        <p:spPr>
          <a:xfrm>
            <a:off x="7653242" y="445338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85" name="Google Shape;1685;p83"/>
          <p:cNvSpPr txBox="1"/>
          <p:nvPr/>
        </p:nvSpPr>
        <p:spPr>
          <a:xfrm>
            <a:off x="7811494" y="442878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Facility Letter</a:t>
            </a:r>
            <a:endParaRPr i="0" sz="800" u="none" cap="none" strike="noStrike">
              <a:latin typeface="Salesforce Sans"/>
              <a:ea typeface="Salesforce Sans"/>
              <a:cs typeface="Salesforce Sans"/>
              <a:sym typeface="Salesforce Sans"/>
            </a:endParaRPr>
          </a:p>
        </p:txBody>
      </p:sp>
      <p:sp>
        <p:nvSpPr>
          <p:cNvPr id="1686" name="Google Shape;1686;p83"/>
          <p:cNvSpPr/>
          <p:nvPr/>
        </p:nvSpPr>
        <p:spPr>
          <a:xfrm>
            <a:off x="7653242" y="414181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87" name="Google Shape;1687;p83"/>
          <p:cNvSpPr txBox="1"/>
          <p:nvPr/>
        </p:nvSpPr>
        <p:spPr>
          <a:xfrm>
            <a:off x="7811494" y="411721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88" name="Google Shape;1688;p83"/>
          <p:cNvSpPr txBox="1"/>
          <p:nvPr/>
        </p:nvSpPr>
        <p:spPr>
          <a:xfrm>
            <a:off x="7811494" y="458615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Collections &amp; Recovery </a:t>
            </a:r>
            <a:endParaRPr i="0" sz="800" u="none" cap="none" strike="noStrike">
              <a:latin typeface="Salesforce Sans"/>
              <a:ea typeface="Salesforce Sans"/>
              <a:cs typeface="Salesforce Sans"/>
              <a:sym typeface="Salesforce Sans"/>
            </a:endParaRPr>
          </a:p>
        </p:txBody>
      </p:sp>
      <p:sp>
        <p:nvSpPr>
          <p:cNvPr id="1689" name="Google Shape;1689;p83"/>
          <p:cNvSpPr/>
          <p:nvPr/>
        </p:nvSpPr>
        <p:spPr>
          <a:xfrm>
            <a:off x="7653242" y="4847896"/>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0" name="Google Shape;1690;p83"/>
          <p:cNvSpPr txBox="1"/>
          <p:nvPr/>
        </p:nvSpPr>
        <p:spPr>
          <a:xfrm>
            <a:off x="7811494" y="4823296"/>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91" name="Google Shape;1691;p83"/>
          <p:cNvSpPr/>
          <p:nvPr/>
        </p:nvSpPr>
        <p:spPr>
          <a:xfrm>
            <a:off x="7653242" y="500225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92" name="Google Shape;1692;p83"/>
          <p:cNvSpPr txBox="1"/>
          <p:nvPr/>
        </p:nvSpPr>
        <p:spPr>
          <a:xfrm>
            <a:off x="7811494" y="497765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Deposit Processing</a:t>
            </a:r>
            <a:endParaRPr i="0" sz="800" u="none" cap="none" strike="noStrike">
              <a:latin typeface="Salesforce Sans"/>
              <a:ea typeface="Salesforce Sans"/>
              <a:cs typeface="Salesforce Sans"/>
              <a:sym typeface="Salesforce Sans"/>
            </a:endParaRPr>
          </a:p>
        </p:txBody>
      </p:sp>
      <p:sp>
        <p:nvSpPr>
          <p:cNvPr id="1693" name="Google Shape;1693;p83"/>
          <p:cNvSpPr/>
          <p:nvPr/>
        </p:nvSpPr>
        <p:spPr>
          <a:xfrm>
            <a:off x="7653242" y="320356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4" name="Google Shape;1694;p83"/>
          <p:cNvSpPr txBox="1"/>
          <p:nvPr/>
        </p:nvSpPr>
        <p:spPr>
          <a:xfrm>
            <a:off x="7811494" y="317896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 Rate-Setting</a:t>
            </a:r>
            <a:endParaRPr i="0" sz="800" u="none" cap="none" strike="noStrike">
              <a:latin typeface="Salesforce Sans"/>
              <a:ea typeface="Salesforce Sans"/>
              <a:cs typeface="Salesforce Sans"/>
              <a:sym typeface="Salesforce Sans"/>
            </a:endParaRPr>
          </a:p>
        </p:txBody>
      </p:sp>
      <p:sp>
        <p:nvSpPr>
          <p:cNvPr id="1695" name="Google Shape;1695;p83"/>
          <p:cNvSpPr txBox="1"/>
          <p:nvPr/>
        </p:nvSpPr>
        <p:spPr>
          <a:xfrm>
            <a:off x="7811494" y="42714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Credit Memo</a:t>
            </a:r>
            <a:endParaRPr i="0" sz="800" u="none" cap="none" strike="noStrike">
              <a:latin typeface="Salesforce Sans"/>
              <a:ea typeface="Salesforce Sans"/>
              <a:cs typeface="Salesforce Sans"/>
              <a:sym typeface="Salesforce Sans"/>
            </a:endParaRPr>
          </a:p>
        </p:txBody>
      </p:sp>
      <p:sp>
        <p:nvSpPr>
          <p:cNvPr id="1696" name="Google Shape;1696;p83"/>
          <p:cNvSpPr/>
          <p:nvPr/>
        </p:nvSpPr>
        <p:spPr>
          <a:xfrm>
            <a:off x="7653242" y="5622600"/>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97" name="Google Shape;1697;p83"/>
          <p:cNvSpPr txBox="1"/>
          <p:nvPr/>
        </p:nvSpPr>
        <p:spPr>
          <a:xfrm>
            <a:off x="7811494" y="565132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 Payment Matching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and Reconciliation</a:t>
            </a:r>
            <a:endParaRPr i="0" sz="800" u="none" cap="none" strike="noStrike">
              <a:latin typeface="Salesforce Sans"/>
              <a:ea typeface="Salesforce Sans"/>
              <a:cs typeface="Salesforce Sans"/>
              <a:sym typeface="Salesforce Sans"/>
            </a:endParaRPr>
          </a:p>
        </p:txBody>
      </p:sp>
      <p:sp>
        <p:nvSpPr>
          <p:cNvPr id="1698" name="Google Shape;1698;p83"/>
          <p:cNvSpPr/>
          <p:nvPr/>
        </p:nvSpPr>
        <p:spPr>
          <a:xfrm>
            <a:off x="7653242" y="589571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9" name="Google Shape;1699;p83"/>
          <p:cNvSpPr txBox="1"/>
          <p:nvPr/>
        </p:nvSpPr>
        <p:spPr>
          <a:xfrm>
            <a:off x="7811494" y="587111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Adjustment and Posting</a:t>
            </a:r>
            <a:endParaRPr i="0" sz="800" u="none" cap="none" strike="noStrike">
              <a:latin typeface="Salesforce Sans"/>
              <a:ea typeface="Salesforce Sans"/>
              <a:cs typeface="Salesforce Sans"/>
              <a:sym typeface="Salesforce Sans"/>
            </a:endParaRPr>
          </a:p>
        </p:txBody>
      </p:sp>
      <p:sp>
        <p:nvSpPr>
          <p:cNvPr id="1700" name="Google Shape;1700;p83"/>
          <p:cNvSpPr txBox="1"/>
          <p:nvPr/>
        </p:nvSpPr>
        <p:spPr>
          <a:xfrm>
            <a:off x="7811494" y="341293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Performance Visibility</a:t>
            </a:r>
            <a:endParaRPr i="0" sz="800" u="none" cap="none" strike="noStrike">
              <a:latin typeface="Salesforce Sans"/>
              <a:ea typeface="Salesforce Sans"/>
              <a:cs typeface="Salesforce Sans"/>
              <a:sym typeface="Salesforce Sans"/>
            </a:endParaRPr>
          </a:p>
        </p:txBody>
      </p:sp>
      <p:sp>
        <p:nvSpPr>
          <p:cNvPr id="1701" name="Google Shape;1701;p83"/>
          <p:cNvSpPr txBox="1"/>
          <p:nvPr/>
        </p:nvSpPr>
        <p:spPr>
          <a:xfrm>
            <a:off x="7811494" y="372767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Activation</a:t>
            </a:r>
            <a:endParaRPr i="0" sz="800" u="none" cap="none" strike="noStrike">
              <a:latin typeface="Salesforce Sans"/>
              <a:ea typeface="Salesforce Sans"/>
              <a:cs typeface="Salesforce Sans"/>
              <a:sym typeface="Salesforce Sans"/>
            </a:endParaRPr>
          </a:p>
        </p:txBody>
      </p:sp>
      <p:sp>
        <p:nvSpPr>
          <p:cNvPr id="1702" name="Google Shape;1702;p83"/>
          <p:cNvSpPr/>
          <p:nvPr/>
        </p:nvSpPr>
        <p:spPr>
          <a:xfrm>
            <a:off x="7653242" y="52356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03" name="Google Shape;1703;p83"/>
          <p:cNvSpPr txBox="1"/>
          <p:nvPr/>
        </p:nvSpPr>
        <p:spPr>
          <a:xfrm>
            <a:off x="7811494" y="52110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Payment Processing</a:t>
            </a:r>
            <a:endParaRPr i="0" sz="800" u="none" cap="none" strike="noStrike">
              <a:latin typeface="Salesforce Sans"/>
              <a:ea typeface="Salesforce Sans"/>
              <a:cs typeface="Salesforce Sans"/>
              <a:sym typeface="Salesforce Sans"/>
            </a:endParaRPr>
          </a:p>
        </p:txBody>
      </p:sp>
      <p:sp>
        <p:nvSpPr>
          <p:cNvPr id="1704" name="Google Shape;1704;p83"/>
          <p:cNvSpPr/>
          <p:nvPr/>
        </p:nvSpPr>
        <p:spPr>
          <a:xfrm>
            <a:off x="6401215" y="286739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Dev &amp; Build</a:t>
            </a:r>
            <a:endParaRPr b="1" i="0" sz="900" u="none" cap="none" strike="noStrike">
              <a:solidFill>
                <a:srgbClr val="066AFE"/>
              </a:solidFill>
              <a:latin typeface="Salesforce Sans"/>
              <a:ea typeface="Salesforce Sans"/>
              <a:cs typeface="Salesforce Sans"/>
              <a:sym typeface="Salesforce Sans"/>
            </a:endParaRPr>
          </a:p>
        </p:txBody>
      </p:sp>
      <p:sp>
        <p:nvSpPr>
          <p:cNvPr id="1705" name="Google Shape;1705;p83"/>
          <p:cNvSpPr/>
          <p:nvPr/>
        </p:nvSpPr>
        <p:spPr>
          <a:xfrm>
            <a:off x="6401215" y="2158141"/>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Value Prop Strategy &amp; Design</a:t>
            </a:r>
            <a:endParaRPr b="1" i="0" sz="900" u="none" cap="none" strike="noStrike">
              <a:solidFill>
                <a:srgbClr val="066AFE"/>
              </a:solidFill>
              <a:latin typeface="Salesforce Sans"/>
              <a:ea typeface="Salesforce Sans"/>
              <a:cs typeface="Salesforce Sans"/>
              <a:sym typeface="Salesforce Sans"/>
            </a:endParaRPr>
          </a:p>
        </p:txBody>
      </p:sp>
      <p:sp>
        <p:nvSpPr>
          <p:cNvPr id="1706" name="Google Shape;1706;p83"/>
          <p:cNvSpPr/>
          <p:nvPr/>
        </p:nvSpPr>
        <p:spPr>
          <a:xfrm>
            <a:off x="6401214" y="5594469"/>
            <a:ext cx="1116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Reconciliations</a:t>
            </a:r>
            <a:endParaRPr b="1" i="0" sz="900" u="none" cap="none" strike="noStrike">
              <a:solidFill>
                <a:srgbClr val="066AFE"/>
              </a:solidFill>
              <a:latin typeface="Salesforce Sans"/>
              <a:ea typeface="Salesforce Sans"/>
              <a:cs typeface="Salesforce Sans"/>
              <a:sym typeface="Salesforce Sans"/>
            </a:endParaRPr>
          </a:p>
        </p:txBody>
      </p:sp>
      <p:sp>
        <p:nvSpPr>
          <p:cNvPr id="1707" name="Google Shape;1707;p83"/>
          <p:cNvSpPr/>
          <p:nvPr/>
        </p:nvSpPr>
        <p:spPr>
          <a:xfrm>
            <a:off x="6401215" y="412038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Lending Operations</a:t>
            </a:r>
            <a:endParaRPr b="1" i="0" sz="900" u="none" cap="none" strike="noStrike">
              <a:solidFill>
                <a:srgbClr val="066AFE"/>
              </a:solidFill>
              <a:latin typeface="Salesforce Sans"/>
              <a:ea typeface="Salesforce Sans"/>
              <a:cs typeface="Salesforce Sans"/>
              <a:sym typeface="Salesforce Sans"/>
            </a:endParaRPr>
          </a:p>
        </p:txBody>
      </p:sp>
      <p:sp>
        <p:nvSpPr>
          <p:cNvPr id="1708" name="Google Shape;1708;p83"/>
          <p:cNvSpPr/>
          <p:nvPr/>
        </p:nvSpPr>
        <p:spPr>
          <a:xfrm>
            <a:off x="6401215" y="482329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Deposit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1709" name="Google Shape;1709;p83"/>
          <p:cNvSpPr/>
          <p:nvPr/>
        </p:nvSpPr>
        <p:spPr>
          <a:xfrm>
            <a:off x="6401214" y="5214200"/>
            <a:ext cx="1253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Payment &amp;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Trans</a:t>
            </a:r>
            <a:r>
              <a:rPr b="1" lang="en" sz="900">
                <a:solidFill>
                  <a:srgbClr val="066AFE"/>
                </a:solidFill>
                <a:latin typeface="Salesforce Sans"/>
                <a:ea typeface="Salesforce Sans"/>
                <a:cs typeface="Salesforce Sans"/>
                <a:sym typeface="Salesforce Sans"/>
              </a:rPr>
              <a:t>fer Operations</a:t>
            </a:r>
            <a:endParaRPr b="1" i="0" sz="900" u="none" cap="none" strike="noStrike">
              <a:solidFill>
                <a:srgbClr val="066AFE"/>
              </a:solidFill>
              <a:latin typeface="Salesforce Sans"/>
              <a:ea typeface="Salesforce Sans"/>
              <a:cs typeface="Salesforce Sans"/>
              <a:sym typeface="Salesforce Sans"/>
            </a:endParaRPr>
          </a:p>
        </p:txBody>
      </p:sp>
      <p:sp>
        <p:nvSpPr>
          <p:cNvPr id="1710" name="Google Shape;1710;p83"/>
          <p:cNvSpPr/>
          <p:nvPr/>
        </p:nvSpPr>
        <p:spPr>
          <a:xfrm>
            <a:off x="6401215" y="3412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Onboarding</a:t>
            </a:r>
            <a:endParaRPr b="1" i="0" sz="900" u="none" cap="none" strike="noStrike">
              <a:solidFill>
                <a:srgbClr val="066AFE"/>
              </a:solidFill>
              <a:latin typeface="Salesforce Sans"/>
              <a:ea typeface="Salesforce Sans"/>
              <a:cs typeface="Salesforce Sans"/>
              <a:sym typeface="Salesforce Sans"/>
            </a:endParaRPr>
          </a:p>
        </p:txBody>
      </p:sp>
      <p:sp>
        <p:nvSpPr>
          <p:cNvPr id="1711" name="Google Shape;1711;p83"/>
          <p:cNvSpPr/>
          <p:nvPr/>
        </p:nvSpPr>
        <p:spPr>
          <a:xfrm>
            <a:off x="7653242" y="769282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12" name="Google Shape;1712;p83"/>
          <p:cNvSpPr txBox="1"/>
          <p:nvPr/>
        </p:nvSpPr>
        <p:spPr>
          <a:xfrm>
            <a:off x="7805144" y="766822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Translation</a:t>
            </a:r>
            <a:endParaRPr i="0" sz="800" u="none" cap="none" strike="noStrike">
              <a:latin typeface="Salesforce Sans"/>
              <a:ea typeface="Salesforce Sans"/>
              <a:cs typeface="Salesforce Sans"/>
              <a:sym typeface="Salesforce Sans"/>
            </a:endParaRPr>
          </a:p>
        </p:txBody>
      </p:sp>
      <p:sp>
        <p:nvSpPr>
          <p:cNvPr id="1713" name="Google Shape;1713;p83"/>
          <p:cNvSpPr/>
          <p:nvPr/>
        </p:nvSpPr>
        <p:spPr>
          <a:xfrm>
            <a:off x="7653242" y="79267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14" name="Google Shape;1714;p83"/>
          <p:cNvSpPr txBox="1"/>
          <p:nvPr/>
        </p:nvSpPr>
        <p:spPr>
          <a:xfrm>
            <a:off x="7811494" y="790218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Intake</a:t>
            </a:r>
            <a:endParaRPr i="0" sz="800" u="none" cap="none" strike="noStrike">
              <a:latin typeface="Salesforce Sans"/>
              <a:ea typeface="Salesforce Sans"/>
              <a:cs typeface="Salesforce Sans"/>
              <a:sym typeface="Salesforce Sans"/>
            </a:endParaRPr>
          </a:p>
        </p:txBody>
      </p:sp>
      <p:sp>
        <p:nvSpPr>
          <p:cNvPr id="1715" name="Google Shape;1715;p83"/>
          <p:cNvSpPr/>
          <p:nvPr/>
        </p:nvSpPr>
        <p:spPr>
          <a:xfrm>
            <a:off x="7653242" y="722070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16" name="Google Shape;1716;p83"/>
          <p:cNvSpPr txBox="1"/>
          <p:nvPr/>
        </p:nvSpPr>
        <p:spPr>
          <a:xfrm>
            <a:off x="7801969" y="718449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Requirements</a:t>
            </a:r>
            <a:endParaRPr i="0" sz="800" u="none" cap="none" strike="noStrike">
              <a:latin typeface="Salesforce Sans"/>
              <a:ea typeface="Salesforce Sans"/>
              <a:cs typeface="Salesforce Sans"/>
              <a:sym typeface="Salesforce Sans"/>
            </a:endParaRPr>
          </a:p>
        </p:txBody>
      </p:sp>
      <p:sp>
        <p:nvSpPr>
          <p:cNvPr id="1717" name="Google Shape;1717;p83"/>
          <p:cNvSpPr/>
          <p:nvPr/>
        </p:nvSpPr>
        <p:spPr>
          <a:xfrm>
            <a:off x="7653242" y="73780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18" name="Google Shape;1718;p83"/>
          <p:cNvSpPr txBox="1"/>
          <p:nvPr/>
        </p:nvSpPr>
        <p:spPr>
          <a:xfrm>
            <a:off x="7805144" y="735348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Documentation </a:t>
            </a:r>
            <a:endParaRPr i="0" sz="800" u="none" cap="none" strike="noStrike">
              <a:latin typeface="Salesforce Sans"/>
              <a:ea typeface="Salesforce Sans"/>
              <a:cs typeface="Salesforce Sans"/>
              <a:sym typeface="Salesforce Sans"/>
            </a:endParaRPr>
          </a:p>
        </p:txBody>
      </p:sp>
      <p:sp>
        <p:nvSpPr>
          <p:cNvPr id="1719" name="Google Shape;1719;p83"/>
          <p:cNvSpPr/>
          <p:nvPr/>
        </p:nvSpPr>
        <p:spPr>
          <a:xfrm>
            <a:off x="7653242" y="753545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20" name="Google Shape;1720;p83"/>
          <p:cNvSpPr txBox="1"/>
          <p:nvPr/>
        </p:nvSpPr>
        <p:spPr>
          <a:xfrm>
            <a:off x="7811494" y="751085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a:t>
            </a:r>
            <a:endParaRPr i="0" sz="800" u="none" cap="none" strike="noStrike">
              <a:latin typeface="Salesforce Sans"/>
              <a:ea typeface="Salesforce Sans"/>
              <a:cs typeface="Salesforce Sans"/>
              <a:sym typeface="Salesforce Sans"/>
            </a:endParaRPr>
          </a:p>
        </p:txBody>
      </p:sp>
      <p:sp>
        <p:nvSpPr>
          <p:cNvPr id="1721" name="Google Shape;1721;p83"/>
          <p:cNvSpPr/>
          <p:nvPr/>
        </p:nvSpPr>
        <p:spPr>
          <a:xfrm>
            <a:off x="7653242" y="810103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22" name="Google Shape;1722;p83"/>
          <p:cNvSpPr txBox="1"/>
          <p:nvPr/>
        </p:nvSpPr>
        <p:spPr>
          <a:xfrm>
            <a:off x="7801975" y="8076432"/>
            <a:ext cx="2089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&amp; Troubleshooting</a:t>
            </a:r>
            <a:endParaRPr i="0" sz="800" u="none" cap="none" strike="noStrike">
              <a:latin typeface="Salesforce Sans"/>
              <a:ea typeface="Salesforce Sans"/>
              <a:cs typeface="Salesforce Sans"/>
              <a:sym typeface="Salesforce Sans"/>
            </a:endParaRPr>
          </a:p>
        </p:txBody>
      </p:sp>
      <p:sp>
        <p:nvSpPr>
          <p:cNvPr id="1723" name="Google Shape;1723;p83"/>
          <p:cNvSpPr/>
          <p:nvPr/>
        </p:nvSpPr>
        <p:spPr>
          <a:xfrm>
            <a:off x="7653242" y="82752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24" name="Google Shape;1724;p83"/>
          <p:cNvSpPr txBox="1"/>
          <p:nvPr/>
        </p:nvSpPr>
        <p:spPr>
          <a:xfrm>
            <a:off x="7801969" y="825067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Knowledge</a:t>
            </a:r>
            <a:endParaRPr i="0" sz="800" u="none" cap="none" strike="noStrike">
              <a:latin typeface="Salesforce Sans"/>
              <a:ea typeface="Salesforce Sans"/>
              <a:cs typeface="Salesforce Sans"/>
              <a:sym typeface="Salesforce Sans"/>
            </a:endParaRPr>
          </a:p>
        </p:txBody>
      </p:sp>
      <p:sp>
        <p:nvSpPr>
          <p:cNvPr id="1725" name="Google Shape;1725;p83"/>
          <p:cNvSpPr/>
          <p:nvPr/>
        </p:nvSpPr>
        <p:spPr>
          <a:xfrm>
            <a:off x="6401215" y="790382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1726" name="Google Shape;1726;p83"/>
          <p:cNvSpPr/>
          <p:nvPr/>
        </p:nvSpPr>
        <p:spPr>
          <a:xfrm>
            <a:off x="6401215" y="7196106"/>
            <a:ext cx="892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Technology Modernization</a:t>
            </a:r>
            <a:endParaRPr b="1" i="0" sz="900" u="none" cap="none" strike="noStrike">
              <a:solidFill>
                <a:srgbClr val="066AFE"/>
              </a:solidFill>
              <a:latin typeface="Salesforce Sans"/>
              <a:ea typeface="Salesforce Sans"/>
              <a:cs typeface="Salesforce Sans"/>
              <a:sym typeface="Salesforce Sans"/>
            </a:endParaRPr>
          </a:p>
        </p:txBody>
      </p:sp>
      <p:sp>
        <p:nvSpPr>
          <p:cNvPr id="1727" name="Google Shape;1727;p83"/>
          <p:cNvSpPr txBox="1"/>
          <p:nvPr/>
        </p:nvSpPr>
        <p:spPr>
          <a:xfrm>
            <a:off x="7811494" y="388414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Compliance Guardrails</a:t>
            </a:r>
            <a:endParaRPr i="0" sz="800" u="none" cap="none" strike="noStrike">
              <a:latin typeface="Salesforce Sans"/>
              <a:ea typeface="Salesforce Sans"/>
              <a:cs typeface="Salesforce Sans"/>
              <a:sym typeface="Salesforce Sans"/>
            </a:endParaRPr>
          </a:p>
        </p:txBody>
      </p:sp>
      <p:sp>
        <p:nvSpPr>
          <p:cNvPr id="1728" name="Google Shape;1728;p83"/>
          <p:cNvSpPr txBox="1"/>
          <p:nvPr/>
        </p:nvSpPr>
        <p:spPr>
          <a:xfrm>
            <a:off x="7811494" y="357030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Onboarding </a:t>
            </a:r>
            <a:endParaRPr i="0" sz="800" u="none" cap="none" strike="noStrike">
              <a:latin typeface="Salesforce Sans"/>
              <a:ea typeface="Salesforce Sans"/>
              <a:cs typeface="Salesforce Sans"/>
              <a:sym typeface="Salesforce Sans"/>
            </a:endParaRPr>
          </a:p>
        </p:txBody>
      </p:sp>
      <p:sp>
        <p:nvSpPr>
          <p:cNvPr id="1729" name="Google Shape;1729;p83"/>
          <p:cNvSpPr/>
          <p:nvPr/>
        </p:nvSpPr>
        <p:spPr>
          <a:xfrm>
            <a:off x="7653242" y="359490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30" name="Google Shape;1730;p83"/>
          <p:cNvSpPr txBox="1"/>
          <p:nvPr/>
        </p:nvSpPr>
        <p:spPr>
          <a:xfrm>
            <a:off x="7811294" y="6260866"/>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Disaster Recovery</a:t>
            </a:r>
            <a:endParaRPr i="0" sz="800" u="none" cap="none" strike="noStrike">
              <a:latin typeface="Salesforce Sans"/>
              <a:ea typeface="Salesforce Sans"/>
              <a:cs typeface="Salesforce Sans"/>
              <a:sym typeface="Salesforce Sans"/>
            </a:endParaRPr>
          </a:p>
        </p:txBody>
      </p:sp>
      <p:sp>
        <p:nvSpPr>
          <p:cNvPr id="1731" name="Google Shape;1731;p83"/>
          <p:cNvSpPr txBox="1"/>
          <p:nvPr/>
        </p:nvSpPr>
        <p:spPr>
          <a:xfrm>
            <a:off x="7823994" y="641788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1732" name="Google Shape;1732;p83"/>
          <p:cNvSpPr txBox="1"/>
          <p:nvPr/>
        </p:nvSpPr>
        <p:spPr>
          <a:xfrm>
            <a:off x="7811294" y="610384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Continuity Planning</a:t>
            </a:r>
            <a:endParaRPr i="0" sz="800" u="none" cap="none" strike="noStrike">
              <a:latin typeface="Salesforce Sans"/>
              <a:ea typeface="Salesforce Sans"/>
              <a:cs typeface="Salesforce Sans"/>
              <a:sym typeface="Salesforce Sans"/>
            </a:endParaRPr>
          </a:p>
        </p:txBody>
      </p:sp>
      <p:sp>
        <p:nvSpPr>
          <p:cNvPr id="1733" name="Google Shape;1733;p83"/>
          <p:cNvSpPr txBox="1"/>
          <p:nvPr/>
        </p:nvSpPr>
        <p:spPr>
          <a:xfrm>
            <a:off x="7823994" y="657491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1734" name="Google Shape;1734;p83"/>
          <p:cNvSpPr txBox="1"/>
          <p:nvPr/>
        </p:nvSpPr>
        <p:spPr>
          <a:xfrm>
            <a:off x="7807494" y="6964910"/>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Offensive Security Testing</a:t>
            </a:r>
            <a:endParaRPr i="0" sz="800" u="none" cap="none" strike="noStrike">
              <a:latin typeface="Salesforce Sans"/>
              <a:ea typeface="Salesforce Sans"/>
              <a:cs typeface="Salesforce Sans"/>
              <a:sym typeface="Salesforce Sans"/>
            </a:endParaRPr>
          </a:p>
        </p:txBody>
      </p:sp>
      <p:sp>
        <p:nvSpPr>
          <p:cNvPr id="1735" name="Google Shape;1735;p83"/>
          <p:cNvSpPr txBox="1"/>
          <p:nvPr/>
        </p:nvSpPr>
        <p:spPr>
          <a:xfrm>
            <a:off x="7813844" y="680753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Access &amp; Security Policy Creation</a:t>
            </a:r>
            <a:endParaRPr i="0" sz="800" u="none" cap="none" strike="noStrike">
              <a:latin typeface="Salesforce Sans"/>
              <a:ea typeface="Salesforce Sans"/>
              <a:cs typeface="Salesforce Sans"/>
              <a:sym typeface="Salesforce Sans"/>
            </a:endParaRPr>
          </a:p>
        </p:txBody>
      </p:sp>
      <p:sp>
        <p:nvSpPr>
          <p:cNvPr id="1736" name="Google Shape;1736;p83"/>
          <p:cNvSpPr/>
          <p:nvPr/>
        </p:nvSpPr>
        <p:spPr>
          <a:xfrm>
            <a:off x="6401215" y="6113367"/>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Infra Operations</a:t>
            </a:r>
            <a:endParaRPr b="1" i="0" sz="900" u="none" cap="none" strike="noStrike">
              <a:solidFill>
                <a:srgbClr val="066AFE"/>
              </a:solidFill>
              <a:latin typeface="Salesforce Sans"/>
              <a:ea typeface="Salesforce Sans"/>
              <a:cs typeface="Salesforce Sans"/>
              <a:sym typeface="Salesforce Sans"/>
            </a:endParaRPr>
          </a:p>
        </p:txBody>
      </p:sp>
      <p:sp>
        <p:nvSpPr>
          <p:cNvPr id="1737" name="Google Shape;1737;p83"/>
          <p:cNvSpPr/>
          <p:nvPr/>
        </p:nvSpPr>
        <p:spPr>
          <a:xfrm>
            <a:off x="6401215" y="6813888"/>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a:t>
            </a:r>
            <a:r>
              <a:rPr b="1" lang="en" sz="900">
                <a:solidFill>
                  <a:srgbClr val="066AFE"/>
                </a:solidFill>
                <a:latin typeface="Salesforce Sans"/>
                <a:ea typeface="Salesforce Sans"/>
                <a:cs typeface="Salesforce Sans"/>
                <a:sym typeface="Salesforce Sans"/>
              </a:rPr>
              <a:t> Security</a:t>
            </a:r>
            <a:endParaRPr b="1" i="0" sz="900" u="none" cap="none" strike="noStrike">
              <a:solidFill>
                <a:srgbClr val="066AFE"/>
              </a:solidFill>
              <a:latin typeface="Salesforce Sans"/>
              <a:ea typeface="Salesforce Sans"/>
              <a:cs typeface="Salesforce Sans"/>
              <a:sym typeface="Salesforce Sans"/>
            </a:endParaRPr>
          </a:p>
        </p:txBody>
      </p:sp>
      <p:sp>
        <p:nvSpPr>
          <p:cNvPr id="1738" name="Google Shape;1738;p83"/>
          <p:cNvSpPr txBox="1"/>
          <p:nvPr/>
        </p:nvSpPr>
        <p:spPr>
          <a:xfrm>
            <a:off x="5042141"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739" name="Google Shape;1739;p83"/>
          <p:cNvSpPr txBox="1"/>
          <p:nvPr/>
        </p:nvSpPr>
        <p:spPr>
          <a:xfrm>
            <a:off x="7814431" y="176824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Development</a:t>
            </a:r>
            <a:endParaRPr sz="800">
              <a:latin typeface="Salesforce Sans"/>
              <a:ea typeface="Salesforce Sans"/>
              <a:cs typeface="Salesforce Sans"/>
              <a:sym typeface="Salesforce Sans"/>
            </a:endParaRPr>
          </a:p>
        </p:txBody>
      </p:sp>
      <p:sp>
        <p:nvSpPr>
          <p:cNvPr id="1740" name="Google Shape;1740;p83"/>
          <p:cNvSpPr txBox="1"/>
          <p:nvPr/>
        </p:nvSpPr>
        <p:spPr>
          <a:xfrm>
            <a:off x="7814431" y="1611400"/>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Inventory management</a:t>
            </a:r>
            <a:endParaRPr sz="800">
              <a:latin typeface="Salesforce Sans"/>
              <a:ea typeface="Salesforce Sans"/>
              <a:cs typeface="Salesforce Sans"/>
              <a:sym typeface="Salesforce Sans"/>
            </a:endParaRPr>
          </a:p>
        </p:txBody>
      </p:sp>
      <p:sp>
        <p:nvSpPr>
          <p:cNvPr id="1741" name="Google Shape;1741;p83"/>
          <p:cNvSpPr txBox="1"/>
          <p:nvPr/>
        </p:nvSpPr>
        <p:spPr>
          <a:xfrm>
            <a:off x="6406430"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742" name="Google Shape;1742;p83"/>
          <p:cNvGrpSpPr/>
          <p:nvPr/>
        </p:nvGrpSpPr>
        <p:grpSpPr>
          <a:xfrm>
            <a:off x="4927454" y="1635959"/>
            <a:ext cx="1322400" cy="449700"/>
            <a:chOff x="755165" y="1828821"/>
            <a:chExt cx="1322400" cy="449700"/>
          </a:xfrm>
        </p:grpSpPr>
        <p:sp>
          <p:nvSpPr>
            <p:cNvPr id="1743" name="Google Shape;174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44" name="Google Shape;174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1745" name="Google Shape;1745;p83"/>
          <p:cNvSpPr txBox="1"/>
          <p:nvPr/>
        </p:nvSpPr>
        <p:spPr>
          <a:xfrm>
            <a:off x="7816818"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746" name="Google Shape;1746;p83"/>
          <p:cNvSpPr txBox="1"/>
          <p:nvPr/>
        </p:nvSpPr>
        <p:spPr>
          <a:xfrm>
            <a:off x="6401215"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Model Risk Management</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747" name="Google Shape;1747;p83"/>
          <p:cNvGrpSpPr/>
          <p:nvPr/>
        </p:nvGrpSpPr>
        <p:grpSpPr>
          <a:xfrm>
            <a:off x="4927454" y="2134746"/>
            <a:ext cx="1322400" cy="449700"/>
            <a:chOff x="755165" y="1828821"/>
            <a:chExt cx="1322400" cy="449700"/>
          </a:xfrm>
        </p:grpSpPr>
        <p:sp>
          <p:nvSpPr>
            <p:cNvPr id="1748" name="Google Shape;174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49" name="Google Shape;174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Products</a:t>
              </a:r>
              <a:endParaRPr sz="900">
                <a:solidFill>
                  <a:srgbClr val="FFFFFF"/>
                </a:solidFill>
                <a:latin typeface="Avant Garde Demi SFDC"/>
                <a:ea typeface="Avant Garde Demi SFDC"/>
                <a:cs typeface="Avant Garde Demi SFDC"/>
                <a:sym typeface="Avant Garde Demi SFDC"/>
              </a:endParaRPr>
            </a:p>
          </p:txBody>
        </p:sp>
      </p:grpSp>
      <p:grpSp>
        <p:nvGrpSpPr>
          <p:cNvPr id="1750" name="Google Shape;1750;p83"/>
          <p:cNvGrpSpPr/>
          <p:nvPr/>
        </p:nvGrpSpPr>
        <p:grpSpPr>
          <a:xfrm>
            <a:off x="4927454" y="4150296"/>
            <a:ext cx="1322400" cy="449700"/>
            <a:chOff x="755165" y="1828821"/>
            <a:chExt cx="1322400" cy="449700"/>
          </a:xfrm>
        </p:grpSpPr>
        <p:sp>
          <p:nvSpPr>
            <p:cNvPr id="1751" name="Google Shape;1751;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52" name="Google Shape;1752;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grpSp>
        <p:nvGrpSpPr>
          <p:cNvPr id="1753" name="Google Shape;1753;p83"/>
          <p:cNvGrpSpPr/>
          <p:nvPr/>
        </p:nvGrpSpPr>
        <p:grpSpPr>
          <a:xfrm>
            <a:off x="4927454" y="6136146"/>
            <a:ext cx="1322400" cy="449700"/>
            <a:chOff x="755165" y="1828821"/>
            <a:chExt cx="1322400" cy="449700"/>
          </a:xfrm>
        </p:grpSpPr>
        <p:sp>
          <p:nvSpPr>
            <p:cNvPr id="1754" name="Google Shape;1754;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55" name="Google Shape;1755;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Technology</a:t>
              </a:r>
              <a:endParaRPr sz="900">
                <a:solidFill>
                  <a:srgbClr val="FFFFFF"/>
                </a:solidFill>
                <a:latin typeface="Avant Garde Demi SFDC"/>
                <a:ea typeface="Avant Garde Demi SFDC"/>
                <a:cs typeface="Avant Garde Demi SFDC"/>
                <a:sym typeface="Avant Garde Demi SFDC"/>
              </a:endParaRPr>
            </a:p>
          </p:txBody>
        </p:sp>
      </p:grpSp>
      <p:sp>
        <p:nvSpPr>
          <p:cNvPr id="1756" name="Google Shape;1756;p83"/>
          <p:cNvSpPr txBox="1"/>
          <p:nvPr/>
        </p:nvSpPr>
        <p:spPr>
          <a:xfrm>
            <a:off x="9617033"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757" name="Google Shape;1757;p83"/>
          <p:cNvSpPr/>
          <p:nvPr/>
        </p:nvSpPr>
        <p:spPr>
          <a:xfrm>
            <a:off x="12013084" y="939798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58" name="Google Shape;1758;p83"/>
          <p:cNvSpPr txBox="1"/>
          <p:nvPr/>
        </p:nvSpPr>
        <p:spPr>
          <a:xfrm>
            <a:off x="12177393" y="9364517"/>
            <a:ext cx="18684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1759" name="Google Shape;1759;p83"/>
          <p:cNvSpPr/>
          <p:nvPr/>
        </p:nvSpPr>
        <p:spPr>
          <a:xfrm>
            <a:off x="12013084" y="78927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60" name="Google Shape;1760;p83"/>
          <p:cNvSpPr/>
          <p:nvPr/>
        </p:nvSpPr>
        <p:spPr>
          <a:xfrm>
            <a:off x="12013084" y="881779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1" name="Google Shape;1761;p83"/>
          <p:cNvSpPr/>
          <p:nvPr/>
        </p:nvSpPr>
        <p:spPr>
          <a:xfrm>
            <a:off x="12013084" y="8485387"/>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2" name="Google Shape;1762;p83"/>
          <p:cNvSpPr/>
          <p:nvPr/>
        </p:nvSpPr>
        <p:spPr>
          <a:xfrm>
            <a:off x="12013084" y="923012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63" name="Google Shape;1763;p83"/>
          <p:cNvSpPr/>
          <p:nvPr/>
        </p:nvSpPr>
        <p:spPr>
          <a:xfrm>
            <a:off x="12013084" y="8257270"/>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4" name="Google Shape;1764;p83"/>
          <p:cNvSpPr/>
          <p:nvPr/>
        </p:nvSpPr>
        <p:spPr>
          <a:xfrm>
            <a:off x="12013084" y="8651591"/>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5" name="Google Shape;1765;p83"/>
          <p:cNvSpPr txBox="1"/>
          <p:nvPr/>
        </p:nvSpPr>
        <p:spPr>
          <a:xfrm>
            <a:off x="12177400" y="7367810"/>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Skills Assessment</a:t>
            </a:r>
            <a:endParaRPr i="0" sz="800" u="none" cap="none" strike="noStrike">
              <a:latin typeface="Salesforce Sans"/>
              <a:ea typeface="Salesforce Sans"/>
              <a:cs typeface="Salesforce Sans"/>
              <a:sym typeface="Salesforce Sans"/>
            </a:endParaRPr>
          </a:p>
        </p:txBody>
      </p:sp>
      <p:sp>
        <p:nvSpPr>
          <p:cNvPr id="1766" name="Google Shape;1766;p83"/>
          <p:cNvSpPr txBox="1"/>
          <p:nvPr/>
        </p:nvSpPr>
        <p:spPr>
          <a:xfrm>
            <a:off x="12177400" y="764996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1767" name="Google Shape;1767;p83"/>
          <p:cNvSpPr txBox="1"/>
          <p:nvPr/>
        </p:nvSpPr>
        <p:spPr>
          <a:xfrm>
            <a:off x="12177400" y="785930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Reporting</a:t>
            </a:r>
            <a:endParaRPr i="0" sz="800" u="none" cap="none" strike="noStrike">
              <a:latin typeface="Salesforce Sans"/>
              <a:ea typeface="Salesforce Sans"/>
              <a:cs typeface="Salesforce Sans"/>
              <a:sym typeface="Salesforce Sans"/>
            </a:endParaRPr>
          </a:p>
        </p:txBody>
      </p:sp>
      <p:sp>
        <p:nvSpPr>
          <p:cNvPr id="1768" name="Google Shape;1768;p83"/>
          <p:cNvSpPr txBox="1"/>
          <p:nvPr/>
        </p:nvSpPr>
        <p:spPr>
          <a:xfrm>
            <a:off x="12177400" y="8778718"/>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1769" name="Google Shape;1769;p83"/>
          <p:cNvSpPr txBox="1"/>
          <p:nvPr/>
        </p:nvSpPr>
        <p:spPr>
          <a:xfrm>
            <a:off x="12177400" y="8450042"/>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1770" name="Google Shape;1770;p83"/>
          <p:cNvSpPr txBox="1"/>
          <p:nvPr/>
        </p:nvSpPr>
        <p:spPr>
          <a:xfrm>
            <a:off x="12177400" y="9196663"/>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1771" name="Google Shape;1771;p83"/>
          <p:cNvSpPr txBox="1"/>
          <p:nvPr/>
        </p:nvSpPr>
        <p:spPr>
          <a:xfrm>
            <a:off x="12177400" y="9019276"/>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1772" name="Google Shape;1772;p83"/>
          <p:cNvSpPr txBox="1"/>
          <p:nvPr/>
        </p:nvSpPr>
        <p:spPr>
          <a:xfrm>
            <a:off x="12177400" y="822379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1773" name="Google Shape;1773;p83"/>
          <p:cNvSpPr txBox="1"/>
          <p:nvPr/>
        </p:nvSpPr>
        <p:spPr>
          <a:xfrm>
            <a:off x="12177400" y="8614380"/>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1774" name="Google Shape;1774;p83"/>
          <p:cNvSpPr/>
          <p:nvPr/>
        </p:nvSpPr>
        <p:spPr>
          <a:xfrm>
            <a:off x="10976107" y="737407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775" name="Google Shape;1775;p83"/>
          <p:cNvSpPr/>
          <p:nvPr/>
        </p:nvSpPr>
        <p:spPr>
          <a:xfrm>
            <a:off x="10976107" y="9030426"/>
            <a:ext cx="8736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M</a:t>
            </a:r>
            <a:r>
              <a:rPr b="1" lang="en" sz="900">
                <a:solidFill>
                  <a:srgbClr val="066AFE"/>
                </a:solidFill>
                <a:latin typeface="Salesforce Sans"/>
                <a:ea typeface="Salesforce Sans"/>
                <a:cs typeface="Salesforce Sans"/>
                <a:sym typeface="Salesforce Sans"/>
              </a:rPr>
              <a:t>anagement &amp;</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1776" name="Google Shape;1776;p83"/>
          <p:cNvSpPr/>
          <p:nvPr/>
        </p:nvSpPr>
        <p:spPr>
          <a:xfrm>
            <a:off x="10976107" y="8233907"/>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1777" name="Google Shape;1777;p83"/>
          <p:cNvSpPr/>
          <p:nvPr/>
        </p:nvSpPr>
        <p:spPr>
          <a:xfrm>
            <a:off x="12013084" y="242894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78" name="Google Shape;1778;p83"/>
          <p:cNvSpPr/>
          <p:nvPr/>
        </p:nvSpPr>
        <p:spPr>
          <a:xfrm>
            <a:off x="12013084" y="302183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79" name="Google Shape;1779;p83"/>
          <p:cNvSpPr/>
          <p:nvPr/>
        </p:nvSpPr>
        <p:spPr>
          <a:xfrm>
            <a:off x="12013084" y="330399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80" name="Google Shape;1780;p83"/>
          <p:cNvSpPr/>
          <p:nvPr/>
        </p:nvSpPr>
        <p:spPr>
          <a:xfrm>
            <a:off x="12013084" y="272538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81" name="Google Shape;1781;p83"/>
          <p:cNvSpPr txBox="1"/>
          <p:nvPr/>
        </p:nvSpPr>
        <p:spPr>
          <a:xfrm>
            <a:off x="12177400" y="2404977"/>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Authentication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Access Mgmt. </a:t>
            </a:r>
            <a:endParaRPr i="0" sz="800" u="none" cap="none" strike="noStrike">
              <a:latin typeface="Salesforce Sans"/>
              <a:ea typeface="Salesforce Sans"/>
              <a:cs typeface="Salesforce Sans"/>
              <a:sym typeface="Salesforce Sans"/>
            </a:endParaRPr>
          </a:p>
        </p:txBody>
      </p:sp>
      <p:sp>
        <p:nvSpPr>
          <p:cNvPr id="1782" name="Google Shape;1782;p83"/>
          <p:cNvSpPr txBox="1"/>
          <p:nvPr/>
        </p:nvSpPr>
        <p:spPr>
          <a:xfrm>
            <a:off x="12177400" y="304549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Personalized Engagement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Recommendations</a:t>
            </a:r>
            <a:endParaRPr i="0" sz="800" u="none" cap="none" strike="noStrike">
              <a:latin typeface="Salesforce Sans"/>
              <a:ea typeface="Salesforce Sans"/>
              <a:cs typeface="Salesforce Sans"/>
              <a:sym typeface="Salesforce Sans"/>
            </a:endParaRPr>
          </a:p>
        </p:txBody>
      </p:sp>
      <p:sp>
        <p:nvSpPr>
          <p:cNvPr id="1783" name="Google Shape;1783;p83"/>
          <p:cNvSpPr txBox="1"/>
          <p:nvPr/>
        </p:nvSpPr>
        <p:spPr>
          <a:xfrm>
            <a:off x="12177400" y="327050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Feedback &amp; Monitoring </a:t>
            </a:r>
            <a:endParaRPr i="0" sz="800" u="none" cap="none" strike="noStrike">
              <a:latin typeface="Salesforce Sans"/>
              <a:ea typeface="Salesforce Sans"/>
              <a:cs typeface="Salesforce Sans"/>
              <a:sym typeface="Salesforce Sans"/>
            </a:endParaRPr>
          </a:p>
        </p:txBody>
      </p:sp>
      <p:sp>
        <p:nvSpPr>
          <p:cNvPr id="1784" name="Google Shape;1784;p83"/>
          <p:cNvSpPr txBox="1"/>
          <p:nvPr/>
        </p:nvSpPr>
        <p:spPr>
          <a:xfrm>
            <a:off x="12177400" y="2691899"/>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Execution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Service Requests</a:t>
            </a:r>
            <a:endParaRPr i="0" sz="800" u="none" cap="none" strike="noStrike">
              <a:latin typeface="Salesforce Sans"/>
              <a:ea typeface="Salesforce Sans"/>
              <a:cs typeface="Salesforce Sans"/>
              <a:sym typeface="Salesforce Sans"/>
            </a:endParaRPr>
          </a:p>
        </p:txBody>
      </p:sp>
      <p:sp>
        <p:nvSpPr>
          <p:cNvPr id="1785" name="Google Shape;1785;p83"/>
          <p:cNvSpPr/>
          <p:nvPr/>
        </p:nvSpPr>
        <p:spPr>
          <a:xfrm>
            <a:off x="12013084"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6" name="Google Shape;1786;p83"/>
          <p:cNvSpPr/>
          <p:nvPr/>
        </p:nvSpPr>
        <p:spPr>
          <a:xfrm>
            <a:off x="12013084" y="181780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7" name="Google Shape;1787;p83"/>
          <p:cNvSpPr/>
          <p:nvPr/>
        </p:nvSpPr>
        <p:spPr>
          <a:xfrm>
            <a:off x="12013084" y="21869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8" name="Google Shape;1788;p83"/>
          <p:cNvSpPr/>
          <p:nvPr/>
        </p:nvSpPr>
        <p:spPr>
          <a:xfrm>
            <a:off x="12013084" y="200817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9" name="Google Shape;1789;p83"/>
          <p:cNvSpPr txBox="1"/>
          <p:nvPr/>
        </p:nvSpPr>
        <p:spPr>
          <a:xfrm>
            <a:off x="12177400" y="1593917"/>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1790" name="Google Shape;1790;p83"/>
          <p:cNvSpPr txBox="1"/>
          <p:nvPr/>
        </p:nvSpPr>
        <p:spPr>
          <a:xfrm>
            <a:off x="12177400" y="1779653"/>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 </a:t>
            </a:r>
            <a:endParaRPr i="0" sz="800" u="none" cap="none" strike="noStrike">
              <a:latin typeface="Salesforce Sans"/>
              <a:ea typeface="Salesforce Sans"/>
              <a:cs typeface="Salesforce Sans"/>
              <a:sym typeface="Salesforce Sans"/>
            </a:endParaRPr>
          </a:p>
        </p:txBody>
      </p:sp>
      <p:sp>
        <p:nvSpPr>
          <p:cNvPr id="1791" name="Google Shape;1791;p83"/>
          <p:cNvSpPr txBox="1"/>
          <p:nvPr/>
        </p:nvSpPr>
        <p:spPr>
          <a:xfrm>
            <a:off x="12177400" y="2151124"/>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1792" name="Google Shape;1792;p83"/>
          <p:cNvSpPr txBox="1"/>
          <p:nvPr/>
        </p:nvSpPr>
        <p:spPr>
          <a:xfrm>
            <a:off x="12177400" y="1965389"/>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Sentiment Analysis</a:t>
            </a:r>
            <a:endParaRPr i="0" sz="800" u="none" cap="none" strike="noStrike">
              <a:latin typeface="Salesforce Sans"/>
              <a:ea typeface="Salesforce Sans"/>
              <a:cs typeface="Salesforce Sans"/>
              <a:sym typeface="Salesforce Sans"/>
            </a:endParaRPr>
          </a:p>
        </p:txBody>
      </p:sp>
      <p:sp>
        <p:nvSpPr>
          <p:cNvPr id="1793" name="Google Shape;1793;p83"/>
          <p:cNvSpPr/>
          <p:nvPr/>
        </p:nvSpPr>
        <p:spPr>
          <a:xfrm>
            <a:off x="10976107" y="3517445"/>
            <a:ext cx="841200" cy="692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n" sz="900">
                <a:solidFill>
                  <a:srgbClr val="066AFE"/>
                </a:solidFill>
                <a:latin typeface="Salesforce Sans"/>
                <a:ea typeface="Salesforce Sans"/>
                <a:cs typeface="Salesforce Sans"/>
                <a:sym typeface="Salesforce Sans"/>
              </a:rPr>
              <a:t>Banking Service</a:t>
            </a:r>
            <a:endParaRPr b="1" i="0" sz="900" u="none" cap="none" strike="noStrike">
              <a:solidFill>
                <a:srgbClr val="066AFE"/>
              </a:solidFill>
              <a:latin typeface="Salesforce Sans"/>
              <a:ea typeface="Salesforce Sans"/>
              <a:cs typeface="Salesforce Sans"/>
              <a:sym typeface="Salesforce Sans"/>
            </a:endParaRPr>
          </a:p>
        </p:txBody>
      </p:sp>
      <p:sp>
        <p:nvSpPr>
          <p:cNvPr id="1794" name="Google Shape;1794;p83"/>
          <p:cNvSpPr/>
          <p:nvPr/>
        </p:nvSpPr>
        <p:spPr>
          <a:xfrm>
            <a:off x="12013084" y="354449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5" name="Google Shape;1795;p83"/>
          <p:cNvSpPr txBox="1"/>
          <p:nvPr/>
        </p:nvSpPr>
        <p:spPr>
          <a:xfrm>
            <a:off x="12177400" y="35109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Frequently Asked Questions</a:t>
            </a:r>
            <a:endParaRPr i="0" sz="800" u="none" cap="none" strike="noStrike">
              <a:latin typeface="Salesforce Sans"/>
              <a:ea typeface="Salesforce Sans"/>
              <a:cs typeface="Salesforce Sans"/>
              <a:sym typeface="Salesforce Sans"/>
            </a:endParaRPr>
          </a:p>
        </p:txBody>
      </p:sp>
      <p:sp>
        <p:nvSpPr>
          <p:cNvPr id="1796" name="Google Shape;1796;p83"/>
          <p:cNvSpPr/>
          <p:nvPr/>
        </p:nvSpPr>
        <p:spPr>
          <a:xfrm>
            <a:off x="12013084" y="37298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7" name="Google Shape;1797;p83"/>
          <p:cNvSpPr txBox="1"/>
          <p:nvPr/>
        </p:nvSpPr>
        <p:spPr>
          <a:xfrm>
            <a:off x="12177400" y="369633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View Balances &amp; Transactions</a:t>
            </a:r>
            <a:endParaRPr i="0" sz="800" u="none" cap="none" strike="noStrike">
              <a:latin typeface="Salesforce Sans"/>
              <a:ea typeface="Salesforce Sans"/>
              <a:cs typeface="Salesforce Sans"/>
              <a:sym typeface="Salesforce Sans"/>
            </a:endParaRPr>
          </a:p>
        </p:txBody>
      </p:sp>
      <p:sp>
        <p:nvSpPr>
          <p:cNvPr id="1798" name="Google Shape;1798;p83"/>
          <p:cNvSpPr/>
          <p:nvPr/>
        </p:nvSpPr>
        <p:spPr>
          <a:xfrm>
            <a:off x="12013084" y="39054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9" name="Google Shape;1799;p83"/>
          <p:cNvSpPr txBox="1"/>
          <p:nvPr/>
        </p:nvSpPr>
        <p:spPr>
          <a:xfrm>
            <a:off x="12177400" y="387199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Transfer Funds</a:t>
            </a:r>
            <a:endParaRPr i="0" sz="800" u="none" cap="none" strike="noStrike">
              <a:latin typeface="Salesforce Sans"/>
              <a:ea typeface="Salesforce Sans"/>
              <a:cs typeface="Salesforce Sans"/>
              <a:sym typeface="Salesforce Sans"/>
            </a:endParaRPr>
          </a:p>
        </p:txBody>
      </p:sp>
      <p:sp>
        <p:nvSpPr>
          <p:cNvPr id="1800" name="Google Shape;1800;p83"/>
          <p:cNvSpPr/>
          <p:nvPr/>
        </p:nvSpPr>
        <p:spPr>
          <a:xfrm>
            <a:off x="12013084" y="40908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1" name="Google Shape;1801;p83"/>
          <p:cNvSpPr txBox="1"/>
          <p:nvPr/>
        </p:nvSpPr>
        <p:spPr>
          <a:xfrm>
            <a:off x="12177400" y="40573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Credit Card Bill Payment</a:t>
            </a:r>
            <a:endParaRPr i="0" sz="800" u="none" cap="none" strike="noStrike">
              <a:latin typeface="Salesforce Sans"/>
              <a:ea typeface="Salesforce Sans"/>
              <a:cs typeface="Salesforce Sans"/>
              <a:sym typeface="Salesforce Sans"/>
            </a:endParaRPr>
          </a:p>
        </p:txBody>
      </p:sp>
      <p:sp>
        <p:nvSpPr>
          <p:cNvPr id="1802" name="Google Shape;1802;p83"/>
          <p:cNvSpPr/>
          <p:nvPr/>
        </p:nvSpPr>
        <p:spPr>
          <a:xfrm>
            <a:off x="12013084" y="428622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3" name="Google Shape;1803;p83"/>
          <p:cNvSpPr txBox="1"/>
          <p:nvPr/>
        </p:nvSpPr>
        <p:spPr>
          <a:xfrm>
            <a:off x="12177400" y="42527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Loan Payment</a:t>
            </a:r>
            <a:endParaRPr i="0" sz="800" u="none" cap="none" strike="noStrike">
              <a:latin typeface="Salesforce Sans"/>
              <a:ea typeface="Salesforce Sans"/>
              <a:cs typeface="Salesforce Sans"/>
              <a:sym typeface="Salesforce Sans"/>
            </a:endParaRPr>
          </a:p>
        </p:txBody>
      </p:sp>
      <p:sp>
        <p:nvSpPr>
          <p:cNvPr id="1804" name="Google Shape;1804;p83"/>
          <p:cNvSpPr/>
          <p:nvPr/>
        </p:nvSpPr>
        <p:spPr>
          <a:xfrm>
            <a:off x="12013084" y="447156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5" name="Google Shape;1805;p83"/>
          <p:cNvSpPr txBox="1"/>
          <p:nvPr/>
        </p:nvSpPr>
        <p:spPr>
          <a:xfrm>
            <a:off x="12177400" y="443806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Payment</a:t>
            </a:r>
            <a:endParaRPr i="0" sz="800" u="none" cap="none" strike="noStrike">
              <a:latin typeface="Salesforce Sans"/>
              <a:ea typeface="Salesforce Sans"/>
              <a:cs typeface="Salesforce Sans"/>
              <a:sym typeface="Salesforce Sans"/>
            </a:endParaRPr>
          </a:p>
        </p:txBody>
      </p:sp>
      <p:sp>
        <p:nvSpPr>
          <p:cNvPr id="1806" name="Google Shape;1806;p83"/>
          <p:cNvSpPr/>
          <p:nvPr/>
        </p:nvSpPr>
        <p:spPr>
          <a:xfrm>
            <a:off x="12013084" y="464721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7" name="Google Shape;1807;p83"/>
          <p:cNvSpPr txBox="1"/>
          <p:nvPr/>
        </p:nvSpPr>
        <p:spPr>
          <a:xfrm>
            <a:off x="12177400" y="461372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ACH-Deposit</a:t>
            </a:r>
            <a:endParaRPr i="0" sz="800" u="none" cap="none" strike="noStrike">
              <a:latin typeface="Salesforce Sans"/>
              <a:ea typeface="Salesforce Sans"/>
              <a:cs typeface="Salesforce Sans"/>
              <a:sym typeface="Salesforce Sans"/>
            </a:endParaRPr>
          </a:p>
        </p:txBody>
      </p:sp>
      <p:sp>
        <p:nvSpPr>
          <p:cNvPr id="1808" name="Google Shape;1808;p83"/>
          <p:cNvSpPr/>
          <p:nvPr/>
        </p:nvSpPr>
        <p:spPr>
          <a:xfrm>
            <a:off x="12013084" y="483255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9" name="Google Shape;1809;p83"/>
          <p:cNvSpPr txBox="1"/>
          <p:nvPr/>
        </p:nvSpPr>
        <p:spPr>
          <a:xfrm>
            <a:off x="12177400" y="479906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Dispute Intake</a:t>
            </a:r>
            <a:endParaRPr i="0" sz="800" u="none" cap="none" strike="noStrike">
              <a:latin typeface="Salesforce Sans"/>
              <a:ea typeface="Salesforce Sans"/>
              <a:cs typeface="Salesforce Sans"/>
              <a:sym typeface="Salesforce Sans"/>
            </a:endParaRPr>
          </a:p>
        </p:txBody>
      </p:sp>
      <p:sp>
        <p:nvSpPr>
          <p:cNvPr id="1810" name="Google Shape;1810;p83"/>
          <p:cNvSpPr/>
          <p:nvPr/>
        </p:nvSpPr>
        <p:spPr>
          <a:xfrm>
            <a:off x="12013084" y="502664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1" name="Google Shape;1811;p83"/>
          <p:cNvSpPr txBox="1"/>
          <p:nvPr/>
        </p:nvSpPr>
        <p:spPr>
          <a:xfrm>
            <a:off x="12177400" y="499315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Secure PIN Services</a:t>
            </a:r>
            <a:endParaRPr i="0" sz="800" u="none" cap="none" strike="noStrike">
              <a:latin typeface="Salesforce Sans"/>
              <a:ea typeface="Salesforce Sans"/>
              <a:cs typeface="Salesforce Sans"/>
              <a:sym typeface="Salesforce Sans"/>
            </a:endParaRPr>
          </a:p>
        </p:txBody>
      </p:sp>
      <p:sp>
        <p:nvSpPr>
          <p:cNvPr id="1812" name="Google Shape;1812;p83"/>
          <p:cNvSpPr/>
          <p:nvPr/>
        </p:nvSpPr>
        <p:spPr>
          <a:xfrm>
            <a:off x="12013084" y="521197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3" name="Google Shape;1813;p83"/>
          <p:cNvSpPr txBox="1"/>
          <p:nvPr/>
        </p:nvSpPr>
        <p:spPr>
          <a:xfrm>
            <a:off x="12177400" y="51784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Request Loan Payoff</a:t>
            </a:r>
            <a:endParaRPr i="0" sz="800" u="none" cap="none" strike="noStrike">
              <a:latin typeface="Salesforce Sans"/>
              <a:ea typeface="Salesforce Sans"/>
              <a:cs typeface="Salesforce Sans"/>
              <a:sym typeface="Salesforce Sans"/>
            </a:endParaRPr>
          </a:p>
        </p:txBody>
      </p:sp>
      <p:sp>
        <p:nvSpPr>
          <p:cNvPr id="1814" name="Google Shape;1814;p83"/>
          <p:cNvSpPr/>
          <p:nvPr/>
        </p:nvSpPr>
        <p:spPr>
          <a:xfrm>
            <a:off x="12013084" y="538763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5" name="Google Shape;1815;p83"/>
          <p:cNvSpPr txBox="1"/>
          <p:nvPr/>
        </p:nvSpPr>
        <p:spPr>
          <a:xfrm>
            <a:off x="12177400" y="535414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Card Security Lock / Unlock</a:t>
            </a:r>
            <a:endParaRPr i="0" sz="800" u="none" cap="none" strike="noStrike">
              <a:latin typeface="Salesforce Sans"/>
              <a:ea typeface="Salesforce Sans"/>
              <a:cs typeface="Salesforce Sans"/>
              <a:sym typeface="Salesforce Sans"/>
            </a:endParaRPr>
          </a:p>
        </p:txBody>
      </p:sp>
      <p:sp>
        <p:nvSpPr>
          <p:cNvPr id="1816" name="Google Shape;1816;p83"/>
          <p:cNvSpPr/>
          <p:nvPr/>
        </p:nvSpPr>
        <p:spPr>
          <a:xfrm>
            <a:off x="12013084" y="557297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7" name="Google Shape;1817;p83"/>
          <p:cNvSpPr txBox="1"/>
          <p:nvPr/>
        </p:nvSpPr>
        <p:spPr>
          <a:xfrm>
            <a:off x="12177400" y="553948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Report Lost Card</a:t>
            </a:r>
            <a:endParaRPr i="0" sz="800" u="none" cap="none" strike="noStrike">
              <a:latin typeface="Salesforce Sans"/>
              <a:ea typeface="Salesforce Sans"/>
              <a:cs typeface="Salesforce Sans"/>
              <a:sym typeface="Salesforce Sans"/>
            </a:endParaRPr>
          </a:p>
        </p:txBody>
      </p:sp>
      <p:sp>
        <p:nvSpPr>
          <p:cNvPr id="1818" name="Google Shape;1818;p83"/>
          <p:cNvSpPr/>
          <p:nvPr/>
        </p:nvSpPr>
        <p:spPr>
          <a:xfrm>
            <a:off x="12013084" y="576909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9" name="Google Shape;1819;p83"/>
          <p:cNvSpPr txBox="1"/>
          <p:nvPr/>
        </p:nvSpPr>
        <p:spPr>
          <a:xfrm>
            <a:off x="12177400" y="57356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Travel Notification</a:t>
            </a:r>
            <a:endParaRPr i="0" sz="800" u="none" cap="none" strike="noStrike">
              <a:latin typeface="Salesforce Sans"/>
              <a:ea typeface="Salesforce Sans"/>
              <a:cs typeface="Salesforce Sans"/>
              <a:sym typeface="Salesforce Sans"/>
            </a:endParaRPr>
          </a:p>
        </p:txBody>
      </p:sp>
      <p:sp>
        <p:nvSpPr>
          <p:cNvPr id="1820" name="Google Shape;1820;p83"/>
          <p:cNvSpPr/>
          <p:nvPr/>
        </p:nvSpPr>
        <p:spPr>
          <a:xfrm>
            <a:off x="12013084" y="59447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1" name="Google Shape;1821;p83"/>
          <p:cNvSpPr txBox="1"/>
          <p:nvPr/>
        </p:nvSpPr>
        <p:spPr>
          <a:xfrm>
            <a:off x="12177400" y="591126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Flexible Billing Management</a:t>
            </a:r>
            <a:endParaRPr i="0" sz="800" u="none" cap="none" strike="noStrike">
              <a:latin typeface="Salesforce Sans"/>
              <a:ea typeface="Salesforce Sans"/>
              <a:cs typeface="Salesforce Sans"/>
              <a:sym typeface="Salesforce Sans"/>
            </a:endParaRPr>
          </a:p>
        </p:txBody>
      </p:sp>
      <p:sp>
        <p:nvSpPr>
          <p:cNvPr id="1822" name="Google Shape;1822;p83"/>
          <p:cNvSpPr/>
          <p:nvPr/>
        </p:nvSpPr>
        <p:spPr>
          <a:xfrm>
            <a:off x="12013084" y="61300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3" name="Google Shape;1823;p83"/>
          <p:cNvSpPr txBox="1"/>
          <p:nvPr/>
        </p:nvSpPr>
        <p:spPr>
          <a:xfrm>
            <a:off x="12177400" y="609659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Statement Services</a:t>
            </a:r>
            <a:endParaRPr i="0" sz="800" u="none" cap="none" strike="noStrike">
              <a:latin typeface="Salesforce Sans"/>
              <a:ea typeface="Salesforce Sans"/>
              <a:cs typeface="Salesforce Sans"/>
              <a:sym typeface="Salesforce Sans"/>
            </a:endParaRPr>
          </a:p>
        </p:txBody>
      </p:sp>
      <p:sp>
        <p:nvSpPr>
          <p:cNvPr id="1824" name="Google Shape;1824;p83"/>
          <p:cNvSpPr/>
          <p:nvPr/>
        </p:nvSpPr>
        <p:spPr>
          <a:xfrm>
            <a:off x="12013084" y="63146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5" name="Google Shape;1825;p83"/>
          <p:cNvSpPr txBox="1"/>
          <p:nvPr/>
        </p:nvSpPr>
        <p:spPr>
          <a:xfrm>
            <a:off x="12177400" y="628116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Fee Reversal</a:t>
            </a:r>
            <a:endParaRPr i="0" sz="800" u="none" cap="none" strike="noStrike">
              <a:latin typeface="Salesforce Sans"/>
              <a:ea typeface="Salesforce Sans"/>
              <a:cs typeface="Salesforce Sans"/>
              <a:sym typeface="Salesforce Sans"/>
            </a:endParaRPr>
          </a:p>
        </p:txBody>
      </p:sp>
      <p:sp>
        <p:nvSpPr>
          <p:cNvPr id="1826" name="Google Shape;1826;p83"/>
          <p:cNvSpPr/>
          <p:nvPr/>
        </p:nvSpPr>
        <p:spPr>
          <a:xfrm>
            <a:off x="12013084" y="651427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7" name="Google Shape;1827;p83"/>
          <p:cNvSpPr txBox="1"/>
          <p:nvPr/>
        </p:nvSpPr>
        <p:spPr>
          <a:xfrm>
            <a:off x="12177400" y="648078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Address Update</a:t>
            </a:r>
            <a:endParaRPr i="0" sz="800" u="none" cap="none" strike="noStrike">
              <a:latin typeface="Salesforce Sans"/>
              <a:ea typeface="Salesforce Sans"/>
              <a:cs typeface="Salesforce Sans"/>
              <a:sym typeface="Salesforce Sans"/>
            </a:endParaRPr>
          </a:p>
        </p:txBody>
      </p:sp>
      <p:sp>
        <p:nvSpPr>
          <p:cNvPr id="1828" name="Google Shape;1828;p83"/>
          <p:cNvSpPr/>
          <p:nvPr/>
        </p:nvSpPr>
        <p:spPr>
          <a:xfrm>
            <a:off x="12013084" y="668992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9" name="Google Shape;1829;p83"/>
          <p:cNvSpPr txBox="1"/>
          <p:nvPr/>
        </p:nvSpPr>
        <p:spPr>
          <a:xfrm>
            <a:off x="12177400" y="665644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Stop Check Payment</a:t>
            </a:r>
            <a:endParaRPr i="0" sz="800" u="none" cap="none" strike="noStrike">
              <a:latin typeface="Salesforce Sans"/>
              <a:ea typeface="Salesforce Sans"/>
              <a:cs typeface="Salesforce Sans"/>
              <a:sym typeface="Salesforce Sans"/>
            </a:endParaRPr>
          </a:p>
        </p:txBody>
      </p:sp>
      <p:sp>
        <p:nvSpPr>
          <p:cNvPr id="1830" name="Google Shape;1830;p83"/>
          <p:cNvSpPr/>
          <p:nvPr/>
        </p:nvSpPr>
        <p:spPr>
          <a:xfrm>
            <a:off x="12013084" y="68752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31" name="Google Shape;1831;p83"/>
          <p:cNvSpPr txBox="1"/>
          <p:nvPr/>
        </p:nvSpPr>
        <p:spPr>
          <a:xfrm>
            <a:off x="12177400" y="684178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Checkbook</a:t>
            </a:r>
            <a:endParaRPr i="0" sz="800" u="none" cap="none" strike="noStrike">
              <a:latin typeface="Salesforce Sans"/>
              <a:ea typeface="Salesforce Sans"/>
              <a:cs typeface="Salesforce Sans"/>
              <a:sym typeface="Salesforce Sans"/>
            </a:endParaRPr>
          </a:p>
        </p:txBody>
      </p:sp>
      <p:sp>
        <p:nvSpPr>
          <p:cNvPr id="1832" name="Google Shape;1832;p83"/>
          <p:cNvSpPr/>
          <p:nvPr/>
        </p:nvSpPr>
        <p:spPr>
          <a:xfrm>
            <a:off x="12013084" y="705783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33" name="Google Shape;1833;p83"/>
          <p:cNvSpPr txBox="1"/>
          <p:nvPr/>
        </p:nvSpPr>
        <p:spPr>
          <a:xfrm>
            <a:off x="12177400" y="7008832"/>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Complaint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Resolution Assistance</a:t>
            </a:r>
            <a:endParaRPr i="0" sz="800" u="none" cap="none" strike="noStrike">
              <a:latin typeface="Salesforce Sans"/>
              <a:ea typeface="Salesforce Sans"/>
              <a:cs typeface="Salesforce Sans"/>
              <a:sym typeface="Salesforce Sans"/>
            </a:endParaRPr>
          </a:p>
        </p:txBody>
      </p:sp>
      <p:sp>
        <p:nvSpPr>
          <p:cNvPr id="1834" name="Google Shape;1834;p83"/>
          <p:cNvSpPr/>
          <p:nvPr/>
        </p:nvSpPr>
        <p:spPr>
          <a:xfrm>
            <a:off x="12013084" y="768323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835" name="Google Shape;1835;p83"/>
          <p:cNvSpPr/>
          <p:nvPr/>
        </p:nvSpPr>
        <p:spPr>
          <a:xfrm>
            <a:off x="10976107" y="239192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Digital Self Service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66AFE"/>
              </a:solidFill>
              <a:latin typeface="Salesforce Sans"/>
              <a:ea typeface="Salesforce Sans"/>
              <a:cs typeface="Salesforce Sans"/>
              <a:sym typeface="Salesforce Sans"/>
            </a:endParaRPr>
          </a:p>
        </p:txBody>
      </p:sp>
      <p:sp>
        <p:nvSpPr>
          <p:cNvPr id="1836" name="Google Shape;1836;p83"/>
          <p:cNvSpPr txBox="1"/>
          <p:nvPr/>
        </p:nvSpPr>
        <p:spPr>
          <a:xfrm>
            <a:off x="10981321"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837" name="Google Shape;1837;p83"/>
          <p:cNvGrpSpPr/>
          <p:nvPr/>
        </p:nvGrpSpPr>
        <p:grpSpPr>
          <a:xfrm>
            <a:off x="9502346" y="1635959"/>
            <a:ext cx="1322400" cy="449700"/>
            <a:chOff x="755165" y="1828821"/>
            <a:chExt cx="1322400" cy="449700"/>
          </a:xfrm>
        </p:grpSpPr>
        <p:sp>
          <p:nvSpPr>
            <p:cNvPr id="1838" name="Google Shape;183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839" name="Google Shape;183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Servicing</a:t>
              </a:r>
              <a:endParaRPr sz="900">
                <a:solidFill>
                  <a:srgbClr val="FFFFFF"/>
                </a:solidFill>
                <a:latin typeface="Avant Garde Demi SFDC"/>
                <a:ea typeface="Avant Garde Demi SFDC"/>
                <a:cs typeface="Avant Garde Demi SFDC"/>
                <a:sym typeface="Avant Garde Demi SFDC"/>
              </a:endParaRPr>
            </a:p>
          </p:txBody>
        </p:sp>
      </p:grpSp>
      <p:sp>
        <p:nvSpPr>
          <p:cNvPr id="1840" name="Google Shape;1840;p83"/>
          <p:cNvSpPr txBox="1"/>
          <p:nvPr/>
        </p:nvSpPr>
        <p:spPr>
          <a:xfrm>
            <a:off x="12179626"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841" name="Google Shape;1841;p83"/>
          <p:cNvSpPr txBox="1"/>
          <p:nvPr/>
        </p:nvSpPr>
        <p:spPr>
          <a:xfrm>
            <a:off x="10976102" y="1610700"/>
            <a:ext cx="929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Assisted Service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Via Contact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Center</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842" name="Google Shape;1842;p83"/>
          <p:cNvGrpSpPr/>
          <p:nvPr/>
        </p:nvGrpSpPr>
        <p:grpSpPr>
          <a:xfrm>
            <a:off x="9502346" y="7402283"/>
            <a:ext cx="1322400" cy="449700"/>
            <a:chOff x="755165" y="1828821"/>
            <a:chExt cx="1322400" cy="449700"/>
          </a:xfrm>
        </p:grpSpPr>
        <p:sp>
          <p:nvSpPr>
            <p:cNvPr id="1843" name="Google Shape;184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844" name="Google Shape;184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845" name="Google Shape;1845;p83"/>
          <p:cNvSpPr/>
          <p:nvPr/>
        </p:nvSpPr>
        <p:spPr>
          <a:xfrm>
            <a:off x="15184789" y="5637635"/>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Contract Lifecycle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1846" name="Google Shape;1846;p83"/>
          <p:cNvSpPr/>
          <p:nvPr/>
        </p:nvSpPr>
        <p:spPr>
          <a:xfrm>
            <a:off x="15184789" y="354082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Finance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1847" name="Google Shape;1847;p83"/>
          <p:cNvSpPr/>
          <p:nvPr/>
        </p:nvSpPr>
        <p:spPr>
          <a:xfrm>
            <a:off x="15184789" y="2755050"/>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848" name="Google Shape;1848;p83"/>
          <p:cNvSpPr/>
          <p:nvPr/>
        </p:nvSpPr>
        <p:spPr>
          <a:xfrm>
            <a:off x="15184789" y="6282095"/>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&amp; Dispute</a:t>
            </a:r>
            <a:endParaRPr b="1" i="0" sz="900" u="none" cap="none" strike="noStrike">
              <a:solidFill>
                <a:srgbClr val="066AFE"/>
              </a:solidFill>
              <a:latin typeface="Salesforce Sans"/>
              <a:ea typeface="Salesforce Sans"/>
              <a:cs typeface="Salesforce Sans"/>
              <a:sym typeface="Salesforce Sans"/>
            </a:endParaRPr>
          </a:p>
        </p:txBody>
      </p:sp>
      <p:sp>
        <p:nvSpPr>
          <p:cNvPr id="1849" name="Google Shape;1849;p83"/>
          <p:cNvSpPr/>
          <p:nvPr/>
        </p:nvSpPr>
        <p:spPr>
          <a:xfrm>
            <a:off x="15184789" y="4238872"/>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Comp</a:t>
            </a:r>
            <a:r>
              <a:rPr b="1" lang="en" sz="900">
                <a:solidFill>
                  <a:srgbClr val="066AFE"/>
                </a:solidFill>
                <a:latin typeface="Salesforce Sans"/>
                <a:ea typeface="Salesforce Sans"/>
                <a:cs typeface="Salesforce Sans"/>
                <a:sym typeface="Salesforce Sans"/>
              </a:rPr>
              <a:t>liance</a:t>
            </a:r>
            <a:endParaRPr b="1" i="0" sz="900" u="none" cap="none" strike="noStrike">
              <a:solidFill>
                <a:srgbClr val="066AFE"/>
              </a:solidFill>
              <a:latin typeface="Salesforce Sans"/>
              <a:ea typeface="Salesforce Sans"/>
              <a:cs typeface="Salesforce Sans"/>
              <a:sym typeface="Salesforce Sans"/>
            </a:endParaRPr>
          </a:p>
        </p:txBody>
      </p:sp>
      <p:sp>
        <p:nvSpPr>
          <p:cNvPr id="1850" name="Google Shape;1850;p83"/>
          <p:cNvSpPr/>
          <p:nvPr/>
        </p:nvSpPr>
        <p:spPr>
          <a:xfrm>
            <a:off x="15184789" y="5190103"/>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1851" name="Google Shape;1851;p83"/>
          <p:cNvSpPr/>
          <p:nvPr/>
        </p:nvSpPr>
        <p:spPr>
          <a:xfrm>
            <a:off x="15184789" y="684081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Selection</a:t>
            </a:r>
            <a:endParaRPr b="1" i="0" sz="900" u="none" cap="none" strike="noStrike">
              <a:solidFill>
                <a:srgbClr val="066AFE"/>
              </a:solidFill>
              <a:latin typeface="Salesforce Sans"/>
              <a:ea typeface="Salesforce Sans"/>
              <a:cs typeface="Salesforce Sans"/>
              <a:sym typeface="Salesforce Sans"/>
            </a:endParaRPr>
          </a:p>
        </p:txBody>
      </p:sp>
      <p:sp>
        <p:nvSpPr>
          <p:cNvPr id="1852" name="Google Shape;1852;p83"/>
          <p:cNvSpPr/>
          <p:nvPr/>
        </p:nvSpPr>
        <p:spPr>
          <a:xfrm>
            <a:off x="15184789" y="736451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Onboarding</a:t>
            </a:r>
            <a:endParaRPr b="1" i="0" sz="900" u="none" cap="none" strike="noStrike">
              <a:solidFill>
                <a:srgbClr val="066AFE"/>
              </a:solidFill>
              <a:latin typeface="Salesforce Sans"/>
              <a:ea typeface="Salesforce Sans"/>
              <a:cs typeface="Salesforce Sans"/>
              <a:sym typeface="Salesforce Sans"/>
            </a:endParaRPr>
          </a:p>
        </p:txBody>
      </p:sp>
      <p:sp>
        <p:nvSpPr>
          <p:cNvPr id="1853" name="Google Shape;1853;p83"/>
          <p:cNvSpPr/>
          <p:nvPr/>
        </p:nvSpPr>
        <p:spPr>
          <a:xfrm>
            <a:off x="15184789" y="789706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Collections &amp; Recovery</a:t>
            </a:r>
            <a:endParaRPr b="1" i="0" sz="900" u="none" cap="none" strike="noStrike">
              <a:solidFill>
                <a:srgbClr val="066AFE"/>
              </a:solidFill>
              <a:latin typeface="Salesforce Sans"/>
              <a:ea typeface="Salesforce Sans"/>
              <a:cs typeface="Salesforce Sans"/>
              <a:sym typeface="Salesforce Sans"/>
            </a:endParaRPr>
          </a:p>
        </p:txBody>
      </p:sp>
      <p:sp>
        <p:nvSpPr>
          <p:cNvPr id="1854" name="Google Shape;1854;p83"/>
          <p:cNvSpPr txBox="1"/>
          <p:nvPr/>
        </p:nvSpPr>
        <p:spPr>
          <a:xfrm>
            <a:off x="16339882" y="9381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Extension Requests</a:t>
            </a:r>
            <a:endParaRPr i="0" sz="800" u="none" cap="none" strike="noStrike">
              <a:latin typeface="Salesforce Sans"/>
              <a:ea typeface="Salesforce Sans"/>
              <a:cs typeface="Salesforce Sans"/>
              <a:sym typeface="Salesforce Sans"/>
            </a:endParaRPr>
          </a:p>
        </p:txBody>
      </p:sp>
      <p:sp>
        <p:nvSpPr>
          <p:cNvPr id="1855" name="Google Shape;1855;p83"/>
          <p:cNvSpPr/>
          <p:nvPr/>
        </p:nvSpPr>
        <p:spPr>
          <a:xfrm>
            <a:off x="15184789" y="4961804"/>
            <a:ext cx="841200" cy="17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Tax &amp; Comp</a:t>
            </a:r>
            <a:endParaRPr b="1" i="0" sz="900" u="none" cap="none" strike="noStrike">
              <a:solidFill>
                <a:srgbClr val="066AFE"/>
              </a:solidFill>
              <a:latin typeface="Salesforce Sans"/>
              <a:ea typeface="Salesforce Sans"/>
              <a:cs typeface="Salesforce Sans"/>
              <a:sym typeface="Salesforce Sans"/>
            </a:endParaRPr>
          </a:p>
        </p:txBody>
      </p:sp>
      <p:sp>
        <p:nvSpPr>
          <p:cNvPr id="1856" name="Google Shape;1856;p83"/>
          <p:cNvSpPr txBox="1"/>
          <p:nvPr/>
        </p:nvSpPr>
        <p:spPr>
          <a:xfrm>
            <a:off x="13825720"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857" name="Google Shape;1857;p83"/>
          <p:cNvSpPr/>
          <p:nvPr/>
        </p:nvSpPr>
        <p:spPr>
          <a:xfrm>
            <a:off x="16175571" y="792612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858" name="Google Shape;1858;p83"/>
          <p:cNvSpPr/>
          <p:nvPr/>
        </p:nvSpPr>
        <p:spPr>
          <a:xfrm>
            <a:off x="16175571" y="87273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59" name="Google Shape;1859;p83"/>
          <p:cNvSpPr/>
          <p:nvPr/>
        </p:nvSpPr>
        <p:spPr>
          <a:xfrm>
            <a:off x="16175571" y="820012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0" name="Google Shape;1860;p83"/>
          <p:cNvSpPr/>
          <p:nvPr/>
        </p:nvSpPr>
        <p:spPr>
          <a:xfrm>
            <a:off x="16175571" y="84669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1" name="Google Shape;1861;p83"/>
          <p:cNvSpPr txBox="1"/>
          <p:nvPr/>
        </p:nvSpPr>
        <p:spPr>
          <a:xfrm>
            <a:off x="16339887" y="766901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Management</a:t>
            </a:r>
            <a:endParaRPr sz="800">
              <a:latin typeface="Salesforce Sans"/>
              <a:ea typeface="Salesforce Sans"/>
              <a:cs typeface="Salesforce Sans"/>
              <a:sym typeface="Salesforce Sans"/>
            </a:endParaRPr>
          </a:p>
        </p:txBody>
      </p:sp>
      <p:sp>
        <p:nvSpPr>
          <p:cNvPr id="1862" name="Google Shape;1862;p83"/>
          <p:cNvSpPr txBox="1"/>
          <p:nvPr/>
        </p:nvSpPr>
        <p:spPr>
          <a:xfrm>
            <a:off x="16339887" y="7892644"/>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Management for Collections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3" name="Google Shape;1863;p83"/>
          <p:cNvSpPr txBox="1"/>
          <p:nvPr/>
        </p:nvSpPr>
        <p:spPr>
          <a:xfrm>
            <a:off x="16339887" y="868823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Call Script for Collections</a:t>
            </a:r>
            <a:endParaRPr sz="800">
              <a:latin typeface="Salesforce Sans"/>
              <a:ea typeface="Salesforce Sans"/>
              <a:cs typeface="Salesforce Sans"/>
              <a:sym typeface="Salesforce Sans"/>
            </a:endParaRPr>
          </a:p>
        </p:txBody>
      </p:sp>
      <p:sp>
        <p:nvSpPr>
          <p:cNvPr id="1864" name="Google Shape;1864;p83"/>
          <p:cNvSpPr txBox="1"/>
          <p:nvPr/>
        </p:nvSpPr>
        <p:spPr>
          <a:xfrm>
            <a:off x="16339887" y="8166641"/>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Promise-to-Pay Agreements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5" name="Google Shape;1865;p83"/>
          <p:cNvSpPr txBox="1"/>
          <p:nvPr/>
        </p:nvSpPr>
        <p:spPr>
          <a:xfrm>
            <a:off x="16339887" y="842976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Link for Collection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6" name="Google Shape;1866;p83"/>
          <p:cNvSpPr/>
          <p:nvPr/>
        </p:nvSpPr>
        <p:spPr>
          <a:xfrm>
            <a:off x="16175571" y="277184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7" name="Google Shape;1867;p83"/>
          <p:cNvSpPr/>
          <p:nvPr/>
        </p:nvSpPr>
        <p:spPr>
          <a:xfrm>
            <a:off x="16175571" y="333449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8" name="Google Shape;1868;p83"/>
          <p:cNvSpPr/>
          <p:nvPr/>
        </p:nvSpPr>
        <p:spPr>
          <a:xfrm>
            <a:off x="16175571" y="35659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9" name="Google Shape;1869;p83"/>
          <p:cNvSpPr/>
          <p:nvPr/>
        </p:nvSpPr>
        <p:spPr>
          <a:xfrm>
            <a:off x="16175571" y="3068286"/>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70" name="Google Shape;1870;p83"/>
          <p:cNvSpPr txBox="1"/>
          <p:nvPr/>
        </p:nvSpPr>
        <p:spPr>
          <a:xfrm>
            <a:off x="16339887" y="2747877"/>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71" name="Google Shape;1871;p83"/>
          <p:cNvSpPr txBox="1"/>
          <p:nvPr/>
        </p:nvSpPr>
        <p:spPr>
          <a:xfrm>
            <a:off x="16339887" y="3309890"/>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1872" name="Google Shape;1872;p83"/>
          <p:cNvSpPr txBox="1"/>
          <p:nvPr/>
        </p:nvSpPr>
        <p:spPr>
          <a:xfrm>
            <a:off x="16339888" y="3532438"/>
            <a:ext cx="14184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 </a:t>
            </a:r>
            <a:endParaRPr sz="800">
              <a:latin typeface="Salesforce Sans"/>
              <a:ea typeface="Salesforce Sans"/>
              <a:cs typeface="Salesforce Sans"/>
              <a:sym typeface="Salesforce Sans"/>
            </a:endParaRPr>
          </a:p>
        </p:txBody>
      </p:sp>
      <p:sp>
        <p:nvSpPr>
          <p:cNvPr id="1873" name="Google Shape;1873;p83"/>
          <p:cNvSpPr txBox="1"/>
          <p:nvPr/>
        </p:nvSpPr>
        <p:spPr>
          <a:xfrm>
            <a:off x="16339887" y="3034799"/>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a:p>
            <a:pPr indent="0" lvl="0" marL="0" rtl="0" algn="l">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74" name="Google Shape;1874;p83"/>
          <p:cNvSpPr/>
          <p:nvPr/>
        </p:nvSpPr>
        <p:spPr>
          <a:xfrm>
            <a:off x="16175571"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5" name="Google Shape;1875;p83"/>
          <p:cNvSpPr/>
          <p:nvPr/>
        </p:nvSpPr>
        <p:spPr>
          <a:xfrm>
            <a:off x="16175571" y="1903529"/>
            <a:ext cx="79200" cy="79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6" name="Google Shape;1876;p83"/>
          <p:cNvSpPr/>
          <p:nvPr/>
        </p:nvSpPr>
        <p:spPr>
          <a:xfrm>
            <a:off x="16175571" y="2174863"/>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7" name="Google Shape;1877;p83"/>
          <p:cNvSpPr txBox="1"/>
          <p:nvPr/>
        </p:nvSpPr>
        <p:spPr>
          <a:xfrm>
            <a:off x="16339888" y="1593925"/>
            <a:ext cx="13239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Benefit Management</a:t>
            </a:r>
            <a:endParaRPr sz="800">
              <a:latin typeface="Salesforce Sans"/>
              <a:ea typeface="Salesforce Sans"/>
              <a:cs typeface="Salesforce Sans"/>
              <a:sym typeface="Salesforce Sans"/>
            </a:endParaRPr>
          </a:p>
        </p:txBody>
      </p:sp>
      <p:sp>
        <p:nvSpPr>
          <p:cNvPr id="1878" name="Google Shape;1878;p83"/>
          <p:cNvSpPr txBox="1"/>
          <p:nvPr/>
        </p:nvSpPr>
        <p:spPr>
          <a:xfrm>
            <a:off x="16339888" y="1865375"/>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Health Monitoring</a:t>
            </a:r>
            <a:endParaRPr sz="800">
              <a:latin typeface="Salesforce Sans"/>
              <a:ea typeface="Salesforce Sans"/>
              <a:cs typeface="Salesforce Sans"/>
              <a:sym typeface="Salesforce Sans"/>
            </a:endParaRPr>
          </a:p>
        </p:txBody>
      </p:sp>
      <p:sp>
        <p:nvSpPr>
          <p:cNvPr id="1879" name="Google Shape;1879;p83"/>
          <p:cNvSpPr txBox="1"/>
          <p:nvPr/>
        </p:nvSpPr>
        <p:spPr>
          <a:xfrm>
            <a:off x="16339888" y="2403550"/>
            <a:ext cx="112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Relations Monitoring</a:t>
            </a:r>
            <a:endParaRPr sz="800">
              <a:latin typeface="Salesforce Sans"/>
              <a:ea typeface="Salesforce Sans"/>
              <a:cs typeface="Salesforce Sans"/>
              <a:sym typeface="Salesforce Sans"/>
            </a:endParaRPr>
          </a:p>
        </p:txBody>
      </p:sp>
      <p:sp>
        <p:nvSpPr>
          <p:cNvPr id="1880" name="Google Shape;1880;p83"/>
          <p:cNvSpPr txBox="1"/>
          <p:nvPr/>
        </p:nvSpPr>
        <p:spPr>
          <a:xfrm>
            <a:off x="16339888" y="2132088"/>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Monitoring</a:t>
            </a:r>
            <a:endParaRPr sz="800">
              <a:latin typeface="Salesforce Sans"/>
              <a:ea typeface="Salesforce Sans"/>
              <a:cs typeface="Salesforce Sans"/>
              <a:sym typeface="Salesforce Sans"/>
            </a:endParaRPr>
          </a:p>
        </p:txBody>
      </p:sp>
      <p:grpSp>
        <p:nvGrpSpPr>
          <p:cNvPr id="1881" name="Google Shape;1881;p83"/>
          <p:cNvGrpSpPr/>
          <p:nvPr/>
        </p:nvGrpSpPr>
        <p:grpSpPr>
          <a:xfrm>
            <a:off x="16175571" y="3720707"/>
            <a:ext cx="1653816" cy="147291"/>
            <a:chOff x="16170809" y="4177907"/>
            <a:chExt cx="1653816" cy="147291"/>
          </a:xfrm>
        </p:grpSpPr>
        <p:sp>
          <p:nvSpPr>
            <p:cNvPr id="1882" name="Google Shape;1882;p83"/>
            <p:cNvSpPr/>
            <p:nvPr/>
          </p:nvSpPr>
          <p:spPr>
            <a:xfrm>
              <a:off x="16170809" y="4177907"/>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1883" name="Google Shape;1883;p83"/>
            <p:cNvSpPr txBox="1"/>
            <p:nvPr/>
          </p:nvSpPr>
          <p:spPr>
            <a:xfrm>
              <a:off x="16335125" y="41967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grpSp>
      <p:sp>
        <p:nvSpPr>
          <p:cNvPr id="1884" name="Google Shape;1884;p83"/>
          <p:cNvSpPr/>
          <p:nvPr/>
        </p:nvSpPr>
        <p:spPr>
          <a:xfrm>
            <a:off x="16175571" y="3982243"/>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5" name="Google Shape;1885;p83"/>
          <p:cNvSpPr txBox="1"/>
          <p:nvPr/>
        </p:nvSpPr>
        <p:spPr>
          <a:xfrm>
            <a:off x="16339887" y="3948747"/>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1886" name="Google Shape;1886;p83"/>
          <p:cNvSpPr/>
          <p:nvPr/>
        </p:nvSpPr>
        <p:spPr>
          <a:xfrm>
            <a:off x="16175571" y="42579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7" name="Google Shape;1887;p83"/>
          <p:cNvSpPr txBox="1"/>
          <p:nvPr/>
        </p:nvSpPr>
        <p:spPr>
          <a:xfrm>
            <a:off x="16339887" y="422441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Extraction</a:t>
            </a:r>
            <a:endParaRPr i="0" sz="800" u="none" cap="none" strike="noStrike">
              <a:latin typeface="Salesforce Sans"/>
              <a:ea typeface="Salesforce Sans"/>
              <a:cs typeface="Salesforce Sans"/>
              <a:sym typeface="Salesforce Sans"/>
            </a:endParaRPr>
          </a:p>
        </p:txBody>
      </p:sp>
      <p:sp>
        <p:nvSpPr>
          <p:cNvPr id="1888" name="Google Shape;1888;p83"/>
          <p:cNvSpPr/>
          <p:nvPr/>
        </p:nvSpPr>
        <p:spPr>
          <a:xfrm>
            <a:off x="16175571" y="44051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9" name="Google Shape;1889;p83"/>
          <p:cNvSpPr txBox="1"/>
          <p:nvPr/>
        </p:nvSpPr>
        <p:spPr>
          <a:xfrm>
            <a:off x="16339887" y="437165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Impact Analysis</a:t>
            </a:r>
            <a:endParaRPr i="0" sz="800" u="none" cap="none" strike="noStrike">
              <a:latin typeface="Salesforce Sans"/>
              <a:ea typeface="Salesforce Sans"/>
              <a:cs typeface="Salesforce Sans"/>
              <a:sym typeface="Salesforce Sans"/>
            </a:endParaRPr>
          </a:p>
        </p:txBody>
      </p:sp>
      <p:grpSp>
        <p:nvGrpSpPr>
          <p:cNvPr id="1890" name="Google Shape;1890;p83"/>
          <p:cNvGrpSpPr/>
          <p:nvPr/>
        </p:nvGrpSpPr>
        <p:grpSpPr>
          <a:xfrm>
            <a:off x="16175571" y="4519431"/>
            <a:ext cx="1653816" cy="128400"/>
            <a:chOff x="16170809" y="4938531"/>
            <a:chExt cx="1653816" cy="128400"/>
          </a:xfrm>
        </p:grpSpPr>
        <p:sp>
          <p:nvSpPr>
            <p:cNvPr id="1891" name="Google Shape;1891;p83"/>
            <p:cNvSpPr/>
            <p:nvPr/>
          </p:nvSpPr>
          <p:spPr>
            <a:xfrm>
              <a:off x="16170809" y="49631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1892" name="Google Shape;1892;p83"/>
            <p:cNvSpPr txBox="1"/>
            <p:nvPr/>
          </p:nvSpPr>
          <p:spPr>
            <a:xfrm>
              <a:off x="16335125" y="49385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Frontline Compliance</a:t>
              </a:r>
              <a:endParaRPr i="0" sz="800" u="none" cap="none" strike="noStrike">
                <a:latin typeface="Salesforce Sans"/>
                <a:ea typeface="Salesforce Sans"/>
                <a:cs typeface="Salesforce Sans"/>
                <a:sym typeface="Salesforce Sans"/>
              </a:endParaRPr>
            </a:p>
          </p:txBody>
        </p:sp>
      </p:grpSp>
      <p:sp>
        <p:nvSpPr>
          <p:cNvPr id="1893" name="Google Shape;1893;p83"/>
          <p:cNvSpPr/>
          <p:nvPr/>
        </p:nvSpPr>
        <p:spPr>
          <a:xfrm>
            <a:off x="16175571" y="470492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94" name="Google Shape;1894;p83"/>
          <p:cNvSpPr txBox="1"/>
          <p:nvPr/>
        </p:nvSpPr>
        <p:spPr>
          <a:xfrm>
            <a:off x="16339887" y="4671430"/>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Natural Language Policy Controls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95" name="Google Shape;1895;p83"/>
          <p:cNvSpPr txBox="1"/>
          <p:nvPr/>
        </p:nvSpPr>
        <p:spPr>
          <a:xfrm>
            <a:off x="16339887" y="489471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t/>
            </a:r>
            <a:endParaRPr i="0" sz="800" u="none" cap="none" strike="noStrike">
              <a:latin typeface="Salesforce Sans"/>
              <a:ea typeface="Salesforce Sans"/>
              <a:cs typeface="Salesforce Sans"/>
              <a:sym typeface="Salesforce Sans"/>
            </a:endParaRPr>
          </a:p>
        </p:txBody>
      </p:sp>
      <p:sp>
        <p:nvSpPr>
          <p:cNvPr id="1896" name="Google Shape;1896;p83"/>
          <p:cNvSpPr txBox="1"/>
          <p:nvPr/>
        </p:nvSpPr>
        <p:spPr>
          <a:xfrm>
            <a:off x="16339887" y="494908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1897" name="Google Shape;1897;p83"/>
          <p:cNvSpPr/>
          <p:nvPr/>
        </p:nvSpPr>
        <p:spPr>
          <a:xfrm>
            <a:off x="16175571" y="5654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98" name="Google Shape;1898;p83"/>
          <p:cNvSpPr txBox="1"/>
          <p:nvPr/>
        </p:nvSpPr>
        <p:spPr>
          <a:xfrm>
            <a:off x="16339887" y="562052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1899" name="Google Shape;1899;p83"/>
          <p:cNvSpPr txBox="1"/>
          <p:nvPr/>
        </p:nvSpPr>
        <p:spPr>
          <a:xfrm>
            <a:off x="16339887" y="5768083"/>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00" name="Google Shape;1900;p83"/>
          <p:cNvSpPr/>
          <p:nvPr/>
        </p:nvSpPr>
        <p:spPr>
          <a:xfrm>
            <a:off x="16175571" y="607389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1" name="Google Shape;1901;p83"/>
          <p:cNvSpPr txBox="1"/>
          <p:nvPr/>
        </p:nvSpPr>
        <p:spPr>
          <a:xfrm>
            <a:off x="16339887" y="60404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1902" name="Google Shape;1902;p83"/>
          <p:cNvSpPr txBox="1"/>
          <p:nvPr/>
        </p:nvSpPr>
        <p:spPr>
          <a:xfrm>
            <a:off x="16339887" y="62636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 Agent</a:t>
            </a:r>
            <a:endParaRPr sz="800">
              <a:latin typeface="Salesforce Sans"/>
              <a:ea typeface="Salesforce Sans"/>
              <a:cs typeface="Salesforce Sans"/>
              <a:sym typeface="Salesforce Sans"/>
            </a:endParaRPr>
          </a:p>
        </p:txBody>
      </p:sp>
      <p:sp>
        <p:nvSpPr>
          <p:cNvPr id="1903" name="Google Shape;1903;p83"/>
          <p:cNvSpPr txBox="1"/>
          <p:nvPr/>
        </p:nvSpPr>
        <p:spPr>
          <a:xfrm>
            <a:off x="16339887" y="644902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 Agent</a:t>
            </a:r>
            <a:endParaRPr sz="800">
              <a:latin typeface="Salesforce Sans"/>
              <a:ea typeface="Salesforce Sans"/>
              <a:cs typeface="Salesforce Sans"/>
              <a:sym typeface="Salesforce Sans"/>
            </a:endParaRPr>
          </a:p>
        </p:txBody>
      </p:sp>
      <p:sp>
        <p:nvSpPr>
          <p:cNvPr id="1904" name="Google Shape;1904;p83"/>
          <p:cNvSpPr txBox="1"/>
          <p:nvPr/>
        </p:nvSpPr>
        <p:spPr>
          <a:xfrm>
            <a:off x="16339887" y="663358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 Agent</a:t>
            </a:r>
            <a:endParaRPr sz="800">
              <a:latin typeface="Salesforce Sans"/>
              <a:ea typeface="Salesforce Sans"/>
              <a:cs typeface="Salesforce Sans"/>
              <a:sym typeface="Salesforce Sans"/>
            </a:endParaRPr>
          </a:p>
        </p:txBody>
      </p:sp>
      <p:sp>
        <p:nvSpPr>
          <p:cNvPr id="1905" name="Google Shape;1905;p83"/>
          <p:cNvSpPr/>
          <p:nvPr/>
        </p:nvSpPr>
        <p:spPr>
          <a:xfrm>
            <a:off x="16175571" y="686669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6" name="Google Shape;1906;p83"/>
          <p:cNvSpPr txBox="1"/>
          <p:nvPr/>
        </p:nvSpPr>
        <p:spPr>
          <a:xfrm>
            <a:off x="16339887" y="6833210"/>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a:latin typeface="Salesforce Sans"/>
              <a:ea typeface="Salesforce Sans"/>
              <a:cs typeface="Salesforce Sans"/>
              <a:sym typeface="Salesforce Sans"/>
            </a:endParaRPr>
          </a:p>
        </p:txBody>
      </p:sp>
      <p:sp>
        <p:nvSpPr>
          <p:cNvPr id="1907" name="Google Shape;1907;p83"/>
          <p:cNvSpPr/>
          <p:nvPr/>
        </p:nvSpPr>
        <p:spPr>
          <a:xfrm>
            <a:off x="16175571" y="701377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8" name="Google Shape;1908;p83"/>
          <p:cNvSpPr txBox="1"/>
          <p:nvPr/>
        </p:nvSpPr>
        <p:spPr>
          <a:xfrm>
            <a:off x="16339887" y="698029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a:latin typeface="Salesforce Sans"/>
              <a:ea typeface="Salesforce Sans"/>
              <a:cs typeface="Salesforce Sans"/>
              <a:sym typeface="Salesforce Sans"/>
            </a:endParaRPr>
          </a:p>
        </p:txBody>
      </p:sp>
      <p:sp>
        <p:nvSpPr>
          <p:cNvPr id="1909" name="Google Shape;1909;p83"/>
          <p:cNvSpPr/>
          <p:nvPr/>
        </p:nvSpPr>
        <p:spPr>
          <a:xfrm>
            <a:off x="16175571" y="71610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10" name="Google Shape;1910;p83"/>
          <p:cNvSpPr txBox="1"/>
          <p:nvPr/>
        </p:nvSpPr>
        <p:spPr>
          <a:xfrm>
            <a:off x="16339887" y="7127531"/>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1911" name="Google Shape;1911;p83"/>
          <p:cNvSpPr txBox="1"/>
          <p:nvPr/>
        </p:nvSpPr>
        <p:spPr>
          <a:xfrm>
            <a:off x="16339887" y="7359132"/>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Enablement</a:t>
            </a:r>
            <a:endParaRPr sz="800">
              <a:latin typeface="Salesforce Sans"/>
              <a:ea typeface="Salesforce Sans"/>
              <a:cs typeface="Salesforce Sans"/>
              <a:sym typeface="Salesforce Sans"/>
            </a:endParaRPr>
          </a:p>
        </p:txBody>
      </p:sp>
      <p:sp>
        <p:nvSpPr>
          <p:cNvPr id="1912" name="Google Shape;1912;p83"/>
          <p:cNvSpPr/>
          <p:nvPr/>
        </p:nvSpPr>
        <p:spPr>
          <a:xfrm>
            <a:off x="16175571" y="77022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13" name="Google Shape;1913;p83"/>
          <p:cNvSpPr txBox="1"/>
          <p:nvPr/>
        </p:nvSpPr>
        <p:spPr>
          <a:xfrm>
            <a:off x="15190009"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914" name="Google Shape;1914;p83"/>
          <p:cNvGrpSpPr/>
          <p:nvPr/>
        </p:nvGrpSpPr>
        <p:grpSpPr>
          <a:xfrm>
            <a:off x="13711033" y="1635959"/>
            <a:ext cx="1322400" cy="449700"/>
            <a:chOff x="755165" y="1828821"/>
            <a:chExt cx="1322400" cy="449700"/>
          </a:xfrm>
        </p:grpSpPr>
        <p:sp>
          <p:nvSpPr>
            <p:cNvPr id="1915" name="Google Shape;1915;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916" name="Google Shape;1916;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917" name="Google Shape;1917;p83"/>
          <p:cNvSpPr txBox="1"/>
          <p:nvPr/>
        </p:nvSpPr>
        <p:spPr>
          <a:xfrm>
            <a:off x="16342114"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918" name="Google Shape;1918;p83"/>
          <p:cNvSpPr txBox="1"/>
          <p:nvPr/>
        </p:nvSpPr>
        <p:spPr>
          <a:xfrm>
            <a:off x="15184789" y="1610700"/>
            <a:ext cx="9633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Operations</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919" name="Google Shape;1919;p83"/>
          <p:cNvGrpSpPr/>
          <p:nvPr/>
        </p:nvGrpSpPr>
        <p:grpSpPr>
          <a:xfrm>
            <a:off x="13711033" y="7918896"/>
            <a:ext cx="1322400" cy="449700"/>
            <a:chOff x="755165" y="1828821"/>
            <a:chExt cx="1322400" cy="449700"/>
          </a:xfrm>
        </p:grpSpPr>
        <p:sp>
          <p:nvSpPr>
            <p:cNvPr id="1920" name="Google Shape;1920;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921" name="Google Shape;1921;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Collections &amp; Recover</a:t>
              </a:r>
              <a:endParaRPr sz="900">
                <a:solidFill>
                  <a:srgbClr val="FFFFFF"/>
                </a:solidFill>
                <a:latin typeface="Avant Garde Demi SFDC"/>
                <a:ea typeface="Avant Garde Demi SFDC"/>
                <a:cs typeface="Avant Garde Demi SFDC"/>
                <a:sym typeface="Avant Garde Demi SFDC"/>
              </a:endParaRPr>
            </a:p>
          </p:txBody>
        </p:sp>
      </p:grpSp>
      <p:sp>
        <p:nvSpPr>
          <p:cNvPr id="1922" name="Google Shape;1922;p83"/>
          <p:cNvSpPr/>
          <p:nvPr/>
        </p:nvSpPr>
        <p:spPr>
          <a:xfrm>
            <a:off x="16175571" y="520296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23" name="Google Shape;1923;p83"/>
          <p:cNvSpPr txBox="1"/>
          <p:nvPr/>
        </p:nvSpPr>
        <p:spPr>
          <a:xfrm>
            <a:off x="16339887" y="516947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a:latin typeface="Salesforce Sans"/>
              <a:ea typeface="Salesforce Sans"/>
              <a:cs typeface="Salesforce Sans"/>
              <a:sym typeface="Salesforce Sans"/>
            </a:endParaRPr>
          </a:p>
        </p:txBody>
      </p:sp>
      <p:sp>
        <p:nvSpPr>
          <p:cNvPr id="1924" name="Google Shape;1924;p83"/>
          <p:cNvSpPr txBox="1"/>
          <p:nvPr/>
        </p:nvSpPr>
        <p:spPr>
          <a:xfrm>
            <a:off x="16339887" y="531975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a:latin typeface="Salesforce Sans"/>
              <a:ea typeface="Salesforce Sans"/>
              <a:cs typeface="Salesforce Sans"/>
              <a:sym typeface="Salesforce Sans"/>
            </a:endParaRPr>
          </a:p>
        </p:txBody>
      </p:sp>
      <p:sp>
        <p:nvSpPr>
          <p:cNvPr id="1925" name="Google Shape;1925;p83"/>
          <p:cNvSpPr/>
          <p:nvPr/>
        </p:nvSpPr>
        <p:spPr>
          <a:xfrm>
            <a:off x="16175571" y="754773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26" name="Google Shape;1926;p83"/>
          <p:cNvSpPr txBox="1"/>
          <p:nvPr/>
        </p:nvSpPr>
        <p:spPr>
          <a:xfrm>
            <a:off x="16339887" y="751425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27" name="Google Shape;1927;p83"/>
          <p:cNvSpPr/>
          <p:nvPr/>
        </p:nvSpPr>
        <p:spPr>
          <a:xfrm>
            <a:off x="16175571" y="887325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28" name="Google Shape;1928;p83"/>
          <p:cNvSpPr txBox="1"/>
          <p:nvPr/>
        </p:nvSpPr>
        <p:spPr>
          <a:xfrm>
            <a:off x="16339887" y="8836042"/>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Information and Query Support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29" name="Google Shape;1929;p83"/>
          <p:cNvSpPr/>
          <p:nvPr/>
        </p:nvSpPr>
        <p:spPr>
          <a:xfrm>
            <a:off x="16175571" y="91447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30" name="Google Shape;1930;p83"/>
          <p:cNvSpPr txBox="1"/>
          <p:nvPr/>
        </p:nvSpPr>
        <p:spPr>
          <a:xfrm>
            <a:off x="16339887" y="910751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Representative Contact Update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31" name="Google Shape;1931;p83"/>
          <p:cNvSpPr/>
          <p:nvPr/>
        </p:nvSpPr>
        <p:spPr>
          <a:xfrm>
            <a:off x="16175571" y="9406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1932" name="Google Shape;1932;p83"/>
          <p:cNvGrpSpPr/>
          <p:nvPr/>
        </p:nvGrpSpPr>
        <p:grpSpPr>
          <a:xfrm>
            <a:off x="16175571" y="9526048"/>
            <a:ext cx="2530136" cy="128400"/>
            <a:chOff x="16170809" y="9954673"/>
            <a:chExt cx="2530136" cy="128400"/>
          </a:xfrm>
        </p:grpSpPr>
        <p:sp>
          <p:nvSpPr>
            <p:cNvPr id="1933" name="Google Shape;1933;p83"/>
            <p:cNvSpPr txBox="1"/>
            <p:nvPr/>
          </p:nvSpPr>
          <p:spPr>
            <a:xfrm>
              <a:off x="16335145" y="9954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Customer Verification</a:t>
              </a:r>
              <a:endParaRPr i="0" sz="800" u="none" cap="none" strike="noStrike">
                <a:latin typeface="Salesforce Sans"/>
                <a:ea typeface="Salesforce Sans"/>
                <a:cs typeface="Salesforce Sans"/>
                <a:sym typeface="Salesforce Sans"/>
              </a:endParaRPr>
            </a:p>
          </p:txBody>
        </p:sp>
        <p:sp>
          <p:nvSpPr>
            <p:cNvPr id="1934" name="Google Shape;1934;p83"/>
            <p:cNvSpPr/>
            <p:nvPr/>
          </p:nvSpPr>
          <p:spPr>
            <a:xfrm>
              <a:off x="16170809" y="9979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grpSp>
      <p:sp>
        <p:nvSpPr>
          <p:cNvPr id="1935" name="Google Shape;1935;p83"/>
          <p:cNvSpPr txBox="1"/>
          <p:nvPr/>
        </p:nvSpPr>
        <p:spPr>
          <a:xfrm>
            <a:off x="9694269" y="9906521"/>
            <a:ext cx="8385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harma" showMasterSp="0">
  <p:cSld name="TITLE_AND_BODY_5_1_1_1_1">
    <p:spTree>
      <p:nvGrpSpPr>
        <p:cNvPr id="1936" name="Shape 1936"/>
        <p:cNvGrpSpPr/>
        <p:nvPr/>
      </p:nvGrpSpPr>
      <p:grpSpPr>
        <a:xfrm>
          <a:off x="0" y="0"/>
          <a:ext cx="0" cy="0"/>
          <a:chOff x="0" y="0"/>
          <a:chExt cx="0" cy="0"/>
        </a:xfrm>
      </p:grpSpPr>
      <p:sp>
        <p:nvSpPr>
          <p:cNvPr id="1937" name="Google Shape;1937;p84"/>
          <p:cNvSpPr txBox="1"/>
          <p:nvPr/>
        </p:nvSpPr>
        <p:spPr>
          <a:xfrm>
            <a:off x="857250"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pharma workflows</a:t>
            </a:r>
            <a:endParaRPr sz="4200">
              <a:solidFill>
                <a:schemeClr val="dk1"/>
              </a:solidFill>
              <a:latin typeface="Avant Garde Demi SFDC"/>
              <a:ea typeface="Avant Garde Demi SFDC"/>
              <a:cs typeface="Avant Garde Demi SFDC"/>
              <a:sym typeface="Avant Garde Demi SFDC"/>
            </a:endParaRPr>
          </a:p>
        </p:txBody>
      </p:sp>
      <p:grpSp>
        <p:nvGrpSpPr>
          <p:cNvPr id="1938" name="Google Shape;1938;p84"/>
          <p:cNvGrpSpPr/>
          <p:nvPr/>
        </p:nvGrpSpPr>
        <p:grpSpPr>
          <a:xfrm>
            <a:off x="5987400" y="1143000"/>
            <a:ext cx="6313200" cy="307800"/>
            <a:chOff x="10935900" y="1111148"/>
            <a:chExt cx="6313200" cy="307800"/>
          </a:xfrm>
        </p:grpSpPr>
        <p:grpSp>
          <p:nvGrpSpPr>
            <p:cNvPr id="1939" name="Google Shape;1939;p84"/>
            <p:cNvGrpSpPr/>
            <p:nvPr/>
          </p:nvGrpSpPr>
          <p:grpSpPr>
            <a:xfrm>
              <a:off x="10935900" y="1111148"/>
              <a:ext cx="6313200" cy="307800"/>
              <a:chOff x="11238000" y="958400"/>
              <a:chExt cx="6313200" cy="307800"/>
            </a:xfrm>
          </p:grpSpPr>
          <p:sp>
            <p:nvSpPr>
              <p:cNvPr id="1940" name="Google Shape;1940;p84"/>
              <p:cNvSpPr/>
              <p:nvPr/>
            </p:nvSpPr>
            <p:spPr>
              <a:xfrm>
                <a:off x="11238000" y="9614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941" name="Google Shape;1941;p84"/>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2" name="Google Shape;1942;p84"/>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43" name="Google Shape;1943;p84"/>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4" name="Google Shape;1944;p84"/>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5" name="Google Shape;1945;p84"/>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946" name="Google Shape;1946;p84"/>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947" name="Google Shape;1947;p84"/>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1948" name="Google Shape;1948;p84"/>
            <p:cNvSpPr txBox="1"/>
            <p:nvPr/>
          </p:nvSpPr>
          <p:spPr>
            <a:xfrm>
              <a:off x="16504798" y="1185550"/>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1949" name="Google Shape;1949;p84"/>
          <p:cNvGrpSpPr/>
          <p:nvPr/>
        </p:nvGrpSpPr>
        <p:grpSpPr>
          <a:xfrm>
            <a:off x="439619" y="1524000"/>
            <a:ext cx="4336282" cy="8401512"/>
            <a:chOff x="478339" y="1521600"/>
            <a:chExt cx="4336282" cy="8401512"/>
          </a:xfrm>
        </p:grpSpPr>
        <p:sp>
          <p:nvSpPr>
            <p:cNvPr id="1950" name="Google Shape;1950;p84"/>
            <p:cNvSpPr/>
            <p:nvPr/>
          </p:nvSpPr>
          <p:spPr>
            <a:xfrm>
              <a:off x="1601900" y="2618605"/>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Early Disease Research </a:t>
              </a:r>
              <a:endParaRPr b="1" i="0" sz="945" u="none" cap="none" strike="noStrike">
                <a:solidFill>
                  <a:srgbClr val="066AFE"/>
                </a:solidFill>
                <a:latin typeface="Salesforce Sans"/>
                <a:ea typeface="Salesforce Sans"/>
                <a:cs typeface="Salesforce Sans"/>
                <a:sym typeface="Salesforce Sans"/>
              </a:endParaRPr>
            </a:p>
          </p:txBody>
        </p:sp>
        <p:sp>
          <p:nvSpPr>
            <p:cNvPr id="1951" name="Google Shape;1951;p84"/>
            <p:cNvSpPr/>
            <p:nvPr/>
          </p:nvSpPr>
          <p:spPr>
            <a:xfrm>
              <a:off x="1601900" y="9464113"/>
              <a:ext cx="14577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a:t>
              </a:r>
              <a:r>
                <a:rPr b="1" lang="en" sz="945">
                  <a:solidFill>
                    <a:srgbClr val="066AFE"/>
                  </a:solidFill>
                  <a:latin typeface="Salesforce Sans"/>
                  <a:ea typeface="Salesforce Sans"/>
                  <a:cs typeface="Salesforce Sans"/>
                  <a:sym typeface="Salesforce Sans"/>
                </a:rPr>
                <a:t> </a:t>
              </a:r>
              <a:br>
                <a:rPr b="1" lang="en" sz="945">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Intelligence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Monitoring </a:t>
              </a:r>
              <a:endParaRPr b="1" i="0" sz="945" u="none" cap="none" strike="noStrike">
                <a:solidFill>
                  <a:srgbClr val="066AFE"/>
                </a:solidFill>
                <a:latin typeface="Salesforce Sans"/>
                <a:ea typeface="Salesforce Sans"/>
                <a:cs typeface="Salesforce Sans"/>
                <a:sym typeface="Salesforce Sans"/>
              </a:endParaRPr>
            </a:p>
          </p:txBody>
        </p:sp>
        <p:sp>
          <p:nvSpPr>
            <p:cNvPr id="1952" name="Google Shape;1952;p84"/>
            <p:cNvSpPr/>
            <p:nvPr/>
          </p:nvSpPr>
          <p:spPr>
            <a:xfrm>
              <a:off x="1601900" y="3693863"/>
              <a:ext cx="12960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Drug / Compound Identification </a:t>
              </a:r>
              <a:endParaRPr b="1" i="0" sz="945" u="none" cap="none" strike="noStrike">
                <a:solidFill>
                  <a:srgbClr val="066AFE"/>
                </a:solidFill>
                <a:latin typeface="Salesforce Sans"/>
                <a:ea typeface="Salesforce Sans"/>
                <a:cs typeface="Salesforce Sans"/>
                <a:sym typeface="Salesforce Sans"/>
              </a:endParaRPr>
            </a:p>
          </p:txBody>
        </p:sp>
        <p:sp>
          <p:nvSpPr>
            <p:cNvPr id="1953" name="Google Shape;1953;p84"/>
            <p:cNvSpPr/>
            <p:nvPr/>
          </p:nvSpPr>
          <p:spPr>
            <a:xfrm>
              <a:off x="1601900" y="3158862"/>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Target Discovery </a:t>
              </a:r>
              <a:endParaRPr b="1" i="0" sz="945" u="none" cap="none" strike="noStrike">
                <a:solidFill>
                  <a:srgbClr val="066AFE"/>
                </a:solidFill>
                <a:latin typeface="Salesforce Sans"/>
                <a:ea typeface="Salesforce Sans"/>
                <a:cs typeface="Salesforce Sans"/>
                <a:sym typeface="Salesforce Sans"/>
              </a:endParaRPr>
            </a:p>
          </p:txBody>
        </p:sp>
        <p:sp>
          <p:nvSpPr>
            <p:cNvPr id="1954" name="Google Shape;1954;p84"/>
            <p:cNvSpPr/>
            <p:nvPr/>
          </p:nvSpPr>
          <p:spPr>
            <a:xfrm>
              <a:off x="1601900" y="4084100"/>
              <a:ext cx="11211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Biochemical Simulation &amp; Modelling</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highlight>
                  <a:srgbClr val="FFFF00"/>
                </a:highlight>
                <a:latin typeface="Salesforce Sans"/>
                <a:ea typeface="Salesforce Sans"/>
                <a:cs typeface="Salesforce Sans"/>
                <a:sym typeface="Salesforce Sans"/>
              </a:endParaRPr>
            </a:p>
          </p:txBody>
        </p:sp>
        <p:sp>
          <p:nvSpPr>
            <p:cNvPr id="1955" name="Google Shape;1955;p84"/>
            <p:cNvSpPr/>
            <p:nvPr/>
          </p:nvSpPr>
          <p:spPr>
            <a:xfrm>
              <a:off x="1601900" y="4562067"/>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Protocol Design </a:t>
              </a:r>
              <a:endParaRPr b="1" i="0" sz="945" u="none" cap="none" strike="noStrike">
                <a:solidFill>
                  <a:srgbClr val="066AFE"/>
                </a:solidFill>
                <a:latin typeface="Salesforce Sans"/>
                <a:ea typeface="Salesforce Sans"/>
                <a:cs typeface="Salesforce Sans"/>
                <a:sym typeface="Salesforce Sans"/>
              </a:endParaRPr>
            </a:p>
          </p:txBody>
        </p:sp>
        <p:sp>
          <p:nvSpPr>
            <p:cNvPr id="1956" name="Google Shape;1956;p84"/>
            <p:cNvSpPr/>
            <p:nvPr/>
          </p:nvSpPr>
          <p:spPr>
            <a:xfrm>
              <a:off x="1601900" y="5363200"/>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Comparative Analysis </a:t>
              </a:r>
              <a:endParaRPr b="1" i="0" sz="945" u="none" cap="none" strike="noStrike">
                <a:solidFill>
                  <a:srgbClr val="066AFE"/>
                </a:solidFill>
                <a:latin typeface="Salesforce Sans"/>
                <a:ea typeface="Salesforce Sans"/>
                <a:cs typeface="Salesforce Sans"/>
                <a:sym typeface="Salesforce Sans"/>
              </a:endParaRPr>
            </a:p>
          </p:txBody>
        </p:sp>
        <p:sp>
          <p:nvSpPr>
            <p:cNvPr id="1957" name="Google Shape;1957;p84"/>
            <p:cNvSpPr/>
            <p:nvPr/>
          </p:nvSpPr>
          <p:spPr>
            <a:xfrm>
              <a:off x="1601900" y="6256263"/>
              <a:ext cx="11835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Pre-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Approval</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1958" name="Google Shape;1958;p84"/>
            <p:cNvSpPr/>
            <p:nvPr/>
          </p:nvSpPr>
          <p:spPr>
            <a:xfrm>
              <a:off x="1601900" y="7298388"/>
              <a:ext cx="10920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Data Analysis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&amp; Results</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1959" name="Google Shape;1959;p84"/>
            <p:cNvSpPr/>
            <p:nvPr/>
          </p:nvSpPr>
          <p:spPr>
            <a:xfrm>
              <a:off x="1601900" y="6629419"/>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Execution </a:t>
              </a:r>
              <a:endParaRPr b="1" i="0" sz="945" u="none" cap="none" strike="noStrike">
                <a:solidFill>
                  <a:srgbClr val="066AFE"/>
                </a:solidFill>
                <a:latin typeface="Salesforce Sans"/>
                <a:ea typeface="Salesforce Sans"/>
                <a:cs typeface="Salesforce Sans"/>
                <a:sym typeface="Salesforce Sans"/>
              </a:endParaRPr>
            </a:p>
          </p:txBody>
        </p:sp>
        <p:sp>
          <p:nvSpPr>
            <p:cNvPr id="1960" name="Google Shape;1960;p84"/>
            <p:cNvSpPr/>
            <p:nvPr/>
          </p:nvSpPr>
          <p:spPr>
            <a:xfrm>
              <a:off x="1601900" y="5727840"/>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Startup </a:t>
              </a:r>
              <a:endParaRPr b="1" i="0" sz="945" u="none" cap="none" strike="noStrike">
                <a:solidFill>
                  <a:srgbClr val="066AFE"/>
                </a:solidFill>
                <a:latin typeface="Salesforce Sans"/>
                <a:ea typeface="Salesforce Sans"/>
                <a:cs typeface="Salesforce Sans"/>
                <a:sym typeface="Salesforce Sans"/>
              </a:endParaRPr>
            </a:p>
          </p:txBody>
        </p:sp>
        <p:sp>
          <p:nvSpPr>
            <p:cNvPr id="1961" name="Google Shape;1961;p84"/>
            <p:cNvSpPr/>
            <p:nvPr/>
          </p:nvSpPr>
          <p:spPr>
            <a:xfrm>
              <a:off x="1601900" y="7641472"/>
              <a:ext cx="10749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Initial</a:t>
              </a:r>
              <a:r>
                <a:rPr b="1" lang="en" sz="945">
                  <a:solidFill>
                    <a:srgbClr val="066AFE"/>
                  </a:solidFill>
                  <a:latin typeface="Salesforce Sans"/>
                  <a:ea typeface="Salesforce Sans"/>
                  <a:cs typeface="Salesforce Sans"/>
                  <a:sym typeface="Salesforce Sans"/>
                </a:rPr>
                <a:t> </a:t>
              </a:r>
              <a:r>
                <a:rPr b="1" i="0" lang="en" sz="945" u="none" cap="none" strike="noStrike">
                  <a:solidFill>
                    <a:srgbClr val="066AFE"/>
                  </a:solidFill>
                  <a:latin typeface="Salesforce Sans"/>
                  <a:ea typeface="Salesforce Sans"/>
                  <a:cs typeface="Salesforce Sans"/>
                  <a:sym typeface="Salesforce Sans"/>
                </a:rPr>
                <a:t>Regulatory Reporting </a:t>
              </a:r>
              <a:endParaRPr b="1" i="0" sz="945" u="none" cap="none" strike="noStrike">
                <a:solidFill>
                  <a:srgbClr val="066AFE"/>
                </a:solidFill>
                <a:latin typeface="Salesforce Sans"/>
                <a:ea typeface="Salesforce Sans"/>
                <a:cs typeface="Salesforce Sans"/>
                <a:sym typeface="Salesforce Sans"/>
              </a:endParaRPr>
            </a:p>
          </p:txBody>
        </p:sp>
        <p:sp>
          <p:nvSpPr>
            <p:cNvPr id="1962" name="Google Shape;1962;p84"/>
            <p:cNvSpPr/>
            <p:nvPr/>
          </p:nvSpPr>
          <p:spPr>
            <a:xfrm>
              <a:off x="1601900" y="82988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Inquiry </a:t>
              </a:r>
              <a:endParaRPr b="1" i="0" sz="945" u="none" cap="none" strike="noStrike">
                <a:solidFill>
                  <a:srgbClr val="066AFE"/>
                </a:solidFill>
                <a:latin typeface="Salesforce Sans"/>
                <a:ea typeface="Salesforce Sans"/>
                <a:cs typeface="Salesforce Sans"/>
                <a:sym typeface="Salesforce Sans"/>
              </a:endParaRPr>
            </a:p>
          </p:txBody>
        </p:sp>
        <p:sp>
          <p:nvSpPr>
            <p:cNvPr id="1963" name="Google Shape;1963;p84"/>
            <p:cNvSpPr/>
            <p:nvPr/>
          </p:nvSpPr>
          <p:spPr>
            <a:xfrm>
              <a:off x="1601900" y="8659599"/>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Post-Marketing Surveillance </a:t>
              </a:r>
              <a:endParaRPr b="1" i="0" sz="945" u="none" cap="none" strike="noStrike">
                <a:solidFill>
                  <a:srgbClr val="066AFE"/>
                </a:solidFill>
                <a:latin typeface="Salesforce Sans"/>
                <a:ea typeface="Salesforce Sans"/>
                <a:cs typeface="Salesforce Sans"/>
                <a:sym typeface="Salesforce Sans"/>
              </a:endParaRPr>
            </a:p>
          </p:txBody>
        </p:sp>
        <p:sp>
          <p:nvSpPr>
            <p:cNvPr id="1964" name="Google Shape;1964;p84"/>
            <p:cNvSpPr txBox="1"/>
            <p:nvPr/>
          </p:nvSpPr>
          <p:spPr>
            <a:xfrm>
              <a:off x="3048821" y="29421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Preparation</a:t>
              </a:r>
              <a:endParaRPr i="0" sz="800" u="none" cap="none" strike="noStrike">
                <a:latin typeface="Salesforce Sans"/>
                <a:ea typeface="Salesforce Sans"/>
                <a:cs typeface="Salesforce Sans"/>
                <a:sym typeface="Salesforce Sans"/>
              </a:endParaRPr>
            </a:p>
          </p:txBody>
        </p:sp>
        <p:sp>
          <p:nvSpPr>
            <p:cNvPr id="1965" name="Google Shape;1965;p84"/>
            <p:cNvSpPr txBox="1"/>
            <p:nvPr/>
          </p:nvSpPr>
          <p:spPr>
            <a:xfrm>
              <a:off x="3048821" y="31572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Identification</a:t>
              </a:r>
              <a:endParaRPr sz="800">
                <a:latin typeface="Salesforce Sans"/>
                <a:ea typeface="Salesforce Sans"/>
                <a:cs typeface="Salesforce Sans"/>
                <a:sym typeface="Salesforce Sans"/>
              </a:endParaRPr>
            </a:p>
          </p:txBody>
        </p:sp>
        <p:sp>
          <p:nvSpPr>
            <p:cNvPr id="1966" name="Google Shape;1966;p84"/>
            <p:cNvSpPr txBox="1"/>
            <p:nvPr/>
          </p:nvSpPr>
          <p:spPr>
            <a:xfrm>
              <a:off x="3048821" y="331296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Validation</a:t>
              </a:r>
              <a:endParaRPr sz="800">
                <a:latin typeface="Salesforce Sans"/>
                <a:ea typeface="Salesforce Sans"/>
                <a:cs typeface="Salesforce Sans"/>
                <a:sym typeface="Salesforce Sans"/>
              </a:endParaRPr>
            </a:p>
          </p:txBody>
        </p:sp>
        <p:sp>
          <p:nvSpPr>
            <p:cNvPr id="1967" name="Google Shape;1967;p84"/>
            <p:cNvSpPr txBox="1"/>
            <p:nvPr/>
          </p:nvSpPr>
          <p:spPr>
            <a:xfrm>
              <a:off x="3048821" y="38679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Formulation Development</a:t>
              </a:r>
              <a:endParaRPr sz="800">
                <a:latin typeface="Salesforce Sans"/>
                <a:ea typeface="Salesforce Sans"/>
                <a:cs typeface="Salesforce Sans"/>
                <a:sym typeface="Salesforce Sans"/>
              </a:endParaRPr>
            </a:p>
          </p:txBody>
        </p:sp>
        <p:sp>
          <p:nvSpPr>
            <p:cNvPr id="1968" name="Google Shape;1968;p84"/>
            <p:cNvSpPr txBox="1"/>
            <p:nvPr/>
          </p:nvSpPr>
          <p:spPr>
            <a:xfrm>
              <a:off x="3048821" y="34749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Prioritization</a:t>
              </a:r>
              <a:endParaRPr sz="800">
                <a:latin typeface="Salesforce Sans"/>
                <a:ea typeface="Salesforce Sans"/>
                <a:cs typeface="Salesforce Sans"/>
                <a:sym typeface="Salesforce Sans"/>
              </a:endParaRPr>
            </a:p>
          </p:txBody>
        </p:sp>
        <p:sp>
          <p:nvSpPr>
            <p:cNvPr id="1969" name="Google Shape;1969;p84"/>
            <p:cNvSpPr txBox="1"/>
            <p:nvPr/>
          </p:nvSpPr>
          <p:spPr>
            <a:xfrm>
              <a:off x="3048821" y="4714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Selection</a:t>
              </a:r>
              <a:endParaRPr i="0" sz="800" u="none" cap="none" strike="noStrike">
                <a:latin typeface="Salesforce Sans"/>
                <a:ea typeface="Salesforce Sans"/>
                <a:cs typeface="Salesforce Sans"/>
                <a:sym typeface="Salesforce Sans"/>
              </a:endParaRPr>
            </a:p>
          </p:txBody>
        </p:sp>
        <p:sp>
          <p:nvSpPr>
            <p:cNvPr id="1970" name="Google Shape;1970;p84"/>
            <p:cNvSpPr txBox="1"/>
            <p:nvPr/>
          </p:nvSpPr>
          <p:spPr>
            <a:xfrm>
              <a:off x="3048821" y="45589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Type Designation</a:t>
              </a:r>
              <a:endParaRPr sz="800">
                <a:latin typeface="Salesforce Sans"/>
                <a:ea typeface="Salesforce Sans"/>
                <a:cs typeface="Salesforce Sans"/>
                <a:sym typeface="Salesforce Sans"/>
              </a:endParaRPr>
            </a:p>
          </p:txBody>
        </p:sp>
        <p:sp>
          <p:nvSpPr>
            <p:cNvPr id="1971" name="Google Shape;1971;p84"/>
            <p:cNvSpPr txBox="1"/>
            <p:nvPr/>
          </p:nvSpPr>
          <p:spPr>
            <a:xfrm>
              <a:off x="3048821" y="514764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 Vitro Validation</a:t>
              </a:r>
              <a:endParaRPr sz="800">
                <a:latin typeface="Salesforce Sans"/>
                <a:ea typeface="Salesforce Sans"/>
                <a:cs typeface="Salesforce Sans"/>
                <a:sym typeface="Salesforce Sans"/>
              </a:endParaRPr>
            </a:p>
          </p:txBody>
        </p:sp>
        <p:sp>
          <p:nvSpPr>
            <p:cNvPr id="1972" name="Google Shape;1972;p84"/>
            <p:cNvSpPr txBox="1"/>
            <p:nvPr/>
          </p:nvSpPr>
          <p:spPr>
            <a:xfrm>
              <a:off x="3048821" y="5364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Synthesis</a:t>
              </a:r>
              <a:endParaRPr sz="800">
                <a:latin typeface="Salesforce Sans"/>
                <a:ea typeface="Salesforce Sans"/>
                <a:cs typeface="Salesforce Sans"/>
                <a:sym typeface="Salesforce Sans"/>
              </a:endParaRPr>
            </a:p>
          </p:txBody>
        </p:sp>
        <p:sp>
          <p:nvSpPr>
            <p:cNvPr id="1973" name="Google Shape;1973;p84"/>
            <p:cNvSpPr txBox="1"/>
            <p:nvPr/>
          </p:nvSpPr>
          <p:spPr>
            <a:xfrm>
              <a:off x="3048821" y="55177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H2H Benchmarking</a:t>
              </a:r>
              <a:endParaRPr sz="800">
                <a:latin typeface="Salesforce Sans"/>
                <a:ea typeface="Salesforce Sans"/>
                <a:cs typeface="Salesforce Sans"/>
                <a:sym typeface="Salesforce Sans"/>
              </a:endParaRPr>
            </a:p>
          </p:txBody>
        </p:sp>
        <p:sp>
          <p:nvSpPr>
            <p:cNvPr id="1974" name="Google Shape;1974;p84"/>
            <p:cNvSpPr txBox="1"/>
            <p:nvPr/>
          </p:nvSpPr>
          <p:spPr>
            <a:xfrm>
              <a:off x="3048821" y="58875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Feasibility</a:t>
              </a:r>
              <a:endParaRPr sz="800">
                <a:latin typeface="Salesforce Sans"/>
                <a:ea typeface="Salesforce Sans"/>
                <a:cs typeface="Salesforce Sans"/>
                <a:sym typeface="Salesforce Sans"/>
              </a:endParaRPr>
            </a:p>
          </p:txBody>
        </p:sp>
        <p:sp>
          <p:nvSpPr>
            <p:cNvPr id="1975" name="Google Shape;1975;p84"/>
            <p:cNvSpPr txBox="1"/>
            <p:nvPr/>
          </p:nvSpPr>
          <p:spPr>
            <a:xfrm>
              <a:off x="3048821" y="62629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Country &amp; Admin Regulations</a:t>
              </a:r>
              <a:endParaRPr sz="800">
                <a:latin typeface="Salesforce Sans"/>
                <a:ea typeface="Salesforce Sans"/>
                <a:cs typeface="Salesforce Sans"/>
                <a:sym typeface="Salesforce Sans"/>
              </a:endParaRPr>
            </a:p>
          </p:txBody>
        </p:sp>
        <p:sp>
          <p:nvSpPr>
            <p:cNvPr id="1976" name="Google Shape;1976;p84"/>
            <p:cNvSpPr txBox="1"/>
            <p:nvPr/>
          </p:nvSpPr>
          <p:spPr>
            <a:xfrm>
              <a:off x="3048821" y="64163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Core Document Authoring</a:t>
              </a:r>
              <a:endParaRPr sz="800">
                <a:latin typeface="Salesforce Sans"/>
                <a:ea typeface="Salesforce Sans"/>
                <a:cs typeface="Salesforce Sans"/>
                <a:sym typeface="Salesforce Sans"/>
              </a:endParaRPr>
            </a:p>
          </p:txBody>
        </p:sp>
        <p:sp>
          <p:nvSpPr>
            <p:cNvPr id="1977" name="Google Shape;1977;p84"/>
            <p:cNvSpPr txBox="1"/>
            <p:nvPr/>
          </p:nvSpPr>
          <p:spPr>
            <a:xfrm>
              <a:off x="3048821" y="57317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Regional Identification</a:t>
              </a:r>
              <a:endParaRPr sz="800">
                <a:latin typeface="Salesforce Sans"/>
                <a:ea typeface="Salesforce Sans"/>
                <a:cs typeface="Salesforce Sans"/>
                <a:sym typeface="Salesforce Sans"/>
              </a:endParaRPr>
            </a:p>
          </p:txBody>
        </p:sp>
        <p:sp>
          <p:nvSpPr>
            <p:cNvPr id="1978" name="Google Shape;1978;p84"/>
            <p:cNvSpPr txBox="1"/>
            <p:nvPr/>
          </p:nvSpPr>
          <p:spPr>
            <a:xfrm>
              <a:off x="3048821" y="6624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Finding</a:t>
              </a:r>
              <a:endParaRPr i="0" sz="800" u="none" cap="none" strike="noStrike">
                <a:latin typeface="Salesforce Sans"/>
                <a:ea typeface="Salesforce Sans"/>
                <a:cs typeface="Salesforce Sans"/>
                <a:sym typeface="Salesforce Sans"/>
              </a:endParaRPr>
            </a:p>
          </p:txBody>
        </p:sp>
        <p:sp>
          <p:nvSpPr>
            <p:cNvPr id="1979" name="Google Shape;1979;p84"/>
            <p:cNvSpPr txBox="1"/>
            <p:nvPr/>
          </p:nvSpPr>
          <p:spPr>
            <a:xfrm>
              <a:off x="3048821" y="67800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Visit Scheduling</a:t>
              </a:r>
              <a:endParaRPr i="0" sz="800" u="none" cap="none" strike="noStrike">
                <a:latin typeface="Salesforce Sans"/>
                <a:ea typeface="Salesforce Sans"/>
                <a:cs typeface="Salesforce Sans"/>
                <a:sym typeface="Salesforce Sans"/>
              </a:endParaRPr>
            </a:p>
          </p:txBody>
        </p:sp>
        <p:sp>
          <p:nvSpPr>
            <p:cNvPr id="1980" name="Google Shape;1980;p84"/>
            <p:cNvSpPr txBox="1"/>
            <p:nvPr/>
          </p:nvSpPr>
          <p:spPr>
            <a:xfrm>
              <a:off x="3048821" y="693584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Monitoring</a:t>
              </a:r>
              <a:endParaRPr i="0" sz="800" u="none" cap="none" strike="noStrike">
                <a:latin typeface="Salesforce Sans"/>
                <a:ea typeface="Salesforce Sans"/>
                <a:cs typeface="Salesforce Sans"/>
                <a:sym typeface="Salesforce Sans"/>
              </a:endParaRPr>
            </a:p>
          </p:txBody>
        </p:sp>
        <p:sp>
          <p:nvSpPr>
            <p:cNvPr id="1981" name="Google Shape;1981;p84"/>
            <p:cNvSpPr txBox="1"/>
            <p:nvPr/>
          </p:nvSpPr>
          <p:spPr>
            <a:xfrm>
              <a:off x="3048821" y="486982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Validation (e.g., Controls, Doses, Endpoints)</a:t>
              </a:r>
              <a:endParaRPr sz="800">
                <a:latin typeface="Salesforce Sans"/>
                <a:ea typeface="Salesforce Sans"/>
                <a:cs typeface="Salesforce Sans"/>
                <a:sym typeface="Salesforce Sans"/>
              </a:endParaRPr>
            </a:p>
          </p:txBody>
        </p:sp>
        <p:sp>
          <p:nvSpPr>
            <p:cNvPr id="1982" name="Google Shape;1982;p84"/>
            <p:cNvSpPr txBox="1"/>
            <p:nvPr/>
          </p:nvSpPr>
          <p:spPr>
            <a:xfrm>
              <a:off x="3048821" y="77911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Safety Case</a:t>
              </a:r>
              <a:endParaRPr i="0" sz="800" u="none" cap="none" strike="noStrike">
                <a:latin typeface="Salesforce Sans"/>
                <a:ea typeface="Salesforce Sans"/>
                <a:cs typeface="Salesforce Sans"/>
                <a:sym typeface="Salesforce Sans"/>
              </a:endParaRPr>
            </a:p>
          </p:txBody>
        </p:sp>
        <p:sp>
          <p:nvSpPr>
            <p:cNvPr id="1983" name="Google Shape;1983;p84"/>
            <p:cNvSpPr txBox="1"/>
            <p:nvPr/>
          </p:nvSpPr>
          <p:spPr>
            <a:xfrm>
              <a:off x="3048821" y="8088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Submission Readiness</a:t>
              </a:r>
              <a:endParaRPr i="0" sz="800" u="none" cap="none" strike="noStrike">
                <a:latin typeface="Salesforce Sans"/>
                <a:ea typeface="Salesforce Sans"/>
                <a:cs typeface="Salesforce Sans"/>
                <a:sym typeface="Salesforce Sans"/>
              </a:endParaRPr>
            </a:p>
          </p:txBody>
        </p:sp>
        <p:sp>
          <p:nvSpPr>
            <p:cNvPr id="1984" name="Google Shape;1984;p84"/>
            <p:cNvSpPr txBox="1"/>
            <p:nvPr/>
          </p:nvSpPr>
          <p:spPr>
            <a:xfrm>
              <a:off x="3048821" y="793973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 Generation</a:t>
              </a:r>
              <a:endParaRPr i="0" sz="800" u="none" cap="none" strike="noStrike">
                <a:latin typeface="Salesforce Sans"/>
                <a:ea typeface="Salesforce Sans"/>
                <a:cs typeface="Salesforce Sans"/>
                <a:sym typeface="Salesforce Sans"/>
              </a:endParaRPr>
            </a:p>
          </p:txBody>
        </p:sp>
        <p:sp>
          <p:nvSpPr>
            <p:cNvPr id="1985" name="Google Shape;1985;p84"/>
            <p:cNvSpPr txBox="1"/>
            <p:nvPr/>
          </p:nvSpPr>
          <p:spPr>
            <a:xfrm>
              <a:off x="3048821" y="84512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Response Generation</a:t>
              </a:r>
              <a:endParaRPr i="0" sz="800" u="none" cap="none" strike="noStrike">
                <a:latin typeface="Salesforce Sans"/>
                <a:ea typeface="Salesforce Sans"/>
                <a:cs typeface="Salesforce Sans"/>
                <a:sym typeface="Salesforce Sans"/>
              </a:endParaRPr>
            </a:p>
          </p:txBody>
        </p:sp>
        <p:sp>
          <p:nvSpPr>
            <p:cNvPr id="1986" name="Google Shape;1986;p84"/>
            <p:cNvSpPr txBox="1"/>
            <p:nvPr/>
          </p:nvSpPr>
          <p:spPr>
            <a:xfrm>
              <a:off x="3048821" y="865988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Design</a:t>
              </a:r>
              <a:endParaRPr i="0" sz="800" u="none" cap="none" strike="noStrike">
                <a:latin typeface="Salesforce Sans"/>
                <a:ea typeface="Salesforce Sans"/>
                <a:cs typeface="Salesforce Sans"/>
                <a:sym typeface="Salesforce Sans"/>
              </a:endParaRPr>
            </a:p>
          </p:txBody>
        </p:sp>
        <p:sp>
          <p:nvSpPr>
            <p:cNvPr id="1987" name="Google Shape;1987;p84"/>
            <p:cNvSpPr txBox="1"/>
            <p:nvPr/>
          </p:nvSpPr>
          <p:spPr>
            <a:xfrm>
              <a:off x="3048821" y="88084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Execution</a:t>
              </a:r>
              <a:endParaRPr i="0" sz="800" u="none" cap="none" strike="noStrike">
                <a:latin typeface="Salesforce Sans"/>
                <a:ea typeface="Salesforce Sans"/>
                <a:cs typeface="Salesforce Sans"/>
                <a:sym typeface="Salesforce Sans"/>
              </a:endParaRPr>
            </a:p>
          </p:txBody>
        </p:sp>
        <p:sp>
          <p:nvSpPr>
            <p:cNvPr id="1988" name="Google Shape;1988;p84"/>
            <p:cNvSpPr txBox="1"/>
            <p:nvPr/>
          </p:nvSpPr>
          <p:spPr>
            <a:xfrm>
              <a:off x="3048821" y="89571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Periodic Reporting</a:t>
              </a:r>
              <a:endParaRPr i="0" sz="800" u="none" cap="none" strike="noStrike">
                <a:latin typeface="Salesforce Sans"/>
                <a:ea typeface="Salesforce Sans"/>
                <a:cs typeface="Salesforce Sans"/>
                <a:sym typeface="Salesforce Sans"/>
              </a:endParaRPr>
            </a:p>
          </p:txBody>
        </p:sp>
        <p:sp>
          <p:nvSpPr>
            <p:cNvPr id="1989" name="Google Shape;1989;p84"/>
            <p:cNvSpPr txBox="1"/>
            <p:nvPr/>
          </p:nvSpPr>
          <p:spPr>
            <a:xfrm>
              <a:off x="3048821" y="91083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Labelling</a:t>
              </a:r>
              <a:endParaRPr i="0" sz="800" u="none" cap="none" strike="noStrike">
                <a:latin typeface="Salesforce Sans"/>
                <a:ea typeface="Salesforce Sans"/>
                <a:cs typeface="Salesforce Sans"/>
                <a:sym typeface="Salesforce Sans"/>
              </a:endParaRPr>
            </a:p>
          </p:txBody>
        </p:sp>
        <p:sp>
          <p:nvSpPr>
            <p:cNvPr id="1990" name="Google Shape;1990;p84"/>
            <p:cNvSpPr txBox="1"/>
            <p:nvPr/>
          </p:nvSpPr>
          <p:spPr>
            <a:xfrm>
              <a:off x="3048821" y="92481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Case Database</a:t>
              </a:r>
              <a:endParaRPr i="0" sz="800" u="none" cap="none" strike="noStrike">
                <a:latin typeface="Salesforce Sans"/>
                <a:ea typeface="Salesforce Sans"/>
                <a:cs typeface="Salesforce Sans"/>
                <a:sym typeface="Salesforce Sans"/>
              </a:endParaRPr>
            </a:p>
          </p:txBody>
        </p:sp>
        <p:sp>
          <p:nvSpPr>
            <p:cNvPr id="1991" name="Google Shape;1991;p84"/>
            <p:cNvSpPr txBox="1"/>
            <p:nvPr/>
          </p:nvSpPr>
          <p:spPr>
            <a:xfrm>
              <a:off x="3048821" y="70898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Management</a:t>
              </a:r>
              <a:endParaRPr i="0" sz="800" u="none" cap="none" strike="noStrike">
                <a:latin typeface="Salesforce Sans"/>
                <a:ea typeface="Salesforce Sans"/>
                <a:cs typeface="Salesforce Sans"/>
                <a:sym typeface="Salesforce Sans"/>
              </a:endParaRPr>
            </a:p>
          </p:txBody>
        </p:sp>
        <p:sp>
          <p:nvSpPr>
            <p:cNvPr id="1992" name="Google Shape;1992;p84"/>
            <p:cNvSpPr txBox="1"/>
            <p:nvPr/>
          </p:nvSpPr>
          <p:spPr>
            <a:xfrm>
              <a:off x="3048821" y="72998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Cleaning</a:t>
              </a:r>
              <a:endParaRPr i="0" sz="800" u="none" cap="none" strike="noStrike">
                <a:latin typeface="Salesforce Sans"/>
                <a:ea typeface="Salesforce Sans"/>
                <a:cs typeface="Salesforce Sans"/>
                <a:sym typeface="Salesforce Sans"/>
              </a:endParaRPr>
            </a:p>
          </p:txBody>
        </p:sp>
        <p:sp>
          <p:nvSpPr>
            <p:cNvPr id="1993" name="Google Shape;1993;p84"/>
            <p:cNvSpPr txBox="1"/>
            <p:nvPr/>
          </p:nvSpPr>
          <p:spPr>
            <a:xfrm>
              <a:off x="3048821" y="7430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a:t>
              </a:r>
              <a:endParaRPr i="0" sz="800" u="none" cap="none" strike="noStrike">
                <a:latin typeface="Salesforce Sans"/>
                <a:ea typeface="Salesforce Sans"/>
                <a:cs typeface="Salesforce Sans"/>
                <a:sym typeface="Salesforce Sans"/>
              </a:endParaRPr>
            </a:p>
          </p:txBody>
        </p:sp>
        <p:sp>
          <p:nvSpPr>
            <p:cNvPr id="1994" name="Google Shape;1994;p84"/>
            <p:cNvSpPr txBox="1"/>
            <p:nvPr/>
          </p:nvSpPr>
          <p:spPr>
            <a:xfrm>
              <a:off x="3048821" y="76425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Preparation</a:t>
              </a:r>
              <a:endParaRPr i="0" sz="800" u="none" cap="none" strike="noStrike">
                <a:latin typeface="Salesforce Sans"/>
                <a:ea typeface="Salesforce Sans"/>
                <a:cs typeface="Salesforce Sans"/>
                <a:sym typeface="Salesforce Sans"/>
              </a:endParaRPr>
            </a:p>
          </p:txBody>
        </p:sp>
        <p:sp>
          <p:nvSpPr>
            <p:cNvPr id="1995" name="Google Shape;1995;p84"/>
            <p:cNvSpPr/>
            <p:nvPr/>
          </p:nvSpPr>
          <p:spPr>
            <a:xfrm>
              <a:off x="2912773" y="3498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96" name="Google Shape;1996;p84"/>
            <p:cNvSpPr/>
            <p:nvPr/>
          </p:nvSpPr>
          <p:spPr>
            <a:xfrm>
              <a:off x="2912773" y="57503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1997" name="Google Shape;1997;p84"/>
            <p:cNvSpPr/>
            <p:nvPr/>
          </p:nvSpPr>
          <p:spPr>
            <a:xfrm>
              <a:off x="2912773" y="67986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98" name="Google Shape;1998;p84"/>
            <p:cNvSpPr txBox="1"/>
            <p:nvPr/>
          </p:nvSpPr>
          <p:spPr>
            <a:xfrm>
              <a:off x="3048821" y="176598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Candidates Matching</a:t>
              </a:r>
              <a:endParaRPr sz="800">
                <a:latin typeface="Salesforce Sans"/>
                <a:ea typeface="Salesforce Sans"/>
                <a:cs typeface="Salesforce Sans"/>
                <a:sym typeface="Salesforce Sans"/>
              </a:endParaRPr>
            </a:p>
          </p:txBody>
        </p:sp>
        <p:sp>
          <p:nvSpPr>
            <p:cNvPr id="1999" name="Google Shape;1999;p84"/>
            <p:cNvSpPr/>
            <p:nvPr/>
          </p:nvSpPr>
          <p:spPr>
            <a:xfrm>
              <a:off x="2912773" y="17844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0" name="Google Shape;2000;p84"/>
            <p:cNvSpPr txBox="1"/>
            <p:nvPr/>
          </p:nvSpPr>
          <p:spPr>
            <a:xfrm>
              <a:off x="3048821" y="1921000"/>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Clinical Trial Site Filter and Search </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001" name="Google Shape;2001;p84"/>
            <p:cNvSpPr/>
            <p:nvPr/>
          </p:nvSpPr>
          <p:spPr>
            <a:xfrm>
              <a:off x="2912773" y="19394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02" name="Google Shape;2002;p84"/>
            <p:cNvSpPr txBox="1"/>
            <p:nvPr/>
          </p:nvSpPr>
          <p:spPr>
            <a:xfrm>
              <a:off x="3048821" y="20760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Investigator Filter and Search </a:t>
              </a:r>
              <a:endParaRPr sz="800">
                <a:latin typeface="Salesforce Sans"/>
                <a:ea typeface="Salesforce Sans"/>
                <a:cs typeface="Salesforce Sans"/>
                <a:sym typeface="Salesforce Sans"/>
              </a:endParaRPr>
            </a:p>
          </p:txBody>
        </p:sp>
        <p:sp>
          <p:nvSpPr>
            <p:cNvPr id="2003" name="Google Shape;2003;p84"/>
            <p:cNvSpPr/>
            <p:nvPr/>
          </p:nvSpPr>
          <p:spPr>
            <a:xfrm>
              <a:off x="2912773" y="20944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4" name="Google Shape;2004;p84"/>
            <p:cNvSpPr txBox="1"/>
            <p:nvPr/>
          </p:nvSpPr>
          <p:spPr>
            <a:xfrm>
              <a:off x="3048821" y="22367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a:latin typeface="Salesforce Sans"/>
                <a:ea typeface="Salesforce Sans"/>
                <a:cs typeface="Salesforce Sans"/>
                <a:sym typeface="Salesforce Sans"/>
              </a:endParaRPr>
            </a:p>
          </p:txBody>
        </p:sp>
        <p:sp>
          <p:nvSpPr>
            <p:cNvPr id="2005" name="Google Shape;2005;p84"/>
            <p:cNvSpPr/>
            <p:nvPr/>
          </p:nvSpPr>
          <p:spPr>
            <a:xfrm>
              <a:off x="2912773" y="225524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6" name="Google Shape;2006;p84"/>
            <p:cNvSpPr txBox="1"/>
            <p:nvPr/>
          </p:nvSpPr>
          <p:spPr>
            <a:xfrm>
              <a:off x="3048821" y="24020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a:latin typeface="Salesforce Sans"/>
                <a:ea typeface="Salesforce Sans"/>
                <a:cs typeface="Salesforce Sans"/>
                <a:sym typeface="Salesforce Sans"/>
              </a:endParaRPr>
            </a:p>
          </p:txBody>
        </p:sp>
        <p:sp>
          <p:nvSpPr>
            <p:cNvPr id="2007" name="Google Shape;2007;p84"/>
            <p:cNvSpPr/>
            <p:nvPr/>
          </p:nvSpPr>
          <p:spPr>
            <a:xfrm>
              <a:off x="2912773" y="24205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8" name="Google Shape;2008;p84"/>
            <p:cNvSpPr txBox="1"/>
            <p:nvPr/>
          </p:nvSpPr>
          <p:spPr>
            <a:xfrm>
              <a:off x="3048821" y="27733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Validation</a:t>
              </a:r>
              <a:endParaRPr sz="800">
                <a:latin typeface="Salesforce Sans"/>
                <a:ea typeface="Salesforce Sans"/>
                <a:cs typeface="Salesforce Sans"/>
                <a:sym typeface="Salesforce Sans"/>
              </a:endParaRPr>
            </a:p>
          </p:txBody>
        </p:sp>
        <p:sp>
          <p:nvSpPr>
            <p:cNvPr id="2009" name="Google Shape;2009;p84"/>
            <p:cNvSpPr/>
            <p:nvPr/>
          </p:nvSpPr>
          <p:spPr>
            <a:xfrm>
              <a:off x="2912773" y="27917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0" name="Google Shape;2010;p84"/>
            <p:cNvSpPr/>
            <p:nvPr/>
          </p:nvSpPr>
          <p:spPr>
            <a:xfrm>
              <a:off x="2912773" y="2960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1" name="Google Shape;2011;p84"/>
            <p:cNvSpPr/>
            <p:nvPr/>
          </p:nvSpPr>
          <p:spPr>
            <a:xfrm>
              <a:off x="2912773" y="31756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2" name="Google Shape;2012;p84"/>
            <p:cNvSpPr txBox="1"/>
            <p:nvPr/>
          </p:nvSpPr>
          <p:spPr>
            <a:xfrm>
              <a:off x="3048821" y="2619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Literature Analysis</a:t>
              </a:r>
              <a:endParaRPr sz="800">
                <a:latin typeface="Salesforce Sans"/>
                <a:ea typeface="Salesforce Sans"/>
                <a:cs typeface="Salesforce Sans"/>
                <a:sym typeface="Salesforce Sans"/>
              </a:endParaRPr>
            </a:p>
          </p:txBody>
        </p:sp>
        <p:sp>
          <p:nvSpPr>
            <p:cNvPr id="2013" name="Google Shape;2013;p84"/>
            <p:cNvSpPr/>
            <p:nvPr/>
          </p:nvSpPr>
          <p:spPr>
            <a:xfrm>
              <a:off x="2912773" y="26383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4" name="Google Shape;2014;p84"/>
            <p:cNvSpPr/>
            <p:nvPr/>
          </p:nvSpPr>
          <p:spPr>
            <a:xfrm>
              <a:off x="2912773" y="38864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15" name="Google Shape;2015;p84"/>
            <p:cNvSpPr/>
            <p:nvPr/>
          </p:nvSpPr>
          <p:spPr>
            <a:xfrm>
              <a:off x="2912773" y="45775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16" name="Google Shape;2016;p84"/>
            <p:cNvSpPr/>
            <p:nvPr/>
          </p:nvSpPr>
          <p:spPr>
            <a:xfrm>
              <a:off x="2912773" y="55363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017" name="Google Shape;2017;p84"/>
            <p:cNvSpPr/>
            <p:nvPr/>
          </p:nvSpPr>
          <p:spPr>
            <a:xfrm>
              <a:off x="2912773" y="66429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8" name="Google Shape;2018;p84"/>
            <p:cNvSpPr/>
            <p:nvPr/>
          </p:nvSpPr>
          <p:spPr>
            <a:xfrm>
              <a:off x="2912773" y="84698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19" name="Google Shape;2019;p84"/>
            <p:cNvSpPr/>
            <p:nvPr/>
          </p:nvSpPr>
          <p:spPr>
            <a:xfrm>
              <a:off x="2912773" y="88270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0" name="Google Shape;2020;p84"/>
            <p:cNvSpPr/>
            <p:nvPr/>
          </p:nvSpPr>
          <p:spPr>
            <a:xfrm>
              <a:off x="2912773" y="897570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1" name="Google Shape;2021;p84"/>
            <p:cNvSpPr/>
            <p:nvPr/>
          </p:nvSpPr>
          <p:spPr>
            <a:xfrm>
              <a:off x="2912773" y="91269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2" name="Google Shape;2022;p84"/>
            <p:cNvSpPr/>
            <p:nvPr/>
          </p:nvSpPr>
          <p:spPr>
            <a:xfrm>
              <a:off x="2912773" y="92667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3" name="Google Shape;2023;p84"/>
            <p:cNvSpPr/>
            <p:nvPr/>
          </p:nvSpPr>
          <p:spPr>
            <a:xfrm>
              <a:off x="2912773" y="71084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4" name="Google Shape;2024;p84"/>
            <p:cNvSpPr/>
            <p:nvPr/>
          </p:nvSpPr>
          <p:spPr>
            <a:xfrm>
              <a:off x="2912773" y="7958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5" name="Google Shape;2025;p84"/>
            <p:cNvSpPr/>
            <p:nvPr/>
          </p:nvSpPr>
          <p:spPr>
            <a:xfrm>
              <a:off x="2912773" y="47332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26" name="Google Shape;2026;p84"/>
            <p:cNvSpPr/>
            <p:nvPr/>
          </p:nvSpPr>
          <p:spPr>
            <a:xfrm>
              <a:off x="2912773" y="4888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7" name="Google Shape;2027;p84"/>
            <p:cNvSpPr/>
            <p:nvPr/>
          </p:nvSpPr>
          <p:spPr>
            <a:xfrm>
              <a:off x="2912773" y="5166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8" name="Google Shape;2028;p84"/>
            <p:cNvSpPr/>
            <p:nvPr/>
          </p:nvSpPr>
          <p:spPr>
            <a:xfrm>
              <a:off x="2912773" y="33315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9" name="Google Shape;2029;p84"/>
            <p:cNvSpPr txBox="1"/>
            <p:nvPr/>
          </p:nvSpPr>
          <p:spPr>
            <a:xfrm>
              <a:off x="3048821" y="36943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Optimization</a:t>
              </a:r>
              <a:endParaRPr sz="800">
                <a:latin typeface="Salesforce Sans"/>
                <a:ea typeface="Salesforce Sans"/>
                <a:cs typeface="Salesforce Sans"/>
                <a:sym typeface="Salesforce Sans"/>
              </a:endParaRPr>
            </a:p>
          </p:txBody>
        </p:sp>
        <p:sp>
          <p:nvSpPr>
            <p:cNvPr id="2030" name="Google Shape;2030;p84"/>
            <p:cNvSpPr/>
            <p:nvPr/>
          </p:nvSpPr>
          <p:spPr>
            <a:xfrm>
              <a:off x="2912773" y="371284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1" name="Google Shape;2031;p84"/>
            <p:cNvSpPr/>
            <p:nvPr/>
          </p:nvSpPr>
          <p:spPr>
            <a:xfrm>
              <a:off x="2912773" y="5382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032" name="Google Shape;2032;p84"/>
            <p:cNvSpPr/>
            <p:nvPr/>
          </p:nvSpPr>
          <p:spPr>
            <a:xfrm>
              <a:off x="2912773" y="5906140"/>
              <a:ext cx="91200" cy="91200"/>
            </a:xfrm>
            <a:prstGeom prst="ellipse">
              <a:avLst/>
            </a:prstGeom>
            <a:solidFill>
              <a:srgbClr val="1560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33" name="Google Shape;2033;p84"/>
            <p:cNvSpPr/>
            <p:nvPr/>
          </p:nvSpPr>
          <p:spPr>
            <a:xfrm>
              <a:off x="2912773" y="64349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4" name="Google Shape;2034;p84"/>
            <p:cNvSpPr/>
            <p:nvPr/>
          </p:nvSpPr>
          <p:spPr>
            <a:xfrm>
              <a:off x="2912773" y="62815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5" name="Google Shape;2035;p84"/>
            <p:cNvSpPr/>
            <p:nvPr/>
          </p:nvSpPr>
          <p:spPr>
            <a:xfrm>
              <a:off x="2912773" y="695444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36" name="Google Shape;2036;p84"/>
            <p:cNvSpPr/>
            <p:nvPr/>
          </p:nvSpPr>
          <p:spPr>
            <a:xfrm>
              <a:off x="2912773" y="73184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7" name="Google Shape;2037;p84"/>
            <p:cNvSpPr/>
            <p:nvPr/>
          </p:nvSpPr>
          <p:spPr>
            <a:xfrm>
              <a:off x="2912773" y="7809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8" name="Google Shape;2038;p84"/>
            <p:cNvSpPr/>
            <p:nvPr/>
          </p:nvSpPr>
          <p:spPr>
            <a:xfrm>
              <a:off x="2912773" y="76611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9" name="Google Shape;2039;p84"/>
            <p:cNvSpPr/>
            <p:nvPr/>
          </p:nvSpPr>
          <p:spPr>
            <a:xfrm>
              <a:off x="2912773" y="8106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0" name="Google Shape;2040;p84"/>
            <p:cNvSpPr/>
            <p:nvPr/>
          </p:nvSpPr>
          <p:spPr>
            <a:xfrm>
              <a:off x="2912773" y="86784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1" name="Google Shape;2041;p84"/>
            <p:cNvSpPr txBox="1"/>
            <p:nvPr/>
          </p:nvSpPr>
          <p:spPr>
            <a:xfrm>
              <a:off x="3048821" y="605125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Activation</a:t>
              </a:r>
              <a:endParaRPr sz="800">
                <a:latin typeface="Salesforce Sans"/>
                <a:ea typeface="Salesforce Sans"/>
                <a:cs typeface="Salesforce Sans"/>
                <a:sym typeface="Salesforce Sans"/>
              </a:endParaRPr>
            </a:p>
          </p:txBody>
        </p:sp>
        <p:sp>
          <p:nvSpPr>
            <p:cNvPr id="2042" name="Google Shape;2042;p84"/>
            <p:cNvSpPr/>
            <p:nvPr/>
          </p:nvSpPr>
          <p:spPr>
            <a:xfrm>
              <a:off x="2910959" y="60698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3" name="Google Shape;2043;p84"/>
            <p:cNvSpPr txBox="1"/>
            <p:nvPr/>
          </p:nvSpPr>
          <p:spPr>
            <a:xfrm>
              <a:off x="3048821" y="82956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Management</a:t>
              </a:r>
              <a:endParaRPr sz="800">
                <a:latin typeface="Salesforce Sans"/>
                <a:ea typeface="Salesforce Sans"/>
                <a:cs typeface="Salesforce Sans"/>
                <a:sym typeface="Salesforce Sans"/>
              </a:endParaRPr>
            </a:p>
          </p:txBody>
        </p:sp>
        <p:sp>
          <p:nvSpPr>
            <p:cNvPr id="2044" name="Google Shape;2044;p84"/>
            <p:cNvSpPr/>
            <p:nvPr/>
          </p:nvSpPr>
          <p:spPr>
            <a:xfrm>
              <a:off x="2910948" y="83142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045" name="Google Shape;2045;p84"/>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046" name="Google Shape;2046;p84"/>
            <p:cNvSpPr txBox="1"/>
            <p:nvPr/>
          </p:nvSpPr>
          <p:spPr>
            <a:xfrm>
              <a:off x="16019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047" name="Google Shape;2047;p84"/>
            <p:cNvGrpSpPr/>
            <p:nvPr/>
          </p:nvGrpSpPr>
          <p:grpSpPr>
            <a:xfrm>
              <a:off x="497950" y="1791256"/>
              <a:ext cx="952566" cy="449700"/>
              <a:chOff x="755108" y="1946374"/>
              <a:chExt cx="1322458" cy="449700"/>
            </a:xfrm>
          </p:grpSpPr>
          <p:sp>
            <p:nvSpPr>
              <p:cNvPr id="2048" name="Google Shape;2048;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49" name="Google Shape;2049;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sp>
          <p:nvSpPr>
            <p:cNvPr id="2050" name="Google Shape;2050;p84"/>
            <p:cNvSpPr txBox="1"/>
            <p:nvPr/>
          </p:nvSpPr>
          <p:spPr>
            <a:xfrm>
              <a:off x="305064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051" name="Google Shape;2051;p84"/>
            <p:cNvSpPr txBox="1"/>
            <p:nvPr/>
          </p:nvSpPr>
          <p:spPr>
            <a:xfrm>
              <a:off x="1601900" y="1769425"/>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Agentforce Life Sciences Pre-built Clinical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052" name="Google Shape;2052;p84"/>
            <p:cNvGrpSpPr/>
            <p:nvPr/>
          </p:nvGrpSpPr>
          <p:grpSpPr>
            <a:xfrm>
              <a:off x="497991" y="5752646"/>
              <a:ext cx="952525" cy="449700"/>
              <a:chOff x="755165" y="1951713"/>
              <a:chExt cx="1322400" cy="449700"/>
            </a:xfrm>
          </p:grpSpPr>
          <p:sp>
            <p:nvSpPr>
              <p:cNvPr id="2053" name="Google Shape;2053;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54" name="Google Shape;2054;p84"/>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grpSp>
          <p:nvGrpSpPr>
            <p:cNvPr id="2055" name="Google Shape;2055;p84"/>
            <p:cNvGrpSpPr/>
            <p:nvPr/>
          </p:nvGrpSpPr>
          <p:grpSpPr>
            <a:xfrm>
              <a:off x="497991" y="2647426"/>
              <a:ext cx="952525" cy="449700"/>
              <a:chOff x="755165" y="1951713"/>
              <a:chExt cx="1322400" cy="449700"/>
            </a:xfrm>
          </p:grpSpPr>
          <p:sp>
            <p:nvSpPr>
              <p:cNvPr id="2056" name="Google Shape;2056;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57" name="Google Shape;2057;p84"/>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sp>
          <p:nvSpPr>
            <p:cNvPr id="2058" name="Google Shape;2058;p84"/>
            <p:cNvSpPr txBox="1"/>
            <p:nvPr/>
          </p:nvSpPr>
          <p:spPr>
            <a:xfrm>
              <a:off x="3048821" y="4241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Pathway Mapping</a:t>
              </a:r>
              <a:endParaRPr sz="800">
                <a:latin typeface="Salesforce Sans"/>
                <a:ea typeface="Salesforce Sans"/>
                <a:cs typeface="Salesforce Sans"/>
                <a:sym typeface="Salesforce Sans"/>
              </a:endParaRPr>
            </a:p>
          </p:txBody>
        </p:sp>
        <p:sp>
          <p:nvSpPr>
            <p:cNvPr id="2059" name="Google Shape;2059;p84"/>
            <p:cNvSpPr txBox="1"/>
            <p:nvPr/>
          </p:nvSpPr>
          <p:spPr>
            <a:xfrm>
              <a:off x="3048821" y="40854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Endpoint Simulation</a:t>
              </a:r>
              <a:endParaRPr sz="800">
                <a:latin typeface="Salesforce Sans"/>
                <a:ea typeface="Salesforce Sans"/>
                <a:cs typeface="Salesforce Sans"/>
                <a:sym typeface="Salesforce Sans"/>
              </a:endParaRPr>
            </a:p>
          </p:txBody>
        </p:sp>
        <p:sp>
          <p:nvSpPr>
            <p:cNvPr id="2060" name="Google Shape;2060;p84"/>
            <p:cNvSpPr/>
            <p:nvPr/>
          </p:nvSpPr>
          <p:spPr>
            <a:xfrm>
              <a:off x="2912773" y="41040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61" name="Google Shape;2061;p84"/>
            <p:cNvSpPr/>
            <p:nvPr/>
          </p:nvSpPr>
          <p:spPr>
            <a:xfrm>
              <a:off x="2912773" y="4259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62" name="Google Shape;2062;p84"/>
            <p:cNvSpPr txBox="1"/>
            <p:nvPr/>
          </p:nvSpPr>
          <p:spPr>
            <a:xfrm>
              <a:off x="3048821" y="9474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Global Reg. Update Tracker</a:t>
              </a:r>
              <a:endParaRPr i="0" sz="800" u="none" cap="none" strike="noStrike">
                <a:latin typeface="Salesforce Sans"/>
                <a:ea typeface="Salesforce Sans"/>
                <a:cs typeface="Salesforce Sans"/>
                <a:sym typeface="Salesforce Sans"/>
              </a:endParaRPr>
            </a:p>
          </p:txBody>
        </p:sp>
        <p:sp>
          <p:nvSpPr>
            <p:cNvPr id="2063" name="Google Shape;2063;p84"/>
            <p:cNvSpPr txBox="1"/>
            <p:nvPr/>
          </p:nvSpPr>
          <p:spPr>
            <a:xfrm>
              <a:off x="3048821" y="96260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Guidance Impact Asmt. Log</a:t>
              </a:r>
              <a:endParaRPr i="0" sz="800" u="none" cap="none" strike="noStrike">
                <a:latin typeface="Salesforce Sans"/>
                <a:ea typeface="Salesforce Sans"/>
                <a:cs typeface="Salesforce Sans"/>
                <a:sym typeface="Salesforce Sans"/>
              </a:endParaRPr>
            </a:p>
          </p:txBody>
        </p:sp>
        <p:sp>
          <p:nvSpPr>
            <p:cNvPr id="2064" name="Google Shape;2064;p84"/>
            <p:cNvSpPr txBox="1"/>
            <p:nvPr/>
          </p:nvSpPr>
          <p:spPr>
            <a:xfrm>
              <a:off x="3048821" y="97658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 Intel Knowledge Base</a:t>
              </a:r>
              <a:endParaRPr i="0" sz="800" u="none" cap="none" strike="noStrike">
                <a:latin typeface="Salesforce Sans"/>
                <a:ea typeface="Salesforce Sans"/>
                <a:cs typeface="Salesforce Sans"/>
                <a:sym typeface="Salesforce Sans"/>
              </a:endParaRPr>
            </a:p>
          </p:txBody>
        </p:sp>
        <p:sp>
          <p:nvSpPr>
            <p:cNvPr id="2065" name="Google Shape;2065;p84"/>
            <p:cNvSpPr/>
            <p:nvPr/>
          </p:nvSpPr>
          <p:spPr>
            <a:xfrm>
              <a:off x="2912773" y="94934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66" name="Google Shape;2066;p84"/>
            <p:cNvSpPr/>
            <p:nvPr/>
          </p:nvSpPr>
          <p:spPr>
            <a:xfrm>
              <a:off x="2912773" y="96446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67" name="Google Shape;2067;p84"/>
            <p:cNvSpPr/>
            <p:nvPr/>
          </p:nvSpPr>
          <p:spPr>
            <a:xfrm>
              <a:off x="2912773" y="978445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sp>
        <p:nvSpPr>
          <p:cNvPr id="2068" name="Google Shape;2068;p84"/>
          <p:cNvSpPr/>
          <p:nvPr/>
        </p:nvSpPr>
        <p:spPr>
          <a:xfrm>
            <a:off x="5862391" y="2797656"/>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Strategy </a:t>
            </a:r>
            <a:endParaRPr b="1" i="0" sz="900" u="none" cap="none" strike="noStrike">
              <a:solidFill>
                <a:srgbClr val="066AFE"/>
              </a:solidFill>
              <a:latin typeface="Salesforce Sans"/>
              <a:ea typeface="Salesforce Sans"/>
              <a:cs typeface="Salesforce Sans"/>
              <a:sym typeface="Salesforce Sans"/>
            </a:endParaRPr>
          </a:p>
        </p:txBody>
      </p:sp>
      <p:sp>
        <p:nvSpPr>
          <p:cNvPr id="2069" name="Google Shape;2069;p84"/>
          <p:cNvSpPr/>
          <p:nvPr/>
        </p:nvSpPr>
        <p:spPr>
          <a:xfrm>
            <a:off x="5862392" y="3312375"/>
            <a:ext cx="11286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Operations </a:t>
            </a:r>
            <a:endParaRPr b="1" i="0" sz="900" u="none" cap="none" strike="noStrike">
              <a:solidFill>
                <a:srgbClr val="066AFE"/>
              </a:solidFill>
              <a:latin typeface="Salesforce Sans"/>
              <a:ea typeface="Salesforce Sans"/>
              <a:cs typeface="Salesforce Sans"/>
              <a:sym typeface="Salesforce Sans"/>
            </a:endParaRPr>
          </a:p>
        </p:txBody>
      </p:sp>
      <p:sp>
        <p:nvSpPr>
          <p:cNvPr id="2070" name="Google Shape;2070;p84"/>
          <p:cNvSpPr/>
          <p:nvPr/>
        </p:nvSpPr>
        <p:spPr>
          <a:xfrm>
            <a:off x="5862391" y="4265350"/>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Field Rep Outreach </a:t>
            </a:r>
            <a:endParaRPr b="1" i="0" sz="900" u="none" cap="none" strike="noStrike">
              <a:solidFill>
                <a:srgbClr val="066AFE"/>
              </a:solidFill>
              <a:latin typeface="Salesforce Sans"/>
              <a:ea typeface="Salesforce Sans"/>
              <a:cs typeface="Salesforce Sans"/>
              <a:sym typeface="Salesforce Sans"/>
            </a:endParaRPr>
          </a:p>
        </p:txBody>
      </p:sp>
      <p:sp>
        <p:nvSpPr>
          <p:cNvPr id="2071" name="Google Shape;2071;p84"/>
          <p:cNvSpPr/>
          <p:nvPr/>
        </p:nvSpPr>
        <p:spPr>
          <a:xfrm>
            <a:off x="5862391" y="4903650"/>
            <a:ext cx="12285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Contract Development </a:t>
            </a:r>
            <a:endParaRPr b="1" i="0" sz="900" u="none" cap="none" strike="noStrike">
              <a:solidFill>
                <a:srgbClr val="066AFE"/>
              </a:solidFill>
              <a:latin typeface="Salesforce Sans"/>
              <a:ea typeface="Salesforce Sans"/>
              <a:cs typeface="Salesforce Sans"/>
              <a:sym typeface="Salesforce Sans"/>
            </a:endParaRPr>
          </a:p>
        </p:txBody>
      </p:sp>
      <p:sp>
        <p:nvSpPr>
          <p:cNvPr id="2072" name="Google Shape;2072;p84"/>
          <p:cNvSpPr/>
          <p:nvPr/>
        </p:nvSpPr>
        <p:spPr>
          <a:xfrm>
            <a:off x="5862391" y="5420900"/>
            <a:ext cx="12717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Pricing and Reimbursement Modeling</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2073" name="Google Shape;2073;p84"/>
          <p:cNvSpPr/>
          <p:nvPr/>
        </p:nvSpPr>
        <p:spPr>
          <a:xfrm>
            <a:off x="5862391" y="5914950"/>
            <a:ext cx="12987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Marketing</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Campaign Creation </a:t>
            </a:r>
            <a:endParaRPr b="1" i="0" sz="900" u="none" cap="none" strike="noStrike">
              <a:solidFill>
                <a:srgbClr val="066AFE"/>
              </a:solidFill>
              <a:latin typeface="Salesforce Sans"/>
              <a:ea typeface="Salesforce Sans"/>
              <a:cs typeface="Salesforce Sans"/>
              <a:sym typeface="Salesforce Sans"/>
            </a:endParaRPr>
          </a:p>
        </p:txBody>
      </p:sp>
      <p:sp>
        <p:nvSpPr>
          <p:cNvPr id="2074" name="Google Shape;2074;p84"/>
          <p:cNvSpPr/>
          <p:nvPr/>
        </p:nvSpPr>
        <p:spPr>
          <a:xfrm>
            <a:off x="5862391" y="6571825"/>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MLR Review Autom. </a:t>
            </a:r>
            <a:endParaRPr b="1" i="0" sz="900" u="none" cap="none" strike="noStrike">
              <a:solidFill>
                <a:srgbClr val="066AFE"/>
              </a:solidFill>
              <a:latin typeface="Salesforce Sans"/>
              <a:ea typeface="Salesforce Sans"/>
              <a:cs typeface="Salesforce Sans"/>
              <a:sym typeface="Salesforce Sans"/>
            </a:endParaRPr>
          </a:p>
        </p:txBody>
      </p:sp>
      <p:sp>
        <p:nvSpPr>
          <p:cNvPr id="2075" name="Google Shape;2075;p84"/>
          <p:cNvSpPr/>
          <p:nvPr/>
        </p:nvSpPr>
        <p:spPr>
          <a:xfrm>
            <a:off x="5862391" y="7056125"/>
            <a:ext cx="12450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Campaign</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Performance Tracking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Opt. </a:t>
            </a:r>
            <a:endParaRPr b="1" i="0" sz="900" u="none" cap="none" strike="noStrike">
              <a:solidFill>
                <a:srgbClr val="066AFE"/>
              </a:solidFill>
              <a:latin typeface="Salesforce Sans"/>
              <a:ea typeface="Salesforce Sans"/>
              <a:cs typeface="Salesforce Sans"/>
              <a:sym typeface="Salesforce Sans"/>
            </a:endParaRPr>
          </a:p>
        </p:txBody>
      </p:sp>
      <p:sp>
        <p:nvSpPr>
          <p:cNvPr id="2076" name="Google Shape;2076;p84"/>
          <p:cNvSpPr/>
          <p:nvPr/>
        </p:nvSpPr>
        <p:spPr>
          <a:xfrm>
            <a:off x="5862391" y="7542075"/>
            <a:ext cx="987900" cy="22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Patient Support</a:t>
            </a:r>
            <a:endParaRPr b="1" i="0" sz="900" u="none" cap="none" strike="noStrike">
              <a:solidFill>
                <a:srgbClr val="066AFE"/>
              </a:solidFill>
              <a:latin typeface="Salesforce Sans"/>
              <a:ea typeface="Salesforce Sans"/>
              <a:cs typeface="Salesforce Sans"/>
              <a:sym typeface="Salesforce Sans"/>
            </a:endParaRPr>
          </a:p>
        </p:txBody>
      </p:sp>
      <p:sp>
        <p:nvSpPr>
          <p:cNvPr id="2077" name="Google Shape;2077;p84"/>
          <p:cNvSpPr/>
          <p:nvPr/>
        </p:nvSpPr>
        <p:spPr>
          <a:xfrm>
            <a:off x="5862391" y="8591105"/>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Support Cases </a:t>
            </a:r>
            <a:endParaRPr b="1" i="0" sz="900" u="none" cap="none" strike="noStrike">
              <a:solidFill>
                <a:srgbClr val="066AFE"/>
              </a:solidFill>
              <a:latin typeface="Salesforce Sans"/>
              <a:ea typeface="Salesforce Sans"/>
              <a:cs typeface="Salesforce Sans"/>
              <a:sym typeface="Salesforce Sans"/>
            </a:endParaRPr>
          </a:p>
        </p:txBody>
      </p:sp>
      <p:sp>
        <p:nvSpPr>
          <p:cNvPr id="2078" name="Google Shape;2078;p84"/>
          <p:cNvSpPr/>
          <p:nvPr/>
        </p:nvSpPr>
        <p:spPr>
          <a:xfrm>
            <a:off x="5862391" y="2271225"/>
            <a:ext cx="11286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66AFE"/>
                </a:solidFill>
                <a:latin typeface="Salesforce Sans"/>
                <a:ea typeface="Salesforce Sans"/>
                <a:cs typeface="Salesforce Sans"/>
                <a:sym typeface="Salesforce Sans"/>
              </a:rPr>
              <a:t>Agentforce Life Sciences Pre-built Commercial </a:t>
            </a:r>
            <a:endParaRPr b="1" i="0" sz="900" u="none" cap="none" strike="noStrike">
              <a:solidFill>
                <a:srgbClr val="066AFE"/>
              </a:solidFill>
              <a:latin typeface="Salesforce Sans"/>
              <a:ea typeface="Salesforce Sans"/>
              <a:cs typeface="Salesforce Sans"/>
              <a:sym typeface="Salesforce Sans"/>
            </a:endParaRPr>
          </a:p>
        </p:txBody>
      </p:sp>
      <p:sp>
        <p:nvSpPr>
          <p:cNvPr id="2079" name="Google Shape;2079;p84"/>
          <p:cNvSpPr txBox="1"/>
          <p:nvPr/>
        </p:nvSpPr>
        <p:spPr>
          <a:xfrm>
            <a:off x="7363519" y="2947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Value Proposition</a:t>
            </a:r>
            <a:endParaRPr i="0" sz="800" u="none" cap="none" strike="noStrike">
              <a:latin typeface="Salesforce Sans"/>
              <a:ea typeface="Salesforce Sans"/>
              <a:cs typeface="Salesforce Sans"/>
              <a:sym typeface="Salesforce Sans"/>
            </a:endParaRPr>
          </a:p>
        </p:txBody>
      </p:sp>
      <p:sp>
        <p:nvSpPr>
          <p:cNvPr id="2080" name="Google Shape;2080;p84"/>
          <p:cNvSpPr txBox="1"/>
          <p:nvPr/>
        </p:nvSpPr>
        <p:spPr>
          <a:xfrm>
            <a:off x="7363519" y="30929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a:latin typeface="Salesforce Sans"/>
              <a:ea typeface="Salesforce Sans"/>
              <a:cs typeface="Salesforce Sans"/>
              <a:sym typeface="Salesforce Sans"/>
            </a:endParaRPr>
          </a:p>
        </p:txBody>
      </p:sp>
      <p:sp>
        <p:nvSpPr>
          <p:cNvPr id="2081" name="Google Shape;2081;p84"/>
          <p:cNvSpPr txBox="1"/>
          <p:nvPr/>
        </p:nvSpPr>
        <p:spPr>
          <a:xfrm>
            <a:off x="7363519" y="33058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Quota Planning</a:t>
            </a:r>
            <a:endParaRPr sz="800">
              <a:latin typeface="Salesforce Sans"/>
              <a:ea typeface="Salesforce Sans"/>
              <a:cs typeface="Salesforce Sans"/>
              <a:sym typeface="Salesforce Sans"/>
            </a:endParaRPr>
          </a:p>
        </p:txBody>
      </p:sp>
      <p:sp>
        <p:nvSpPr>
          <p:cNvPr id="2082" name="Google Shape;2082;p84"/>
          <p:cNvSpPr txBox="1"/>
          <p:nvPr/>
        </p:nvSpPr>
        <p:spPr>
          <a:xfrm>
            <a:off x="7363519" y="3752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Onboarding</a:t>
            </a:r>
            <a:endParaRPr sz="800">
              <a:latin typeface="Salesforce Sans"/>
              <a:ea typeface="Salesforce Sans"/>
              <a:cs typeface="Salesforce Sans"/>
              <a:sym typeface="Salesforce Sans"/>
            </a:endParaRPr>
          </a:p>
        </p:txBody>
      </p:sp>
      <p:sp>
        <p:nvSpPr>
          <p:cNvPr id="2083" name="Google Shape;2083;p84"/>
          <p:cNvSpPr txBox="1"/>
          <p:nvPr/>
        </p:nvSpPr>
        <p:spPr>
          <a:xfrm>
            <a:off x="7363519" y="34551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SDR</a:t>
            </a:r>
            <a:endParaRPr sz="800">
              <a:latin typeface="Salesforce Sans"/>
              <a:ea typeface="Salesforce Sans"/>
              <a:cs typeface="Salesforce Sans"/>
              <a:sym typeface="Salesforce Sans"/>
            </a:endParaRPr>
          </a:p>
        </p:txBody>
      </p:sp>
      <p:sp>
        <p:nvSpPr>
          <p:cNvPr id="2084" name="Google Shape;2084;p84"/>
          <p:cNvSpPr txBox="1"/>
          <p:nvPr/>
        </p:nvSpPr>
        <p:spPr>
          <a:xfrm>
            <a:off x="7363519" y="44059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i="0" sz="800" u="none" cap="none" strike="noStrike">
              <a:latin typeface="Salesforce Sans"/>
              <a:ea typeface="Salesforce Sans"/>
              <a:cs typeface="Salesforce Sans"/>
              <a:sym typeface="Salesforce Sans"/>
            </a:endParaRPr>
          </a:p>
        </p:txBody>
      </p:sp>
      <p:sp>
        <p:nvSpPr>
          <p:cNvPr id="2085" name="Google Shape;2085;p84"/>
          <p:cNvSpPr txBox="1"/>
          <p:nvPr/>
        </p:nvSpPr>
        <p:spPr>
          <a:xfrm>
            <a:off x="7363519" y="42596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a:latin typeface="Salesforce Sans"/>
              <a:ea typeface="Salesforce Sans"/>
              <a:cs typeface="Salesforce Sans"/>
              <a:sym typeface="Salesforce Sans"/>
            </a:endParaRPr>
          </a:p>
        </p:txBody>
      </p:sp>
      <p:sp>
        <p:nvSpPr>
          <p:cNvPr id="2086" name="Google Shape;2086;p84"/>
          <p:cNvSpPr txBox="1"/>
          <p:nvPr/>
        </p:nvSpPr>
        <p:spPr>
          <a:xfrm>
            <a:off x="7363519" y="4700220"/>
            <a:ext cx="1457700" cy="11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745">
                <a:latin typeface="Salesforce Sans"/>
                <a:ea typeface="Salesforce Sans"/>
                <a:cs typeface="Salesforce Sans"/>
                <a:sym typeface="Salesforce Sans"/>
              </a:rPr>
              <a:t>Meeting Follow-up</a:t>
            </a:r>
            <a:endParaRPr sz="800">
              <a:latin typeface="Salesforce Sans"/>
              <a:ea typeface="Salesforce Sans"/>
              <a:cs typeface="Salesforce Sans"/>
              <a:sym typeface="Salesforce Sans"/>
            </a:endParaRPr>
          </a:p>
        </p:txBody>
      </p:sp>
      <p:sp>
        <p:nvSpPr>
          <p:cNvPr id="2087" name="Google Shape;2087;p84"/>
          <p:cNvSpPr txBox="1"/>
          <p:nvPr/>
        </p:nvSpPr>
        <p:spPr>
          <a:xfrm>
            <a:off x="7363519" y="49047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2088" name="Google Shape;2088;p84"/>
          <p:cNvSpPr txBox="1"/>
          <p:nvPr/>
        </p:nvSpPr>
        <p:spPr>
          <a:xfrm>
            <a:off x="7363519" y="505338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Intelligence</a:t>
            </a:r>
            <a:endParaRPr sz="800">
              <a:latin typeface="Salesforce Sans"/>
              <a:ea typeface="Salesforce Sans"/>
              <a:cs typeface="Salesforce Sans"/>
              <a:sym typeface="Salesforce Sans"/>
            </a:endParaRPr>
          </a:p>
        </p:txBody>
      </p:sp>
      <p:sp>
        <p:nvSpPr>
          <p:cNvPr id="2089" name="Google Shape;2089;p84"/>
          <p:cNvSpPr txBox="1"/>
          <p:nvPr/>
        </p:nvSpPr>
        <p:spPr>
          <a:xfrm>
            <a:off x="7363519" y="54136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Modeling</a:t>
            </a:r>
            <a:endParaRPr sz="800">
              <a:latin typeface="Salesforce Sans"/>
              <a:ea typeface="Salesforce Sans"/>
              <a:cs typeface="Salesforce Sans"/>
              <a:sym typeface="Salesforce Sans"/>
            </a:endParaRPr>
          </a:p>
        </p:txBody>
      </p:sp>
      <p:sp>
        <p:nvSpPr>
          <p:cNvPr id="2090" name="Google Shape;2090;p84"/>
          <p:cNvSpPr txBox="1"/>
          <p:nvPr/>
        </p:nvSpPr>
        <p:spPr>
          <a:xfrm>
            <a:off x="7363519" y="57065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Governance</a:t>
            </a:r>
            <a:endParaRPr sz="800">
              <a:latin typeface="Salesforce Sans"/>
              <a:ea typeface="Salesforce Sans"/>
              <a:cs typeface="Salesforce Sans"/>
              <a:sym typeface="Salesforce Sans"/>
            </a:endParaRPr>
          </a:p>
        </p:txBody>
      </p:sp>
      <p:sp>
        <p:nvSpPr>
          <p:cNvPr id="2091" name="Google Shape;2091;p84"/>
          <p:cNvSpPr txBox="1"/>
          <p:nvPr/>
        </p:nvSpPr>
        <p:spPr>
          <a:xfrm>
            <a:off x="7363519" y="59173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The Customer</a:t>
            </a:r>
            <a:endParaRPr sz="800">
              <a:latin typeface="Salesforce Sans"/>
              <a:ea typeface="Salesforce Sans"/>
              <a:cs typeface="Salesforce Sans"/>
              <a:sym typeface="Salesforce Sans"/>
            </a:endParaRPr>
          </a:p>
        </p:txBody>
      </p:sp>
      <p:sp>
        <p:nvSpPr>
          <p:cNvPr id="2092" name="Google Shape;2092;p84"/>
          <p:cNvSpPr txBox="1"/>
          <p:nvPr/>
        </p:nvSpPr>
        <p:spPr>
          <a:xfrm>
            <a:off x="7363519" y="52007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Auditing</a:t>
            </a:r>
            <a:endParaRPr sz="800">
              <a:latin typeface="Salesforce Sans"/>
              <a:ea typeface="Salesforce Sans"/>
              <a:cs typeface="Salesforce Sans"/>
              <a:sym typeface="Salesforce Sans"/>
            </a:endParaRPr>
          </a:p>
        </p:txBody>
      </p:sp>
      <p:sp>
        <p:nvSpPr>
          <p:cNvPr id="2093" name="Google Shape;2093;p84"/>
          <p:cNvSpPr txBox="1"/>
          <p:nvPr/>
        </p:nvSpPr>
        <p:spPr>
          <a:xfrm>
            <a:off x="7363519" y="60647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094" name="Google Shape;2094;p84"/>
          <p:cNvSpPr txBox="1"/>
          <p:nvPr/>
        </p:nvSpPr>
        <p:spPr>
          <a:xfrm>
            <a:off x="7363519" y="62109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Msg Personalization</a:t>
            </a:r>
            <a:endParaRPr i="0" sz="800" u="none" cap="none" strike="noStrike">
              <a:latin typeface="Salesforce Sans"/>
              <a:ea typeface="Salesforce Sans"/>
              <a:cs typeface="Salesforce Sans"/>
              <a:sym typeface="Salesforce Sans"/>
            </a:endParaRPr>
          </a:p>
        </p:txBody>
      </p:sp>
      <p:sp>
        <p:nvSpPr>
          <p:cNvPr id="2095" name="Google Shape;2095;p84"/>
          <p:cNvSpPr txBox="1"/>
          <p:nvPr/>
        </p:nvSpPr>
        <p:spPr>
          <a:xfrm>
            <a:off x="7363519" y="45515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Live Response</a:t>
            </a:r>
            <a:endParaRPr sz="800">
              <a:latin typeface="Salesforce Sans"/>
              <a:ea typeface="Salesforce Sans"/>
              <a:cs typeface="Salesforce Sans"/>
              <a:sym typeface="Salesforce Sans"/>
            </a:endParaRPr>
          </a:p>
        </p:txBody>
      </p:sp>
      <p:sp>
        <p:nvSpPr>
          <p:cNvPr id="2096" name="Google Shape;2096;p84"/>
          <p:cNvSpPr txBox="1"/>
          <p:nvPr/>
        </p:nvSpPr>
        <p:spPr>
          <a:xfrm>
            <a:off x="7363519" y="7206146"/>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Optimization Recommendation</a:t>
            </a:r>
            <a:endParaRPr i="0" sz="800" u="none" cap="none" strike="noStrike">
              <a:latin typeface="Salesforce Sans"/>
              <a:ea typeface="Salesforce Sans"/>
              <a:cs typeface="Salesforce Sans"/>
              <a:sym typeface="Salesforce Sans"/>
            </a:endParaRPr>
          </a:p>
        </p:txBody>
      </p:sp>
      <p:sp>
        <p:nvSpPr>
          <p:cNvPr id="2097" name="Google Shape;2097;p84"/>
          <p:cNvSpPr txBox="1"/>
          <p:nvPr/>
        </p:nvSpPr>
        <p:spPr>
          <a:xfrm>
            <a:off x="7363519" y="7684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Program Enrollment</a:t>
            </a:r>
            <a:endParaRPr i="0" sz="800" u="none" cap="none" strike="noStrike">
              <a:latin typeface="Salesforce Sans"/>
              <a:ea typeface="Salesforce Sans"/>
              <a:cs typeface="Salesforce Sans"/>
              <a:sym typeface="Salesforce Sans"/>
            </a:endParaRPr>
          </a:p>
        </p:txBody>
      </p:sp>
      <p:sp>
        <p:nvSpPr>
          <p:cNvPr id="2098" name="Google Shape;2098;p84"/>
          <p:cNvSpPr txBox="1"/>
          <p:nvPr/>
        </p:nvSpPr>
        <p:spPr>
          <a:xfrm>
            <a:off x="7363519" y="75420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Awareness and Education</a:t>
            </a:r>
            <a:endParaRPr i="0" sz="800" u="none" cap="none" strike="noStrike">
              <a:latin typeface="Salesforce Sans"/>
              <a:ea typeface="Salesforce Sans"/>
              <a:cs typeface="Salesforce Sans"/>
              <a:sym typeface="Salesforce Sans"/>
            </a:endParaRPr>
          </a:p>
        </p:txBody>
      </p:sp>
      <p:sp>
        <p:nvSpPr>
          <p:cNvPr id="2099" name="Google Shape;2099;p84"/>
          <p:cNvSpPr txBox="1"/>
          <p:nvPr/>
        </p:nvSpPr>
        <p:spPr>
          <a:xfrm>
            <a:off x="7363519" y="7983736"/>
            <a:ext cx="14577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Management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100" name="Google Shape;2100;p84"/>
          <p:cNvSpPr txBox="1"/>
          <p:nvPr/>
        </p:nvSpPr>
        <p:spPr>
          <a:xfrm>
            <a:off x="7363525" y="825587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Personalized Engagement and Recommendations</a:t>
            </a:r>
            <a:endParaRPr sz="800">
              <a:latin typeface="Salesforce Sans"/>
              <a:ea typeface="Salesforce Sans"/>
              <a:cs typeface="Salesforce Sans"/>
              <a:sym typeface="Salesforce Sans"/>
            </a:endParaRPr>
          </a:p>
        </p:txBody>
      </p:sp>
      <p:sp>
        <p:nvSpPr>
          <p:cNvPr id="2101" name="Google Shape;2101;p84"/>
          <p:cNvSpPr txBox="1"/>
          <p:nvPr/>
        </p:nvSpPr>
        <p:spPr>
          <a:xfrm>
            <a:off x="7363519" y="85912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Monitoring</a:t>
            </a:r>
            <a:endParaRPr i="0" sz="800" u="none" cap="none" strike="noStrike">
              <a:latin typeface="Salesforce Sans"/>
              <a:ea typeface="Salesforce Sans"/>
              <a:cs typeface="Salesforce Sans"/>
              <a:sym typeface="Salesforce Sans"/>
            </a:endParaRPr>
          </a:p>
        </p:txBody>
      </p:sp>
      <p:sp>
        <p:nvSpPr>
          <p:cNvPr id="2102" name="Google Shape;2102;p84"/>
          <p:cNvSpPr txBox="1"/>
          <p:nvPr/>
        </p:nvSpPr>
        <p:spPr>
          <a:xfrm>
            <a:off x="7363519" y="87424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Intake</a:t>
            </a:r>
            <a:endParaRPr i="0" sz="800" u="none" cap="none" strike="noStrike">
              <a:latin typeface="Salesforce Sans"/>
              <a:ea typeface="Salesforce Sans"/>
              <a:cs typeface="Salesforce Sans"/>
              <a:sym typeface="Salesforce Sans"/>
            </a:endParaRPr>
          </a:p>
        </p:txBody>
      </p:sp>
      <p:sp>
        <p:nvSpPr>
          <p:cNvPr id="2103" name="Google Shape;2103;p84"/>
          <p:cNvSpPr txBox="1"/>
          <p:nvPr/>
        </p:nvSpPr>
        <p:spPr>
          <a:xfrm>
            <a:off x="7363519" y="8882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2104" name="Google Shape;2104;p84"/>
          <p:cNvSpPr txBox="1"/>
          <p:nvPr/>
        </p:nvSpPr>
        <p:spPr>
          <a:xfrm>
            <a:off x="7363532" y="6571575"/>
            <a:ext cx="18543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Submission and Routing Tracker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105" name="Google Shape;2105;p84"/>
          <p:cNvSpPr txBox="1"/>
          <p:nvPr/>
        </p:nvSpPr>
        <p:spPr>
          <a:xfrm>
            <a:off x="7363519" y="68420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Review Feedback Log</a:t>
            </a:r>
            <a:endParaRPr sz="800">
              <a:latin typeface="Salesforce Sans"/>
              <a:ea typeface="Salesforce Sans"/>
              <a:cs typeface="Salesforce Sans"/>
              <a:sym typeface="Salesforce Sans"/>
            </a:endParaRPr>
          </a:p>
        </p:txBody>
      </p:sp>
      <p:sp>
        <p:nvSpPr>
          <p:cNvPr id="2106" name="Google Shape;2106;p84"/>
          <p:cNvSpPr txBox="1"/>
          <p:nvPr/>
        </p:nvSpPr>
        <p:spPr>
          <a:xfrm>
            <a:off x="7363519" y="70534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2107" name="Google Shape;2107;p84"/>
          <p:cNvSpPr/>
          <p:nvPr/>
        </p:nvSpPr>
        <p:spPr>
          <a:xfrm>
            <a:off x="7227472" y="347817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highlight>
                <a:srgbClr val="022AC0"/>
              </a:highlight>
              <a:latin typeface="Salesforce Sans"/>
              <a:ea typeface="Salesforce Sans"/>
              <a:cs typeface="Salesforce Sans"/>
              <a:sym typeface="Salesforce Sans"/>
            </a:endParaRPr>
          </a:p>
        </p:txBody>
      </p:sp>
      <p:sp>
        <p:nvSpPr>
          <p:cNvPr id="2108" name="Google Shape;2108;p84"/>
          <p:cNvSpPr/>
          <p:nvPr/>
        </p:nvSpPr>
        <p:spPr>
          <a:xfrm>
            <a:off x="7227472" y="52193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09" name="Google Shape;2109;p84"/>
          <p:cNvSpPr/>
          <p:nvPr/>
        </p:nvSpPr>
        <p:spPr>
          <a:xfrm>
            <a:off x="7227472" y="62295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10" name="Google Shape;2110;p84"/>
          <p:cNvSpPr txBox="1"/>
          <p:nvPr/>
        </p:nvSpPr>
        <p:spPr>
          <a:xfrm>
            <a:off x="7363519"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Manufacturing Standards</a:t>
            </a:r>
            <a:endParaRPr sz="800">
              <a:latin typeface="Salesforce Sans"/>
              <a:ea typeface="Salesforce Sans"/>
              <a:cs typeface="Salesforce Sans"/>
              <a:sym typeface="Salesforce Sans"/>
            </a:endParaRPr>
          </a:p>
        </p:txBody>
      </p:sp>
      <p:sp>
        <p:nvSpPr>
          <p:cNvPr id="2111" name="Google Shape;2111;p84"/>
          <p:cNvSpPr/>
          <p:nvPr/>
        </p:nvSpPr>
        <p:spPr>
          <a:xfrm>
            <a:off x="722747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2" name="Google Shape;2112;p84"/>
          <p:cNvSpPr txBox="1"/>
          <p:nvPr/>
        </p:nvSpPr>
        <p:spPr>
          <a:xfrm>
            <a:off x="7363519" y="19202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Design and Manufacturing Process</a:t>
            </a:r>
            <a:endParaRPr sz="800">
              <a:latin typeface="Salesforce Sans"/>
              <a:ea typeface="Salesforce Sans"/>
              <a:cs typeface="Salesforce Sans"/>
              <a:sym typeface="Salesforce Sans"/>
            </a:endParaRPr>
          </a:p>
        </p:txBody>
      </p:sp>
      <p:sp>
        <p:nvSpPr>
          <p:cNvPr id="2113" name="Google Shape;2113;p84"/>
          <p:cNvSpPr/>
          <p:nvPr/>
        </p:nvSpPr>
        <p:spPr>
          <a:xfrm>
            <a:off x="722747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14" name="Google Shape;2114;p84"/>
          <p:cNvSpPr txBox="1"/>
          <p:nvPr/>
        </p:nvSpPr>
        <p:spPr>
          <a:xfrm>
            <a:off x="7363519" y="206888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Periodic Reporting</a:t>
            </a:r>
            <a:endParaRPr sz="800">
              <a:latin typeface="Salesforce Sans"/>
              <a:ea typeface="Salesforce Sans"/>
              <a:cs typeface="Salesforce Sans"/>
              <a:sym typeface="Salesforce Sans"/>
            </a:endParaRPr>
          </a:p>
        </p:txBody>
      </p:sp>
      <p:sp>
        <p:nvSpPr>
          <p:cNvPr id="2115" name="Google Shape;2115;p84"/>
          <p:cNvSpPr/>
          <p:nvPr/>
        </p:nvSpPr>
        <p:spPr>
          <a:xfrm>
            <a:off x="7227472" y="2087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6" name="Google Shape;2116;p84"/>
          <p:cNvSpPr txBox="1"/>
          <p:nvPr/>
        </p:nvSpPr>
        <p:spPr>
          <a:xfrm>
            <a:off x="7363531" y="2277300"/>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 Summarization | Assistive</a:t>
            </a:r>
            <a:endParaRPr sz="800">
              <a:latin typeface="Salesforce Sans"/>
              <a:ea typeface="Salesforce Sans"/>
              <a:cs typeface="Salesforce Sans"/>
              <a:sym typeface="Salesforce Sans"/>
            </a:endParaRPr>
          </a:p>
        </p:txBody>
      </p:sp>
      <p:sp>
        <p:nvSpPr>
          <p:cNvPr id="2117" name="Google Shape;2117;p84"/>
          <p:cNvSpPr/>
          <p:nvPr/>
        </p:nvSpPr>
        <p:spPr>
          <a:xfrm>
            <a:off x="7227472" y="229573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8" name="Google Shape;2118;p84"/>
          <p:cNvSpPr txBox="1"/>
          <p:nvPr/>
        </p:nvSpPr>
        <p:spPr>
          <a:xfrm>
            <a:off x="7363529" y="2426700"/>
            <a:ext cx="1801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 | Assistive</a:t>
            </a:r>
            <a:endParaRPr sz="800">
              <a:latin typeface="Salesforce Sans"/>
              <a:ea typeface="Salesforce Sans"/>
              <a:cs typeface="Salesforce Sans"/>
              <a:sym typeface="Salesforce Sans"/>
            </a:endParaRPr>
          </a:p>
        </p:txBody>
      </p:sp>
      <p:sp>
        <p:nvSpPr>
          <p:cNvPr id="2119" name="Google Shape;2119;p84"/>
          <p:cNvSpPr/>
          <p:nvPr/>
        </p:nvSpPr>
        <p:spPr>
          <a:xfrm>
            <a:off x="7227472" y="2445143"/>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0" name="Google Shape;2120;p84"/>
          <p:cNvSpPr txBox="1"/>
          <p:nvPr/>
        </p:nvSpPr>
        <p:spPr>
          <a:xfrm>
            <a:off x="7363519" y="27979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 &amp; Comp. Analysis</a:t>
            </a:r>
            <a:endParaRPr sz="800">
              <a:latin typeface="Salesforce Sans"/>
              <a:ea typeface="Salesforce Sans"/>
              <a:cs typeface="Salesforce Sans"/>
              <a:sym typeface="Salesforce Sans"/>
            </a:endParaRPr>
          </a:p>
        </p:txBody>
      </p:sp>
      <p:sp>
        <p:nvSpPr>
          <p:cNvPr id="2121" name="Google Shape;2121;p84"/>
          <p:cNvSpPr/>
          <p:nvPr/>
        </p:nvSpPr>
        <p:spPr>
          <a:xfrm>
            <a:off x="7227472" y="28163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2" name="Google Shape;2122;p84"/>
          <p:cNvSpPr/>
          <p:nvPr/>
        </p:nvSpPr>
        <p:spPr>
          <a:xfrm>
            <a:off x="7227472" y="29662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3" name="Google Shape;2123;p84"/>
          <p:cNvSpPr/>
          <p:nvPr/>
        </p:nvSpPr>
        <p:spPr>
          <a:xfrm>
            <a:off x="7227472" y="31113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4" name="Google Shape;2124;p84"/>
          <p:cNvSpPr txBox="1"/>
          <p:nvPr/>
        </p:nvSpPr>
        <p:spPr>
          <a:xfrm>
            <a:off x="7363532" y="2588825"/>
            <a:ext cx="18543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Briefings: Podcasts &amp; Visuals | Assistive</a:t>
            </a:r>
            <a:endParaRPr sz="800">
              <a:latin typeface="Salesforce Sans"/>
              <a:ea typeface="Salesforce Sans"/>
              <a:cs typeface="Salesforce Sans"/>
              <a:sym typeface="Salesforce Sans"/>
            </a:endParaRPr>
          </a:p>
        </p:txBody>
      </p:sp>
      <p:sp>
        <p:nvSpPr>
          <p:cNvPr id="2125" name="Google Shape;2125;p84"/>
          <p:cNvSpPr/>
          <p:nvPr/>
        </p:nvSpPr>
        <p:spPr>
          <a:xfrm>
            <a:off x="7227472" y="26072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6" name="Google Shape;2126;p84"/>
          <p:cNvSpPr/>
          <p:nvPr/>
        </p:nvSpPr>
        <p:spPr>
          <a:xfrm>
            <a:off x="7227472" y="37713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27" name="Google Shape;2127;p84"/>
          <p:cNvSpPr/>
          <p:nvPr/>
        </p:nvSpPr>
        <p:spPr>
          <a:xfrm>
            <a:off x="7227472" y="427829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28" name="Google Shape;2128;p84"/>
          <p:cNvSpPr/>
          <p:nvPr/>
        </p:nvSpPr>
        <p:spPr>
          <a:xfrm>
            <a:off x="7227472" y="50719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129" name="Google Shape;2129;p84"/>
          <p:cNvSpPr/>
          <p:nvPr/>
        </p:nvSpPr>
        <p:spPr>
          <a:xfrm>
            <a:off x="7227472" y="60833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0" name="Google Shape;2130;p84"/>
          <p:cNvSpPr/>
          <p:nvPr/>
        </p:nvSpPr>
        <p:spPr>
          <a:xfrm>
            <a:off x="7227472" y="80023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1" name="Google Shape;2131;p84"/>
          <p:cNvSpPr/>
          <p:nvPr/>
        </p:nvSpPr>
        <p:spPr>
          <a:xfrm>
            <a:off x="7227472" y="86098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2" name="Google Shape;2132;p84"/>
          <p:cNvSpPr/>
          <p:nvPr/>
        </p:nvSpPr>
        <p:spPr>
          <a:xfrm>
            <a:off x="7227472" y="87610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3" name="Google Shape;2133;p84"/>
          <p:cNvSpPr/>
          <p:nvPr/>
        </p:nvSpPr>
        <p:spPr>
          <a:xfrm>
            <a:off x="7227472" y="89008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4" name="Google Shape;2134;p84"/>
          <p:cNvSpPr/>
          <p:nvPr/>
        </p:nvSpPr>
        <p:spPr>
          <a:xfrm>
            <a:off x="7227472" y="6590174"/>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5" name="Google Shape;2135;p84"/>
          <p:cNvSpPr/>
          <p:nvPr/>
        </p:nvSpPr>
        <p:spPr>
          <a:xfrm>
            <a:off x="7227472" y="7560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6" name="Google Shape;2136;p84"/>
          <p:cNvSpPr/>
          <p:nvPr/>
        </p:nvSpPr>
        <p:spPr>
          <a:xfrm>
            <a:off x="7227472" y="442452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37" name="Google Shape;2137;p84"/>
          <p:cNvSpPr/>
          <p:nvPr/>
        </p:nvSpPr>
        <p:spPr>
          <a:xfrm>
            <a:off x="7227472" y="4570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8" name="Google Shape;2138;p84"/>
          <p:cNvSpPr/>
          <p:nvPr/>
        </p:nvSpPr>
        <p:spPr>
          <a:xfrm>
            <a:off x="7227472" y="4718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9" name="Google Shape;2139;p84"/>
          <p:cNvSpPr/>
          <p:nvPr/>
        </p:nvSpPr>
        <p:spPr>
          <a:xfrm>
            <a:off x="7227472" y="33244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0" name="Google Shape;2140;p84"/>
          <p:cNvSpPr txBox="1"/>
          <p:nvPr/>
        </p:nvSpPr>
        <p:spPr>
          <a:xfrm>
            <a:off x="7363519" y="36047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Reimbursement</a:t>
            </a:r>
            <a:endParaRPr sz="800">
              <a:latin typeface="Salesforce Sans"/>
              <a:ea typeface="Salesforce Sans"/>
              <a:cs typeface="Salesforce Sans"/>
              <a:sym typeface="Salesforce Sans"/>
            </a:endParaRPr>
          </a:p>
        </p:txBody>
      </p:sp>
      <p:sp>
        <p:nvSpPr>
          <p:cNvPr id="2141" name="Google Shape;2141;p84"/>
          <p:cNvSpPr/>
          <p:nvPr/>
        </p:nvSpPr>
        <p:spPr>
          <a:xfrm>
            <a:off x="7227472" y="36231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2" name="Google Shape;2142;p84"/>
          <p:cNvSpPr/>
          <p:nvPr/>
        </p:nvSpPr>
        <p:spPr>
          <a:xfrm>
            <a:off x="7227472" y="49231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143" name="Google Shape;2143;p84"/>
          <p:cNvSpPr/>
          <p:nvPr/>
        </p:nvSpPr>
        <p:spPr>
          <a:xfrm>
            <a:off x="7227472" y="54322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44" name="Google Shape;2144;p84"/>
          <p:cNvSpPr/>
          <p:nvPr/>
        </p:nvSpPr>
        <p:spPr>
          <a:xfrm>
            <a:off x="7227472" y="5935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5" name="Google Shape;2145;p84"/>
          <p:cNvSpPr/>
          <p:nvPr/>
        </p:nvSpPr>
        <p:spPr>
          <a:xfrm>
            <a:off x="7227472" y="57251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6" name="Google Shape;2146;p84"/>
          <p:cNvSpPr/>
          <p:nvPr/>
        </p:nvSpPr>
        <p:spPr>
          <a:xfrm>
            <a:off x="7227472" y="686062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7" name="Google Shape;2147;p84"/>
          <p:cNvSpPr/>
          <p:nvPr/>
        </p:nvSpPr>
        <p:spPr>
          <a:xfrm>
            <a:off x="7227472" y="722474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8" name="Google Shape;2148;p84"/>
          <p:cNvSpPr/>
          <p:nvPr/>
        </p:nvSpPr>
        <p:spPr>
          <a:xfrm>
            <a:off x="7227472" y="70720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9" name="Google Shape;2149;p84"/>
          <p:cNvSpPr/>
          <p:nvPr/>
        </p:nvSpPr>
        <p:spPr>
          <a:xfrm>
            <a:off x="7227472" y="7702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0" name="Google Shape;2150;p84"/>
          <p:cNvSpPr/>
          <p:nvPr/>
        </p:nvSpPr>
        <p:spPr>
          <a:xfrm>
            <a:off x="7227472" y="82744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1" name="Google Shape;2151;p84"/>
          <p:cNvSpPr txBox="1"/>
          <p:nvPr/>
        </p:nvSpPr>
        <p:spPr>
          <a:xfrm>
            <a:off x="7363519" y="55583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Gtm Strategy</a:t>
            </a:r>
            <a:endParaRPr sz="800">
              <a:latin typeface="Salesforce Sans"/>
              <a:ea typeface="Salesforce Sans"/>
              <a:cs typeface="Salesforce Sans"/>
              <a:sym typeface="Salesforce Sans"/>
            </a:endParaRPr>
          </a:p>
        </p:txBody>
      </p:sp>
      <p:sp>
        <p:nvSpPr>
          <p:cNvPr id="2152" name="Google Shape;2152;p84"/>
          <p:cNvSpPr/>
          <p:nvPr/>
        </p:nvSpPr>
        <p:spPr>
          <a:xfrm>
            <a:off x="7225657" y="55769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3" name="Google Shape;2153;p84"/>
          <p:cNvSpPr txBox="1"/>
          <p:nvPr/>
        </p:nvSpPr>
        <p:spPr>
          <a:xfrm>
            <a:off x="7363519" y="78345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Support</a:t>
            </a:r>
            <a:endParaRPr sz="800">
              <a:latin typeface="Salesforce Sans"/>
              <a:ea typeface="Salesforce Sans"/>
              <a:cs typeface="Salesforce Sans"/>
              <a:sym typeface="Salesforce Sans"/>
            </a:endParaRPr>
          </a:p>
        </p:txBody>
      </p:sp>
      <p:sp>
        <p:nvSpPr>
          <p:cNvPr id="2154" name="Google Shape;2154;p84"/>
          <p:cNvSpPr/>
          <p:nvPr/>
        </p:nvSpPr>
        <p:spPr>
          <a:xfrm>
            <a:off x="7225647" y="78531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155" name="Google Shape;2155;p84"/>
          <p:cNvSpPr txBox="1"/>
          <p:nvPr/>
        </p:nvSpPr>
        <p:spPr>
          <a:xfrm>
            <a:off x="4738830"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156" name="Google Shape;2156;p84"/>
          <p:cNvSpPr txBox="1"/>
          <p:nvPr/>
        </p:nvSpPr>
        <p:spPr>
          <a:xfrm>
            <a:off x="58623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157" name="Google Shape;2157;p84"/>
          <p:cNvGrpSpPr/>
          <p:nvPr/>
        </p:nvGrpSpPr>
        <p:grpSpPr>
          <a:xfrm>
            <a:off x="4758441" y="1793656"/>
            <a:ext cx="952566" cy="449700"/>
            <a:chOff x="755108" y="1946374"/>
            <a:chExt cx="1322458" cy="449700"/>
          </a:xfrm>
        </p:grpSpPr>
        <p:sp>
          <p:nvSpPr>
            <p:cNvPr id="2158" name="Google Shape;2158;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159" name="Google Shape;2159;p84"/>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Post-Clinical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&amp; Regulatory</a:t>
              </a:r>
              <a:endParaRPr sz="900">
                <a:solidFill>
                  <a:srgbClr val="FFFFFF"/>
                </a:solidFill>
                <a:latin typeface="Avant Garde Demi SFDC"/>
                <a:ea typeface="Avant Garde Demi SFDC"/>
                <a:cs typeface="Avant Garde Demi SFDC"/>
                <a:sym typeface="Avant Garde Demi SFDC"/>
              </a:endParaRPr>
            </a:p>
          </p:txBody>
        </p:sp>
      </p:grpSp>
      <p:sp>
        <p:nvSpPr>
          <p:cNvPr id="2160" name="Google Shape;2160;p84"/>
          <p:cNvSpPr txBox="1"/>
          <p:nvPr/>
        </p:nvSpPr>
        <p:spPr>
          <a:xfrm>
            <a:off x="7365348"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161" name="Google Shape;2161;p84"/>
          <p:cNvSpPr txBox="1"/>
          <p:nvPr/>
        </p:nvSpPr>
        <p:spPr>
          <a:xfrm>
            <a:off x="5862391" y="17718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CMC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162" name="Google Shape;2162;p84"/>
          <p:cNvGrpSpPr/>
          <p:nvPr/>
        </p:nvGrpSpPr>
        <p:grpSpPr>
          <a:xfrm>
            <a:off x="4758483" y="2298575"/>
            <a:ext cx="952525" cy="449700"/>
            <a:chOff x="755165" y="1951713"/>
            <a:chExt cx="1322400" cy="449700"/>
          </a:xfrm>
        </p:grpSpPr>
        <p:sp>
          <p:nvSpPr>
            <p:cNvPr id="2163" name="Google Shape;2163;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164" name="Google Shape;2164;p84"/>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2165" name="Google Shape;2165;p84"/>
          <p:cNvSpPr txBox="1"/>
          <p:nvPr/>
        </p:nvSpPr>
        <p:spPr>
          <a:xfrm>
            <a:off x="7363519" y="40499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Sales Performance</a:t>
            </a:r>
            <a:endParaRPr sz="800">
              <a:latin typeface="Salesforce Sans"/>
              <a:ea typeface="Salesforce Sans"/>
              <a:cs typeface="Salesforce Sans"/>
              <a:sym typeface="Salesforce Sans"/>
            </a:endParaRPr>
          </a:p>
        </p:txBody>
      </p:sp>
      <p:sp>
        <p:nvSpPr>
          <p:cNvPr id="2166" name="Google Shape;2166;p84"/>
          <p:cNvSpPr txBox="1"/>
          <p:nvPr/>
        </p:nvSpPr>
        <p:spPr>
          <a:xfrm>
            <a:off x="7363519" y="39036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Incentive</a:t>
            </a:r>
            <a:endParaRPr sz="800">
              <a:latin typeface="Salesforce Sans"/>
              <a:ea typeface="Salesforce Sans"/>
              <a:cs typeface="Salesforce Sans"/>
              <a:sym typeface="Salesforce Sans"/>
            </a:endParaRPr>
          </a:p>
        </p:txBody>
      </p:sp>
      <p:sp>
        <p:nvSpPr>
          <p:cNvPr id="2167" name="Google Shape;2167;p84"/>
          <p:cNvSpPr/>
          <p:nvPr/>
        </p:nvSpPr>
        <p:spPr>
          <a:xfrm>
            <a:off x="7227472" y="39222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68" name="Google Shape;2168;p84"/>
          <p:cNvSpPr/>
          <p:nvPr/>
        </p:nvSpPr>
        <p:spPr>
          <a:xfrm>
            <a:off x="7227472" y="40684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69" name="Google Shape;2169;p84"/>
          <p:cNvSpPr txBox="1"/>
          <p:nvPr/>
        </p:nvSpPr>
        <p:spPr>
          <a:xfrm>
            <a:off x="7363519" y="90327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Resolution and Case Closure</a:t>
            </a:r>
            <a:endParaRPr i="0" sz="800" u="none" cap="none" strike="noStrike">
              <a:latin typeface="Salesforce Sans"/>
              <a:ea typeface="Salesforce Sans"/>
              <a:cs typeface="Salesforce Sans"/>
              <a:sym typeface="Salesforce Sans"/>
            </a:endParaRPr>
          </a:p>
        </p:txBody>
      </p:sp>
      <p:sp>
        <p:nvSpPr>
          <p:cNvPr id="2170" name="Google Shape;2170;p84"/>
          <p:cNvSpPr/>
          <p:nvPr/>
        </p:nvSpPr>
        <p:spPr>
          <a:xfrm>
            <a:off x="7227472" y="905135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71" name="Google Shape;2171;p84"/>
          <p:cNvSpPr txBox="1"/>
          <p:nvPr/>
        </p:nvSpPr>
        <p:spPr>
          <a:xfrm>
            <a:off x="12692075" y="9253412"/>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2172" name="Google Shape;2172;p84"/>
          <p:cNvSpPr txBox="1"/>
          <p:nvPr/>
        </p:nvSpPr>
        <p:spPr>
          <a:xfrm>
            <a:off x="11943450" y="38721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KOL (Audience Mapping)</a:t>
            </a:r>
            <a:endParaRPr sz="800">
              <a:latin typeface="Salesforce Sans"/>
              <a:ea typeface="Salesforce Sans"/>
              <a:cs typeface="Salesforce Sans"/>
              <a:sym typeface="Salesforce Sans"/>
            </a:endParaRPr>
          </a:p>
        </p:txBody>
      </p:sp>
      <p:sp>
        <p:nvSpPr>
          <p:cNvPr id="2173" name="Google Shape;2173;p84"/>
          <p:cNvSpPr txBox="1"/>
          <p:nvPr/>
        </p:nvSpPr>
        <p:spPr>
          <a:xfrm>
            <a:off x="11943450" y="3725875"/>
            <a:ext cx="720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MSL Support</a:t>
            </a:r>
            <a:endParaRPr sz="800">
              <a:latin typeface="Salesforce Sans"/>
              <a:ea typeface="Salesforce Sans"/>
              <a:cs typeface="Salesforce Sans"/>
              <a:sym typeface="Salesforce Sans"/>
            </a:endParaRPr>
          </a:p>
        </p:txBody>
      </p:sp>
      <p:sp>
        <p:nvSpPr>
          <p:cNvPr id="2174" name="Google Shape;2174;p84"/>
          <p:cNvSpPr/>
          <p:nvPr/>
        </p:nvSpPr>
        <p:spPr>
          <a:xfrm>
            <a:off x="11807402" y="3744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75" name="Google Shape;2175;p84"/>
          <p:cNvSpPr/>
          <p:nvPr/>
        </p:nvSpPr>
        <p:spPr>
          <a:xfrm>
            <a:off x="11807402" y="3890697"/>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76" name="Google Shape;2176;p84"/>
          <p:cNvSpPr/>
          <p:nvPr/>
        </p:nvSpPr>
        <p:spPr>
          <a:xfrm>
            <a:off x="10457798" y="2260900"/>
            <a:ext cx="12198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Real-World Evidence and Data Generation </a:t>
            </a:r>
            <a:endParaRPr b="1" i="0" sz="845" u="none" cap="none" strike="noStrike">
              <a:solidFill>
                <a:srgbClr val="086AFE"/>
              </a:solidFill>
              <a:latin typeface="Salesforce Sans"/>
              <a:ea typeface="Salesforce Sans"/>
              <a:cs typeface="Salesforce Sans"/>
              <a:sym typeface="Salesforce Sans"/>
            </a:endParaRPr>
          </a:p>
        </p:txBody>
      </p:sp>
      <p:sp>
        <p:nvSpPr>
          <p:cNvPr id="2177" name="Google Shape;2177;p84"/>
          <p:cNvSpPr/>
          <p:nvPr/>
        </p:nvSpPr>
        <p:spPr>
          <a:xfrm>
            <a:off x="10457798" y="274448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Advisory Board and Congress Management </a:t>
            </a:r>
            <a:endParaRPr b="1" i="0" sz="845" u="none" cap="none" strike="noStrike">
              <a:solidFill>
                <a:srgbClr val="086AFE"/>
              </a:solidFill>
              <a:latin typeface="Salesforce Sans"/>
              <a:ea typeface="Salesforce Sans"/>
              <a:cs typeface="Salesforce Sans"/>
              <a:sym typeface="Salesforce Sans"/>
            </a:endParaRPr>
          </a:p>
        </p:txBody>
      </p:sp>
      <p:sp>
        <p:nvSpPr>
          <p:cNvPr id="2178" name="Google Shape;2178;p84"/>
          <p:cNvSpPr/>
          <p:nvPr/>
        </p:nvSpPr>
        <p:spPr>
          <a:xfrm>
            <a:off x="10457798" y="3371300"/>
            <a:ext cx="10749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Internal Training &amp; </a:t>
            </a:r>
            <a:r>
              <a:rPr b="1" lang="en" sz="845">
                <a:solidFill>
                  <a:srgbClr val="086AFE"/>
                </a:solidFill>
                <a:latin typeface="Salesforce Sans"/>
                <a:ea typeface="Salesforce Sans"/>
                <a:cs typeface="Salesforce Sans"/>
                <a:sym typeface="Salesforce Sans"/>
              </a:rPr>
              <a:t>Enablement</a:t>
            </a:r>
            <a:r>
              <a:rPr b="1" i="0" lang="en" sz="845" u="none" cap="none" strike="noStrike">
                <a:solidFill>
                  <a:srgbClr val="086AFE"/>
                </a:solidFill>
                <a:latin typeface="Salesforce Sans"/>
                <a:ea typeface="Salesforce Sans"/>
                <a:cs typeface="Salesforce Sans"/>
                <a:sym typeface="Salesforce Sans"/>
              </a:rPr>
              <a:t> </a:t>
            </a:r>
            <a:endParaRPr b="1" i="0" sz="845" u="none" cap="none" strike="noStrike">
              <a:solidFill>
                <a:srgbClr val="086AFE"/>
              </a:solidFill>
              <a:latin typeface="Salesforce Sans"/>
              <a:ea typeface="Salesforce Sans"/>
              <a:cs typeface="Salesforce Sans"/>
              <a:sym typeface="Salesforce Sans"/>
            </a:endParaRPr>
          </a:p>
        </p:txBody>
      </p:sp>
      <p:sp>
        <p:nvSpPr>
          <p:cNvPr id="2179" name="Google Shape;2179;p84"/>
          <p:cNvSpPr/>
          <p:nvPr/>
        </p:nvSpPr>
        <p:spPr>
          <a:xfrm>
            <a:off x="10457798" y="37301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Scientific Communication </a:t>
            </a:r>
            <a:endParaRPr b="1" i="0" sz="845" u="none" cap="none" strike="noStrike">
              <a:solidFill>
                <a:srgbClr val="086AFE"/>
              </a:solidFill>
              <a:latin typeface="Salesforce Sans"/>
              <a:ea typeface="Salesforce Sans"/>
              <a:cs typeface="Salesforce Sans"/>
              <a:sym typeface="Salesforce Sans"/>
            </a:endParaRPr>
          </a:p>
        </p:txBody>
      </p:sp>
      <p:sp>
        <p:nvSpPr>
          <p:cNvPr id="2180" name="Google Shape;2180;p84"/>
          <p:cNvSpPr/>
          <p:nvPr/>
        </p:nvSpPr>
        <p:spPr>
          <a:xfrm>
            <a:off x="10457798" y="4383219"/>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Med. Insight Mgmt. </a:t>
            </a:r>
            <a:endParaRPr b="1" i="0" sz="845" u="none" cap="none" strike="noStrike">
              <a:solidFill>
                <a:srgbClr val="086AFE"/>
              </a:solidFill>
              <a:latin typeface="Salesforce Sans"/>
              <a:ea typeface="Salesforce Sans"/>
              <a:cs typeface="Salesforce Sans"/>
              <a:sym typeface="Salesforce Sans"/>
            </a:endParaRPr>
          </a:p>
        </p:txBody>
      </p:sp>
      <p:sp>
        <p:nvSpPr>
          <p:cNvPr id="2181" name="Google Shape;2181;p84"/>
          <p:cNvSpPr/>
          <p:nvPr/>
        </p:nvSpPr>
        <p:spPr>
          <a:xfrm>
            <a:off x="10457798" y="4738050"/>
            <a:ext cx="11286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Production Planning &amp; Scheduling </a:t>
            </a:r>
            <a:endParaRPr b="1" i="0" sz="845" u="none" cap="none" strike="noStrike">
              <a:solidFill>
                <a:srgbClr val="086AFE"/>
              </a:solidFill>
              <a:latin typeface="Salesforce Sans"/>
              <a:ea typeface="Salesforce Sans"/>
              <a:cs typeface="Salesforce Sans"/>
              <a:sym typeface="Salesforce Sans"/>
            </a:endParaRPr>
          </a:p>
        </p:txBody>
      </p:sp>
      <p:sp>
        <p:nvSpPr>
          <p:cNvPr id="2182" name="Google Shape;2182;p84"/>
          <p:cNvSpPr/>
          <p:nvPr/>
        </p:nvSpPr>
        <p:spPr>
          <a:xfrm>
            <a:off x="10457798" y="5241380"/>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Manufacturing Execution </a:t>
            </a:r>
            <a:endParaRPr b="1" i="0" sz="845" u="none" cap="none" strike="noStrike">
              <a:solidFill>
                <a:srgbClr val="086AFE"/>
              </a:solidFill>
              <a:latin typeface="Salesforce Sans"/>
              <a:ea typeface="Salesforce Sans"/>
              <a:cs typeface="Salesforce Sans"/>
              <a:sym typeface="Salesforce Sans"/>
            </a:endParaRPr>
          </a:p>
        </p:txBody>
      </p:sp>
      <p:sp>
        <p:nvSpPr>
          <p:cNvPr id="2183" name="Google Shape;2183;p84"/>
          <p:cNvSpPr/>
          <p:nvPr/>
        </p:nvSpPr>
        <p:spPr>
          <a:xfrm>
            <a:off x="10457798" y="600086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Quality Management and Control </a:t>
            </a:r>
            <a:endParaRPr b="1" i="0" sz="845" u="none" cap="none" strike="noStrike">
              <a:solidFill>
                <a:srgbClr val="086AFE"/>
              </a:solidFill>
              <a:latin typeface="Salesforce Sans"/>
              <a:ea typeface="Salesforce Sans"/>
              <a:cs typeface="Salesforce Sans"/>
              <a:sym typeface="Salesforce Sans"/>
            </a:endParaRPr>
          </a:p>
        </p:txBody>
      </p:sp>
      <p:sp>
        <p:nvSpPr>
          <p:cNvPr id="2184" name="Google Shape;2184;p84"/>
          <p:cNvSpPr/>
          <p:nvPr/>
        </p:nvSpPr>
        <p:spPr>
          <a:xfrm>
            <a:off x="10457798" y="6627127"/>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Supply Chain and Procurement </a:t>
            </a:r>
            <a:endParaRPr b="1" i="0" sz="845" u="none" cap="none" strike="noStrike">
              <a:solidFill>
                <a:srgbClr val="086AFE"/>
              </a:solidFill>
              <a:latin typeface="Salesforce Sans"/>
              <a:ea typeface="Salesforce Sans"/>
              <a:cs typeface="Salesforce Sans"/>
              <a:sym typeface="Salesforce Sans"/>
            </a:endParaRPr>
          </a:p>
        </p:txBody>
      </p:sp>
      <p:sp>
        <p:nvSpPr>
          <p:cNvPr id="2185" name="Google Shape;2185;p84"/>
          <p:cNvSpPr/>
          <p:nvPr/>
        </p:nvSpPr>
        <p:spPr>
          <a:xfrm>
            <a:off x="10457798" y="7253118"/>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Logistics Management and Delivery </a:t>
            </a:r>
            <a:endParaRPr b="1" i="0" sz="845" u="none" cap="none" strike="noStrike">
              <a:solidFill>
                <a:srgbClr val="086AFE"/>
              </a:solidFill>
              <a:latin typeface="Salesforce Sans"/>
              <a:ea typeface="Salesforce Sans"/>
              <a:cs typeface="Salesforce Sans"/>
              <a:sym typeface="Salesforce Sans"/>
            </a:endParaRPr>
          </a:p>
        </p:txBody>
      </p:sp>
      <p:sp>
        <p:nvSpPr>
          <p:cNvPr id="2186" name="Google Shape;2186;p84"/>
          <p:cNvSpPr/>
          <p:nvPr/>
        </p:nvSpPr>
        <p:spPr>
          <a:xfrm>
            <a:off x="10457798" y="8028211"/>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Maint. &amp; Asset Reliability </a:t>
            </a:r>
            <a:endParaRPr b="1" i="0" sz="845" u="none" cap="none" strike="noStrike">
              <a:solidFill>
                <a:srgbClr val="086AFE"/>
              </a:solidFill>
              <a:latin typeface="Salesforce Sans"/>
              <a:ea typeface="Salesforce Sans"/>
              <a:cs typeface="Salesforce Sans"/>
              <a:sym typeface="Salesforce Sans"/>
            </a:endParaRPr>
          </a:p>
        </p:txBody>
      </p:sp>
      <p:sp>
        <p:nvSpPr>
          <p:cNvPr id="2187" name="Google Shape;2187;p84"/>
          <p:cNvSpPr/>
          <p:nvPr/>
        </p:nvSpPr>
        <p:spPr>
          <a:xfrm>
            <a:off x="10457798" y="8391075"/>
            <a:ext cx="11211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Digital </a:t>
            </a:r>
            <a:br>
              <a:rPr b="1" i="0" lang="en" sz="845" u="none" cap="none" strike="noStrike">
                <a:solidFill>
                  <a:srgbClr val="086AFE"/>
                </a:solidFill>
                <a:latin typeface="Salesforce Sans"/>
                <a:ea typeface="Salesforce Sans"/>
                <a:cs typeface="Salesforce Sans"/>
                <a:sym typeface="Salesforce Sans"/>
              </a:rPr>
            </a:br>
            <a:r>
              <a:rPr b="1" i="0" lang="en" sz="845" u="none" cap="none" strike="noStrike">
                <a:solidFill>
                  <a:srgbClr val="086AFE"/>
                </a:solidFill>
                <a:latin typeface="Salesforce Sans"/>
                <a:ea typeface="Salesforce Sans"/>
                <a:cs typeface="Salesforce Sans"/>
                <a:sym typeface="Salesforce Sans"/>
              </a:rPr>
              <a:t>Enablement </a:t>
            </a:r>
            <a:endParaRPr b="1" i="0" sz="845" u="none" cap="none" strike="noStrike">
              <a:solidFill>
                <a:srgbClr val="086AFE"/>
              </a:solidFill>
              <a:latin typeface="Salesforce Sans"/>
              <a:ea typeface="Salesforce Sans"/>
              <a:cs typeface="Salesforce Sans"/>
              <a:sym typeface="Salesforce Sans"/>
            </a:endParaRPr>
          </a:p>
        </p:txBody>
      </p:sp>
      <p:sp>
        <p:nvSpPr>
          <p:cNvPr id="2188" name="Google Shape;2188;p84"/>
          <p:cNvSpPr txBox="1"/>
          <p:nvPr/>
        </p:nvSpPr>
        <p:spPr>
          <a:xfrm>
            <a:off x="11943450" y="2887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Agenda &amp; Material Dev</a:t>
            </a:r>
            <a:endParaRPr i="0" sz="800" u="none" cap="none" strike="noStrike">
              <a:latin typeface="Salesforce Sans"/>
              <a:ea typeface="Salesforce Sans"/>
              <a:cs typeface="Salesforce Sans"/>
              <a:sym typeface="Salesforce Sans"/>
            </a:endParaRPr>
          </a:p>
        </p:txBody>
      </p:sp>
      <p:sp>
        <p:nvSpPr>
          <p:cNvPr id="2189" name="Google Shape;2189;p84"/>
          <p:cNvSpPr txBox="1"/>
          <p:nvPr/>
        </p:nvSpPr>
        <p:spPr>
          <a:xfrm>
            <a:off x="11943450" y="303261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Facilitation and Insight Synthesis</a:t>
            </a:r>
            <a:endParaRPr sz="800">
              <a:latin typeface="Salesforce Sans"/>
              <a:ea typeface="Salesforce Sans"/>
              <a:cs typeface="Salesforce Sans"/>
              <a:sym typeface="Salesforce Sans"/>
            </a:endParaRPr>
          </a:p>
        </p:txBody>
      </p:sp>
      <p:sp>
        <p:nvSpPr>
          <p:cNvPr id="2190" name="Google Shape;2190;p84"/>
          <p:cNvSpPr txBox="1"/>
          <p:nvPr/>
        </p:nvSpPr>
        <p:spPr>
          <a:xfrm>
            <a:off x="11943450" y="35147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Learning Delivery</a:t>
            </a:r>
            <a:endParaRPr sz="800">
              <a:latin typeface="Salesforce Sans"/>
              <a:ea typeface="Salesforce Sans"/>
              <a:cs typeface="Salesforce Sans"/>
              <a:sym typeface="Salesforce Sans"/>
            </a:endParaRPr>
          </a:p>
        </p:txBody>
      </p:sp>
      <p:sp>
        <p:nvSpPr>
          <p:cNvPr id="2191" name="Google Shape;2191;p84"/>
          <p:cNvSpPr txBox="1"/>
          <p:nvPr/>
        </p:nvSpPr>
        <p:spPr>
          <a:xfrm>
            <a:off x="11943450" y="4379545"/>
            <a:ext cx="1457700" cy="26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800">
                <a:latin typeface="Salesforce Sans"/>
                <a:ea typeface="Salesforce Sans"/>
                <a:cs typeface="Salesforce Sans"/>
                <a:sym typeface="Salesforce Sans"/>
              </a:rPr>
              <a:t>Insight Collection &amp; Categorization</a:t>
            </a:r>
            <a:endParaRPr sz="800">
              <a:latin typeface="Salesforce Sans"/>
              <a:ea typeface="Salesforce Sans"/>
              <a:cs typeface="Salesforce Sans"/>
              <a:sym typeface="Salesforce Sans"/>
            </a:endParaRPr>
          </a:p>
        </p:txBody>
      </p:sp>
      <p:sp>
        <p:nvSpPr>
          <p:cNvPr id="2192" name="Google Shape;2192;p84"/>
          <p:cNvSpPr txBox="1"/>
          <p:nvPr/>
        </p:nvSpPr>
        <p:spPr>
          <a:xfrm>
            <a:off x="11943450" y="473326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2193" name="Google Shape;2193;p84"/>
          <p:cNvSpPr txBox="1"/>
          <p:nvPr/>
        </p:nvSpPr>
        <p:spPr>
          <a:xfrm>
            <a:off x="11943450" y="48819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Scheduling &amp; Seq.</a:t>
            </a:r>
            <a:endParaRPr sz="800">
              <a:latin typeface="Salesforce Sans"/>
              <a:ea typeface="Salesforce Sans"/>
              <a:cs typeface="Salesforce Sans"/>
              <a:sym typeface="Salesforce Sans"/>
            </a:endParaRPr>
          </a:p>
        </p:txBody>
      </p:sp>
      <p:sp>
        <p:nvSpPr>
          <p:cNvPr id="2194" name="Google Shape;2194;p84"/>
          <p:cNvSpPr txBox="1"/>
          <p:nvPr/>
        </p:nvSpPr>
        <p:spPr>
          <a:xfrm>
            <a:off x="11943450" y="52390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Manufacturing</a:t>
            </a:r>
            <a:endParaRPr sz="800">
              <a:latin typeface="Salesforce Sans"/>
              <a:ea typeface="Salesforce Sans"/>
              <a:cs typeface="Salesforce Sans"/>
              <a:sym typeface="Salesforce Sans"/>
            </a:endParaRPr>
          </a:p>
        </p:txBody>
      </p:sp>
      <p:sp>
        <p:nvSpPr>
          <p:cNvPr id="2195" name="Google Shape;2195;p84"/>
          <p:cNvSpPr txBox="1"/>
          <p:nvPr/>
        </p:nvSpPr>
        <p:spPr>
          <a:xfrm>
            <a:off x="11943450" y="565892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Training and Coaching</a:t>
            </a:r>
            <a:endParaRPr sz="800">
              <a:latin typeface="Salesforce Sans"/>
              <a:ea typeface="Salesforce Sans"/>
              <a:cs typeface="Salesforce Sans"/>
              <a:sym typeface="Salesforce Sans"/>
            </a:endParaRPr>
          </a:p>
        </p:txBody>
      </p:sp>
      <p:sp>
        <p:nvSpPr>
          <p:cNvPr id="2196" name="Google Shape;2196;p84"/>
          <p:cNvSpPr txBox="1"/>
          <p:nvPr/>
        </p:nvSpPr>
        <p:spPr>
          <a:xfrm>
            <a:off x="11943450" y="59935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Deviation Management</a:t>
            </a:r>
            <a:endParaRPr sz="800">
              <a:latin typeface="Salesforce Sans"/>
              <a:ea typeface="Salesforce Sans"/>
              <a:cs typeface="Salesforce Sans"/>
              <a:sym typeface="Salesforce Sans"/>
            </a:endParaRPr>
          </a:p>
        </p:txBody>
      </p:sp>
      <p:sp>
        <p:nvSpPr>
          <p:cNvPr id="2197" name="Google Shape;2197;p84"/>
          <p:cNvSpPr txBox="1"/>
          <p:nvPr/>
        </p:nvSpPr>
        <p:spPr>
          <a:xfrm>
            <a:off x="11943450" y="5029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 Readiness Verification</a:t>
            </a:r>
            <a:endParaRPr sz="800">
              <a:latin typeface="Salesforce Sans"/>
              <a:ea typeface="Salesforce Sans"/>
              <a:cs typeface="Salesforce Sans"/>
              <a:sym typeface="Salesforce Sans"/>
            </a:endParaRPr>
          </a:p>
        </p:txBody>
      </p:sp>
      <p:sp>
        <p:nvSpPr>
          <p:cNvPr id="2198" name="Google Shape;2198;p84"/>
          <p:cNvSpPr txBox="1"/>
          <p:nvPr/>
        </p:nvSpPr>
        <p:spPr>
          <a:xfrm>
            <a:off x="11943450" y="61409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 and Change Control</a:t>
            </a:r>
            <a:endParaRPr i="0" sz="800" u="none" cap="none" strike="noStrike">
              <a:latin typeface="Salesforce Sans"/>
              <a:ea typeface="Salesforce Sans"/>
              <a:cs typeface="Salesforce Sans"/>
              <a:sym typeface="Salesforce Sans"/>
            </a:endParaRPr>
          </a:p>
        </p:txBody>
      </p:sp>
      <p:sp>
        <p:nvSpPr>
          <p:cNvPr id="2199" name="Google Shape;2199;p84"/>
          <p:cNvSpPr txBox="1"/>
          <p:nvPr/>
        </p:nvSpPr>
        <p:spPr>
          <a:xfrm>
            <a:off x="11943450" y="629036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 and Inspection Response</a:t>
            </a:r>
            <a:endParaRPr sz="800">
              <a:latin typeface="Salesforce Sans"/>
              <a:ea typeface="Salesforce Sans"/>
              <a:cs typeface="Salesforce Sans"/>
              <a:sym typeface="Salesforce Sans"/>
            </a:endParaRPr>
          </a:p>
        </p:txBody>
      </p:sp>
      <p:sp>
        <p:nvSpPr>
          <p:cNvPr id="2200" name="Google Shape;2200;p84"/>
          <p:cNvSpPr/>
          <p:nvPr/>
        </p:nvSpPr>
        <p:spPr>
          <a:xfrm>
            <a:off x="11807402" y="5047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01" name="Google Shape;2201;p84"/>
          <p:cNvSpPr/>
          <p:nvPr/>
        </p:nvSpPr>
        <p:spPr>
          <a:xfrm>
            <a:off x="11807402" y="63089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02" name="Google Shape;2202;p84"/>
          <p:cNvSpPr txBox="1"/>
          <p:nvPr/>
        </p:nvSpPr>
        <p:spPr>
          <a:xfrm>
            <a:off x="11943450"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Publication Development</a:t>
            </a:r>
            <a:endParaRPr sz="800">
              <a:latin typeface="Salesforce Sans"/>
              <a:ea typeface="Salesforce Sans"/>
              <a:cs typeface="Salesforce Sans"/>
              <a:sym typeface="Salesforce Sans"/>
            </a:endParaRPr>
          </a:p>
        </p:txBody>
      </p:sp>
      <p:sp>
        <p:nvSpPr>
          <p:cNvPr id="2203" name="Google Shape;2203;p84"/>
          <p:cNvSpPr/>
          <p:nvPr/>
        </p:nvSpPr>
        <p:spPr>
          <a:xfrm>
            <a:off x="1180740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04" name="Google Shape;2204;p84"/>
          <p:cNvSpPr txBox="1"/>
          <p:nvPr/>
        </p:nvSpPr>
        <p:spPr>
          <a:xfrm>
            <a:off x="11943450" y="1920225"/>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Peer Review and Submission </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Management</a:t>
            </a:r>
            <a:endParaRPr sz="800">
              <a:latin typeface="Salesforce Sans"/>
              <a:ea typeface="Salesforce Sans"/>
              <a:cs typeface="Salesforce Sans"/>
              <a:sym typeface="Salesforce Sans"/>
            </a:endParaRPr>
          </a:p>
        </p:txBody>
      </p:sp>
      <p:sp>
        <p:nvSpPr>
          <p:cNvPr id="2205" name="Google Shape;2205;p84"/>
          <p:cNvSpPr/>
          <p:nvPr/>
        </p:nvSpPr>
        <p:spPr>
          <a:xfrm>
            <a:off x="1180740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06" name="Google Shape;2206;p84"/>
          <p:cNvSpPr txBox="1"/>
          <p:nvPr/>
        </p:nvSpPr>
        <p:spPr>
          <a:xfrm>
            <a:off x="11943462" y="2255075"/>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HEOR</a:t>
            </a:r>
            <a:endParaRPr sz="800">
              <a:latin typeface="Salesforce Sans"/>
              <a:ea typeface="Salesforce Sans"/>
              <a:cs typeface="Salesforce Sans"/>
              <a:sym typeface="Salesforce Sans"/>
            </a:endParaRPr>
          </a:p>
        </p:txBody>
      </p:sp>
      <p:sp>
        <p:nvSpPr>
          <p:cNvPr id="2207" name="Google Shape;2207;p84"/>
          <p:cNvSpPr/>
          <p:nvPr/>
        </p:nvSpPr>
        <p:spPr>
          <a:xfrm>
            <a:off x="11807402" y="2273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08" name="Google Shape;2208;p84"/>
          <p:cNvSpPr txBox="1"/>
          <p:nvPr/>
        </p:nvSpPr>
        <p:spPr>
          <a:xfrm>
            <a:off x="11943460" y="2404475"/>
            <a:ext cx="1801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and Reporting</a:t>
            </a:r>
            <a:endParaRPr sz="800">
              <a:latin typeface="Salesforce Sans"/>
              <a:ea typeface="Salesforce Sans"/>
              <a:cs typeface="Salesforce Sans"/>
              <a:sym typeface="Salesforce Sans"/>
            </a:endParaRPr>
          </a:p>
        </p:txBody>
      </p:sp>
      <p:sp>
        <p:nvSpPr>
          <p:cNvPr id="2209" name="Google Shape;2209;p84"/>
          <p:cNvSpPr/>
          <p:nvPr/>
        </p:nvSpPr>
        <p:spPr>
          <a:xfrm>
            <a:off x="11807402" y="2422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0" name="Google Shape;2210;p84"/>
          <p:cNvSpPr txBox="1"/>
          <p:nvPr/>
        </p:nvSpPr>
        <p:spPr>
          <a:xfrm>
            <a:off x="11943450" y="2737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Advisor Selection &amp; Cont</a:t>
            </a:r>
            <a:endParaRPr sz="800">
              <a:latin typeface="Salesforce Sans"/>
              <a:ea typeface="Salesforce Sans"/>
              <a:cs typeface="Salesforce Sans"/>
              <a:sym typeface="Salesforce Sans"/>
            </a:endParaRPr>
          </a:p>
        </p:txBody>
      </p:sp>
      <p:sp>
        <p:nvSpPr>
          <p:cNvPr id="2211" name="Google Shape;2211;p84"/>
          <p:cNvSpPr/>
          <p:nvPr/>
        </p:nvSpPr>
        <p:spPr>
          <a:xfrm>
            <a:off x="11807402" y="27560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2" name="Google Shape;2212;p84"/>
          <p:cNvSpPr/>
          <p:nvPr/>
        </p:nvSpPr>
        <p:spPr>
          <a:xfrm>
            <a:off x="11807402" y="2905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3" name="Google Shape;2213;p84"/>
          <p:cNvSpPr/>
          <p:nvPr/>
        </p:nvSpPr>
        <p:spPr>
          <a:xfrm>
            <a:off x="11807402" y="30510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4" name="Google Shape;2214;p84"/>
          <p:cNvSpPr/>
          <p:nvPr/>
        </p:nvSpPr>
        <p:spPr>
          <a:xfrm>
            <a:off x="11807402" y="353322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15" name="Google Shape;2215;p84"/>
          <p:cNvSpPr/>
          <p:nvPr/>
        </p:nvSpPr>
        <p:spPr>
          <a:xfrm>
            <a:off x="11807402" y="4900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216" name="Google Shape;2216;p84"/>
          <p:cNvSpPr/>
          <p:nvPr/>
        </p:nvSpPr>
        <p:spPr>
          <a:xfrm>
            <a:off x="11807402" y="61595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7" name="Google Shape;2217;p84"/>
          <p:cNvSpPr/>
          <p:nvPr/>
        </p:nvSpPr>
        <p:spPr>
          <a:xfrm>
            <a:off x="11807402" y="4398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18" name="Google Shape;2218;p84"/>
          <p:cNvSpPr txBox="1"/>
          <p:nvPr/>
        </p:nvSpPr>
        <p:spPr>
          <a:xfrm>
            <a:off x="11943450" y="33665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Curriculum</a:t>
            </a:r>
            <a:endParaRPr sz="800">
              <a:latin typeface="Salesforce Sans"/>
              <a:ea typeface="Salesforce Sans"/>
              <a:cs typeface="Salesforce Sans"/>
              <a:sym typeface="Salesforce Sans"/>
            </a:endParaRPr>
          </a:p>
        </p:txBody>
      </p:sp>
      <p:sp>
        <p:nvSpPr>
          <p:cNvPr id="2219" name="Google Shape;2219;p84"/>
          <p:cNvSpPr/>
          <p:nvPr/>
        </p:nvSpPr>
        <p:spPr>
          <a:xfrm>
            <a:off x="11807402" y="338504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0" name="Google Shape;2220;p84"/>
          <p:cNvSpPr/>
          <p:nvPr/>
        </p:nvSpPr>
        <p:spPr>
          <a:xfrm>
            <a:off x="11807402" y="47517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221" name="Google Shape;2221;p84"/>
          <p:cNvSpPr/>
          <p:nvPr/>
        </p:nvSpPr>
        <p:spPr>
          <a:xfrm>
            <a:off x="11807402" y="52576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22" name="Google Shape;2222;p84"/>
          <p:cNvSpPr/>
          <p:nvPr/>
        </p:nvSpPr>
        <p:spPr>
          <a:xfrm>
            <a:off x="11807402" y="6012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3" name="Google Shape;2223;p84"/>
          <p:cNvSpPr/>
          <p:nvPr/>
        </p:nvSpPr>
        <p:spPr>
          <a:xfrm>
            <a:off x="11807402" y="56775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4" name="Google Shape;2224;p84"/>
          <p:cNvSpPr txBox="1"/>
          <p:nvPr/>
        </p:nvSpPr>
        <p:spPr>
          <a:xfrm>
            <a:off x="11943450" y="538690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Setup &amp; Monitoring</a:t>
            </a:r>
            <a:endParaRPr sz="800">
              <a:latin typeface="Salesforce Sans"/>
              <a:ea typeface="Salesforce Sans"/>
              <a:cs typeface="Salesforce Sans"/>
              <a:sym typeface="Salesforce Sans"/>
            </a:endParaRPr>
          </a:p>
        </p:txBody>
      </p:sp>
      <p:sp>
        <p:nvSpPr>
          <p:cNvPr id="2225" name="Google Shape;2225;p84"/>
          <p:cNvSpPr/>
          <p:nvPr/>
        </p:nvSpPr>
        <p:spPr>
          <a:xfrm>
            <a:off x="11805588" y="54055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6" name="Google Shape;2226;p84"/>
          <p:cNvSpPr txBox="1"/>
          <p:nvPr/>
        </p:nvSpPr>
        <p:spPr>
          <a:xfrm>
            <a:off x="933424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227" name="Google Shape;2227;p84"/>
          <p:cNvSpPr txBox="1"/>
          <p:nvPr/>
        </p:nvSpPr>
        <p:spPr>
          <a:xfrm>
            <a:off x="104577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228" name="Google Shape;2228;p84"/>
          <p:cNvGrpSpPr/>
          <p:nvPr/>
        </p:nvGrpSpPr>
        <p:grpSpPr>
          <a:xfrm>
            <a:off x="9353860" y="1793656"/>
            <a:ext cx="952566" cy="449700"/>
            <a:chOff x="755108" y="1946374"/>
            <a:chExt cx="1322458" cy="449700"/>
          </a:xfrm>
        </p:grpSpPr>
        <p:sp>
          <p:nvSpPr>
            <p:cNvPr id="2229" name="Google Shape;2229;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30" name="Google Shape;2230;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Medical Affairs</a:t>
              </a:r>
              <a:endParaRPr sz="900">
                <a:solidFill>
                  <a:srgbClr val="FFFFFF"/>
                </a:solidFill>
                <a:latin typeface="Avant Garde Demi SFDC"/>
                <a:ea typeface="Avant Garde Demi SFDC"/>
                <a:cs typeface="Avant Garde Demi SFDC"/>
                <a:sym typeface="Avant Garde Demi SFDC"/>
              </a:endParaRPr>
            </a:p>
          </p:txBody>
        </p:sp>
      </p:grpSp>
      <p:sp>
        <p:nvSpPr>
          <p:cNvPr id="2231" name="Google Shape;2231;p84"/>
          <p:cNvSpPr txBox="1"/>
          <p:nvPr/>
        </p:nvSpPr>
        <p:spPr>
          <a:xfrm>
            <a:off x="11945279"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232" name="Google Shape;2232;p84"/>
          <p:cNvSpPr txBox="1"/>
          <p:nvPr/>
        </p:nvSpPr>
        <p:spPr>
          <a:xfrm>
            <a:off x="10457798"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Scientific Publication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233" name="Google Shape;2233;p84"/>
          <p:cNvGrpSpPr/>
          <p:nvPr/>
        </p:nvGrpSpPr>
        <p:grpSpPr>
          <a:xfrm>
            <a:off x="9353860" y="4763556"/>
            <a:ext cx="952566" cy="449700"/>
            <a:chOff x="755108" y="1946374"/>
            <a:chExt cx="1322458" cy="449700"/>
          </a:xfrm>
        </p:grpSpPr>
        <p:sp>
          <p:nvSpPr>
            <p:cNvPr id="2234" name="Google Shape;2234;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35" name="Google Shape;2235;p84"/>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Manufacturing and Supply</a:t>
              </a:r>
              <a:endParaRPr sz="900">
                <a:solidFill>
                  <a:srgbClr val="FFFFFF"/>
                </a:solidFill>
                <a:latin typeface="Avant Garde Demi SFDC"/>
                <a:ea typeface="Avant Garde Demi SFDC"/>
                <a:cs typeface="Avant Garde Demi SFDC"/>
                <a:sym typeface="Avant Garde Demi SFDC"/>
              </a:endParaRPr>
            </a:p>
          </p:txBody>
        </p:sp>
      </p:grpSp>
      <p:sp>
        <p:nvSpPr>
          <p:cNvPr id="2236" name="Google Shape;2236;p84"/>
          <p:cNvSpPr txBox="1"/>
          <p:nvPr/>
        </p:nvSpPr>
        <p:spPr>
          <a:xfrm>
            <a:off x="11943450" y="41692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Medical Inquiry</a:t>
            </a:r>
            <a:endParaRPr sz="800">
              <a:latin typeface="Salesforce Sans"/>
              <a:ea typeface="Salesforce Sans"/>
              <a:cs typeface="Salesforce Sans"/>
              <a:sym typeface="Salesforce Sans"/>
            </a:endParaRPr>
          </a:p>
        </p:txBody>
      </p:sp>
      <p:sp>
        <p:nvSpPr>
          <p:cNvPr id="2237" name="Google Shape;2237;p84"/>
          <p:cNvSpPr txBox="1"/>
          <p:nvPr/>
        </p:nvSpPr>
        <p:spPr>
          <a:xfrm>
            <a:off x="11943450" y="40198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a:latin typeface="Salesforce Sans"/>
              <a:ea typeface="Salesforce Sans"/>
              <a:cs typeface="Salesforce Sans"/>
              <a:sym typeface="Salesforce Sans"/>
            </a:endParaRPr>
          </a:p>
        </p:txBody>
      </p:sp>
      <p:sp>
        <p:nvSpPr>
          <p:cNvPr id="2238" name="Google Shape;2238;p84"/>
          <p:cNvSpPr/>
          <p:nvPr/>
        </p:nvSpPr>
        <p:spPr>
          <a:xfrm>
            <a:off x="11807402" y="4038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39" name="Google Shape;2239;p84"/>
          <p:cNvSpPr/>
          <p:nvPr/>
        </p:nvSpPr>
        <p:spPr>
          <a:xfrm>
            <a:off x="11807402" y="418787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40" name="Google Shape;2240;p84"/>
          <p:cNvSpPr txBox="1"/>
          <p:nvPr/>
        </p:nvSpPr>
        <p:spPr>
          <a:xfrm>
            <a:off x="11943450" y="662231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 and Contracting</a:t>
            </a:r>
            <a:endParaRPr sz="800">
              <a:latin typeface="Salesforce Sans"/>
              <a:ea typeface="Salesforce Sans"/>
              <a:cs typeface="Salesforce Sans"/>
              <a:sym typeface="Salesforce Sans"/>
            </a:endParaRPr>
          </a:p>
        </p:txBody>
      </p:sp>
      <p:sp>
        <p:nvSpPr>
          <p:cNvPr id="2241" name="Google Shape;2241;p84"/>
          <p:cNvSpPr txBox="1"/>
          <p:nvPr/>
        </p:nvSpPr>
        <p:spPr>
          <a:xfrm>
            <a:off x="11943450" y="68904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and Negotiation</a:t>
            </a:r>
            <a:endParaRPr i="0" sz="800" u="none" cap="none" strike="noStrike">
              <a:latin typeface="Salesforce Sans"/>
              <a:ea typeface="Salesforce Sans"/>
              <a:cs typeface="Salesforce Sans"/>
              <a:sym typeface="Salesforce Sans"/>
            </a:endParaRPr>
          </a:p>
        </p:txBody>
      </p:sp>
      <p:sp>
        <p:nvSpPr>
          <p:cNvPr id="2242" name="Google Shape;2242;p84"/>
          <p:cNvSpPr txBox="1"/>
          <p:nvPr/>
        </p:nvSpPr>
        <p:spPr>
          <a:xfrm>
            <a:off x="11943450" y="7039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Perf. Monitoring</a:t>
            </a:r>
            <a:endParaRPr i="0" sz="800" u="none" cap="none" strike="noStrike">
              <a:latin typeface="Salesforce Sans"/>
              <a:ea typeface="Salesforce Sans"/>
              <a:cs typeface="Salesforce Sans"/>
              <a:sym typeface="Salesforce Sans"/>
            </a:endParaRPr>
          </a:p>
        </p:txBody>
      </p:sp>
      <p:sp>
        <p:nvSpPr>
          <p:cNvPr id="2243" name="Google Shape;2243;p84"/>
          <p:cNvSpPr/>
          <p:nvPr/>
        </p:nvSpPr>
        <p:spPr>
          <a:xfrm>
            <a:off x="11807402" y="7058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44" name="Google Shape;2244;p84"/>
          <p:cNvSpPr/>
          <p:nvPr/>
        </p:nvSpPr>
        <p:spPr>
          <a:xfrm>
            <a:off x="11807402" y="69090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45" name="Google Shape;2245;p84"/>
          <p:cNvSpPr/>
          <p:nvPr/>
        </p:nvSpPr>
        <p:spPr>
          <a:xfrm>
            <a:off x="11807402" y="6640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46" name="Google Shape;2246;p84"/>
          <p:cNvSpPr txBox="1"/>
          <p:nvPr/>
        </p:nvSpPr>
        <p:spPr>
          <a:xfrm>
            <a:off x="11943450" y="724836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and Warehouse Optimization</a:t>
            </a:r>
            <a:endParaRPr sz="800">
              <a:latin typeface="Salesforce Sans"/>
              <a:ea typeface="Salesforce Sans"/>
              <a:cs typeface="Salesforce Sans"/>
              <a:sym typeface="Salesforce Sans"/>
            </a:endParaRPr>
          </a:p>
        </p:txBody>
      </p:sp>
      <p:sp>
        <p:nvSpPr>
          <p:cNvPr id="2247" name="Google Shape;2247;p84"/>
          <p:cNvSpPr txBox="1"/>
          <p:nvPr/>
        </p:nvSpPr>
        <p:spPr>
          <a:xfrm>
            <a:off x="11943450" y="751963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Distribution Control</a:t>
            </a:r>
            <a:endParaRPr i="0" sz="800" u="none" cap="none" strike="noStrike">
              <a:latin typeface="Salesforce Sans"/>
              <a:ea typeface="Salesforce Sans"/>
              <a:cs typeface="Salesforce Sans"/>
              <a:sym typeface="Salesforce Sans"/>
            </a:endParaRPr>
          </a:p>
        </p:txBody>
      </p:sp>
      <p:sp>
        <p:nvSpPr>
          <p:cNvPr id="2248" name="Google Shape;2248;p84"/>
          <p:cNvSpPr txBox="1"/>
          <p:nvPr/>
        </p:nvSpPr>
        <p:spPr>
          <a:xfrm>
            <a:off x="11943450" y="76658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Transportation Planning</a:t>
            </a:r>
            <a:endParaRPr i="0" sz="800" u="none" cap="none" strike="noStrike">
              <a:latin typeface="Salesforce Sans"/>
              <a:ea typeface="Salesforce Sans"/>
              <a:cs typeface="Salesforce Sans"/>
              <a:sym typeface="Salesforce Sans"/>
            </a:endParaRPr>
          </a:p>
        </p:txBody>
      </p:sp>
      <p:sp>
        <p:nvSpPr>
          <p:cNvPr id="2249" name="Google Shape;2249;p84"/>
          <p:cNvSpPr/>
          <p:nvPr/>
        </p:nvSpPr>
        <p:spPr>
          <a:xfrm>
            <a:off x="11807402" y="76844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0" name="Google Shape;2250;p84"/>
          <p:cNvSpPr/>
          <p:nvPr/>
        </p:nvSpPr>
        <p:spPr>
          <a:xfrm>
            <a:off x="11807402" y="75382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51" name="Google Shape;2251;p84"/>
          <p:cNvSpPr/>
          <p:nvPr/>
        </p:nvSpPr>
        <p:spPr>
          <a:xfrm>
            <a:off x="11807402" y="72669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52" name="Google Shape;2252;p84"/>
          <p:cNvSpPr txBox="1"/>
          <p:nvPr/>
        </p:nvSpPr>
        <p:spPr>
          <a:xfrm>
            <a:off x="11943450" y="7813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Returns and Reporting</a:t>
            </a:r>
            <a:endParaRPr i="0" sz="800" u="none" cap="none" strike="noStrike">
              <a:latin typeface="Salesforce Sans"/>
              <a:ea typeface="Salesforce Sans"/>
              <a:cs typeface="Salesforce Sans"/>
              <a:sym typeface="Salesforce Sans"/>
            </a:endParaRPr>
          </a:p>
        </p:txBody>
      </p:sp>
      <p:sp>
        <p:nvSpPr>
          <p:cNvPr id="2253" name="Google Shape;2253;p84"/>
          <p:cNvSpPr/>
          <p:nvPr/>
        </p:nvSpPr>
        <p:spPr>
          <a:xfrm>
            <a:off x="11807402" y="7832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4" name="Google Shape;2254;p84"/>
          <p:cNvSpPr txBox="1"/>
          <p:nvPr/>
        </p:nvSpPr>
        <p:spPr>
          <a:xfrm>
            <a:off x="11943450" y="8023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Maintenance Scheduling</a:t>
            </a:r>
            <a:endParaRPr i="0" sz="800" u="none" cap="none" strike="noStrike">
              <a:latin typeface="Salesforce Sans"/>
              <a:ea typeface="Salesforce Sans"/>
              <a:cs typeface="Salesforce Sans"/>
              <a:sym typeface="Salesforce Sans"/>
            </a:endParaRPr>
          </a:p>
        </p:txBody>
      </p:sp>
      <p:sp>
        <p:nvSpPr>
          <p:cNvPr id="2255" name="Google Shape;2255;p84"/>
          <p:cNvSpPr/>
          <p:nvPr/>
        </p:nvSpPr>
        <p:spPr>
          <a:xfrm>
            <a:off x="11807402" y="80422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6" name="Google Shape;2256;p84"/>
          <p:cNvSpPr txBox="1"/>
          <p:nvPr/>
        </p:nvSpPr>
        <p:spPr>
          <a:xfrm>
            <a:off x="11943450" y="81744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Reliability Tracking &amp; Analytics</a:t>
            </a:r>
            <a:endParaRPr i="0" sz="800" u="none" cap="none" strike="noStrike">
              <a:latin typeface="Salesforce Sans"/>
              <a:ea typeface="Salesforce Sans"/>
              <a:cs typeface="Salesforce Sans"/>
              <a:sym typeface="Salesforce Sans"/>
            </a:endParaRPr>
          </a:p>
        </p:txBody>
      </p:sp>
      <p:sp>
        <p:nvSpPr>
          <p:cNvPr id="2257" name="Google Shape;2257;p84"/>
          <p:cNvSpPr/>
          <p:nvPr/>
        </p:nvSpPr>
        <p:spPr>
          <a:xfrm>
            <a:off x="11807402" y="819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8" name="Google Shape;2258;p84"/>
          <p:cNvSpPr txBox="1"/>
          <p:nvPr/>
        </p:nvSpPr>
        <p:spPr>
          <a:xfrm>
            <a:off x="11943450" y="838558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Workflow Digitization</a:t>
            </a:r>
            <a:endParaRPr i="0" sz="800" u="none" cap="none" strike="noStrike">
              <a:latin typeface="Salesforce Sans"/>
              <a:ea typeface="Salesforce Sans"/>
              <a:cs typeface="Salesforce Sans"/>
              <a:sym typeface="Salesforce Sans"/>
            </a:endParaRPr>
          </a:p>
        </p:txBody>
      </p:sp>
      <p:sp>
        <p:nvSpPr>
          <p:cNvPr id="2259" name="Google Shape;2259;p84"/>
          <p:cNvSpPr txBox="1"/>
          <p:nvPr/>
        </p:nvSpPr>
        <p:spPr>
          <a:xfrm>
            <a:off x="11943450" y="8531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Sop and Record Management</a:t>
            </a:r>
            <a:endParaRPr i="0" sz="800" u="none" cap="none" strike="noStrike">
              <a:latin typeface="Salesforce Sans"/>
              <a:ea typeface="Salesforce Sans"/>
              <a:cs typeface="Salesforce Sans"/>
              <a:sym typeface="Salesforce Sans"/>
            </a:endParaRPr>
          </a:p>
        </p:txBody>
      </p:sp>
      <p:sp>
        <p:nvSpPr>
          <p:cNvPr id="2260" name="Google Shape;2260;p84"/>
          <p:cNvSpPr/>
          <p:nvPr/>
        </p:nvSpPr>
        <p:spPr>
          <a:xfrm>
            <a:off x="11807402" y="8550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61" name="Google Shape;2261;p84"/>
          <p:cNvSpPr/>
          <p:nvPr/>
        </p:nvSpPr>
        <p:spPr>
          <a:xfrm>
            <a:off x="11807402" y="84041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262" name="Google Shape;2262;p84"/>
          <p:cNvGrpSpPr/>
          <p:nvPr/>
        </p:nvGrpSpPr>
        <p:grpSpPr>
          <a:xfrm>
            <a:off x="13511249" y="1524000"/>
            <a:ext cx="4643641" cy="7611424"/>
            <a:chOff x="13511249" y="1521600"/>
            <a:chExt cx="4643641" cy="7611424"/>
          </a:xfrm>
        </p:grpSpPr>
        <p:sp>
          <p:nvSpPr>
            <p:cNvPr id="2263" name="Google Shape;2263;p84"/>
            <p:cNvSpPr txBox="1"/>
            <p:nvPr/>
          </p:nvSpPr>
          <p:spPr>
            <a:xfrm>
              <a:off x="15954375" y="89424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Care Program Outcome Summary</a:t>
              </a:r>
              <a:endParaRPr sz="800">
                <a:latin typeface="Salesforce Sans"/>
                <a:ea typeface="Salesforce Sans"/>
                <a:cs typeface="Salesforce Sans"/>
                <a:sym typeface="Salesforce Sans"/>
              </a:endParaRPr>
            </a:p>
          </p:txBody>
        </p:sp>
        <p:sp>
          <p:nvSpPr>
            <p:cNvPr id="2264" name="Google Shape;2264;p84"/>
            <p:cNvSpPr/>
            <p:nvPr/>
          </p:nvSpPr>
          <p:spPr>
            <a:xfrm>
              <a:off x="15818327" y="89610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65" name="Google Shape;2265;p84"/>
            <p:cNvSpPr/>
            <p:nvPr/>
          </p:nvSpPr>
          <p:spPr>
            <a:xfrm>
              <a:off x="14634810" y="2273975"/>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2266" name="Google Shape;2266;p84"/>
            <p:cNvSpPr/>
            <p:nvPr/>
          </p:nvSpPr>
          <p:spPr>
            <a:xfrm>
              <a:off x="14634810" y="2923992"/>
              <a:ext cx="1022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Mgmt. &amp; Develop. </a:t>
              </a:r>
              <a:endParaRPr b="1" i="0" sz="900" u="none" cap="none" strike="noStrike">
                <a:solidFill>
                  <a:srgbClr val="086AFE"/>
                </a:solidFill>
                <a:latin typeface="Salesforce Sans"/>
                <a:ea typeface="Salesforce Sans"/>
                <a:cs typeface="Salesforce Sans"/>
                <a:sym typeface="Salesforce Sans"/>
              </a:endParaRPr>
            </a:p>
          </p:txBody>
        </p:sp>
        <p:sp>
          <p:nvSpPr>
            <p:cNvPr id="2267" name="Google Shape;2267;p84"/>
            <p:cNvSpPr/>
            <p:nvPr/>
          </p:nvSpPr>
          <p:spPr>
            <a:xfrm>
              <a:off x="14634810" y="3431510"/>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2268" name="Google Shape;2268;p84"/>
            <p:cNvSpPr/>
            <p:nvPr/>
          </p:nvSpPr>
          <p:spPr>
            <a:xfrm>
              <a:off x="14634810" y="4597148"/>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2269" name="Google Shape;2269;p84"/>
            <p:cNvSpPr/>
            <p:nvPr/>
          </p:nvSpPr>
          <p:spPr>
            <a:xfrm>
              <a:off x="14634796" y="5615263"/>
              <a:ext cx="10920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Tax and Compl. </a:t>
              </a:r>
              <a:endParaRPr b="1" i="0" sz="900" u="none" cap="none" strike="noStrike">
                <a:solidFill>
                  <a:srgbClr val="086AFE"/>
                </a:solidFill>
                <a:latin typeface="Salesforce Sans"/>
                <a:ea typeface="Salesforce Sans"/>
                <a:cs typeface="Salesforce Sans"/>
                <a:sym typeface="Salesforce Sans"/>
              </a:endParaRPr>
            </a:p>
          </p:txBody>
        </p:sp>
        <p:sp>
          <p:nvSpPr>
            <p:cNvPr id="2270" name="Google Shape;2270;p84"/>
            <p:cNvSpPr/>
            <p:nvPr/>
          </p:nvSpPr>
          <p:spPr>
            <a:xfrm>
              <a:off x="14634797" y="5972725"/>
              <a:ext cx="10749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IT Helpdesk </a:t>
              </a:r>
              <a:endParaRPr b="1" i="0" sz="900" u="none" cap="none" strike="noStrike">
                <a:solidFill>
                  <a:srgbClr val="086AFE"/>
                </a:solidFill>
                <a:latin typeface="Salesforce Sans"/>
                <a:ea typeface="Salesforce Sans"/>
                <a:cs typeface="Salesforce Sans"/>
                <a:sym typeface="Salesforce Sans"/>
              </a:endParaRPr>
            </a:p>
          </p:txBody>
        </p:sp>
        <p:sp>
          <p:nvSpPr>
            <p:cNvPr id="2271" name="Google Shape;2271;p84"/>
            <p:cNvSpPr/>
            <p:nvPr/>
          </p:nvSpPr>
          <p:spPr>
            <a:xfrm>
              <a:off x="14634795" y="7114150"/>
              <a:ext cx="1163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Infra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Application Mgmt. </a:t>
              </a:r>
              <a:endParaRPr b="1" i="0" sz="900" u="none" cap="none" strike="noStrike">
                <a:solidFill>
                  <a:srgbClr val="086AFE"/>
                </a:solidFill>
                <a:latin typeface="Salesforce Sans"/>
                <a:ea typeface="Salesforce Sans"/>
                <a:cs typeface="Salesforce Sans"/>
                <a:sym typeface="Salesforce Sans"/>
              </a:endParaRPr>
            </a:p>
          </p:txBody>
        </p:sp>
        <p:sp>
          <p:nvSpPr>
            <p:cNvPr id="2272" name="Google Shape;2272;p84"/>
            <p:cNvSpPr/>
            <p:nvPr/>
          </p:nvSpPr>
          <p:spPr>
            <a:xfrm>
              <a:off x="14634810" y="525384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Treasury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2273" name="Google Shape;2273;p84"/>
            <p:cNvSpPr/>
            <p:nvPr/>
          </p:nvSpPr>
          <p:spPr>
            <a:xfrm>
              <a:off x="14634798" y="81430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Litigation &amp; </a:t>
              </a:r>
              <a:r>
                <a:rPr b="1" lang="en" sz="900">
                  <a:solidFill>
                    <a:srgbClr val="086AFE"/>
                  </a:solidFill>
                  <a:latin typeface="Salesforce Sans"/>
                  <a:ea typeface="Salesforce Sans"/>
                  <a:cs typeface="Salesforce Sans"/>
                  <a:sym typeface="Salesforce Sans"/>
                </a:rPr>
                <a:t>IP</a:t>
              </a:r>
              <a:r>
                <a:rPr b="1" i="0" lang="en" sz="900" u="none" cap="none" strike="noStrike">
                  <a:solidFill>
                    <a:srgbClr val="086AFE"/>
                  </a:solidFill>
                  <a:latin typeface="Salesforce Sans"/>
                  <a:ea typeface="Salesforce Sans"/>
                  <a:cs typeface="Salesforce Sans"/>
                  <a:sym typeface="Salesforce Sans"/>
                </a:rPr>
                <a:t> Protection</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2274" name="Google Shape;2274;p84"/>
            <p:cNvSpPr/>
            <p:nvPr/>
          </p:nvSpPr>
          <p:spPr>
            <a:xfrm>
              <a:off x="14634810" y="7613234"/>
              <a:ext cx="9873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Generation </a:t>
              </a:r>
              <a:endParaRPr b="1" i="0" sz="900" u="none" cap="none" strike="noStrike">
                <a:solidFill>
                  <a:srgbClr val="086AFE"/>
                </a:solidFill>
                <a:latin typeface="Salesforce Sans"/>
                <a:ea typeface="Salesforce Sans"/>
                <a:cs typeface="Salesforce Sans"/>
                <a:sym typeface="Salesforce Sans"/>
              </a:endParaRPr>
            </a:p>
          </p:txBody>
        </p:sp>
        <p:sp>
          <p:nvSpPr>
            <p:cNvPr id="2275" name="Google Shape;2275;p84"/>
            <p:cNvSpPr/>
            <p:nvPr/>
          </p:nvSpPr>
          <p:spPr>
            <a:xfrm>
              <a:off x="14634810" y="4092746"/>
              <a:ext cx="9873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Financial Strategy &amp; Planning</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2276" name="Google Shape;2276;p84"/>
            <p:cNvSpPr/>
            <p:nvPr/>
          </p:nvSpPr>
          <p:spPr>
            <a:xfrm>
              <a:off x="14634810" y="8502725"/>
              <a:ext cx="987300" cy="63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2277" name="Google Shape;2277;p84"/>
            <p:cNvSpPr txBox="1"/>
            <p:nvPr/>
          </p:nvSpPr>
          <p:spPr>
            <a:xfrm>
              <a:off x="1351124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278" name="Google Shape;2278;p84"/>
            <p:cNvSpPr txBox="1"/>
            <p:nvPr/>
          </p:nvSpPr>
          <p:spPr>
            <a:xfrm>
              <a:off x="1463481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279" name="Google Shape;2279;p84"/>
            <p:cNvGrpSpPr/>
            <p:nvPr/>
          </p:nvGrpSpPr>
          <p:grpSpPr>
            <a:xfrm>
              <a:off x="13530860" y="1791256"/>
              <a:ext cx="952566" cy="449700"/>
              <a:chOff x="755108" y="1946374"/>
              <a:chExt cx="1322458" cy="449700"/>
            </a:xfrm>
          </p:grpSpPr>
          <p:sp>
            <p:nvSpPr>
              <p:cNvPr id="2280" name="Google Shape;2280;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81" name="Google Shape;2281;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2282" name="Google Shape;2282;p84"/>
            <p:cNvSpPr txBox="1"/>
            <p:nvPr/>
          </p:nvSpPr>
          <p:spPr>
            <a:xfrm>
              <a:off x="1595439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283" name="Google Shape;2283;p84"/>
            <p:cNvSpPr txBox="1"/>
            <p:nvPr/>
          </p:nvSpPr>
          <p:spPr>
            <a:xfrm>
              <a:off x="14634810" y="176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Strategy &amp;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284" name="Google Shape;2284;p84"/>
            <p:cNvSpPr txBox="1"/>
            <p:nvPr/>
          </p:nvSpPr>
          <p:spPr>
            <a:xfrm>
              <a:off x="15954375" y="47447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2285" name="Google Shape;2285;p84"/>
            <p:cNvSpPr txBox="1"/>
            <p:nvPr/>
          </p:nvSpPr>
          <p:spPr>
            <a:xfrm>
              <a:off x="15954375" y="45984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Monitoring</a:t>
              </a:r>
              <a:endParaRPr sz="800">
                <a:latin typeface="Salesforce Sans"/>
                <a:ea typeface="Salesforce Sans"/>
                <a:cs typeface="Salesforce Sans"/>
                <a:sym typeface="Salesforce Sans"/>
              </a:endParaRPr>
            </a:p>
          </p:txBody>
        </p:sp>
        <p:sp>
          <p:nvSpPr>
            <p:cNvPr id="2286" name="Google Shape;2286;p84"/>
            <p:cNvSpPr/>
            <p:nvPr/>
          </p:nvSpPr>
          <p:spPr>
            <a:xfrm>
              <a:off x="15818327" y="4617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87" name="Google Shape;2287;p84"/>
            <p:cNvSpPr/>
            <p:nvPr/>
          </p:nvSpPr>
          <p:spPr>
            <a:xfrm>
              <a:off x="15818327" y="4763298"/>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88" name="Google Shape;2288;p84"/>
            <p:cNvSpPr txBox="1"/>
            <p:nvPr/>
          </p:nvSpPr>
          <p:spPr>
            <a:xfrm>
              <a:off x="15954375" y="30754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2289" name="Google Shape;2289;p84"/>
            <p:cNvSpPr txBox="1"/>
            <p:nvPr/>
          </p:nvSpPr>
          <p:spPr>
            <a:xfrm>
              <a:off x="15954375" y="3220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2290" name="Google Shape;2290;p84"/>
            <p:cNvSpPr txBox="1"/>
            <p:nvPr/>
          </p:nvSpPr>
          <p:spPr>
            <a:xfrm>
              <a:off x="15954375" y="56132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2291" name="Google Shape;2291;p84"/>
            <p:cNvSpPr txBox="1"/>
            <p:nvPr/>
          </p:nvSpPr>
          <p:spPr>
            <a:xfrm>
              <a:off x="15954375" y="5760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Reporting</a:t>
              </a:r>
              <a:endParaRPr sz="800">
                <a:latin typeface="Salesforce Sans"/>
                <a:ea typeface="Salesforce Sans"/>
                <a:cs typeface="Salesforce Sans"/>
                <a:sym typeface="Salesforce Sans"/>
              </a:endParaRPr>
            </a:p>
          </p:txBody>
        </p:sp>
        <p:sp>
          <p:nvSpPr>
            <p:cNvPr id="2292" name="Google Shape;2292;p84"/>
            <p:cNvSpPr/>
            <p:nvPr/>
          </p:nvSpPr>
          <p:spPr>
            <a:xfrm>
              <a:off x="15818327" y="57792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93" name="Google Shape;2293;p84"/>
            <p:cNvSpPr txBox="1"/>
            <p:nvPr/>
          </p:nvSpPr>
          <p:spPr>
            <a:xfrm>
              <a:off x="15954375" y="29257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a:latin typeface="Salesforce Sans"/>
                <a:ea typeface="Salesforce Sans"/>
                <a:cs typeface="Salesforce Sans"/>
                <a:sym typeface="Salesforce Sans"/>
              </a:endParaRPr>
            </a:p>
          </p:txBody>
        </p:sp>
        <p:sp>
          <p:nvSpPr>
            <p:cNvPr id="2294" name="Google Shape;2294;p84"/>
            <p:cNvSpPr/>
            <p:nvPr/>
          </p:nvSpPr>
          <p:spPr>
            <a:xfrm>
              <a:off x="15818327" y="29441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5" name="Google Shape;2295;p84"/>
            <p:cNvSpPr/>
            <p:nvPr/>
          </p:nvSpPr>
          <p:spPr>
            <a:xfrm>
              <a:off x="15818327" y="30940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6" name="Google Shape;2296;p84"/>
            <p:cNvSpPr/>
            <p:nvPr/>
          </p:nvSpPr>
          <p:spPr>
            <a:xfrm>
              <a:off x="15818327" y="32391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7" name="Google Shape;2297;p84"/>
            <p:cNvSpPr/>
            <p:nvPr/>
          </p:nvSpPr>
          <p:spPr>
            <a:xfrm>
              <a:off x="15818327" y="5631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298" name="Google Shape;2298;p84"/>
            <p:cNvSpPr txBox="1"/>
            <p:nvPr/>
          </p:nvSpPr>
          <p:spPr>
            <a:xfrm>
              <a:off x="15954375" y="50418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2299" name="Google Shape;2299;p84"/>
            <p:cNvSpPr txBox="1"/>
            <p:nvPr/>
          </p:nvSpPr>
          <p:spPr>
            <a:xfrm>
              <a:off x="15954390" y="4892475"/>
              <a:ext cx="2200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a:latin typeface="Salesforce Sans"/>
                <a:ea typeface="Salesforce Sans"/>
                <a:cs typeface="Salesforce Sans"/>
                <a:sym typeface="Salesforce Sans"/>
              </a:endParaRPr>
            </a:p>
          </p:txBody>
        </p:sp>
        <p:sp>
          <p:nvSpPr>
            <p:cNvPr id="2300" name="Google Shape;2300;p84"/>
            <p:cNvSpPr/>
            <p:nvPr/>
          </p:nvSpPr>
          <p:spPr>
            <a:xfrm>
              <a:off x="15818327" y="4911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01" name="Google Shape;2301;p84"/>
            <p:cNvSpPr/>
            <p:nvPr/>
          </p:nvSpPr>
          <p:spPr>
            <a:xfrm>
              <a:off x="15818327" y="50604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02" name="Google Shape;2302;p84"/>
            <p:cNvSpPr txBox="1"/>
            <p:nvPr/>
          </p:nvSpPr>
          <p:spPr>
            <a:xfrm>
              <a:off x="15954375" y="7614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2303" name="Google Shape;2303;p84"/>
            <p:cNvSpPr txBox="1"/>
            <p:nvPr/>
          </p:nvSpPr>
          <p:spPr>
            <a:xfrm>
              <a:off x="15954375" y="7761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2304" name="Google Shape;2304;p84"/>
            <p:cNvSpPr/>
            <p:nvPr/>
          </p:nvSpPr>
          <p:spPr>
            <a:xfrm>
              <a:off x="15818327" y="7779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05" name="Google Shape;2305;p84"/>
            <p:cNvSpPr/>
            <p:nvPr/>
          </p:nvSpPr>
          <p:spPr>
            <a:xfrm>
              <a:off x="15818327" y="7633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06" name="Google Shape;2306;p84"/>
            <p:cNvSpPr txBox="1"/>
            <p:nvPr/>
          </p:nvSpPr>
          <p:spPr>
            <a:xfrm>
              <a:off x="15954375" y="8139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Registration</a:t>
              </a:r>
              <a:endParaRPr i="0" sz="800" u="none" cap="none" strike="noStrike">
                <a:latin typeface="Salesforce Sans"/>
                <a:ea typeface="Salesforce Sans"/>
                <a:cs typeface="Salesforce Sans"/>
                <a:sym typeface="Salesforce Sans"/>
              </a:endParaRPr>
            </a:p>
          </p:txBody>
        </p:sp>
        <p:sp>
          <p:nvSpPr>
            <p:cNvPr id="2307" name="Google Shape;2307;p84"/>
            <p:cNvSpPr txBox="1"/>
            <p:nvPr/>
          </p:nvSpPr>
          <p:spPr>
            <a:xfrm>
              <a:off x="15954375" y="8286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Enforcement</a:t>
              </a:r>
              <a:endParaRPr i="0" sz="800" u="none" cap="none" strike="noStrike">
                <a:latin typeface="Salesforce Sans"/>
                <a:ea typeface="Salesforce Sans"/>
                <a:cs typeface="Salesforce Sans"/>
                <a:sym typeface="Salesforce Sans"/>
              </a:endParaRPr>
            </a:p>
          </p:txBody>
        </p:sp>
        <p:sp>
          <p:nvSpPr>
            <p:cNvPr id="2308" name="Google Shape;2308;p84"/>
            <p:cNvSpPr/>
            <p:nvPr/>
          </p:nvSpPr>
          <p:spPr>
            <a:xfrm>
              <a:off x="15818327" y="8304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09" name="Google Shape;2309;p84"/>
            <p:cNvSpPr/>
            <p:nvPr/>
          </p:nvSpPr>
          <p:spPr>
            <a:xfrm>
              <a:off x="15818327" y="8158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310" name="Google Shape;2310;p84"/>
            <p:cNvGrpSpPr/>
            <p:nvPr/>
          </p:nvGrpSpPr>
          <p:grpSpPr>
            <a:xfrm>
              <a:off x="13530860" y="8529418"/>
              <a:ext cx="952566" cy="488922"/>
              <a:chOff x="755108" y="1946374"/>
              <a:chExt cx="1322458" cy="488922"/>
            </a:xfrm>
          </p:grpSpPr>
          <p:sp>
            <p:nvSpPr>
              <p:cNvPr id="2311" name="Google Shape;2311;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312" name="Google Shape;2312;p84"/>
              <p:cNvSpPr txBox="1"/>
              <p:nvPr/>
            </p:nvSpPr>
            <p:spPr>
              <a:xfrm>
                <a:off x="755108" y="2061196"/>
                <a:ext cx="1322400" cy="3741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a:p>
                <a:pPr indent="0" lvl="0" marL="0" marR="0" rtl="0" algn="l">
                  <a:lnSpc>
                    <a:spcPct val="90000"/>
                  </a:lnSpc>
                  <a:spcBef>
                    <a:spcPts val="0"/>
                  </a:spcBef>
                  <a:spcAft>
                    <a:spcPts val="0"/>
                  </a:spcAft>
                  <a:buClr>
                    <a:srgbClr val="FFFFFF"/>
                  </a:buClr>
                  <a:buSzPts val="900"/>
                  <a:buFont typeface="Questrial"/>
                  <a:buNone/>
                </a:pPr>
                <a:r>
                  <a:t/>
                </a:r>
                <a:endParaRPr sz="900">
                  <a:solidFill>
                    <a:srgbClr val="FFFFFF"/>
                  </a:solidFill>
                  <a:latin typeface="Avant Garde Demi SFDC"/>
                  <a:ea typeface="Avant Garde Demi SFDC"/>
                  <a:cs typeface="Avant Garde Demi SFDC"/>
                  <a:sym typeface="Avant Garde Demi SFDC"/>
                </a:endParaRPr>
              </a:p>
            </p:txBody>
          </p:sp>
        </p:grpSp>
        <p:sp>
          <p:nvSpPr>
            <p:cNvPr id="2313" name="Google Shape;2313;p84"/>
            <p:cNvSpPr txBox="1"/>
            <p:nvPr/>
          </p:nvSpPr>
          <p:spPr>
            <a:xfrm>
              <a:off x="15954375" y="864523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Summarize Patient Response</a:t>
              </a:r>
              <a:endParaRPr sz="800">
                <a:latin typeface="Salesforce Sans"/>
                <a:ea typeface="Salesforce Sans"/>
                <a:cs typeface="Salesforce Sans"/>
                <a:sym typeface="Salesforce Sans"/>
              </a:endParaRPr>
            </a:p>
          </p:txBody>
        </p:sp>
        <p:sp>
          <p:nvSpPr>
            <p:cNvPr id="2314" name="Google Shape;2314;p84"/>
            <p:cNvSpPr txBox="1"/>
            <p:nvPr/>
          </p:nvSpPr>
          <p:spPr>
            <a:xfrm>
              <a:off x="15954387" y="8499000"/>
              <a:ext cx="176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a:latin typeface="Salesforce Sans"/>
                <a:ea typeface="Salesforce Sans"/>
                <a:cs typeface="Salesforce Sans"/>
                <a:sym typeface="Salesforce Sans"/>
              </a:endParaRPr>
            </a:p>
          </p:txBody>
        </p:sp>
        <p:sp>
          <p:nvSpPr>
            <p:cNvPr id="2315" name="Google Shape;2315;p84"/>
            <p:cNvSpPr/>
            <p:nvPr/>
          </p:nvSpPr>
          <p:spPr>
            <a:xfrm>
              <a:off x="15818327" y="8517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6" name="Google Shape;2316;p84"/>
            <p:cNvSpPr/>
            <p:nvPr/>
          </p:nvSpPr>
          <p:spPr>
            <a:xfrm>
              <a:off x="15818327" y="866383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7" name="Google Shape;2317;p84"/>
            <p:cNvSpPr txBox="1"/>
            <p:nvPr/>
          </p:nvSpPr>
          <p:spPr>
            <a:xfrm>
              <a:off x="15954375" y="87930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a:latin typeface="Salesforce Sans"/>
                <a:ea typeface="Salesforce Sans"/>
                <a:cs typeface="Salesforce Sans"/>
                <a:sym typeface="Salesforce Sans"/>
              </a:endParaRPr>
            </a:p>
          </p:txBody>
        </p:sp>
        <p:sp>
          <p:nvSpPr>
            <p:cNvPr id="2318" name="Google Shape;2318;p84"/>
            <p:cNvSpPr/>
            <p:nvPr/>
          </p:nvSpPr>
          <p:spPr>
            <a:xfrm>
              <a:off x="15818327" y="8811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9" name="Google Shape;2319;p84"/>
            <p:cNvSpPr txBox="1"/>
            <p:nvPr/>
          </p:nvSpPr>
          <p:spPr>
            <a:xfrm>
              <a:off x="15954388" y="7107500"/>
              <a:ext cx="193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&amp; Infra Lifecycle Management</a:t>
              </a:r>
              <a:endParaRPr sz="800">
                <a:latin typeface="Salesforce Sans"/>
                <a:ea typeface="Salesforce Sans"/>
                <a:cs typeface="Salesforce Sans"/>
                <a:sym typeface="Salesforce Sans"/>
              </a:endParaRPr>
            </a:p>
          </p:txBody>
        </p:sp>
        <p:sp>
          <p:nvSpPr>
            <p:cNvPr id="2320" name="Google Shape;2320;p84"/>
            <p:cNvSpPr txBox="1"/>
            <p:nvPr/>
          </p:nvSpPr>
          <p:spPr>
            <a:xfrm>
              <a:off x="15954375" y="7256184"/>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Development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321" name="Google Shape;2321;p84"/>
            <p:cNvSpPr txBox="1"/>
            <p:nvPr/>
          </p:nvSpPr>
          <p:spPr>
            <a:xfrm>
              <a:off x="15954375" y="74035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Testing</a:t>
              </a:r>
              <a:endParaRPr sz="800">
                <a:latin typeface="Salesforce Sans"/>
                <a:ea typeface="Salesforce Sans"/>
                <a:cs typeface="Salesforce Sans"/>
                <a:sym typeface="Salesforce Sans"/>
              </a:endParaRPr>
            </a:p>
          </p:txBody>
        </p:sp>
        <p:sp>
          <p:nvSpPr>
            <p:cNvPr id="2322" name="Google Shape;2322;p84"/>
            <p:cNvSpPr/>
            <p:nvPr/>
          </p:nvSpPr>
          <p:spPr>
            <a:xfrm>
              <a:off x="15818327" y="74221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23" name="Google Shape;2323;p84"/>
            <p:cNvSpPr/>
            <p:nvPr/>
          </p:nvSpPr>
          <p:spPr>
            <a:xfrm>
              <a:off x="15818327" y="72747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24" name="Google Shape;2324;p84"/>
            <p:cNvSpPr/>
            <p:nvPr/>
          </p:nvSpPr>
          <p:spPr>
            <a:xfrm>
              <a:off x="15818327" y="71259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25" name="Google Shape;2325;p84"/>
            <p:cNvSpPr txBox="1"/>
            <p:nvPr/>
          </p:nvSpPr>
          <p:spPr>
            <a:xfrm>
              <a:off x="15954375" y="65986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2326" name="Google Shape;2326;p84"/>
            <p:cNvSpPr txBox="1"/>
            <p:nvPr/>
          </p:nvSpPr>
          <p:spPr>
            <a:xfrm>
              <a:off x="15954375" y="67473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Incident Response</a:t>
              </a:r>
              <a:endParaRPr sz="800">
                <a:latin typeface="Salesforce Sans"/>
                <a:ea typeface="Salesforce Sans"/>
                <a:cs typeface="Salesforce Sans"/>
                <a:sym typeface="Salesforce Sans"/>
              </a:endParaRPr>
            </a:p>
          </p:txBody>
        </p:sp>
        <p:sp>
          <p:nvSpPr>
            <p:cNvPr id="2327" name="Google Shape;2327;p84"/>
            <p:cNvSpPr txBox="1"/>
            <p:nvPr/>
          </p:nvSpPr>
          <p:spPr>
            <a:xfrm>
              <a:off x="15954386" y="6894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&amp; Security Policy Creation</a:t>
              </a:r>
              <a:endParaRPr sz="800">
                <a:latin typeface="Salesforce Sans"/>
                <a:ea typeface="Salesforce Sans"/>
                <a:cs typeface="Salesforce Sans"/>
                <a:sym typeface="Salesforce Sans"/>
              </a:endParaRPr>
            </a:p>
          </p:txBody>
        </p:sp>
        <p:sp>
          <p:nvSpPr>
            <p:cNvPr id="2328" name="Google Shape;2328;p84"/>
            <p:cNvSpPr/>
            <p:nvPr/>
          </p:nvSpPr>
          <p:spPr>
            <a:xfrm>
              <a:off x="15818327" y="691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29" name="Google Shape;2329;p84"/>
            <p:cNvSpPr/>
            <p:nvPr/>
          </p:nvSpPr>
          <p:spPr>
            <a:xfrm>
              <a:off x="15818327" y="676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0" name="Google Shape;2330;p84"/>
            <p:cNvSpPr/>
            <p:nvPr/>
          </p:nvSpPr>
          <p:spPr>
            <a:xfrm>
              <a:off x="15818327" y="661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31" name="Google Shape;2331;p84"/>
            <p:cNvSpPr txBox="1"/>
            <p:nvPr/>
          </p:nvSpPr>
          <p:spPr>
            <a:xfrm>
              <a:off x="15954375" y="59723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Ticket Intake</a:t>
              </a:r>
              <a:endParaRPr sz="800">
                <a:latin typeface="Salesforce Sans"/>
                <a:ea typeface="Salesforce Sans"/>
                <a:cs typeface="Salesforce Sans"/>
                <a:sym typeface="Salesforce Sans"/>
              </a:endParaRPr>
            </a:p>
          </p:txBody>
        </p:sp>
        <p:sp>
          <p:nvSpPr>
            <p:cNvPr id="2332" name="Google Shape;2332;p84"/>
            <p:cNvSpPr txBox="1"/>
            <p:nvPr/>
          </p:nvSpPr>
          <p:spPr>
            <a:xfrm>
              <a:off x="15954375" y="61210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Troubleshooting</a:t>
              </a:r>
              <a:endParaRPr sz="800">
                <a:latin typeface="Salesforce Sans"/>
                <a:ea typeface="Salesforce Sans"/>
                <a:cs typeface="Salesforce Sans"/>
                <a:sym typeface="Salesforce Sans"/>
              </a:endParaRPr>
            </a:p>
          </p:txBody>
        </p:sp>
        <p:sp>
          <p:nvSpPr>
            <p:cNvPr id="2333" name="Google Shape;2333;p84"/>
            <p:cNvSpPr/>
            <p:nvPr/>
          </p:nvSpPr>
          <p:spPr>
            <a:xfrm>
              <a:off x="15818327" y="61396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4" name="Google Shape;2334;p84"/>
            <p:cNvSpPr/>
            <p:nvPr/>
          </p:nvSpPr>
          <p:spPr>
            <a:xfrm>
              <a:off x="15818327" y="59907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35" name="Google Shape;2335;p84"/>
            <p:cNvSpPr txBox="1"/>
            <p:nvPr/>
          </p:nvSpPr>
          <p:spPr>
            <a:xfrm>
              <a:off x="15954375" y="52525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Cash &amp; Liquidity Management</a:t>
              </a:r>
              <a:endParaRPr sz="800">
                <a:latin typeface="Salesforce Sans"/>
                <a:ea typeface="Salesforce Sans"/>
                <a:cs typeface="Salesforce Sans"/>
                <a:sym typeface="Salesforce Sans"/>
              </a:endParaRPr>
            </a:p>
          </p:txBody>
        </p:sp>
        <p:sp>
          <p:nvSpPr>
            <p:cNvPr id="2336" name="Google Shape;2336;p84"/>
            <p:cNvSpPr txBox="1"/>
            <p:nvPr/>
          </p:nvSpPr>
          <p:spPr>
            <a:xfrm>
              <a:off x="15954375" y="53999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Risk Management</a:t>
              </a:r>
              <a:endParaRPr sz="800">
                <a:latin typeface="Salesforce Sans"/>
                <a:ea typeface="Salesforce Sans"/>
                <a:cs typeface="Salesforce Sans"/>
                <a:sym typeface="Salesforce Sans"/>
              </a:endParaRPr>
            </a:p>
          </p:txBody>
        </p:sp>
        <p:sp>
          <p:nvSpPr>
            <p:cNvPr id="2337" name="Google Shape;2337;p84"/>
            <p:cNvSpPr/>
            <p:nvPr/>
          </p:nvSpPr>
          <p:spPr>
            <a:xfrm>
              <a:off x="15818327" y="54185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38" name="Google Shape;2338;p84"/>
            <p:cNvSpPr/>
            <p:nvPr/>
          </p:nvSpPr>
          <p:spPr>
            <a:xfrm>
              <a:off x="15818327" y="52711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9" name="Google Shape;2339;p84"/>
            <p:cNvSpPr txBox="1"/>
            <p:nvPr/>
          </p:nvSpPr>
          <p:spPr>
            <a:xfrm>
              <a:off x="15954386" y="4088650"/>
              <a:ext cx="1626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2340" name="Google Shape;2340;p84"/>
            <p:cNvSpPr txBox="1"/>
            <p:nvPr/>
          </p:nvSpPr>
          <p:spPr>
            <a:xfrm>
              <a:off x="15954384" y="4237325"/>
              <a:ext cx="206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 Forecasting &amp; Scenario Modeling</a:t>
              </a:r>
              <a:endParaRPr sz="800">
                <a:latin typeface="Salesforce Sans"/>
                <a:ea typeface="Salesforce Sans"/>
                <a:cs typeface="Salesforce Sans"/>
                <a:sym typeface="Salesforce Sans"/>
              </a:endParaRPr>
            </a:p>
          </p:txBody>
        </p:sp>
        <p:sp>
          <p:nvSpPr>
            <p:cNvPr id="2341" name="Google Shape;2341;p84"/>
            <p:cNvSpPr txBox="1"/>
            <p:nvPr/>
          </p:nvSpPr>
          <p:spPr>
            <a:xfrm>
              <a:off x="15954388" y="4384725"/>
              <a:ext cx="1902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 Management &amp; KPI Monitoring</a:t>
              </a:r>
              <a:endParaRPr sz="800">
                <a:latin typeface="Salesforce Sans"/>
                <a:ea typeface="Salesforce Sans"/>
                <a:cs typeface="Salesforce Sans"/>
                <a:sym typeface="Salesforce Sans"/>
              </a:endParaRPr>
            </a:p>
          </p:txBody>
        </p:sp>
        <p:sp>
          <p:nvSpPr>
            <p:cNvPr id="2342" name="Google Shape;2342;p84"/>
            <p:cNvSpPr/>
            <p:nvPr/>
          </p:nvSpPr>
          <p:spPr>
            <a:xfrm>
              <a:off x="15818327" y="440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3" name="Google Shape;2343;p84"/>
            <p:cNvSpPr/>
            <p:nvPr/>
          </p:nvSpPr>
          <p:spPr>
            <a:xfrm>
              <a:off x="15818327" y="425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44" name="Google Shape;2344;p84"/>
            <p:cNvSpPr/>
            <p:nvPr/>
          </p:nvSpPr>
          <p:spPr>
            <a:xfrm>
              <a:off x="15818327" y="410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45" name="Google Shape;2345;p84"/>
            <p:cNvSpPr txBox="1"/>
            <p:nvPr/>
          </p:nvSpPr>
          <p:spPr>
            <a:xfrm>
              <a:off x="15954375" y="35790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EX &amp; Health Monitoring</a:t>
              </a:r>
              <a:endParaRPr sz="800">
                <a:latin typeface="Salesforce Sans"/>
                <a:ea typeface="Salesforce Sans"/>
                <a:cs typeface="Salesforce Sans"/>
                <a:sym typeface="Salesforce Sans"/>
              </a:endParaRPr>
            </a:p>
          </p:txBody>
        </p:sp>
        <p:sp>
          <p:nvSpPr>
            <p:cNvPr id="2346" name="Google Shape;2346;p84"/>
            <p:cNvSpPr txBox="1"/>
            <p:nvPr/>
          </p:nvSpPr>
          <p:spPr>
            <a:xfrm>
              <a:off x="15954385" y="3432775"/>
              <a:ext cx="1864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 &amp; Benefit Creation &amp; Delivery</a:t>
              </a:r>
              <a:endParaRPr sz="800">
                <a:latin typeface="Salesforce Sans"/>
                <a:ea typeface="Salesforce Sans"/>
                <a:cs typeface="Salesforce Sans"/>
                <a:sym typeface="Salesforce Sans"/>
              </a:endParaRPr>
            </a:p>
          </p:txBody>
        </p:sp>
        <p:sp>
          <p:nvSpPr>
            <p:cNvPr id="2347" name="Google Shape;2347;p84"/>
            <p:cNvSpPr/>
            <p:nvPr/>
          </p:nvSpPr>
          <p:spPr>
            <a:xfrm>
              <a:off x="15818327" y="3451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8" name="Google Shape;2348;p84"/>
            <p:cNvSpPr/>
            <p:nvPr/>
          </p:nvSpPr>
          <p:spPr>
            <a:xfrm>
              <a:off x="15818327" y="3597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9" name="Google Shape;2349;p84"/>
            <p:cNvSpPr txBox="1"/>
            <p:nvPr/>
          </p:nvSpPr>
          <p:spPr>
            <a:xfrm>
              <a:off x="15954375" y="3876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Compliance &amp; Labor Relations</a:t>
              </a:r>
              <a:endParaRPr sz="800">
                <a:latin typeface="Salesforce Sans"/>
                <a:ea typeface="Salesforce Sans"/>
                <a:cs typeface="Salesforce Sans"/>
                <a:sym typeface="Salesforce Sans"/>
              </a:endParaRPr>
            </a:p>
          </p:txBody>
        </p:sp>
        <p:sp>
          <p:nvSpPr>
            <p:cNvPr id="2350" name="Google Shape;2350;p84"/>
            <p:cNvSpPr txBox="1"/>
            <p:nvPr/>
          </p:nvSpPr>
          <p:spPr>
            <a:xfrm>
              <a:off x="15954375" y="37267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2351" name="Google Shape;2351;p84"/>
            <p:cNvSpPr/>
            <p:nvPr/>
          </p:nvSpPr>
          <p:spPr>
            <a:xfrm>
              <a:off x="15818327" y="3745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2" name="Google Shape;2352;p84"/>
            <p:cNvSpPr/>
            <p:nvPr/>
          </p:nvSpPr>
          <p:spPr>
            <a:xfrm>
              <a:off x="15818327" y="3894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3" name="Google Shape;2353;p84"/>
            <p:cNvSpPr txBox="1"/>
            <p:nvPr/>
          </p:nvSpPr>
          <p:spPr>
            <a:xfrm>
              <a:off x="15954375" y="241842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Outreach</a:t>
              </a:r>
              <a:endParaRPr sz="800">
                <a:latin typeface="Salesforce Sans"/>
                <a:ea typeface="Salesforce Sans"/>
                <a:cs typeface="Salesforce Sans"/>
                <a:sym typeface="Salesforce Sans"/>
              </a:endParaRPr>
            </a:p>
          </p:txBody>
        </p:sp>
        <p:sp>
          <p:nvSpPr>
            <p:cNvPr id="2354" name="Google Shape;2354;p84"/>
            <p:cNvSpPr txBox="1"/>
            <p:nvPr/>
          </p:nvSpPr>
          <p:spPr>
            <a:xfrm>
              <a:off x="15954386" y="2272200"/>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a:latin typeface="Salesforce Sans"/>
                <a:ea typeface="Salesforce Sans"/>
                <a:cs typeface="Salesforce Sans"/>
                <a:sym typeface="Salesforce Sans"/>
              </a:endParaRPr>
            </a:p>
          </p:txBody>
        </p:sp>
        <p:sp>
          <p:nvSpPr>
            <p:cNvPr id="2355" name="Google Shape;2355;p84"/>
            <p:cNvSpPr/>
            <p:nvPr/>
          </p:nvSpPr>
          <p:spPr>
            <a:xfrm>
              <a:off x="15818327" y="2290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6" name="Google Shape;2356;p84"/>
            <p:cNvSpPr/>
            <p:nvPr/>
          </p:nvSpPr>
          <p:spPr>
            <a:xfrm>
              <a:off x="15818327" y="243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7" name="Google Shape;2357;p84"/>
            <p:cNvSpPr txBox="1"/>
            <p:nvPr/>
          </p:nvSpPr>
          <p:spPr>
            <a:xfrm>
              <a:off x="15954375" y="27156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Onboarding</a:t>
              </a:r>
              <a:endParaRPr sz="800">
                <a:latin typeface="Salesforce Sans"/>
                <a:ea typeface="Salesforce Sans"/>
                <a:cs typeface="Salesforce Sans"/>
                <a:sym typeface="Salesforce Sans"/>
              </a:endParaRPr>
            </a:p>
          </p:txBody>
        </p:sp>
        <p:sp>
          <p:nvSpPr>
            <p:cNvPr id="2358" name="Google Shape;2358;p84"/>
            <p:cNvSpPr txBox="1"/>
            <p:nvPr/>
          </p:nvSpPr>
          <p:spPr>
            <a:xfrm>
              <a:off x="15954375" y="2566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2359" name="Google Shape;2359;p84"/>
            <p:cNvSpPr/>
            <p:nvPr/>
          </p:nvSpPr>
          <p:spPr>
            <a:xfrm>
              <a:off x="15818327" y="2584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0" name="Google Shape;2360;p84"/>
            <p:cNvSpPr/>
            <p:nvPr/>
          </p:nvSpPr>
          <p:spPr>
            <a:xfrm>
              <a:off x="15818327" y="27341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1" name="Google Shape;2361;p84"/>
            <p:cNvSpPr txBox="1"/>
            <p:nvPr/>
          </p:nvSpPr>
          <p:spPr>
            <a:xfrm>
              <a:off x="15954386" y="1764625"/>
              <a:ext cx="164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of Future &amp; Skills Asmt.</a:t>
              </a:r>
              <a:endParaRPr sz="800">
                <a:latin typeface="Salesforce Sans"/>
                <a:ea typeface="Salesforce Sans"/>
                <a:cs typeface="Salesforce Sans"/>
                <a:sym typeface="Salesforce Sans"/>
              </a:endParaRPr>
            </a:p>
          </p:txBody>
        </p:sp>
        <p:sp>
          <p:nvSpPr>
            <p:cNvPr id="2362" name="Google Shape;2362;p84"/>
            <p:cNvSpPr txBox="1"/>
            <p:nvPr/>
          </p:nvSpPr>
          <p:spPr>
            <a:xfrm>
              <a:off x="15954375" y="19133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2363" name="Google Shape;2363;p84"/>
            <p:cNvSpPr txBox="1"/>
            <p:nvPr/>
          </p:nvSpPr>
          <p:spPr>
            <a:xfrm>
              <a:off x="15954386" y="2060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a:latin typeface="Salesforce Sans"/>
                <a:ea typeface="Salesforce Sans"/>
                <a:cs typeface="Salesforce Sans"/>
                <a:sym typeface="Salesforce Sans"/>
              </a:endParaRPr>
            </a:p>
          </p:txBody>
        </p:sp>
        <p:sp>
          <p:nvSpPr>
            <p:cNvPr id="2364" name="Google Shape;2364;p84"/>
            <p:cNvSpPr/>
            <p:nvPr/>
          </p:nvSpPr>
          <p:spPr>
            <a:xfrm>
              <a:off x="15818327" y="20793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5" name="Google Shape;2365;p84"/>
            <p:cNvSpPr/>
            <p:nvPr/>
          </p:nvSpPr>
          <p:spPr>
            <a:xfrm>
              <a:off x="15818327" y="19319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66" name="Google Shape;2366;p84"/>
            <p:cNvSpPr/>
            <p:nvPr/>
          </p:nvSpPr>
          <p:spPr>
            <a:xfrm>
              <a:off x="15818327" y="178308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67" name="Google Shape;2367;p84"/>
            <p:cNvSpPr/>
            <p:nvPr/>
          </p:nvSpPr>
          <p:spPr>
            <a:xfrm>
              <a:off x="14634810" y="660133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Cyber </a:t>
              </a:r>
              <a:endParaRPr b="1" i="0" sz="900" u="none" cap="none" strike="noStrike">
                <a:solidFill>
                  <a:srgbClr val="086AFE"/>
                </a:solidFill>
                <a:latin typeface="Salesforce Sans"/>
                <a:ea typeface="Salesforce Sans"/>
                <a:cs typeface="Salesforce Sans"/>
                <a:sym typeface="Salesforce Sans"/>
              </a:endParaRPr>
            </a:p>
          </p:txBody>
        </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edTech" showMasterSp="0">
  <p:cSld name="TITLE_AND_BODY_5_1_1_1_1_1">
    <p:spTree>
      <p:nvGrpSpPr>
        <p:cNvPr id="2368" name="Shape 2368"/>
        <p:cNvGrpSpPr/>
        <p:nvPr/>
      </p:nvGrpSpPr>
      <p:grpSpPr>
        <a:xfrm>
          <a:off x="0" y="0"/>
          <a:ext cx="0" cy="0"/>
          <a:chOff x="0" y="0"/>
          <a:chExt cx="0" cy="0"/>
        </a:xfrm>
      </p:grpSpPr>
      <p:sp>
        <p:nvSpPr>
          <p:cNvPr id="2369" name="Google Shape;2369;p85"/>
          <p:cNvSpPr txBox="1"/>
          <p:nvPr/>
        </p:nvSpPr>
        <p:spPr>
          <a:xfrm>
            <a:off x="676603"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medtech workflows</a:t>
            </a:r>
            <a:endParaRPr sz="4200">
              <a:solidFill>
                <a:schemeClr val="dk1"/>
              </a:solidFill>
              <a:latin typeface="Avant Garde Demi SFDC"/>
              <a:ea typeface="Avant Garde Demi SFDC"/>
              <a:cs typeface="Avant Garde Demi SFDC"/>
              <a:sym typeface="Avant Garde Demi SFDC"/>
            </a:endParaRPr>
          </a:p>
        </p:txBody>
      </p:sp>
      <p:grpSp>
        <p:nvGrpSpPr>
          <p:cNvPr id="2370" name="Google Shape;2370;p85"/>
          <p:cNvGrpSpPr/>
          <p:nvPr/>
        </p:nvGrpSpPr>
        <p:grpSpPr>
          <a:xfrm>
            <a:off x="6307400" y="1143000"/>
            <a:ext cx="6313200" cy="307800"/>
            <a:chOff x="22663550" y="1349273"/>
            <a:chExt cx="6313200" cy="307800"/>
          </a:xfrm>
        </p:grpSpPr>
        <p:grpSp>
          <p:nvGrpSpPr>
            <p:cNvPr id="2371" name="Google Shape;2371;p85"/>
            <p:cNvGrpSpPr/>
            <p:nvPr/>
          </p:nvGrpSpPr>
          <p:grpSpPr>
            <a:xfrm>
              <a:off x="22663550" y="1349273"/>
              <a:ext cx="6313200" cy="307800"/>
              <a:chOff x="11238000" y="958400"/>
              <a:chExt cx="6313200" cy="307800"/>
            </a:xfrm>
          </p:grpSpPr>
          <p:sp>
            <p:nvSpPr>
              <p:cNvPr id="2372" name="Google Shape;2372;p85"/>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2373" name="Google Shape;2373;p85"/>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4" name="Google Shape;2374;p85"/>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75" name="Google Shape;2375;p85"/>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6" name="Google Shape;2376;p85"/>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7" name="Google Shape;2377;p85"/>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2378" name="Google Shape;2378;p85"/>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2379" name="Google Shape;2379;p85"/>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2380" name="Google Shape;2380;p85"/>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2381" name="Google Shape;2381;p85"/>
          <p:cNvGrpSpPr/>
          <p:nvPr/>
        </p:nvGrpSpPr>
        <p:grpSpPr>
          <a:xfrm>
            <a:off x="1735561" y="1752600"/>
            <a:ext cx="5042870" cy="7465163"/>
            <a:chOff x="468329" y="1524000"/>
            <a:chExt cx="5042870" cy="7465163"/>
          </a:xfrm>
        </p:grpSpPr>
        <p:sp>
          <p:nvSpPr>
            <p:cNvPr id="2382" name="Google Shape;2382;p85"/>
            <p:cNvSpPr txBox="1"/>
            <p:nvPr/>
          </p:nvSpPr>
          <p:spPr>
            <a:xfrm>
              <a:off x="3016756" y="334237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383" name="Google Shape;2383;p85"/>
            <p:cNvSpPr/>
            <p:nvPr/>
          </p:nvSpPr>
          <p:spPr>
            <a:xfrm>
              <a:off x="1668090" y="2459079"/>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4" name="Google Shape;2384;p85"/>
            <p:cNvSpPr/>
            <p:nvPr/>
          </p:nvSpPr>
          <p:spPr>
            <a:xfrm>
              <a:off x="1668090" y="3563049"/>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 Training </a:t>
              </a:r>
              <a:endParaRPr b="1" sz="945">
                <a:solidFill>
                  <a:srgbClr val="066AFE"/>
                </a:solidFill>
                <a:latin typeface="Salesforce Sans"/>
                <a:ea typeface="Salesforce Sans"/>
                <a:cs typeface="Salesforce Sans"/>
                <a:sym typeface="Salesforce Sans"/>
              </a:endParaRPr>
            </a:p>
          </p:txBody>
        </p:sp>
        <p:sp>
          <p:nvSpPr>
            <p:cNvPr id="2385" name="Google Shape;2385;p85"/>
            <p:cNvSpPr/>
            <p:nvPr/>
          </p:nvSpPr>
          <p:spPr>
            <a:xfrm>
              <a:off x="1668090" y="5113187"/>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Clinical Specialists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6" name="Google Shape;2386;p85"/>
            <p:cNvSpPr/>
            <p:nvPr/>
          </p:nvSpPr>
          <p:spPr>
            <a:xfrm>
              <a:off x="1668090" y="62176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Medical Affairs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7" name="Google Shape;2387;p85"/>
            <p:cNvSpPr/>
            <p:nvPr/>
          </p:nvSpPr>
          <p:spPr>
            <a:xfrm>
              <a:off x="1668090" y="7346461"/>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Field Inventory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8" name="Google Shape;2388;p85"/>
            <p:cNvSpPr txBox="1"/>
            <p:nvPr/>
          </p:nvSpPr>
          <p:spPr>
            <a:xfrm>
              <a:off x="3010101" y="24665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Territory Optimization</a:t>
              </a:r>
              <a:endParaRPr i="0" sz="800" u="none" cap="none" strike="noStrike">
                <a:latin typeface="Salesforce Sans"/>
                <a:ea typeface="Salesforce Sans"/>
                <a:cs typeface="Salesforce Sans"/>
                <a:sym typeface="Salesforce Sans"/>
              </a:endParaRPr>
            </a:p>
          </p:txBody>
        </p:sp>
        <p:sp>
          <p:nvSpPr>
            <p:cNvPr id="2389" name="Google Shape;2389;p85"/>
            <p:cNvSpPr txBox="1"/>
            <p:nvPr/>
          </p:nvSpPr>
          <p:spPr>
            <a:xfrm>
              <a:off x="3010101" y="261518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Virtual Sales Assistant</a:t>
              </a:r>
              <a:endParaRPr i="0" sz="800" u="none" cap="none" strike="noStrike">
                <a:latin typeface="Salesforce Sans"/>
                <a:ea typeface="Salesforce Sans"/>
                <a:cs typeface="Salesforce Sans"/>
                <a:sym typeface="Salesforce Sans"/>
              </a:endParaRPr>
            </a:p>
          </p:txBody>
        </p:sp>
        <p:sp>
          <p:nvSpPr>
            <p:cNvPr id="2390" name="Google Shape;2390;p85"/>
            <p:cNvSpPr txBox="1"/>
            <p:nvPr/>
          </p:nvSpPr>
          <p:spPr>
            <a:xfrm>
              <a:off x="3010101" y="27637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RFP &amp; Quote Generation</a:t>
              </a:r>
              <a:endParaRPr i="0" sz="800" u="none" cap="none" strike="noStrike">
                <a:latin typeface="Salesforce Sans"/>
                <a:ea typeface="Salesforce Sans"/>
                <a:cs typeface="Salesforce Sans"/>
                <a:sym typeface="Salesforce Sans"/>
              </a:endParaRPr>
            </a:p>
          </p:txBody>
        </p:sp>
        <p:sp>
          <p:nvSpPr>
            <p:cNvPr id="2391" name="Google Shape;2391;p85"/>
            <p:cNvSpPr txBox="1"/>
            <p:nvPr/>
          </p:nvSpPr>
          <p:spPr>
            <a:xfrm>
              <a:off x="3010101" y="29150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2392" name="Google Shape;2392;p85"/>
            <p:cNvSpPr txBox="1"/>
            <p:nvPr/>
          </p:nvSpPr>
          <p:spPr>
            <a:xfrm>
              <a:off x="3010099" y="305480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Science Liaison Support</a:t>
              </a:r>
              <a:endParaRPr i="0" sz="800" u="none" cap="none" strike="noStrike">
                <a:latin typeface="Salesforce Sans"/>
                <a:ea typeface="Salesforce Sans"/>
                <a:cs typeface="Salesforce Sans"/>
                <a:sym typeface="Salesforce Sans"/>
              </a:endParaRPr>
            </a:p>
          </p:txBody>
        </p:sp>
        <p:sp>
          <p:nvSpPr>
            <p:cNvPr id="2393" name="Google Shape;2393;p85"/>
            <p:cNvSpPr txBox="1"/>
            <p:nvPr/>
          </p:nvSpPr>
          <p:spPr>
            <a:xfrm>
              <a:off x="301010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Proactive Recall Management</a:t>
              </a:r>
              <a:endParaRPr sz="800">
                <a:latin typeface="Salesforce Sans"/>
                <a:ea typeface="Salesforce Sans"/>
                <a:cs typeface="Salesforce Sans"/>
                <a:sym typeface="Salesforce Sans"/>
              </a:endParaRPr>
            </a:p>
          </p:txBody>
        </p:sp>
        <p:sp>
          <p:nvSpPr>
            <p:cNvPr id="2394" name="Google Shape;2394;p85"/>
            <p:cNvSpPr/>
            <p:nvPr/>
          </p:nvSpPr>
          <p:spPr>
            <a:xfrm>
              <a:off x="2874053" y="178683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95" name="Google Shape;2395;p85"/>
            <p:cNvSpPr txBox="1"/>
            <p:nvPr/>
          </p:nvSpPr>
          <p:spPr>
            <a:xfrm>
              <a:off x="3010100" y="1923400"/>
              <a:ext cx="2388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Selection + Patient Recruitment </a:t>
              </a:r>
              <a:endParaRPr sz="800">
                <a:latin typeface="Salesforce Sans"/>
                <a:ea typeface="Salesforce Sans"/>
                <a:cs typeface="Salesforce Sans"/>
                <a:sym typeface="Salesforce Sans"/>
              </a:endParaRPr>
            </a:p>
          </p:txBody>
        </p:sp>
        <p:sp>
          <p:nvSpPr>
            <p:cNvPr id="2396" name="Google Shape;2396;p85"/>
            <p:cNvSpPr/>
            <p:nvPr/>
          </p:nvSpPr>
          <p:spPr>
            <a:xfrm>
              <a:off x="2874053" y="19418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97" name="Google Shape;2397;p85"/>
            <p:cNvSpPr txBox="1"/>
            <p:nvPr/>
          </p:nvSpPr>
          <p:spPr>
            <a:xfrm>
              <a:off x="301010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Regulatory Submission Dossier</a:t>
              </a:r>
              <a:endParaRPr sz="800">
                <a:latin typeface="Salesforce Sans"/>
                <a:ea typeface="Salesforce Sans"/>
                <a:cs typeface="Salesforce Sans"/>
                <a:sym typeface="Salesforce Sans"/>
              </a:endParaRPr>
            </a:p>
          </p:txBody>
        </p:sp>
        <p:sp>
          <p:nvSpPr>
            <p:cNvPr id="2398" name="Google Shape;2398;p85"/>
            <p:cNvSpPr/>
            <p:nvPr/>
          </p:nvSpPr>
          <p:spPr>
            <a:xfrm>
              <a:off x="2874053" y="209685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99" name="Google Shape;2399;p85"/>
            <p:cNvSpPr txBox="1"/>
            <p:nvPr/>
          </p:nvSpPr>
          <p:spPr>
            <a:xfrm>
              <a:off x="301010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Automated Literature &amp; IP Analysis</a:t>
              </a:r>
              <a:endParaRPr sz="800">
                <a:latin typeface="Salesforce Sans"/>
                <a:ea typeface="Salesforce Sans"/>
                <a:cs typeface="Salesforce Sans"/>
                <a:sym typeface="Salesforce Sans"/>
              </a:endParaRPr>
            </a:p>
          </p:txBody>
        </p:sp>
        <p:sp>
          <p:nvSpPr>
            <p:cNvPr id="2400" name="Google Shape;2400;p85"/>
            <p:cNvSpPr/>
            <p:nvPr/>
          </p:nvSpPr>
          <p:spPr>
            <a:xfrm>
              <a:off x="2874053" y="2257639"/>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1" name="Google Shape;2401;p85"/>
            <p:cNvSpPr/>
            <p:nvPr/>
          </p:nvSpPr>
          <p:spPr>
            <a:xfrm>
              <a:off x="2874053" y="263378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2" name="Google Shape;2402;p85"/>
            <p:cNvSpPr/>
            <p:nvPr/>
          </p:nvSpPr>
          <p:spPr>
            <a:xfrm>
              <a:off x="2874053" y="278239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03" name="Google Shape;2403;p85"/>
            <p:cNvSpPr/>
            <p:nvPr/>
          </p:nvSpPr>
          <p:spPr>
            <a:xfrm>
              <a:off x="2874053" y="29336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4" name="Google Shape;2404;p85"/>
            <p:cNvSpPr/>
            <p:nvPr/>
          </p:nvSpPr>
          <p:spPr>
            <a:xfrm>
              <a:off x="2874053" y="307339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5" name="Google Shape;2405;p85"/>
            <p:cNvSpPr/>
            <p:nvPr/>
          </p:nvSpPr>
          <p:spPr>
            <a:xfrm>
              <a:off x="2874053" y="24851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6" name="Google Shape;2406;p85"/>
            <p:cNvSpPr txBox="1"/>
            <p:nvPr/>
          </p:nvSpPr>
          <p:spPr>
            <a:xfrm>
              <a:off x="46832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407" name="Google Shape;2407;p85"/>
            <p:cNvSpPr txBox="1"/>
            <p:nvPr/>
          </p:nvSpPr>
          <p:spPr>
            <a:xfrm>
              <a:off x="166809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408" name="Google Shape;2408;p85"/>
            <p:cNvGrpSpPr/>
            <p:nvPr/>
          </p:nvGrpSpPr>
          <p:grpSpPr>
            <a:xfrm>
              <a:off x="487940" y="1793656"/>
              <a:ext cx="952566" cy="449700"/>
              <a:chOff x="755108" y="1946374"/>
              <a:chExt cx="1322458" cy="449700"/>
            </a:xfrm>
          </p:grpSpPr>
          <p:sp>
            <p:nvSpPr>
              <p:cNvPr id="2409" name="Google Shape;2409;p85"/>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0" name="Google Shape;2410;p85"/>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PLM</a:t>
                </a:r>
                <a:endParaRPr sz="900">
                  <a:solidFill>
                    <a:srgbClr val="FFFFFF"/>
                  </a:solidFill>
                  <a:latin typeface="Avant Garde Demi SFDC"/>
                  <a:ea typeface="Avant Garde Demi SFDC"/>
                  <a:cs typeface="Avant Garde Demi SFDC"/>
                  <a:sym typeface="Avant Garde Demi SFDC"/>
                </a:endParaRPr>
              </a:p>
            </p:txBody>
          </p:sp>
        </p:grpSp>
        <p:sp>
          <p:nvSpPr>
            <p:cNvPr id="2411" name="Google Shape;2411;p85"/>
            <p:cNvSpPr txBox="1"/>
            <p:nvPr/>
          </p:nvSpPr>
          <p:spPr>
            <a:xfrm>
              <a:off x="301193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412" name="Google Shape;2412;p85"/>
            <p:cNvSpPr txBox="1"/>
            <p:nvPr/>
          </p:nvSpPr>
          <p:spPr>
            <a:xfrm>
              <a:off x="1668090"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R&amp;D + Product Lifecycle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413" name="Google Shape;2413;p85"/>
            <p:cNvGrpSpPr/>
            <p:nvPr/>
          </p:nvGrpSpPr>
          <p:grpSpPr>
            <a:xfrm>
              <a:off x="487981" y="3594708"/>
              <a:ext cx="952525" cy="449700"/>
              <a:chOff x="755165" y="1951713"/>
              <a:chExt cx="1322400" cy="449700"/>
            </a:xfrm>
          </p:grpSpPr>
          <p:sp>
            <p:nvSpPr>
              <p:cNvPr id="2414" name="Google Shape;2414;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5" name="Google Shape;2415;p85"/>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Enablement</a:t>
                </a:r>
                <a:endParaRPr sz="900">
                  <a:solidFill>
                    <a:srgbClr val="FFFFFF"/>
                  </a:solidFill>
                  <a:latin typeface="Avant Garde Demi SFDC"/>
                  <a:ea typeface="Avant Garde Demi SFDC"/>
                  <a:cs typeface="Avant Garde Demi SFDC"/>
                  <a:sym typeface="Avant Garde Demi SFDC"/>
                </a:endParaRPr>
              </a:p>
            </p:txBody>
          </p:sp>
        </p:grpSp>
        <p:grpSp>
          <p:nvGrpSpPr>
            <p:cNvPr id="2416" name="Google Shape;2416;p85"/>
            <p:cNvGrpSpPr/>
            <p:nvPr/>
          </p:nvGrpSpPr>
          <p:grpSpPr>
            <a:xfrm>
              <a:off x="487981" y="2487900"/>
              <a:ext cx="952525" cy="449700"/>
              <a:chOff x="755165" y="1951713"/>
              <a:chExt cx="1322400" cy="449700"/>
            </a:xfrm>
          </p:grpSpPr>
          <p:sp>
            <p:nvSpPr>
              <p:cNvPr id="2417" name="Google Shape;2417;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8" name="Google Shape;2418;p85"/>
              <p:cNvSpPr txBox="1"/>
              <p:nvPr/>
            </p:nvSpPr>
            <p:spPr>
              <a:xfrm>
                <a:off x="761315" y="2114163"/>
                <a:ext cx="1310100" cy="124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2419" name="Google Shape;2419;p85"/>
            <p:cNvSpPr txBox="1"/>
            <p:nvPr/>
          </p:nvSpPr>
          <p:spPr>
            <a:xfrm>
              <a:off x="3010101" y="3205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2420" name="Google Shape;2420;p85"/>
            <p:cNvSpPr/>
            <p:nvPr/>
          </p:nvSpPr>
          <p:spPr>
            <a:xfrm>
              <a:off x="2874053" y="32239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2421" name="Google Shape;2421;p85"/>
            <p:cNvGrpSpPr/>
            <p:nvPr/>
          </p:nvGrpSpPr>
          <p:grpSpPr>
            <a:xfrm>
              <a:off x="487981" y="5143496"/>
              <a:ext cx="952525" cy="449700"/>
              <a:chOff x="755165" y="1951713"/>
              <a:chExt cx="1322400" cy="449700"/>
            </a:xfrm>
          </p:grpSpPr>
          <p:sp>
            <p:nvSpPr>
              <p:cNvPr id="2422" name="Google Shape;2422;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23" name="Google Shape;2423;p85"/>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Affairs</a:t>
                </a:r>
                <a:endParaRPr sz="900">
                  <a:solidFill>
                    <a:srgbClr val="FFFFFF"/>
                  </a:solidFill>
                  <a:latin typeface="Avant Garde Demi SFDC"/>
                  <a:ea typeface="Avant Garde Demi SFDC"/>
                  <a:cs typeface="Avant Garde Demi SFDC"/>
                  <a:sym typeface="Avant Garde Demi SFDC"/>
                </a:endParaRPr>
              </a:p>
            </p:txBody>
          </p:sp>
        </p:grpSp>
        <p:grpSp>
          <p:nvGrpSpPr>
            <p:cNvPr id="2424" name="Google Shape;2424;p85"/>
            <p:cNvGrpSpPr/>
            <p:nvPr/>
          </p:nvGrpSpPr>
          <p:grpSpPr>
            <a:xfrm>
              <a:off x="487981" y="7376208"/>
              <a:ext cx="952525" cy="449700"/>
              <a:chOff x="755165" y="1951713"/>
              <a:chExt cx="1322400" cy="449700"/>
            </a:xfrm>
          </p:grpSpPr>
          <p:sp>
            <p:nvSpPr>
              <p:cNvPr id="2425" name="Google Shape;2425;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26" name="Google Shape;2426;p85"/>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sp>
          <p:nvSpPr>
            <p:cNvPr id="2427" name="Google Shape;2427;p85"/>
            <p:cNvSpPr txBox="1"/>
            <p:nvPr/>
          </p:nvSpPr>
          <p:spPr>
            <a:xfrm>
              <a:off x="3010101" y="35726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2428" name="Google Shape;2428;p85"/>
            <p:cNvSpPr txBox="1"/>
            <p:nvPr/>
          </p:nvSpPr>
          <p:spPr>
            <a:xfrm>
              <a:off x="3010101" y="37212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2429" name="Google Shape;2429;p85"/>
            <p:cNvSpPr txBox="1"/>
            <p:nvPr/>
          </p:nvSpPr>
          <p:spPr>
            <a:xfrm>
              <a:off x="3010101" y="38698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Competitive Analysis</a:t>
              </a:r>
              <a:endParaRPr i="0" sz="800" u="none" cap="none" strike="noStrike">
                <a:latin typeface="Salesforce Sans"/>
                <a:ea typeface="Salesforce Sans"/>
                <a:cs typeface="Salesforce Sans"/>
                <a:sym typeface="Salesforce Sans"/>
              </a:endParaRPr>
            </a:p>
          </p:txBody>
        </p:sp>
        <p:sp>
          <p:nvSpPr>
            <p:cNvPr id="2430" name="Google Shape;2430;p85"/>
            <p:cNvSpPr txBox="1"/>
            <p:nvPr/>
          </p:nvSpPr>
          <p:spPr>
            <a:xfrm>
              <a:off x="3010101" y="40210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Customer</a:t>
              </a:r>
              <a:endParaRPr i="0" sz="800" u="none" cap="none" strike="noStrike">
                <a:latin typeface="Salesforce Sans"/>
                <a:ea typeface="Salesforce Sans"/>
                <a:cs typeface="Salesforce Sans"/>
                <a:sym typeface="Salesforce Sans"/>
              </a:endParaRPr>
            </a:p>
          </p:txBody>
        </p:sp>
        <p:sp>
          <p:nvSpPr>
            <p:cNvPr id="2431" name="Google Shape;2431;p85"/>
            <p:cNvSpPr txBox="1"/>
            <p:nvPr/>
          </p:nvSpPr>
          <p:spPr>
            <a:xfrm>
              <a:off x="3010101" y="41608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HCP Content Personalization</a:t>
              </a:r>
              <a:endParaRPr i="0" sz="800" u="none" cap="none" strike="noStrike">
                <a:latin typeface="Salesforce Sans"/>
                <a:ea typeface="Salesforce Sans"/>
                <a:cs typeface="Salesforce Sans"/>
                <a:sym typeface="Salesforce Sans"/>
              </a:endParaRPr>
            </a:p>
          </p:txBody>
        </p:sp>
        <p:sp>
          <p:nvSpPr>
            <p:cNvPr id="2432" name="Google Shape;2432;p85"/>
            <p:cNvSpPr/>
            <p:nvPr/>
          </p:nvSpPr>
          <p:spPr>
            <a:xfrm>
              <a:off x="2874053" y="37398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3" name="Google Shape;2433;p85"/>
            <p:cNvSpPr/>
            <p:nvPr/>
          </p:nvSpPr>
          <p:spPr>
            <a:xfrm>
              <a:off x="2874053" y="38884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34" name="Google Shape;2434;p85"/>
            <p:cNvSpPr/>
            <p:nvPr/>
          </p:nvSpPr>
          <p:spPr>
            <a:xfrm>
              <a:off x="2874053" y="4039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5" name="Google Shape;2435;p85"/>
            <p:cNvSpPr/>
            <p:nvPr/>
          </p:nvSpPr>
          <p:spPr>
            <a:xfrm>
              <a:off x="2874053" y="41794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6" name="Google Shape;2436;p85"/>
            <p:cNvSpPr/>
            <p:nvPr/>
          </p:nvSpPr>
          <p:spPr>
            <a:xfrm>
              <a:off x="2874053" y="35912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7" name="Google Shape;2437;p85"/>
            <p:cNvSpPr txBox="1"/>
            <p:nvPr/>
          </p:nvSpPr>
          <p:spPr>
            <a:xfrm>
              <a:off x="3010101" y="4311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2438" name="Google Shape;2438;p85"/>
            <p:cNvSpPr txBox="1"/>
            <p:nvPr/>
          </p:nvSpPr>
          <p:spPr>
            <a:xfrm>
              <a:off x="3010099" y="446258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Skills &amp; Knowledge Gap Assessment</a:t>
              </a:r>
              <a:endParaRPr i="0" sz="800" u="none" cap="none" strike="noStrike">
                <a:latin typeface="Salesforce Sans"/>
                <a:ea typeface="Salesforce Sans"/>
                <a:cs typeface="Salesforce Sans"/>
                <a:sym typeface="Salesforce Sans"/>
              </a:endParaRPr>
            </a:p>
          </p:txBody>
        </p:sp>
        <p:sp>
          <p:nvSpPr>
            <p:cNvPr id="2439" name="Google Shape;2439;p85"/>
            <p:cNvSpPr txBox="1"/>
            <p:nvPr/>
          </p:nvSpPr>
          <p:spPr>
            <a:xfrm>
              <a:off x="3010099" y="460236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L&amp;D Content Recommendation</a:t>
              </a:r>
              <a:endParaRPr i="0" sz="800" u="none" cap="none" strike="noStrike">
                <a:latin typeface="Salesforce Sans"/>
                <a:ea typeface="Salesforce Sans"/>
                <a:cs typeface="Salesforce Sans"/>
                <a:sym typeface="Salesforce Sans"/>
              </a:endParaRPr>
            </a:p>
          </p:txBody>
        </p:sp>
        <p:sp>
          <p:nvSpPr>
            <p:cNvPr id="2440" name="Google Shape;2440;p85"/>
            <p:cNvSpPr/>
            <p:nvPr/>
          </p:nvSpPr>
          <p:spPr>
            <a:xfrm>
              <a:off x="2874053" y="43299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41" name="Google Shape;2441;p85"/>
            <p:cNvSpPr/>
            <p:nvPr/>
          </p:nvSpPr>
          <p:spPr>
            <a:xfrm>
              <a:off x="2874053" y="44811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2" name="Google Shape;2442;p85"/>
            <p:cNvSpPr/>
            <p:nvPr/>
          </p:nvSpPr>
          <p:spPr>
            <a:xfrm>
              <a:off x="2874053" y="46209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3" name="Google Shape;2443;p85"/>
            <p:cNvSpPr txBox="1"/>
            <p:nvPr/>
          </p:nvSpPr>
          <p:spPr>
            <a:xfrm>
              <a:off x="3010101" y="473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2444" name="Google Shape;2444;p85"/>
            <p:cNvSpPr/>
            <p:nvPr/>
          </p:nvSpPr>
          <p:spPr>
            <a:xfrm>
              <a:off x="2874053" y="47576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5" name="Google Shape;2445;p85"/>
            <p:cNvSpPr txBox="1"/>
            <p:nvPr/>
          </p:nvSpPr>
          <p:spPr>
            <a:xfrm>
              <a:off x="3016756" y="48853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46" name="Google Shape;2446;p85"/>
            <p:cNvSpPr txBox="1"/>
            <p:nvPr/>
          </p:nvSpPr>
          <p:spPr>
            <a:xfrm>
              <a:off x="3010101" y="510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Specialist Enablement</a:t>
              </a:r>
              <a:endParaRPr i="0" sz="800" u="none" cap="none" strike="noStrike">
                <a:latin typeface="Salesforce Sans"/>
                <a:ea typeface="Salesforce Sans"/>
                <a:cs typeface="Salesforce Sans"/>
                <a:sym typeface="Salesforce Sans"/>
              </a:endParaRPr>
            </a:p>
          </p:txBody>
        </p:sp>
        <p:sp>
          <p:nvSpPr>
            <p:cNvPr id="2447" name="Google Shape;2447;p85"/>
            <p:cNvSpPr txBox="1"/>
            <p:nvPr/>
          </p:nvSpPr>
          <p:spPr>
            <a:xfrm>
              <a:off x="3010100" y="5257700"/>
              <a:ext cx="1785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24/7 Clinical &amp; Technical Support</a:t>
              </a:r>
              <a:endParaRPr i="0" sz="800" u="none" cap="none" strike="noStrike">
                <a:latin typeface="Salesforce Sans"/>
                <a:ea typeface="Salesforce Sans"/>
                <a:cs typeface="Salesforce Sans"/>
                <a:sym typeface="Salesforce Sans"/>
              </a:endParaRPr>
            </a:p>
          </p:txBody>
        </p:sp>
        <p:sp>
          <p:nvSpPr>
            <p:cNvPr id="2448" name="Google Shape;2448;p85"/>
            <p:cNvSpPr txBox="1"/>
            <p:nvPr/>
          </p:nvSpPr>
          <p:spPr>
            <a:xfrm>
              <a:off x="3010100" y="5406325"/>
              <a:ext cx="1958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Proactive Services &amp; Consumable</a:t>
              </a:r>
              <a:endParaRPr i="0" sz="800" u="none" cap="none" strike="noStrike">
                <a:latin typeface="Salesforce Sans"/>
                <a:ea typeface="Salesforce Sans"/>
                <a:cs typeface="Salesforce Sans"/>
                <a:sym typeface="Salesforce Sans"/>
              </a:endParaRPr>
            </a:p>
          </p:txBody>
        </p:sp>
        <p:sp>
          <p:nvSpPr>
            <p:cNvPr id="2449" name="Google Shape;2449;p85"/>
            <p:cNvSpPr txBox="1"/>
            <p:nvPr/>
          </p:nvSpPr>
          <p:spPr>
            <a:xfrm>
              <a:off x="3010100" y="5557525"/>
              <a:ext cx="193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&amp; Compliant Intake</a:t>
              </a:r>
              <a:endParaRPr i="0" sz="800" u="none" cap="none" strike="noStrike">
                <a:latin typeface="Salesforce Sans"/>
                <a:ea typeface="Salesforce Sans"/>
                <a:cs typeface="Salesforce Sans"/>
                <a:sym typeface="Salesforce Sans"/>
              </a:endParaRPr>
            </a:p>
          </p:txBody>
        </p:sp>
        <p:sp>
          <p:nvSpPr>
            <p:cNvPr id="2450" name="Google Shape;2450;p85"/>
            <p:cNvSpPr txBox="1"/>
            <p:nvPr/>
          </p:nvSpPr>
          <p:spPr>
            <a:xfrm>
              <a:off x="3010101" y="56973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Management</a:t>
              </a:r>
              <a:endParaRPr i="0" sz="800" u="none" cap="none" strike="noStrike">
                <a:latin typeface="Salesforce Sans"/>
                <a:ea typeface="Salesforce Sans"/>
                <a:cs typeface="Salesforce Sans"/>
                <a:sym typeface="Salesforce Sans"/>
              </a:endParaRPr>
            </a:p>
          </p:txBody>
        </p:sp>
        <p:sp>
          <p:nvSpPr>
            <p:cNvPr id="2451" name="Google Shape;2451;p85"/>
            <p:cNvSpPr/>
            <p:nvPr/>
          </p:nvSpPr>
          <p:spPr>
            <a:xfrm>
              <a:off x="2874053" y="52763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2" name="Google Shape;2452;p85"/>
            <p:cNvSpPr/>
            <p:nvPr/>
          </p:nvSpPr>
          <p:spPr>
            <a:xfrm>
              <a:off x="2874053" y="5424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53" name="Google Shape;2453;p85"/>
            <p:cNvSpPr/>
            <p:nvPr/>
          </p:nvSpPr>
          <p:spPr>
            <a:xfrm>
              <a:off x="2874053" y="55761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4" name="Google Shape;2454;p85"/>
            <p:cNvSpPr/>
            <p:nvPr/>
          </p:nvSpPr>
          <p:spPr>
            <a:xfrm>
              <a:off x="2874053" y="57159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5" name="Google Shape;2455;p85"/>
            <p:cNvSpPr/>
            <p:nvPr/>
          </p:nvSpPr>
          <p:spPr>
            <a:xfrm>
              <a:off x="2874053" y="51276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6" name="Google Shape;2456;p85"/>
            <p:cNvSpPr txBox="1"/>
            <p:nvPr/>
          </p:nvSpPr>
          <p:spPr>
            <a:xfrm>
              <a:off x="3010101" y="58478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2457" name="Google Shape;2457;p85"/>
            <p:cNvSpPr/>
            <p:nvPr/>
          </p:nvSpPr>
          <p:spPr>
            <a:xfrm>
              <a:off x="2874053" y="5866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58" name="Google Shape;2458;p85"/>
            <p:cNvSpPr txBox="1"/>
            <p:nvPr/>
          </p:nvSpPr>
          <p:spPr>
            <a:xfrm>
              <a:off x="3010099" y="622162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Key Opinion Leader</a:t>
              </a:r>
              <a:endParaRPr i="0" sz="800" u="none" cap="none" strike="noStrike">
                <a:latin typeface="Salesforce Sans"/>
                <a:ea typeface="Salesforce Sans"/>
                <a:cs typeface="Salesforce Sans"/>
                <a:sym typeface="Salesforce Sans"/>
              </a:endParaRPr>
            </a:p>
          </p:txBody>
        </p:sp>
        <p:sp>
          <p:nvSpPr>
            <p:cNvPr id="2459" name="Google Shape;2459;p85"/>
            <p:cNvSpPr txBox="1"/>
            <p:nvPr/>
          </p:nvSpPr>
          <p:spPr>
            <a:xfrm>
              <a:off x="3010099" y="637023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Evidence &amp; Scientific Engagement</a:t>
              </a:r>
              <a:endParaRPr i="0" sz="800" u="none" cap="none" strike="noStrike">
                <a:latin typeface="Salesforce Sans"/>
                <a:ea typeface="Salesforce Sans"/>
                <a:cs typeface="Salesforce Sans"/>
                <a:sym typeface="Salesforce Sans"/>
              </a:endParaRPr>
            </a:p>
          </p:txBody>
        </p:sp>
        <p:sp>
          <p:nvSpPr>
            <p:cNvPr id="2460" name="Google Shape;2460;p85"/>
            <p:cNvSpPr txBox="1"/>
            <p:nvPr/>
          </p:nvSpPr>
          <p:spPr>
            <a:xfrm>
              <a:off x="3010099" y="651884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KOL Engagement &amp; Scientific Strategy</a:t>
              </a:r>
              <a:endParaRPr i="0" sz="800" u="none" cap="none" strike="noStrike">
                <a:latin typeface="Salesforce Sans"/>
                <a:ea typeface="Salesforce Sans"/>
                <a:cs typeface="Salesforce Sans"/>
                <a:sym typeface="Salesforce Sans"/>
              </a:endParaRPr>
            </a:p>
          </p:txBody>
        </p:sp>
        <p:sp>
          <p:nvSpPr>
            <p:cNvPr id="2461" name="Google Shape;2461;p85"/>
            <p:cNvSpPr txBox="1"/>
            <p:nvPr/>
          </p:nvSpPr>
          <p:spPr>
            <a:xfrm>
              <a:off x="3010099" y="66700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RWE Intelligence</a:t>
              </a:r>
              <a:endParaRPr i="0" sz="800" u="none" cap="none" strike="noStrike">
                <a:latin typeface="Salesforce Sans"/>
                <a:ea typeface="Salesforce Sans"/>
                <a:cs typeface="Salesforce Sans"/>
                <a:sym typeface="Salesforce Sans"/>
              </a:endParaRPr>
            </a:p>
          </p:txBody>
        </p:sp>
        <p:sp>
          <p:nvSpPr>
            <p:cNvPr id="2462" name="Google Shape;2462;p85"/>
            <p:cNvSpPr txBox="1"/>
            <p:nvPr/>
          </p:nvSpPr>
          <p:spPr>
            <a:xfrm>
              <a:off x="3010099" y="6809833"/>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Education &amp; HCP Enablement</a:t>
              </a:r>
              <a:endParaRPr i="0" sz="800" u="none" cap="none" strike="noStrike">
                <a:latin typeface="Salesforce Sans"/>
                <a:ea typeface="Salesforce Sans"/>
                <a:cs typeface="Salesforce Sans"/>
                <a:sym typeface="Salesforce Sans"/>
              </a:endParaRPr>
            </a:p>
          </p:txBody>
        </p:sp>
        <p:sp>
          <p:nvSpPr>
            <p:cNvPr id="2463" name="Google Shape;2463;p85"/>
            <p:cNvSpPr/>
            <p:nvPr/>
          </p:nvSpPr>
          <p:spPr>
            <a:xfrm>
              <a:off x="2874053" y="63888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4" name="Google Shape;2464;p85"/>
            <p:cNvSpPr/>
            <p:nvPr/>
          </p:nvSpPr>
          <p:spPr>
            <a:xfrm>
              <a:off x="2874053" y="65374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65" name="Google Shape;2465;p85"/>
            <p:cNvSpPr/>
            <p:nvPr/>
          </p:nvSpPr>
          <p:spPr>
            <a:xfrm>
              <a:off x="2874053" y="6688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6" name="Google Shape;2466;p85"/>
            <p:cNvSpPr/>
            <p:nvPr/>
          </p:nvSpPr>
          <p:spPr>
            <a:xfrm>
              <a:off x="2874053" y="6828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7" name="Google Shape;2467;p85"/>
            <p:cNvSpPr/>
            <p:nvPr/>
          </p:nvSpPr>
          <p:spPr>
            <a:xfrm>
              <a:off x="2874053" y="6240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8" name="Google Shape;2468;p85"/>
            <p:cNvSpPr txBox="1"/>
            <p:nvPr/>
          </p:nvSpPr>
          <p:spPr>
            <a:xfrm>
              <a:off x="3010099" y="696037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Insight Collection &amp; Strategic Feedback </a:t>
              </a:r>
              <a:endParaRPr sz="800">
                <a:latin typeface="Salesforce Sans"/>
                <a:ea typeface="Salesforce Sans"/>
                <a:cs typeface="Salesforce Sans"/>
                <a:sym typeface="Salesforce Sans"/>
              </a:endParaRPr>
            </a:p>
          </p:txBody>
        </p:sp>
        <p:sp>
          <p:nvSpPr>
            <p:cNvPr id="2469" name="Google Shape;2469;p85"/>
            <p:cNvSpPr/>
            <p:nvPr/>
          </p:nvSpPr>
          <p:spPr>
            <a:xfrm>
              <a:off x="2874053" y="6978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70" name="Google Shape;2470;p85"/>
            <p:cNvSpPr txBox="1"/>
            <p:nvPr/>
          </p:nvSpPr>
          <p:spPr>
            <a:xfrm>
              <a:off x="3016756" y="599412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71" name="Google Shape;2471;p85"/>
            <p:cNvSpPr txBox="1"/>
            <p:nvPr/>
          </p:nvSpPr>
          <p:spPr>
            <a:xfrm>
              <a:off x="3016756" y="7129550"/>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72" name="Google Shape;2472;p85"/>
            <p:cNvSpPr txBox="1"/>
            <p:nvPr/>
          </p:nvSpPr>
          <p:spPr>
            <a:xfrm>
              <a:off x="3010099" y="795313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Supply Chain Orchestration</a:t>
              </a:r>
              <a:endParaRPr i="0" sz="800" u="none" cap="none" strike="noStrike">
                <a:latin typeface="Salesforce Sans"/>
                <a:ea typeface="Salesforce Sans"/>
                <a:cs typeface="Salesforce Sans"/>
                <a:sym typeface="Salesforce Sans"/>
              </a:endParaRPr>
            </a:p>
          </p:txBody>
        </p:sp>
        <p:sp>
          <p:nvSpPr>
            <p:cNvPr id="2473" name="Google Shape;2473;p85"/>
            <p:cNvSpPr txBox="1"/>
            <p:nvPr/>
          </p:nvSpPr>
          <p:spPr>
            <a:xfrm>
              <a:off x="3010099" y="81017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Focus Group &amp; Survey Synthesis</a:t>
              </a:r>
              <a:endParaRPr i="0" sz="800" u="none" cap="none" strike="noStrike">
                <a:latin typeface="Salesforce Sans"/>
                <a:ea typeface="Salesforce Sans"/>
                <a:cs typeface="Salesforce Sans"/>
                <a:sym typeface="Salesforce Sans"/>
              </a:endParaRPr>
            </a:p>
          </p:txBody>
        </p:sp>
        <p:sp>
          <p:nvSpPr>
            <p:cNvPr id="2474" name="Google Shape;2474;p85"/>
            <p:cNvSpPr txBox="1"/>
            <p:nvPr/>
          </p:nvSpPr>
          <p:spPr>
            <a:xfrm>
              <a:off x="3010099" y="82503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Status Live Tracking</a:t>
              </a:r>
              <a:endParaRPr i="0" sz="800" u="none" cap="none" strike="noStrike">
                <a:latin typeface="Salesforce Sans"/>
                <a:ea typeface="Salesforce Sans"/>
                <a:cs typeface="Salesforce Sans"/>
                <a:sym typeface="Salesforce Sans"/>
              </a:endParaRPr>
            </a:p>
          </p:txBody>
        </p:sp>
        <p:sp>
          <p:nvSpPr>
            <p:cNvPr id="2475" name="Google Shape;2475;p85"/>
            <p:cNvSpPr txBox="1"/>
            <p:nvPr/>
          </p:nvSpPr>
          <p:spPr>
            <a:xfrm>
              <a:off x="3010099" y="84015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Out of Stock Alert &amp; Prediction</a:t>
              </a:r>
              <a:endParaRPr i="0" sz="800" u="none" cap="none" strike="noStrike">
                <a:latin typeface="Salesforce Sans"/>
                <a:ea typeface="Salesforce Sans"/>
                <a:cs typeface="Salesforce Sans"/>
                <a:sym typeface="Salesforce Sans"/>
              </a:endParaRPr>
            </a:p>
          </p:txBody>
        </p:sp>
        <p:sp>
          <p:nvSpPr>
            <p:cNvPr id="2476" name="Google Shape;2476;p85"/>
            <p:cNvSpPr txBox="1"/>
            <p:nvPr/>
          </p:nvSpPr>
          <p:spPr>
            <a:xfrm>
              <a:off x="3010099" y="8541346"/>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Fulfilment &amp; Routing Exception</a:t>
              </a:r>
              <a:endParaRPr i="0" sz="800" u="none" cap="none" strike="noStrike">
                <a:latin typeface="Salesforce Sans"/>
                <a:ea typeface="Salesforce Sans"/>
                <a:cs typeface="Salesforce Sans"/>
                <a:sym typeface="Salesforce Sans"/>
              </a:endParaRPr>
            </a:p>
          </p:txBody>
        </p:sp>
        <p:sp>
          <p:nvSpPr>
            <p:cNvPr id="2477" name="Google Shape;2477;p85"/>
            <p:cNvSpPr/>
            <p:nvPr/>
          </p:nvSpPr>
          <p:spPr>
            <a:xfrm>
              <a:off x="2874053" y="8120345"/>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78" name="Google Shape;2478;p85"/>
            <p:cNvSpPr/>
            <p:nvPr/>
          </p:nvSpPr>
          <p:spPr>
            <a:xfrm>
              <a:off x="2874053" y="82689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79" name="Google Shape;2479;p85"/>
            <p:cNvSpPr/>
            <p:nvPr/>
          </p:nvSpPr>
          <p:spPr>
            <a:xfrm>
              <a:off x="2874053" y="8420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0" name="Google Shape;2480;p85"/>
            <p:cNvSpPr/>
            <p:nvPr/>
          </p:nvSpPr>
          <p:spPr>
            <a:xfrm>
              <a:off x="2874053" y="85599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1" name="Google Shape;2481;p85"/>
            <p:cNvSpPr/>
            <p:nvPr/>
          </p:nvSpPr>
          <p:spPr>
            <a:xfrm>
              <a:off x="2874053" y="79717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2" name="Google Shape;2482;p85"/>
            <p:cNvSpPr txBox="1"/>
            <p:nvPr/>
          </p:nvSpPr>
          <p:spPr>
            <a:xfrm>
              <a:off x="3010099" y="869189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Tracking &amp; Communication</a:t>
              </a:r>
              <a:endParaRPr sz="800">
                <a:latin typeface="Salesforce Sans"/>
                <a:ea typeface="Salesforce Sans"/>
                <a:cs typeface="Salesforce Sans"/>
                <a:sym typeface="Salesforce Sans"/>
              </a:endParaRPr>
            </a:p>
          </p:txBody>
        </p:sp>
        <p:sp>
          <p:nvSpPr>
            <p:cNvPr id="2483" name="Google Shape;2483;p85"/>
            <p:cNvSpPr/>
            <p:nvPr/>
          </p:nvSpPr>
          <p:spPr>
            <a:xfrm>
              <a:off x="2874053" y="87105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84" name="Google Shape;2484;p85"/>
            <p:cNvSpPr txBox="1"/>
            <p:nvPr/>
          </p:nvSpPr>
          <p:spPr>
            <a:xfrm>
              <a:off x="3016756" y="88610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85" name="Google Shape;2485;p85"/>
            <p:cNvSpPr txBox="1"/>
            <p:nvPr/>
          </p:nvSpPr>
          <p:spPr>
            <a:xfrm>
              <a:off x="3010099" y="73528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2486" name="Google Shape;2486;p85"/>
            <p:cNvSpPr txBox="1"/>
            <p:nvPr/>
          </p:nvSpPr>
          <p:spPr>
            <a:xfrm>
              <a:off x="3010099" y="75014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Inventory Visibility &amp; Optimization</a:t>
              </a:r>
              <a:endParaRPr i="0" sz="800" u="none" cap="none" strike="noStrike">
                <a:latin typeface="Salesforce Sans"/>
                <a:ea typeface="Salesforce Sans"/>
                <a:cs typeface="Salesforce Sans"/>
                <a:sym typeface="Salesforce Sans"/>
              </a:endParaRPr>
            </a:p>
          </p:txBody>
        </p:sp>
        <p:sp>
          <p:nvSpPr>
            <p:cNvPr id="2487" name="Google Shape;2487;p85"/>
            <p:cNvSpPr txBox="1"/>
            <p:nvPr/>
          </p:nvSpPr>
          <p:spPr>
            <a:xfrm>
              <a:off x="3010099" y="76500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i="0" sz="800" u="none" cap="none" strike="noStrike">
                <a:latin typeface="Salesforce Sans"/>
                <a:ea typeface="Salesforce Sans"/>
                <a:cs typeface="Salesforce Sans"/>
                <a:sym typeface="Salesforce Sans"/>
              </a:endParaRPr>
            </a:p>
          </p:txBody>
        </p:sp>
        <p:sp>
          <p:nvSpPr>
            <p:cNvPr id="2488" name="Google Shape;2488;p85"/>
            <p:cNvSpPr txBox="1"/>
            <p:nvPr/>
          </p:nvSpPr>
          <p:spPr>
            <a:xfrm>
              <a:off x="3010099" y="78012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i="0" sz="800" u="none" cap="none" strike="noStrike">
                <a:latin typeface="Salesforce Sans"/>
                <a:ea typeface="Salesforce Sans"/>
                <a:cs typeface="Salesforce Sans"/>
                <a:sym typeface="Salesforce Sans"/>
              </a:endParaRPr>
            </a:p>
          </p:txBody>
        </p:sp>
        <p:sp>
          <p:nvSpPr>
            <p:cNvPr id="2489" name="Google Shape;2489;p85"/>
            <p:cNvSpPr/>
            <p:nvPr/>
          </p:nvSpPr>
          <p:spPr>
            <a:xfrm>
              <a:off x="2874053" y="75200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90" name="Google Shape;2490;p85"/>
            <p:cNvSpPr/>
            <p:nvPr/>
          </p:nvSpPr>
          <p:spPr>
            <a:xfrm>
              <a:off x="2874053" y="766866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91" name="Google Shape;2491;p85"/>
            <p:cNvSpPr/>
            <p:nvPr/>
          </p:nvSpPr>
          <p:spPr>
            <a:xfrm>
              <a:off x="2874053" y="78198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92" name="Google Shape;2492;p85"/>
            <p:cNvSpPr/>
            <p:nvPr/>
          </p:nvSpPr>
          <p:spPr>
            <a:xfrm>
              <a:off x="2874053" y="73714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2493" name="Google Shape;2493;p85"/>
          <p:cNvGrpSpPr/>
          <p:nvPr/>
        </p:nvGrpSpPr>
        <p:grpSpPr>
          <a:xfrm>
            <a:off x="7088611" y="1752600"/>
            <a:ext cx="5094171" cy="6865800"/>
            <a:chOff x="5821379" y="1524000"/>
            <a:chExt cx="5094171" cy="6865800"/>
          </a:xfrm>
        </p:grpSpPr>
        <p:sp>
          <p:nvSpPr>
            <p:cNvPr id="2494" name="Google Shape;2494;p85"/>
            <p:cNvSpPr txBox="1"/>
            <p:nvPr/>
          </p:nvSpPr>
          <p:spPr>
            <a:xfrm>
              <a:off x="83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495" name="Google Shape;2495;p85"/>
            <p:cNvSpPr txBox="1"/>
            <p:nvPr/>
          </p:nvSpPr>
          <p:spPr>
            <a:xfrm>
              <a:off x="83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2496" name="Google Shape;2496;p85"/>
            <p:cNvSpPr txBox="1"/>
            <p:nvPr/>
          </p:nvSpPr>
          <p:spPr>
            <a:xfrm>
              <a:off x="83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2497" name="Google Shape;2497;p85"/>
            <p:cNvSpPr txBox="1"/>
            <p:nvPr/>
          </p:nvSpPr>
          <p:spPr>
            <a:xfrm>
              <a:off x="83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 Summarization</a:t>
              </a:r>
              <a:endParaRPr i="0" sz="800" u="none" cap="none" strike="noStrike">
                <a:latin typeface="Salesforce Sans"/>
                <a:ea typeface="Salesforce Sans"/>
                <a:cs typeface="Salesforce Sans"/>
                <a:sym typeface="Salesforce Sans"/>
              </a:endParaRPr>
            </a:p>
          </p:txBody>
        </p:sp>
        <p:sp>
          <p:nvSpPr>
            <p:cNvPr id="2498" name="Google Shape;2498;p85"/>
            <p:cNvSpPr txBox="1"/>
            <p:nvPr/>
          </p:nvSpPr>
          <p:spPr>
            <a:xfrm>
              <a:off x="83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a:t>
              </a:r>
              <a:endParaRPr i="0" sz="800" u="none" cap="none" strike="noStrike">
                <a:latin typeface="Salesforce Sans"/>
                <a:ea typeface="Salesforce Sans"/>
                <a:cs typeface="Salesforce Sans"/>
                <a:sym typeface="Salesforce Sans"/>
              </a:endParaRPr>
            </a:p>
          </p:txBody>
        </p:sp>
        <p:sp>
          <p:nvSpPr>
            <p:cNvPr id="2499" name="Google Shape;2499;p85"/>
            <p:cNvSpPr txBox="1"/>
            <p:nvPr/>
          </p:nvSpPr>
          <p:spPr>
            <a:xfrm>
              <a:off x="83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Lead Identification</a:t>
              </a:r>
              <a:endParaRPr sz="800">
                <a:latin typeface="Salesforce Sans"/>
                <a:ea typeface="Salesforce Sans"/>
                <a:cs typeface="Salesforce Sans"/>
                <a:sym typeface="Salesforce Sans"/>
              </a:endParaRPr>
            </a:p>
          </p:txBody>
        </p:sp>
        <p:sp>
          <p:nvSpPr>
            <p:cNvPr id="2500" name="Google Shape;2500;p85"/>
            <p:cNvSpPr/>
            <p:nvPr/>
          </p:nvSpPr>
          <p:spPr>
            <a:xfrm>
              <a:off x="8227103" y="17868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1" name="Google Shape;2501;p85"/>
            <p:cNvSpPr txBox="1"/>
            <p:nvPr/>
          </p:nvSpPr>
          <p:spPr>
            <a:xfrm>
              <a:off x="8363150" y="1923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a:latin typeface="Salesforce Sans"/>
                <a:ea typeface="Salesforce Sans"/>
                <a:cs typeface="Salesforce Sans"/>
                <a:sym typeface="Salesforce Sans"/>
              </a:endParaRPr>
            </a:p>
          </p:txBody>
        </p:sp>
        <p:sp>
          <p:nvSpPr>
            <p:cNvPr id="2502" name="Google Shape;2502;p85"/>
            <p:cNvSpPr/>
            <p:nvPr/>
          </p:nvSpPr>
          <p:spPr>
            <a:xfrm>
              <a:off x="8227103" y="19418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03" name="Google Shape;2503;p85"/>
            <p:cNvSpPr txBox="1"/>
            <p:nvPr/>
          </p:nvSpPr>
          <p:spPr>
            <a:xfrm>
              <a:off x="83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Forecast to Opportunity</a:t>
              </a:r>
              <a:endParaRPr sz="800">
                <a:latin typeface="Salesforce Sans"/>
                <a:ea typeface="Salesforce Sans"/>
                <a:cs typeface="Salesforce Sans"/>
                <a:sym typeface="Salesforce Sans"/>
              </a:endParaRPr>
            </a:p>
          </p:txBody>
        </p:sp>
        <p:sp>
          <p:nvSpPr>
            <p:cNvPr id="2504" name="Google Shape;2504;p85"/>
            <p:cNvSpPr/>
            <p:nvPr/>
          </p:nvSpPr>
          <p:spPr>
            <a:xfrm>
              <a:off x="8227103" y="209685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5" name="Google Shape;2505;p85"/>
            <p:cNvSpPr txBox="1"/>
            <p:nvPr/>
          </p:nvSpPr>
          <p:spPr>
            <a:xfrm>
              <a:off x="83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a:latin typeface="Salesforce Sans"/>
                <a:ea typeface="Salesforce Sans"/>
                <a:cs typeface="Salesforce Sans"/>
                <a:sym typeface="Salesforce Sans"/>
              </a:endParaRPr>
            </a:p>
          </p:txBody>
        </p:sp>
        <p:sp>
          <p:nvSpPr>
            <p:cNvPr id="2506" name="Google Shape;2506;p85"/>
            <p:cNvSpPr/>
            <p:nvPr/>
          </p:nvSpPr>
          <p:spPr>
            <a:xfrm>
              <a:off x="8227103" y="22576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7" name="Google Shape;2507;p85"/>
            <p:cNvSpPr/>
            <p:nvPr/>
          </p:nvSpPr>
          <p:spPr>
            <a:xfrm>
              <a:off x="8227103" y="256710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8" name="Google Shape;2508;p85"/>
            <p:cNvSpPr/>
            <p:nvPr/>
          </p:nvSpPr>
          <p:spPr>
            <a:xfrm>
              <a:off x="8227103" y="27157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09" name="Google Shape;2509;p85"/>
            <p:cNvSpPr/>
            <p:nvPr/>
          </p:nvSpPr>
          <p:spPr>
            <a:xfrm>
              <a:off x="8227103" y="28669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0" name="Google Shape;2510;p85"/>
            <p:cNvSpPr/>
            <p:nvPr/>
          </p:nvSpPr>
          <p:spPr>
            <a:xfrm>
              <a:off x="8227103" y="30067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1" name="Google Shape;2511;p85"/>
            <p:cNvSpPr/>
            <p:nvPr/>
          </p:nvSpPr>
          <p:spPr>
            <a:xfrm>
              <a:off x="8227103" y="24184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2" name="Google Shape;2512;p85"/>
            <p:cNvSpPr txBox="1"/>
            <p:nvPr/>
          </p:nvSpPr>
          <p:spPr>
            <a:xfrm>
              <a:off x="582137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513" name="Google Shape;2513;p85"/>
            <p:cNvSpPr txBox="1"/>
            <p:nvPr/>
          </p:nvSpPr>
          <p:spPr>
            <a:xfrm>
              <a:off x="702114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514" name="Google Shape;2514;p85"/>
            <p:cNvGrpSpPr/>
            <p:nvPr/>
          </p:nvGrpSpPr>
          <p:grpSpPr>
            <a:xfrm>
              <a:off x="5840990" y="1793656"/>
              <a:ext cx="952541" cy="449700"/>
              <a:chOff x="5812280" y="1793656"/>
              <a:chExt cx="952541" cy="449700"/>
            </a:xfrm>
          </p:grpSpPr>
          <p:sp>
            <p:nvSpPr>
              <p:cNvPr id="2515" name="Google Shape;2515;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16" name="Google Shape;2516;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Marketing</a:t>
                </a:r>
                <a:endParaRPr sz="900">
                  <a:solidFill>
                    <a:srgbClr val="FFFFFF"/>
                  </a:solidFill>
                  <a:latin typeface="Avant Garde Demi SFDC"/>
                  <a:ea typeface="Avant Garde Demi SFDC"/>
                  <a:cs typeface="Avant Garde Demi SFDC"/>
                  <a:sym typeface="Avant Garde Demi SFDC"/>
                </a:endParaRPr>
              </a:p>
            </p:txBody>
          </p:sp>
        </p:grpSp>
        <p:sp>
          <p:nvSpPr>
            <p:cNvPr id="2517" name="Google Shape;2517;p85"/>
            <p:cNvSpPr txBox="1"/>
            <p:nvPr/>
          </p:nvSpPr>
          <p:spPr>
            <a:xfrm>
              <a:off x="83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518" name="Google Shape;2518;p85"/>
            <p:cNvSpPr txBox="1"/>
            <p:nvPr/>
          </p:nvSpPr>
          <p:spPr>
            <a:xfrm>
              <a:off x="7021140" y="1771825"/>
              <a:ext cx="1022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Sales &amp; Marketing </a:t>
              </a:r>
              <a:endParaRPr b="1" sz="900">
                <a:solidFill>
                  <a:srgbClr val="066AFE"/>
                </a:solidFill>
                <a:latin typeface="Salesforce Sans"/>
                <a:ea typeface="Salesforce Sans"/>
                <a:cs typeface="Salesforce Sans"/>
                <a:sym typeface="Salesforce Sans"/>
              </a:endParaRPr>
            </a:p>
          </p:txBody>
        </p:sp>
        <p:sp>
          <p:nvSpPr>
            <p:cNvPr id="2519" name="Google Shape;2519;p85"/>
            <p:cNvSpPr txBox="1"/>
            <p:nvPr/>
          </p:nvSpPr>
          <p:spPr>
            <a:xfrm>
              <a:off x="83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Briefings: Podcasts</a:t>
              </a:r>
              <a:endParaRPr i="0" sz="800" u="none" cap="none" strike="noStrike">
                <a:latin typeface="Salesforce Sans"/>
                <a:ea typeface="Salesforce Sans"/>
                <a:cs typeface="Salesforce Sans"/>
                <a:sym typeface="Salesforce Sans"/>
              </a:endParaRPr>
            </a:p>
          </p:txBody>
        </p:sp>
        <p:sp>
          <p:nvSpPr>
            <p:cNvPr id="2520" name="Google Shape;2520;p85"/>
            <p:cNvSpPr/>
            <p:nvPr/>
          </p:nvSpPr>
          <p:spPr>
            <a:xfrm>
              <a:off x="8227103" y="31572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21" name="Google Shape;2521;p85"/>
            <p:cNvSpPr txBox="1"/>
            <p:nvPr/>
          </p:nvSpPr>
          <p:spPr>
            <a:xfrm>
              <a:off x="8363151" y="328686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Orchestration</a:t>
              </a:r>
              <a:endParaRPr i="0" sz="800" u="none" cap="none" strike="noStrike">
                <a:latin typeface="Salesforce Sans"/>
                <a:ea typeface="Salesforce Sans"/>
                <a:cs typeface="Salesforce Sans"/>
                <a:sym typeface="Salesforce Sans"/>
              </a:endParaRPr>
            </a:p>
          </p:txBody>
        </p:sp>
        <p:sp>
          <p:nvSpPr>
            <p:cNvPr id="2522" name="Google Shape;2522;p85"/>
            <p:cNvSpPr txBox="1"/>
            <p:nvPr/>
          </p:nvSpPr>
          <p:spPr>
            <a:xfrm>
              <a:off x="8363151" y="3435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to Sales Alignment</a:t>
              </a:r>
              <a:endParaRPr i="0" sz="800" u="none" cap="none" strike="noStrike">
                <a:latin typeface="Salesforce Sans"/>
                <a:ea typeface="Salesforce Sans"/>
                <a:cs typeface="Salesforce Sans"/>
                <a:sym typeface="Salesforce Sans"/>
              </a:endParaRPr>
            </a:p>
          </p:txBody>
        </p:sp>
        <p:sp>
          <p:nvSpPr>
            <p:cNvPr id="2523" name="Google Shape;2523;p85"/>
            <p:cNvSpPr txBox="1"/>
            <p:nvPr/>
          </p:nvSpPr>
          <p:spPr>
            <a:xfrm>
              <a:off x="8363151" y="35840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Spend Optimization</a:t>
              </a:r>
              <a:endParaRPr i="0" sz="800" u="none" cap="none" strike="noStrike">
                <a:latin typeface="Salesforce Sans"/>
                <a:ea typeface="Salesforce Sans"/>
                <a:cs typeface="Salesforce Sans"/>
                <a:sym typeface="Salesforce Sans"/>
              </a:endParaRPr>
            </a:p>
          </p:txBody>
        </p:sp>
        <p:sp>
          <p:nvSpPr>
            <p:cNvPr id="2524" name="Google Shape;2524;p85"/>
            <p:cNvSpPr txBox="1"/>
            <p:nvPr/>
          </p:nvSpPr>
          <p:spPr>
            <a:xfrm>
              <a:off x="8363151" y="37352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Product Launch Marketing</a:t>
              </a:r>
              <a:endParaRPr i="0" sz="800" u="none" cap="none" strike="noStrike">
                <a:latin typeface="Salesforce Sans"/>
                <a:ea typeface="Salesforce Sans"/>
                <a:cs typeface="Salesforce Sans"/>
                <a:sym typeface="Salesforce Sans"/>
              </a:endParaRPr>
            </a:p>
          </p:txBody>
        </p:sp>
        <p:sp>
          <p:nvSpPr>
            <p:cNvPr id="2525" name="Google Shape;2525;p85"/>
            <p:cNvSpPr txBox="1"/>
            <p:nvPr/>
          </p:nvSpPr>
          <p:spPr>
            <a:xfrm>
              <a:off x="8363149" y="38750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Performance Intelligence</a:t>
              </a:r>
              <a:endParaRPr i="0" sz="800" u="none" cap="none" strike="noStrike">
                <a:latin typeface="Salesforce Sans"/>
                <a:ea typeface="Salesforce Sans"/>
                <a:cs typeface="Salesforce Sans"/>
                <a:sym typeface="Salesforce Sans"/>
              </a:endParaRPr>
            </a:p>
          </p:txBody>
        </p:sp>
        <p:sp>
          <p:nvSpPr>
            <p:cNvPr id="2526" name="Google Shape;2526;p85"/>
            <p:cNvSpPr/>
            <p:nvPr/>
          </p:nvSpPr>
          <p:spPr>
            <a:xfrm>
              <a:off x="8227103" y="34540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27" name="Google Shape;2527;p85"/>
            <p:cNvSpPr/>
            <p:nvPr/>
          </p:nvSpPr>
          <p:spPr>
            <a:xfrm>
              <a:off x="8227103" y="3602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28" name="Google Shape;2528;p85"/>
            <p:cNvSpPr/>
            <p:nvPr/>
          </p:nvSpPr>
          <p:spPr>
            <a:xfrm>
              <a:off x="8227103" y="37538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29" name="Google Shape;2529;p85"/>
            <p:cNvSpPr/>
            <p:nvPr/>
          </p:nvSpPr>
          <p:spPr>
            <a:xfrm>
              <a:off x="8227103" y="38936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0" name="Google Shape;2530;p85"/>
            <p:cNvSpPr/>
            <p:nvPr/>
          </p:nvSpPr>
          <p:spPr>
            <a:xfrm>
              <a:off x="8227103" y="33054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1" name="Google Shape;2531;p85"/>
            <p:cNvSpPr txBox="1"/>
            <p:nvPr/>
          </p:nvSpPr>
          <p:spPr>
            <a:xfrm>
              <a:off x="8363151" y="40256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Insights</a:t>
              </a:r>
              <a:endParaRPr i="0" sz="800" u="none" cap="none" strike="noStrike">
                <a:latin typeface="Salesforce Sans"/>
                <a:ea typeface="Salesforce Sans"/>
                <a:cs typeface="Salesforce Sans"/>
                <a:sym typeface="Salesforce Sans"/>
              </a:endParaRPr>
            </a:p>
          </p:txBody>
        </p:sp>
        <p:sp>
          <p:nvSpPr>
            <p:cNvPr id="2532" name="Google Shape;2532;p85"/>
            <p:cNvSpPr txBox="1"/>
            <p:nvPr/>
          </p:nvSpPr>
          <p:spPr>
            <a:xfrm>
              <a:off x="8363149" y="417683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533" name="Google Shape;2533;p85"/>
            <p:cNvSpPr txBox="1"/>
            <p:nvPr/>
          </p:nvSpPr>
          <p:spPr>
            <a:xfrm>
              <a:off x="8363149" y="431661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Creative Strategy &amp; Briefing </a:t>
              </a:r>
              <a:endParaRPr i="0" sz="800" u="none" cap="none" strike="noStrike">
                <a:latin typeface="Salesforce Sans"/>
                <a:ea typeface="Salesforce Sans"/>
                <a:cs typeface="Salesforce Sans"/>
                <a:sym typeface="Salesforce Sans"/>
              </a:endParaRPr>
            </a:p>
          </p:txBody>
        </p:sp>
        <p:sp>
          <p:nvSpPr>
            <p:cNvPr id="2534" name="Google Shape;2534;p85"/>
            <p:cNvSpPr/>
            <p:nvPr/>
          </p:nvSpPr>
          <p:spPr>
            <a:xfrm>
              <a:off x="8227103" y="404422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35" name="Google Shape;2535;p85"/>
            <p:cNvSpPr/>
            <p:nvPr/>
          </p:nvSpPr>
          <p:spPr>
            <a:xfrm>
              <a:off x="8227103" y="419543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6" name="Google Shape;2536;p85"/>
            <p:cNvSpPr/>
            <p:nvPr/>
          </p:nvSpPr>
          <p:spPr>
            <a:xfrm>
              <a:off x="8227103" y="433522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7" name="Google Shape;2537;p85"/>
            <p:cNvSpPr txBox="1"/>
            <p:nvPr/>
          </p:nvSpPr>
          <p:spPr>
            <a:xfrm>
              <a:off x="8363152" y="4542363"/>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2538" name="Google Shape;2538;p85"/>
            <p:cNvSpPr txBox="1"/>
            <p:nvPr/>
          </p:nvSpPr>
          <p:spPr>
            <a:xfrm>
              <a:off x="8363150" y="4690962"/>
              <a:ext cx="2326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2539" name="Google Shape;2539;p85"/>
            <p:cNvSpPr txBox="1"/>
            <p:nvPr/>
          </p:nvSpPr>
          <p:spPr>
            <a:xfrm>
              <a:off x="8363150" y="4839585"/>
              <a:ext cx="2552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Recovery &amp; Follow Up</a:t>
              </a:r>
              <a:endParaRPr i="0" sz="800" u="none" cap="none" strike="noStrike">
                <a:latin typeface="Salesforce Sans"/>
                <a:ea typeface="Salesforce Sans"/>
                <a:cs typeface="Salesforce Sans"/>
                <a:sym typeface="Salesforce Sans"/>
              </a:endParaRPr>
            </a:p>
          </p:txBody>
        </p:sp>
        <p:sp>
          <p:nvSpPr>
            <p:cNvPr id="2540" name="Google Shape;2540;p85"/>
            <p:cNvSpPr txBox="1"/>
            <p:nvPr/>
          </p:nvSpPr>
          <p:spPr>
            <a:xfrm>
              <a:off x="8363150" y="4990782"/>
              <a:ext cx="2521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Health &amp; Retention</a:t>
              </a:r>
              <a:endParaRPr i="0" sz="800" u="none" cap="none" strike="noStrike">
                <a:latin typeface="Salesforce Sans"/>
                <a:ea typeface="Salesforce Sans"/>
                <a:cs typeface="Salesforce Sans"/>
                <a:sym typeface="Salesforce Sans"/>
              </a:endParaRPr>
            </a:p>
          </p:txBody>
        </p:sp>
        <p:sp>
          <p:nvSpPr>
            <p:cNvPr id="2541" name="Google Shape;2541;p85"/>
            <p:cNvSpPr txBox="1"/>
            <p:nvPr/>
          </p:nvSpPr>
          <p:spPr>
            <a:xfrm>
              <a:off x="8363152" y="5130571"/>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Preventative Service Scheduling</a:t>
              </a:r>
              <a:endParaRPr i="0" sz="800" u="none" cap="none" strike="noStrike">
                <a:latin typeface="Salesforce Sans"/>
                <a:ea typeface="Salesforce Sans"/>
                <a:cs typeface="Salesforce Sans"/>
                <a:sym typeface="Salesforce Sans"/>
              </a:endParaRPr>
            </a:p>
          </p:txBody>
        </p:sp>
        <p:sp>
          <p:nvSpPr>
            <p:cNvPr id="2542" name="Google Shape;2542;p85"/>
            <p:cNvSpPr/>
            <p:nvPr/>
          </p:nvSpPr>
          <p:spPr>
            <a:xfrm>
              <a:off x="8227103" y="4709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3" name="Google Shape;2543;p85"/>
            <p:cNvSpPr/>
            <p:nvPr/>
          </p:nvSpPr>
          <p:spPr>
            <a:xfrm>
              <a:off x="8227103" y="48581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44" name="Google Shape;2544;p85"/>
            <p:cNvSpPr/>
            <p:nvPr/>
          </p:nvSpPr>
          <p:spPr>
            <a:xfrm>
              <a:off x="8227103" y="50093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5" name="Google Shape;2545;p85"/>
            <p:cNvSpPr/>
            <p:nvPr/>
          </p:nvSpPr>
          <p:spPr>
            <a:xfrm>
              <a:off x="8227103" y="51491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6" name="Google Shape;2546;p85"/>
            <p:cNvSpPr/>
            <p:nvPr/>
          </p:nvSpPr>
          <p:spPr>
            <a:xfrm>
              <a:off x="8227103" y="4560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7" name="Google Shape;2547;p85"/>
            <p:cNvSpPr txBox="1"/>
            <p:nvPr/>
          </p:nvSpPr>
          <p:spPr>
            <a:xfrm>
              <a:off x="8363152" y="5281115"/>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2548" name="Google Shape;2548;p85"/>
            <p:cNvSpPr/>
            <p:nvPr/>
          </p:nvSpPr>
          <p:spPr>
            <a:xfrm>
              <a:off x="8227103" y="529972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49" name="Google Shape;2549;p85"/>
            <p:cNvSpPr txBox="1"/>
            <p:nvPr/>
          </p:nvSpPr>
          <p:spPr>
            <a:xfrm>
              <a:off x="8363149" y="55072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Triage &amp; Dispatch</a:t>
              </a:r>
              <a:endParaRPr i="0" sz="800" u="none" cap="none" strike="noStrike">
                <a:latin typeface="Salesforce Sans"/>
                <a:ea typeface="Salesforce Sans"/>
                <a:cs typeface="Salesforce Sans"/>
                <a:sym typeface="Salesforce Sans"/>
              </a:endParaRPr>
            </a:p>
          </p:txBody>
        </p:sp>
        <p:sp>
          <p:nvSpPr>
            <p:cNvPr id="2550" name="Google Shape;2550;p85"/>
            <p:cNvSpPr txBox="1"/>
            <p:nvPr/>
          </p:nvSpPr>
          <p:spPr>
            <a:xfrm>
              <a:off x="8363149" y="56558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2551" name="Google Shape;2551;p85"/>
            <p:cNvSpPr txBox="1"/>
            <p:nvPr/>
          </p:nvSpPr>
          <p:spPr>
            <a:xfrm>
              <a:off x="8363149" y="58044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Diagnostics</a:t>
              </a:r>
              <a:endParaRPr i="0" sz="800" u="none" cap="none" strike="noStrike">
                <a:latin typeface="Salesforce Sans"/>
                <a:ea typeface="Salesforce Sans"/>
                <a:cs typeface="Salesforce Sans"/>
                <a:sym typeface="Salesforce Sans"/>
              </a:endParaRPr>
            </a:p>
          </p:txBody>
        </p:sp>
        <p:sp>
          <p:nvSpPr>
            <p:cNvPr id="2552" name="Google Shape;2552;p85"/>
            <p:cNvSpPr txBox="1"/>
            <p:nvPr/>
          </p:nvSpPr>
          <p:spPr>
            <a:xfrm>
              <a:off x="8363149" y="59556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Technical Copilot</a:t>
              </a:r>
              <a:endParaRPr i="0" sz="800" u="none" cap="none" strike="noStrike">
                <a:latin typeface="Salesforce Sans"/>
                <a:ea typeface="Salesforce Sans"/>
                <a:cs typeface="Salesforce Sans"/>
                <a:sym typeface="Salesforce Sans"/>
              </a:endParaRPr>
            </a:p>
          </p:txBody>
        </p:sp>
        <p:sp>
          <p:nvSpPr>
            <p:cNvPr id="2553" name="Google Shape;2553;p85"/>
            <p:cNvSpPr txBox="1"/>
            <p:nvPr/>
          </p:nvSpPr>
          <p:spPr>
            <a:xfrm>
              <a:off x="8363149" y="60954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Parts &amp; Inventory Coordination</a:t>
              </a:r>
              <a:endParaRPr i="0" sz="800" u="none" cap="none" strike="noStrike">
                <a:latin typeface="Salesforce Sans"/>
                <a:ea typeface="Salesforce Sans"/>
                <a:cs typeface="Salesforce Sans"/>
                <a:sym typeface="Salesforce Sans"/>
              </a:endParaRPr>
            </a:p>
          </p:txBody>
        </p:sp>
        <p:sp>
          <p:nvSpPr>
            <p:cNvPr id="2554" name="Google Shape;2554;p85"/>
            <p:cNvSpPr/>
            <p:nvPr/>
          </p:nvSpPr>
          <p:spPr>
            <a:xfrm>
              <a:off x="8227103" y="56744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5" name="Google Shape;2555;p85"/>
            <p:cNvSpPr/>
            <p:nvPr/>
          </p:nvSpPr>
          <p:spPr>
            <a:xfrm>
              <a:off x="8227103" y="582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56" name="Google Shape;2556;p85"/>
            <p:cNvSpPr/>
            <p:nvPr/>
          </p:nvSpPr>
          <p:spPr>
            <a:xfrm>
              <a:off x="8227103" y="59742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7" name="Google Shape;2557;p85"/>
            <p:cNvSpPr/>
            <p:nvPr/>
          </p:nvSpPr>
          <p:spPr>
            <a:xfrm>
              <a:off x="8227103" y="6114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8" name="Google Shape;2558;p85"/>
            <p:cNvSpPr/>
            <p:nvPr/>
          </p:nvSpPr>
          <p:spPr>
            <a:xfrm>
              <a:off x="8227103" y="55258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9" name="Google Shape;2559;p85"/>
            <p:cNvSpPr txBox="1"/>
            <p:nvPr/>
          </p:nvSpPr>
          <p:spPr>
            <a:xfrm>
              <a:off x="8363149" y="624600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Installed Base Intelligence</a:t>
              </a:r>
              <a:endParaRPr sz="800">
                <a:latin typeface="Salesforce Sans"/>
                <a:ea typeface="Salesforce Sans"/>
                <a:cs typeface="Salesforce Sans"/>
                <a:sym typeface="Salesforce Sans"/>
              </a:endParaRPr>
            </a:p>
          </p:txBody>
        </p:sp>
        <p:sp>
          <p:nvSpPr>
            <p:cNvPr id="2560" name="Google Shape;2560;p85"/>
            <p:cNvSpPr/>
            <p:nvPr/>
          </p:nvSpPr>
          <p:spPr>
            <a:xfrm>
              <a:off x="8227103" y="62646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61" name="Google Shape;2561;p85"/>
            <p:cNvSpPr txBox="1"/>
            <p:nvPr/>
          </p:nvSpPr>
          <p:spPr>
            <a:xfrm>
              <a:off x="8363150" y="767349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S&amp;OP Orchestration</a:t>
              </a:r>
              <a:endParaRPr i="0" sz="800" u="none" cap="none" strike="noStrike">
                <a:latin typeface="Salesforce Sans"/>
                <a:ea typeface="Salesforce Sans"/>
                <a:cs typeface="Salesforce Sans"/>
                <a:sym typeface="Salesforce Sans"/>
              </a:endParaRPr>
            </a:p>
          </p:txBody>
        </p:sp>
        <p:sp>
          <p:nvSpPr>
            <p:cNvPr id="2562" name="Google Shape;2562;p85"/>
            <p:cNvSpPr txBox="1"/>
            <p:nvPr/>
          </p:nvSpPr>
          <p:spPr>
            <a:xfrm>
              <a:off x="8363150" y="7822104"/>
              <a:ext cx="1644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Spare Parts Readiness</a:t>
              </a:r>
              <a:endParaRPr i="0" sz="800" u="none" cap="none" strike="noStrike">
                <a:latin typeface="Salesforce Sans"/>
                <a:ea typeface="Salesforce Sans"/>
                <a:cs typeface="Salesforce Sans"/>
                <a:sym typeface="Salesforce Sans"/>
              </a:endParaRPr>
            </a:p>
          </p:txBody>
        </p:sp>
        <p:sp>
          <p:nvSpPr>
            <p:cNvPr id="2563" name="Google Shape;2563;p85"/>
            <p:cNvSpPr txBox="1"/>
            <p:nvPr/>
          </p:nvSpPr>
          <p:spPr>
            <a:xfrm>
              <a:off x="8363150" y="7970706"/>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Cold Chain Compliance</a:t>
              </a:r>
              <a:endParaRPr i="0" sz="800" u="none" cap="none" strike="noStrike">
                <a:latin typeface="Salesforce Sans"/>
                <a:ea typeface="Salesforce Sans"/>
                <a:cs typeface="Salesforce Sans"/>
                <a:sym typeface="Salesforce Sans"/>
              </a:endParaRPr>
            </a:p>
          </p:txBody>
        </p:sp>
        <p:sp>
          <p:nvSpPr>
            <p:cNvPr id="2564" name="Google Shape;2564;p85"/>
            <p:cNvSpPr txBox="1"/>
            <p:nvPr/>
          </p:nvSpPr>
          <p:spPr>
            <a:xfrm>
              <a:off x="8363150" y="81219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Execution</a:t>
              </a:r>
              <a:endParaRPr i="0" sz="800" u="none" cap="none" strike="noStrike">
                <a:latin typeface="Salesforce Sans"/>
                <a:ea typeface="Salesforce Sans"/>
                <a:cs typeface="Salesforce Sans"/>
                <a:sym typeface="Salesforce Sans"/>
              </a:endParaRPr>
            </a:p>
          </p:txBody>
        </p:sp>
        <p:sp>
          <p:nvSpPr>
            <p:cNvPr id="2565" name="Google Shape;2565;p85"/>
            <p:cNvSpPr txBox="1"/>
            <p:nvPr/>
          </p:nvSpPr>
          <p:spPr>
            <a:xfrm>
              <a:off x="8363150" y="82617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a:t>
              </a:r>
              <a:endParaRPr i="0" sz="800" u="none" cap="none" strike="noStrike">
                <a:latin typeface="Salesforce Sans"/>
                <a:ea typeface="Salesforce Sans"/>
                <a:cs typeface="Salesforce Sans"/>
                <a:sym typeface="Salesforce Sans"/>
              </a:endParaRPr>
            </a:p>
          </p:txBody>
        </p:sp>
        <p:sp>
          <p:nvSpPr>
            <p:cNvPr id="2566" name="Google Shape;2566;p85"/>
            <p:cNvSpPr/>
            <p:nvPr/>
          </p:nvSpPr>
          <p:spPr>
            <a:xfrm>
              <a:off x="8227103" y="78406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67" name="Google Shape;2567;p85"/>
            <p:cNvSpPr/>
            <p:nvPr/>
          </p:nvSpPr>
          <p:spPr>
            <a:xfrm>
              <a:off x="8227103" y="79893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68" name="Google Shape;2568;p85"/>
            <p:cNvSpPr/>
            <p:nvPr/>
          </p:nvSpPr>
          <p:spPr>
            <a:xfrm>
              <a:off x="8227103" y="8140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69" name="Google Shape;2569;p85"/>
            <p:cNvSpPr/>
            <p:nvPr/>
          </p:nvSpPr>
          <p:spPr>
            <a:xfrm>
              <a:off x="8227103" y="82803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0" name="Google Shape;2570;p85"/>
            <p:cNvSpPr/>
            <p:nvPr/>
          </p:nvSpPr>
          <p:spPr>
            <a:xfrm>
              <a:off x="8227103" y="76920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1" name="Google Shape;2571;p85"/>
            <p:cNvSpPr txBox="1"/>
            <p:nvPr/>
          </p:nvSpPr>
          <p:spPr>
            <a:xfrm>
              <a:off x="8363150" y="707320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572" name="Google Shape;2572;p85"/>
            <p:cNvSpPr txBox="1"/>
            <p:nvPr/>
          </p:nvSpPr>
          <p:spPr>
            <a:xfrm>
              <a:off x="8363150" y="72218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Manufacturing Planning</a:t>
              </a:r>
              <a:endParaRPr i="0" sz="800" u="none" cap="none" strike="noStrike">
                <a:latin typeface="Salesforce Sans"/>
                <a:ea typeface="Salesforce Sans"/>
                <a:cs typeface="Salesforce Sans"/>
                <a:sym typeface="Salesforce Sans"/>
              </a:endParaRPr>
            </a:p>
          </p:txBody>
        </p:sp>
        <p:sp>
          <p:nvSpPr>
            <p:cNvPr id="2573" name="Google Shape;2573;p85"/>
            <p:cNvSpPr txBox="1"/>
            <p:nvPr/>
          </p:nvSpPr>
          <p:spPr>
            <a:xfrm>
              <a:off x="8363150" y="737041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2574" name="Google Shape;2574;p85"/>
            <p:cNvSpPr txBox="1"/>
            <p:nvPr/>
          </p:nvSpPr>
          <p:spPr>
            <a:xfrm>
              <a:off x="8363150" y="75216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Logistics Coordination</a:t>
              </a:r>
              <a:endParaRPr i="0" sz="800" u="none" cap="none" strike="noStrike">
                <a:latin typeface="Salesforce Sans"/>
                <a:ea typeface="Salesforce Sans"/>
                <a:cs typeface="Salesforce Sans"/>
                <a:sym typeface="Salesforce Sans"/>
              </a:endParaRPr>
            </a:p>
          </p:txBody>
        </p:sp>
        <p:sp>
          <p:nvSpPr>
            <p:cNvPr id="2575" name="Google Shape;2575;p85"/>
            <p:cNvSpPr/>
            <p:nvPr/>
          </p:nvSpPr>
          <p:spPr>
            <a:xfrm>
              <a:off x="8227103" y="72404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6" name="Google Shape;2576;p85"/>
            <p:cNvSpPr/>
            <p:nvPr/>
          </p:nvSpPr>
          <p:spPr>
            <a:xfrm>
              <a:off x="8227103" y="73890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77" name="Google Shape;2577;p85"/>
            <p:cNvSpPr/>
            <p:nvPr/>
          </p:nvSpPr>
          <p:spPr>
            <a:xfrm>
              <a:off x="8227103" y="75402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8" name="Google Shape;2578;p85"/>
            <p:cNvSpPr/>
            <p:nvPr/>
          </p:nvSpPr>
          <p:spPr>
            <a:xfrm>
              <a:off x="8227103" y="709179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579" name="Google Shape;2579;p85"/>
            <p:cNvGrpSpPr/>
            <p:nvPr/>
          </p:nvGrpSpPr>
          <p:grpSpPr>
            <a:xfrm>
              <a:off x="5840990" y="4576768"/>
              <a:ext cx="952541" cy="449700"/>
              <a:chOff x="5812280" y="1793656"/>
              <a:chExt cx="952541" cy="449700"/>
            </a:xfrm>
          </p:grpSpPr>
          <p:sp>
            <p:nvSpPr>
              <p:cNvPr id="2580" name="Google Shape;2580;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81" name="Google Shape;2581;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a:t>
                </a:r>
                <a:endParaRPr sz="900">
                  <a:solidFill>
                    <a:srgbClr val="FFFFFF"/>
                  </a:solidFill>
                  <a:latin typeface="Avant Garde Demi SFDC"/>
                  <a:ea typeface="Avant Garde Demi SFDC"/>
                  <a:cs typeface="Avant Garde Demi SFDC"/>
                  <a:sym typeface="Avant Garde Demi SFDC"/>
                </a:endParaRPr>
              </a:p>
            </p:txBody>
          </p:sp>
        </p:grpSp>
        <p:grpSp>
          <p:nvGrpSpPr>
            <p:cNvPr id="2582" name="Google Shape;2582;p85"/>
            <p:cNvGrpSpPr/>
            <p:nvPr/>
          </p:nvGrpSpPr>
          <p:grpSpPr>
            <a:xfrm>
              <a:off x="5840990" y="7099131"/>
              <a:ext cx="952541" cy="449700"/>
              <a:chOff x="5812280" y="1793656"/>
              <a:chExt cx="952541" cy="449700"/>
            </a:xfrm>
          </p:grpSpPr>
          <p:sp>
            <p:nvSpPr>
              <p:cNvPr id="2583" name="Google Shape;258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84" name="Google Shape;258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2585" name="Google Shape;2585;p85"/>
            <p:cNvSpPr txBox="1"/>
            <p:nvPr/>
          </p:nvSpPr>
          <p:spPr>
            <a:xfrm>
              <a:off x="7021140" y="4547262"/>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Post Sales &amp;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6" name="Google Shape;2586;p85"/>
            <p:cNvSpPr txBox="1"/>
            <p:nvPr/>
          </p:nvSpPr>
          <p:spPr>
            <a:xfrm>
              <a:off x="7021140" y="551477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Technical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7" name="Google Shape;2587;p85"/>
            <p:cNvSpPr txBox="1"/>
            <p:nvPr/>
          </p:nvSpPr>
          <p:spPr>
            <a:xfrm>
              <a:off x="7021140" y="7071050"/>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Manufacturing, Supply Chain &amp; Logistics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8" name="Google Shape;2588;p85"/>
            <p:cNvSpPr txBox="1"/>
            <p:nvPr/>
          </p:nvSpPr>
          <p:spPr>
            <a:xfrm>
              <a:off x="8363149" y="64058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Service Documentation</a:t>
              </a:r>
              <a:endParaRPr i="0" sz="800" u="none" cap="none" strike="noStrike">
                <a:latin typeface="Salesforce Sans"/>
                <a:ea typeface="Salesforce Sans"/>
                <a:cs typeface="Salesforce Sans"/>
                <a:sym typeface="Salesforce Sans"/>
              </a:endParaRPr>
            </a:p>
          </p:txBody>
        </p:sp>
        <p:sp>
          <p:nvSpPr>
            <p:cNvPr id="2589" name="Google Shape;2589;p85"/>
            <p:cNvSpPr txBox="1"/>
            <p:nvPr/>
          </p:nvSpPr>
          <p:spPr>
            <a:xfrm>
              <a:off x="8363149" y="65570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Experience</a:t>
              </a:r>
              <a:endParaRPr i="0" sz="800" u="none" cap="none" strike="noStrike">
                <a:latin typeface="Salesforce Sans"/>
                <a:ea typeface="Salesforce Sans"/>
                <a:cs typeface="Salesforce Sans"/>
                <a:sym typeface="Salesforce Sans"/>
              </a:endParaRPr>
            </a:p>
          </p:txBody>
        </p:sp>
        <p:sp>
          <p:nvSpPr>
            <p:cNvPr id="2590" name="Google Shape;2590;p85"/>
            <p:cNvSpPr txBox="1"/>
            <p:nvPr/>
          </p:nvSpPr>
          <p:spPr>
            <a:xfrm>
              <a:off x="8363150" y="669685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&amp; Service Contract</a:t>
              </a:r>
              <a:endParaRPr i="0" sz="800" u="none" cap="none" strike="noStrike">
                <a:latin typeface="Salesforce Sans"/>
                <a:ea typeface="Salesforce Sans"/>
                <a:cs typeface="Salesforce Sans"/>
                <a:sym typeface="Salesforce Sans"/>
              </a:endParaRPr>
            </a:p>
          </p:txBody>
        </p:sp>
        <p:sp>
          <p:nvSpPr>
            <p:cNvPr id="2591" name="Google Shape;2591;p85"/>
            <p:cNvSpPr/>
            <p:nvPr/>
          </p:nvSpPr>
          <p:spPr>
            <a:xfrm>
              <a:off x="8227103" y="64244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92" name="Google Shape;2592;p85"/>
            <p:cNvSpPr/>
            <p:nvPr/>
          </p:nvSpPr>
          <p:spPr>
            <a:xfrm>
              <a:off x="8227103" y="657566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93" name="Google Shape;2593;p85"/>
            <p:cNvSpPr/>
            <p:nvPr/>
          </p:nvSpPr>
          <p:spPr>
            <a:xfrm>
              <a:off x="8227103" y="67154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94" name="Google Shape;2594;p85"/>
            <p:cNvSpPr txBox="1"/>
            <p:nvPr/>
          </p:nvSpPr>
          <p:spPr>
            <a:xfrm>
              <a:off x="8363150" y="684739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&amp; Safety Action</a:t>
              </a:r>
              <a:endParaRPr sz="800">
                <a:latin typeface="Salesforce Sans"/>
                <a:ea typeface="Salesforce Sans"/>
                <a:cs typeface="Salesforce Sans"/>
                <a:sym typeface="Salesforce Sans"/>
              </a:endParaRPr>
            </a:p>
          </p:txBody>
        </p:sp>
        <p:sp>
          <p:nvSpPr>
            <p:cNvPr id="2595" name="Google Shape;2595;p85"/>
            <p:cNvSpPr/>
            <p:nvPr/>
          </p:nvSpPr>
          <p:spPr>
            <a:xfrm>
              <a:off x="8227103" y="6866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
        <p:nvSpPr>
          <p:cNvPr id="2596" name="Google Shape;2596;p85"/>
          <p:cNvSpPr txBox="1"/>
          <p:nvPr/>
        </p:nvSpPr>
        <p:spPr>
          <a:xfrm>
            <a:off x="12116850" y="9144000"/>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grpSp>
        <p:nvGrpSpPr>
          <p:cNvPr id="2597" name="Google Shape;2597;p85"/>
          <p:cNvGrpSpPr/>
          <p:nvPr/>
        </p:nvGrpSpPr>
        <p:grpSpPr>
          <a:xfrm>
            <a:off x="12373539" y="1752600"/>
            <a:ext cx="4906068" cy="6868238"/>
            <a:chOff x="11106306" y="1524000"/>
            <a:chExt cx="4906068" cy="6868238"/>
          </a:xfrm>
        </p:grpSpPr>
        <p:sp>
          <p:nvSpPr>
            <p:cNvPr id="2598" name="Google Shape;2598;p85"/>
            <p:cNvSpPr/>
            <p:nvPr/>
          </p:nvSpPr>
          <p:spPr>
            <a:xfrm>
              <a:off x="12306062" y="3358775"/>
              <a:ext cx="1164000" cy="6870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Revenue Protection &amp; Reimbursement Enablement </a:t>
              </a:r>
              <a:endParaRPr b="1" i="0" sz="900" u="none" cap="none" strike="noStrike">
                <a:solidFill>
                  <a:srgbClr val="086AFE"/>
                </a:solidFill>
                <a:latin typeface="Salesforce Sans"/>
                <a:ea typeface="Salesforce Sans"/>
                <a:cs typeface="Salesforce Sans"/>
                <a:sym typeface="Salesforce Sans"/>
              </a:endParaRPr>
            </a:p>
          </p:txBody>
        </p:sp>
        <p:sp>
          <p:nvSpPr>
            <p:cNvPr id="2599" name="Google Shape;2599;p85"/>
            <p:cNvSpPr/>
            <p:nvPr/>
          </p:nvSpPr>
          <p:spPr>
            <a:xfrm>
              <a:off x="12306067" y="5048665"/>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People Operations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86AFE"/>
                </a:solidFill>
                <a:latin typeface="Salesforce Sans"/>
                <a:ea typeface="Salesforce Sans"/>
                <a:cs typeface="Salesforce Sans"/>
                <a:sym typeface="Salesforce Sans"/>
              </a:endParaRPr>
            </a:p>
          </p:txBody>
        </p:sp>
        <p:sp>
          <p:nvSpPr>
            <p:cNvPr id="2600" name="Google Shape;2600;p85"/>
            <p:cNvSpPr/>
            <p:nvPr/>
          </p:nvSpPr>
          <p:spPr>
            <a:xfrm>
              <a:off x="12306067" y="6955912"/>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Agentforce Life Sciences Pre-built Clinical </a:t>
              </a:r>
              <a:endParaRPr b="1" sz="900">
                <a:solidFill>
                  <a:srgbClr val="086AFE"/>
                </a:solidFill>
                <a:latin typeface="Salesforce Sans"/>
                <a:ea typeface="Salesforce Sans"/>
                <a:cs typeface="Salesforce Sans"/>
                <a:sym typeface="Salesforce Sans"/>
              </a:endParaRPr>
            </a:p>
          </p:txBody>
        </p:sp>
        <p:sp>
          <p:nvSpPr>
            <p:cNvPr id="2601" name="Google Shape;2601;p85"/>
            <p:cNvSpPr/>
            <p:nvPr/>
          </p:nvSpPr>
          <p:spPr>
            <a:xfrm>
              <a:off x="12306067" y="7629938"/>
              <a:ext cx="1164000" cy="76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2602" name="Google Shape;2602;p85"/>
            <p:cNvSpPr txBox="1"/>
            <p:nvPr/>
          </p:nvSpPr>
          <p:spPr>
            <a:xfrm>
              <a:off x="136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a:t>
              </a:r>
              <a:endParaRPr i="0" sz="800" u="none" cap="none" strike="noStrike">
                <a:latin typeface="Salesforce Sans"/>
                <a:ea typeface="Salesforce Sans"/>
                <a:cs typeface="Salesforce Sans"/>
                <a:sym typeface="Salesforce Sans"/>
              </a:endParaRPr>
            </a:p>
          </p:txBody>
        </p:sp>
        <p:sp>
          <p:nvSpPr>
            <p:cNvPr id="2603" name="Google Shape;2603;p85"/>
            <p:cNvSpPr txBox="1"/>
            <p:nvPr/>
          </p:nvSpPr>
          <p:spPr>
            <a:xfrm>
              <a:off x="136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Change Impact Assessment </a:t>
              </a:r>
              <a:endParaRPr i="0" sz="800" u="none" cap="none" strike="noStrike">
                <a:latin typeface="Salesforce Sans"/>
                <a:ea typeface="Salesforce Sans"/>
                <a:cs typeface="Salesforce Sans"/>
                <a:sym typeface="Salesforce Sans"/>
              </a:endParaRPr>
            </a:p>
          </p:txBody>
        </p:sp>
        <p:sp>
          <p:nvSpPr>
            <p:cNvPr id="2604" name="Google Shape;2604;p85"/>
            <p:cNvSpPr txBox="1"/>
            <p:nvPr/>
          </p:nvSpPr>
          <p:spPr>
            <a:xfrm>
              <a:off x="136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 Market Surveillance</a:t>
              </a:r>
              <a:endParaRPr i="0" sz="800" u="none" cap="none" strike="noStrike">
                <a:latin typeface="Salesforce Sans"/>
                <a:ea typeface="Salesforce Sans"/>
                <a:cs typeface="Salesforce Sans"/>
                <a:sym typeface="Salesforce Sans"/>
              </a:endParaRPr>
            </a:p>
          </p:txBody>
        </p:sp>
        <p:sp>
          <p:nvSpPr>
            <p:cNvPr id="2605" name="Google Shape;2605;p85"/>
            <p:cNvSpPr txBox="1"/>
            <p:nvPr/>
          </p:nvSpPr>
          <p:spPr>
            <a:xfrm>
              <a:off x="136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Trend Intelligence</a:t>
              </a:r>
              <a:endParaRPr i="0" sz="800" u="none" cap="none" strike="noStrike">
                <a:latin typeface="Salesforce Sans"/>
                <a:ea typeface="Salesforce Sans"/>
                <a:cs typeface="Salesforce Sans"/>
                <a:sym typeface="Salesforce Sans"/>
              </a:endParaRPr>
            </a:p>
          </p:txBody>
        </p:sp>
        <p:sp>
          <p:nvSpPr>
            <p:cNvPr id="2606" name="Google Shape;2606;p85"/>
            <p:cNvSpPr txBox="1"/>
            <p:nvPr/>
          </p:nvSpPr>
          <p:spPr>
            <a:xfrm>
              <a:off x="136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Submission</a:t>
              </a:r>
              <a:endParaRPr i="0" sz="800" u="none" cap="none" strike="noStrike">
                <a:latin typeface="Salesforce Sans"/>
                <a:ea typeface="Salesforce Sans"/>
                <a:cs typeface="Salesforce Sans"/>
                <a:sym typeface="Salesforce Sans"/>
              </a:endParaRPr>
            </a:p>
          </p:txBody>
        </p:sp>
        <p:sp>
          <p:nvSpPr>
            <p:cNvPr id="2607" name="Google Shape;2607;p85"/>
            <p:cNvSpPr txBox="1"/>
            <p:nvPr/>
          </p:nvSpPr>
          <p:spPr>
            <a:xfrm>
              <a:off x="136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CAPA Management</a:t>
              </a:r>
              <a:endParaRPr sz="800">
                <a:latin typeface="Salesforce Sans"/>
                <a:ea typeface="Salesforce Sans"/>
                <a:cs typeface="Salesforce Sans"/>
                <a:sym typeface="Salesforce Sans"/>
              </a:endParaRPr>
            </a:p>
          </p:txBody>
        </p:sp>
        <p:sp>
          <p:nvSpPr>
            <p:cNvPr id="2608" name="Google Shape;2608;p85"/>
            <p:cNvSpPr/>
            <p:nvPr/>
          </p:nvSpPr>
          <p:spPr>
            <a:xfrm>
              <a:off x="13527103"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09" name="Google Shape;2609;p85"/>
            <p:cNvSpPr txBox="1"/>
            <p:nvPr/>
          </p:nvSpPr>
          <p:spPr>
            <a:xfrm>
              <a:off x="13663150" y="1923400"/>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Compliant Intake &amp; Triage</a:t>
              </a:r>
              <a:endParaRPr sz="800">
                <a:latin typeface="Salesforce Sans"/>
                <a:ea typeface="Salesforce Sans"/>
                <a:cs typeface="Salesforce Sans"/>
                <a:sym typeface="Salesforce Sans"/>
              </a:endParaRPr>
            </a:p>
          </p:txBody>
        </p:sp>
        <p:sp>
          <p:nvSpPr>
            <p:cNvPr id="2610" name="Google Shape;2610;p85"/>
            <p:cNvSpPr/>
            <p:nvPr/>
          </p:nvSpPr>
          <p:spPr>
            <a:xfrm>
              <a:off x="13527103" y="1941847"/>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11" name="Google Shape;2611;p85"/>
            <p:cNvSpPr txBox="1"/>
            <p:nvPr/>
          </p:nvSpPr>
          <p:spPr>
            <a:xfrm>
              <a:off x="136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Adverse Event Detection</a:t>
              </a:r>
              <a:endParaRPr sz="800">
                <a:latin typeface="Salesforce Sans"/>
                <a:ea typeface="Salesforce Sans"/>
                <a:cs typeface="Salesforce Sans"/>
                <a:sym typeface="Salesforce Sans"/>
              </a:endParaRPr>
            </a:p>
          </p:txBody>
        </p:sp>
        <p:sp>
          <p:nvSpPr>
            <p:cNvPr id="2612" name="Google Shape;2612;p85"/>
            <p:cNvSpPr/>
            <p:nvPr/>
          </p:nvSpPr>
          <p:spPr>
            <a:xfrm>
              <a:off x="13527103" y="209685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3" name="Google Shape;2613;p85"/>
            <p:cNvSpPr txBox="1"/>
            <p:nvPr/>
          </p:nvSpPr>
          <p:spPr>
            <a:xfrm>
              <a:off x="136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EU MDR Documentation</a:t>
              </a:r>
              <a:endParaRPr sz="800">
                <a:latin typeface="Salesforce Sans"/>
                <a:ea typeface="Salesforce Sans"/>
                <a:cs typeface="Salesforce Sans"/>
                <a:sym typeface="Salesforce Sans"/>
              </a:endParaRPr>
            </a:p>
          </p:txBody>
        </p:sp>
        <p:sp>
          <p:nvSpPr>
            <p:cNvPr id="2614" name="Google Shape;2614;p85"/>
            <p:cNvSpPr/>
            <p:nvPr/>
          </p:nvSpPr>
          <p:spPr>
            <a:xfrm>
              <a:off x="13527103" y="2257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5" name="Google Shape;2615;p85"/>
            <p:cNvSpPr/>
            <p:nvPr/>
          </p:nvSpPr>
          <p:spPr>
            <a:xfrm>
              <a:off x="13527103" y="2567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6" name="Google Shape;2616;p85"/>
            <p:cNvSpPr/>
            <p:nvPr/>
          </p:nvSpPr>
          <p:spPr>
            <a:xfrm>
              <a:off x="13527103" y="2715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17" name="Google Shape;2617;p85"/>
            <p:cNvSpPr/>
            <p:nvPr/>
          </p:nvSpPr>
          <p:spPr>
            <a:xfrm>
              <a:off x="13527103" y="286692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8" name="Google Shape;2618;p85"/>
            <p:cNvSpPr/>
            <p:nvPr/>
          </p:nvSpPr>
          <p:spPr>
            <a:xfrm>
              <a:off x="13527103" y="30067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9" name="Google Shape;2619;p85"/>
            <p:cNvSpPr/>
            <p:nvPr/>
          </p:nvSpPr>
          <p:spPr>
            <a:xfrm>
              <a:off x="13527103" y="24184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20" name="Google Shape;2620;p85"/>
            <p:cNvSpPr txBox="1"/>
            <p:nvPr/>
          </p:nvSpPr>
          <p:spPr>
            <a:xfrm>
              <a:off x="11106306"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621" name="Google Shape;2621;p85"/>
            <p:cNvSpPr txBox="1"/>
            <p:nvPr/>
          </p:nvSpPr>
          <p:spPr>
            <a:xfrm>
              <a:off x="12306075"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622" name="Google Shape;2622;p85"/>
            <p:cNvGrpSpPr/>
            <p:nvPr/>
          </p:nvGrpSpPr>
          <p:grpSpPr>
            <a:xfrm>
              <a:off x="11125917" y="1793656"/>
              <a:ext cx="952541" cy="449700"/>
              <a:chOff x="5812280" y="1793656"/>
              <a:chExt cx="952541" cy="449700"/>
            </a:xfrm>
          </p:grpSpPr>
          <p:sp>
            <p:nvSpPr>
              <p:cNvPr id="2623" name="Google Shape;262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24" name="Google Shape;262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Quality &amp; Regulatory Affairs</a:t>
                </a:r>
                <a:endParaRPr sz="900">
                  <a:solidFill>
                    <a:srgbClr val="FFFFFF"/>
                  </a:solidFill>
                  <a:latin typeface="Avant Garde Demi SFDC"/>
                  <a:ea typeface="Avant Garde Demi SFDC"/>
                  <a:cs typeface="Avant Garde Demi SFDC"/>
                  <a:sym typeface="Avant Garde Demi SFDC"/>
                </a:endParaRPr>
              </a:p>
            </p:txBody>
          </p:sp>
        </p:grpSp>
        <p:sp>
          <p:nvSpPr>
            <p:cNvPr id="2625" name="Google Shape;2625;p85"/>
            <p:cNvSpPr txBox="1"/>
            <p:nvPr/>
          </p:nvSpPr>
          <p:spPr>
            <a:xfrm>
              <a:off x="136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626" name="Google Shape;2626;p85"/>
            <p:cNvSpPr txBox="1"/>
            <p:nvPr/>
          </p:nvSpPr>
          <p:spPr>
            <a:xfrm>
              <a:off x="12306067"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86AFE"/>
                  </a:solidFill>
                  <a:latin typeface="Salesforce Sans"/>
                  <a:ea typeface="Salesforce Sans"/>
                  <a:cs typeface="Salesforce Sans"/>
                  <a:sym typeface="Salesforce Sans"/>
                </a:rPr>
                <a:t>Quality &amp; Regulatory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86AFE"/>
                </a:solidFill>
                <a:latin typeface="Salesforce Sans"/>
                <a:ea typeface="Salesforce Sans"/>
                <a:cs typeface="Salesforce Sans"/>
                <a:sym typeface="Salesforce Sans"/>
              </a:endParaRPr>
            </a:p>
          </p:txBody>
        </p:sp>
        <p:sp>
          <p:nvSpPr>
            <p:cNvPr id="2627" name="Google Shape;2627;p85"/>
            <p:cNvSpPr txBox="1"/>
            <p:nvPr/>
          </p:nvSpPr>
          <p:spPr>
            <a:xfrm>
              <a:off x="136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Labeling &amp; IFU Compliance</a:t>
              </a:r>
              <a:endParaRPr i="0" sz="800" u="none" cap="none" strike="noStrike">
                <a:latin typeface="Salesforce Sans"/>
                <a:ea typeface="Salesforce Sans"/>
                <a:cs typeface="Salesforce Sans"/>
                <a:sym typeface="Salesforce Sans"/>
              </a:endParaRPr>
            </a:p>
          </p:txBody>
        </p:sp>
        <p:sp>
          <p:nvSpPr>
            <p:cNvPr id="2628" name="Google Shape;2628;p85"/>
            <p:cNvSpPr/>
            <p:nvPr/>
          </p:nvSpPr>
          <p:spPr>
            <a:xfrm>
              <a:off x="13527103" y="31572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29" name="Google Shape;2629;p85"/>
            <p:cNvSpPr txBox="1"/>
            <p:nvPr/>
          </p:nvSpPr>
          <p:spPr>
            <a:xfrm>
              <a:off x="13672676" y="68353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Candidate Matching</a:t>
              </a:r>
              <a:endParaRPr i="0" sz="800" u="none" cap="none" strike="noStrike">
                <a:latin typeface="Salesforce Sans"/>
                <a:ea typeface="Salesforce Sans"/>
                <a:cs typeface="Salesforce Sans"/>
                <a:sym typeface="Salesforce Sans"/>
              </a:endParaRPr>
            </a:p>
          </p:txBody>
        </p:sp>
        <p:sp>
          <p:nvSpPr>
            <p:cNvPr id="2630" name="Google Shape;2630;p85"/>
            <p:cNvSpPr txBox="1"/>
            <p:nvPr/>
          </p:nvSpPr>
          <p:spPr>
            <a:xfrm>
              <a:off x="13672674" y="697508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Filter and Search</a:t>
              </a:r>
              <a:endParaRPr i="0" sz="800" u="none" cap="none" strike="noStrike">
                <a:latin typeface="Salesforce Sans"/>
                <a:ea typeface="Salesforce Sans"/>
                <a:cs typeface="Salesforce Sans"/>
                <a:sym typeface="Salesforce Sans"/>
              </a:endParaRPr>
            </a:p>
          </p:txBody>
        </p:sp>
        <p:sp>
          <p:nvSpPr>
            <p:cNvPr id="2631" name="Google Shape;2631;p85"/>
            <p:cNvSpPr/>
            <p:nvPr/>
          </p:nvSpPr>
          <p:spPr>
            <a:xfrm>
              <a:off x="13536628" y="68539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2" name="Google Shape;2632;p85"/>
            <p:cNvSpPr/>
            <p:nvPr/>
          </p:nvSpPr>
          <p:spPr>
            <a:xfrm>
              <a:off x="13536628" y="69936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3" name="Google Shape;2633;p85"/>
            <p:cNvSpPr txBox="1"/>
            <p:nvPr/>
          </p:nvSpPr>
          <p:spPr>
            <a:xfrm>
              <a:off x="13672676" y="71256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Filter and Search</a:t>
              </a:r>
              <a:endParaRPr i="0" sz="800" u="none" cap="none" strike="noStrike">
                <a:latin typeface="Salesforce Sans"/>
                <a:ea typeface="Salesforce Sans"/>
                <a:cs typeface="Salesforce Sans"/>
                <a:sym typeface="Salesforce Sans"/>
              </a:endParaRPr>
            </a:p>
          </p:txBody>
        </p:sp>
        <p:sp>
          <p:nvSpPr>
            <p:cNvPr id="2634" name="Google Shape;2634;p85"/>
            <p:cNvSpPr txBox="1"/>
            <p:nvPr/>
          </p:nvSpPr>
          <p:spPr>
            <a:xfrm>
              <a:off x="13672674" y="7276850"/>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i="0" sz="800" u="none" cap="none" strike="noStrike">
                <a:latin typeface="Salesforce Sans"/>
                <a:ea typeface="Salesforce Sans"/>
                <a:cs typeface="Salesforce Sans"/>
                <a:sym typeface="Salesforce Sans"/>
              </a:endParaRPr>
            </a:p>
          </p:txBody>
        </p:sp>
        <p:sp>
          <p:nvSpPr>
            <p:cNvPr id="2635" name="Google Shape;2635;p85"/>
            <p:cNvSpPr txBox="1"/>
            <p:nvPr/>
          </p:nvSpPr>
          <p:spPr>
            <a:xfrm>
              <a:off x="13672674" y="7416625"/>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i="0" sz="800" u="none" cap="none" strike="noStrike">
                <a:latin typeface="Salesforce Sans"/>
                <a:ea typeface="Salesforce Sans"/>
                <a:cs typeface="Salesforce Sans"/>
                <a:sym typeface="Salesforce Sans"/>
              </a:endParaRPr>
            </a:p>
          </p:txBody>
        </p:sp>
        <p:sp>
          <p:nvSpPr>
            <p:cNvPr id="2636" name="Google Shape;2636;p85"/>
            <p:cNvSpPr/>
            <p:nvPr/>
          </p:nvSpPr>
          <p:spPr>
            <a:xfrm>
              <a:off x="13536628" y="71442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37" name="Google Shape;2637;p85"/>
            <p:cNvSpPr/>
            <p:nvPr/>
          </p:nvSpPr>
          <p:spPr>
            <a:xfrm>
              <a:off x="13536628" y="729544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8" name="Google Shape;2638;p85"/>
            <p:cNvSpPr/>
            <p:nvPr/>
          </p:nvSpPr>
          <p:spPr>
            <a:xfrm>
              <a:off x="13536628" y="74352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639" name="Google Shape;2639;p85"/>
            <p:cNvGrpSpPr/>
            <p:nvPr/>
          </p:nvGrpSpPr>
          <p:grpSpPr>
            <a:xfrm>
              <a:off x="11135442" y="3521656"/>
              <a:ext cx="952541" cy="449700"/>
              <a:chOff x="5812280" y="1793656"/>
              <a:chExt cx="952541" cy="449700"/>
            </a:xfrm>
          </p:grpSpPr>
          <p:sp>
            <p:nvSpPr>
              <p:cNvPr id="2640" name="Google Shape;2640;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1" name="Google Shape;2641;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Finance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 Access</a:t>
                </a:r>
                <a:endParaRPr sz="900">
                  <a:solidFill>
                    <a:srgbClr val="FFFFFF"/>
                  </a:solidFill>
                  <a:latin typeface="Avant Garde Demi SFDC"/>
                  <a:ea typeface="Avant Garde Demi SFDC"/>
                  <a:cs typeface="Avant Garde Demi SFDC"/>
                  <a:sym typeface="Avant Garde Demi SFDC"/>
                </a:endParaRPr>
              </a:p>
            </p:txBody>
          </p:sp>
        </p:grpSp>
        <p:grpSp>
          <p:nvGrpSpPr>
            <p:cNvPr id="2642" name="Google Shape;2642;p85"/>
            <p:cNvGrpSpPr/>
            <p:nvPr/>
          </p:nvGrpSpPr>
          <p:grpSpPr>
            <a:xfrm>
              <a:off x="11135442" y="5120481"/>
              <a:ext cx="952541" cy="449700"/>
              <a:chOff x="5812280" y="1793656"/>
              <a:chExt cx="952541" cy="449700"/>
            </a:xfrm>
          </p:grpSpPr>
          <p:sp>
            <p:nvSpPr>
              <p:cNvPr id="2643" name="Google Shape;264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4" name="Google Shape;264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grpSp>
          <p:nvGrpSpPr>
            <p:cNvPr id="2645" name="Google Shape;2645;p85"/>
            <p:cNvGrpSpPr/>
            <p:nvPr/>
          </p:nvGrpSpPr>
          <p:grpSpPr>
            <a:xfrm>
              <a:off x="11135442" y="6869256"/>
              <a:ext cx="952541" cy="449700"/>
              <a:chOff x="5812280" y="1793656"/>
              <a:chExt cx="952541" cy="449700"/>
            </a:xfrm>
          </p:grpSpPr>
          <p:sp>
            <p:nvSpPr>
              <p:cNvPr id="2646" name="Google Shape;2646;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7" name="Google Shape;2647;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grpSp>
          <p:nvGrpSpPr>
            <p:cNvPr id="2648" name="Google Shape;2648;p85"/>
            <p:cNvGrpSpPr/>
            <p:nvPr/>
          </p:nvGrpSpPr>
          <p:grpSpPr>
            <a:xfrm>
              <a:off x="11135442" y="7661443"/>
              <a:ext cx="952541" cy="449700"/>
              <a:chOff x="5812280" y="1793656"/>
              <a:chExt cx="952541" cy="449700"/>
            </a:xfrm>
          </p:grpSpPr>
          <p:sp>
            <p:nvSpPr>
              <p:cNvPr id="2649" name="Google Shape;2649;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50" name="Google Shape;2650;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p:txBody>
          </p:sp>
        </p:grpSp>
        <p:sp>
          <p:nvSpPr>
            <p:cNvPr id="2651" name="Google Shape;2651;p85"/>
            <p:cNvSpPr txBox="1"/>
            <p:nvPr/>
          </p:nvSpPr>
          <p:spPr>
            <a:xfrm>
              <a:off x="13664981" y="32824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652" name="Google Shape;2652;p85"/>
            <p:cNvSpPr txBox="1"/>
            <p:nvPr/>
          </p:nvSpPr>
          <p:spPr>
            <a:xfrm>
              <a:off x="13672674" y="7639163"/>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i="0" sz="800" u="none" cap="none" strike="noStrike">
                <a:latin typeface="Salesforce Sans"/>
                <a:ea typeface="Salesforce Sans"/>
                <a:cs typeface="Salesforce Sans"/>
                <a:sym typeface="Salesforce Sans"/>
              </a:endParaRPr>
            </a:p>
          </p:txBody>
        </p:sp>
        <p:sp>
          <p:nvSpPr>
            <p:cNvPr id="2653" name="Google Shape;2653;p85"/>
            <p:cNvSpPr/>
            <p:nvPr/>
          </p:nvSpPr>
          <p:spPr>
            <a:xfrm>
              <a:off x="13536628" y="7657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54" name="Google Shape;2654;p85"/>
            <p:cNvSpPr txBox="1"/>
            <p:nvPr/>
          </p:nvSpPr>
          <p:spPr>
            <a:xfrm>
              <a:off x="13672676" y="7789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Patient Response</a:t>
              </a:r>
              <a:endParaRPr i="0" sz="800" u="none" cap="none" strike="noStrike">
                <a:latin typeface="Salesforce Sans"/>
                <a:ea typeface="Salesforce Sans"/>
                <a:cs typeface="Salesforce Sans"/>
                <a:sym typeface="Salesforce Sans"/>
              </a:endParaRPr>
            </a:p>
          </p:txBody>
        </p:sp>
        <p:sp>
          <p:nvSpPr>
            <p:cNvPr id="2655" name="Google Shape;2655;p85"/>
            <p:cNvSpPr txBox="1"/>
            <p:nvPr/>
          </p:nvSpPr>
          <p:spPr>
            <a:xfrm>
              <a:off x="13672674" y="7940925"/>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i="0" sz="800" u="none" cap="none" strike="noStrike">
                <a:latin typeface="Salesforce Sans"/>
                <a:ea typeface="Salesforce Sans"/>
                <a:cs typeface="Salesforce Sans"/>
                <a:sym typeface="Salesforce Sans"/>
              </a:endParaRPr>
            </a:p>
          </p:txBody>
        </p:sp>
        <p:sp>
          <p:nvSpPr>
            <p:cNvPr id="2656" name="Google Shape;2656;p85"/>
            <p:cNvSpPr txBox="1"/>
            <p:nvPr/>
          </p:nvSpPr>
          <p:spPr>
            <a:xfrm>
              <a:off x="13672674" y="8080700"/>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Summary</a:t>
              </a:r>
              <a:endParaRPr i="0" sz="800" u="none" cap="none" strike="noStrike">
                <a:latin typeface="Salesforce Sans"/>
                <a:ea typeface="Salesforce Sans"/>
                <a:cs typeface="Salesforce Sans"/>
                <a:sym typeface="Salesforce Sans"/>
              </a:endParaRPr>
            </a:p>
          </p:txBody>
        </p:sp>
        <p:sp>
          <p:nvSpPr>
            <p:cNvPr id="2657" name="Google Shape;2657;p85"/>
            <p:cNvSpPr/>
            <p:nvPr/>
          </p:nvSpPr>
          <p:spPr>
            <a:xfrm>
              <a:off x="13536628" y="780831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58" name="Google Shape;2658;p85"/>
            <p:cNvSpPr/>
            <p:nvPr/>
          </p:nvSpPr>
          <p:spPr>
            <a:xfrm>
              <a:off x="13536628" y="795952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59" name="Google Shape;2659;p85"/>
            <p:cNvSpPr/>
            <p:nvPr/>
          </p:nvSpPr>
          <p:spPr>
            <a:xfrm>
              <a:off x="13536628" y="80993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60" name="Google Shape;2660;p85"/>
            <p:cNvSpPr txBox="1"/>
            <p:nvPr/>
          </p:nvSpPr>
          <p:spPr>
            <a:xfrm>
              <a:off x="13672676" y="57286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IT Service Desk</a:t>
              </a:r>
              <a:endParaRPr i="0" sz="800" u="none" cap="none" strike="noStrike">
                <a:latin typeface="Salesforce Sans"/>
                <a:ea typeface="Salesforce Sans"/>
                <a:cs typeface="Salesforce Sans"/>
                <a:sym typeface="Salesforce Sans"/>
              </a:endParaRPr>
            </a:p>
          </p:txBody>
        </p:sp>
        <p:sp>
          <p:nvSpPr>
            <p:cNvPr id="2661" name="Google Shape;2661;p85"/>
            <p:cNvSpPr txBox="1"/>
            <p:nvPr/>
          </p:nvSpPr>
          <p:spPr>
            <a:xfrm>
              <a:off x="13672676" y="58772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Expenses Management</a:t>
              </a:r>
              <a:endParaRPr i="0" sz="800" u="none" cap="none" strike="noStrike">
                <a:latin typeface="Salesforce Sans"/>
                <a:ea typeface="Salesforce Sans"/>
                <a:cs typeface="Salesforce Sans"/>
                <a:sym typeface="Salesforce Sans"/>
              </a:endParaRPr>
            </a:p>
          </p:txBody>
        </p:sp>
        <p:sp>
          <p:nvSpPr>
            <p:cNvPr id="2662" name="Google Shape;2662;p85"/>
            <p:cNvSpPr txBox="1"/>
            <p:nvPr/>
          </p:nvSpPr>
          <p:spPr>
            <a:xfrm>
              <a:off x="13672676" y="60258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Facilities &amp; Asset</a:t>
              </a:r>
              <a:endParaRPr i="0" sz="800" u="none" cap="none" strike="noStrike">
                <a:latin typeface="Salesforce Sans"/>
                <a:ea typeface="Salesforce Sans"/>
                <a:cs typeface="Salesforce Sans"/>
                <a:sym typeface="Salesforce Sans"/>
              </a:endParaRPr>
            </a:p>
          </p:txBody>
        </p:sp>
        <p:sp>
          <p:nvSpPr>
            <p:cNvPr id="2663" name="Google Shape;2663;p85"/>
            <p:cNvSpPr txBox="1"/>
            <p:nvPr/>
          </p:nvSpPr>
          <p:spPr>
            <a:xfrm>
              <a:off x="13672676" y="61770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HR Onboarding</a:t>
              </a:r>
              <a:endParaRPr i="0" sz="800" u="none" cap="none" strike="noStrike">
                <a:latin typeface="Salesforce Sans"/>
                <a:ea typeface="Salesforce Sans"/>
                <a:cs typeface="Salesforce Sans"/>
                <a:sym typeface="Salesforce Sans"/>
              </a:endParaRPr>
            </a:p>
          </p:txBody>
        </p:sp>
        <p:sp>
          <p:nvSpPr>
            <p:cNvPr id="2664" name="Google Shape;2664;p85"/>
            <p:cNvSpPr txBox="1"/>
            <p:nvPr/>
          </p:nvSpPr>
          <p:spPr>
            <a:xfrm>
              <a:off x="13672674" y="63168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Ethics and Compliance</a:t>
              </a:r>
              <a:endParaRPr i="0" sz="800" u="none" cap="none" strike="noStrike">
                <a:latin typeface="Salesforce Sans"/>
                <a:ea typeface="Salesforce Sans"/>
                <a:cs typeface="Salesforce Sans"/>
                <a:sym typeface="Salesforce Sans"/>
              </a:endParaRPr>
            </a:p>
          </p:txBody>
        </p:sp>
        <p:sp>
          <p:nvSpPr>
            <p:cNvPr id="2665" name="Google Shape;2665;p85"/>
            <p:cNvSpPr txBox="1"/>
            <p:nvPr/>
          </p:nvSpPr>
          <p:spPr>
            <a:xfrm>
              <a:off x="13672676" y="50971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2666" name="Google Shape;2666;p85"/>
            <p:cNvSpPr/>
            <p:nvPr/>
          </p:nvSpPr>
          <p:spPr>
            <a:xfrm>
              <a:off x="13536628" y="51155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67" name="Google Shape;2667;p85"/>
            <p:cNvSpPr txBox="1"/>
            <p:nvPr/>
          </p:nvSpPr>
          <p:spPr>
            <a:xfrm>
              <a:off x="13672675" y="52521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Technician Certification</a:t>
              </a:r>
              <a:endParaRPr sz="800">
                <a:latin typeface="Salesforce Sans"/>
                <a:ea typeface="Salesforce Sans"/>
                <a:cs typeface="Salesforce Sans"/>
                <a:sym typeface="Salesforce Sans"/>
              </a:endParaRPr>
            </a:p>
          </p:txBody>
        </p:sp>
        <p:sp>
          <p:nvSpPr>
            <p:cNvPr id="2668" name="Google Shape;2668;p85"/>
            <p:cNvSpPr/>
            <p:nvPr/>
          </p:nvSpPr>
          <p:spPr>
            <a:xfrm>
              <a:off x="13536628" y="52705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69" name="Google Shape;2669;p85"/>
            <p:cNvSpPr txBox="1"/>
            <p:nvPr/>
          </p:nvSpPr>
          <p:spPr>
            <a:xfrm>
              <a:off x="13672676" y="54071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Procurement Optimization</a:t>
              </a:r>
              <a:endParaRPr sz="800">
                <a:latin typeface="Salesforce Sans"/>
                <a:ea typeface="Salesforce Sans"/>
                <a:cs typeface="Salesforce Sans"/>
                <a:sym typeface="Salesforce Sans"/>
              </a:endParaRPr>
            </a:p>
          </p:txBody>
        </p:sp>
        <p:sp>
          <p:nvSpPr>
            <p:cNvPr id="2670" name="Google Shape;2670;p85"/>
            <p:cNvSpPr/>
            <p:nvPr/>
          </p:nvSpPr>
          <p:spPr>
            <a:xfrm>
              <a:off x="13536628" y="542558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1" name="Google Shape;2671;p85"/>
            <p:cNvSpPr txBox="1"/>
            <p:nvPr/>
          </p:nvSpPr>
          <p:spPr>
            <a:xfrm>
              <a:off x="13672675" y="55679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Contract Intelligence</a:t>
              </a:r>
              <a:endParaRPr sz="800">
                <a:latin typeface="Salesforce Sans"/>
                <a:ea typeface="Salesforce Sans"/>
                <a:cs typeface="Salesforce Sans"/>
                <a:sym typeface="Salesforce Sans"/>
              </a:endParaRPr>
            </a:p>
          </p:txBody>
        </p:sp>
        <p:sp>
          <p:nvSpPr>
            <p:cNvPr id="2672" name="Google Shape;2672;p85"/>
            <p:cNvSpPr/>
            <p:nvPr/>
          </p:nvSpPr>
          <p:spPr>
            <a:xfrm>
              <a:off x="13536628" y="55863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3" name="Google Shape;2673;p85"/>
            <p:cNvSpPr/>
            <p:nvPr/>
          </p:nvSpPr>
          <p:spPr>
            <a:xfrm>
              <a:off x="13536628" y="58958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4" name="Google Shape;2674;p85"/>
            <p:cNvSpPr/>
            <p:nvPr/>
          </p:nvSpPr>
          <p:spPr>
            <a:xfrm>
              <a:off x="13536628" y="60444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75" name="Google Shape;2675;p85"/>
            <p:cNvSpPr/>
            <p:nvPr/>
          </p:nvSpPr>
          <p:spPr>
            <a:xfrm>
              <a:off x="13536628" y="6195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6" name="Google Shape;2676;p85"/>
            <p:cNvSpPr/>
            <p:nvPr/>
          </p:nvSpPr>
          <p:spPr>
            <a:xfrm>
              <a:off x="13536628" y="6335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7" name="Google Shape;2677;p85"/>
            <p:cNvSpPr/>
            <p:nvPr/>
          </p:nvSpPr>
          <p:spPr>
            <a:xfrm>
              <a:off x="13536628" y="57472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8" name="Google Shape;2678;p85"/>
            <p:cNvSpPr txBox="1"/>
            <p:nvPr/>
          </p:nvSpPr>
          <p:spPr>
            <a:xfrm>
              <a:off x="13672676" y="64673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Executive Insights</a:t>
              </a:r>
              <a:endParaRPr i="0" sz="800" u="none" cap="none" strike="noStrike">
                <a:latin typeface="Salesforce Sans"/>
                <a:ea typeface="Salesforce Sans"/>
                <a:cs typeface="Salesforce Sans"/>
                <a:sym typeface="Salesforce Sans"/>
              </a:endParaRPr>
            </a:p>
          </p:txBody>
        </p:sp>
        <p:sp>
          <p:nvSpPr>
            <p:cNvPr id="2679" name="Google Shape;2679;p85"/>
            <p:cNvSpPr/>
            <p:nvPr/>
          </p:nvSpPr>
          <p:spPr>
            <a:xfrm>
              <a:off x="13536628" y="6485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80" name="Google Shape;2680;p85"/>
            <p:cNvSpPr txBox="1"/>
            <p:nvPr/>
          </p:nvSpPr>
          <p:spPr>
            <a:xfrm>
              <a:off x="13674506" y="66111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681" name="Google Shape;2681;p85"/>
            <p:cNvSpPr txBox="1"/>
            <p:nvPr/>
          </p:nvSpPr>
          <p:spPr>
            <a:xfrm>
              <a:off x="13672676" y="41284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Working Capital</a:t>
              </a:r>
              <a:endParaRPr i="0" sz="800" u="none" cap="none" strike="noStrike">
                <a:latin typeface="Salesforce Sans"/>
                <a:ea typeface="Salesforce Sans"/>
                <a:cs typeface="Salesforce Sans"/>
                <a:sym typeface="Salesforce Sans"/>
              </a:endParaRPr>
            </a:p>
          </p:txBody>
        </p:sp>
        <p:sp>
          <p:nvSpPr>
            <p:cNvPr id="2682" name="Google Shape;2682;p85"/>
            <p:cNvSpPr txBox="1"/>
            <p:nvPr/>
          </p:nvSpPr>
          <p:spPr>
            <a:xfrm>
              <a:off x="13672676" y="42770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Tender Strategy</a:t>
              </a:r>
              <a:endParaRPr i="0" sz="800" u="none" cap="none" strike="noStrike">
                <a:latin typeface="Salesforce Sans"/>
                <a:ea typeface="Salesforce Sans"/>
                <a:cs typeface="Salesforce Sans"/>
                <a:sym typeface="Salesforce Sans"/>
              </a:endParaRPr>
            </a:p>
          </p:txBody>
        </p:sp>
        <p:sp>
          <p:nvSpPr>
            <p:cNvPr id="2683" name="Google Shape;2683;p85"/>
            <p:cNvSpPr txBox="1"/>
            <p:nvPr/>
          </p:nvSpPr>
          <p:spPr>
            <a:xfrm>
              <a:off x="13672676" y="44256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Dispute Resolution</a:t>
              </a:r>
              <a:endParaRPr i="0" sz="800" u="none" cap="none" strike="noStrike">
                <a:latin typeface="Salesforce Sans"/>
                <a:ea typeface="Salesforce Sans"/>
                <a:cs typeface="Salesforce Sans"/>
                <a:sym typeface="Salesforce Sans"/>
              </a:endParaRPr>
            </a:p>
          </p:txBody>
        </p:sp>
        <p:sp>
          <p:nvSpPr>
            <p:cNvPr id="2684" name="Google Shape;2684;p85"/>
            <p:cNvSpPr txBox="1"/>
            <p:nvPr/>
          </p:nvSpPr>
          <p:spPr>
            <a:xfrm>
              <a:off x="13672676" y="45768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Strategy</a:t>
              </a:r>
              <a:endParaRPr i="0" sz="800" u="none" cap="none" strike="noStrike">
                <a:latin typeface="Salesforce Sans"/>
                <a:ea typeface="Salesforce Sans"/>
                <a:cs typeface="Salesforce Sans"/>
                <a:sym typeface="Salesforce Sans"/>
              </a:endParaRPr>
            </a:p>
          </p:txBody>
        </p:sp>
        <p:sp>
          <p:nvSpPr>
            <p:cNvPr id="2685" name="Google Shape;2685;p85"/>
            <p:cNvSpPr txBox="1"/>
            <p:nvPr/>
          </p:nvSpPr>
          <p:spPr>
            <a:xfrm>
              <a:off x="13672674" y="47166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a:t>
              </a:r>
              <a:endParaRPr i="0" sz="800" u="none" cap="none" strike="noStrike">
                <a:latin typeface="Salesforce Sans"/>
                <a:ea typeface="Salesforce Sans"/>
                <a:cs typeface="Salesforce Sans"/>
                <a:sym typeface="Salesforce Sans"/>
              </a:endParaRPr>
            </a:p>
          </p:txBody>
        </p:sp>
        <p:sp>
          <p:nvSpPr>
            <p:cNvPr id="2686" name="Google Shape;2686;p85"/>
            <p:cNvSpPr txBox="1"/>
            <p:nvPr/>
          </p:nvSpPr>
          <p:spPr>
            <a:xfrm>
              <a:off x="13672676" y="34969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2687" name="Google Shape;2687;p85"/>
            <p:cNvSpPr/>
            <p:nvPr/>
          </p:nvSpPr>
          <p:spPr>
            <a:xfrm>
              <a:off x="13536628" y="35153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88" name="Google Shape;2688;p85"/>
            <p:cNvSpPr txBox="1"/>
            <p:nvPr/>
          </p:nvSpPr>
          <p:spPr>
            <a:xfrm>
              <a:off x="13672675" y="36519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Compliance</a:t>
              </a:r>
              <a:endParaRPr sz="800">
                <a:latin typeface="Salesforce Sans"/>
                <a:ea typeface="Salesforce Sans"/>
                <a:cs typeface="Salesforce Sans"/>
                <a:sym typeface="Salesforce Sans"/>
              </a:endParaRPr>
            </a:p>
          </p:txBody>
        </p:sp>
        <p:sp>
          <p:nvSpPr>
            <p:cNvPr id="2689" name="Google Shape;2689;p85"/>
            <p:cNvSpPr/>
            <p:nvPr/>
          </p:nvSpPr>
          <p:spPr>
            <a:xfrm>
              <a:off x="13536628" y="36703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90" name="Google Shape;2690;p85"/>
            <p:cNvSpPr txBox="1"/>
            <p:nvPr/>
          </p:nvSpPr>
          <p:spPr>
            <a:xfrm>
              <a:off x="13672676" y="38069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Revenue Recognition</a:t>
              </a:r>
              <a:endParaRPr sz="800">
                <a:latin typeface="Salesforce Sans"/>
                <a:ea typeface="Salesforce Sans"/>
                <a:cs typeface="Salesforce Sans"/>
                <a:sym typeface="Salesforce Sans"/>
              </a:endParaRPr>
            </a:p>
          </p:txBody>
        </p:sp>
        <p:sp>
          <p:nvSpPr>
            <p:cNvPr id="2691" name="Google Shape;2691;p85"/>
            <p:cNvSpPr/>
            <p:nvPr/>
          </p:nvSpPr>
          <p:spPr>
            <a:xfrm>
              <a:off x="13536628" y="382538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2" name="Google Shape;2692;p85"/>
            <p:cNvSpPr txBox="1"/>
            <p:nvPr/>
          </p:nvSpPr>
          <p:spPr>
            <a:xfrm>
              <a:off x="13672675" y="39677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Reimbursement Intelligence</a:t>
              </a:r>
              <a:endParaRPr sz="800">
                <a:latin typeface="Salesforce Sans"/>
                <a:ea typeface="Salesforce Sans"/>
                <a:cs typeface="Salesforce Sans"/>
                <a:sym typeface="Salesforce Sans"/>
              </a:endParaRPr>
            </a:p>
          </p:txBody>
        </p:sp>
        <p:sp>
          <p:nvSpPr>
            <p:cNvPr id="2693" name="Google Shape;2693;p85"/>
            <p:cNvSpPr/>
            <p:nvPr/>
          </p:nvSpPr>
          <p:spPr>
            <a:xfrm>
              <a:off x="13536628" y="3986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4" name="Google Shape;2694;p85"/>
            <p:cNvSpPr/>
            <p:nvPr/>
          </p:nvSpPr>
          <p:spPr>
            <a:xfrm>
              <a:off x="13536628" y="42956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5" name="Google Shape;2695;p85"/>
            <p:cNvSpPr/>
            <p:nvPr/>
          </p:nvSpPr>
          <p:spPr>
            <a:xfrm>
              <a:off x="13536628" y="4444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96" name="Google Shape;2696;p85"/>
            <p:cNvSpPr/>
            <p:nvPr/>
          </p:nvSpPr>
          <p:spPr>
            <a:xfrm>
              <a:off x="13536628" y="45954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7" name="Google Shape;2697;p85"/>
            <p:cNvSpPr/>
            <p:nvPr/>
          </p:nvSpPr>
          <p:spPr>
            <a:xfrm>
              <a:off x="13536628" y="47352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8" name="Google Shape;2698;p85"/>
            <p:cNvSpPr/>
            <p:nvPr/>
          </p:nvSpPr>
          <p:spPr>
            <a:xfrm>
              <a:off x="13536628" y="414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9" name="Google Shape;2699;p85"/>
            <p:cNvSpPr txBox="1"/>
            <p:nvPr/>
          </p:nvSpPr>
          <p:spPr>
            <a:xfrm>
              <a:off x="13672676" y="48671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Revenue Optimization</a:t>
              </a:r>
              <a:endParaRPr i="0" sz="800" u="none" cap="none" strike="noStrike">
                <a:latin typeface="Salesforce Sans"/>
                <a:ea typeface="Salesforce Sans"/>
                <a:cs typeface="Salesforce Sans"/>
                <a:sym typeface="Salesforce Sans"/>
              </a:endParaRPr>
            </a:p>
          </p:txBody>
        </p:sp>
        <p:sp>
          <p:nvSpPr>
            <p:cNvPr id="2700" name="Google Shape;2700;p85"/>
            <p:cNvSpPr/>
            <p:nvPr/>
          </p:nvSpPr>
          <p:spPr>
            <a:xfrm>
              <a:off x="13536628" y="488578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Communications" showMasterSp="0">
  <p:cSld name="TITLE_AND_BODY_5_1_1_1_1_1_1">
    <p:spTree>
      <p:nvGrpSpPr>
        <p:cNvPr id="2701" name="Shape 2701"/>
        <p:cNvGrpSpPr/>
        <p:nvPr/>
      </p:nvGrpSpPr>
      <p:grpSpPr>
        <a:xfrm>
          <a:off x="0" y="0"/>
          <a:ext cx="0" cy="0"/>
          <a:chOff x="0" y="0"/>
          <a:chExt cx="0" cy="0"/>
        </a:xfrm>
      </p:grpSpPr>
      <p:sp>
        <p:nvSpPr>
          <p:cNvPr id="2702" name="Google Shape;2702;p86"/>
          <p:cNvSpPr txBox="1"/>
          <p:nvPr/>
        </p:nvSpPr>
        <p:spPr>
          <a:xfrm>
            <a:off x="571500" y="190500"/>
            <a:ext cx="17191200" cy="1246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02775"/>
              </a:buClr>
              <a:buSzPts val="5400"/>
              <a:buFont typeface="Arial"/>
              <a:buNone/>
            </a:pPr>
            <a:r>
              <a:rPr lang="en" sz="4500">
                <a:solidFill>
                  <a:srgbClr val="002775"/>
                </a:solidFill>
                <a:latin typeface="Avant Garde Demi SFDC"/>
                <a:ea typeface="Avant Garde Demi SFDC"/>
                <a:cs typeface="Avant Garde Demi SFDC"/>
                <a:sym typeface="Avant Garde Demi SFDC"/>
              </a:rPr>
              <a:t>Grow revenue and reduce churn across your communications business with 135+ agentic workflows </a:t>
            </a:r>
            <a:endParaRPr sz="4500">
              <a:solidFill>
                <a:srgbClr val="002775"/>
              </a:solidFill>
              <a:latin typeface="Avant Garde Demi SFDC"/>
              <a:ea typeface="Avant Garde Demi SFDC"/>
              <a:cs typeface="Avant Garde Demi SFDC"/>
              <a:sym typeface="Avant Garde Demi SFDC"/>
            </a:endParaRPr>
          </a:p>
        </p:txBody>
      </p:sp>
      <p:grpSp>
        <p:nvGrpSpPr>
          <p:cNvPr id="2703" name="Google Shape;2703;p86"/>
          <p:cNvGrpSpPr/>
          <p:nvPr/>
        </p:nvGrpSpPr>
        <p:grpSpPr>
          <a:xfrm>
            <a:off x="11416650" y="987281"/>
            <a:ext cx="6313200" cy="308305"/>
            <a:chOff x="11238000" y="957895"/>
            <a:chExt cx="6313200" cy="308305"/>
          </a:xfrm>
        </p:grpSpPr>
        <p:sp>
          <p:nvSpPr>
            <p:cNvPr id="2704" name="Google Shape;2704;p86"/>
            <p:cNvSpPr/>
            <p:nvPr/>
          </p:nvSpPr>
          <p:spPr>
            <a:xfrm>
              <a:off x="11238000" y="957895"/>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2705" name="Google Shape;2705;p86"/>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6" name="Google Shape;2706;p86"/>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07" name="Google Shape;2707;p86"/>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8" name="Google Shape;2708;p86"/>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9" name="Google Shape;2709;p86"/>
            <p:cNvSpPr txBox="1"/>
            <p:nvPr/>
          </p:nvSpPr>
          <p:spPr>
            <a:xfrm>
              <a:off x="16806898" y="1012344"/>
              <a:ext cx="521400" cy="1869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sp>
          <p:nvSpPr>
            <p:cNvPr id="2710" name="Google Shape;2710;p86"/>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2711" name="Google Shape;2711;p86"/>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2712" name="Google Shape;2712;p86"/>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2713" name="Google Shape;2713;p86"/>
          <p:cNvSpPr/>
          <p:nvPr/>
        </p:nvSpPr>
        <p:spPr>
          <a:xfrm>
            <a:off x="13069425" y="9848851"/>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b="1" sz="800">
              <a:latin typeface="Salesforce Sans"/>
              <a:ea typeface="Salesforce Sans"/>
              <a:cs typeface="Salesforce Sans"/>
              <a:sym typeface="Salesforce Sans"/>
            </a:endParaRPr>
          </a:p>
        </p:txBody>
      </p:sp>
      <p:sp>
        <p:nvSpPr>
          <p:cNvPr id="2714" name="Google Shape;2714;p86"/>
          <p:cNvSpPr/>
          <p:nvPr/>
        </p:nvSpPr>
        <p:spPr>
          <a:xfrm>
            <a:off x="1678107" y="867504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Customer Service </a:t>
            </a:r>
            <a:endParaRPr b="1" i="0" sz="900" u="none" cap="none" strike="noStrike">
              <a:solidFill>
                <a:srgbClr val="066AFE"/>
              </a:solidFill>
              <a:latin typeface="Salesforce Sans"/>
              <a:ea typeface="Salesforce Sans"/>
              <a:cs typeface="Salesforce Sans"/>
              <a:sym typeface="Salesforce Sans"/>
            </a:endParaRPr>
          </a:p>
        </p:txBody>
      </p:sp>
      <p:sp>
        <p:nvSpPr>
          <p:cNvPr id="2715" name="Google Shape;2715;p86"/>
          <p:cNvSpPr/>
          <p:nvPr/>
        </p:nvSpPr>
        <p:spPr>
          <a:xfrm>
            <a:off x="1678107" y="7641756"/>
            <a:ext cx="8154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Field Service </a:t>
            </a:r>
            <a:endParaRPr b="1" i="0" sz="900" u="none" cap="none" strike="noStrike">
              <a:solidFill>
                <a:srgbClr val="066AFE"/>
              </a:solidFill>
              <a:latin typeface="Salesforce Sans"/>
              <a:ea typeface="Salesforce Sans"/>
              <a:cs typeface="Salesforce Sans"/>
              <a:sym typeface="Salesforce Sans"/>
            </a:endParaRPr>
          </a:p>
        </p:txBody>
      </p:sp>
      <p:sp>
        <p:nvSpPr>
          <p:cNvPr id="2716" name="Google Shape;2716;p86"/>
          <p:cNvSpPr/>
          <p:nvPr/>
        </p:nvSpPr>
        <p:spPr>
          <a:xfrm>
            <a:off x="1678107" y="344130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In-person Retail Sales</a:t>
            </a:r>
            <a:endParaRPr b="1" i="0" sz="900" u="none" cap="none" strike="noStrike">
              <a:solidFill>
                <a:srgbClr val="066AFE"/>
              </a:solidFill>
              <a:latin typeface="Salesforce Sans"/>
              <a:ea typeface="Salesforce Sans"/>
              <a:cs typeface="Salesforce Sans"/>
              <a:sym typeface="Salesforce Sans"/>
            </a:endParaRPr>
          </a:p>
        </p:txBody>
      </p:sp>
      <p:sp>
        <p:nvSpPr>
          <p:cNvPr id="2717" name="Google Shape;2717;p86"/>
          <p:cNvSpPr/>
          <p:nvPr/>
        </p:nvSpPr>
        <p:spPr>
          <a:xfrm>
            <a:off x="1678102" y="2958581"/>
            <a:ext cx="1022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Retail Opening and Strategy </a:t>
            </a:r>
            <a:endParaRPr b="1" i="0" sz="900" u="none" cap="none" strike="noStrike">
              <a:solidFill>
                <a:srgbClr val="066AFE"/>
              </a:solidFill>
              <a:latin typeface="Salesforce Sans"/>
              <a:ea typeface="Salesforce Sans"/>
              <a:cs typeface="Salesforce Sans"/>
              <a:sym typeface="Salesforce Sans"/>
            </a:endParaRPr>
          </a:p>
        </p:txBody>
      </p:sp>
      <p:sp>
        <p:nvSpPr>
          <p:cNvPr id="2718" name="Google Shape;2718;p86"/>
          <p:cNvSpPr/>
          <p:nvPr/>
        </p:nvSpPr>
        <p:spPr>
          <a:xfrm>
            <a:off x="1678107" y="2322500"/>
            <a:ext cx="9525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Forecasting and Analytics </a:t>
            </a:r>
            <a:endParaRPr b="1" i="0" sz="900" u="none" cap="none" strike="noStrike">
              <a:solidFill>
                <a:srgbClr val="066AFE"/>
              </a:solidFill>
              <a:latin typeface="Salesforce Sans"/>
              <a:ea typeface="Salesforce Sans"/>
              <a:cs typeface="Salesforce Sans"/>
              <a:sym typeface="Salesforce Sans"/>
            </a:endParaRPr>
          </a:p>
        </p:txBody>
      </p:sp>
      <p:sp>
        <p:nvSpPr>
          <p:cNvPr id="2719" name="Google Shape;2719;p86"/>
          <p:cNvSpPr/>
          <p:nvPr/>
        </p:nvSpPr>
        <p:spPr>
          <a:xfrm>
            <a:off x="1678107" y="659735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Wholesaler Management </a:t>
            </a:r>
            <a:endParaRPr b="1" i="0" sz="900" u="none" cap="none" strike="noStrike">
              <a:solidFill>
                <a:srgbClr val="066AFE"/>
              </a:solidFill>
              <a:latin typeface="Salesforce Sans"/>
              <a:ea typeface="Salesforce Sans"/>
              <a:cs typeface="Salesforce Sans"/>
              <a:sym typeface="Salesforce Sans"/>
            </a:endParaRPr>
          </a:p>
        </p:txBody>
      </p:sp>
      <p:sp>
        <p:nvSpPr>
          <p:cNvPr id="2720" name="Google Shape;2720;p86"/>
          <p:cNvSpPr/>
          <p:nvPr/>
        </p:nvSpPr>
        <p:spPr>
          <a:xfrm>
            <a:off x="1678107" y="7022837"/>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Onboarding and Activation </a:t>
            </a:r>
            <a:endParaRPr b="1" i="0" sz="900" u="none" cap="none" strike="noStrike">
              <a:solidFill>
                <a:srgbClr val="066AFE"/>
              </a:solidFill>
              <a:latin typeface="Salesforce Sans"/>
              <a:ea typeface="Salesforce Sans"/>
              <a:cs typeface="Salesforce Sans"/>
              <a:sym typeface="Salesforce Sans"/>
            </a:endParaRPr>
          </a:p>
        </p:txBody>
      </p:sp>
      <p:sp>
        <p:nvSpPr>
          <p:cNvPr id="2721" name="Google Shape;2721;p86"/>
          <p:cNvSpPr/>
          <p:nvPr/>
        </p:nvSpPr>
        <p:spPr>
          <a:xfrm>
            <a:off x="1678107" y="4683367"/>
            <a:ext cx="8466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Reseller M</a:t>
            </a:r>
            <a:r>
              <a:rPr b="1" lang="en" sz="900">
                <a:solidFill>
                  <a:srgbClr val="066AFE"/>
                </a:solidFill>
                <a:latin typeface="Salesforce Sans"/>
                <a:ea typeface="Salesforce Sans"/>
                <a:cs typeface="Salesforce Sans"/>
                <a:sym typeface="Salesforce Sans"/>
              </a:rPr>
              <a:t>gmt </a:t>
            </a:r>
            <a:endParaRPr b="1" i="0" sz="900" u="none" cap="none" strike="noStrike">
              <a:solidFill>
                <a:srgbClr val="066AFE"/>
              </a:solidFill>
              <a:latin typeface="Salesforce Sans"/>
              <a:ea typeface="Salesforce Sans"/>
              <a:cs typeface="Salesforce Sans"/>
              <a:sym typeface="Salesforce Sans"/>
            </a:endParaRPr>
          </a:p>
        </p:txBody>
      </p:sp>
      <p:sp>
        <p:nvSpPr>
          <p:cNvPr id="2722" name="Google Shape;2722;p86"/>
          <p:cNvSpPr/>
          <p:nvPr/>
        </p:nvSpPr>
        <p:spPr>
          <a:xfrm>
            <a:off x="1678107" y="5010253"/>
            <a:ext cx="8154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B2C Quoting &amp; Contracting </a:t>
            </a:r>
            <a:endParaRPr b="1" i="0" sz="900" u="none" cap="none" strike="noStrike">
              <a:solidFill>
                <a:srgbClr val="066AFE"/>
              </a:solidFill>
              <a:latin typeface="Salesforce Sans"/>
              <a:ea typeface="Salesforce Sans"/>
              <a:cs typeface="Salesforce Sans"/>
              <a:sym typeface="Salesforce Sans"/>
            </a:endParaRPr>
          </a:p>
        </p:txBody>
      </p:sp>
      <p:sp>
        <p:nvSpPr>
          <p:cNvPr id="2723" name="Google Shape;2723;p86"/>
          <p:cNvSpPr/>
          <p:nvPr/>
        </p:nvSpPr>
        <p:spPr>
          <a:xfrm>
            <a:off x="1678107" y="3889267"/>
            <a:ext cx="815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a:t>
            </a:r>
            <a:r>
              <a:rPr b="1" lang="en" sz="900">
                <a:solidFill>
                  <a:srgbClr val="066AFE"/>
                </a:solidFill>
                <a:latin typeface="Salesforce Sans"/>
                <a:ea typeface="Salesforce Sans"/>
                <a:cs typeface="Salesforce Sans"/>
                <a:sym typeface="Salesforce Sans"/>
              </a:rPr>
              <a:t>B</a:t>
            </a:r>
            <a:r>
              <a:rPr b="1" i="0" lang="en" sz="900" u="none" cap="none" strike="noStrike">
                <a:solidFill>
                  <a:srgbClr val="066AFE"/>
                </a:solidFill>
                <a:latin typeface="Salesforce Sans"/>
                <a:ea typeface="Salesforce Sans"/>
                <a:cs typeface="Salesforce Sans"/>
                <a:sym typeface="Salesforce Sans"/>
              </a:rPr>
              <a:t> Acquisition </a:t>
            </a:r>
            <a:endParaRPr b="1" i="0" sz="900" u="none" cap="none" strike="noStrike">
              <a:solidFill>
                <a:srgbClr val="066AFE"/>
              </a:solidFill>
              <a:latin typeface="Salesforce Sans"/>
              <a:ea typeface="Salesforce Sans"/>
              <a:cs typeface="Salesforce Sans"/>
              <a:sym typeface="Salesforce Sans"/>
            </a:endParaRPr>
          </a:p>
        </p:txBody>
      </p:sp>
      <p:sp>
        <p:nvSpPr>
          <p:cNvPr id="2724" name="Google Shape;2724;p86"/>
          <p:cNvSpPr/>
          <p:nvPr/>
        </p:nvSpPr>
        <p:spPr>
          <a:xfrm>
            <a:off x="1678107" y="564406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B2B Deal Management </a:t>
            </a:r>
            <a:endParaRPr b="1" i="0" sz="900" u="none" cap="none" strike="noStrike">
              <a:solidFill>
                <a:srgbClr val="066AFE"/>
              </a:solidFill>
              <a:latin typeface="Salesforce Sans"/>
              <a:ea typeface="Salesforce Sans"/>
              <a:cs typeface="Salesforce Sans"/>
              <a:sym typeface="Salesforce Sans"/>
            </a:endParaRPr>
          </a:p>
        </p:txBody>
      </p:sp>
      <p:sp>
        <p:nvSpPr>
          <p:cNvPr id="2725" name="Google Shape;2725;p86"/>
          <p:cNvSpPr txBox="1"/>
          <p:nvPr/>
        </p:nvSpPr>
        <p:spPr>
          <a:xfrm>
            <a:off x="2936457" y="29538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Launch Planning</a:t>
            </a:r>
            <a:endParaRPr i="0" sz="800" u="none" cap="none" strike="noStrike">
              <a:latin typeface="Salesforce Sans"/>
              <a:ea typeface="Salesforce Sans"/>
              <a:cs typeface="Salesforce Sans"/>
              <a:sym typeface="Salesforce Sans"/>
            </a:endParaRPr>
          </a:p>
        </p:txBody>
      </p:sp>
      <p:sp>
        <p:nvSpPr>
          <p:cNvPr id="2726" name="Google Shape;2726;p86"/>
          <p:cNvSpPr txBox="1"/>
          <p:nvPr/>
        </p:nvSpPr>
        <p:spPr>
          <a:xfrm>
            <a:off x="2936457" y="31095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2727" name="Google Shape;2727;p86"/>
          <p:cNvSpPr txBox="1"/>
          <p:nvPr/>
        </p:nvSpPr>
        <p:spPr>
          <a:xfrm>
            <a:off x="2936457" y="3265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Asset Deployment</a:t>
            </a:r>
            <a:endParaRPr i="0" sz="800" u="none" cap="none" strike="noStrike">
              <a:latin typeface="Salesforce Sans"/>
              <a:ea typeface="Salesforce Sans"/>
              <a:cs typeface="Salesforce Sans"/>
              <a:sym typeface="Salesforce Sans"/>
            </a:endParaRPr>
          </a:p>
        </p:txBody>
      </p:sp>
      <p:sp>
        <p:nvSpPr>
          <p:cNvPr id="2728" name="Google Shape;2728;p86"/>
          <p:cNvSpPr txBox="1"/>
          <p:nvPr/>
        </p:nvSpPr>
        <p:spPr>
          <a:xfrm>
            <a:off x="2936457" y="38870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2729" name="Google Shape;2729;p86"/>
          <p:cNvSpPr txBox="1"/>
          <p:nvPr/>
        </p:nvSpPr>
        <p:spPr>
          <a:xfrm>
            <a:off x="2936465" y="343687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Shopping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Product Recommendations</a:t>
            </a:r>
            <a:endParaRPr i="0" sz="800" u="none" cap="none" strike="noStrike">
              <a:latin typeface="Salesforce Sans"/>
              <a:ea typeface="Salesforce Sans"/>
              <a:cs typeface="Salesforce Sans"/>
              <a:sym typeface="Salesforce Sans"/>
            </a:endParaRPr>
          </a:p>
        </p:txBody>
      </p:sp>
      <p:sp>
        <p:nvSpPr>
          <p:cNvPr id="2730" name="Google Shape;2730;p86"/>
          <p:cNvSpPr txBox="1"/>
          <p:nvPr/>
        </p:nvSpPr>
        <p:spPr>
          <a:xfrm>
            <a:off x="2936457" y="41961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Summary &amp; Agenda</a:t>
            </a:r>
            <a:endParaRPr i="0" sz="800" u="none" cap="none" strike="noStrike">
              <a:latin typeface="Salesforce Sans"/>
              <a:ea typeface="Salesforce Sans"/>
              <a:cs typeface="Salesforce Sans"/>
              <a:sym typeface="Salesforce Sans"/>
            </a:endParaRPr>
          </a:p>
        </p:txBody>
      </p:sp>
      <p:sp>
        <p:nvSpPr>
          <p:cNvPr id="2731" name="Google Shape;2731;p86"/>
          <p:cNvSpPr txBox="1"/>
          <p:nvPr/>
        </p:nvSpPr>
        <p:spPr>
          <a:xfrm>
            <a:off x="2936457" y="40403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2732" name="Google Shape;2732;p86"/>
          <p:cNvSpPr txBox="1"/>
          <p:nvPr/>
        </p:nvSpPr>
        <p:spPr>
          <a:xfrm>
            <a:off x="2936457" y="45052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Prioritize Opportunities</a:t>
            </a:r>
            <a:endParaRPr i="0" sz="800" u="none" cap="none" strike="noStrike">
              <a:latin typeface="Salesforce Sans"/>
              <a:ea typeface="Salesforce Sans"/>
              <a:cs typeface="Salesforce Sans"/>
              <a:sym typeface="Salesforce Sans"/>
            </a:endParaRPr>
          </a:p>
        </p:txBody>
      </p:sp>
      <p:sp>
        <p:nvSpPr>
          <p:cNvPr id="2733" name="Google Shape;2733;p86"/>
          <p:cNvSpPr txBox="1"/>
          <p:nvPr/>
        </p:nvSpPr>
        <p:spPr>
          <a:xfrm>
            <a:off x="2936457" y="43495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SDR</a:t>
            </a:r>
            <a:endParaRPr i="0" sz="800" u="none" cap="none" strike="noStrike">
              <a:latin typeface="Salesforce Sans"/>
              <a:ea typeface="Salesforce Sans"/>
              <a:cs typeface="Salesforce Sans"/>
              <a:sym typeface="Salesforce Sans"/>
            </a:endParaRPr>
          </a:p>
        </p:txBody>
      </p:sp>
      <p:sp>
        <p:nvSpPr>
          <p:cNvPr id="2734" name="Google Shape;2734;p86"/>
          <p:cNvSpPr txBox="1"/>
          <p:nvPr/>
        </p:nvSpPr>
        <p:spPr>
          <a:xfrm>
            <a:off x="2936457" y="4833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2735" name="Google Shape;2735;p86"/>
          <p:cNvSpPr txBox="1"/>
          <p:nvPr/>
        </p:nvSpPr>
        <p:spPr>
          <a:xfrm>
            <a:off x="2936457" y="500832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a:t>
            </a:r>
            <a:endParaRPr i="0" sz="800" u="none" cap="none" strike="noStrike">
              <a:latin typeface="Salesforce Sans"/>
              <a:ea typeface="Salesforce Sans"/>
              <a:cs typeface="Salesforce Sans"/>
              <a:sym typeface="Salesforce Sans"/>
            </a:endParaRPr>
          </a:p>
        </p:txBody>
      </p:sp>
      <p:sp>
        <p:nvSpPr>
          <p:cNvPr id="2736" name="Google Shape;2736;p86"/>
          <p:cNvSpPr txBox="1"/>
          <p:nvPr/>
        </p:nvSpPr>
        <p:spPr>
          <a:xfrm>
            <a:off x="2936457" y="51616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Ordering </a:t>
            </a:r>
            <a:endParaRPr i="0" sz="800" u="none" cap="none" strike="noStrike">
              <a:latin typeface="Salesforce Sans"/>
              <a:ea typeface="Salesforce Sans"/>
              <a:cs typeface="Salesforce Sans"/>
              <a:sym typeface="Salesforce Sans"/>
            </a:endParaRPr>
          </a:p>
        </p:txBody>
      </p:sp>
      <p:sp>
        <p:nvSpPr>
          <p:cNvPr id="2737" name="Google Shape;2737;p86"/>
          <p:cNvSpPr txBox="1"/>
          <p:nvPr/>
        </p:nvSpPr>
        <p:spPr>
          <a:xfrm>
            <a:off x="2936457" y="5473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2738" name="Google Shape;2738;p86"/>
          <p:cNvSpPr txBox="1"/>
          <p:nvPr/>
        </p:nvSpPr>
        <p:spPr>
          <a:xfrm>
            <a:off x="2936457" y="58010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2739" name="Google Shape;2739;p86"/>
          <p:cNvSpPr txBox="1"/>
          <p:nvPr/>
        </p:nvSpPr>
        <p:spPr>
          <a:xfrm>
            <a:off x="2936457" y="59543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Deal Optimization</a:t>
            </a:r>
            <a:endParaRPr i="0" sz="800" u="none" cap="none" strike="noStrike">
              <a:latin typeface="Salesforce Sans"/>
              <a:ea typeface="Salesforce Sans"/>
              <a:cs typeface="Salesforce Sans"/>
              <a:sym typeface="Salesforce Sans"/>
            </a:endParaRPr>
          </a:p>
        </p:txBody>
      </p:sp>
      <p:sp>
        <p:nvSpPr>
          <p:cNvPr id="2740" name="Google Shape;2740;p86"/>
          <p:cNvSpPr txBox="1"/>
          <p:nvPr/>
        </p:nvSpPr>
        <p:spPr>
          <a:xfrm>
            <a:off x="2936457" y="53174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2741" name="Google Shape;2741;p86"/>
          <p:cNvSpPr txBox="1"/>
          <p:nvPr/>
        </p:nvSpPr>
        <p:spPr>
          <a:xfrm>
            <a:off x="2936457" y="61101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Quoting And Ordering</a:t>
            </a:r>
            <a:endParaRPr i="0" sz="800" u="none" cap="none" strike="noStrike">
              <a:latin typeface="Salesforce Sans"/>
              <a:ea typeface="Salesforce Sans"/>
              <a:cs typeface="Salesforce Sans"/>
              <a:sym typeface="Salesforce Sans"/>
            </a:endParaRPr>
          </a:p>
        </p:txBody>
      </p:sp>
      <p:sp>
        <p:nvSpPr>
          <p:cNvPr id="2742" name="Google Shape;2742;p86"/>
          <p:cNvSpPr txBox="1"/>
          <p:nvPr/>
        </p:nvSpPr>
        <p:spPr>
          <a:xfrm>
            <a:off x="2936457" y="62658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Creation</a:t>
            </a:r>
            <a:endParaRPr i="0" sz="800" u="none" cap="none" strike="noStrike">
              <a:latin typeface="Salesforce Sans"/>
              <a:ea typeface="Salesforce Sans"/>
              <a:cs typeface="Salesforce Sans"/>
              <a:sym typeface="Salesforce Sans"/>
            </a:endParaRPr>
          </a:p>
        </p:txBody>
      </p:sp>
      <p:sp>
        <p:nvSpPr>
          <p:cNvPr id="2743" name="Google Shape;2743;p86"/>
          <p:cNvSpPr txBox="1"/>
          <p:nvPr/>
        </p:nvSpPr>
        <p:spPr>
          <a:xfrm>
            <a:off x="2936457" y="64216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2744" name="Google Shape;2744;p86"/>
          <p:cNvSpPr txBox="1"/>
          <p:nvPr/>
        </p:nvSpPr>
        <p:spPr>
          <a:xfrm>
            <a:off x="2936457" y="46794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2745" name="Google Shape;2745;p86"/>
          <p:cNvSpPr txBox="1"/>
          <p:nvPr/>
        </p:nvSpPr>
        <p:spPr>
          <a:xfrm>
            <a:off x="2936457" y="71721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Intent</a:t>
            </a:r>
            <a:endParaRPr i="0" sz="800" u="none" cap="none" strike="noStrike">
              <a:latin typeface="Salesforce Sans"/>
              <a:ea typeface="Salesforce Sans"/>
              <a:cs typeface="Salesforce Sans"/>
              <a:sym typeface="Salesforce Sans"/>
            </a:endParaRPr>
          </a:p>
        </p:txBody>
      </p:sp>
      <p:sp>
        <p:nvSpPr>
          <p:cNvPr id="2746" name="Google Shape;2746;p86"/>
          <p:cNvSpPr txBox="1"/>
          <p:nvPr/>
        </p:nvSpPr>
        <p:spPr>
          <a:xfrm>
            <a:off x="2936457" y="746935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First Use Enablement</a:t>
            </a:r>
            <a:endParaRPr i="0" sz="800" u="none" cap="none" strike="noStrike">
              <a:latin typeface="Salesforce Sans"/>
              <a:ea typeface="Salesforce Sans"/>
              <a:cs typeface="Salesforce Sans"/>
              <a:sym typeface="Salesforce Sans"/>
            </a:endParaRPr>
          </a:p>
        </p:txBody>
      </p:sp>
      <p:sp>
        <p:nvSpPr>
          <p:cNvPr id="2747" name="Google Shape;2747;p86"/>
          <p:cNvSpPr txBox="1"/>
          <p:nvPr/>
        </p:nvSpPr>
        <p:spPr>
          <a:xfrm>
            <a:off x="2936457" y="73207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a:t>
            </a:r>
            <a:endParaRPr i="0" sz="800" u="none" cap="none" strike="noStrike">
              <a:latin typeface="Salesforce Sans"/>
              <a:ea typeface="Salesforce Sans"/>
              <a:cs typeface="Salesforce Sans"/>
              <a:sym typeface="Salesforce Sans"/>
            </a:endParaRPr>
          </a:p>
        </p:txBody>
      </p:sp>
      <p:sp>
        <p:nvSpPr>
          <p:cNvPr id="2748" name="Google Shape;2748;p86"/>
          <p:cNvSpPr txBox="1"/>
          <p:nvPr/>
        </p:nvSpPr>
        <p:spPr>
          <a:xfrm>
            <a:off x="2936457" y="77938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2749" name="Google Shape;2749;p86"/>
          <p:cNvSpPr txBox="1"/>
          <p:nvPr/>
        </p:nvSpPr>
        <p:spPr>
          <a:xfrm>
            <a:off x="2936457" y="794249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Triage</a:t>
            </a:r>
            <a:endParaRPr i="0" sz="800" u="none" cap="none" strike="noStrike">
              <a:latin typeface="Salesforce Sans"/>
              <a:ea typeface="Salesforce Sans"/>
              <a:cs typeface="Salesforce Sans"/>
              <a:sym typeface="Salesforce Sans"/>
            </a:endParaRPr>
          </a:p>
        </p:txBody>
      </p:sp>
      <p:sp>
        <p:nvSpPr>
          <p:cNvPr id="2750" name="Google Shape;2750;p86"/>
          <p:cNvSpPr txBox="1"/>
          <p:nvPr/>
        </p:nvSpPr>
        <p:spPr>
          <a:xfrm>
            <a:off x="2936457" y="80911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 Fulfillment</a:t>
            </a:r>
            <a:endParaRPr i="0" sz="800" u="none" cap="none" strike="noStrike">
              <a:latin typeface="Salesforce Sans"/>
              <a:ea typeface="Salesforce Sans"/>
              <a:cs typeface="Salesforce Sans"/>
              <a:sym typeface="Salesforce Sans"/>
            </a:endParaRPr>
          </a:p>
        </p:txBody>
      </p:sp>
      <p:sp>
        <p:nvSpPr>
          <p:cNvPr id="2751" name="Google Shape;2751;p86"/>
          <p:cNvSpPr txBox="1"/>
          <p:nvPr/>
        </p:nvSpPr>
        <p:spPr>
          <a:xfrm>
            <a:off x="2936457" y="823971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2752" name="Google Shape;2752;p86"/>
          <p:cNvSpPr txBox="1"/>
          <p:nvPr/>
        </p:nvSpPr>
        <p:spPr>
          <a:xfrm>
            <a:off x="2936457" y="86734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and Product Inquiry</a:t>
            </a:r>
            <a:endParaRPr i="0" sz="800" u="none" cap="none" strike="noStrike">
              <a:latin typeface="Salesforce Sans"/>
              <a:ea typeface="Salesforce Sans"/>
              <a:cs typeface="Salesforce Sans"/>
              <a:sym typeface="Salesforce Sans"/>
            </a:endParaRPr>
          </a:p>
        </p:txBody>
      </p:sp>
      <p:sp>
        <p:nvSpPr>
          <p:cNvPr id="2753" name="Google Shape;2753;p86"/>
          <p:cNvSpPr txBox="1"/>
          <p:nvPr/>
        </p:nvSpPr>
        <p:spPr>
          <a:xfrm>
            <a:off x="2936457" y="838832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Pre-Work Brief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Post Work Summary</a:t>
            </a:r>
            <a:endParaRPr i="0" sz="800" u="none" cap="none" strike="noStrike">
              <a:latin typeface="Salesforce Sans"/>
              <a:ea typeface="Salesforce Sans"/>
              <a:cs typeface="Salesforce Sans"/>
              <a:sym typeface="Salesforce Sans"/>
            </a:endParaRPr>
          </a:p>
        </p:txBody>
      </p:sp>
      <p:sp>
        <p:nvSpPr>
          <p:cNvPr id="2754" name="Google Shape;2754;p86"/>
          <p:cNvSpPr txBox="1"/>
          <p:nvPr/>
        </p:nvSpPr>
        <p:spPr>
          <a:xfrm>
            <a:off x="2936457" y="88131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MACD</a:t>
            </a:r>
            <a:endParaRPr i="0" sz="800" u="none" cap="none" strike="noStrike">
              <a:latin typeface="Salesforce Sans"/>
              <a:ea typeface="Salesforce Sans"/>
              <a:cs typeface="Salesforce Sans"/>
              <a:sym typeface="Salesforce Sans"/>
            </a:endParaRPr>
          </a:p>
        </p:txBody>
      </p:sp>
      <p:sp>
        <p:nvSpPr>
          <p:cNvPr id="2755" name="Google Shape;2755;p86"/>
          <p:cNvSpPr txBox="1"/>
          <p:nvPr/>
        </p:nvSpPr>
        <p:spPr>
          <a:xfrm>
            <a:off x="2936457" y="89529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Billing </a:t>
            </a:r>
            <a:r>
              <a:rPr lang="en" sz="800">
                <a:latin typeface="Salesforce Sans"/>
                <a:ea typeface="Salesforce Sans"/>
                <a:cs typeface="Salesforce Sans"/>
                <a:sym typeface="Salesforce Sans"/>
              </a:rPr>
              <a:t>Resolution</a:t>
            </a:r>
            <a:endParaRPr i="0" sz="800" u="none" cap="none" strike="noStrike">
              <a:latin typeface="Salesforce Sans"/>
              <a:ea typeface="Salesforce Sans"/>
              <a:cs typeface="Salesforce Sans"/>
              <a:sym typeface="Salesforce Sans"/>
            </a:endParaRPr>
          </a:p>
        </p:txBody>
      </p:sp>
      <p:sp>
        <p:nvSpPr>
          <p:cNvPr id="2756" name="Google Shape;2756;p86"/>
          <p:cNvSpPr txBox="1"/>
          <p:nvPr/>
        </p:nvSpPr>
        <p:spPr>
          <a:xfrm>
            <a:off x="2936457" y="92325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Service Assistant</a:t>
            </a:r>
            <a:endParaRPr i="0" sz="800" u="none" cap="none" strike="noStrike">
              <a:latin typeface="Salesforce Sans"/>
              <a:ea typeface="Salesforce Sans"/>
              <a:cs typeface="Salesforce Sans"/>
              <a:sym typeface="Salesforce Sans"/>
            </a:endParaRPr>
          </a:p>
        </p:txBody>
      </p:sp>
      <p:sp>
        <p:nvSpPr>
          <p:cNvPr id="2757" name="Google Shape;2757;p86"/>
          <p:cNvSpPr txBox="1"/>
          <p:nvPr/>
        </p:nvSpPr>
        <p:spPr>
          <a:xfrm>
            <a:off x="2936457" y="937235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General FAQ &amp; Knowledge</a:t>
            </a:r>
            <a:endParaRPr i="0" sz="800" u="none" cap="none" strike="noStrike">
              <a:latin typeface="Salesforce Sans"/>
              <a:ea typeface="Salesforce Sans"/>
              <a:cs typeface="Salesforce Sans"/>
              <a:sym typeface="Salesforce Sans"/>
            </a:endParaRPr>
          </a:p>
        </p:txBody>
      </p:sp>
      <p:sp>
        <p:nvSpPr>
          <p:cNvPr id="2758" name="Google Shape;2758;p86"/>
          <p:cNvSpPr txBox="1"/>
          <p:nvPr/>
        </p:nvSpPr>
        <p:spPr>
          <a:xfrm>
            <a:off x="2936457" y="90927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a:t>
            </a:r>
            <a:endParaRPr i="0" sz="800" u="none" cap="none" strike="noStrike">
              <a:latin typeface="Salesforce Sans"/>
              <a:ea typeface="Salesforce Sans"/>
              <a:cs typeface="Salesforce Sans"/>
              <a:sym typeface="Salesforce Sans"/>
            </a:endParaRPr>
          </a:p>
        </p:txBody>
      </p:sp>
      <p:sp>
        <p:nvSpPr>
          <p:cNvPr id="2759" name="Google Shape;2759;p86"/>
          <p:cNvSpPr txBox="1"/>
          <p:nvPr/>
        </p:nvSpPr>
        <p:spPr>
          <a:xfrm>
            <a:off x="2936457" y="65939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 And Activation</a:t>
            </a:r>
            <a:endParaRPr i="0" sz="800" u="none" cap="none" strike="noStrike">
              <a:latin typeface="Salesforce Sans"/>
              <a:ea typeface="Salesforce Sans"/>
              <a:cs typeface="Salesforce Sans"/>
              <a:sym typeface="Salesforce Sans"/>
            </a:endParaRPr>
          </a:p>
        </p:txBody>
      </p:sp>
      <p:sp>
        <p:nvSpPr>
          <p:cNvPr id="2760" name="Google Shape;2760;p86"/>
          <p:cNvSpPr txBox="1"/>
          <p:nvPr/>
        </p:nvSpPr>
        <p:spPr>
          <a:xfrm>
            <a:off x="2936457" y="672489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2761" name="Google Shape;2761;p86"/>
          <p:cNvSpPr txBox="1"/>
          <p:nvPr/>
        </p:nvSpPr>
        <p:spPr>
          <a:xfrm>
            <a:off x="2936457" y="68558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2762" name="Google Shape;2762;p86"/>
          <p:cNvSpPr txBox="1"/>
          <p:nvPr/>
        </p:nvSpPr>
        <p:spPr>
          <a:xfrm>
            <a:off x="2936457" y="70235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Verification</a:t>
            </a:r>
            <a:endParaRPr i="0" sz="800" u="none" cap="none" strike="noStrike">
              <a:latin typeface="Salesforce Sans"/>
              <a:ea typeface="Salesforce Sans"/>
              <a:cs typeface="Salesforce Sans"/>
              <a:sym typeface="Salesforce Sans"/>
            </a:endParaRPr>
          </a:p>
        </p:txBody>
      </p:sp>
      <p:sp>
        <p:nvSpPr>
          <p:cNvPr id="2763" name="Google Shape;2763;p86"/>
          <p:cNvSpPr/>
          <p:nvPr/>
        </p:nvSpPr>
        <p:spPr>
          <a:xfrm>
            <a:off x="2799092" y="34599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4" name="Google Shape;2764;p86"/>
          <p:cNvSpPr/>
          <p:nvPr/>
        </p:nvSpPr>
        <p:spPr>
          <a:xfrm>
            <a:off x="2799092" y="53360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65" name="Google Shape;2765;p86"/>
          <p:cNvSpPr/>
          <p:nvPr/>
        </p:nvSpPr>
        <p:spPr>
          <a:xfrm>
            <a:off x="2799092" y="6284479"/>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6" name="Google Shape;2766;p86"/>
          <p:cNvSpPr/>
          <p:nvPr/>
        </p:nvSpPr>
        <p:spPr>
          <a:xfrm>
            <a:off x="2799092" y="9111372"/>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7" name="Google Shape;2767;p86"/>
          <p:cNvSpPr txBox="1"/>
          <p:nvPr/>
        </p:nvSpPr>
        <p:spPr>
          <a:xfrm>
            <a:off x="2936457" y="18421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Sales Revenue</a:t>
            </a:r>
            <a:endParaRPr i="0" sz="800" u="none" cap="none" strike="noStrike">
              <a:latin typeface="Salesforce Sans"/>
              <a:ea typeface="Salesforce Sans"/>
              <a:cs typeface="Salesforce Sans"/>
              <a:sym typeface="Salesforce Sans"/>
            </a:endParaRPr>
          </a:p>
        </p:txBody>
      </p:sp>
      <p:sp>
        <p:nvSpPr>
          <p:cNvPr id="2768" name="Google Shape;2768;p86"/>
          <p:cNvSpPr/>
          <p:nvPr/>
        </p:nvSpPr>
        <p:spPr>
          <a:xfrm>
            <a:off x="2799092" y="18606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69" name="Google Shape;2769;p86"/>
          <p:cNvSpPr txBox="1"/>
          <p:nvPr/>
        </p:nvSpPr>
        <p:spPr>
          <a:xfrm>
            <a:off x="2936457" y="1997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t>
            </a:r>
            <a:r>
              <a:rPr lang="en" sz="800">
                <a:latin typeface="Salesforce Sans"/>
                <a:ea typeface="Salesforce Sans"/>
                <a:cs typeface="Salesforce Sans"/>
                <a:sym typeface="Salesforce Sans"/>
              </a:rPr>
              <a:t>Coach</a:t>
            </a:r>
            <a:endParaRPr i="0" sz="800" u="none" cap="none" strike="noStrike">
              <a:latin typeface="Salesforce Sans"/>
              <a:ea typeface="Salesforce Sans"/>
              <a:cs typeface="Salesforce Sans"/>
              <a:sym typeface="Salesforce Sans"/>
            </a:endParaRPr>
          </a:p>
        </p:txBody>
      </p:sp>
      <p:sp>
        <p:nvSpPr>
          <p:cNvPr id="2770" name="Google Shape;2770;p86"/>
          <p:cNvSpPr/>
          <p:nvPr/>
        </p:nvSpPr>
        <p:spPr>
          <a:xfrm>
            <a:off x="2799092" y="20156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71" name="Google Shape;2771;p86"/>
          <p:cNvSpPr txBox="1"/>
          <p:nvPr/>
        </p:nvSpPr>
        <p:spPr>
          <a:xfrm>
            <a:off x="2936457" y="215220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Manage Deals</a:t>
            </a:r>
            <a:endParaRPr i="0" sz="800" u="none" cap="none" strike="noStrike">
              <a:latin typeface="Salesforce Sans"/>
              <a:ea typeface="Salesforce Sans"/>
              <a:cs typeface="Salesforce Sans"/>
              <a:sym typeface="Salesforce Sans"/>
            </a:endParaRPr>
          </a:p>
        </p:txBody>
      </p:sp>
      <p:sp>
        <p:nvSpPr>
          <p:cNvPr id="2772" name="Google Shape;2772;p86"/>
          <p:cNvSpPr/>
          <p:nvPr/>
        </p:nvSpPr>
        <p:spPr>
          <a:xfrm>
            <a:off x="2799092" y="21706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3" name="Google Shape;2773;p86"/>
          <p:cNvSpPr txBox="1"/>
          <p:nvPr/>
        </p:nvSpPr>
        <p:spPr>
          <a:xfrm>
            <a:off x="2936457" y="23225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Forecast Guidance</a:t>
            </a:r>
            <a:endParaRPr i="0" sz="800" u="none" cap="none" strike="noStrike">
              <a:latin typeface="Salesforce Sans"/>
              <a:ea typeface="Salesforce Sans"/>
              <a:cs typeface="Salesforce Sans"/>
              <a:sym typeface="Salesforce Sans"/>
            </a:endParaRPr>
          </a:p>
        </p:txBody>
      </p:sp>
      <p:sp>
        <p:nvSpPr>
          <p:cNvPr id="2774" name="Google Shape;2774;p86"/>
          <p:cNvSpPr/>
          <p:nvPr/>
        </p:nvSpPr>
        <p:spPr>
          <a:xfrm>
            <a:off x="2799092" y="234096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5" name="Google Shape;2775;p86"/>
          <p:cNvSpPr txBox="1"/>
          <p:nvPr/>
        </p:nvSpPr>
        <p:spPr>
          <a:xfrm>
            <a:off x="2936457" y="24782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776" name="Google Shape;2776;p86"/>
          <p:cNvSpPr/>
          <p:nvPr/>
        </p:nvSpPr>
        <p:spPr>
          <a:xfrm>
            <a:off x="2799092" y="2496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7" name="Google Shape;2777;p86"/>
          <p:cNvSpPr txBox="1"/>
          <p:nvPr/>
        </p:nvSpPr>
        <p:spPr>
          <a:xfrm>
            <a:off x="2936457" y="27850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Scenario Modelling</a:t>
            </a:r>
            <a:endParaRPr i="0" sz="800" u="none" cap="none" strike="noStrike">
              <a:latin typeface="Salesforce Sans"/>
              <a:ea typeface="Salesforce Sans"/>
              <a:cs typeface="Salesforce Sans"/>
              <a:sym typeface="Salesforce Sans"/>
            </a:endParaRPr>
          </a:p>
        </p:txBody>
      </p:sp>
      <p:sp>
        <p:nvSpPr>
          <p:cNvPr id="2778" name="Google Shape;2778;p86"/>
          <p:cNvSpPr/>
          <p:nvPr/>
        </p:nvSpPr>
        <p:spPr>
          <a:xfrm>
            <a:off x="2799092" y="2803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9" name="Google Shape;2779;p86"/>
          <p:cNvSpPr/>
          <p:nvPr/>
        </p:nvSpPr>
        <p:spPr>
          <a:xfrm>
            <a:off x="2799092" y="29724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0" name="Google Shape;2780;p86"/>
          <p:cNvSpPr/>
          <p:nvPr/>
        </p:nvSpPr>
        <p:spPr>
          <a:xfrm>
            <a:off x="2799092" y="3128037"/>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1" name="Google Shape;2781;p86"/>
          <p:cNvSpPr txBox="1"/>
          <p:nvPr/>
        </p:nvSpPr>
        <p:spPr>
          <a:xfrm>
            <a:off x="2936457" y="26316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2782" name="Google Shape;2782;p86"/>
          <p:cNvSpPr/>
          <p:nvPr/>
        </p:nvSpPr>
        <p:spPr>
          <a:xfrm>
            <a:off x="2799092" y="265009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3" name="Google Shape;2783;p86"/>
          <p:cNvSpPr/>
          <p:nvPr/>
        </p:nvSpPr>
        <p:spPr>
          <a:xfrm>
            <a:off x="2799092" y="39054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4" name="Google Shape;2784;p86"/>
          <p:cNvSpPr/>
          <p:nvPr/>
        </p:nvSpPr>
        <p:spPr>
          <a:xfrm>
            <a:off x="2799092" y="421474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5" name="Google Shape;2785;p86"/>
          <p:cNvSpPr/>
          <p:nvPr/>
        </p:nvSpPr>
        <p:spPr>
          <a:xfrm>
            <a:off x="2799092" y="405899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6" name="Google Shape;2786;p86"/>
          <p:cNvSpPr/>
          <p:nvPr/>
        </p:nvSpPr>
        <p:spPr>
          <a:xfrm>
            <a:off x="2799092" y="436811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7" name="Google Shape;2787;p86"/>
          <p:cNvSpPr/>
          <p:nvPr/>
        </p:nvSpPr>
        <p:spPr>
          <a:xfrm>
            <a:off x="2799092" y="518029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788" name="Google Shape;2788;p86"/>
          <p:cNvSpPr/>
          <p:nvPr/>
        </p:nvSpPr>
        <p:spPr>
          <a:xfrm>
            <a:off x="2799092" y="612872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9" name="Google Shape;2789;p86"/>
          <p:cNvSpPr/>
          <p:nvPr/>
        </p:nvSpPr>
        <p:spPr>
          <a:xfrm>
            <a:off x="2799092" y="7812490"/>
            <a:ext cx="91200" cy="91200"/>
          </a:xfrm>
          <a:prstGeom prst="ellipse">
            <a:avLst/>
          </a:prstGeom>
          <a:solidFill>
            <a:srgbClr val="08ABED"/>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0" name="Google Shape;2790;p86"/>
          <p:cNvSpPr/>
          <p:nvPr/>
        </p:nvSpPr>
        <p:spPr>
          <a:xfrm>
            <a:off x="2799092" y="810971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1" name="Google Shape;2791;p86"/>
          <p:cNvSpPr/>
          <p:nvPr/>
        </p:nvSpPr>
        <p:spPr>
          <a:xfrm>
            <a:off x="2799092" y="825832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2" name="Google Shape;2792;p86"/>
          <p:cNvSpPr/>
          <p:nvPr/>
        </p:nvSpPr>
        <p:spPr>
          <a:xfrm>
            <a:off x="2799092" y="86920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3" name="Google Shape;2793;p86"/>
          <p:cNvSpPr/>
          <p:nvPr/>
        </p:nvSpPr>
        <p:spPr>
          <a:xfrm>
            <a:off x="2799092" y="840693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4" name="Google Shape;2794;p86"/>
          <p:cNvSpPr/>
          <p:nvPr/>
        </p:nvSpPr>
        <p:spPr>
          <a:xfrm>
            <a:off x="2799092" y="8831791"/>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5" name="Google Shape;2795;p86"/>
          <p:cNvSpPr/>
          <p:nvPr/>
        </p:nvSpPr>
        <p:spPr>
          <a:xfrm>
            <a:off x="2799092" y="897158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6" name="Google Shape;2796;p86"/>
          <p:cNvSpPr/>
          <p:nvPr/>
        </p:nvSpPr>
        <p:spPr>
          <a:xfrm>
            <a:off x="2799092" y="939095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7" name="Google Shape;2797;p86"/>
          <p:cNvSpPr/>
          <p:nvPr/>
        </p:nvSpPr>
        <p:spPr>
          <a:xfrm>
            <a:off x="2799092" y="66125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8" name="Google Shape;2798;p86"/>
          <p:cNvSpPr/>
          <p:nvPr/>
        </p:nvSpPr>
        <p:spPr>
          <a:xfrm>
            <a:off x="2799092" y="73393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9" name="Google Shape;2799;p86"/>
          <p:cNvSpPr/>
          <p:nvPr/>
        </p:nvSpPr>
        <p:spPr>
          <a:xfrm>
            <a:off x="2799092" y="45238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800" name="Google Shape;2800;p86"/>
          <p:cNvSpPr/>
          <p:nvPr/>
        </p:nvSpPr>
        <p:spPr>
          <a:xfrm>
            <a:off x="2799092" y="4698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1" name="Google Shape;2801;p86"/>
          <p:cNvSpPr/>
          <p:nvPr/>
        </p:nvSpPr>
        <p:spPr>
          <a:xfrm>
            <a:off x="2799092" y="4852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2" name="Google Shape;2802;p86"/>
          <p:cNvSpPr/>
          <p:nvPr/>
        </p:nvSpPr>
        <p:spPr>
          <a:xfrm>
            <a:off x="2799092" y="32839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3" name="Google Shape;2803;p86"/>
          <p:cNvSpPr txBox="1"/>
          <p:nvPr/>
        </p:nvSpPr>
        <p:spPr>
          <a:xfrm>
            <a:off x="2936457" y="37134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Store Performance</a:t>
            </a:r>
            <a:endParaRPr i="0" sz="800" u="none" cap="none" strike="noStrike">
              <a:latin typeface="Salesforce Sans"/>
              <a:ea typeface="Salesforce Sans"/>
              <a:cs typeface="Salesforce Sans"/>
              <a:sym typeface="Salesforce Sans"/>
            </a:endParaRPr>
          </a:p>
        </p:txBody>
      </p:sp>
      <p:sp>
        <p:nvSpPr>
          <p:cNvPr id="2804" name="Google Shape;2804;p86"/>
          <p:cNvSpPr/>
          <p:nvPr/>
        </p:nvSpPr>
        <p:spPr>
          <a:xfrm>
            <a:off x="2799092" y="37318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5" name="Google Shape;2805;p86"/>
          <p:cNvSpPr/>
          <p:nvPr/>
        </p:nvSpPr>
        <p:spPr>
          <a:xfrm>
            <a:off x="2799092" y="502692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highlight>
                <a:srgbClr val="022AC0"/>
              </a:highlight>
              <a:latin typeface="Salesforce Sans"/>
              <a:ea typeface="Salesforce Sans"/>
              <a:cs typeface="Salesforce Sans"/>
              <a:sym typeface="Salesforce Sans"/>
            </a:endParaRPr>
          </a:p>
        </p:txBody>
      </p:sp>
      <p:sp>
        <p:nvSpPr>
          <p:cNvPr id="2806" name="Google Shape;2806;p86"/>
          <p:cNvSpPr/>
          <p:nvPr/>
        </p:nvSpPr>
        <p:spPr>
          <a:xfrm>
            <a:off x="2799092" y="549180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7" name="Google Shape;2807;p86"/>
          <p:cNvSpPr/>
          <p:nvPr/>
        </p:nvSpPr>
        <p:spPr>
          <a:xfrm>
            <a:off x="2799092" y="5972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8" name="Google Shape;2808;p86"/>
          <p:cNvSpPr/>
          <p:nvPr/>
        </p:nvSpPr>
        <p:spPr>
          <a:xfrm>
            <a:off x="2799092" y="581959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9" name="Google Shape;2809;p86"/>
          <p:cNvSpPr/>
          <p:nvPr/>
        </p:nvSpPr>
        <p:spPr>
          <a:xfrm>
            <a:off x="2799092" y="64402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10" name="Google Shape;2810;p86"/>
          <p:cNvSpPr/>
          <p:nvPr/>
        </p:nvSpPr>
        <p:spPr>
          <a:xfrm>
            <a:off x="2799092" y="67434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1" name="Google Shape;2811;p86"/>
          <p:cNvSpPr/>
          <p:nvPr/>
        </p:nvSpPr>
        <p:spPr>
          <a:xfrm>
            <a:off x="2799092" y="68744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2" name="Google Shape;2812;p86"/>
          <p:cNvSpPr/>
          <p:nvPr/>
        </p:nvSpPr>
        <p:spPr>
          <a:xfrm>
            <a:off x="2799092" y="71907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3" name="Google Shape;2813;p86"/>
          <p:cNvSpPr/>
          <p:nvPr/>
        </p:nvSpPr>
        <p:spPr>
          <a:xfrm>
            <a:off x="2799092" y="704212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4" name="Google Shape;2814;p86"/>
          <p:cNvSpPr/>
          <p:nvPr/>
        </p:nvSpPr>
        <p:spPr>
          <a:xfrm>
            <a:off x="2799092" y="74879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5" name="Google Shape;2815;p86"/>
          <p:cNvSpPr/>
          <p:nvPr/>
        </p:nvSpPr>
        <p:spPr>
          <a:xfrm>
            <a:off x="2799092" y="79611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6" name="Google Shape;2816;p86"/>
          <p:cNvSpPr/>
          <p:nvPr/>
        </p:nvSpPr>
        <p:spPr>
          <a:xfrm>
            <a:off x="2799092" y="925116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17" name="Google Shape;2817;p86"/>
          <p:cNvSpPr txBox="1"/>
          <p:nvPr/>
        </p:nvSpPr>
        <p:spPr>
          <a:xfrm>
            <a:off x="2935148" y="56464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Grouping</a:t>
            </a:r>
            <a:endParaRPr i="0" sz="800" u="none" cap="none" strike="noStrike">
              <a:latin typeface="Salesforce Sans"/>
              <a:ea typeface="Salesforce Sans"/>
              <a:cs typeface="Salesforce Sans"/>
              <a:sym typeface="Salesforce Sans"/>
            </a:endParaRPr>
          </a:p>
        </p:txBody>
      </p:sp>
      <p:sp>
        <p:nvSpPr>
          <p:cNvPr id="2818" name="Google Shape;2818;p86"/>
          <p:cNvSpPr/>
          <p:nvPr/>
        </p:nvSpPr>
        <p:spPr>
          <a:xfrm>
            <a:off x="2797278" y="5665044"/>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9" name="Google Shape;2819;p86"/>
          <p:cNvSpPr txBox="1"/>
          <p:nvPr/>
        </p:nvSpPr>
        <p:spPr>
          <a:xfrm>
            <a:off x="2935140" y="76383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Selling</a:t>
            </a:r>
            <a:endParaRPr i="0" sz="800" u="none" cap="none" strike="noStrike">
              <a:latin typeface="Salesforce Sans"/>
              <a:ea typeface="Salesforce Sans"/>
              <a:cs typeface="Salesforce Sans"/>
              <a:sym typeface="Salesforce Sans"/>
            </a:endParaRPr>
          </a:p>
        </p:txBody>
      </p:sp>
      <p:sp>
        <p:nvSpPr>
          <p:cNvPr id="2820" name="Google Shape;2820;p86"/>
          <p:cNvSpPr/>
          <p:nvPr/>
        </p:nvSpPr>
        <p:spPr>
          <a:xfrm>
            <a:off x="2797267" y="765693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821" name="Google Shape;2821;p86"/>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822" name="Google Shape;2822;p86"/>
          <p:cNvSpPr txBox="1"/>
          <p:nvPr/>
        </p:nvSpPr>
        <p:spPr>
          <a:xfrm>
            <a:off x="16781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823" name="Google Shape;2823;p86"/>
          <p:cNvGrpSpPr/>
          <p:nvPr/>
        </p:nvGrpSpPr>
        <p:grpSpPr>
          <a:xfrm>
            <a:off x="497950" y="1867456"/>
            <a:ext cx="952566" cy="449700"/>
            <a:chOff x="755108" y="1946374"/>
            <a:chExt cx="1322458" cy="449700"/>
          </a:xfrm>
        </p:grpSpPr>
        <p:sp>
          <p:nvSpPr>
            <p:cNvPr id="2824" name="Google Shape;2824;p86"/>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25" name="Google Shape;2825;p86"/>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a:t>
              </a:r>
              <a:endParaRPr sz="1600">
                <a:latin typeface="Avant Garde Demi SFDC"/>
                <a:ea typeface="Avant Garde Demi SFDC"/>
                <a:cs typeface="Avant Garde Demi SFDC"/>
                <a:sym typeface="Avant Garde Demi SFDC"/>
              </a:endParaRPr>
            </a:p>
          </p:txBody>
        </p:sp>
      </p:grpSp>
      <p:sp>
        <p:nvSpPr>
          <p:cNvPr id="2826" name="Google Shape;2826;p86"/>
          <p:cNvSpPr txBox="1"/>
          <p:nvPr/>
        </p:nvSpPr>
        <p:spPr>
          <a:xfrm>
            <a:off x="293696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827" name="Google Shape;2827;p86"/>
          <p:cNvSpPr txBox="1"/>
          <p:nvPr/>
        </p:nvSpPr>
        <p:spPr>
          <a:xfrm>
            <a:off x="1678102" y="1845619"/>
            <a:ext cx="9525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GTM Operations</a:t>
            </a:r>
            <a:endParaRPr sz="1600"/>
          </a:p>
        </p:txBody>
      </p:sp>
      <p:grpSp>
        <p:nvGrpSpPr>
          <p:cNvPr id="2828" name="Google Shape;2828;p86"/>
          <p:cNvGrpSpPr/>
          <p:nvPr/>
        </p:nvGrpSpPr>
        <p:grpSpPr>
          <a:xfrm>
            <a:off x="497991" y="7043359"/>
            <a:ext cx="952525" cy="449700"/>
            <a:chOff x="755165" y="1951713"/>
            <a:chExt cx="1322400" cy="449700"/>
          </a:xfrm>
        </p:grpSpPr>
        <p:sp>
          <p:nvSpPr>
            <p:cNvPr id="2829" name="Google Shape;2829;p86"/>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30" name="Google Shape;2830;p86"/>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Customer Care</a:t>
              </a:r>
              <a:endParaRPr sz="1600">
                <a:latin typeface="Avant Garde Demi SFDC"/>
                <a:ea typeface="Avant Garde Demi SFDC"/>
                <a:cs typeface="Avant Garde Demi SFDC"/>
                <a:sym typeface="Avant Garde Demi SFDC"/>
              </a:endParaRPr>
            </a:p>
          </p:txBody>
        </p:sp>
      </p:grpSp>
      <p:sp>
        <p:nvSpPr>
          <p:cNvPr id="2831" name="Google Shape;2831;p86"/>
          <p:cNvSpPr/>
          <p:nvPr/>
        </p:nvSpPr>
        <p:spPr>
          <a:xfrm>
            <a:off x="1678107" y="9544491"/>
            <a:ext cx="9732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Strategy </a:t>
            </a:r>
            <a:r>
              <a:rPr b="1" lang="en" sz="900">
                <a:solidFill>
                  <a:srgbClr val="066AFE"/>
                </a:solidFill>
                <a:latin typeface="Salesforce Sans"/>
                <a:ea typeface="Salesforce Sans"/>
                <a:cs typeface="Salesforce Sans"/>
                <a:sym typeface="Salesforce Sans"/>
              </a:rPr>
              <a:t>&amp;</a:t>
            </a:r>
            <a:r>
              <a:rPr b="1" i="0" lang="en" sz="900" u="none" cap="none" strike="noStrike">
                <a:solidFill>
                  <a:srgbClr val="066AFE"/>
                </a:solidFill>
                <a:latin typeface="Salesforce Sans"/>
                <a:ea typeface="Salesforce Sans"/>
                <a:cs typeface="Salesforce Sans"/>
                <a:sym typeface="Salesforce Sans"/>
              </a:rPr>
              <a:t> Direction </a:t>
            </a:r>
            <a:endParaRPr b="1" i="0" sz="900" u="none" cap="none" strike="noStrike">
              <a:solidFill>
                <a:srgbClr val="066AFE"/>
              </a:solidFill>
              <a:latin typeface="Salesforce Sans"/>
              <a:ea typeface="Salesforce Sans"/>
              <a:cs typeface="Salesforce Sans"/>
              <a:sym typeface="Salesforce Sans"/>
            </a:endParaRPr>
          </a:p>
        </p:txBody>
      </p:sp>
      <p:sp>
        <p:nvSpPr>
          <p:cNvPr id="2832" name="Google Shape;2832;p86"/>
          <p:cNvSpPr txBox="1"/>
          <p:nvPr/>
        </p:nvSpPr>
        <p:spPr>
          <a:xfrm>
            <a:off x="2936457" y="9543964"/>
            <a:ext cx="1492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Competitive Analysis</a:t>
            </a:r>
            <a:endParaRPr i="0" sz="800" u="none" cap="none" strike="noStrike">
              <a:latin typeface="Salesforce Sans"/>
              <a:ea typeface="Salesforce Sans"/>
              <a:cs typeface="Salesforce Sans"/>
              <a:sym typeface="Salesforce Sans"/>
            </a:endParaRPr>
          </a:p>
        </p:txBody>
      </p:sp>
      <p:sp>
        <p:nvSpPr>
          <p:cNvPr id="2833" name="Google Shape;2833;p86"/>
          <p:cNvSpPr txBox="1"/>
          <p:nvPr/>
        </p:nvSpPr>
        <p:spPr>
          <a:xfrm>
            <a:off x="2936457" y="96836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Strategy Modeling</a:t>
            </a:r>
            <a:endParaRPr i="0" sz="800" u="none" cap="none" strike="noStrike">
              <a:latin typeface="Salesforce Sans"/>
              <a:ea typeface="Salesforce Sans"/>
              <a:cs typeface="Salesforce Sans"/>
              <a:sym typeface="Salesforce Sans"/>
            </a:endParaRPr>
          </a:p>
        </p:txBody>
      </p:sp>
      <p:sp>
        <p:nvSpPr>
          <p:cNvPr id="2834" name="Google Shape;2834;p86"/>
          <p:cNvSpPr txBox="1"/>
          <p:nvPr/>
        </p:nvSpPr>
        <p:spPr>
          <a:xfrm>
            <a:off x="2936457" y="98233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Initiative Planning</a:t>
            </a:r>
            <a:endParaRPr i="0" sz="800" u="none" cap="none" strike="noStrike">
              <a:latin typeface="Salesforce Sans"/>
              <a:ea typeface="Salesforce Sans"/>
              <a:cs typeface="Salesforce Sans"/>
              <a:sym typeface="Salesforce Sans"/>
            </a:endParaRPr>
          </a:p>
        </p:txBody>
      </p:sp>
      <p:sp>
        <p:nvSpPr>
          <p:cNvPr id="2835" name="Google Shape;2835;p86"/>
          <p:cNvSpPr/>
          <p:nvPr/>
        </p:nvSpPr>
        <p:spPr>
          <a:xfrm>
            <a:off x="2799092" y="97021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36" name="Google Shape;2836;p86"/>
          <p:cNvSpPr/>
          <p:nvPr/>
        </p:nvSpPr>
        <p:spPr>
          <a:xfrm>
            <a:off x="2799092" y="9562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37" name="Google Shape;2837;p86"/>
          <p:cNvSpPr/>
          <p:nvPr/>
        </p:nvSpPr>
        <p:spPr>
          <a:xfrm>
            <a:off x="2799092" y="98419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2838" name="Google Shape;2838;p86"/>
          <p:cNvGrpSpPr/>
          <p:nvPr/>
        </p:nvGrpSpPr>
        <p:grpSpPr>
          <a:xfrm>
            <a:off x="497991" y="9571870"/>
            <a:ext cx="952525" cy="449700"/>
            <a:chOff x="755165" y="1979727"/>
            <a:chExt cx="1322400" cy="449700"/>
          </a:xfrm>
        </p:grpSpPr>
        <p:sp>
          <p:nvSpPr>
            <p:cNvPr id="2839" name="Google Shape;2839;p86"/>
            <p:cNvSpPr/>
            <p:nvPr/>
          </p:nvSpPr>
          <p:spPr>
            <a:xfrm>
              <a:off x="755165" y="197972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40" name="Google Shape;2840;p86"/>
            <p:cNvSpPr txBox="1"/>
            <p:nvPr/>
          </p:nvSpPr>
          <p:spPr>
            <a:xfrm>
              <a:off x="888815" y="214217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1600">
                <a:latin typeface="Avant Garde Demi SFDC"/>
                <a:ea typeface="Avant Garde Demi SFDC"/>
                <a:cs typeface="Avant Garde Demi SFDC"/>
                <a:sym typeface="Avant Garde Demi SFDC"/>
              </a:endParaRPr>
            </a:p>
          </p:txBody>
        </p:sp>
      </p:grpSp>
      <p:sp>
        <p:nvSpPr>
          <p:cNvPr id="2841" name="Google Shape;2841;p86"/>
          <p:cNvSpPr/>
          <p:nvPr/>
        </p:nvSpPr>
        <p:spPr>
          <a:xfrm>
            <a:off x="5922089" y="2456259"/>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Promotions Design </a:t>
            </a:r>
            <a:endParaRPr b="1" i="0" sz="900" u="none" cap="none" strike="noStrike">
              <a:solidFill>
                <a:srgbClr val="066AFE"/>
              </a:solidFill>
              <a:latin typeface="Salesforce Sans"/>
              <a:ea typeface="Salesforce Sans"/>
              <a:cs typeface="Salesforce Sans"/>
              <a:sym typeface="Salesforce Sans"/>
            </a:endParaRPr>
          </a:p>
        </p:txBody>
      </p:sp>
      <p:sp>
        <p:nvSpPr>
          <p:cNvPr id="2842" name="Google Shape;2842;p86"/>
          <p:cNvSpPr/>
          <p:nvPr/>
        </p:nvSpPr>
        <p:spPr>
          <a:xfrm>
            <a:off x="5922089" y="3238833"/>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Performance Marketing </a:t>
            </a:r>
            <a:endParaRPr b="1" i="0" sz="900" u="none" cap="none" strike="noStrike">
              <a:solidFill>
                <a:srgbClr val="066AFE"/>
              </a:solidFill>
              <a:latin typeface="Salesforce Sans"/>
              <a:ea typeface="Salesforce Sans"/>
              <a:cs typeface="Salesforce Sans"/>
              <a:sym typeface="Salesforce Sans"/>
            </a:endParaRPr>
          </a:p>
        </p:txBody>
      </p:sp>
      <p:sp>
        <p:nvSpPr>
          <p:cNvPr id="2843" name="Google Shape;2843;p86"/>
          <p:cNvSpPr/>
          <p:nvPr/>
        </p:nvSpPr>
        <p:spPr>
          <a:xfrm>
            <a:off x="5922089" y="397854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Brand Marketing </a:t>
            </a:r>
            <a:endParaRPr b="1" i="0" sz="900" u="none" cap="none" strike="noStrike">
              <a:solidFill>
                <a:srgbClr val="066AFE"/>
              </a:solidFill>
              <a:latin typeface="Salesforce Sans"/>
              <a:ea typeface="Salesforce Sans"/>
              <a:cs typeface="Salesforce Sans"/>
              <a:sym typeface="Salesforce Sans"/>
            </a:endParaRPr>
          </a:p>
        </p:txBody>
      </p:sp>
      <p:sp>
        <p:nvSpPr>
          <p:cNvPr id="2844" name="Google Shape;2844;p86"/>
          <p:cNvSpPr/>
          <p:nvPr/>
        </p:nvSpPr>
        <p:spPr>
          <a:xfrm>
            <a:off x="5922099" y="4600700"/>
            <a:ext cx="973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Digital Platform &amp; Ops </a:t>
            </a:r>
            <a:endParaRPr b="1" i="0" sz="900" u="none" cap="none" strike="noStrike">
              <a:solidFill>
                <a:srgbClr val="066AFE"/>
              </a:solidFill>
              <a:latin typeface="Salesforce Sans"/>
              <a:ea typeface="Salesforce Sans"/>
              <a:cs typeface="Salesforce Sans"/>
              <a:sym typeface="Salesforce Sans"/>
            </a:endParaRPr>
          </a:p>
        </p:txBody>
      </p:sp>
      <p:sp>
        <p:nvSpPr>
          <p:cNvPr id="2845" name="Google Shape;2845;p86"/>
          <p:cNvSpPr/>
          <p:nvPr/>
        </p:nvSpPr>
        <p:spPr>
          <a:xfrm>
            <a:off x="5922089" y="508020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Agency Mgmt. </a:t>
            </a:r>
            <a:endParaRPr b="1" i="0" sz="900" u="none" cap="none" strike="noStrike">
              <a:solidFill>
                <a:srgbClr val="066AFE"/>
              </a:solidFill>
              <a:latin typeface="Salesforce Sans"/>
              <a:ea typeface="Salesforce Sans"/>
              <a:cs typeface="Salesforce Sans"/>
              <a:sym typeface="Salesforce Sans"/>
            </a:endParaRPr>
          </a:p>
        </p:txBody>
      </p:sp>
      <p:sp>
        <p:nvSpPr>
          <p:cNvPr id="2846" name="Google Shape;2846;p86"/>
          <p:cNvSpPr/>
          <p:nvPr/>
        </p:nvSpPr>
        <p:spPr>
          <a:xfrm>
            <a:off x="5922089" y="5534911"/>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Base Management </a:t>
            </a:r>
            <a:endParaRPr b="1" i="0" sz="900" u="none" cap="none" strike="noStrike">
              <a:solidFill>
                <a:srgbClr val="066AFE"/>
              </a:solidFill>
              <a:latin typeface="Salesforce Sans"/>
              <a:ea typeface="Salesforce Sans"/>
              <a:cs typeface="Salesforce Sans"/>
              <a:sym typeface="Salesforce Sans"/>
            </a:endParaRPr>
          </a:p>
        </p:txBody>
      </p:sp>
      <p:sp>
        <p:nvSpPr>
          <p:cNvPr id="2847" name="Google Shape;2847;p86"/>
          <p:cNvSpPr/>
          <p:nvPr/>
        </p:nvSpPr>
        <p:spPr>
          <a:xfrm>
            <a:off x="5922089" y="6157032"/>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Portfolio Strategy </a:t>
            </a:r>
            <a:endParaRPr b="1" i="0" sz="900" u="none" cap="none" strike="noStrike">
              <a:solidFill>
                <a:srgbClr val="066AFE"/>
              </a:solidFill>
              <a:latin typeface="Salesforce Sans"/>
              <a:ea typeface="Salesforce Sans"/>
              <a:cs typeface="Salesforce Sans"/>
              <a:sym typeface="Salesforce Sans"/>
            </a:endParaRPr>
          </a:p>
        </p:txBody>
      </p:sp>
      <p:sp>
        <p:nvSpPr>
          <p:cNvPr id="2848" name="Google Shape;2848;p86"/>
          <p:cNvSpPr/>
          <p:nvPr/>
        </p:nvSpPr>
        <p:spPr>
          <a:xfrm>
            <a:off x="5922089" y="676163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Mobile Plan Development &amp; Mgmt</a:t>
            </a:r>
            <a:endParaRPr b="1" i="0" sz="900" u="none" cap="none" strike="noStrike">
              <a:solidFill>
                <a:srgbClr val="066AFE"/>
              </a:solidFill>
              <a:latin typeface="Salesforce Sans"/>
              <a:ea typeface="Salesforce Sans"/>
              <a:cs typeface="Salesforce Sans"/>
              <a:sym typeface="Salesforce Sans"/>
            </a:endParaRPr>
          </a:p>
        </p:txBody>
      </p:sp>
      <p:sp>
        <p:nvSpPr>
          <p:cNvPr id="2849" name="Google Shape;2849;p86"/>
          <p:cNvSpPr/>
          <p:nvPr/>
        </p:nvSpPr>
        <p:spPr>
          <a:xfrm>
            <a:off x="5922089" y="7376513"/>
            <a:ext cx="815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Add-Ons Deve</a:t>
            </a:r>
            <a:r>
              <a:rPr b="1" lang="en" sz="900">
                <a:solidFill>
                  <a:srgbClr val="066AFE"/>
                </a:solidFill>
                <a:latin typeface="Salesforce Sans"/>
                <a:ea typeface="Salesforce Sans"/>
                <a:cs typeface="Salesforce Sans"/>
                <a:sym typeface="Salesforce Sans"/>
              </a:rPr>
              <a:t>lopment</a:t>
            </a:r>
            <a:r>
              <a:rPr b="1" i="0" lang="en" sz="900" u="none" cap="none" strike="noStrike">
                <a:solidFill>
                  <a:srgbClr val="066AFE"/>
                </a:solidFill>
                <a:latin typeface="Salesforce Sans"/>
                <a:ea typeface="Salesforce Sans"/>
                <a:cs typeface="Salesforce Sans"/>
                <a:sym typeface="Salesforce Sans"/>
              </a:rPr>
              <a:t> &amp; Mgmt </a:t>
            </a:r>
            <a:endParaRPr b="1" i="0" sz="900" u="none" cap="none" strike="noStrike">
              <a:solidFill>
                <a:srgbClr val="066AFE"/>
              </a:solidFill>
              <a:latin typeface="Salesforce Sans"/>
              <a:ea typeface="Salesforce Sans"/>
              <a:cs typeface="Salesforce Sans"/>
              <a:sym typeface="Salesforce Sans"/>
            </a:endParaRPr>
          </a:p>
        </p:txBody>
      </p:sp>
      <p:sp>
        <p:nvSpPr>
          <p:cNvPr id="2850" name="Google Shape;2850;p86"/>
          <p:cNvSpPr/>
          <p:nvPr/>
        </p:nvSpPr>
        <p:spPr>
          <a:xfrm>
            <a:off x="5922089" y="7998514"/>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Device Portfolio Dev &amp; Mgmt </a:t>
            </a:r>
            <a:endParaRPr b="1" i="0" sz="900" u="none" cap="none" strike="noStrike">
              <a:solidFill>
                <a:srgbClr val="066AFE"/>
              </a:solidFill>
              <a:latin typeface="Salesforce Sans"/>
              <a:ea typeface="Salesforce Sans"/>
              <a:cs typeface="Salesforce Sans"/>
              <a:sym typeface="Salesforce Sans"/>
            </a:endParaRPr>
          </a:p>
        </p:txBody>
      </p:sp>
      <p:sp>
        <p:nvSpPr>
          <p:cNvPr id="2851" name="Google Shape;2851;p86"/>
          <p:cNvSpPr/>
          <p:nvPr/>
        </p:nvSpPr>
        <p:spPr>
          <a:xfrm>
            <a:off x="5922089" y="8606391"/>
            <a:ext cx="815400" cy="53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Broadband Development &amp; Mgmt </a:t>
            </a:r>
            <a:endParaRPr b="1" i="0" sz="900" u="none" cap="none" strike="noStrike">
              <a:solidFill>
                <a:srgbClr val="066AFE"/>
              </a:solidFill>
              <a:latin typeface="Salesforce Sans"/>
              <a:ea typeface="Salesforce Sans"/>
              <a:cs typeface="Salesforce Sans"/>
              <a:sym typeface="Salesforce Sans"/>
            </a:endParaRPr>
          </a:p>
        </p:txBody>
      </p:sp>
      <p:sp>
        <p:nvSpPr>
          <p:cNvPr id="2852" name="Google Shape;2852;p86"/>
          <p:cNvSpPr/>
          <p:nvPr/>
        </p:nvSpPr>
        <p:spPr>
          <a:xfrm>
            <a:off x="5922089" y="921165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Research and Innovation </a:t>
            </a:r>
            <a:endParaRPr b="1" i="0" sz="900" u="none" cap="none" strike="noStrike">
              <a:solidFill>
                <a:srgbClr val="066AFE"/>
              </a:solidFill>
              <a:latin typeface="Salesforce Sans"/>
              <a:ea typeface="Salesforce Sans"/>
              <a:cs typeface="Salesforce Sans"/>
              <a:sym typeface="Salesforce Sans"/>
            </a:endParaRPr>
          </a:p>
        </p:txBody>
      </p:sp>
      <p:sp>
        <p:nvSpPr>
          <p:cNvPr id="2853" name="Google Shape;2853;p86"/>
          <p:cNvSpPr txBox="1"/>
          <p:nvPr/>
        </p:nvSpPr>
        <p:spPr>
          <a:xfrm>
            <a:off x="7180022" y="199435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Score for Lead Record ID</a:t>
            </a:r>
            <a:endParaRPr i="0" sz="800" u="none" cap="none" strike="noStrike">
              <a:latin typeface="Salesforce Sans"/>
              <a:ea typeface="Salesforce Sans"/>
              <a:cs typeface="Salesforce Sans"/>
              <a:sym typeface="Salesforce Sans"/>
            </a:endParaRPr>
          </a:p>
        </p:txBody>
      </p:sp>
      <p:sp>
        <p:nvSpPr>
          <p:cNvPr id="2854" name="Google Shape;2854;p86"/>
          <p:cNvSpPr txBox="1"/>
          <p:nvPr/>
        </p:nvSpPr>
        <p:spPr>
          <a:xfrm>
            <a:off x="7180022" y="21477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2855" name="Google Shape;2855;p86"/>
          <p:cNvSpPr txBox="1"/>
          <p:nvPr/>
        </p:nvSpPr>
        <p:spPr>
          <a:xfrm>
            <a:off x="7180022" y="229166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2856" name="Google Shape;2856;p86"/>
          <p:cNvSpPr txBox="1"/>
          <p:nvPr/>
        </p:nvSpPr>
        <p:spPr>
          <a:xfrm>
            <a:off x="7180022" y="245104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57" name="Google Shape;2857;p86"/>
          <p:cNvSpPr txBox="1"/>
          <p:nvPr/>
        </p:nvSpPr>
        <p:spPr>
          <a:xfrm>
            <a:off x="7180022" y="274835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Price Allocation</a:t>
            </a:r>
            <a:endParaRPr i="0" sz="800" u="none" cap="none" strike="noStrike">
              <a:latin typeface="Salesforce Sans"/>
              <a:ea typeface="Salesforce Sans"/>
              <a:cs typeface="Salesforce Sans"/>
              <a:sym typeface="Salesforce Sans"/>
            </a:endParaRPr>
          </a:p>
        </p:txBody>
      </p:sp>
      <p:sp>
        <p:nvSpPr>
          <p:cNvPr id="2858" name="Google Shape;2858;p86"/>
          <p:cNvSpPr txBox="1"/>
          <p:nvPr/>
        </p:nvSpPr>
        <p:spPr>
          <a:xfrm>
            <a:off x="7180022" y="289700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2859" name="Google Shape;2859;p86"/>
          <p:cNvSpPr txBox="1"/>
          <p:nvPr/>
        </p:nvSpPr>
        <p:spPr>
          <a:xfrm>
            <a:off x="7180022" y="304565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i="0" sz="800" u="none" cap="none" strike="noStrike">
              <a:latin typeface="Salesforce Sans"/>
              <a:ea typeface="Salesforce Sans"/>
              <a:cs typeface="Salesforce Sans"/>
              <a:sym typeface="Salesforce Sans"/>
            </a:endParaRPr>
          </a:p>
        </p:txBody>
      </p:sp>
      <p:sp>
        <p:nvSpPr>
          <p:cNvPr id="2860" name="Google Shape;2860;p86"/>
          <p:cNvSpPr txBox="1"/>
          <p:nvPr/>
        </p:nvSpPr>
        <p:spPr>
          <a:xfrm>
            <a:off x="7180022" y="259969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2861" name="Google Shape;2861;p86"/>
          <p:cNvSpPr txBox="1"/>
          <p:nvPr/>
        </p:nvSpPr>
        <p:spPr>
          <a:xfrm>
            <a:off x="7180022" y="32240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62" name="Google Shape;2862;p86"/>
          <p:cNvSpPr txBox="1"/>
          <p:nvPr/>
        </p:nvSpPr>
        <p:spPr>
          <a:xfrm>
            <a:off x="7180022" y="352140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863" name="Google Shape;2863;p86"/>
          <p:cNvSpPr txBox="1"/>
          <p:nvPr/>
        </p:nvSpPr>
        <p:spPr>
          <a:xfrm>
            <a:off x="7180022" y="365745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Draft a Campaign Brief</a:t>
            </a:r>
            <a:endParaRPr i="0" sz="800" u="none" cap="none" strike="noStrike">
              <a:latin typeface="Salesforce Sans"/>
              <a:ea typeface="Salesforce Sans"/>
              <a:cs typeface="Salesforce Sans"/>
              <a:sym typeface="Salesforce Sans"/>
            </a:endParaRPr>
          </a:p>
        </p:txBody>
      </p:sp>
      <p:sp>
        <p:nvSpPr>
          <p:cNvPr id="2864" name="Google Shape;2864;p86"/>
          <p:cNvSpPr txBox="1"/>
          <p:nvPr/>
        </p:nvSpPr>
        <p:spPr>
          <a:xfrm>
            <a:off x="7180022" y="33728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2865" name="Google Shape;2865;p86"/>
          <p:cNvSpPr txBox="1"/>
          <p:nvPr/>
        </p:nvSpPr>
        <p:spPr>
          <a:xfrm>
            <a:off x="7180022" y="39802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Voice Of The Customer</a:t>
            </a:r>
            <a:endParaRPr i="0" sz="800" u="none" cap="none" strike="noStrike">
              <a:latin typeface="Salesforce Sans"/>
              <a:ea typeface="Salesforce Sans"/>
              <a:cs typeface="Salesforce Sans"/>
              <a:sym typeface="Salesforce Sans"/>
            </a:endParaRPr>
          </a:p>
        </p:txBody>
      </p:sp>
      <p:sp>
        <p:nvSpPr>
          <p:cNvPr id="2866" name="Google Shape;2866;p86"/>
          <p:cNvSpPr txBox="1"/>
          <p:nvPr/>
        </p:nvSpPr>
        <p:spPr>
          <a:xfrm>
            <a:off x="7180022" y="37823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Journey Decisioning</a:t>
            </a:r>
            <a:endParaRPr i="0" sz="800" u="none" cap="none" strike="noStrike">
              <a:latin typeface="Salesforce Sans"/>
              <a:ea typeface="Salesforce Sans"/>
              <a:cs typeface="Salesforce Sans"/>
              <a:sym typeface="Salesforce Sans"/>
            </a:endParaRPr>
          </a:p>
        </p:txBody>
      </p:sp>
      <p:sp>
        <p:nvSpPr>
          <p:cNvPr id="2867" name="Google Shape;2867;p86"/>
          <p:cNvSpPr txBox="1"/>
          <p:nvPr/>
        </p:nvSpPr>
        <p:spPr>
          <a:xfrm>
            <a:off x="7180022" y="42849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2868" name="Google Shape;2868;p86"/>
          <p:cNvSpPr txBox="1"/>
          <p:nvPr/>
        </p:nvSpPr>
        <p:spPr>
          <a:xfrm>
            <a:off x="7180022" y="44337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Paid Media Optimization</a:t>
            </a:r>
            <a:endParaRPr i="0" sz="800" u="none" cap="none" strike="noStrike">
              <a:latin typeface="Salesforce Sans"/>
              <a:ea typeface="Salesforce Sans"/>
              <a:cs typeface="Salesforce Sans"/>
              <a:sym typeface="Salesforce Sans"/>
            </a:endParaRPr>
          </a:p>
        </p:txBody>
      </p:sp>
      <p:sp>
        <p:nvSpPr>
          <p:cNvPr id="2869" name="Google Shape;2869;p86"/>
          <p:cNvSpPr txBox="1"/>
          <p:nvPr/>
        </p:nvSpPr>
        <p:spPr>
          <a:xfrm>
            <a:off x="7180022" y="18416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a:t>
            </a:r>
            <a:r>
              <a:rPr i="0" lang="en" sz="800" u="none" cap="none" strike="noStrike">
                <a:latin typeface="Salesforce Sans"/>
                <a:ea typeface="Salesforce Sans"/>
                <a:cs typeface="Salesforce Sans"/>
                <a:sym typeface="Salesforce Sans"/>
              </a:rPr>
              <a:t>Identification</a:t>
            </a:r>
            <a:endParaRPr i="0" sz="800" u="none" cap="none" strike="noStrike">
              <a:latin typeface="Salesforce Sans"/>
              <a:ea typeface="Salesforce Sans"/>
              <a:cs typeface="Salesforce Sans"/>
              <a:sym typeface="Salesforce Sans"/>
            </a:endParaRPr>
          </a:p>
        </p:txBody>
      </p:sp>
      <p:sp>
        <p:nvSpPr>
          <p:cNvPr id="2870" name="Google Shape;2870;p86"/>
          <p:cNvSpPr txBox="1"/>
          <p:nvPr/>
        </p:nvSpPr>
        <p:spPr>
          <a:xfrm>
            <a:off x="7180022" y="41362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Brand Builder</a:t>
            </a:r>
            <a:endParaRPr i="0" sz="800" u="none" cap="none" strike="noStrike">
              <a:latin typeface="Salesforce Sans"/>
              <a:ea typeface="Salesforce Sans"/>
              <a:cs typeface="Salesforce Sans"/>
              <a:sym typeface="Salesforce Sans"/>
            </a:endParaRPr>
          </a:p>
        </p:txBody>
      </p:sp>
      <p:sp>
        <p:nvSpPr>
          <p:cNvPr id="2871" name="Google Shape;2871;p86"/>
          <p:cNvSpPr txBox="1"/>
          <p:nvPr/>
        </p:nvSpPr>
        <p:spPr>
          <a:xfrm>
            <a:off x="7180022" y="47512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2872" name="Google Shape;2872;p86"/>
          <p:cNvSpPr txBox="1"/>
          <p:nvPr/>
        </p:nvSpPr>
        <p:spPr>
          <a:xfrm>
            <a:off x="7180022" y="489979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Experience Testing</a:t>
            </a:r>
            <a:endParaRPr i="0" sz="800" u="none" cap="none" strike="noStrike">
              <a:latin typeface="Salesforce Sans"/>
              <a:ea typeface="Salesforce Sans"/>
              <a:cs typeface="Salesforce Sans"/>
              <a:sym typeface="Salesforce Sans"/>
            </a:endParaRPr>
          </a:p>
        </p:txBody>
      </p:sp>
      <p:sp>
        <p:nvSpPr>
          <p:cNvPr id="2873" name="Google Shape;2873;p86"/>
          <p:cNvSpPr txBox="1"/>
          <p:nvPr/>
        </p:nvSpPr>
        <p:spPr>
          <a:xfrm>
            <a:off x="7180022" y="50687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Discovery</a:t>
            </a:r>
            <a:endParaRPr i="0" sz="800" u="none" cap="none" strike="noStrike">
              <a:latin typeface="Salesforce Sans"/>
              <a:ea typeface="Salesforce Sans"/>
              <a:cs typeface="Salesforce Sans"/>
              <a:sym typeface="Salesforce Sans"/>
            </a:endParaRPr>
          </a:p>
        </p:txBody>
      </p:sp>
      <p:sp>
        <p:nvSpPr>
          <p:cNvPr id="2874" name="Google Shape;2874;p86"/>
          <p:cNvSpPr txBox="1"/>
          <p:nvPr/>
        </p:nvSpPr>
        <p:spPr>
          <a:xfrm>
            <a:off x="7180022" y="52175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Partnership Dev</a:t>
            </a:r>
            <a:endParaRPr i="0" sz="800" u="none" cap="none" strike="noStrike">
              <a:latin typeface="Salesforce Sans"/>
              <a:ea typeface="Salesforce Sans"/>
              <a:cs typeface="Salesforce Sans"/>
              <a:sym typeface="Salesforce Sans"/>
            </a:endParaRPr>
          </a:p>
        </p:txBody>
      </p:sp>
      <p:sp>
        <p:nvSpPr>
          <p:cNvPr id="2875" name="Google Shape;2875;p86"/>
          <p:cNvSpPr txBox="1"/>
          <p:nvPr/>
        </p:nvSpPr>
        <p:spPr>
          <a:xfrm>
            <a:off x="7180022" y="553506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a:t>
            </a:r>
            <a:endParaRPr i="0" sz="800" u="none" cap="none" strike="noStrike">
              <a:latin typeface="Salesforce Sans"/>
              <a:ea typeface="Salesforce Sans"/>
              <a:cs typeface="Salesforce Sans"/>
              <a:sym typeface="Salesforce Sans"/>
            </a:endParaRPr>
          </a:p>
        </p:txBody>
      </p:sp>
      <p:sp>
        <p:nvSpPr>
          <p:cNvPr id="2876" name="Google Shape;2876;p86"/>
          <p:cNvSpPr txBox="1"/>
          <p:nvPr/>
        </p:nvSpPr>
        <p:spPr>
          <a:xfrm>
            <a:off x="7180022" y="568357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2877" name="Google Shape;2877;p86"/>
          <p:cNvSpPr txBox="1"/>
          <p:nvPr/>
        </p:nvSpPr>
        <p:spPr>
          <a:xfrm>
            <a:off x="7180022" y="583222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2878" name="Google Shape;2878;p86"/>
          <p:cNvSpPr txBox="1"/>
          <p:nvPr/>
        </p:nvSpPr>
        <p:spPr>
          <a:xfrm>
            <a:off x="7180022" y="5366155"/>
            <a:ext cx="166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Performance</a:t>
            </a:r>
            <a:endParaRPr i="0" sz="800" u="none" cap="none" strike="noStrike">
              <a:latin typeface="Salesforce Sans"/>
              <a:ea typeface="Salesforce Sans"/>
              <a:cs typeface="Salesforce Sans"/>
              <a:sym typeface="Salesforce Sans"/>
            </a:endParaRPr>
          </a:p>
        </p:txBody>
      </p:sp>
      <p:sp>
        <p:nvSpPr>
          <p:cNvPr id="2879" name="Google Shape;2879;p86"/>
          <p:cNvSpPr txBox="1"/>
          <p:nvPr/>
        </p:nvSpPr>
        <p:spPr>
          <a:xfrm>
            <a:off x="7180022" y="5980878"/>
            <a:ext cx="16254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880" name="Google Shape;2880;p86"/>
          <p:cNvSpPr txBox="1"/>
          <p:nvPr/>
        </p:nvSpPr>
        <p:spPr>
          <a:xfrm>
            <a:off x="7180022" y="614978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Insights</a:t>
            </a:r>
            <a:endParaRPr i="0" sz="800" u="none" cap="none" strike="noStrike">
              <a:latin typeface="Salesforce Sans"/>
              <a:ea typeface="Salesforce Sans"/>
              <a:cs typeface="Salesforce Sans"/>
              <a:sym typeface="Salesforce Sans"/>
            </a:endParaRPr>
          </a:p>
        </p:txBody>
      </p:sp>
      <p:sp>
        <p:nvSpPr>
          <p:cNvPr id="2881" name="Google Shape;2881;p86"/>
          <p:cNvSpPr txBox="1"/>
          <p:nvPr/>
        </p:nvSpPr>
        <p:spPr>
          <a:xfrm>
            <a:off x="7180022" y="629844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Portfolio Positioning</a:t>
            </a:r>
            <a:endParaRPr i="0" sz="800" u="none" cap="none" strike="noStrike">
              <a:latin typeface="Salesforce Sans"/>
              <a:ea typeface="Salesforce Sans"/>
              <a:cs typeface="Salesforce Sans"/>
              <a:sym typeface="Salesforce Sans"/>
            </a:endParaRPr>
          </a:p>
        </p:txBody>
      </p:sp>
      <p:sp>
        <p:nvSpPr>
          <p:cNvPr id="2882" name="Google Shape;2882;p86"/>
          <p:cNvSpPr txBox="1"/>
          <p:nvPr/>
        </p:nvSpPr>
        <p:spPr>
          <a:xfrm>
            <a:off x="7180022" y="64470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Roadmap</a:t>
            </a:r>
            <a:endParaRPr i="0" sz="800" u="none" cap="none" strike="noStrike">
              <a:latin typeface="Salesforce Sans"/>
              <a:ea typeface="Salesforce Sans"/>
              <a:cs typeface="Salesforce Sans"/>
              <a:sym typeface="Salesforce Sans"/>
            </a:endParaRPr>
          </a:p>
        </p:txBody>
      </p:sp>
      <p:sp>
        <p:nvSpPr>
          <p:cNvPr id="2883" name="Google Shape;2883;p86"/>
          <p:cNvSpPr txBox="1"/>
          <p:nvPr/>
        </p:nvSpPr>
        <p:spPr>
          <a:xfrm>
            <a:off x="7180022" y="46024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Digital Experience</a:t>
            </a:r>
            <a:endParaRPr i="0" sz="800" u="none" cap="none" strike="noStrike">
              <a:latin typeface="Salesforce Sans"/>
              <a:ea typeface="Salesforce Sans"/>
              <a:cs typeface="Salesforce Sans"/>
              <a:sym typeface="Salesforce Sans"/>
            </a:endParaRPr>
          </a:p>
        </p:txBody>
      </p:sp>
      <p:sp>
        <p:nvSpPr>
          <p:cNvPr id="2884" name="Google Shape;2884;p86"/>
          <p:cNvSpPr txBox="1"/>
          <p:nvPr/>
        </p:nvSpPr>
        <p:spPr>
          <a:xfrm>
            <a:off x="7180022" y="67646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85" name="Google Shape;2885;p86"/>
          <p:cNvSpPr txBox="1"/>
          <p:nvPr/>
        </p:nvSpPr>
        <p:spPr>
          <a:xfrm>
            <a:off x="7180022" y="659574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Case</a:t>
            </a:r>
            <a:endParaRPr i="0" sz="800" u="none" cap="none" strike="noStrike">
              <a:latin typeface="Salesforce Sans"/>
              <a:ea typeface="Salesforce Sans"/>
              <a:cs typeface="Salesforce Sans"/>
              <a:sym typeface="Salesforce Sans"/>
            </a:endParaRPr>
          </a:p>
        </p:txBody>
      </p:sp>
      <p:sp>
        <p:nvSpPr>
          <p:cNvPr id="2886" name="Google Shape;2886;p86"/>
          <p:cNvSpPr txBox="1"/>
          <p:nvPr/>
        </p:nvSpPr>
        <p:spPr>
          <a:xfrm>
            <a:off x="7180022" y="691331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Plan Configuration</a:t>
            </a:r>
            <a:endParaRPr i="0" sz="800" u="none" cap="none" strike="noStrike">
              <a:latin typeface="Salesforce Sans"/>
              <a:ea typeface="Salesforce Sans"/>
              <a:cs typeface="Salesforce Sans"/>
              <a:sym typeface="Salesforce Sans"/>
            </a:endParaRPr>
          </a:p>
        </p:txBody>
      </p:sp>
      <p:sp>
        <p:nvSpPr>
          <p:cNvPr id="2887" name="Google Shape;2887;p86"/>
          <p:cNvSpPr txBox="1"/>
          <p:nvPr/>
        </p:nvSpPr>
        <p:spPr>
          <a:xfrm>
            <a:off x="7180022" y="70619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Promotions</a:t>
            </a:r>
            <a:endParaRPr i="0" sz="800" u="none" cap="none" strike="noStrike">
              <a:latin typeface="Salesforce Sans"/>
              <a:ea typeface="Salesforce Sans"/>
              <a:cs typeface="Salesforce Sans"/>
              <a:sym typeface="Salesforce Sans"/>
            </a:endParaRPr>
          </a:p>
        </p:txBody>
      </p:sp>
      <p:sp>
        <p:nvSpPr>
          <p:cNvPr id="2888" name="Google Shape;2888;p86"/>
          <p:cNvSpPr txBox="1"/>
          <p:nvPr/>
        </p:nvSpPr>
        <p:spPr>
          <a:xfrm>
            <a:off x="7180022" y="721061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889" name="Google Shape;2889;p86"/>
          <p:cNvSpPr txBox="1"/>
          <p:nvPr/>
        </p:nvSpPr>
        <p:spPr>
          <a:xfrm>
            <a:off x="7180022" y="737952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Insights</a:t>
            </a:r>
            <a:endParaRPr i="0" sz="800" u="none" cap="none" strike="noStrike">
              <a:latin typeface="Salesforce Sans"/>
              <a:ea typeface="Salesforce Sans"/>
              <a:cs typeface="Salesforce Sans"/>
              <a:sym typeface="Salesforce Sans"/>
            </a:endParaRPr>
          </a:p>
        </p:txBody>
      </p:sp>
      <p:sp>
        <p:nvSpPr>
          <p:cNvPr id="2890" name="Google Shape;2890;p86"/>
          <p:cNvSpPr txBox="1"/>
          <p:nvPr/>
        </p:nvSpPr>
        <p:spPr>
          <a:xfrm>
            <a:off x="7180022" y="767683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891" name="Google Shape;2891;p86"/>
          <p:cNvSpPr txBox="1"/>
          <p:nvPr/>
        </p:nvSpPr>
        <p:spPr>
          <a:xfrm>
            <a:off x="7180022" y="752818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Add-On Configuration</a:t>
            </a:r>
            <a:endParaRPr i="0" sz="800" u="none" cap="none" strike="noStrike">
              <a:latin typeface="Salesforce Sans"/>
              <a:ea typeface="Salesforce Sans"/>
              <a:cs typeface="Salesforce Sans"/>
              <a:sym typeface="Salesforce Sans"/>
            </a:endParaRPr>
          </a:p>
        </p:txBody>
      </p:sp>
      <p:sp>
        <p:nvSpPr>
          <p:cNvPr id="2892" name="Google Shape;2892;p86"/>
          <p:cNvSpPr txBox="1"/>
          <p:nvPr/>
        </p:nvSpPr>
        <p:spPr>
          <a:xfrm>
            <a:off x="7180022" y="782548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893" name="Google Shape;2893;p86"/>
          <p:cNvSpPr txBox="1"/>
          <p:nvPr/>
        </p:nvSpPr>
        <p:spPr>
          <a:xfrm>
            <a:off x="7180022" y="79943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894" name="Google Shape;2894;p86"/>
          <p:cNvSpPr txBox="1"/>
          <p:nvPr/>
        </p:nvSpPr>
        <p:spPr>
          <a:xfrm>
            <a:off x="7180022" y="82740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895" name="Google Shape;2895;p86"/>
          <p:cNvSpPr txBox="1"/>
          <p:nvPr/>
        </p:nvSpPr>
        <p:spPr>
          <a:xfrm>
            <a:off x="7180022" y="84138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Lifecycle</a:t>
            </a:r>
            <a:endParaRPr i="0" sz="800" u="none" cap="none" strike="noStrike">
              <a:latin typeface="Salesforce Sans"/>
              <a:ea typeface="Salesforce Sans"/>
              <a:cs typeface="Salesforce Sans"/>
              <a:sym typeface="Salesforce Sans"/>
            </a:endParaRPr>
          </a:p>
        </p:txBody>
      </p:sp>
      <p:sp>
        <p:nvSpPr>
          <p:cNvPr id="2896" name="Google Shape;2896;p86"/>
          <p:cNvSpPr txBox="1"/>
          <p:nvPr/>
        </p:nvSpPr>
        <p:spPr>
          <a:xfrm>
            <a:off x="7180022" y="813423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Portfolio</a:t>
            </a:r>
            <a:endParaRPr i="0" sz="800" u="none" cap="none" strike="noStrike">
              <a:latin typeface="Salesforce Sans"/>
              <a:ea typeface="Salesforce Sans"/>
              <a:cs typeface="Salesforce Sans"/>
              <a:sym typeface="Salesforce Sans"/>
            </a:endParaRPr>
          </a:p>
        </p:txBody>
      </p:sp>
      <p:sp>
        <p:nvSpPr>
          <p:cNvPr id="2897" name="Google Shape;2897;p86"/>
          <p:cNvSpPr txBox="1"/>
          <p:nvPr/>
        </p:nvSpPr>
        <p:spPr>
          <a:xfrm>
            <a:off x="7180022" y="860926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898" name="Google Shape;2898;p86"/>
          <p:cNvSpPr txBox="1"/>
          <p:nvPr/>
        </p:nvSpPr>
        <p:spPr>
          <a:xfrm>
            <a:off x="7180022" y="87490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Broadband Configuration</a:t>
            </a:r>
            <a:endParaRPr i="0" sz="800" u="none" cap="none" strike="noStrike">
              <a:latin typeface="Salesforce Sans"/>
              <a:ea typeface="Salesforce Sans"/>
              <a:cs typeface="Salesforce Sans"/>
              <a:sym typeface="Salesforce Sans"/>
            </a:endParaRPr>
          </a:p>
        </p:txBody>
      </p:sp>
      <p:sp>
        <p:nvSpPr>
          <p:cNvPr id="2899" name="Google Shape;2899;p86"/>
          <p:cNvSpPr txBox="1"/>
          <p:nvPr/>
        </p:nvSpPr>
        <p:spPr>
          <a:xfrm>
            <a:off x="7180022" y="888893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900" name="Google Shape;2900;p86"/>
          <p:cNvSpPr txBox="1"/>
          <p:nvPr/>
        </p:nvSpPr>
        <p:spPr>
          <a:xfrm>
            <a:off x="7180022" y="90296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901" name="Google Shape;2901;p86"/>
          <p:cNvSpPr txBox="1"/>
          <p:nvPr/>
        </p:nvSpPr>
        <p:spPr>
          <a:xfrm>
            <a:off x="7180022" y="933525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Concept Design</a:t>
            </a:r>
            <a:endParaRPr i="0" sz="800" u="none" cap="none" strike="noStrike">
              <a:latin typeface="Salesforce Sans"/>
              <a:ea typeface="Salesforce Sans"/>
              <a:cs typeface="Salesforce Sans"/>
              <a:sym typeface="Salesforce Sans"/>
            </a:endParaRPr>
          </a:p>
        </p:txBody>
      </p:sp>
      <p:sp>
        <p:nvSpPr>
          <p:cNvPr id="2902" name="Google Shape;2902;p86"/>
          <p:cNvSpPr txBox="1"/>
          <p:nvPr/>
        </p:nvSpPr>
        <p:spPr>
          <a:xfrm>
            <a:off x="7180022" y="95927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 (FAQ)</a:t>
            </a:r>
            <a:endParaRPr i="0" sz="800" u="none" cap="none" strike="noStrike">
              <a:latin typeface="Salesforce Sans"/>
              <a:ea typeface="Salesforce Sans"/>
              <a:cs typeface="Salesforce Sans"/>
              <a:sym typeface="Salesforce Sans"/>
            </a:endParaRPr>
          </a:p>
        </p:txBody>
      </p:sp>
      <p:sp>
        <p:nvSpPr>
          <p:cNvPr id="2903" name="Google Shape;2903;p86"/>
          <p:cNvSpPr txBox="1"/>
          <p:nvPr/>
        </p:nvSpPr>
        <p:spPr>
          <a:xfrm>
            <a:off x="7180022" y="920649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Trend Intelligence</a:t>
            </a:r>
            <a:endParaRPr i="0" sz="800" u="none" cap="none" strike="noStrike">
              <a:latin typeface="Salesforce Sans"/>
              <a:ea typeface="Salesforce Sans"/>
              <a:cs typeface="Salesforce Sans"/>
              <a:sym typeface="Salesforce Sans"/>
            </a:endParaRPr>
          </a:p>
        </p:txBody>
      </p:sp>
      <p:sp>
        <p:nvSpPr>
          <p:cNvPr id="2904" name="Google Shape;2904;p86"/>
          <p:cNvSpPr txBox="1"/>
          <p:nvPr/>
        </p:nvSpPr>
        <p:spPr>
          <a:xfrm>
            <a:off x="7180022" y="946401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Innovation Evaluation</a:t>
            </a:r>
            <a:endParaRPr i="0" sz="800" u="none" cap="none" strike="noStrike">
              <a:latin typeface="Salesforce Sans"/>
              <a:ea typeface="Salesforce Sans"/>
              <a:cs typeface="Salesforce Sans"/>
              <a:sym typeface="Salesforce Sans"/>
            </a:endParaRPr>
          </a:p>
        </p:txBody>
      </p:sp>
      <p:sp>
        <p:nvSpPr>
          <p:cNvPr id="2905" name="Google Shape;2905;p86"/>
          <p:cNvSpPr/>
          <p:nvPr/>
        </p:nvSpPr>
        <p:spPr>
          <a:xfrm>
            <a:off x="7046687" y="201339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6" name="Google Shape;2906;p86"/>
          <p:cNvSpPr/>
          <p:nvPr/>
        </p:nvSpPr>
        <p:spPr>
          <a:xfrm>
            <a:off x="7046687" y="216681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07" name="Google Shape;2907;p86"/>
          <p:cNvSpPr/>
          <p:nvPr/>
        </p:nvSpPr>
        <p:spPr>
          <a:xfrm>
            <a:off x="7046687" y="231070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8" name="Google Shape;2908;p86"/>
          <p:cNvSpPr/>
          <p:nvPr/>
        </p:nvSpPr>
        <p:spPr>
          <a:xfrm>
            <a:off x="7046687" y="2470084"/>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9" name="Google Shape;2909;p86"/>
          <p:cNvSpPr/>
          <p:nvPr/>
        </p:nvSpPr>
        <p:spPr>
          <a:xfrm>
            <a:off x="7046687" y="2767392"/>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0" name="Google Shape;2910;p86"/>
          <p:cNvSpPr/>
          <p:nvPr/>
        </p:nvSpPr>
        <p:spPr>
          <a:xfrm>
            <a:off x="7046687" y="2916046"/>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1" name="Google Shape;2911;p86"/>
          <p:cNvSpPr/>
          <p:nvPr/>
        </p:nvSpPr>
        <p:spPr>
          <a:xfrm>
            <a:off x="7046687" y="306470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2" name="Google Shape;2912;p86"/>
          <p:cNvSpPr/>
          <p:nvPr/>
        </p:nvSpPr>
        <p:spPr>
          <a:xfrm>
            <a:off x="7046687" y="261873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3" name="Google Shape;2913;p86"/>
          <p:cNvSpPr/>
          <p:nvPr/>
        </p:nvSpPr>
        <p:spPr>
          <a:xfrm>
            <a:off x="7046687" y="3243133"/>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4" name="Google Shape;2914;p86"/>
          <p:cNvSpPr/>
          <p:nvPr/>
        </p:nvSpPr>
        <p:spPr>
          <a:xfrm>
            <a:off x="7046687" y="354044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5" name="Google Shape;2915;p86"/>
          <p:cNvSpPr/>
          <p:nvPr/>
        </p:nvSpPr>
        <p:spPr>
          <a:xfrm>
            <a:off x="7046687" y="367590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16" name="Google Shape;2916;p86"/>
          <p:cNvSpPr/>
          <p:nvPr/>
        </p:nvSpPr>
        <p:spPr>
          <a:xfrm>
            <a:off x="7046687" y="339178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7" name="Google Shape;2917;p86"/>
          <p:cNvSpPr/>
          <p:nvPr/>
        </p:nvSpPr>
        <p:spPr>
          <a:xfrm>
            <a:off x="7046687" y="399757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2918" name="Google Shape;2918;p86"/>
          <p:cNvSpPr/>
          <p:nvPr/>
        </p:nvSpPr>
        <p:spPr>
          <a:xfrm>
            <a:off x="7046687" y="382866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19" name="Google Shape;2919;p86"/>
          <p:cNvSpPr/>
          <p:nvPr/>
        </p:nvSpPr>
        <p:spPr>
          <a:xfrm>
            <a:off x="7046687" y="430396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2920" name="Google Shape;2920;p86"/>
          <p:cNvSpPr/>
          <p:nvPr/>
        </p:nvSpPr>
        <p:spPr>
          <a:xfrm>
            <a:off x="7046687" y="4452619"/>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B827C"/>
                </a:solidFill>
                <a:latin typeface="Salesforce Sans"/>
                <a:ea typeface="Salesforce Sans"/>
                <a:cs typeface="Salesforce Sans"/>
                <a:sym typeface="Salesforce Sans"/>
              </a:rPr>
              <a:t> </a:t>
            </a:r>
            <a:endParaRPr i="0" sz="800" u="none" cap="none" strike="noStrike">
              <a:solidFill>
                <a:srgbClr val="0B827C"/>
              </a:solidFill>
              <a:latin typeface="Salesforce Sans"/>
              <a:ea typeface="Salesforce Sans"/>
              <a:cs typeface="Salesforce Sans"/>
              <a:sym typeface="Salesforce Sans"/>
            </a:endParaRPr>
          </a:p>
        </p:txBody>
      </p:sp>
      <p:sp>
        <p:nvSpPr>
          <p:cNvPr id="2921" name="Google Shape;2921;p86"/>
          <p:cNvSpPr/>
          <p:nvPr/>
        </p:nvSpPr>
        <p:spPr>
          <a:xfrm>
            <a:off x="7046687" y="186065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2" name="Google Shape;2922;p86"/>
          <p:cNvSpPr/>
          <p:nvPr/>
        </p:nvSpPr>
        <p:spPr>
          <a:xfrm>
            <a:off x="7046687" y="4155311"/>
            <a:ext cx="91200" cy="91200"/>
          </a:xfrm>
          <a:prstGeom prst="ellipse">
            <a:avLst/>
          </a:prstGeom>
          <a:solidFill>
            <a:srgbClr val="F6922C"/>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3" name="Google Shape;2923;p86"/>
          <p:cNvSpPr/>
          <p:nvPr/>
        </p:nvSpPr>
        <p:spPr>
          <a:xfrm>
            <a:off x="7046687" y="477018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4" name="Google Shape;2924;p86"/>
          <p:cNvSpPr/>
          <p:nvPr/>
        </p:nvSpPr>
        <p:spPr>
          <a:xfrm>
            <a:off x="7046687" y="491883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25" name="Google Shape;2925;p86"/>
          <p:cNvSpPr/>
          <p:nvPr/>
        </p:nvSpPr>
        <p:spPr>
          <a:xfrm>
            <a:off x="7046687" y="50877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6" name="Google Shape;2926;p86"/>
          <p:cNvSpPr/>
          <p:nvPr/>
        </p:nvSpPr>
        <p:spPr>
          <a:xfrm>
            <a:off x="7046687" y="523639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7" name="Google Shape;2927;p86"/>
          <p:cNvSpPr/>
          <p:nvPr/>
        </p:nvSpPr>
        <p:spPr>
          <a:xfrm>
            <a:off x="7046687" y="555395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8" name="Google Shape;2928;p86"/>
          <p:cNvSpPr/>
          <p:nvPr/>
        </p:nvSpPr>
        <p:spPr>
          <a:xfrm>
            <a:off x="7046687" y="570261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9" name="Google Shape;2929;p86"/>
          <p:cNvSpPr/>
          <p:nvPr/>
        </p:nvSpPr>
        <p:spPr>
          <a:xfrm>
            <a:off x="7046687" y="585126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0" name="Google Shape;2930;p86"/>
          <p:cNvSpPr/>
          <p:nvPr/>
        </p:nvSpPr>
        <p:spPr>
          <a:xfrm>
            <a:off x="7046687" y="5385051"/>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1" name="Google Shape;2931;p86"/>
          <p:cNvSpPr/>
          <p:nvPr/>
        </p:nvSpPr>
        <p:spPr>
          <a:xfrm>
            <a:off x="7046687" y="599992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2" name="Google Shape;2932;p86"/>
          <p:cNvSpPr/>
          <p:nvPr/>
        </p:nvSpPr>
        <p:spPr>
          <a:xfrm>
            <a:off x="7046687" y="616882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3" name="Google Shape;2933;p86"/>
          <p:cNvSpPr/>
          <p:nvPr/>
        </p:nvSpPr>
        <p:spPr>
          <a:xfrm>
            <a:off x="7046687" y="631748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4" name="Google Shape;2934;p86"/>
          <p:cNvSpPr/>
          <p:nvPr/>
        </p:nvSpPr>
        <p:spPr>
          <a:xfrm>
            <a:off x="7046687" y="646613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5" name="Google Shape;2935;p86"/>
          <p:cNvSpPr/>
          <p:nvPr/>
        </p:nvSpPr>
        <p:spPr>
          <a:xfrm>
            <a:off x="7046687" y="462152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6" name="Google Shape;2936;p86"/>
          <p:cNvSpPr/>
          <p:nvPr/>
        </p:nvSpPr>
        <p:spPr>
          <a:xfrm>
            <a:off x="7046687" y="6783699"/>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7" name="Google Shape;2937;p86"/>
          <p:cNvSpPr/>
          <p:nvPr/>
        </p:nvSpPr>
        <p:spPr>
          <a:xfrm>
            <a:off x="7046687" y="661479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8" name="Google Shape;2938;p86"/>
          <p:cNvSpPr/>
          <p:nvPr/>
        </p:nvSpPr>
        <p:spPr>
          <a:xfrm>
            <a:off x="7046687" y="6932353"/>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9" name="Google Shape;2939;p86"/>
          <p:cNvSpPr/>
          <p:nvPr/>
        </p:nvSpPr>
        <p:spPr>
          <a:xfrm>
            <a:off x="7046687" y="7081007"/>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0" name="Google Shape;2940;p86"/>
          <p:cNvSpPr/>
          <p:nvPr/>
        </p:nvSpPr>
        <p:spPr>
          <a:xfrm>
            <a:off x="7046687" y="722966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1" name="Google Shape;2941;p86"/>
          <p:cNvSpPr/>
          <p:nvPr/>
        </p:nvSpPr>
        <p:spPr>
          <a:xfrm>
            <a:off x="7046687" y="739856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2" name="Google Shape;2942;p86"/>
          <p:cNvSpPr/>
          <p:nvPr/>
        </p:nvSpPr>
        <p:spPr>
          <a:xfrm>
            <a:off x="7046687" y="769587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3" name="Google Shape;2943;p86"/>
          <p:cNvSpPr/>
          <p:nvPr/>
        </p:nvSpPr>
        <p:spPr>
          <a:xfrm>
            <a:off x="7046687" y="754722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4" name="Google Shape;2944;p86"/>
          <p:cNvSpPr/>
          <p:nvPr/>
        </p:nvSpPr>
        <p:spPr>
          <a:xfrm>
            <a:off x="7046687" y="784453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5" name="Google Shape;2945;p86"/>
          <p:cNvSpPr/>
          <p:nvPr/>
        </p:nvSpPr>
        <p:spPr>
          <a:xfrm>
            <a:off x="7046687" y="80134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6" name="Google Shape;2946;p86"/>
          <p:cNvSpPr/>
          <p:nvPr/>
        </p:nvSpPr>
        <p:spPr>
          <a:xfrm>
            <a:off x="7046687" y="829310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7" name="Google Shape;2947;p86"/>
          <p:cNvSpPr/>
          <p:nvPr/>
        </p:nvSpPr>
        <p:spPr>
          <a:xfrm>
            <a:off x="7046687" y="84329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8" name="Google Shape;2948;p86"/>
          <p:cNvSpPr/>
          <p:nvPr/>
        </p:nvSpPr>
        <p:spPr>
          <a:xfrm>
            <a:off x="7046687" y="8153274"/>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9" name="Google Shape;2949;p86"/>
          <p:cNvSpPr/>
          <p:nvPr/>
        </p:nvSpPr>
        <p:spPr>
          <a:xfrm>
            <a:off x="7046687" y="862830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0" name="Google Shape;2950;p86"/>
          <p:cNvSpPr/>
          <p:nvPr/>
        </p:nvSpPr>
        <p:spPr>
          <a:xfrm>
            <a:off x="7046687" y="876814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1" name="Google Shape;2951;p86"/>
          <p:cNvSpPr/>
          <p:nvPr/>
        </p:nvSpPr>
        <p:spPr>
          <a:xfrm>
            <a:off x="7046687" y="890797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2" name="Google Shape;2952;p86"/>
          <p:cNvSpPr/>
          <p:nvPr/>
        </p:nvSpPr>
        <p:spPr>
          <a:xfrm>
            <a:off x="7046687" y="90487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3" name="Google Shape;2953;p86"/>
          <p:cNvSpPr/>
          <p:nvPr/>
        </p:nvSpPr>
        <p:spPr>
          <a:xfrm>
            <a:off x="7046687" y="939183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4" name="Google Shape;2954;p86"/>
          <p:cNvSpPr/>
          <p:nvPr/>
        </p:nvSpPr>
        <p:spPr>
          <a:xfrm>
            <a:off x="7046687" y="962057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5" name="Google Shape;2955;p86"/>
          <p:cNvSpPr/>
          <p:nvPr/>
        </p:nvSpPr>
        <p:spPr>
          <a:xfrm>
            <a:off x="7046687" y="9243179"/>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6" name="Google Shape;2956;p86"/>
          <p:cNvSpPr/>
          <p:nvPr/>
        </p:nvSpPr>
        <p:spPr>
          <a:xfrm>
            <a:off x="7046687" y="948305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7" name="Google Shape;2957;p86"/>
          <p:cNvSpPr/>
          <p:nvPr/>
        </p:nvSpPr>
        <p:spPr>
          <a:xfrm>
            <a:off x="7046687" y="570262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8" name="Google Shape;2958;p86"/>
          <p:cNvSpPr/>
          <p:nvPr/>
        </p:nvSpPr>
        <p:spPr>
          <a:xfrm>
            <a:off x="7046687" y="585127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9" name="Google Shape;2959;p86"/>
          <p:cNvSpPr txBox="1"/>
          <p:nvPr/>
        </p:nvSpPr>
        <p:spPr>
          <a:xfrm>
            <a:off x="472232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960" name="Google Shape;2960;p86"/>
          <p:cNvSpPr txBox="1"/>
          <p:nvPr/>
        </p:nvSpPr>
        <p:spPr>
          <a:xfrm>
            <a:off x="592208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961" name="Google Shape;2961;p86"/>
          <p:cNvGrpSpPr/>
          <p:nvPr/>
        </p:nvGrpSpPr>
        <p:grpSpPr>
          <a:xfrm>
            <a:off x="4741973" y="1867456"/>
            <a:ext cx="952525" cy="449700"/>
            <a:chOff x="755165" y="1938890"/>
            <a:chExt cx="1322400" cy="449700"/>
          </a:xfrm>
        </p:grpSpPr>
        <p:sp>
          <p:nvSpPr>
            <p:cNvPr id="2962" name="Google Shape;2962;p86"/>
            <p:cNvSpPr/>
            <p:nvPr/>
          </p:nvSpPr>
          <p:spPr>
            <a:xfrm>
              <a:off x="755165" y="1938890"/>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63" name="Google Shape;2963;p86"/>
            <p:cNvSpPr txBox="1"/>
            <p:nvPr/>
          </p:nvSpPr>
          <p:spPr>
            <a:xfrm>
              <a:off x="888815" y="2101340"/>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900">
                <a:solidFill>
                  <a:srgbClr val="FFFFFF"/>
                </a:solidFill>
                <a:latin typeface="Avant Garde Demi SFDC"/>
                <a:ea typeface="Avant Garde Demi SFDC"/>
                <a:cs typeface="Avant Garde Demi SFDC"/>
                <a:sym typeface="Avant Garde Demi SFDC"/>
              </a:endParaRPr>
            </a:p>
          </p:txBody>
        </p:sp>
      </p:grpSp>
      <p:sp>
        <p:nvSpPr>
          <p:cNvPr id="2964" name="Google Shape;2964;p86"/>
          <p:cNvSpPr txBox="1"/>
          <p:nvPr/>
        </p:nvSpPr>
        <p:spPr>
          <a:xfrm>
            <a:off x="718095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965" name="Google Shape;2965;p86"/>
          <p:cNvSpPr txBox="1"/>
          <p:nvPr/>
        </p:nvSpPr>
        <p:spPr>
          <a:xfrm>
            <a:off x="5922089" y="1843238"/>
            <a:ext cx="121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Lead Management </a:t>
            </a:r>
            <a:endParaRPr b="1" sz="900">
              <a:solidFill>
                <a:srgbClr val="066AFE"/>
              </a:solidFill>
              <a:latin typeface="Salesforce Sans"/>
              <a:ea typeface="Salesforce Sans"/>
              <a:cs typeface="Salesforce Sans"/>
              <a:sym typeface="Salesforce Sans"/>
            </a:endParaRPr>
          </a:p>
        </p:txBody>
      </p:sp>
      <p:grpSp>
        <p:nvGrpSpPr>
          <p:cNvPr id="2966" name="Google Shape;2966;p86"/>
          <p:cNvGrpSpPr/>
          <p:nvPr/>
        </p:nvGrpSpPr>
        <p:grpSpPr>
          <a:xfrm>
            <a:off x="4741973" y="6193420"/>
            <a:ext cx="952525" cy="449700"/>
            <a:chOff x="755165" y="1866174"/>
            <a:chExt cx="1322400" cy="449700"/>
          </a:xfrm>
        </p:grpSpPr>
        <p:sp>
          <p:nvSpPr>
            <p:cNvPr id="2967" name="Google Shape;2967;p86"/>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68" name="Google Shape;2968;p86"/>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a:t>
              </a:r>
              <a:endParaRPr sz="900">
                <a:solidFill>
                  <a:srgbClr val="FFFFFF"/>
                </a:solidFill>
                <a:latin typeface="Avant Garde Demi SFDC"/>
                <a:ea typeface="Avant Garde Demi SFDC"/>
                <a:cs typeface="Avant Garde Demi SFDC"/>
                <a:sym typeface="Avant Garde Demi SFDC"/>
              </a:endParaRPr>
            </a:p>
          </p:txBody>
        </p:sp>
      </p:grpSp>
      <p:grpSp>
        <p:nvGrpSpPr>
          <p:cNvPr id="2969" name="Google Shape;2969;p86"/>
          <p:cNvGrpSpPr/>
          <p:nvPr/>
        </p:nvGrpSpPr>
        <p:grpSpPr>
          <a:xfrm>
            <a:off x="4741973" y="9230466"/>
            <a:ext cx="952525" cy="449700"/>
            <a:chOff x="755165" y="1886345"/>
            <a:chExt cx="1322400" cy="449700"/>
          </a:xfrm>
        </p:grpSpPr>
        <p:sp>
          <p:nvSpPr>
            <p:cNvPr id="2970" name="Google Shape;2970;p86"/>
            <p:cNvSpPr/>
            <p:nvPr/>
          </p:nvSpPr>
          <p:spPr>
            <a:xfrm>
              <a:off x="755165" y="1886345"/>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71" name="Google Shape;2971;p86"/>
            <p:cNvSpPr txBox="1"/>
            <p:nvPr/>
          </p:nvSpPr>
          <p:spPr>
            <a:xfrm>
              <a:off x="888815" y="2048795"/>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1600">
                <a:latin typeface="Avant Garde Demi SFDC"/>
                <a:ea typeface="Avant Garde Demi SFDC"/>
                <a:cs typeface="Avant Garde Demi SFDC"/>
                <a:sym typeface="Avant Garde Demi SFDC"/>
              </a:endParaRPr>
            </a:p>
          </p:txBody>
        </p:sp>
      </p:grpSp>
      <p:sp>
        <p:nvSpPr>
          <p:cNvPr id="2972" name="Google Shape;2972;p86"/>
          <p:cNvSpPr/>
          <p:nvPr/>
        </p:nvSpPr>
        <p:spPr>
          <a:xfrm>
            <a:off x="10174977" y="2750625"/>
            <a:ext cx="1105200" cy="615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Planning and Design </a:t>
            </a:r>
            <a:endParaRPr b="1" i="0" sz="900" u="none" cap="none" strike="noStrike">
              <a:solidFill>
                <a:srgbClr val="066AFE"/>
              </a:solidFill>
              <a:latin typeface="Salesforce Sans"/>
              <a:ea typeface="Salesforce Sans"/>
              <a:cs typeface="Salesforce Sans"/>
              <a:sym typeface="Salesforce Sans"/>
            </a:endParaRPr>
          </a:p>
        </p:txBody>
      </p:sp>
      <p:sp>
        <p:nvSpPr>
          <p:cNvPr id="2973" name="Google Shape;2973;p86"/>
          <p:cNvSpPr/>
          <p:nvPr/>
        </p:nvSpPr>
        <p:spPr>
          <a:xfrm>
            <a:off x="10174977" y="3518578"/>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Core and Access Build &amp; Deployment </a:t>
            </a:r>
            <a:endParaRPr b="1" i="0" sz="900" u="none" cap="none" strike="noStrike">
              <a:solidFill>
                <a:srgbClr val="066AFE"/>
              </a:solidFill>
              <a:latin typeface="Salesforce Sans"/>
              <a:ea typeface="Salesforce Sans"/>
              <a:cs typeface="Salesforce Sans"/>
              <a:sym typeface="Salesforce Sans"/>
            </a:endParaRPr>
          </a:p>
        </p:txBody>
      </p:sp>
      <p:sp>
        <p:nvSpPr>
          <p:cNvPr id="2974" name="Google Shape;2974;p86"/>
          <p:cNvSpPr/>
          <p:nvPr/>
        </p:nvSpPr>
        <p:spPr>
          <a:xfrm>
            <a:off x="10174977" y="4120271"/>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Build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2975" name="Google Shape;2975;p86"/>
          <p:cNvSpPr/>
          <p:nvPr/>
        </p:nvSpPr>
        <p:spPr>
          <a:xfrm>
            <a:off x="10174977" y="4739816"/>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Spectrum Management</a:t>
            </a:r>
            <a:endParaRPr b="1" i="0" sz="900" u="none" cap="none" strike="noStrike">
              <a:solidFill>
                <a:srgbClr val="066AFE"/>
              </a:solidFill>
              <a:latin typeface="Salesforce Sans"/>
              <a:ea typeface="Salesforce Sans"/>
              <a:cs typeface="Salesforce Sans"/>
              <a:sym typeface="Salesforce Sans"/>
            </a:endParaRPr>
          </a:p>
        </p:txBody>
      </p:sp>
      <p:sp>
        <p:nvSpPr>
          <p:cNvPr id="2976" name="Google Shape;2976;p86"/>
          <p:cNvSpPr/>
          <p:nvPr/>
        </p:nvSpPr>
        <p:spPr>
          <a:xfrm>
            <a:off x="10174977" y="55018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Supply Chain </a:t>
            </a:r>
            <a:endParaRPr b="1" i="0" sz="900" u="none" cap="none" strike="noStrike">
              <a:solidFill>
                <a:srgbClr val="066AFE"/>
              </a:solidFill>
              <a:latin typeface="Salesforce Sans"/>
              <a:ea typeface="Salesforce Sans"/>
              <a:cs typeface="Salesforce Sans"/>
              <a:sym typeface="Salesforce Sans"/>
            </a:endParaRPr>
          </a:p>
        </p:txBody>
      </p:sp>
      <p:sp>
        <p:nvSpPr>
          <p:cNvPr id="2977" name="Google Shape;2977;p86"/>
          <p:cNvSpPr/>
          <p:nvPr/>
        </p:nvSpPr>
        <p:spPr>
          <a:xfrm>
            <a:off x="10174977" y="61154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Maintenance </a:t>
            </a:r>
            <a:endParaRPr b="1" i="0" sz="900" u="none" cap="none" strike="noStrike">
              <a:solidFill>
                <a:srgbClr val="066AFE"/>
              </a:solidFill>
              <a:latin typeface="Salesforce Sans"/>
              <a:ea typeface="Salesforce Sans"/>
              <a:cs typeface="Salesforce Sans"/>
              <a:sym typeface="Salesforce Sans"/>
            </a:endParaRPr>
          </a:p>
        </p:txBody>
      </p:sp>
      <p:sp>
        <p:nvSpPr>
          <p:cNvPr id="2978" name="Google Shape;2978;p86"/>
          <p:cNvSpPr/>
          <p:nvPr/>
        </p:nvSpPr>
        <p:spPr>
          <a:xfrm>
            <a:off x="10174977" y="6723069"/>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Energy &amp; Sustainability Mgmt </a:t>
            </a:r>
            <a:endParaRPr b="1" i="0" sz="900" u="none" cap="none" strike="noStrike">
              <a:solidFill>
                <a:srgbClr val="066AFE"/>
              </a:solidFill>
              <a:latin typeface="Salesforce Sans"/>
              <a:ea typeface="Salesforce Sans"/>
              <a:cs typeface="Salesforce Sans"/>
              <a:sym typeface="Salesforce Sans"/>
            </a:endParaRPr>
          </a:p>
        </p:txBody>
      </p:sp>
      <p:sp>
        <p:nvSpPr>
          <p:cNvPr id="2979" name="Google Shape;2979;p86"/>
          <p:cNvSpPr/>
          <p:nvPr/>
        </p:nvSpPr>
        <p:spPr>
          <a:xfrm>
            <a:off x="10174977" y="7200055"/>
            <a:ext cx="1105200" cy="15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trategy</a:t>
            </a:r>
            <a:endParaRPr b="1" i="0" sz="900" u="none" cap="none" strike="noStrike">
              <a:solidFill>
                <a:srgbClr val="066AFE"/>
              </a:solidFill>
              <a:latin typeface="Salesforce Sans"/>
              <a:ea typeface="Salesforce Sans"/>
              <a:cs typeface="Salesforce Sans"/>
              <a:sym typeface="Salesforce Sans"/>
            </a:endParaRPr>
          </a:p>
        </p:txBody>
      </p:sp>
      <p:sp>
        <p:nvSpPr>
          <p:cNvPr id="2980" name="Google Shape;2980;p86"/>
          <p:cNvSpPr/>
          <p:nvPr/>
        </p:nvSpPr>
        <p:spPr>
          <a:xfrm>
            <a:off x="10174977" y="7647411"/>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Issue Resolution </a:t>
            </a:r>
            <a:endParaRPr b="1" i="0" sz="900" u="none" cap="none" strike="noStrike">
              <a:solidFill>
                <a:srgbClr val="066AFE"/>
              </a:solidFill>
              <a:latin typeface="Salesforce Sans"/>
              <a:ea typeface="Salesforce Sans"/>
              <a:cs typeface="Salesforce Sans"/>
              <a:sym typeface="Salesforce Sans"/>
            </a:endParaRPr>
          </a:p>
        </p:txBody>
      </p:sp>
      <p:sp>
        <p:nvSpPr>
          <p:cNvPr id="2981" name="Google Shape;2981;p86"/>
          <p:cNvSpPr/>
          <p:nvPr/>
        </p:nvSpPr>
        <p:spPr>
          <a:xfrm>
            <a:off x="10174977" y="8094823"/>
            <a:ext cx="1105200" cy="24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Governance </a:t>
            </a:r>
            <a:endParaRPr b="1" i="0" sz="900" u="none" cap="none" strike="noStrike">
              <a:solidFill>
                <a:srgbClr val="066AFE"/>
              </a:solidFill>
              <a:latin typeface="Salesforce Sans"/>
              <a:ea typeface="Salesforce Sans"/>
              <a:cs typeface="Salesforce Sans"/>
              <a:sym typeface="Salesforce Sans"/>
            </a:endParaRPr>
          </a:p>
        </p:txBody>
      </p:sp>
      <p:sp>
        <p:nvSpPr>
          <p:cNvPr id="2982" name="Google Shape;2982;p86"/>
          <p:cNvSpPr/>
          <p:nvPr/>
        </p:nvSpPr>
        <p:spPr>
          <a:xfrm>
            <a:off x="10174977" y="8409934"/>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Software Development </a:t>
            </a:r>
            <a:endParaRPr b="1" i="0" sz="900" u="none" cap="none" strike="noStrike">
              <a:solidFill>
                <a:srgbClr val="066AFE"/>
              </a:solidFill>
              <a:latin typeface="Salesforce Sans"/>
              <a:ea typeface="Salesforce Sans"/>
              <a:cs typeface="Salesforce Sans"/>
              <a:sym typeface="Salesforce Sans"/>
            </a:endParaRPr>
          </a:p>
        </p:txBody>
      </p:sp>
      <p:sp>
        <p:nvSpPr>
          <p:cNvPr id="2983" name="Google Shape;2983;p86"/>
          <p:cNvSpPr/>
          <p:nvPr/>
        </p:nvSpPr>
        <p:spPr>
          <a:xfrm>
            <a:off x="10174977" y="8869242"/>
            <a:ext cx="10008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Testing, QA &amp; Automation </a:t>
            </a:r>
            <a:endParaRPr b="1" i="0" sz="900" u="none" cap="none" strike="noStrike">
              <a:solidFill>
                <a:srgbClr val="066AFE"/>
              </a:solidFill>
              <a:latin typeface="Salesforce Sans"/>
              <a:ea typeface="Salesforce Sans"/>
              <a:cs typeface="Salesforce Sans"/>
              <a:sym typeface="Salesforce Sans"/>
            </a:endParaRPr>
          </a:p>
        </p:txBody>
      </p:sp>
      <p:sp>
        <p:nvSpPr>
          <p:cNvPr id="2984" name="Google Shape;2984;p86"/>
          <p:cNvSpPr/>
          <p:nvPr/>
        </p:nvSpPr>
        <p:spPr>
          <a:xfrm>
            <a:off x="10174977" y="9316350"/>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 Threat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Response </a:t>
            </a:r>
            <a:endParaRPr b="1" i="0" sz="900" u="none" cap="none" strike="noStrike">
              <a:solidFill>
                <a:srgbClr val="066AFE"/>
              </a:solidFill>
              <a:latin typeface="Salesforce Sans"/>
              <a:ea typeface="Salesforce Sans"/>
              <a:cs typeface="Salesforce Sans"/>
              <a:sym typeface="Salesforce Sans"/>
            </a:endParaRPr>
          </a:p>
        </p:txBody>
      </p:sp>
      <p:sp>
        <p:nvSpPr>
          <p:cNvPr id="2985" name="Google Shape;2985;p86"/>
          <p:cNvSpPr txBox="1"/>
          <p:nvPr/>
        </p:nvSpPr>
        <p:spPr>
          <a:xfrm>
            <a:off x="11432855" y="198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2986" name="Google Shape;2986;p86"/>
          <p:cNvSpPr txBox="1"/>
          <p:nvPr/>
        </p:nvSpPr>
        <p:spPr>
          <a:xfrm>
            <a:off x="11432855" y="2137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2987" name="Google Shape;2987;p86"/>
          <p:cNvSpPr txBox="1"/>
          <p:nvPr/>
        </p:nvSpPr>
        <p:spPr>
          <a:xfrm>
            <a:off x="11432855" y="2286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2988" name="Google Shape;2988;p86"/>
          <p:cNvSpPr txBox="1"/>
          <p:nvPr/>
        </p:nvSpPr>
        <p:spPr>
          <a:xfrm>
            <a:off x="11432855" y="2434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2989" name="Google Shape;2989;p86"/>
          <p:cNvSpPr txBox="1"/>
          <p:nvPr/>
        </p:nvSpPr>
        <p:spPr>
          <a:xfrm>
            <a:off x="11432855" y="2751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990" name="Google Shape;2990;p86"/>
          <p:cNvSpPr txBox="1"/>
          <p:nvPr/>
        </p:nvSpPr>
        <p:spPr>
          <a:xfrm>
            <a:off x="11432855" y="2899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2991" name="Google Shape;2991;p86"/>
          <p:cNvSpPr txBox="1"/>
          <p:nvPr/>
        </p:nvSpPr>
        <p:spPr>
          <a:xfrm>
            <a:off x="11432855" y="3048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2992" name="Google Shape;2992;p86"/>
          <p:cNvSpPr txBox="1"/>
          <p:nvPr/>
        </p:nvSpPr>
        <p:spPr>
          <a:xfrm>
            <a:off x="11432855" y="2583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2993" name="Google Shape;2993;p86"/>
          <p:cNvSpPr txBox="1"/>
          <p:nvPr/>
        </p:nvSpPr>
        <p:spPr>
          <a:xfrm>
            <a:off x="11432855" y="3196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2994" name="Google Shape;2994;p86"/>
          <p:cNvSpPr txBox="1"/>
          <p:nvPr/>
        </p:nvSpPr>
        <p:spPr>
          <a:xfrm>
            <a:off x="11432855" y="3513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2995" name="Google Shape;2995;p86"/>
          <p:cNvSpPr txBox="1"/>
          <p:nvPr/>
        </p:nvSpPr>
        <p:spPr>
          <a:xfrm>
            <a:off x="11432855" y="3661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Installation and Configuration</a:t>
            </a:r>
            <a:endParaRPr i="0" sz="800" u="none" cap="none" strike="noStrike">
              <a:latin typeface="Salesforce Sans"/>
              <a:ea typeface="Salesforce Sans"/>
              <a:cs typeface="Salesforce Sans"/>
              <a:sym typeface="Salesforce Sans"/>
            </a:endParaRPr>
          </a:p>
        </p:txBody>
      </p:sp>
      <p:sp>
        <p:nvSpPr>
          <p:cNvPr id="2996" name="Google Shape;2996;p86"/>
          <p:cNvSpPr txBox="1"/>
          <p:nvPr/>
        </p:nvSpPr>
        <p:spPr>
          <a:xfrm>
            <a:off x="11432855" y="3345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2997" name="Google Shape;2997;p86"/>
          <p:cNvSpPr txBox="1"/>
          <p:nvPr/>
        </p:nvSpPr>
        <p:spPr>
          <a:xfrm>
            <a:off x="11432855" y="3958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2998" name="Google Shape;2998;p86"/>
          <p:cNvSpPr txBox="1"/>
          <p:nvPr/>
        </p:nvSpPr>
        <p:spPr>
          <a:xfrm>
            <a:off x="11432855" y="3810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2999" name="Google Shape;2999;p86"/>
          <p:cNvSpPr txBox="1"/>
          <p:nvPr/>
        </p:nvSpPr>
        <p:spPr>
          <a:xfrm>
            <a:off x="11432855" y="4275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Deployment and Configuration</a:t>
            </a:r>
            <a:endParaRPr i="0" sz="800" u="none" cap="none" strike="noStrike">
              <a:latin typeface="Salesforce Sans"/>
              <a:ea typeface="Salesforce Sans"/>
              <a:cs typeface="Salesforce Sans"/>
              <a:sym typeface="Salesforce Sans"/>
            </a:endParaRPr>
          </a:p>
        </p:txBody>
      </p:sp>
      <p:sp>
        <p:nvSpPr>
          <p:cNvPr id="3000" name="Google Shape;3000;p86"/>
          <p:cNvSpPr txBox="1"/>
          <p:nvPr/>
        </p:nvSpPr>
        <p:spPr>
          <a:xfrm>
            <a:off x="11432855" y="4423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3001" name="Google Shape;3001;p86"/>
          <p:cNvSpPr txBox="1"/>
          <p:nvPr/>
        </p:nvSpPr>
        <p:spPr>
          <a:xfrm>
            <a:off x="11432855" y="4127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3002" name="Google Shape;3002;p86"/>
          <p:cNvSpPr txBox="1"/>
          <p:nvPr/>
        </p:nvSpPr>
        <p:spPr>
          <a:xfrm>
            <a:off x="11432855" y="4740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3003" name="Google Shape;3003;p86"/>
          <p:cNvSpPr txBox="1"/>
          <p:nvPr/>
        </p:nvSpPr>
        <p:spPr>
          <a:xfrm>
            <a:off x="11432855" y="4889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Valuation</a:t>
            </a:r>
            <a:endParaRPr i="0" sz="800" u="none" cap="none" strike="noStrike">
              <a:latin typeface="Salesforce Sans"/>
              <a:ea typeface="Salesforce Sans"/>
              <a:cs typeface="Salesforce Sans"/>
              <a:sym typeface="Salesforce Sans"/>
            </a:endParaRPr>
          </a:p>
        </p:txBody>
      </p:sp>
      <p:sp>
        <p:nvSpPr>
          <p:cNvPr id="3004" name="Google Shape;3004;p86"/>
          <p:cNvSpPr txBox="1"/>
          <p:nvPr/>
        </p:nvSpPr>
        <p:spPr>
          <a:xfrm>
            <a:off x="11432855" y="5037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Allocation</a:t>
            </a:r>
            <a:endParaRPr i="0" sz="800" u="none" cap="none" strike="noStrike">
              <a:latin typeface="Salesforce Sans"/>
              <a:ea typeface="Salesforce Sans"/>
              <a:cs typeface="Salesforce Sans"/>
              <a:sym typeface="Salesforce Sans"/>
            </a:endParaRPr>
          </a:p>
        </p:txBody>
      </p:sp>
      <p:sp>
        <p:nvSpPr>
          <p:cNvPr id="3005" name="Google Shape;3005;p86"/>
          <p:cNvSpPr txBox="1"/>
          <p:nvPr/>
        </p:nvSpPr>
        <p:spPr>
          <a:xfrm>
            <a:off x="11432855" y="5185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Monitoring</a:t>
            </a:r>
            <a:endParaRPr i="0" sz="800" u="none" cap="none" strike="noStrike">
              <a:latin typeface="Salesforce Sans"/>
              <a:ea typeface="Salesforce Sans"/>
              <a:cs typeface="Salesforce Sans"/>
              <a:sym typeface="Salesforce Sans"/>
            </a:endParaRPr>
          </a:p>
        </p:txBody>
      </p:sp>
      <p:sp>
        <p:nvSpPr>
          <p:cNvPr id="3006" name="Google Shape;3006;p86"/>
          <p:cNvSpPr txBox="1"/>
          <p:nvPr/>
        </p:nvSpPr>
        <p:spPr>
          <a:xfrm>
            <a:off x="11432855" y="5502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Forecasting</a:t>
            </a:r>
            <a:endParaRPr i="0" sz="800" u="none" cap="none" strike="noStrike">
              <a:latin typeface="Salesforce Sans"/>
              <a:ea typeface="Salesforce Sans"/>
              <a:cs typeface="Salesforce Sans"/>
              <a:sym typeface="Salesforce Sans"/>
            </a:endParaRPr>
          </a:p>
        </p:txBody>
      </p:sp>
      <p:sp>
        <p:nvSpPr>
          <p:cNvPr id="3007" name="Google Shape;3007;p86"/>
          <p:cNvSpPr txBox="1"/>
          <p:nvPr/>
        </p:nvSpPr>
        <p:spPr>
          <a:xfrm>
            <a:off x="11432855" y="5651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Selection</a:t>
            </a:r>
            <a:endParaRPr i="0" sz="800" u="none" cap="none" strike="noStrike">
              <a:latin typeface="Salesforce Sans"/>
              <a:ea typeface="Salesforce Sans"/>
              <a:cs typeface="Salesforce Sans"/>
              <a:sym typeface="Salesforce Sans"/>
            </a:endParaRPr>
          </a:p>
        </p:txBody>
      </p:sp>
      <p:sp>
        <p:nvSpPr>
          <p:cNvPr id="3008" name="Google Shape;3008;p86"/>
          <p:cNvSpPr txBox="1"/>
          <p:nvPr/>
        </p:nvSpPr>
        <p:spPr>
          <a:xfrm>
            <a:off x="11432855" y="579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Execution</a:t>
            </a:r>
            <a:endParaRPr i="0" sz="800" u="none" cap="none" strike="noStrike">
              <a:latin typeface="Salesforce Sans"/>
              <a:ea typeface="Salesforce Sans"/>
              <a:cs typeface="Salesforce Sans"/>
              <a:sym typeface="Salesforce Sans"/>
            </a:endParaRPr>
          </a:p>
        </p:txBody>
      </p:sp>
      <p:sp>
        <p:nvSpPr>
          <p:cNvPr id="3009" name="Google Shape;3009;p86"/>
          <p:cNvSpPr txBox="1"/>
          <p:nvPr/>
        </p:nvSpPr>
        <p:spPr>
          <a:xfrm>
            <a:off x="11432855" y="5334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a:t>
            </a:r>
            <a:r>
              <a:rPr lang="en" sz="800">
                <a:latin typeface="Salesforce Sans"/>
                <a:ea typeface="Salesforce Sans"/>
                <a:cs typeface="Salesforce Sans"/>
                <a:sym typeface="Salesforce Sans"/>
              </a:rPr>
              <a:t>Adherence</a:t>
            </a:r>
            <a:endParaRPr i="0" sz="800" u="none" cap="none" strike="noStrike">
              <a:latin typeface="Salesforce Sans"/>
              <a:ea typeface="Salesforce Sans"/>
              <a:cs typeface="Salesforce Sans"/>
              <a:sym typeface="Salesforce Sans"/>
            </a:endParaRPr>
          </a:p>
        </p:txBody>
      </p:sp>
      <p:sp>
        <p:nvSpPr>
          <p:cNvPr id="3010" name="Google Shape;3010;p86"/>
          <p:cNvSpPr txBox="1"/>
          <p:nvPr/>
        </p:nvSpPr>
        <p:spPr>
          <a:xfrm>
            <a:off x="11432855" y="594804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Logistics and Inventory</a:t>
            </a:r>
            <a:endParaRPr i="0" sz="800" u="none" cap="none" strike="noStrike">
              <a:latin typeface="Salesforce Sans"/>
              <a:ea typeface="Salesforce Sans"/>
              <a:cs typeface="Salesforce Sans"/>
              <a:sym typeface="Salesforce Sans"/>
            </a:endParaRPr>
          </a:p>
        </p:txBody>
      </p:sp>
      <p:sp>
        <p:nvSpPr>
          <p:cNvPr id="3011" name="Google Shape;3011;p86"/>
          <p:cNvSpPr txBox="1"/>
          <p:nvPr/>
        </p:nvSpPr>
        <p:spPr>
          <a:xfrm>
            <a:off x="11432855" y="6116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Monitoring</a:t>
            </a:r>
            <a:endParaRPr i="0" sz="800" u="none" cap="none" strike="noStrike">
              <a:latin typeface="Salesforce Sans"/>
              <a:ea typeface="Salesforce Sans"/>
              <a:cs typeface="Salesforce Sans"/>
              <a:sym typeface="Salesforce Sans"/>
            </a:endParaRPr>
          </a:p>
        </p:txBody>
      </p:sp>
      <p:sp>
        <p:nvSpPr>
          <p:cNvPr id="3012" name="Google Shape;3012;p86"/>
          <p:cNvSpPr txBox="1"/>
          <p:nvPr/>
        </p:nvSpPr>
        <p:spPr>
          <a:xfrm>
            <a:off x="11432855" y="6264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3013" name="Google Shape;3013;p86"/>
          <p:cNvSpPr txBox="1"/>
          <p:nvPr/>
        </p:nvSpPr>
        <p:spPr>
          <a:xfrm>
            <a:off x="11432855" y="64131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Configuration Update</a:t>
            </a:r>
            <a:endParaRPr i="0" sz="800" u="none" cap="none" strike="noStrike">
              <a:latin typeface="Salesforce Sans"/>
              <a:ea typeface="Salesforce Sans"/>
              <a:cs typeface="Salesforce Sans"/>
              <a:sym typeface="Salesforce Sans"/>
            </a:endParaRPr>
          </a:p>
        </p:txBody>
      </p:sp>
      <p:sp>
        <p:nvSpPr>
          <p:cNvPr id="3014" name="Google Shape;3014;p86"/>
          <p:cNvSpPr txBox="1"/>
          <p:nvPr/>
        </p:nvSpPr>
        <p:spPr>
          <a:xfrm>
            <a:off x="11432855" y="4572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3015" name="Google Shape;3015;p86"/>
          <p:cNvSpPr txBox="1"/>
          <p:nvPr/>
        </p:nvSpPr>
        <p:spPr>
          <a:xfrm>
            <a:off x="11432855" y="67299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Consumption Monitoring</a:t>
            </a:r>
            <a:endParaRPr i="0" sz="800" u="none" cap="none" strike="noStrike">
              <a:latin typeface="Salesforce Sans"/>
              <a:ea typeface="Salesforce Sans"/>
              <a:cs typeface="Salesforce Sans"/>
              <a:sym typeface="Salesforce Sans"/>
            </a:endParaRPr>
          </a:p>
        </p:txBody>
      </p:sp>
      <p:sp>
        <p:nvSpPr>
          <p:cNvPr id="3016" name="Google Shape;3016;p86"/>
          <p:cNvSpPr txBox="1"/>
          <p:nvPr/>
        </p:nvSpPr>
        <p:spPr>
          <a:xfrm>
            <a:off x="11432855" y="65615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Optimization</a:t>
            </a:r>
            <a:endParaRPr i="0" sz="800" u="none" cap="none" strike="noStrike">
              <a:latin typeface="Salesforce Sans"/>
              <a:ea typeface="Salesforce Sans"/>
              <a:cs typeface="Salesforce Sans"/>
              <a:sym typeface="Salesforce Sans"/>
            </a:endParaRPr>
          </a:p>
        </p:txBody>
      </p:sp>
      <p:sp>
        <p:nvSpPr>
          <p:cNvPr id="3017" name="Google Shape;3017;p86"/>
          <p:cNvSpPr txBox="1"/>
          <p:nvPr/>
        </p:nvSpPr>
        <p:spPr>
          <a:xfrm>
            <a:off x="11432855" y="6878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Optimization</a:t>
            </a:r>
            <a:endParaRPr i="0" sz="800" u="none" cap="none" strike="noStrike">
              <a:latin typeface="Salesforce Sans"/>
              <a:ea typeface="Salesforce Sans"/>
              <a:cs typeface="Salesforce Sans"/>
              <a:sym typeface="Salesforce Sans"/>
            </a:endParaRPr>
          </a:p>
        </p:txBody>
      </p:sp>
      <p:sp>
        <p:nvSpPr>
          <p:cNvPr id="3018" name="Google Shape;3018;p86"/>
          <p:cNvSpPr txBox="1"/>
          <p:nvPr/>
        </p:nvSpPr>
        <p:spPr>
          <a:xfrm>
            <a:off x="11432855" y="7026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Sustainability Management</a:t>
            </a:r>
            <a:endParaRPr i="0" sz="800" u="none" cap="none" strike="noStrike">
              <a:latin typeface="Salesforce Sans"/>
              <a:ea typeface="Salesforce Sans"/>
              <a:cs typeface="Salesforce Sans"/>
              <a:sym typeface="Salesforce Sans"/>
            </a:endParaRPr>
          </a:p>
        </p:txBody>
      </p:sp>
      <p:sp>
        <p:nvSpPr>
          <p:cNvPr id="3019" name="Google Shape;3019;p86"/>
          <p:cNvSpPr txBox="1"/>
          <p:nvPr/>
        </p:nvSpPr>
        <p:spPr>
          <a:xfrm>
            <a:off x="11432855" y="719505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Insights</a:t>
            </a:r>
            <a:endParaRPr i="0" sz="800" u="none" cap="none" strike="noStrike">
              <a:latin typeface="Salesforce Sans"/>
              <a:ea typeface="Salesforce Sans"/>
              <a:cs typeface="Salesforce Sans"/>
              <a:sym typeface="Salesforce Sans"/>
            </a:endParaRPr>
          </a:p>
        </p:txBody>
      </p:sp>
      <p:sp>
        <p:nvSpPr>
          <p:cNvPr id="3020" name="Google Shape;3020;p86"/>
          <p:cNvSpPr txBox="1"/>
          <p:nvPr/>
        </p:nvSpPr>
        <p:spPr>
          <a:xfrm>
            <a:off x="11432855" y="733475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Roadmap Planning</a:t>
            </a:r>
            <a:endParaRPr i="0" sz="800" u="none" cap="none" strike="noStrike">
              <a:latin typeface="Salesforce Sans"/>
              <a:ea typeface="Salesforce Sans"/>
              <a:cs typeface="Salesforce Sans"/>
              <a:sym typeface="Salesforce Sans"/>
            </a:endParaRPr>
          </a:p>
        </p:txBody>
      </p:sp>
      <p:sp>
        <p:nvSpPr>
          <p:cNvPr id="3021" name="Google Shape;3021;p86"/>
          <p:cNvSpPr txBox="1"/>
          <p:nvPr/>
        </p:nvSpPr>
        <p:spPr>
          <a:xfrm>
            <a:off x="11432855" y="7642632"/>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a:t>
            </a:r>
            <a:r>
              <a:rPr i="0" lang="en" sz="800" u="none" cap="none" strike="noStrike">
                <a:latin typeface="Salesforce Sans"/>
                <a:ea typeface="Salesforce Sans"/>
                <a:cs typeface="Salesforce Sans"/>
                <a:sym typeface="Salesforce Sans"/>
              </a:rPr>
              <a:t>ncident Triage</a:t>
            </a:r>
            <a:endParaRPr i="0" sz="800" u="none" cap="none" strike="noStrike">
              <a:latin typeface="Salesforce Sans"/>
              <a:ea typeface="Salesforce Sans"/>
              <a:cs typeface="Salesforce Sans"/>
              <a:sym typeface="Salesforce Sans"/>
            </a:endParaRPr>
          </a:p>
        </p:txBody>
      </p:sp>
      <p:sp>
        <p:nvSpPr>
          <p:cNvPr id="3022" name="Google Shape;3022;p86"/>
          <p:cNvSpPr txBox="1"/>
          <p:nvPr/>
        </p:nvSpPr>
        <p:spPr>
          <a:xfrm>
            <a:off x="11432855" y="74743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Investment</a:t>
            </a:r>
            <a:endParaRPr i="0" sz="800" u="none" cap="none" strike="noStrike">
              <a:latin typeface="Salesforce Sans"/>
              <a:ea typeface="Salesforce Sans"/>
              <a:cs typeface="Salesforce Sans"/>
              <a:sym typeface="Salesforce Sans"/>
            </a:endParaRPr>
          </a:p>
        </p:txBody>
      </p:sp>
      <p:sp>
        <p:nvSpPr>
          <p:cNvPr id="3023" name="Google Shape;3023;p86"/>
          <p:cNvSpPr txBox="1"/>
          <p:nvPr/>
        </p:nvSpPr>
        <p:spPr>
          <a:xfrm>
            <a:off x="11432855" y="778231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and Troubleshooting</a:t>
            </a:r>
            <a:endParaRPr i="0" sz="800" u="none" cap="none" strike="noStrike">
              <a:latin typeface="Salesforce Sans"/>
              <a:ea typeface="Salesforce Sans"/>
              <a:cs typeface="Salesforce Sans"/>
              <a:sym typeface="Salesforce Sans"/>
            </a:endParaRPr>
          </a:p>
        </p:txBody>
      </p:sp>
      <p:sp>
        <p:nvSpPr>
          <p:cNvPr id="3024" name="Google Shape;3024;p86"/>
          <p:cNvSpPr txBox="1"/>
          <p:nvPr/>
        </p:nvSpPr>
        <p:spPr>
          <a:xfrm>
            <a:off x="11432855" y="792189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Routing</a:t>
            </a:r>
            <a:endParaRPr i="0" sz="800" u="none" cap="none" strike="noStrike">
              <a:latin typeface="Salesforce Sans"/>
              <a:ea typeface="Salesforce Sans"/>
              <a:cs typeface="Salesforce Sans"/>
              <a:sym typeface="Salesforce Sans"/>
            </a:endParaRPr>
          </a:p>
        </p:txBody>
      </p:sp>
      <p:sp>
        <p:nvSpPr>
          <p:cNvPr id="3025" name="Google Shape;3025;p86"/>
          <p:cNvSpPr txBox="1"/>
          <p:nvPr/>
        </p:nvSpPr>
        <p:spPr>
          <a:xfrm>
            <a:off x="11432855" y="823771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3026" name="Google Shape;3026;p86"/>
          <p:cNvSpPr txBox="1"/>
          <p:nvPr/>
        </p:nvSpPr>
        <p:spPr>
          <a:xfrm>
            <a:off x="11432855" y="839898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Generation</a:t>
            </a:r>
            <a:endParaRPr i="0" sz="800" u="none" cap="none" strike="noStrike">
              <a:latin typeface="Salesforce Sans"/>
              <a:ea typeface="Salesforce Sans"/>
              <a:cs typeface="Salesforce Sans"/>
              <a:sym typeface="Salesforce Sans"/>
            </a:endParaRPr>
          </a:p>
        </p:txBody>
      </p:sp>
      <p:sp>
        <p:nvSpPr>
          <p:cNvPr id="3027" name="Google Shape;3027;p86"/>
          <p:cNvSpPr txBox="1"/>
          <p:nvPr/>
        </p:nvSpPr>
        <p:spPr>
          <a:xfrm>
            <a:off x="11432855" y="8096368"/>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Policy Compliance</a:t>
            </a:r>
            <a:endParaRPr i="0" sz="800" u="none" cap="none" strike="noStrike">
              <a:latin typeface="Salesforce Sans"/>
              <a:ea typeface="Salesforce Sans"/>
              <a:cs typeface="Salesforce Sans"/>
              <a:sym typeface="Salesforce Sans"/>
            </a:endParaRPr>
          </a:p>
        </p:txBody>
      </p:sp>
      <p:sp>
        <p:nvSpPr>
          <p:cNvPr id="3028" name="Google Shape;3028;p86"/>
          <p:cNvSpPr txBox="1"/>
          <p:nvPr/>
        </p:nvSpPr>
        <p:spPr>
          <a:xfrm>
            <a:off x="11432855" y="85368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Review</a:t>
            </a:r>
            <a:endParaRPr i="0" sz="800" u="none" cap="none" strike="noStrike">
              <a:latin typeface="Salesforce Sans"/>
              <a:ea typeface="Salesforce Sans"/>
              <a:cs typeface="Salesforce Sans"/>
              <a:sym typeface="Salesforce Sans"/>
            </a:endParaRPr>
          </a:p>
        </p:txBody>
      </p:sp>
      <p:sp>
        <p:nvSpPr>
          <p:cNvPr id="3029" name="Google Shape;3029;p86"/>
          <p:cNvSpPr txBox="1"/>
          <p:nvPr/>
        </p:nvSpPr>
        <p:spPr>
          <a:xfrm>
            <a:off x="11432855" y="886425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Generator</a:t>
            </a:r>
            <a:endParaRPr i="0" sz="800" u="none" cap="none" strike="noStrike">
              <a:latin typeface="Salesforce Sans"/>
              <a:ea typeface="Salesforce Sans"/>
              <a:cs typeface="Salesforce Sans"/>
              <a:sym typeface="Salesforce Sans"/>
            </a:endParaRPr>
          </a:p>
        </p:txBody>
      </p:sp>
      <p:sp>
        <p:nvSpPr>
          <p:cNvPr id="3030" name="Google Shape;3030;p86"/>
          <p:cNvSpPr txBox="1"/>
          <p:nvPr/>
        </p:nvSpPr>
        <p:spPr>
          <a:xfrm>
            <a:off x="11432855" y="91469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Defect Triage</a:t>
            </a:r>
            <a:endParaRPr i="0" sz="800" u="none" cap="none" strike="noStrike">
              <a:latin typeface="Salesforce Sans"/>
              <a:ea typeface="Salesforce Sans"/>
              <a:cs typeface="Salesforce Sans"/>
              <a:sym typeface="Salesforce Sans"/>
            </a:endParaRPr>
          </a:p>
        </p:txBody>
      </p:sp>
      <p:sp>
        <p:nvSpPr>
          <p:cNvPr id="3031" name="Google Shape;3031;p86"/>
          <p:cNvSpPr txBox="1"/>
          <p:nvPr/>
        </p:nvSpPr>
        <p:spPr>
          <a:xfrm>
            <a:off x="11432855" y="94637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3032" name="Google Shape;3032;p86"/>
          <p:cNvSpPr txBox="1"/>
          <p:nvPr/>
        </p:nvSpPr>
        <p:spPr>
          <a:xfrm>
            <a:off x="11432855" y="959806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Forensics</a:t>
            </a:r>
            <a:endParaRPr i="0" sz="800" u="none" cap="none" strike="noStrike">
              <a:latin typeface="Salesforce Sans"/>
              <a:ea typeface="Salesforce Sans"/>
              <a:cs typeface="Salesforce Sans"/>
              <a:sym typeface="Salesforce Sans"/>
            </a:endParaRPr>
          </a:p>
        </p:txBody>
      </p:sp>
      <p:sp>
        <p:nvSpPr>
          <p:cNvPr id="3033" name="Google Shape;3033;p86"/>
          <p:cNvSpPr txBox="1"/>
          <p:nvPr/>
        </p:nvSpPr>
        <p:spPr>
          <a:xfrm>
            <a:off x="11432855" y="867469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Software Performance</a:t>
            </a:r>
            <a:endParaRPr i="0" sz="800" u="none" cap="none" strike="noStrike">
              <a:latin typeface="Salesforce Sans"/>
              <a:ea typeface="Salesforce Sans"/>
              <a:cs typeface="Salesforce Sans"/>
              <a:sym typeface="Salesforce Sans"/>
            </a:endParaRPr>
          </a:p>
        </p:txBody>
      </p:sp>
      <p:sp>
        <p:nvSpPr>
          <p:cNvPr id="3034" name="Google Shape;3034;p86"/>
          <p:cNvSpPr txBox="1"/>
          <p:nvPr/>
        </p:nvSpPr>
        <p:spPr>
          <a:xfrm>
            <a:off x="11432855" y="90056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CI/CD Validation</a:t>
            </a:r>
            <a:endParaRPr i="0" sz="800" u="none" cap="none" strike="noStrike">
              <a:latin typeface="Salesforce Sans"/>
              <a:ea typeface="Salesforce Sans"/>
              <a:cs typeface="Salesforce Sans"/>
              <a:sym typeface="Salesforce Sans"/>
            </a:endParaRPr>
          </a:p>
        </p:txBody>
      </p:sp>
      <p:sp>
        <p:nvSpPr>
          <p:cNvPr id="3035" name="Google Shape;3035;p86"/>
          <p:cNvSpPr txBox="1"/>
          <p:nvPr/>
        </p:nvSpPr>
        <p:spPr>
          <a:xfrm>
            <a:off x="11432855" y="93224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a:t>
            </a:r>
            <a:endParaRPr i="0" sz="800" u="none" cap="none" strike="noStrike">
              <a:latin typeface="Salesforce Sans"/>
              <a:ea typeface="Salesforce Sans"/>
              <a:cs typeface="Salesforce Sans"/>
              <a:sym typeface="Salesforce Sans"/>
            </a:endParaRPr>
          </a:p>
        </p:txBody>
      </p:sp>
      <p:sp>
        <p:nvSpPr>
          <p:cNvPr id="3036" name="Google Shape;3036;p86"/>
          <p:cNvSpPr/>
          <p:nvPr/>
        </p:nvSpPr>
        <p:spPr>
          <a:xfrm>
            <a:off x="11297160" y="55213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7" name="Google Shape;3037;p86"/>
          <p:cNvSpPr/>
          <p:nvPr/>
        </p:nvSpPr>
        <p:spPr>
          <a:xfrm>
            <a:off x="11297160" y="596664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8" name="Google Shape;3038;p86"/>
          <p:cNvSpPr/>
          <p:nvPr/>
        </p:nvSpPr>
        <p:spPr>
          <a:xfrm>
            <a:off x="11297160" y="56697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9" name="Google Shape;3039;p86"/>
          <p:cNvSpPr/>
          <p:nvPr/>
        </p:nvSpPr>
        <p:spPr>
          <a:xfrm>
            <a:off x="11297160" y="58182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40" name="Google Shape;3040;p86"/>
          <p:cNvSpPr/>
          <p:nvPr/>
        </p:nvSpPr>
        <p:spPr>
          <a:xfrm>
            <a:off x="11297160" y="186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1" name="Google Shape;3041;p86"/>
          <p:cNvSpPr/>
          <p:nvPr/>
        </p:nvSpPr>
        <p:spPr>
          <a:xfrm>
            <a:off x="11297160" y="2008173"/>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2" name="Google Shape;3042;p86"/>
          <p:cNvSpPr/>
          <p:nvPr/>
        </p:nvSpPr>
        <p:spPr>
          <a:xfrm>
            <a:off x="11297160" y="21565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3" name="Google Shape;3043;p86"/>
          <p:cNvSpPr/>
          <p:nvPr/>
        </p:nvSpPr>
        <p:spPr>
          <a:xfrm>
            <a:off x="11297160" y="23051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4" name="Google Shape;3044;p86"/>
          <p:cNvSpPr/>
          <p:nvPr/>
        </p:nvSpPr>
        <p:spPr>
          <a:xfrm>
            <a:off x="11297160" y="24531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5" name="Google Shape;3045;p86"/>
          <p:cNvSpPr/>
          <p:nvPr/>
        </p:nvSpPr>
        <p:spPr>
          <a:xfrm>
            <a:off x="11297160" y="260155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6" name="Google Shape;3046;p86"/>
          <p:cNvSpPr/>
          <p:nvPr/>
        </p:nvSpPr>
        <p:spPr>
          <a:xfrm>
            <a:off x="11297160" y="27703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7" name="Google Shape;3047;p86"/>
          <p:cNvSpPr/>
          <p:nvPr/>
        </p:nvSpPr>
        <p:spPr>
          <a:xfrm>
            <a:off x="11297160" y="29183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8" name="Google Shape;3048;p86"/>
          <p:cNvSpPr/>
          <p:nvPr/>
        </p:nvSpPr>
        <p:spPr>
          <a:xfrm>
            <a:off x="11297160" y="3066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9" name="Google Shape;3049;p86"/>
          <p:cNvSpPr/>
          <p:nvPr/>
        </p:nvSpPr>
        <p:spPr>
          <a:xfrm>
            <a:off x="11297160" y="3215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0" name="Google Shape;3050;p86"/>
          <p:cNvSpPr/>
          <p:nvPr/>
        </p:nvSpPr>
        <p:spPr>
          <a:xfrm>
            <a:off x="11297160" y="3363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1" name="Google Shape;3051;p86"/>
          <p:cNvSpPr/>
          <p:nvPr/>
        </p:nvSpPr>
        <p:spPr>
          <a:xfrm>
            <a:off x="11297160" y="35322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2" name="Google Shape;3052;p86"/>
          <p:cNvSpPr/>
          <p:nvPr/>
        </p:nvSpPr>
        <p:spPr>
          <a:xfrm>
            <a:off x="11297160" y="3680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3" name="Google Shape;3053;p86"/>
          <p:cNvSpPr/>
          <p:nvPr/>
        </p:nvSpPr>
        <p:spPr>
          <a:xfrm>
            <a:off x="11297160" y="38286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4" name="Google Shape;3054;p86"/>
          <p:cNvSpPr/>
          <p:nvPr/>
        </p:nvSpPr>
        <p:spPr>
          <a:xfrm>
            <a:off x="11297160" y="39772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5" name="Google Shape;3055;p86"/>
          <p:cNvSpPr/>
          <p:nvPr/>
        </p:nvSpPr>
        <p:spPr>
          <a:xfrm>
            <a:off x="11297160" y="41458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6" name="Google Shape;3056;p86"/>
          <p:cNvSpPr/>
          <p:nvPr/>
        </p:nvSpPr>
        <p:spPr>
          <a:xfrm>
            <a:off x="11297160" y="42938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7" name="Google Shape;3057;p86"/>
          <p:cNvSpPr/>
          <p:nvPr/>
        </p:nvSpPr>
        <p:spPr>
          <a:xfrm>
            <a:off x="11297160" y="4442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8" name="Google Shape;3058;p86"/>
          <p:cNvSpPr/>
          <p:nvPr/>
        </p:nvSpPr>
        <p:spPr>
          <a:xfrm>
            <a:off x="11297160" y="45908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9" name="Google Shape;3059;p86"/>
          <p:cNvSpPr/>
          <p:nvPr/>
        </p:nvSpPr>
        <p:spPr>
          <a:xfrm>
            <a:off x="11297160" y="4759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0" name="Google Shape;3060;p86"/>
          <p:cNvSpPr/>
          <p:nvPr/>
        </p:nvSpPr>
        <p:spPr>
          <a:xfrm>
            <a:off x="11297160" y="4907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1" name="Google Shape;3061;p86"/>
          <p:cNvSpPr/>
          <p:nvPr/>
        </p:nvSpPr>
        <p:spPr>
          <a:xfrm>
            <a:off x="11297160" y="50559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2" name="Google Shape;3062;p86"/>
          <p:cNvSpPr/>
          <p:nvPr/>
        </p:nvSpPr>
        <p:spPr>
          <a:xfrm>
            <a:off x="11297160" y="52047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3" name="Google Shape;3063;p86"/>
          <p:cNvSpPr/>
          <p:nvPr/>
        </p:nvSpPr>
        <p:spPr>
          <a:xfrm>
            <a:off x="11297160" y="5352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4" name="Google Shape;3064;p86"/>
          <p:cNvSpPr/>
          <p:nvPr/>
        </p:nvSpPr>
        <p:spPr>
          <a:xfrm>
            <a:off x="11297160" y="61349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5" name="Google Shape;3065;p86"/>
          <p:cNvSpPr/>
          <p:nvPr/>
        </p:nvSpPr>
        <p:spPr>
          <a:xfrm>
            <a:off x="11297160" y="658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6" name="Google Shape;3066;p86"/>
          <p:cNvSpPr/>
          <p:nvPr/>
        </p:nvSpPr>
        <p:spPr>
          <a:xfrm>
            <a:off x="11297160" y="628336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7" name="Google Shape;3067;p86"/>
          <p:cNvSpPr/>
          <p:nvPr/>
        </p:nvSpPr>
        <p:spPr>
          <a:xfrm>
            <a:off x="11297160" y="643178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8" name="Google Shape;3068;p86"/>
          <p:cNvSpPr/>
          <p:nvPr/>
        </p:nvSpPr>
        <p:spPr>
          <a:xfrm>
            <a:off x="11297160" y="70453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9" name="Google Shape;3069;p86"/>
          <p:cNvSpPr/>
          <p:nvPr/>
        </p:nvSpPr>
        <p:spPr>
          <a:xfrm>
            <a:off x="11297160" y="674854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0" name="Google Shape;3070;p86"/>
          <p:cNvSpPr/>
          <p:nvPr/>
        </p:nvSpPr>
        <p:spPr>
          <a:xfrm>
            <a:off x="11297160" y="68969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1" name="Google Shape;3071;p86"/>
          <p:cNvSpPr/>
          <p:nvPr/>
        </p:nvSpPr>
        <p:spPr>
          <a:xfrm>
            <a:off x="11297160" y="75105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2" name="Google Shape;3072;p86"/>
          <p:cNvSpPr/>
          <p:nvPr/>
        </p:nvSpPr>
        <p:spPr>
          <a:xfrm>
            <a:off x="11297160" y="721368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3" name="Google Shape;3073;p86"/>
          <p:cNvSpPr/>
          <p:nvPr/>
        </p:nvSpPr>
        <p:spPr>
          <a:xfrm>
            <a:off x="11297160" y="736211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4" name="Google Shape;3074;p86"/>
          <p:cNvSpPr/>
          <p:nvPr/>
        </p:nvSpPr>
        <p:spPr>
          <a:xfrm>
            <a:off x="11297160" y="76788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5" name="Google Shape;3075;p86"/>
          <p:cNvSpPr/>
          <p:nvPr/>
        </p:nvSpPr>
        <p:spPr>
          <a:xfrm>
            <a:off x="11297160" y="795810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76" name="Google Shape;3076;p86"/>
          <p:cNvSpPr/>
          <p:nvPr/>
        </p:nvSpPr>
        <p:spPr>
          <a:xfrm>
            <a:off x="11297160" y="780086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77" name="Google Shape;3077;p86"/>
          <p:cNvSpPr/>
          <p:nvPr/>
        </p:nvSpPr>
        <p:spPr>
          <a:xfrm>
            <a:off x="11297160" y="824926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8" name="Google Shape;3078;p86"/>
          <p:cNvSpPr/>
          <p:nvPr/>
        </p:nvSpPr>
        <p:spPr>
          <a:xfrm>
            <a:off x="11297160" y="8114954"/>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9" name="Google Shape;3079;p86"/>
          <p:cNvSpPr/>
          <p:nvPr/>
        </p:nvSpPr>
        <p:spPr>
          <a:xfrm>
            <a:off x="11297160" y="84175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0" name="Google Shape;3080;p86"/>
          <p:cNvSpPr/>
          <p:nvPr/>
        </p:nvSpPr>
        <p:spPr>
          <a:xfrm>
            <a:off x="11297160" y="871444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1" name="Google Shape;3081;p86"/>
          <p:cNvSpPr/>
          <p:nvPr/>
        </p:nvSpPr>
        <p:spPr>
          <a:xfrm>
            <a:off x="11297160" y="856601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2" name="Google Shape;3082;p86"/>
          <p:cNvSpPr/>
          <p:nvPr/>
        </p:nvSpPr>
        <p:spPr>
          <a:xfrm>
            <a:off x="11297160" y="888283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3" name="Google Shape;3083;p86"/>
          <p:cNvSpPr/>
          <p:nvPr/>
        </p:nvSpPr>
        <p:spPr>
          <a:xfrm>
            <a:off x="11297160" y="917967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4" name="Google Shape;3084;p86"/>
          <p:cNvSpPr/>
          <p:nvPr/>
        </p:nvSpPr>
        <p:spPr>
          <a:xfrm>
            <a:off x="11297160" y="90312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5" name="Google Shape;3085;p86"/>
          <p:cNvSpPr/>
          <p:nvPr/>
        </p:nvSpPr>
        <p:spPr>
          <a:xfrm>
            <a:off x="11297160" y="93480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6" name="Google Shape;3086;p86"/>
          <p:cNvSpPr/>
          <p:nvPr/>
        </p:nvSpPr>
        <p:spPr>
          <a:xfrm>
            <a:off x="11297160"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7" name="Google Shape;3087;p86"/>
          <p:cNvSpPr/>
          <p:nvPr/>
        </p:nvSpPr>
        <p:spPr>
          <a:xfrm>
            <a:off x="11297160" y="949646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8" name="Google Shape;3088;p86"/>
          <p:cNvSpPr txBox="1"/>
          <p:nvPr/>
        </p:nvSpPr>
        <p:spPr>
          <a:xfrm>
            <a:off x="11432855" y="183685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3089" name="Google Shape;3089;p86"/>
          <p:cNvSpPr/>
          <p:nvPr/>
        </p:nvSpPr>
        <p:spPr>
          <a:xfrm>
            <a:off x="11297160" y="1855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0" name="Google Shape;3090;p86"/>
          <p:cNvSpPr/>
          <p:nvPr/>
        </p:nvSpPr>
        <p:spPr>
          <a:xfrm>
            <a:off x="11297160" y="27793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1" name="Google Shape;3091;p86"/>
          <p:cNvSpPr/>
          <p:nvPr/>
        </p:nvSpPr>
        <p:spPr>
          <a:xfrm>
            <a:off x="11297160" y="335458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92" name="Google Shape;3092;p86"/>
          <p:cNvSpPr/>
          <p:nvPr/>
        </p:nvSpPr>
        <p:spPr>
          <a:xfrm>
            <a:off x="11297160" y="47685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3" name="Google Shape;3093;p86"/>
          <p:cNvSpPr/>
          <p:nvPr/>
        </p:nvSpPr>
        <p:spPr>
          <a:xfrm>
            <a:off x="11297160" y="62734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4" name="Google Shape;3094;p86"/>
          <p:cNvSpPr/>
          <p:nvPr/>
        </p:nvSpPr>
        <p:spPr>
          <a:xfrm>
            <a:off x="11297160" y="825833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5" name="Google Shape;3095;p86"/>
          <p:cNvSpPr/>
          <p:nvPr/>
        </p:nvSpPr>
        <p:spPr>
          <a:xfrm>
            <a:off x="11297160" y="84268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6" name="Google Shape;3096;p86"/>
          <p:cNvSpPr/>
          <p:nvPr/>
        </p:nvSpPr>
        <p:spPr>
          <a:xfrm>
            <a:off x="11297160" y="85696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7" name="Google Shape;3097;p86"/>
          <p:cNvSpPr txBox="1"/>
          <p:nvPr/>
        </p:nvSpPr>
        <p:spPr>
          <a:xfrm>
            <a:off x="897520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098" name="Google Shape;3098;p86"/>
          <p:cNvSpPr txBox="1"/>
          <p:nvPr/>
        </p:nvSpPr>
        <p:spPr>
          <a:xfrm>
            <a:off x="1017496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099" name="Google Shape;3099;p86"/>
          <p:cNvGrpSpPr/>
          <p:nvPr/>
        </p:nvGrpSpPr>
        <p:grpSpPr>
          <a:xfrm>
            <a:off x="8994853" y="1867456"/>
            <a:ext cx="952525" cy="449700"/>
            <a:chOff x="755165" y="1905021"/>
            <a:chExt cx="1322400" cy="449700"/>
          </a:xfrm>
        </p:grpSpPr>
        <p:sp>
          <p:nvSpPr>
            <p:cNvPr id="3100" name="Google Shape;3100;p86"/>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101" name="Google Shape;3101;p86"/>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900">
                <a:solidFill>
                  <a:srgbClr val="FFFFFF"/>
                </a:solidFill>
                <a:latin typeface="Avant Garde Demi SFDC"/>
                <a:ea typeface="Avant Garde Demi SFDC"/>
                <a:cs typeface="Avant Garde Demi SFDC"/>
                <a:sym typeface="Avant Garde Demi SFDC"/>
              </a:endParaRPr>
            </a:p>
          </p:txBody>
        </p:sp>
      </p:grpSp>
      <p:sp>
        <p:nvSpPr>
          <p:cNvPr id="3102" name="Google Shape;3102;p86"/>
          <p:cNvSpPr txBox="1"/>
          <p:nvPr/>
        </p:nvSpPr>
        <p:spPr>
          <a:xfrm>
            <a:off x="1143383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103" name="Google Shape;3103;p86"/>
          <p:cNvSpPr txBox="1"/>
          <p:nvPr/>
        </p:nvSpPr>
        <p:spPr>
          <a:xfrm>
            <a:off x="10174976" y="1843250"/>
            <a:ext cx="1105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Core and Access Network Planning and Design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104" name="Google Shape;3104;p86"/>
          <p:cNvGrpSpPr/>
          <p:nvPr/>
        </p:nvGrpSpPr>
        <p:grpSpPr>
          <a:xfrm>
            <a:off x="8994853" y="7223868"/>
            <a:ext cx="952525" cy="449700"/>
            <a:chOff x="755165" y="1866174"/>
            <a:chExt cx="1322400" cy="449700"/>
          </a:xfrm>
        </p:grpSpPr>
        <p:sp>
          <p:nvSpPr>
            <p:cNvPr id="3105" name="Google Shape;3105;p86"/>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106" name="Google Shape;3106;p86"/>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3107" name="Google Shape;3107;p86"/>
          <p:cNvSpPr/>
          <p:nvPr/>
        </p:nvSpPr>
        <p:spPr>
          <a:xfrm>
            <a:off x="15887397"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08" name="Google Shape;3108;p86"/>
          <p:cNvSpPr txBox="1"/>
          <p:nvPr/>
        </p:nvSpPr>
        <p:spPr>
          <a:xfrm>
            <a:off x="15698457" y="18402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Ingestion</a:t>
            </a:r>
            <a:endParaRPr i="0" sz="800" u="none" cap="none" strike="noStrike">
              <a:latin typeface="Salesforce Sans"/>
              <a:ea typeface="Salesforce Sans"/>
              <a:cs typeface="Salesforce Sans"/>
              <a:sym typeface="Salesforce Sans"/>
            </a:endParaRPr>
          </a:p>
        </p:txBody>
      </p:sp>
      <p:sp>
        <p:nvSpPr>
          <p:cNvPr id="3109" name="Google Shape;3109;p86"/>
          <p:cNvSpPr/>
          <p:nvPr/>
        </p:nvSpPr>
        <p:spPr>
          <a:xfrm>
            <a:off x="14438141" y="2335613"/>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AI / ML </a:t>
            </a:r>
            <a:endParaRPr b="1" i="0" sz="900" u="none" cap="none" strike="noStrike">
              <a:solidFill>
                <a:srgbClr val="066AFE"/>
              </a:solidFill>
              <a:latin typeface="Salesforce Sans"/>
              <a:ea typeface="Salesforce Sans"/>
              <a:cs typeface="Salesforce Sans"/>
              <a:sym typeface="Salesforce Sans"/>
            </a:endParaRPr>
          </a:p>
        </p:txBody>
      </p:sp>
      <p:sp>
        <p:nvSpPr>
          <p:cNvPr id="3110" name="Google Shape;3110;p86"/>
          <p:cNvSpPr/>
          <p:nvPr/>
        </p:nvSpPr>
        <p:spPr>
          <a:xfrm>
            <a:off x="14438141" y="2967173"/>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3111" name="Google Shape;3111;p86"/>
          <p:cNvSpPr/>
          <p:nvPr/>
        </p:nvSpPr>
        <p:spPr>
          <a:xfrm>
            <a:off x="14438141" y="344888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 </a:t>
            </a:r>
            <a:endParaRPr b="1" i="0" sz="900" u="none" cap="none" strike="noStrike">
              <a:solidFill>
                <a:srgbClr val="066AFE"/>
              </a:solidFill>
              <a:latin typeface="Salesforce Sans"/>
              <a:ea typeface="Salesforce Sans"/>
              <a:cs typeface="Salesforce Sans"/>
              <a:sym typeface="Salesforce Sans"/>
            </a:endParaRPr>
          </a:p>
        </p:txBody>
      </p:sp>
      <p:sp>
        <p:nvSpPr>
          <p:cNvPr id="3112" name="Google Shape;3112;p86"/>
          <p:cNvSpPr/>
          <p:nvPr/>
        </p:nvSpPr>
        <p:spPr>
          <a:xfrm>
            <a:off x="14438141" y="408044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Mgmt &amp; Development </a:t>
            </a:r>
            <a:endParaRPr b="1" i="0" sz="900" u="none" cap="none" strike="noStrike">
              <a:solidFill>
                <a:srgbClr val="066AFE"/>
              </a:solidFill>
              <a:latin typeface="Salesforce Sans"/>
              <a:ea typeface="Salesforce Sans"/>
              <a:cs typeface="Salesforce Sans"/>
              <a:sym typeface="Salesforce Sans"/>
            </a:endParaRPr>
          </a:p>
        </p:txBody>
      </p:sp>
      <p:sp>
        <p:nvSpPr>
          <p:cNvPr id="3113" name="Google Shape;3113;p86"/>
          <p:cNvSpPr/>
          <p:nvPr/>
        </p:nvSpPr>
        <p:spPr>
          <a:xfrm>
            <a:off x="14438141" y="5182191"/>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Contractor Management Agent</a:t>
            </a:r>
            <a:endParaRPr b="1" i="0" sz="900" u="none" cap="none" strike="noStrike">
              <a:solidFill>
                <a:srgbClr val="066AFE"/>
              </a:solidFill>
              <a:latin typeface="Salesforce Sans"/>
              <a:ea typeface="Salesforce Sans"/>
              <a:cs typeface="Salesforce Sans"/>
              <a:sym typeface="Salesforce Sans"/>
            </a:endParaRPr>
          </a:p>
        </p:txBody>
      </p:sp>
      <p:sp>
        <p:nvSpPr>
          <p:cNvPr id="3114" name="Google Shape;3114;p86"/>
          <p:cNvSpPr/>
          <p:nvPr/>
        </p:nvSpPr>
        <p:spPr>
          <a:xfrm>
            <a:off x="14438141" y="6160482"/>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Procurement and Financial Operations </a:t>
            </a:r>
            <a:endParaRPr b="1" i="0" sz="900" u="none" cap="none" strike="noStrike">
              <a:solidFill>
                <a:srgbClr val="066AFE"/>
              </a:solidFill>
              <a:latin typeface="Salesforce Sans"/>
              <a:ea typeface="Salesforce Sans"/>
              <a:cs typeface="Salesforce Sans"/>
              <a:sym typeface="Salesforce Sans"/>
            </a:endParaRPr>
          </a:p>
        </p:txBody>
      </p:sp>
      <p:sp>
        <p:nvSpPr>
          <p:cNvPr id="3115" name="Google Shape;3115;p86"/>
          <p:cNvSpPr/>
          <p:nvPr/>
        </p:nvSpPr>
        <p:spPr>
          <a:xfrm>
            <a:off x="14438141" y="6782979"/>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Store Operations </a:t>
            </a:r>
            <a:endParaRPr b="1" i="0" sz="900" u="none" cap="none" strike="noStrike">
              <a:solidFill>
                <a:srgbClr val="066AFE"/>
              </a:solidFill>
              <a:latin typeface="Salesforce Sans"/>
              <a:ea typeface="Salesforce Sans"/>
              <a:cs typeface="Salesforce Sans"/>
              <a:sym typeface="Salesforce Sans"/>
            </a:endParaRPr>
          </a:p>
        </p:txBody>
      </p:sp>
      <p:sp>
        <p:nvSpPr>
          <p:cNvPr id="3116" name="Google Shape;3116;p86"/>
          <p:cNvSpPr/>
          <p:nvPr/>
        </p:nvSpPr>
        <p:spPr>
          <a:xfrm>
            <a:off x="14438141" y="7092455"/>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Treasury </a:t>
            </a:r>
            <a:endParaRPr b="1" i="0" sz="900" u="none" cap="none" strike="noStrike">
              <a:solidFill>
                <a:srgbClr val="066AFE"/>
              </a:solidFill>
              <a:latin typeface="Salesforce Sans"/>
              <a:ea typeface="Salesforce Sans"/>
              <a:cs typeface="Salesforce Sans"/>
              <a:sym typeface="Salesforce Sans"/>
            </a:endParaRPr>
          </a:p>
        </p:txBody>
      </p:sp>
      <p:sp>
        <p:nvSpPr>
          <p:cNvPr id="3117" name="Google Shape;3117;p86"/>
          <p:cNvSpPr/>
          <p:nvPr/>
        </p:nvSpPr>
        <p:spPr>
          <a:xfrm>
            <a:off x="14438141" y="7424296"/>
            <a:ext cx="9261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Tax &amp; Com</a:t>
            </a:r>
            <a:r>
              <a:rPr b="1" lang="en" sz="900">
                <a:solidFill>
                  <a:srgbClr val="066AFE"/>
                </a:solidFill>
                <a:latin typeface="Salesforce Sans"/>
                <a:ea typeface="Salesforce Sans"/>
                <a:cs typeface="Salesforce Sans"/>
                <a:sym typeface="Salesforce Sans"/>
              </a:rPr>
              <a:t>pliance</a:t>
            </a:r>
            <a:r>
              <a:rPr b="1" i="0" lang="en" sz="900" u="none" cap="none" strike="noStrike">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3118" name="Google Shape;3118;p86"/>
          <p:cNvSpPr/>
          <p:nvPr/>
        </p:nvSpPr>
        <p:spPr>
          <a:xfrm>
            <a:off x="14438141" y="5663898"/>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3119" name="Google Shape;3119;p86"/>
          <p:cNvSpPr/>
          <p:nvPr/>
        </p:nvSpPr>
        <p:spPr>
          <a:xfrm>
            <a:off x="14438141" y="8178368"/>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and Dispute </a:t>
            </a:r>
            <a:endParaRPr b="1" i="0" sz="900" u="none" cap="none" strike="noStrike">
              <a:solidFill>
                <a:srgbClr val="066AFE"/>
              </a:solidFill>
              <a:latin typeface="Salesforce Sans"/>
              <a:ea typeface="Salesforce Sans"/>
              <a:cs typeface="Salesforce Sans"/>
              <a:sym typeface="Salesforce Sans"/>
            </a:endParaRPr>
          </a:p>
        </p:txBody>
      </p:sp>
      <p:sp>
        <p:nvSpPr>
          <p:cNvPr id="3120" name="Google Shape;3120;p86"/>
          <p:cNvSpPr/>
          <p:nvPr/>
        </p:nvSpPr>
        <p:spPr>
          <a:xfrm>
            <a:off x="14438141" y="7753653"/>
            <a:ext cx="971400" cy="44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3121" name="Google Shape;3121;p86"/>
          <p:cNvSpPr/>
          <p:nvPr/>
        </p:nvSpPr>
        <p:spPr>
          <a:xfrm>
            <a:off x="14438141" y="4538334"/>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Operations </a:t>
            </a:r>
            <a:endParaRPr b="1" i="0" sz="900" u="none" cap="none" strike="noStrike">
              <a:solidFill>
                <a:srgbClr val="066AFE"/>
              </a:solidFill>
              <a:latin typeface="Salesforce Sans"/>
              <a:ea typeface="Salesforce Sans"/>
              <a:cs typeface="Salesforce Sans"/>
              <a:sym typeface="Salesforce Sans"/>
            </a:endParaRPr>
          </a:p>
        </p:txBody>
      </p:sp>
      <p:sp>
        <p:nvSpPr>
          <p:cNvPr id="3122" name="Google Shape;3122;p86"/>
          <p:cNvSpPr txBox="1"/>
          <p:nvPr/>
        </p:nvSpPr>
        <p:spPr>
          <a:xfrm>
            <a:off x="15698457" y="20037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Quality</a:t>
            </a:r>
            <a:endParaRPr i="0" sz="800" u="none" cap="none" strike="noStrike">
              <a:latin typeface="Salesforce Sans"/>
              <a:ea typeface="Salesforce Sans"/>
              <a:cs typeface="Salesforce Sans"/>
              <a:sym typeface="Salesforce Sans"/>
            </a:endParaRPr>
          </a:p>
        </p:txBody>
      </p:sp>
      <p:sp>
        <p:nvSpPr>
          <p:cNvPr id="3123" name="Google Shape;3123;p86"/>
          <p:cNvSpPr txBox="1"/>
          <p:nvPr/>
        </p:nvSpPr>
        <p:spPr>
          <a:xfrm>
            <a:off x="15698457" y="215360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Security</a:t>
            </a:r>
            <a:endParaRPr i="0" sz="800" u="none" cap="none" strike="noStrike">
              <a:latin typeface="Salesforce Sans"/>
              <a:ea typeface="Salesforce Sans"/>
              <a:cs typeface="Salesforce Sans"/>
              <a:sym typeface="Salesforce Sans"/>
            </a:endParaRPr>
          </a:p>
        </p:txBody>
      </p:sp>
      <p:sp>
        <p:nvSpPr>
          <p:cNvPr id="3124" name="Google Shape;3124;p86"/>
          <p:cNvSpPr txBox="1"/>
          <p:nvPr/>
        </p:nvSpPr>
        <p:spPr>
          <a:xfrm>
            <a:off x="15698457" y="248545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a:t>
            </a:r>
            <a:endParaRPr i="0" sz="800" u="none" cap="none" strike="noStrike">
              <a:latin typeface="Salesforce Sans"/>
              <a:ea typeface="Salesforce Sans"/>
              <a:cs typeface="Salesforce Sans"/>
              <a:sym typeface="Salesforce Sans"/>
            </a:endParaRPr>
          </a:p>
        </p:txBody>
      </p:sp>
      <p:sp>
        <p:nvSpPr>
          <p:cNvPr id="3125" name="Google Shape;3125;p86"/>
          <p:cNvSpPr txBox="1"/>
          <p:nvPr/>
        </p:nvSpPr>
        <p:spPr>
          <a:xfrm>
            <a:off x="15698457" y="263531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Deployment</a:t>
            </a:r>
            <a:endParaRPr i="0" sz="800" u="none" cap="none" strike="noStrike">
              <a:latin typeface="Salesforce Sans"/>
              <a:ea typeface="Salesforce Sans"/>
              <a:cs typeface="Salesforce Sans"/>
              <a:sym typeface="Salesforce Sans"/>
            </a:endParaRPr>
          </a:p>
        </p:txBody>
      </p:sp>
      <p:sp>
        <p:nvSpPr>
          <p:cNvPr id="3126" name="Google Shape;3126;p86"/>
          <p:cNvSpPr txBox="1"/>
          <p:nvPr/>
        </p:nvSpPr>
        <p:spPr>
          <a:xfrm>
            <a:off x="15698457" y="27851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Governance</a:t>
            </a:r>
            <a:endParaRPr i="0" sz="800" u="none" cap="none" strike="noStrike">
              <a:latin typeface="Salesforce Sans"/>
              <a:ea typeface="Salesforce Sans"/>
              <a:cs typeface="Salesforce Sans"/>
              <a:sym typeface="Salesforce Sans"/>
            </a:endParaRPr>
          </a:p>
        </p:txBody>
      </p:sp>
      <p:sp>
        <p:nvSpPr>
          <p:cNvPr id="3127" name="Google Shape;3127;p86"/>
          <p:cNvSpPr txBox="1"/>
          <p:nvPr/>
        </p:nvSpPr>
        <p:spPr>
          <a:xfrm>
            <a:off x="15698457" y="23356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Preparation</a:t>
            </a:r>
            <a:endParaRPr i="0" sz="800" u="none" cap="none" strike="noStrike">
              <a:latin typeface="Salesforce Sans"/>
              <a:ea typeface="Salesforce Sans"/>
              <a:cs typeface="Salesforce Sans"/>
              <a:sym typeface="Salesforce Sans"/>
            </a:endParaRPr>
          </a:p>
        </p:txBody>
      </p:sp>
      <p:sp>
        <p:nvSpPr>
          <p:cNvPr id="3128" name="Google Shape;3128;p86"/>
          <p:cNvSpPr txBox="1"/>
          <p:nvPr/>
        </p:nvSpPr>
        <p:spPr>
          <a:xfrm>
            <a:off x="15698457" y="296729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And Skills Assessment</a:t>
            </a:r>
            <a:endParaRPr i="0" sz="800" u="none" cap="none" strike="noStrike">
              <a:latin typeface="Salesforce Sans"/>
              <a:ea typeface="Salesforce Sans"/>
              <a:cs typeface="Salesforce Sans"/>
              <a:sym typeface="Salesforce Sans"/>
            </a:endParaRPr>
          </a:p>
        </p:txBody>
      </p:sp>
      <p:sp>
        <p:nvSpPr>
          <p:cNvPr id="3129" name="Google Shape;3129;p86"/>
          <p:cNvSpPr txBox="1"/>
          <p:nvPr/>
        </p:nvSpPr>
        <p:spPr>
          <a:xfrm>
            <a:off x="15698457" y="408043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3130" name="Google Shape;3130;p86"/>
          <p:cNvSpPr txBox="1"/>
          <p:nvPr/>
        </p:nvSpPr>
        <p:spPr>
          <a:xfrm>
            <a:off x="15698457" y="500032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&amp; Labour Relations Monitoring</a:t>
            </a:r>
            <a:endParaRPr i="0" sz="800" u="none" cap="none" strike="noStrike">
              <a:latin typeface="Salesforce Sans"/>
              <a:ea typeface="Salesforce Sans"/>
              <a:cs typeface="Salesforce Sans"/>
              <a:sym typeface="Salesforce Sans"/>
            </a:endParaRPr>
          </a:p>
        </p:txBody>
      </p:sp>
      <p:sp>
        <p:nvSpPr>
          <p:cNvPr id="3131" name="Google Shape;3131;p86"/>
          <p:cNvSpPr txBox="1"/>
          <p:nvPr/>
        </p:nvSpPr>
        <p:spPr>
          <a:xfrm>
            <a:off x="15698457" y="518218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Onboarding</a:t>
            </a:r>
            <a:endParaRPr i="0" sz="800" u="none" cap="none" strike="noStrike">
              <a:latin typeface="Salesforce Sans"/>
              <a:ea typeface="Salesforce Sans"/>
              <a:cs typeface="Salesforce Sans"/>
              <a:sym typeface="Salesforce Sans"/>
            </a:endParaRPr>
          </a:p>
        </p:txBody>
      </p:sp>
      <p:sp>
        <p:nvSpPr>
          <p:cNvPr id="3132" name="Google Shape;3132;p86"/>
          <p:cNvSpPr txBox="1"/>
          <p:nvPr/>
        </p:nvSpPr>
        <p:spPr>
          <a:xfrm>
            <a:off x="15698457" y="677187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3133" name="Google Shape;3133;p86"/>
          <p:cNvSpPr txBox="1"/>
          <p:nvPr/>
        </p:nvSpPr>
        <p:spPr>
          <a:xfrm>
            <a:off x="15698457" y="70924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Cash &amp; Liquidity Management</a:t>
            </a:r>
            <a:endParaRPr i="0" sz="800" u="none" cap="none" strike="noStrike">
              <a:latin typeface="Salesforce Sans"/>
              <a:ea typeface="Salesforce Sans"/>
              <a:cs typeface="Salesforce Sans"/>
              <a:sym typeface="Salesforce Sans"/>
            </a:endParaRPr>
          </a:p>
        </p:txBody>
      </p:sp>
      <p:sp>
        <p:nvSpPr>
          <p:cNvPr id="3134" name="Google Shape;3134;p86"/>
          <p:cNvSpPr txBox="1"/>
          <p:nvPr/>
        </p:nvSpPr>
        <p:spPr>
          <a:xfrm>
            <a:off x="15698457" y="68989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Facilities Maintenance</a:t>
            </a:r>
            <a:endParaRPr i="0" sz="800" u="none" cap="none" strike="noStrike">
              <a:latin typeface="Salesforce Sans"/>
              <a:ea typeface="Salesforce Sans"/>
              <a:cs typeface="Salesforce Sans"/>
              <a:sym typeface="Salesforce Sans"/>
            </a:endParaRPr>
          </a:p>
        </p:txBody>
      </p:sp>
      <p:sp>
        <p:nvSpPr>
          <p:cNvPr id="3135" name="Google Shape;3135;p86"/>
          <p:cNvSpPr txBox="1"/>
          <p:nvPr/>
        </p:nvSpPr>
        <p:spPr>
          <a:xfrm>
            <a:off x="15698457" y="7242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Management</a:t>
            </a:r>
            <a:endParaRPr i="0" sz="800" u="none" cap="none" strike="noStrike">
              <a:latin typeface="Salesforce Sans"/>
              <a:ea typeface="Salesforce Sans"/>
              <a:cs typeface="Salesforce Sans"/>
              <a:sym typeface="Salesforce Sans"/>
            </a:endParaRPr>
          </a:p>
        </p:txBody>
      </p:sp>
      <p:sp>
        <p:nvSpPr>
          <p:cNvPr id="3136" name="Google Shape;3136;p86"/>
          <p:cNvSpPr txBox="1"/>
          <p:nvPr/>
        </p:nvSpPr>
        <p:spPr>
          <a:xfrm>
            <a:off x="15698457" y="7424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Tax Filing</a:t>
            </a:r>
            <a:endParaRPr i="0" sz="800" u="none" cap="none" strike="noStrike">
              <a:latin typeface="Salesforce Sans"/>
              <a:ea typeface="Salesforce Sans"/>
              <a:cs typeface="Salesforce Sans"/>
              <a:sym typeface="Salesforce Sans"/>
            </a:endParaRPr>
          </a:p>
        </p:txBody>
      </p:sp>
      <p:sp>
        <p:nvSpPr>
          <p:cNvPr id="3137" name="Google Shape;3137;p86"/>
          <p:cNvSpPr txBox="1"/>
          <p:nvPr/>
        </p:nvSpPr>
        <p:spPr>
          <a:xfrm>
            <a:off x="15698457" y="790368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3138" name="Google Shape;3138;p86"/>
          <p:cNvSpPr txBox="1"/>
          <p:nvPr/>
        </p:nvSpPr>
        <p:spPr>
          <a:xfrm>
            <a:off x="15698457" y="61535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Transaction Monitoring</a:t>
            </a:r>
            <a:endParaRPr i="0" sz="800" u="none" cap="none" strike="noStrike">
              <a:latin typeface="Salesforce Sans"/>
              <a:ea typeface="Salesforce Sans"/>
              <a:cs typeface="Salesforce Sans"/>
              <a:sym typeface="Salesforce Sans"/>
            </a:endParaRPr>
          </a:p>
        </p:txBody>
      </p:sp>
      <p:sp>
        <p:nvSpPr>
          <p:cNvPr id="3139" name="Google Shape;3139;p86"/>
          <p:cNvSpPr txBox="1"/>
          <p:nvPr/>
        </p:nvSpPr>
        <p:spPr>
          <a:xfrm>
            <a:off x="15698457" y="389823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3140" name="Google Shape;3140;p86"/>
          <p:cNvSpPr/>
          <p:nvPr/>
        </p:nvSpPr>
        <p:spPr>
          <a:xfrm>
            <a:off x="15557918" y="391391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1" name="Google Shape;3141;p86"/>
          <p:cNvSpPr txBox="1"/>
          <p:nvPr/>
        </p:nvSpPr>
        <p:spPr>
          <a:xfrm>
            <a:off x="15698457" y="359854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3142" name="Google Shape;3142;p86"/>
          <p:cNvSpPr/>
          <p:nvPr/>
        </p:nvSpPr>
        <p:spPr>
          <a:xfrm>
            <a:off x="15557918" y="3614223"/>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3" name="Google Shape;3143;p86"/>
          <p:cNvSpPr txBox="1"/>
          <p:nvPr/>
        </p:nvSpPr>
        <p:spPr>
          <a:xfrm>
            <a:off x="15698457" y="37483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3144" name="Google Shape;3144;p86"/>
          <p:cNvSpPr/>
          <p:nvPr/>
        </p:nvSpPr>
        <p:spPr>
          <a:xfrm>
            <a:off x="15557918" y="376406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5" name="Google Shape;3145;p86"/>
          <p:cNvSpPr txBox="1"/>
          <p:nvPr/>
        </p:nvSpPr>
        <p:spPr>
          <a:xfrm>
            <a:off x="15698457" y="344871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3146" name="Google Shape;3146;p86"/>
          <p:cNvSpPr/>
          <p:nvPr/>
        </p:nvSpPr>
        <p:spPr>
          <a:xfrm>
            <a:off x="15557918" y="34643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7" name="Google Shape;3147;p86"/>
          <p:cNvSpPr txBox="1"/>
          <p:nvPr/>
        </p:nvSpPr>
        <p:spPr>
          <a:xfrm>
            <a:off x="15698457" y="454662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 &amp; Benefit Creation &amp; Delivery</a:t>
            </a:r>
            <a:endParaRPr i="0" sz="800" u="none" cap="none" strike="noStrike">
              <a:latin typeface="Salesforce Sans"/>
              <a:ea typeface="Salesforce Sans"/>
              <a:cs typeface="Salesforce Sans"/>
              <a:sym typeface="Salesforce Sans"/>
            </a:endParaRPr>
          </a:p>
        </p:txBody>
      </p:sp>
      <p:sp>
        <p:nvSpPr>
          <p:cNvPr id="3148" name="Google Shape;3148;p86"/>
          <p:cNvSpPr/>
          <p:nvPr/>
        </p:nvSpPr>
        <p:spPr>
          <a:xfrm>
            <a:off x="15557918" y="4561931"/>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9" name="Google Shape;3149;p86"/>
          <p:cNvSpPr txBox="1"/>
          <p:nvPr/>
        </p:nvSpPr>
        <p:spPr>
          <a:xfrm>
            <a:off x="15698457" y="470024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Employee Experience &amp; Health Monitoring</a:t>
            </a:r>
            <a:endParaRPr i="0" sz="800" u="none" cap="none" strike="noStrike">
              <a:latin typeface="Salesforce Sans"/>
              <a:ea typeface="Salesforce Sans"/>
              <a:cs typeface="Salesforce Sans"/>
              <a:sym typeface="Salesforce Sans"/>
            </a:endParaRPr>
          </a:p>
        </p:txBody>
      </p:sp>
      <p:sp>
        <p:nvSpPr>
          <p:cNvPr id="3150" name="Google Shape;3150;p86"/>
          <p:cNvSpPr/>
          <p:nvPr/>
        </p:nvSpPr>
        <p:spPr>
          <a:xfrm>
            <a:off x="15557918" y="4715923"/>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1" name="Google Shape;3151;p86"/>
          <p:cNvSpPr txBox="1"/>
          <p:nvPr/>
        </p:nvSpPr>
        <p:spPr>
          <a:xfrm>
            <a:off x="15698457" y="58135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Financial Forecasting &amp; Scenario Modeling</a:t>
            </a:r>
            <a:endParaRPr i="0" sz="800" u="none" cap="none" strike="noStrike">
              <a:latin typeface="Salesforce Sans"/>
              <a:ea typeface="Salesforce Sans"/>
              <a:cs typeface="Salesforce Sans"/>
              <a:sym typeface="Salesforce Sans"/>
            </a:endParaRPr>
          </a:p>
        </p:txBody>
      </p:sp>
      <p:sp>
        <p:nvSpPr>
          <p:cNvPr id="3152" name="Google Shape;3152;p86"/>
          <p:cNvSpPr/>
          <p:nvPr/>
        </p:nvSpPr>
        <p:spPr>
          <a:xfrm>
            <a:off x="15557918" y="582913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3" name="Google Shape;3153;p86"/>
          <p:cNvSpPr txBox="1"/>
          <p:nvPr/>
        </p:nvSpPr>
        <p:spPr>
          <a:xfrm>
            <a:off x="15698457" y="596329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&amp; </a:t>
            </a:r>
            <a:r>
              <a:rPr lang="en" sz="800">
                <a:latin typeface="Salesforce Sans"/>
                <a:ea typeface="Salesforce Sans"/>
                <a:cs typeface="Salesforce Sans"/>
                <a:sym typeface="Salesforce Sans"/>
              </a:rPr>
              <a:t>KPI</a:t>
            </a:r>
            <a:r>
              <a:rPr i="0" lang="en" sz="800" u="none" cap="none" strike="noStrike">
                <a:latin typeface="Salesforce Sans"/>
                <a:ea typeface="Salesforce Sans"/>
                <a:cs typeface="Salesforce Sans"/>
                <a:sym typeface="Salesforce Sans"/>
              </a:rPr>
              <a:t> Monitoring</a:t>
            </a:r>
            <a:endParaRPr i="0" sz="800" u="none" cap="none" strike="noStrike">
              <a:latin typeface="Salesforce Sans"/>
              <a:ea typeface="Salesforce Sans"/>
              <a:cs typeface="Salesforce Sans"/>
              <a:sym typeface="Salesforce Sans"/>
            </a:endParaRPr>
          </a:p>
        </p:txBody>
      </p:sp>
      <p:sp>
        <p:nvSpPr>
          <p:cNvPr id="3154" name="Google Shape;3154;p86"/>
          <p:cNvSpPr/>
          <p:nvPr/>
        </p:nvSpPr>
        <p:spPr>
          <a:xfrm>
            <a:off x="15557918" y="598869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5" name="Google Shape;3155;p86"/>
          <p:cNvSpPr txBox="1"/>
          <p:nvPr/>
        </p:nvSpPr>
        <p:spPr>
          <a:xfrm>
            <a:off x="15698457" y="566361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Long-Term &amp; Annual Budgeting</a:t>
            </a:r>
            <a:endParaRPr i="0" sz="800" u="none" cap="none" strike="noStrike">
              <a:latin typeface="Salesforce Sans"/>
              <a:ea typeface="Salesforce Sans"/>
              <a:cs typeface="Salesforce Sans"/>
              <a:sym typeface="Salesforce Sans"/>
            </a:endParaRPr>
          </a:p>
        </p:txBody>
      </p:sp>
      <p:sp>
        <p:nvSpPr>
          <p:cNvPr id="3156" name="Google Shape;3156;p86"/>
          <p:cNvSpPr/>
          <p:nvPr/>
        </p:nvSpPr>
        <p:spPr>
          <a:xfrm>
            <a:off x="15557918" y="56792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7" name="Google Shape;3157;p86"/>
          <p:cNvSpPr txBox="1"/>
          <p:nvPr/>
        </p:nvSpPr>
        <p:spPr>
          <a:xfrm>
            <a:off x="15698457" y="629803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3158" name="Google Shape;3158;p86"/>
          <p:cNvSpPr/>
          <p:nvPr/>
        </p:nvSpPr>
        <p:spPr>
          <a:xfrm>
            <a:off x="15557918" y="631757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9" name="Google Shape;3159;p86"/>
          <p:cNvSpPr txBox="1"/>
          <p:nvPr/>
        </p:nvSpPr>
        <p:spPr>
          <a:xfrm>
            <a:off x="15698457" y="644256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3160" name="Google Shape;3160;p86"/>
          <p:cNvSpPr/>
          <p:nvPr/>
        </p:nvSpPr>
        <p:spPr>
          <a:xfrm>
            <a:off x="15557918" y="6464230"/>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1" name="Google Shape;3161;p86"/>
          <p:cNvSpPr txBox="1"/>
          <p:nvPr/>
        </p:nvSpPr>
        <p:spPr>
          <a:xfrm>
            <a:off x="15698457" y="756250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Reporting</a:t>
            </a:r>
            <a:endParaRPr i="0" sz="800" u="none" cap="none" strike="noStrike">
              <a:latin typeface="Salesforce Sans"/>
              <a:ea typeface="Salesforce Sans"/>
              <a:cs typeface="Salesforce Sans"/>
              <a:sym typeface="Salesforce Sans"/>
            </a:endParaRPr>
          </a:p>
        </p:txBody>
      </p:sp>
      <p:sp>
        <p:nvSpPr>
          <p:cNvPr id="3162" name="Google Shape;3162;p86"/>
          <p:cNvSpPr/>
          <p:nvPr/>
        </p:nvSpPr>
        <p:spPr>
          <a:xfrm>
            <a:off x="15557918" y="7589461"/>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3" name="Google Shape;3163;p86"/>
          <p:cNvSpPr txBox="1"/>
          <p:nvPr/>
        </p:nvSpPr>
        <p:spPr>
          <a:xfrm>
            <a:off x="15698457" y="775580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3164" name="Google Shape;3164;p86"/>
          <p:cNvSpPr/>
          <p:nvPr/>
        </p:nvSpPr>
        <p:spPr>
          <a:xfrm>
            <a:off x="15557918" y="7776675"/>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5" name="Google Shape;3165;p86"/>
          <p:cNvSpPr txBox="1"/>
          <p:nvPr/>
        </p:nvSpPr>
        <p:spPr>
          <a:xfrm>
            <a:off x="15698457" y="817795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Document Analysis</a:t>
            </a:r>
            <a:endParaRPr i="0" sz="800" u="none" cap="none" strike="noStrike">
              <a:latin typeface="Salesforce Sans"/>
              <a:ea typeface="Salesforce Sans"/>
              <a:cs typeface="Salesforce Sans"/>
              <a:sym typeface="Salesforce Sans"/>
            </a:endParaRPr>
          </a:p>
        </p:txBody>
      </p:sp>
      <p:sp>
        <p:nvSpPr>
          <p:cNvPr id="3166" name="Google Shape;3166;p86"/>
          <p:cNvSpPr/>
          <p:nvPr/>
        </p:nvSpPr>
        <p:spPr>
          <a:xfrm>
            <a:off x="15557918" y="819363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7" name="Google Shape;3167;p86"/>
          <p:cNvSpPr txBox="1"/>
          <p:nvPr/>
        </p:nvSpPr>
        <p:spPr>
          <a:xfrm>
            <a:off x="15698457" y="311686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3168" name="Google Shape;3168;p86"/>
          <p:cNvSpPr/>
          <p:nvPr/>
        </p:nvSpPr>
        <p:spPr>
          <a:xfrm>
            <a:off x="15557918" y="3132537"/>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9" name="Google Shape;3169;p86"/>
          <p:cNvSpPr/>
          <p:nvPr/>
        </p:nvSpPr>
        <p:spPr>
          <a:xfrm>
            <a:off x="15557918" y="314207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0" name="Google Shape;3170;p86"/>
          <p:cNvSpPr txBox="1"/>
          <p:nvPr/>
        </p:nvSpPr>
        <p:spPr>
          <a:xfrm>
            <a:off x="15698457" y="32667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3171" name="Google Shape;3171;p86"/>
          <p:cNvSpPr/>
          <p:nvPr/>
        </p:nvSpPr>
        <p:spPr>
          <a:xfrm>
            <a:off x="15557918" y="3282385"/>
            <a:ext cx="91800" cy="86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2" name="Google Shape;3172;p86"/>
          <p:cNvSpPr/>
          <p:nvPr/>
        </p:nvSpPr>
        <p:spPr>
          <a:xfrm>
            <a:off x="15557918" y="328329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3" name="Google Shape;3173;p86"/>
          <p:cNvSpPr txBox="1"/>
          <p:nvPr/>
        </p:nvSpPr>
        <p:spPr>
          <a:xfrm>
            <a:off x="15698457" y="423007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3174" name="Google Shape;3174;p86"/>
          <p:cNvSpPr/>
          <p:nvPr/>
        </p:nvSpPr>
        <p:spPr>
          <a:xfrm>
            <a:off x="15557918" y="42457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5" name="Google Shape;3175;p86"/>
          <p:cNvSpPr/>
          <p:nvPr/>
        </p:nvSpPr>
        <p:spPr>
          <a:xfrm>
            <a:off x="15557918" y="424714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6" name="Google Shape;3176;p86"/>
          <p:cNvSpPr txBox="1"/>
          <p:nvPr/>
        </p:nvSpPr>
        <p:spPr>
          <a:xfrm>
            <a:off x="15698457" y="437992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3177" name="Google Shape;3177;p86"/>
          <p:cNvSpPr/>
          <p:nvPr/>
        </p:nvSpPr>
        <p:spPr>
          <a:xfrm>
            <a:off x="15557918" y="43956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8" name="Google Shape;3178;p86"/>
          <p:cNvSpPr/>
          <p:nvPr/>
        </p:nvSpPr>
        <p:spPr>
          <a:xfrm>
            <a:off x="15557918" y="4388451"/>
            <a:ext cx="91200" cy="83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9" name="Google Shape;3179;p86"/>
          <p:cNvSpPr txBox="1"/>
          <p:nvPr/>
        </p:nvSpPr>
        <p:spPr>
          <a:xfrm>
            <a:off x="15698457" y="48657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Payroll &amp; Vacation Monitoring</a:t>
            </a:r>
            <a:endParaRPr i="0" sz="800" u="none" cap="none" strike="noStrike">
              <a:latin typeface="Salesforce Sans"/>
              <a:ea typeface="Salesforce Sans"/>
              <a:cs typeface="Salesforce Sans"/>
              <a:sym typeface="Salesforce Sans"/>
            </a:endParaRPr>
          </a:p>
        </p:txBody>
      </p:sp>
      <p:sp>
        <p:nvSpPr>
          <p:cNvPr id="3180" name="Google Shape;3180;p86"/>
          <p:cNvSpPr/>
          <p:nvPr/>
        </p:nvSpPr>
        <p:spPr>
          <a:xfrm>
            <a:off x="15557918" y="4881445"/>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1" name="Google Shape;3181;p86"/>
          <p:cNvSpPr/>
          <p:nvPr/>
        </p:nvSpPr>
        <p:spPr>
          <a:xfrm>
            <a:off x="15557918" y="488144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2" name="Google Shape;3182;p86"/>
          <p:cNvSpPr txBox="1"/>
          <p:nvPr/>
        </p:nvSpPr>
        <p:spPr>
          <a:xfrm>
            <a:off x="15698457" y="53317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3183" name="Google Shape;3183;p86"/>
          <p:cNvSpPr/>
          <p:nvPr/>
        </p:nvSpPr>
        <p:spPr>
          <a:xfrm>
            <a:off x="15557918" y="53474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4" name="Google Shape;3184;p86"/>
          <p:cNvSpPr/>
          <p:nvPr/>
        </p:nvSpPr>
        <p:spPr>
          <a:xfrm>
            <a:off x="15557918" y="5347445"/>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5" name="Google Shape;3185;p86"/>
          <p:cNvSpPr txBox="1"/>
          <p:nvPr/>
        </p:nvSpPr>
        <p:spPr>
          <a:xfrm>
            <a:off x="15698457" y="54816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Tracking</a:t>
            </a:r>
            <a:endParaRPr i="0" sz="800" u="none" cap="none" strike="noStrike">
              <a:latin typeface="Salesforce Sans"/>
              <a:ea typeface="Salesforce Sans"/>
              <a:cs typeface="Salesforce Sans"/>
              <a:sym typeface="Salesforce Sans"/>
            </a:endParaRPr>
          </a:p>
        </p:txBody>
      </p:sp>
      <p:sp>
        <p:nvSpPr>
          <p:cNvPr id="3186" name="Google Shape;3186;p86"/>
          <p:cNvSpPr/>
          <p:nvPr/>
        </p:nvSpPr>
        <p:spPr>
          <a:xfrm>
            <a:off x="15557918" y="54973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7" name="Google Shape;3187;p86"/>
          <p:cNvSpPr/>
          <p:nvPr/>
        </p:nvSpPr>
        <p:spPr>
          <a:xfrm>
            <a:off x="15557918" y="5490825"/>
            <a:ext cx="91200" cy="834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88" name="Google Shape;3188;p86"/>
          <p:cNvSpPr txBox="1"/>
          <p:nvPr/>
        </p:nvSpPr>
        <p:spPr>
          <a:xfrm>
            <a:off x="15698457" y="65870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189" name="Google Shape;3189;p86"/>
          <p:cNvSpPr/>
          <p:nvPr/>
        </p:nvSpPr>
        <p:spPr>
          <a:xfrm>
            <a:off x="15557918" y="6678968"/>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90" name="Google Shape;3190;p86"/>
          <p:cNvSpPr/>
          <p:nvPr/>
        </p:nvSpPr>
        <p:spPr>
          <a:xfrm>
            <a:off x="15557918" y="6617473"/>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91" name="Google Shape;3191;p86"/>
          <p:cNvSpPr/>
          <p:nvPr/>
        </p:nvSpPr>
        <p:spPr>
          <a:xfrm>
            <a:off x="14438150" y="8485747"/>
            <a:ext cx="1164900" cy="615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 </a:t>
            </a:r>
            <a:r>
              <a:rPr b="1" lang="en" sz="900">
                <a:solidFill>
                  <a:srgbClr val="066AFE"/>
                </a:solidFill>
                <a:latin typeface="Salesforce Sans"/>
                <a:ea typeface="Salesforce Sans"/>
                <a:cs typeface="Salesforce Sans"/>
                <a:sym typeface="Salesforce Sans"/>
              </a:rPr>
              <a:t>W</a:t>
            </a:r>
            <a:r>
              <a:rPr b="1" i="0" lang="en" sz="900" u="none" cap="none" strike="noStrike">
                <a:solidFill>
                  <a:srgbClr val="066AFE"/>
                </a:solidFill>
                <a:latin typeface="Salesforce Sans"/>
                <a:ea typeface="Salesforce Sans"/>
                <a:cs typeface="Salesforce Sans"/>
                <a:sym typeface="Salesforce Sans"/>
              </a:rPr>
              <a:t>holesaler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br>
              <a:rPr b="1" i="0" lang="en" sz="900" u="none" cap="none" strike="noStrike">
                <a:solidFill>
                  <a:srgbClr val="066AFE"/>
                </a:solidFill>
                <a:latin typeface="Salesforce Sans"/>
                <a:ea typeface="Salesforce Sans"/>
                <a:cs typeface="Salesforce Sans"/>
                <a:sym typeface="Salesforce Sans"/>
              </a:rPr>
            </a:br>
            <a:endParaRPr b="1" i="0" sz="900" u="none" cap="none" strike="noStrike">
              <a:solidFill>
                <a:srgbClr val="066AFE"/>
              </a:solidFill>
              <a:latin typeface="Salesforce Sans"/>
              <a:ea typeface="Salesforce Sans"/>
              <a:cs typeface="Salesforce Sans"/>
              <a:sym typeface="Salesforce Sans"/>
            </a:endParaRPr>
          </a:p>
        </p:txBody>
      </p:sp>
      <p:sp>
        <p:nvSpPr>
          <p:cNvPr id="3192" name="Google Shape;3192;p86"/>
          <p:cNvSpPr txBox="1"/>
          <p:nvPr/>
        </p:nvSpPr>
        <p:spPr>
          <a:xfrm>
            <a:off x="15698457" y="892865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193" name="Google Shape;3193;p86"/>
          <p:cNvSpPr txBox="1"/>
          <p:nvPr/>
        </p:nvSpPr>
        <p:spPr>
          <a:xfrm>
            <a:off x="15698457" y="84754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Onboarding</a:t>
            </a:r>
            <a:endParaRPr i="0" sz="2800" u="none" cap="none" strike="noStrike">
              <a:latin typeface="Salesforce Sans"/>
              <a:ea typeface="Salesforce Sans"/>
              <a:cs typeface="Salesforce Sans"/>
              <a:sym typeface="Salesforce Sans"/>
            </a:endParaRPr>
          </a:p>
        </p:txBody>
      </p:sp>
      <p:sp>
        <p:nvSpPr>
          <p:cNvPr id="3194" name="Google Shape;3194;p86"/>
          <p:cNvSpPr txBox="1"/>
          <p:nvPr/>
        </p:nvSpPr>
        <p:spPr>
          <a:xfrm>
            <a:off x="15698457" y="862649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Support</a:t>
            </a:r>
            <a:endParaRPr i="0" sz="2800" u="none" cap="none" strike="noStrike">
              <a:latin typeface="Salesforce Sans"/>
              <a:ea typeface="Salesforce Sans"/>
              <a:cs typeface="Salesforce Sans"/>
              <a:sym typeface="Salesforce Sans"/>
            </a:endParaRPr>
          </a:p>
        </p:txBody>
      </p:sp>
      <p:sp>
        <p:nvSpPr>
          <p:cNvPr id="3195" name="Google Shape;3195;p86"/>
          <p:cNvSpPr txBox="1"/>
          <p:nvPr/>
        </p:nvSpPr>
        <p:spPr>
          <a:xfrm>
            <a:off x="15698457" y="87775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3196" name="Google Shape;3196;p86"/>
          <p:cNvSpPr/>
          <p:nvPr/>
        </p:nvSpPr>
        <p:spPr>
          <a:xfrm>
            <a:off x="14438141" y="9122238"/>
            <a:ext cx="1022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endParaRPr b="1" i="0" sz="900" u="none" cap="none" strike="noStrike">
              <a:solidFill>
                <a:srgbClr val="066AFE"/>
              </a:solidFill>
              <a:latin typeface="Salesforce Sans"/>
              <a:ea typeface="Salesforce Sans"/>
              <a:cs typeface="Salesforce Sans"/>
              <a:sym typeface="Salesforce Sans"/>
            </a:endParaRPr>
          </a:p>
        </p:txBody>
      </p:sp>
      <p:sp>
        <p:nvSpPr>
          <p:cNvPr id="3197" name="Google Shape;3197;p86"/>
          <p:cNvSpPr txBox="1"/>
          <p:nvPr/>
        </p:nvSpPr>
        <p:spPr>
          <a:xfrm>
            <a:off x="15698457" y="91228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nablement</a:t>
            </a:r>
            <a:endParaRPr i="0" sz="2800" u="none" cap="none" strike="noStrike">
              <a:latin typeface="Salesforce Sans"/>
              <a:ea typeface="Salesforce Sans"/>
              <a:cs typeface="Salesforce Sans"/>
              <a:sym typeface="Salesforce Sans"/>
            </a:endParaRPr>
          </a:p>
        </p:txBody>
      </p:sp>
      <p:sp>
        <p:nvSpPr>
          <p:cNvPr id="3198" name="Google Shape;3198;p86"/>
          <p:cNvSpPr txBox="1"/>
          <p:nvPr/>
        </p:nvSpPr>
        <p:spPr>
          <a:xfrm>
            <a:off x="15698457" y="945248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M</a:t>
            </a:r>
            <a:r>
              <a:rPr i="0" lang="en" sz="800" u="none" cap="none" strike="noStrike">
                <a:latin typeface="Salesforce Sans"/>
                <a:ea typeface="Salesforce Sans"/>
                <a:cs typeface="Salesforce Sans"/>
                <a:sym typeface="Salesforce Sans"/>
              </a:rPr>
              <a:t>anagement</a:t>
            </a:r>
            <a:endParaRPr i="0" sz="2800" u="none" cap="none" strike="noStrike">
              <a:latin typeface="Salesforce Sans"/>
              <a:ea typeface="Salesforce Sans"/>
              <a:cs typeface="Salesforce Sans"/>
              <a:sym typeface="Salesforce Sans"/>
            </a:endParaRPr>
          </a:p>
        </p:txBody>
      </p:sp>
      <p:sp>
        <p:nvSpPr>
          <p:cNvPr id="3199" name="Google Shape;3199;p86"/>
          <p:cNvSpPr txBox="1"/>
          <p:nvPr/>
        </p:nvSpPr>
        <p:spPr>
          <a:xfrm>
            <a:off x="15698457" y="92831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Onboarding</a:t>
            </a:r>
            <a:endParaRPr i="0" sz="2800" u="none" cap="none" strike="noStrike">
              <a:latin typeface="Salesforce Sans"/>
              <a:ea typeface="Salesforce Sans"/>
              <a:cs typeface="Salesforce Sans"/>
              <a:sym typeface="Salesforce Sans"/>
            </a:endParaRPr>
          </a:p>
        </p:txBody>
      </p:sp>
      <p:sp>
        <p:nvSpPr>
          <p:cNvPr id="3200" name="Google Shape;3200;p86"/>
          <p:cNvSpPr/>
          <p:nvPr/>
        </p:nvSpPr>
        <p:spPr>
          <a:xfrm>
            <a:off x="15557918" y="859124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01" name="Google Shape;3201;p86"/>
          <p:cNvSpPr txBox="1"/>
          <p:nvPr/>
        </p:nvSpPr>
        <p:spPr>
          <a:xfrm>
            <a:off x="13238352"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202" name="Google Shape;3202;p86"/>
          <p:cNvSpPr txBox="1"/>
          <p:nvPr/>
        </p:nvSpPr>
        <p:spPr>
          <a:xfrm>
            <a:off x="14438120"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203" name="Google Shape;3203;p86"/>
          <p:cNvGrpSpPr/>
          <p:nvPr/>
        </p:nvGrpSpPr>
        <p:grpSpPr>
          <a:xfrm>
            <a:off x="13258005" y="1867456"/>
            <a:ext cx="952525" cy="449700"/>
            <a:chOff x="755165" y="1905021"/>
            <a:chExt cx="1322400" cy="449700"/>
          </a:xfrm>
        </p:grpSpPr>
        <p:sp>
          <p:nvSpPr>
            <p:cNvPr id="3204" name="Google Shape;3204;p86"/>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05" name="Google Shape;3205;p86"/>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3206" name="Google Shape;3206;p86"/>
          <p:cNvSpPr txBox="1"/>
          <p:nvPr/>
        </p:nvSpPr>
        <p:spPr>
          <a:xfrm>
            <a:off x="15696982"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207" name="Google Shape;3207;p86"/>
          <p:cNvSpPr txBox="1"/>
          <p:nvPr/>
        </p:nvSpPr>
        <p:spPr>
          <a:xfrm>
            <a:off x="14438140" y="1843250"/>
            <a:ext cx="11052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Data Engineering Processing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208" name="Google Shape;3208;p86"/>
          <p:cNvGrpSpPr/>
          <p:nvPr/>
        </p:nvGrpSpPr>
        <p:grpSpPr>
          <a:xfrm>
            <a:off x="13258005" y="3001220"/>
            <a:ext cx="952525" cy="449700"/>
            <a:chOff x="755165" y="1856649"/>
            <a:chExt cx="1322400" cy="449700"/>
          </a:xfrm>
        </p:grpSpPr>
        <p:sp>
          <p:nvSpPr>
            <p:cNvPr id="3209" name="Google Shape;3209;p86"/>
            <p:cNvSpPr/>
            <p:nvPr/>
          </p:nvSpPr>
          <p:spPr>
            <a:xfrm>
              <a:off x="755165" y="185664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10" name="Google Shape;3210;p86"/>
            <p:cNvSpPr txBox="1"/>
            <p:nvPr/>
          </p:nvSpPr>
          <p:spPr>
            <a:xfrm>
              <a:off x="888815" y="2019099"/>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anufacturing" showMasterSp="0">
  <p:cSld name="TITLE_AND_BODY_5_1_1_1_1_1_2">
    <p:spTree>
      <p:nvGrpSpPr>
        <p:cNvPr id="3211" name="Shape 3211"/>
        <p:cNvGrpSpPr/>
        <p:nvPr/>
      </p:nvGrpSpPr>
      <p:grpSpPr>
        <a:xfrm>
          <a:off x="0" y="0"/>
          <a:ext cx="0" cy="0"/>
          <a:chOff x="0" y="0"/>
          <a:chExt cx="0" cy="0"/>
        </a:xfrm>
      </p:grpSpPr>
      <p:sp>
        <p:nvSpPr>
          <p:cNvPr id="3212" name="Google Shape;3212;p87"/>
          <p:cNvSpPr txBox="1"/>
          <p:nvPr/>
        </p:nvSpPr>
        <p:spPr>
          <a:xfrm>
            <a:off x="270000" y="228600"/>
            <a:ext cx="17748000" cy="512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3700">
                <a:solidFill>
                  <a:schemeClr val="dk1"/>
                </a:solidFill>
                <a:latin typeface="Avant Garde Demi SFDC"/>
                <a:ea typeface="Avant Garde Demi SFDC"/>
                <a:cs typeface="Avant Garde Demi SFDC"/>
                <a:sym typeface="Avant Garde Demi SFDC"/>
              </a:rPr>
              <a:t>Manufacture, sell, service, and collect faster with 120+ agentic workflows…</a:t>
            </a:r>
            <a:endParaRPr sz="3100">
              <a:solidFill>
                <a:schemeClr val="dk1"/>
              </a:solidFill>
              <a:latin typeface="Avant Garde Demi SFDC"/>
              <a:ea typeface="Avant Garde Demi SFDC"/>
              <a:cs typeface="Avant Garde Demi SFDC"/>
              <a:sym typeface="Avant Garde Demi SFDC"/>
            </a:endParaRPr>
          </a:p>
        </p:txBody>
      </p:sp>
      <p:grpSp>
        <p:nvGrpSpPr>
          <p:cNvPr id="3213" name="Google Shape;3213;p87"/>
          <p:cNvGrpSpPr/>
          <p:nvPr/>
        </p:nvGrpSpPr>
        <p:grpSpPr>
          <a:xfrm>
            <a:off x="5987400" y="703350"/>
            <a:ext cx="6313200" cy="307800"/>
            <a:chOff x="22663550" y="1349273"/>
            <a:chExt cx="6313200" cy="307800"/>
          </a:xfrm>
        </p:grpSpPr>
        <p:grpSp>
          <p:nvGrpSpPr>
            <p:cNvPr id="3214" name="Google Shape;3214;p87"/>
            <p:cNvGrpSpPr/>
            <p:nvPr/>
          </p:nvGrpSpPr>
          <p:grpSpPr>
            <a:xfrm>
              <a:off x="22663550" y="1349273"/>
              <a:ext cx="6313200" cy="307800"/>
              <a:chOff x="11238000" y="958400"/>
              <a:chExt cx="6313200" cy="307800"/>
            </a:xfrm>
          </p:grpSpPr>
          <p:sp>
            <p:nvSpPr>
              <p:cNvPr id="3215" name="Google Shape;3215;p87"/>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3216" name="Google Shape;3216;p87"/>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17" name="Google Shape;3217;p87"/>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18" name="Google Shape;3218;p87"/>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19" name="Google Shape;3219;p87"/>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20" name="Google Shape;3220;p87"/>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3221" name="Google Shape;3221;p87"/>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3222" name="Google Shape;3222;p87"/>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3223" name="Google Shape;3223;p87"/>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3224" name="Google Shape;3224;p87"/>
          <p:cNvGrpSpPr/>
          <p:nvPr/>
        </p:nvGrpSpPr>
        <p:grpSpPr>
          <a:xfrm>
            <a:off x="1451611" y="1113234"/>
            <a:ext cx="5688463" cy="8985603"/>
            <a:chOff x="800611" y="1189434"/>
            <a:chExt cx="5688463" cy="8985603"/>
          </a:xfrm>
        </p:grpSpPr>
        <p:sp>
          <p:nvSpPr>
            <p:cNvPr id="3225" name="Google Shape;3225;p87"/>
            <p:cNvSpPr txBox="1"/>
            <p:nvPr/>
          </p:nvSpPr>
          <p:spPr>
            <a:xfrm>
              <a:off x="2000372" y="8385118"/>
              <a:ext cx="868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Asset Service Estimation</a:t>
              </a:r>
              <a:endParaRPr b="1" i="0" sz="800" u="none" cap="none" strike="noStrike">
                <a:solidFill>
                  <a:srgbClr val="086AFE"/>
                </a:solidFill>
                <a:latin typeface="Salesforce Sans"/>
                <a:ea typeface="Salesforce Sans"/>
                <a:cs typeface="Salesforce Sans"/>
                <a:sym typeface="Salesforce Sans"/>
              </a:endParaRPr>
            </a:p>
          </p:txBody>
        </p:sp>
        <p:sp>
          <p:nvSpPr>
            <p:cNvPr id="3226" name="Google Shape;3226;p87"/>
            <p:cNvSpPr txBox="1"/>
            <p:nvPr/>
          </p:nvSpPr>
          <p:spPr>
            <a:xfrm>
              <a:off x="2000372" y="2792202"/>
              <a:ext cx="8766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Testing &amp; Validation </a:t>
              </a:r>
              <a:endParaRPr b="1" i="0" sz="800" u="none" cap="none" strike="noStrike">
                <a:solidFill>
                  <a:srgbClr val="086AFE"/>
                </a:solidFill>
                <a:latin typeface="Salesforce Sans"/>
                <a:ea typeface="Salesforce Sans"/>
                <a:cs typeface="Salesforce Sans"/>
                <a:sym typeface="Salesforce Sans"/>
              </a:endParaRPr>
            </a:p>
          </p:txBody>
        </p:sp>
        <p:sp>
          <p:nvSpPr>
            <p:cNvPr id="3227" name="Google Shape;3227;p87"/>
            <p:cNvSpPr txBox="1"/>
            <p:nvPr/>
          </p:nvSpPr>
          <p:spPr>
            <a:xfrm>
              <a:off x="2000372" y="2031501"/>
              <a:ext cx="8766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Design </a:t>
              </a:r>
              <a:endParaRPr b="1" i="0" sz="800" u="none" cap="none" strike="noStrike">
                <a:solidFill>
                  <a:srgbClr val="086AFE"/>
                </a:solidFill>
                <a:latin typeface="Salesforce Sans"/>
                <a:ea typeface="Salesforce Sans"/>
                <a:cs typeface="Salesforce Sans"/>
                <a:sym typeface="Salesforce Sans"/>
              </a:endParaRPr>
            </a:p>
          </p:txBody>
        </p:sp>
        <p:sp>
          <p:nvSpPr>
            <p:cNvPr id="3228" name="Google Shape;3228;p87"/>
            <p:cNvSpPr txBox="1"/>
            <p:nvPr/>
          </p:nvSpPr>
          <p:spPr>
            <a:xfrm>
              <a:off x="2000372" y="9749038"/>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Asset Service Work Order Management</a:t>
              </a:r>
              <a:endParaRPr b="1" i="0" sz="800" u="none" cap="none" strike="noStrike">
                <a:solidFill>
                  <a:srgbClr val="086AFE"/>
                </a:solidFill>
                <a:latin typeface="Salesforce Sans"/>
                <a:ea typeface="Salesforce Sans"/>
                <a:cs typeface="Salesforce Sans"/>
                <a:sym typeface="Salesforce Sans"/>
              </a:endParaRPr>
            </a:p>
          </p:txBody>
        </p:sp>
        <p:sp>
          <p:nvSpPr>
            <p:cNvPr id="3229" name="Google Shape;3229;p87"/>
            <p:cNvSpPr txBox="1"/>
            <p:nvPr/>
          </p:nvSpPr>
          <p:spPr>
            <a:xfrm>
              <a:off x="2000372" y="4634265"/>
              <a:ext cx="841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Hyper-personalized Marketing  Outreach </a:t>
              </a:r>
              <a:endParaRPr b="1" i="0" sz="800" u="none" cap="none" strike="noStrike">
                <a:solidFill>
                  <a:srgbClr val="086AFE"/>
                </a:solidFill>
                <a:latin typeface="Salesforce Sans"/>
                <a:ea typeface="Salesforce Sans"/>
                <a:cs typeface="Salesforce Sans"/>
                <a:sym typeface="Salesforce Sans"/>
              </a:endParaRPr>
            </a:p>
          </p:txBody>
        </p:sp>
        <p:sp>
          <p:nvSpPr>
            <p:cNvPr id="3230" name="Google Shape;3230;p87"/>
            <p:cNvSpPr txBox="1"/>
            <p:nvPr/>
          </p:nvSpPr>
          <p:spPr>
            <a:xfrm>
              <a:off x="2000372" y="6055539"/>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Product Upsell and Cross-Sell</a:t>
              </a:r>
              <a:endParaRPr b="1" i="0" sz="800" u="none" cap="none" strike="noStrike">
                <a:solidFill>
                  <a:srgbClr val="086AFE"/>
                </a:solidFill>
                <a:latin typeface="Salesforce Sans"/>
                <a:ea typeface="Salesforce Sans"/>
                <a:cs typeface="Salesforce Sans"/>
                <a:sym typeface="Salesforce Sans"/>
              </a:endParaRPr>
            </a:p>
          </p:txBody>
        </p:sp>
        <p:sp>
          <p:nvSpPr>
            <p:cNvPr id="3231" name="Google Shape;3231;p87"/>
            <p:cNvSpPr txBox="1"/>
            <p:nvPr/>
          </p:nvSpPr>
          <p:spPr>
            <a:xfrm>
              <a:off x="2000372" y="744882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Rebate</a:t>
              </a:r>
              <a:r>
                <a:rPr b="1" lang="en" sz="800">
                  <a:solidFill>
                    <a:srgbClr val="086AFE"/>
                  </a:solidFill>
                  <a:latin typeface="Salesforce Sans"/>
                  <a:ea typeface="Salesforce Sans"/>
                  <a:cs typeface="Salesforce Sans"/>
                  <a:sym typeface="Salesforce Sans"/>
                </a:rPr>
                <a:t> Management</a:t>
              </a:r>
              <a:endParaRPr b="1" i="0" sz="800" u="none" cap="none" strike="noStrike">
                <a:solidFill>
                  <a:srgbClr val="086AFE"/>
                </a:solidFill>
                <a:latin typeface="Salesforce Sans"/>
                <a:ea typeface="Salesforce Sans"/>
                <a:cs typeface="Salesforce Sans"/>
                <a:sym typeface="Salesforce Sans"/>
              </a:endParaRPr>
            </a:p>
          </p:txBody>
        </p:sp>
        <p:sp>
          <p:nvSpPr>
            <p:cNvPr id="3232" name="Google Shape;3232;p87"/>
            <p:cNvSpPr txBox="1"/>
            <p:nvPr/>
          </p:nvSpPr>
          <p:spPr>
            <a:xfrm>
              <a:off x="2000372" y="400477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Lead Generation &amp; Management </a:t>
              </a:r>
              <a:endParaRPr b="1" i="0" sz="800" u="none" cap="none" strike="noStrike">
                <a:solidFill>
                  <a:srgbClr val="086AFE"/>
                </a:solidFill>
                <a:latin typeface="Salesforce Sans"/>
                <a:ea typeface="Salesforce Sans"/>
                <a:cs typeface="Salesforce Sans"/>
                <a:sym typeface="Salesforce Sans"/>
              </a:endParaRPr>
            </a:p>
          </p:txBody>
        </p:sp>
        <p:sp>
          <p:nvSpPr>
            <p:cNvPr id="3233" name="Google Shape;3233;p87"/>
            <p:cNvSpPr txBox="1"/>
            <p:nvPr/>
          </p:nvSpPr>
          <p:spPr>
            <a:xfrm>
              <a:off x="2000372" y="5274390"/>
              <a:ext cx="841800" cy="41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Sales Agreement Configuration &amp; Mgmt. </a:t>
              </a:r>
              <a:endParaRPr b="1" i="0" sz="800" u="none" cap="none" strike="noStrike">
                <a:solidFill>
                  <a:srgbClr val="086AFE"/>
                </a:solidFill>
                <a:latin typeface="Salesforce Sans"/>
                <a:ea typeface="Salesforce Sans"/>
                <a:cs typeface="Salesforce Sans"/>
                <a:sym typeface="Salesforce Sans"/>
              </a:endParaRPr>
            </a:p>
          </p:txBody>
        </p:sp>
        <p:sp>
          <p:nvSpPr>
            <p:cNvPr id="3234" name="Google Shape;3234;p87"/>
            <p:cNvSpPr txBox="1"/>
            <p:nvPr/>
          </p:nvSpPr>
          <p:spPr>
            <a:xfrm>
              <a:off x="2000372" y="6823579"/>
              <a:ext cx="8418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Channel</a:t>
              </a:r>
              <a:r>
                <a:rPr b="1" i="0" lang="en" sz="800" u="none" cap="none" strike="noStrike">
                  <a:solidFill>
                    <a:srgbClr val="086AFE"/>
                  </a:solidFill>
                  <a:latin typeface="Salesforce Sans"/>
                  <a:ea typeface="Salesforce Sans"/>
                  <a:cs typeface="Salesforce Sans"/>
                  <a:sym typeface="Salesforce Sans"/>
                </a:rPr>
                <a:t> /Partner  </a:t>
              </a:r>
              <a:r>
                <a:rPr b="1" lang="en" sz="800">
                  <a:solidFill>
                    <a:srgbClr val="086AFE"/>
                  </a:solidFill>
                  <a:latin typeface="Salesforce Sans"/>
                  <a:ea typeface="Salesforce Sans"/>
                  <a:cs typeface="Salesforce Sans"/>
                  <a:sym typeface="Salesforce Sans"/>
                </a:rPr>
                <a:t>Management</a:t>
              </a:r>
              <a:endParaRPr b="1" i="0" sz="800" u="none" cap="none" strike="noStrike">
                <a:solidFill>
                  <a:srgbClr val="086AFE"/>
                </a:solidFill>
                <a:latin typeface="Salesforce Sans"/>
                <a:ea typeface="Salesforce Sans"/>
                <a:cs typeface="Salesforce Sans"/>
                <a:sym typeface="Salesforce Sans"/>
              </a:endParaRPr>
            </a:p>
          </p:txBody>
        </p:sp>
        <p:sp>
          <p:nvSpPr>
            <p:cNvPr id="3235" name="Google Shape;3235;p87"/>
            <p:cNvSpPr txBox="1"/>
            <p:nvPr/>
          </p:nvSpPr>
          <p:spPr>
            <a:xfrm>
              <a:off x="3342383" y="203199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Product Requirements</a:t>
              </a:r>
              <a:endParaRPr i="0" sz="800" u="none" cap="none" strike="noStrike">
                <a:latin typeface="Salesforce Sans"/>
                <a:ea typeface="Salesforce Sans"/>
                <a:cs typeface="Salesforce Sans"/>
                <a:sym typeface="Salesforce Sans"/>
              </a:endParaRPr>
            </a:p>
          </p:txBody>
        </p:sp>
        <p:sp>
          <p:nvSpPr>
            <p:cNvPr id="3236" name="Google Shape;3236;p87"/>
            <p:cNvSpPr txBox="1"/>
            <p:nvPr/>
          </p:nvSpPr>
          <p:spPr>
            <a:xfrm>
              <a:off x="3342383" y="2180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Cad Co-Pilot</a:t>
              </a:r>
              <a:endParaRPr i="0" sz="800" u="none" cap="none" strike="noStrike">
                <a:latin typeface="Salesforce Sans"/>
                <a:ea typeface="Salesforce Sans"/>
                <a:cs typeface="Salesforce Sans"/>
                <a:sym typeface="Salesforce Sans"/>
              </a:endParaRPr>
            </a:p>
          </p:txBody>
        </p:sp>
        <p:sp>
          <p:nvSpPr>
            <p:cNvPr id="3237" name="Google Shape;3237;p87"/>
            <p:cNvSpPr txBox="1"/>
            <p:nvPr/>
          </p:nvSpPr>
          <p:spPr>
            <a:xfrm>
              <a:off x="3342383" y="23292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Manufacturability</a:t>
              </a:r>
              <a:endParaRPr i="0" sz="800" u="none" cap="none" strike="noStrike">
                <a:latin typeface="Salesforce Sans"/>
                <a:ea typeface="Salesforce Sans"/>
                <a:cs typeface="Salesforce Sans"/>
                <a:sym typeface="Salesforce Sans"/>
              </a:endParaRPr>
            </a:p>
          </p:txBody>
        </p:sp>
        <p:sp>
          <p:nvSpPr>
            <p:cNvPr id="3238" name="Google Shape;3238;p87"/>
            <p:cNvSpPr txBox="1"/>
            <p:nvPr/>
          </p:nvSpPr>
          <p:spPr>
            <a:xfrm>
              <a:off x="3342383" y="278767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Simulation Tester</a:t>
              </a:r>
              <a:endParaRPr i="0" sz="800" u="none" cap="none" strike="noStrike">
                <a:latin typeface="Salesforce Sans"/>
                <a:ea typeface="Salesforce Sans"/>
                <a:cs typeface="Salesforce Sans"/>
                <a:sym typeface="Salesforce Sans"/>
              </a:endParaRPr>
            </a:p>
          </p:txBody>
        </p:sp>
        <p:sp>
          <p:nvSpPr>
            <p:cNvPr id="3239" name="Google Shape;3239;p87"/>
            <p:cNvSpPr txBox="1"/>
            <p:nvPr/>
          </p:nvSpPr>
          <p:spPr>
            <a:xfrm>
              <a:off x="3342382" y="29274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Prototype Validator</a:t>
              </a:r>
              <a:endParaRPr i="0" sz="800" u="none" cap="none" strike="noStrike">
                <a:latin typeface="Salesforce Sans"/>
                <a:ea typeface="Salesforce Sans"/>
                <a:cs typeface="Salesforce Sans"/>
                <a:sym typeface="Salesforce Sans"/>
              </a:endParaRPr>
            </a:p>
          </p:txBody>
        </p:sp>
        <p:sp>
          <p:nvSpPr>
            <p:cNvPr id="3240" name="Google Shape;3240;p87"/>
            <p:cNvSpPr txBox="1"/>
            <p:nvPr/>
          </p:nvSpPr>
          <p:spPr>
            <a:xfrm>
              <a:off x="3342383" y="1387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Innovation Scout</a:t>
              </a:r>
              <a:endParaRPr sz="800">
                <a:latin typeface="Salesforce Sans"/>
                <a:ea typeface="Salesforce Sans"/>
                <a:cs typeface="Salesforce Sans"/>
                <a:sym typeface="Salesforce Sans"/>
              </a:endParaRPr>
            </a:p>
          </p:txBody>
        </p:sp>
        <p:sp>
          <p:nvSpPr>
            <p:cNvPr id="3241" name="Google Shape;3241;p87"/>
            <p:cNvSpPr txBox="1"/>
            <p:nvPr/>
          </p:nvSpPr>
          <p:spPr>
            <a:xfrm>
              <a:off x="3342382" y="1542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Trend Analyzer</a:t>
              </a:r>
              <a:endParaRPr sz="800">
                <a:latin typeface="Salesforce Sans"/>
                <a:ea typeface="Salesforce Sans"/>
                <a:cs typeface="Salesforce Sans"/>
                <a:sym typeface="Salesforce Sans"/>
              </a:endParaRPr>
            </a:p>
          </p:txBody>
        </p:sp>
        <p:sp>
          <p:nvSpPr>
            <p:cNvPr id="3242" name="Google Shape;3242;p87"/>
            <p:cNvSpPr/>
            <p:nvPr/>
          </p:nvSpPr>
          <p:spPr>
            <a:xfrm>
              <a:off x="3206336" y="1560847"/>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43" name="Google Shape;3243;p87"/>
            <p:cNvSpPr txBox="1"/>
            <p:nvPr/>
          </p:nvSpPr>
          <p:spPr>
            <a:xfrm>
              <a:off x="3342383" y="1697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Patent Insights</a:t>
              </a:r>
              <a:endParaRPr sz="800">
                <a:latin typeface="Salesforce Sans"/>
                <a:ea typeface="Salesforce Sans"/>
                <a:cs typeface="Salesforce Sans"/>
                <a:sym typeface="Salesforce Sans"/>
              </a:endParaRPr>
            </a:p>
          </p:txBody>
        </p:sp>
        <p:sp>
          <p:nvSpPr>
            <p:cNvPr id="3244" name="Google Shape;3244;p87"/>
            <p:cNvSpPr txBox="1"/>
            <p:nvPr/>
          </p:nvSpPr>
          <p:spPr>
            <a:xfrm>
              <a:off x="3342382" y="1858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Ideation Prioritizer</a:t>
              </a:r>
              <a:endParaRPr sz="800">
                <a:latin typeface="Salesforce Sans"/>
                <a:ea typeface="Salesforce Sans"/>
                <a:cs typeface="Salesforce Sans"/>
                <a:sym typeface="Salesforce Sans"/>
              </a:endParaRPr>
            </a:p>
          </p:txBody>
        </p:sp>
        <p:sp>
          <p:nvSpPr>
            <p:cNvPr id="3245" name="Google Shape;3245;p87"/>
            <p:cNvSpPr txBox="1"/>
            <p:nvPr/>
          </p:nvSpPr>
          <p:spPr>
            <a:xfrm>
              <a:off x="800611" y="11894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246" name="Google Shape;3246;p87"/>
            <p:cNvSpPr txBox="1"/>
            <p:nvPr/>
          </p:nvSpPr>
          <p:spPr>
            <a:xfrm>
              <a:off x="2000379" y="11894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247" name="Google Shape;3247;p87"/>
            <p:cNvGrpSpPr/>
            <p:nvPr/>
          </p:nvGrpSpPr>
          <p:grpSpPr>
            <a:xfrm>
              <a:off x="820222" y="1412656"/>
              <a:ext cx="952541" cy="449700"/>
              <a:chOff x="5812280" y="1793656"/>
              <a:chExt cx="952541" cy="449700"/>
            </a:xfrm>
          </p:grpSpPr>
          <p:sp>
            <p:nvSpPr>
              <p:cNvPr id="3248" name="Google Shape;3248;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49" name="Google Shape;3249;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Research &amp; Development</a:t>
                </a:r>
                <a:endParaRPr sz="900">
                  <a:solidFill>
                    <a:srgbClr val="FFFFFF"/>
                  </a:solidFill>
                  <a:latin typeface="Avant Garde Demi SFDC"/>
                  <a:ea typeface="Avant Garde Demi SFDC"/>
                  <a:cs typeface="Avant Garde Demi SFDC"/>
                  <a:sym typeface="Avant Garde Demi SFDC"/>
                </a:endParaRPr>
              </a:p>
            </p:txBody>
          </p:sp>
        </p:grpSp>
        <p:sp>
          <p:nvSpPr>
            <p:cNvPr id="3250" name="Google Shape;3250;p87"/>
            <p:cNvSpPr txBox="1"/>
            <p:nvPr/>
          </p:nvSpPr>
          <p:spPr>
            <a:xfrm>
              <a:off x="3344212" y="11894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251" name="Google Shape;3251;p87"/>
            <p:cNvSpPr txBox="1"/>
            <p:nvPr/>
          </p:nvSpPr>
          <p:spPr>
            <a:xfrm>
              <a:off x="2000372" y="1390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 Research &amp; Ideation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3252" name="Google Shape;3252;p87"/>
            <p:cNvSpPr txBox="1"/>
            <p:nvPr/>
          </p:nvSpPr>
          <p:spPr>
            <a:xfrm>
              <a:off x="3342383" y="30780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Test Data Analyzer</a:t>
              </a:r>
              <a:endParaRPr i="0" sz="800" u="none" cap="none" strike="noStrike">
                <a:latin typeface="Salesforce Sans"/>
                <a:ea typeface="Salesforce Sans"/>
                <a:cs typeface="Salesforce Sans"/>
                <a:sym typeface="Salesforce Sans"/>
              </a:endParaRPr>
            </a:p>
          </p:txBody>
        </p:sp>
        <p:sp>
          <p:nvSpPr>
            <p:cNvPr id="3253" name="Google Shape;3253;p87"/>
            <p:cNvSpPr txBox="1"/>
            <p:nvPr/>
          </p:nvSpPr>
          <p:spPr>
            <a:xfrm>
              <a:off x="3342383" y="322621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Risk &amp; Standards Checker</a:t>
              </a:r>
              <a:endParaRPr i="0" sz="800" u="none" cap="none" strike="noStrike">
                <a:latin typeface="Salesforce Sans"/>
                <a:ea typeface="Salesforce Sans"/>
                <a:cs typeface="Salesforce Sans"/>
                <a:sym typeface="Salesforce Sans"/>
              </a:endParaRPr>
            </a:p>
          </p:txBody>
        </p:sp>
        <p:sp>
          <p:nvSpPr>
            <p:cNvPr id="3254" name="Google Shape;3254;p87"/>
            <p:cNvSpPr txBox="1"/>
            <p:nvPr/>
          </p:nvSpPr>
          <p:spPr>
            <a:xfrm>
              <a:off x="3342383" y="40072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3255" name="Google Shape;3255;p87"/>
            <p:cNvSpPr txBox="1"/>
            <p:nvPr/>
          </p:nvSpPr>
          <p:spPr>
            <a:xfrm>
              <a:off x="3342383" y="41584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i="0" sz="800" u="none" cap="none" strike="noStrike">
                <a:latin typeface="Salesforce Sans"/>
                <a:ea typeface="Salesforce Sans"/>
                <a:cs typeface="Salesforce Sans"/>
                <a:sym typeface="Salesforce Sans"/>
              </a:endParaRPr>
            </a:p>
          </p:txBody>
        </p:sp>
        <p:sp>
          <p:nvSpPr>
            <p:cNvPr id="3256" name="Google Shape;3256;p87"/>
            <p:cNvSpPr txBox="1"/>
            <p:nvPr/>
          </p:nvSpPr>
          <p:spPr>
            <a:xfrm>
              <a:off x="3342382" y="4298266"/>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 from Opportunity</a:t>
              </a:r>
              <a:endParaRPr sz="800">
                <a:latin typeface="Salesforce Sans"/>
                <a:ea typeface="Salesforce Sans"/>
                <a:cs typeface="Salesforce Sans"/>
                <a:sym typeface="Salesforce Sans"/>
              </a:endParaRPr>
            </a:p>
          </p:txBody>
        </p:sp>
        <p:sp>
          <p:nvSpPr>
            <p:cNvPr id="3257" name="Google Shape;3257;p87"/>
            <p:cNvSpPr/>
            <p:nvPr/>
          </p:nvSpPr>
          <p:spPr>
            <a:xfrm>
              <a:off x="3206336" y="40258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58" name="Google Shape;3258;p87"/>
            <p:cNvSpPr/>
            <p:nvPr/>
          </p:nvSpPr>
          <p:spPr>
            <a:xfrm>
              <a:off x="3206336" y="41770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59" name="Google Shape;3259;p87"/>
            <p:cNvSpPr/>
            <p:nvPr/>
          </p:nvSpPr>
          <p:spPr>
            <a:xfrm>
              <a:off x="3206336" y="4316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0" name="Google Shape;3260;p87"/>
            <p:cNvSpPr/>
            <p:nvPr/>
          </p:nvSpPr>
          <p:spPr>
            <a:xfrm>
              <a:off x="3206336" y="324481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1" name="Google Shape;3261;p87"/>
            <p:cNvSpPr txBox="1"/>
            <p:nvPr/>
          </p:nvSpPr>
          <p:spPr>
            <a:xfrm>
              <a:off x="3342383" y="44488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3262" name="Google Shape;3262;p87"/>
            <p:cNvSpPr/>
            <p:nvPr/>
          </p:nvSpPr>
          <p:spPr>
            <a:xfrm>
              <a:off x="3206336" y="446741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63" name="Google Shape;3263;p87"/>
            <p:cNvSpPr txBox="1"/>
            <p:nvPr/>
          </p:nvSpPr>
          <p:spPr>
            <a:xfrm>
              <a:off x="3342384" y="4634194"/>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3264" name="Google Shape;3264;p87"/>
            <p:cNvSpPr txBox="1"/>
            <p:nvPr/>
          </p:nvSpPr>
          <p:spPr>
            <a:xfrm>
              <a:off x="3342377" y="4782802"/>
              <a:ext cx="190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3265" name="Google Shape;3265;p87"/>
            <p:cNvSpPr txBox="1"/>
            <p:nvPr/>
          </p:nvSpPr>
          <p:spPr>
            <a:xfrm>
              <a:off x="3342377" y="4931423"/>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a Campaign from a Brief</a:t>
              </a:r>
              <a:endParaRPr i="0" sz="800" u="none" cap="none" strike="noStrike">
                <a:latin typeface="Salesforce Sans"/>
                <a:ea typeface="Salesforce Sans"/>
                <a:cs typeface="Salesforce Sans"/>
                <a:sym typeface="Salesforce Sans"/>
              </a:endParaRPr>
            </a:p>
          </p:txBody>
        </p:sp>
        <p:sp>
          <p:nvSpPr>
            <p:cNvPr id="3266" name="Google Shape;3266;p87"/>
            <p:cNvSpPr txBox="1"/>
            <p:nvPr/>
          </p:nvSpPr>
          <p:spPr>
            <a:xfrm>
              <a:off x="3342377" y="5082619"/>
              <a:ext cx="2063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p:txBody>
        </p:sp>
        <p:sp>
          <p:nvSpPr>
            <p:cNvPr id="3267" name="Google Shape;3267;p87"/>
            <p:cNvSpPr/>
            <p:nvPr/>
          </p:nvSpPr>
          <p:spPr>
            <a:xfrm>
              <a:off x="3206336" y="48014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8" name="Google Shape;3268;p87"/>
            <p:cNvSpPr/>
            <p:nvPr/>
          </p:nvSpPr>
          <p:spPr>
            <a:xfrm>
              <a:off x="3206336" y="49500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69" name="Google Shape;3269;p87"/>
            <p:cNvSpPr/>
            <p:nvPr/>
          </p:nvSpPr>
          <p:spPr>
            <a:xfrm>
              <a:off x="3206336" y="51012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0" name="Google Shape;3270;p87"/>
            <p:cNvSpPr/>
            <p:nvPr/>
          </p:nvSpPr>
          <p:spPr>
            <a:xfrm>
              <a:off x="3206336" y="46527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1" name="Google Shape;3271;p87"/>
            <p:cNvSpPr txBox="1"/>
            <p:nvPr/>
          </p:nvSpPr>
          <p:spPr>
            <a:xfrm>
              <a:off x="3342376" y="604412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Add-on Products</a:t>
              </a:r>
              <a:endParaRPr i="0" sz="800" u="none" cap="none" strike="noStrike">
                <a:latin typeface="Salesforce Sans"/>
                <a:ea typeface="Salesforce Sans"/>
                <a:cs typeface="Salesforce Sans"/>
                <a:sym typeface="Salesforce Sans"/>
              </a:endParaRPr>
            </a:p>
          </p:txBody>
        </p:sp>
        <p:sp>
          <p:nvSpPr>
            <p:cNvPr id="3272" name="Google Shape;3272;p87"/>
            <p:cNvSpPr txBox="1"/>
            <p:nvPr/>
          </p:nvSpPr>
          <p:spPr>
            <a:xfrm>
              <a:off x="3342376" y="619273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Cross-Sell Products</a:t>
              </a:r>
              <a:endParaRPr i="0" sz="800" u="none" cap="none" strike="noStrike">
                <a:latin typeface="Salesforce Sans"/>
                <a:ea typeface="Salesforce Sans"/>
                <a:cs typeface="Salesforce Sans"/>
                <a:sym typeface="Salesforce Sans"/>
              </a:endParaRPr>
            </a:p>
          </p:txBody>
        </p:sp>
        <p:sp>
          <p:nvSpPr>
            <p:cNvPr id="3273" name="Google Shape;3273;p87"/>
            <p:cNvSpPr txBox="1"/>
            <p:nvPr/>
          </p:nvSpPr>
          <p:spPr>
            <a:xfrm>
              <a:off x="3342375" y="6341350"/>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Upgrade Products</a:t>
              </a:r>
              <a:endParaRPr sz="800">
                <a:latin typeface="Salesforce Sans"/>
                <a:ea typeface="Salesforce Sans"/>
                <a:cs typeface="Salesforce Sans"/>
                <a:sym typeface="Salesforce Sans"/>
              </a:endParaRPr>
            </a:p>
          </p:txBody>
        </p:sp>
        <p:sp>
          <p:nvSpPr>
            <p:cNvPr id="3274" name="Google Shape;3274;p87"/>
            <p:cNvSpPr txBox="1"/>
            <p:nvPr/>
          </p:nvSpPr>
          <p:spPr>
            <a:xfrm>
              <a:off x="3342376" y="649254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Quote</a:t>
              </a:r>
              <a:endParaRPr i="0" sz="800" u="none" cap="none" strike="noStrike">
                <a:latin typeface="Salesforce Sans"/>
                <a:ea typeface="Salesforce Sans"/>
                <a:cs typeface="Salesforce Sans"/>
                <a:sym typeface="Salesforce Sans"/>
              </a:endParaRPr>
            </a:p>
          </p:txBody>
        </p:sp>
        <p:sp>
          <p:nvSpPr>
            <p:cNvPr id="3275" name="Google Shape;3275;p87"/>
            <p:cNvSpPr txBox="1"/>
            <p:nvPr/>
          </p:nvSpPr>
          <p:spPr>
            <a:xfrm>
              <a:off x="3342376" y="663233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Format Product Recommendations</a:t>
              </a:r>
              <a:endParaRPr i="0" sz="800" u="none" cap="none" strike="noStrike">
                <a:latin typeface="Salesforce Sans"/>
                <a:ea typeface="Salesforce Sans"/>
                <a:cs typeface="Salesforce Sans"/>
                <a:sym typeface="Salesforce Sans"/>
              </a:endParaRPr>
            </a:p>
          </p:txBody>
        </p:sp>
        <p:sp>
          <p:nvSpPr>
            <p:cNvPr id="3276" name="Google Shape;3276;p87"/>
            <p:cNvSpPr/>
            <p:nvPr/>
          </p:nvSpPr>
          <p:spPr>
            <a:xfrm>
              <a:off x="3206336" y="62113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7" name="Google Shape;3277;p87"/>
            <p:cNvSpPr/>
            <p:nvPr/>
          </p:nvSpPr>
          <p:spPr>
            <a:xfrm>
              <a:off x="3206336" y="63599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78" name="Google Shape;3278;p87"/>
            <p:cNvSpPr/>
            <p:nvPr/>
          </p:nvSpPr>
          <p:spPr>
            <a:xfrm>
              <a:off x="3206336" y="65111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9" name="Google Shape;3279;p87"/>
            <p:cNvSpPr/>
            <p:nvPr/>
          </p:nvSpPr>
          <p:spPr>
            <a:xfrm>
              <a:off x="3206336" y="66509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80" name="Google Shape;3280;p87"/>
            <p:cNvSpPr/>
            <p:nvPr/>
          </p:nvSpPr>
          <p:spPr>
            <a:xfrm>
              <a:off x="3206336" y="60627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3281" name="Google Shape;3281;p87"/>
            <p:cNvGrpSpPr/>
            <p:nvPr/>
          </p:nvGrpSpPr>
          <p:grpSpPr>
            <a:xfrm>
              <a:off x="820222" y="4022796"/>
              <a:ext cx="952541" cy="449700"/>
              <a:chOff x="5812280" y="1793656"/>
              <a:chExt cx="952541" cy="449700"/>
            </a:xfrm>
          </p:grpSpPr>
          <p:sp>
            <p:nvSpPr>
              <p:cNvPr id="3282" name="Google Shape;3282;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83" name="Google Shape;3283;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a:t>
                </a:r>
                <a:endParaRPr sz="900">
                  <a:solidFill>
                    <a:srgbClr val="FFFFFF"/>
                  </a:solidFill>
                  <a:latin typeface="Avant Garde Demi SFDC"/>
                  <a:ea typeface="Avant Garde Demi SFDC"/>
                  <a:cs typeface="Avant Garde Demi SFDC"/>
                  <a:sym typeface="Avant Garde Demi SFDC"/>
                </a:endParaRPr>
              </a:p>
            </p:txBody>
          </p:sp>
        </p:grpSp>
        <p:grpSp>
          <p:nvGrpSpPr>
            <p:cNvPr id="3284" name="Google Shape;3284;p87"/>
            <p:cNvGrpSpPr/>
            <p:nvPr/>
          </p:nvGrpSpPr>
          <p:grpSpPr>
            <a:xfrm>
              <a:off x="820222" y="8394540"/>
              <a:ext cx="952541" cy="449700"/>
              <a:chOff x="5812280" y="1793656"/>
              <a:chExt cx="952541" cy="449700"/>
            </a:xfrm>
          </p:grpSpPr>
          <p:sp>
            <p:nvSpPr>
              <p:cNvPr id="3285" name="Google Shape;3285;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86" name="Google Shape;3286;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Asset Service Lifecycle Management</a:t>
                </a:r>
                <a:endParaRPr sz="900">
                  <a:solidFill>
                    <a:srgbClr val="FFFFFF"/>
                  </a:solidFill>
                  <a:latin typeface="Avant Garde Demi SFDC"/>
                  <a:ea typeface="Avant Garde Demi SFDC"/>
                  <a:cs typeface="Avant Garde Demi SFDC"/>
                  <a:sym typeface="Avant Garde Demi SFDC"/>
                </a:endParaRPr>
              </a:p>
            </p:txBody>
          </p:sp>
        </p:grpSp>
        <p:sp>
          <p:nvSpPr>
            <p:cNvPr id="3287" name="Google Shape;3287;p87"/>
            <p:cNvSpPr txBox="1"/>
            <p:nvPr/>
          </p:nvSpPr>
          <p:spPr>
            <a:xfrm>
              <a:off x="3342382" y="2627147"/>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Design Compliance</a:t>
              </a:r>
              <a:endParaRPr sz="800">
                <a:latin typeface="Salesforce Sans"/>
                <a:ea typeface="Salesforce Sans"/>
                <a:cs typeface="Salesforce Sans"/>
                <a:sym typeface="Salesforce Sans"/>
              </a:endParaRPr>
            </a:p>
          </p:txBody>
        </p:sp>
        <p:sp>
          <p:nvSpPr>
            <p:cNvPr id="3288" name="Google Shape;3288;p87"/>
            <p:cNvSpPr/>
            <p:nvPr/>
          </p:nvSpPr>
          <p:spPr>
            <a:xfrm>
              <a:off x="3206336" y="264559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89" name="Google Shape;3289;p87"/>
            <p:cNvSpPr txBox="1"/>
            <p:nvPr/>
          </p:nvSpPr>
          <p:spPr>
            <a:xfrm>
              <a:off x="3342383" y="247530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Cost Estimator</a:t>
              </a:r>
              <a:endParaRPr i="0" sz="800" u="none" cap="none" strike="noStrike">
                <a:latin typeface="Salesforce Sans"/>
                <a:ea typeface="Salesforce Sans"/>
                <a:cs typeface="Salesforce Sans"/>
                <a:sym typeface="Salesforce Sans"/>
              </a:endParaRPr>
            </a:p>
          </p:txBody>
        </p:sp>
        <p:sp>
          <p:nvSpPr>
            <p:cNvPr id="3290" name="Google Shape;3290;p87"/>
            <p:cNvSpPr txBox="1"/>
            <p:nvPr/>
          </p:nvSpPr>
          <p:spPr>
            <a:xfrm>
              <a:off x="3342383" y="33796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BOM Builder</a:t>
              </a:r>
              <a:endParaRPr i="0" sz="800" u="none" cap="none" strike="noStrike">
                <a:latin typeface="Salesforce Sans"/>
                <a:ea typeface="Salesforce Sans"/>
                <a:cs typeface="Salesforce Sans"/>
                <a:sym typeface="Salesforce Sans"/>
              </a:endParaRPr>
            </a:p>
          </p:txBody>
        </p:sp>
        <p:sp>
          <p:nvSpPr>
            <p:cNvPr id="3291" name="Google Shape;3291;p87"/>
            <p:cNvSpPr txBox="1"/>
            <p:nvPr/>
          </p:nvSpPr>
          <p:spPr>
            <a:xfrm>
              <a:off x="3342383" y="35308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Tooling Setup Planner</a:t>
              </a:r>
              <a:endParaRPr i="0" sz="800" u="none" cap="none" strike="noStrike">
                <a:latin typeface="Salesforce Sans"/>
                <a:ea typeface="Salesforce Sans"/>
                <a:cs typeface="Salesforce Sans"/>
                <a:sym typeface="Salesforce Sans"/>
              </a:endParaRPr>
            </a:p>
          </p:txBody>
        </p:sp>
        <p:sp>
          <p:nvSpPr>
            <p:cNvPr id="3292" name="Google Shape;3292;p87"/>
            <p:cNvSpPr txBox="1"/>
            <p:nvPr/>
          </p:nvSpPr>
          <p:spPr>
            <a:xfrm>
              <a:off x="3342382" y="36706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Process Readiness</a:t>
              </a:r>
              <a:endParaRPr i="0" sz="800" u="none" cap="none" strike="noStrike">
                <a:latin typeface="Salesforce Sans"/>
                <a:ea typeface="Salesforce Sans"/>
                <a:cs typeface="Salesforce Sans"/>
                <a:sym typeface="Salesforce Sans"/>
              </a:endParaRPr>
            </a:p>
          </p:txBody>
        </p:sp>
        <p:sp>
          <p:nvSpPr>
            <p:cNvPr id="3293" name="Google Shape;3293;p87"/>
            <p:cNvSpPr/>
            <p:nvPr/>
          </p:nvSpPr>
          <p:spPr>
            <a:xfrm>
              <a:off x="3206336" y="33982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94" name="Google Shape;3294;p87"/>
            <p:cNvSpPr txBox="1"/>
            <p:nvPr/>
          </p:nvSpPr>
          <p:spPr>
            <a:xfrm>
              <a:off x="3342383" y="38212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Pre-Launch Quality</a:t>
              </a:r>
              <a:endParaRPr i="0" sz="800" u="none" cap="none" strike="noStrike">
                <a:latin typeface="Salesforce Sans"/>
                <a:ea typeface="Salesforce Sans"/>
                <a:cs typeface="Salesforce Sans"/>
                <a:sym typeface="Salesforce Sans"/>
              </a:endParaRPr>
            </a:p>
          </p:txBody>
        </p:sp>
        <p:sp>
          <p:nvSpPr>
            <p:cNvPr id="3295" name="Google Shape;3295;p87"/>
            <p:cNvSpPr txBox="1"/>
            <p:nvPr/>
          </p:nvSpPr>
          <p:spPr>
            <a:xfrm>
              <a:off x="3342374" y="5270897"/>
              <a:ext cx="2964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Sales Agreement Management Performance</a:t>
              </a:r>
              <a:endParaRPr i="0" sz="800" u="none" cap="none" strike="noStrike">
                <a:latin typeface="Salesforce Sans"/>
                <a:ea typeface="Salesforce Sans"/>
                <a:cs typeface="Salesforce Sans"/>
                <a:sym typeface="Salesforce Sans"/>
              </a:endParaRPr>
            </a:p>
          </p:txBody>
        </p:sp>
        <p:sp>
          <p:nvSpPr>
            <p:cNvPr id="3296" name="Google Shape;3296;p87"/>
            <p:cNvSpPr txBox="1"/>
            <p:nvPr/>
          </p:nvSpPr>
          <p:spPr>
            <a:xfrm>
              <a:off x="3342376" y="541949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Visit</a:t>
              </a:r>
              <a:endParaRPr i="0" sz="800" u="none" cap="none" strike="noStrike">
                <a:latin typeface="Salesforce Sans"/>
                <a:ea typeface="Salesforce Sans"/>
                <a:cs typeface="Salesforce Sans"/>
                <a:sym typeface="Salesforce Sans"/>
              </a:endParaRPr>
            </a:p>
          </p:txBody>
        </p:sp>
        <p:sp>
          <p:nvSpPr>
            <p:cNvPr id="3297" name="Google Shape;3297;p87"/>
            <p:cNvSpPr txBox="1"/>
            <p:nvPr/>
          </p:nvSpPr>
          <p:spPr>
            <a:xfrm>
              <a:off x="3342376" y="556809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Attribute Details</a:t>
              </a:r>
              <a:endParaRPr i="0" sz="800" u="none" cap="none" strike="noStrike">
                <a:latin typeface="Salesforce Sans"/>
                <a:ea typeface="Salesforce Sans"/>
                <a:cs typeface="Salesforce Sans"/>
                <a:sym typeface="Salesforce Sans"/>
              </a:endParaRPr>
            </a:p>
          </p:txBody>
        </p:sp>
        <p:sp>
          <p:nvSpPr>
            <p:cNvPr id="3298" name="Google Shape;3298;p87"/>
            <p:cNvSpPr txBox="1"/>
            <p:nvPr/>
          </p:nvSpPr>
          <p:spPr>
            <a:xfrm>
              <a:off x="3342374" y="5719297"/>
              <a:ext cx="3146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Agreement Bulk Update for Sales Agreement Metrics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299" name="Google Shape;3299;p87"/>
            <p:cNvSpPr txBox="1"/>
            <p:nvPr/>
          </p:nvSpPr>
          <p:spPr>
            <a:xfrm>
              <a:off x="3342375" y="5859097"/>
              <a:ext cx="247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 Bulk Update for Sales Agreement Metrics</a:t>
              </a:r>
              <a:endParaRPr i="0" sz="800" u="none" cap="none" strike="noStrike">
                <a:latin typeface="Salesforce Sans"/>
                <a:ea typeface="Salesforce Sans"/>
                <a:cs typeface="Salesforce Sans"/>
                <a:sym typeface="Salesforce Sans"/>
              </a:endParaRPr>
            </a:p>
          </p:txBody>
        </p:sp>
        <p:sp>
          <p:nvSpPr>
            <p:cNvPr id="3300" name="Google Shape;3300;p87"/>
            <p:cNvSpPr/>
            <p:nvPr/>
          </p:nvSpPr>
          <p:spPr>
            <a:xfrm>
              <a:off x="3206336" y="54380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1" name="Google Shape;3301;p87"/>
            <p:cNvSpPr/>
            <p:nvPr/>
          </p:nvSpPr>
          <p:spPr>
            <a:xfrm>
              <a:off x="3206336" y="55867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02" name="Google Shape;3302;p87"/>
            <p:cNvSpPr/>
            <p:nvPr/>
          </p:nvSpPr>
          <p:spPr>
            <a:xfrm>
              <a:off x="3206336" y="573791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3" name="Google Shape;3303;p87"/>
            <p:cNvSpPr/>
            <p:nvPr/>
          </p:nvSpPr>
          <p:spPr>
            <a:xfrm>
              <a:off x="3206336" y="5877701"/>
              <a:ext cx="91200" cy="91200"/>
            </a:xfrm>
            <a:prstGeom prst="ellipse">
              <a:avLst/>
            </a:prstGeom>
            <a:solidFill>
              <a:srgbClr val="17BA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4" name="Google Shape;3304;p87"/>
            <p:cNvSpPr/>
            <p:nvPr/>
          </p:nvSpPr>
          <p:spPr>
            <a:xfrm>
              <a:off x="3206336" y="52894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5" name="Google Shape;3305;p87"/>
            <p:cNvSpPr txBox="1"/>
            <p:nvPr/>
          </p:nvSpPr>
          <p:spPr>
            <a:xfrm>
              <a:off x="3342376" y="83699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or Revise Email</a:t>
              </a:r>
              <a:endParaRPr i="0" sz="800" u="none" cap="none" strike="noStrike">
                <a:latin typeface="Salesforce Sans"/>
                <a:ea typeface="Salesforce Sans"/>
                <a:cs typeface="Salesforce Sans"/>
                <a:sym typeface="Salesforce Sans"/>
              </a:endParaRPr>
            </a:p>
          </p:txBody>
        </p:sp>
        <p:sp>
          <p:nvSpPr>
            <p:cNvPr id="3306" name="Google Shape;3306;p87"/>
            <p:cNvSpPr txBox="1"/>
            <p:nvPr/>
          </p:nvSpPr>
          <p:spPr>
            <a:xfrm>
              <a:off x="3342376" y="851851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Records</a:t>
              </a:r>
              <a:endParaRPr i="0" sz="800" u="none" cap="none" strike="noStrike">
                <a:latin typeface="Salesforce Sans"/>
                <a:ea typeface="Salesforce Sans"/>
                <a:cs typeface="Salesforce Sans"/>
                <a:sym typeface="Salesforce Sans"/>
              </a:endParaRPr>
            </a:p>
          </p:txBody>
        </p:sp>
        <p:sp>
          <p:nvSpPr>
            <p:cNvPr id="3307" name="Google Shape;3307;p87"/>
            <p:cNvSpPr txBox="1"/>
            <p:nvPr/>
          </p:nvSpPr>
          <p:spPr>
            <a:xfrm>
              <a:off x="3342376" y="866712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Record Details</a:t>
              </a:r>
              <a:endParaRPr i="0" sz="800" u="none" cap="none" strike="noStrike">
                <a:latin typeface="Salesforce Sans"/>
                <a:ea typeface="Salesforce Sans"/>
                <a:cs typeface="Salesforce Sans"/>
                <a:sym typeface="Salesforce Sans"/>
              </a:endParaRPr>
            </a:p>
          </p:txBody>
        </p:sp>
        <p:sp>
          <p:nvSpPr>
            <p:cNvPr id="3308" name="Google Shape;3308;p87"/>
            <p:cNvSpPr txBox="1"/>
            <p:nvPr/>
          </p:nvSpPr>
          <p:spPr>
            <a:xfrm>
              <a:off x="3342376" y="881832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Update Record</a:t>
              </a:r>
              <a:endParaRPr i="0" sz="800" u="none" cap="none" strike="noStrike">
                <a:latin typeface="Salesforce Sans"/>
                <a:ea typeface="Salesforce Sans"/>
                <a:cs typeface="Salesforce Sans"/>
                <a:sym typeface="Salesforce Sans"/>
              </a:endParaRPr>
            </a:p>
          </p:txBody>
        </p:sp>
        <p:sp>
          <p:nvSpPr>
            <p:cNvPr id="3309" name="Google Shape;3309;p87"/>
            <p:cNvSpPr txBox="1"/>
            <p:nvPr/>
          </p:nvSpPr>
          <p:spPr>
            <a:xfrm>
              <a:off x="3342376" y="895811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Quote</a:t>
              </a:r>
              <a:endParaRPr i="0" sz="800" u="none" cap="none" strike="noStrike">
                <a:latin typeface="Salesforce Sans"/>
                <a:ea typeface="Salesforce Sans"/>
                <a:cs typeface="Salesforce Sans"/>
                <a:sym typeface="Salesforce Sans"/>
              </a:endParaRPr>
            </a:p>
          </p:txBody>
        </p:sp>
        <p:sp>
          <p:nvSpPr>
            <p:cNvPr id="3310" name="Google Shape;3310;p87"/>
            <p:cNvSpPr/>
            <p:nvPr/>
          </p:nvSpPr>
          <p:spPr>
            <a:xfrm>
              <a:off x="3206336" y="85371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1" name="Google Shape;3311;p87"/>
            <p:cNvSpPr/>
            <p:nvPr/>
          </p:nvSpPr>
          <p:spPr>
            <a:xfrm>
              <a:off x="3206336" y="868572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12" name="Google Shape;3312;p87"/>
            <p:cNvSpPr/>
            <p:nvPr/>
          </p:nvSpPr>
          <p:spPr>
            <a:xfrm>
              <a:off x="3206336" y="88369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3" name="Google Shape;3313;p87"/>
            <p:cNvSpPr/>
            <p:nvPr/>
          </p:nvSpPr>
          <p:spPr>
            <a:xfrm>
              <a:off x="3206336" y="89767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4" name="Google Shape;3314;p87"/>
            <p:cNvSpPr/>
            <p:nvPr/>
          </p:nvSpPr>
          <p:spPr>
            <a:xfrm>
              <a:off x="3206336" y="838850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5" name="Google Shape;3315;p87"/>
            <p:cNvSpPr txBox="1"/>
            <p:nvPr/>
          </p:nvSpPr>
          <p:spPr>
            <a:xfrm>
              <a:off x="3342376" y="910865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Pricebooks</a:t>
              </a:r>
              <a:endParaRPr sz="800">
                <a:latin typeface="Salesforce Sans"/>
                <a:ea typeface="Salesforce Sans"/>
                <a:cs typeface="Salesforce Sans"/>
                <a:sym typeface="Salesforce Sans"/>
              </a:endParaRPr>
            </a:p>
          </p:txBody>
        </p:sp>
        <p:sp>
          <p:nvSpPr>
            <p:cNvPr id="3316" name="Google Shape;3316;p87"/>
            <p:cNvSpPr/>
            <p:nvPr/>
          </p:nvSpPr>
          <p:spPr>
            <a:xfrm>
              <a:off x="3206336" y="91272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17" name="Google Shape;3317;p87"/>
            <p:cNvSpPr txBox="1"/>
            <p:nvPr/>
          </p:nvSpPr>
          <p:spPr>
            <a:xfrm>
              <a:off x="3342382" y="97471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Service Quote</a:t>
              </a:r>
              <a:endParaRPr i="0" sz="800" u="none" cap="none" strike="noStrike">
                <a:latin typeface="Salesforce Sans"/>
                <a:ea typeface="Salesforce Sans"/>
                <a:cs typeface="Salesforce Sans"/>
                <a:sym typeface="Salesforce Sans"/>
              </a:endParaRPr>
            </a:p>
          </p:txBody>
        </p:sp>
        <p:sp>
          <p:nvSpPr>
            <p:cNvPr id="3318" name="Google Shape;3318;p87"/>
            <p:cNvSpPr txBox="1"/>
            <p:nvPr/>
          </p:nvSpPr>
          <p:spPr>
            <a:xfrm>
              <a:off x="3342382" y="9895731"/>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3319" name="Google Shape;3319;p87"/>
            <p:cNvSpPr txBox="1"/>
            <p:nvPr/>
          </p:nvSpPr>
          <p:spPr>
            <a:xfrm>
              <a:off x="3342382" y="10046937"/>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Record</a:t>
              </a:r>
              <a:endParaRPr i="0" sz="800" u="none" cap="none" strike="noStrike">
                <a:latin typeface="Salesforce Sans"/>
                <a:ea typeface="Salesforce Sans"/>
                <a:cs typeface="Salesforce Sans"/>
                <a:sym typeface="Salesforce Sans"/>
              </a:endParaRPr>
            </a:p>
          </p:txBody>
        </p:sp>
        <p:sp>
          <p:nvSpPr>
            <p:cNvPr id="3320" name="Google Shape;3320;p87"/>
            <p:cNvSpPr/>
            <p:nvPr/>
          </p:nvSpPr>
          <p:spPr>
            <a:xfrm>
              <a:off x="3206336" y="97657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1" name="Google Shape;3321;p87"/>
            <p:cNvSpPr/>
            <p:nvPr/>
          </p:nvSpPr>
          <p:spPr>
            <a:xfrm>
              <a:off x="3206336" y="99143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22" name="Google Shape;3322;p87"/>
            <p:cNvSpPr/>
            <p:nvPr/>
          </p:nvSpPr>
          <p:spPr>
            <a:xfrm>
              <a:off x="3206336" y="100655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3" name="Google Shape;3323;p87"/>
            <p:cNvSpPr txBox="1"/>
            <p:nvPr/>
          </p:nvSpPr>
          <p:spPr>
            <a:xfrm>
              <a:off x="3342376" y="92685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Products</a:t>
              </a:r>
              <a:endParaRPr i="0" sz="800" u="none" cap="none" strike="noStrike">
                <a:latin typeface="Salesforce Sans"/>
                <a:ea typeface="Salesforce Sans"/>
                <a:cs typeface="Salesforce Sans"/>
                <a:sym typeface="Salesforce Sans"/>
              </a:endParaRPr>
            </a:p>
          </p:txBody>
        </p:sp>
        <p:sp>
          <p:nvSpPr>
            <p:cNvPr id="3324" name="Google Shape;3324;p87"/>
            <p:cNvSpPr txBox="1"/>
            <p:nvPr/>
          </p:nvSpPr>
          <p:spPr>
            <a:xfrm>
              <a:off x="3342376" y="941971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3325" name="Google Shape;3325;p87"/>
            <p:cNvSpPr txBox="1"/>
            <p:nvPr/>
          </p:nvSpPr>
          <p:spPr>
            <a:xfrm>
              <a:off x="3342382" y="955950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i="0" sz="800" u="none" cap="none" strike="noStrike">
                <a:latin typeface="Salesforce Sans"/>
                <a:ea typeface="Salesforce Sans"/>
                <a:cs typeface="Salesforce Sans"/>
                <a:sym typeface="Salesforce Sans"/>
              </a:endParaRPr>
            </a:p>
          </p:txBody>
        </p:sp>
        <p:sp>
          <p:nvSpPr>
            <p:cNvPr id="3326" name="Google Shape;3326;p87"/>
            <p:cNvSpPr/>
            <p:nvPr/>
          </p:nvSpPr>
          <p:spPr>
            <a:xfrm>
              <a:off x="3206336" y="92871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27" name="Google Shape;3327;p87"/>
            <p:cNvSpPr/>
            <p:nvPr/>
          </p:nvSpPr>
          <p:spPr>
            <a:xfrm>
              <a:off x="3206336" y="94383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8" name="Google Shape;3328;p87"/>
            <p:cNvSpPr/>
            <p:nvPr/>
          </p:nvSpPr>
          <p:spPr>
            <a:xfrm>
              <a:off x="3206336" y="95781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9" name="Google Shape;3329;p87"/>
            <p:cNvSpPr txBox="1"/>
            <p:nvPr/>
          </p:nvSpPr>
          <p:spPr>
            <a:xfrm>
              <a:off x="3342376" y="68213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Products and Parts</a:t>
              </a:r>
              <a:endParaRPr i="0" sz="800" u="none" cap="none" strike="noStrike">
                <a:latin typeface="Salesforce Sans"/>
                <a:ea typeface="Salesforce Sans"/>
                <a:cs typeface="Salesforce Sans"/>
                <a:sym typeface="Salesforce Sans"/>
              </a:endParaRPr>
            </a:p>
          </p:txBody>
        </p:sp>
        <p:sp>
          <p:nvSpPr>
            <p:cNvPr id="3330" name="Google Shape;3330;p87"/>
            <p:cNvSpPr txBox="1"/>
            <p:nvPr/>
          </p:nvSpPr>
          <p:spPr>
            <a:xfrm>
              <a:off x="3342375" y="69699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Dealers for Products</a:t>
              </a:r>
              <a:endParaRPr sz="800">
                <a:latin typeface="Salesforce Sans"/>
                <a:ea typeface="Salesforce Sans"/>
                <a:cs typeface="Salesforce Sans"/>
                <a:sym typeface="Salesforce Sans"/>
              </a:endParaRPr>
            </a:p>
          </p:txBody>
        </p:sp>
        <p:sp>
          <p:nvSpPr>
            <p:cNvPr id="3331" name="Google Shape;3331;p87"/>
            <p:cNvSpPr txBox="1"/>
            <p:nvPr/>
          </p:nvSpPr>
          <p:spPr>
            <a:xfrm>
              <a:off x="3342374" y="71211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 with Products and Preferred Seller</a:t>
              </a:r>
              <a:endParaRPr i="0" sz="800" u="none" cap="none" strike="noStrike">
                <a:latin typeface="Salesforce Sans"/>
                <a:ea typeface="Salesforce Sans"/>
                <a:cs typeface="Salesforce Sans"/>
                <a:sym typeface="Salesforce Sans"/>
              </a:endParaRPr>
            </a:p>
          </p:txBody>
        </p:sp>
        <p:sp>
          <p:nvSpPr>
            <p:cNvPr id="3332" name="Google Shape;3332;p87"/>
            <p:cNvSpPr txBox="1"/>
            <p:nvPr/>
          </p:nvSpPr>
          <p:spPr>
            <a:xfrm>
              <a:off x="3342376" y="7260946"/>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Create Asset Appraisal</a:t>
              </a:r>
              <a:endParaRPr i="0" sz="800" u="none" cap="none" strike="noStrike">
                <a:latin typeface="Salesforce Sans"/>
                <a:ea typeface="Salesforce Sans"/>
                <a:cs typeface="Salesforce Sans"/>
                <a:sym typeface="Salesforce Sans"/>
              </a:endParaRPr>
            </a:p>
          </p:txBody>
        </p:sp>
        <p:sp>
          <p:nvSpPr>
            <p:cNvPr id="3333" name="Google Shape;3333;p87"/>
            <p:cNvSpPr/>
            <p:nvPr/>
          </p:nvSpPr>
          <p:spPr>
            <a:xfrm>
              <a:off x="3206336" y="683994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4" name="Google Shape;3334;p87"/>
            <p:cNvSpPr/>
            <p:nvPr/>
          </p:nvSpPr>
          <p:spPr>
            <a:xfrm>
              <a:off x="3206336" y="698855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35" name="Google Shape;3335;p87"/>
            <p:cNvSpPr/>
            <p:nvPr/>
          </p:nvSpPr>
          <p:spPr>
            <a:xfrm>
              <a:off x="3206336" y="7139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6" name="Google Shape;3336;p87"/>
            <p:cNvSpPr/>
            <p:nvPr/>
          </p:nvSpPr>
          <p:spPr>
            <a:xfrm>
              <a:off x="3206336" y="72795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7" name="Google Shape;3337;p87"/>
            <p:cNvSpPr txBox="1"/>
            <p:nvPr/>
          </p:nvSpPr>
          <p:spPr>
            <a:xfrm>
              <a:off x="3342376" y="74463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Payouts Periods for Member</a:t>
              </a:r>
              <a:endParaRPr i="0" sz="800" u="none" cap="none" strike="noStrike">
                <a:latin typeface="Salesforce Sans"/>
                <a:ea typeface="Salesforce Sans"/>
                <a:cs typeface="Salesforce Sans"/>
                <a:sym typeface="Salesforce Sans"/>
              </a:endParaRPr>
            </a:p>
          </p:txBody>
        </p:sp>
        <p:sp>
          <p:nvSpPr>
            <p:cNvPr id="3338" name="Google Shape;3338;p87"/>
            <p:cNvSpPr txBox="1"/>
            <p:nvPr/>
          </p:nvSpPr>
          <p:spPr>
            <a:xfrm>
              <a:off x="3342375" y="7594981"/>
              <a:ext cx="26583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Program Member Summary per Payout Period</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39" name="Google Shape;3339;p87"/>
            <p:cNvSpPr txBox="1"/>
            <p:nvPr/>
          </p:nvSpPr>
          <p:spPr>
            <a:xfrm>
              <a:off x="3342375" y="774360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Rebate Tpe Payout Sources for Member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40" name="Google Shape;3340;p87"/>
            <p:cNvSpPr txBox="1"/>
            <p:nvPr/>
          </p:nvSpPr>
          <p:spPr>
            <a:xfrm>
              <a:off x="3342375" y="7894806"/>
              <a:ext cx="2740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Type Payout Source Summary</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41" name="Google Shape;3341;p87"/>
            <p:cNvSpPr txBox="1"/>
            <p:nvPr/>
          </p:nvSpPr>
          <p:spPr>
            <a:xfrm>
              <a:off x="3342376" y="8034587"/>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Aggregate Sources for Member</a:t>
              </a:r>
              <a:endParaRPr i="0" sz="800" u="none" cap="none" strike="noStrike">
                <a:latin typeface="Salesforce Sans"/>
                <a:ea typeface="Salesforce Sans"/>
                <a:cs typeface="Salesforce Sans"/>
                <a:sym typeface="Salesforce Sans"/>
              </a:endParaRPr>
            </a:p>
          </p:txBody>
        </p:sp>
        <p:sp>
          <p:nvSpPr>
            <p:cNvPr id="3342" name="Google Shape;3342;p87"/>
            <p:cNvSpPr/>
            <p:nvPr/>
          </p:nvSpPr>
          <p:spPr>
            <a:xfrm>
              <a:off x="3206336" y="76135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3" name="Google Shape;3343;p87"/>
            <p:cNvSpPr/>
            <p:nvPr/>
          </p:nvSpPr>
          <p:spPr>
            <a:xfrm>
              <a:off x="3206336" y="77621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44" name="Google Shape;3344;p87"/>
            <p:cNvSpPr/>
            <p:nvPr/>
          </p:nvSpPr>
          <p:spPr>
            <a:xfrm>
              <a:off x="3206336" y="791340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5" name="Google Shape;3345;p87"/>
            <p:cNvSpPr/>
            <p:nvPr/>
          </p:nvSpPr>
          <p:spPr>
            <a:xfrm>
              <a:off x="3206336" y="80531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6" name="Google Shape;3346;p87"/>
            <p:cNvSpPr/>
            <p:nvPr/>
          </p:nvSpPr>
          <p:spPr>
            <a:xfrm>
              <a:off x="3206336" y="74649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7" name="Google Shape;3347;p87"/>
            <p:cNvSpPr txBox="1"/>
            <p:nvPr/>
          </p:nvSpPr>
          <p:spPr>
            <a:xfrm>
              <a:off x="3342376" y="818512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Aggregate Summary</a:t>
              </a:r>
              <a:endParaRPr sz="800">
                <a:latin typeface="Salesforce Sans"/>
                <a:ea typeface="Salesforce Sans"/>
                <a:cs typeface="Salesforce Sans"/>
                <a:sym typeface="Salesforce Sans"/>
              </a:endParaRPr>
            </a:p>
          </p:txBody>
        </p:sp>
        <p:sp>
          <p:nvSpPr>
            <p:cNvPr id="3348" name="Google Shape;3348;p87"/>
            <p:cNvSpPr/>
            <p:nvPr/>
          </p:nvSpPr>
          <p:spPr>
            <a:xfrm>
              <a:off x="3206336" y="820374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grpSp>
        <p:nvGrpSpPr>
          <p:cNvPr id="3349" name="Google Shape;3349;p87"/>
          <p:cNvGrpSpPr/>
          <p:nvPr/>
        </p:nvGrpSpPr>
        <p:grpSpPr>
          <a:xfrm>
            <a:off x="7008236" y="1113234"/>
            <a:ext cx="5884964" cy="9158403"/>
            <a:chOff x="6814436" y="1418034"/>
            <a:chExt cx="5884964" cy="9158403"/>
          </a:xfrm>
        </p:grpSpPr>
        <p:sp>
          <p:nvSpPr>
            <p:cNvPr id="3350" name="Google Shape;3350;p87"/>
            <p:cNvSpPr txBox="1"/>
            <p:nvPr/>
          </p:nvSpPr>
          <p:spPr>
            <a:xfrm>
              <a:off x="8014197" y="410943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Sales, Inventory &amp; Operations Planning (SIOP)</a:t>
              </a:r>
              <a:endParaRPr b="1" i="0" sz="900" u="none" cap="none" strike="noStrike">
                <a:solidFill>
                  <a:srgbClr val="086AFE"/>
                </a:solidFill>
                <a:latin typeface="Salesforce Sans"/>
                <a:ea typeface="Salesforce Sans"/>
                <a:cs typeface="Salesforce Sans"/>
                <a:sym typeface="Salesforce Sans"/>
              </a:endParaRPr>
            </a:p>
          </p:txBody>
        </p:sp>
        <p:sp>
          <p:nvSpPr>
            <p:cNvPr id="3351" name="Google Shape;3351;p87"/>
            <p:cNvSpPr txBox="1"/>
            <p:nvPr/>
          </p:nvSpPr>
          <p:spPr>
            <a:xfrm>
              <a:off x="8014197" y="4896735"/>
              <a:ext cx="8766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Returns, Warranty &amp; Payment Processing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352" name="Google Shape;3352;p87"/>
            <p:cNvSpPr txBox="1"/>
            <p:nvPr/>
          </p:nvSpPr>
          <p:spPr>
            <a:xfrm>
              <a:off x="8014197" y="5544395"/>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Performance &amp; Compliance </a:t>
              </a:r>
              <a:endParaRPr b="1" i="0" sz="900" u="none" cap="none" strike="noStrike">
                <a:solidFill>
                  <a:srgbClr val="086AFE"/>
                </a:solidFill>
                <a:latin typeface="Salesforce Sans"/>
                <a:ea typeface="Salesforce Sans"/>
                <a:cs typeface="Salesforce Sans"/>
                <a:sym typeface="Salesforce Sans"/>
              </a:endParaRPr>
            </a:p>
          </p:txBody>
        </p:sp>
        <p:sp>
          <p:nvSpPr>
            <p:cNvPr id="3353" name="Google Shape;3353;p87"/>
            <p:cNvSpPr txBox="1"/>
            <p:nvPr/>
          </p:nvSpPr>
          <p:spPr>
            <a:xfrm>
              <a:off x="8014197" y="68421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Contract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Mgmt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354" name="Google Shape;3354;p87"/>
            <p:cNvSpPr txBox="1"/>
            <p:nvPr/>
          </p:nvSpPr>
          <p:spPr>
            <a:xfrm>
              <a:off x="8014197" y="73529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Inventory &amp; Shelf Life Management </a:t>
              </a:r>
              <a:endParaRPr b="1" i="0" sz="900" u="none" cap="none" strike="noStrike">
                <a:solidFill>
                  <a:srgbClr val="086AFE"/>
                </a:solidFill>
                <a:latin typeface="Salesforce Sans"/>
                <a:ea typeface="Salesforce Sans"/>
                <a:cs typeface="Salesforce Sans"/>
                <a:sym typeface="Salesforce Sans"/>
              </a:endParaRPr>
            </a:p>
          </p:txBody>
        </p:sp>
        <p:sp>
          <p:nvSpPr>
            <p:cNvPr id="3355" name="Google Shape;3355;p87"/>
            <p:cNvSpPr txBox="1"/>
            <p:nvPr/>
          </p:nvSpPr>
          <p:spPr>
            <a:xfrm>
              <a:off x="8014197" y="6340916"/>
              <a:ext cx="876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Invoice Reconciliation </a:t>
              </a:r>
              <a:endParaRPr b="1" i="0" sz="900" u="none" cap="none" strike="noStrike">
                <a:solidFill>
                  <a:srgbClr val="086AFE"/>
                </a:solidFill>
                <a:latin typeface="Salesforce Sans"/>
                <a:ea typeface="Salesforce Sans"/>
                <a:cs typeface="Salesforce Sans"/>
                <a:sym typeface="Salesforce Sans"/>
              </a:endParaRPr>
            </a:p>
          </p:txBody>
        </p:sp>
        <p:sp>
          <p:nvSpPr>
            <p:cNvPr id="3356" name="Google Shape;3356;p87"/>
            <p:cNvSpPr txBox="1"/>
            <p:nvPr/>
          </p:nvSpPr>
          <p:spPr>
            <a:xfrm>
              <a:off x="8014197" y="330172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Selection &amp; Onboarding </a:t>
              </a:r>
              <a:endParaRPr b="1" i="0" sz="900" u="none" cap="none" strike="noStrike">
                <a:solidFill>
                  <a:srgbClr val="086AFE"/>
                </a:solidFill>
                <a:latin typeface="Salesforce Sans"/>
                <a:ea typeface="Salesforce Sans"/>
                <a:cs typeface="Salesforce Sans"/>
                <a:sym typeface="Salesforce Sans"/>
              </a:endParaRPr>
            </a:p>
          </p:txBody>
        </p:sp>
        <p:sp>
          <p:nvSpPr>
            <p:cNvPr id="3357" name="Google Shape;3357;p87"/>
            <p:cNvSpPr txBox="1"/>
            <p:nvPr/>
          </p:nvSpPr>
          <p:spPr>
            <a:xfrm>
              <a:off x="8014197" y="8382361"/>
              <a:ext cx="8766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support </a:t>
              </a:r>
              <a:endParaRPr b="1" i="0" sz="900" u="none" cap="none" strike="noStrike">
                <a:solidFill>
                  <a:srgbClr val="086AFE"/>
                </a:solidFill>
                <a:latin typeface="Salesforce Sans"/>
                <a:ea typeface="Salesforce Sans"/>
                <a:cs typeface="Salesforce Sans"/>
                <a:sym typeface="Salesforce Sans"/>
              </a:endParaRPr>
            </a:p>
          </p:txBody>
        </p:sp>
        <p:sp>
          <p:nvSpPr>
            <p:cNvPr id="3358" name="Google Shape;3358;p87"/>
            <p:cNvSpPr txBox="1"/>
            <p:nvPr/>
          </p:nvSpPr>
          <p:spPr>
            <a:xfrm>
              <a:off x="8014197" y="2625173"/>
              <a:ext cx="815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Performance </a:t>
              </a:r>
              <a:endParaRPr b="1" i="0" sz="900" u="none" cap="none" strike="noStrike">
                <a:solidFill>
                  <a:srgbClr val="086AFE"/>
                </a:solidFill>
                <a:latin typeface="Salesforce Sans"/>
                <a:ea typeface="Salesforce Sans"/>
                <a:cs typeface="Salesforce Sans"/>
                <a:sym typeface="Salesforce Sans"/>
              </a:endParaRPr>
            </a:p>
          </p:txBody>
        </p:sp>
        <p:sp>
          <p:nvSpPr>
            <p:cNvPr id="3359" name="Google Shape;3359;p87"/>
            <p:cNvSpPr txBox="1"/>
            <p:nvPr/>
          </p:nvSpPr>
          <p:spPr>
            <a:xfrm>
              <a:off x="8014197" y="1977186"/>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Quality &amp; Testing Agent</a:t>
              </a:r>
              <a:endParaRPr b="1" i="0" sz="900" u="none" cap="none" strike="noStrike">
                <a:solidFill>
                  <a:srgbClr val="086AFE"/>
                </a:solidFill>
                <a:latin typeface="Salesforce Sans"/>
                <a:ea typeface="Salesforce Sans"/>
                <a:cs typeface="Salesforce Sans"/>
                <a:sym typeface="Salesforce Sans"/>
              </a:endParaRPr>
            </a:p>
          </p:txBody>
        </p:sp>
        <p:sp>
          <p:nvSpPr>
            <p:cNvPr id="3360" name="Google Shape;3360;p87"/>
            <p:cNvSpPr txBox="1"/>
            <p:nvPr/>
          </p:nvSpPr>
          <p:spPr>
            <a:xfrm>
              <a:off x="8014197" y="2972651"/>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a:t>
              </a:r>
              <a:endParaRPr b="1" i="0" sz="900" u="none" cap="none" strike="noStrike">
                <a:solidFill>
                  <a:srgbClr val="086AFE"/>
                </a:solidFill>
                <a:latin typeface="Salesforce Sans"/>
                <a:ea typeface="Salesforce Sans"/>
                <a:cs typeface="Salesforce Sans"/>
                <a:sym typeface="Salesforce Sans"/>
              </a:endParaRPr>
            </a:p>
          </p:txBody>
        </p:sp>
        <p:sp>
          <p:nvSpPr>
            <p:cNvPr id="3361" name="Google Shape;3361;p87"/>
            <p:cNvSpPr txBox="1"/>
            <p:nvPr/>
          </p:nvSpPr>
          <p:spPr>
            <a:xfrm>
              <a:off x="8014197" y="8946738"/>
              <a:ext cx="815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Planning </a:t>
              </a:r>
              <a:endParaRPr b="1" i="0" sz="900" u="none" cap="none" strike="noStrike">
                <a:solidFill>
                  <a:srgbClr val="086AFE"/>
                </a:solidFill>
                <a:latin typeface="Salesforce Sans"/>
                <a:ea typeface="Salesforce Sans"/>
                <a:cs typeface="Salesforce Sans"/>
                <a:sym typeface="Salesforce Sans"/>
              </a:endParaRPr>
            </a:p>
          </p:txBody>
        </p:sp>
        <p:sp>
          <p:nvSpPr>
            <p:cNvPr id="3362" name="Google Shape;3362;p87"/>
            <p:cNvSpPr txBox="1"/>
            <p:nvPr/>
          </p:nvSpPr>
          <p:spPr>
            <a:xfrm>
              <a:off x="8014197" y="9718968"/>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Support &amp; Excellence </a:t>
              </a:r>
              <a:endParaRPr b="1" i="0" sz="900" u="none" cap="none" strike="noStrike">
                <a:solidFill>
                  <a:srgbClr val="086AFE"/>
                </a:solidFill>
                <a:latin typeface="Salesforce Sans"/>
                <a:ea typeface="Salesforce Sans"/>
                <a:cs typeface="Salesforce Sans"/>
                <a:sym typeface="Salesforce Sans"/>
              </a:endParaRPr>
            </a:p>
          </p:txBody>
        </p:sp>
        <p:sp>
          <p:nvSpPr>
            <p:cNvPr id="3363" name="Google Shape;3363;p87"/>
            <p:cNvSpPr txBox="1"/>
            <p:nvPr/>
          </p:nvSpPr>
          <p:spPr>
            <a:xfrm>
              <a:off x="9356208" y="1615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Work Order</a:t>
              </a:r>
              <a:endParaRPr sz="800">
                <a:latin typeface="Salesforce Sans"/>
                <a:ea typeface="Salesforce Sans"/>
                <a:cs typeface="Salesforce Sans"/>
                <a:sym typeface="Salesforce Sans"/>
              </a:endParaRPr>
            </a:p>
          </p:txBody>
        </p:sp>
        <p:sp>
          <p:nvSpPr>
            <p:cNvPr id="3364" name="Google Shape;3364;p87"/>
            <p:cNvSpPr txBox="1"/>
            <p:nvPr/>
          </p:nvSpPr>
          <p:spPr>
            <a:xfrm>
              <a:off x="9356195" y="1771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a:latin typeface="Salesforce Sans"/>
                <a:ea typeface="Salesforce Sans"/>
                <a:cs typeface="Salesforce Sans"/>
                <a:sym typeface="Salesforce Sans"/>
              </a:endParaRPr>
            </a:p>
          </p:txBody>
        </p:sp>
        <p:sp>
          <p:nvSpPr>
            <p:cNvPr id="3365" name="Google Shape;3365;p87"/>
            <p:cNvSpPr/>
            <p:nvPr/>
          </p:nvSpPr>
          <p:spPr>
            <a:xfrm>
              <a:off x="9220161" y="1789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66" name="Google Shape;3366;p87"/>
            <p:cNvSpPr txBox="1"/>
            <p:nvPr/>
          </p:nvSpPr>
          <p:spPr>
            <a:xfrm>
              <a:off x="6814436" y="1418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367" name="Google Shape;3367;p87"/>
            <p:cNvSpPr txBox="1"/>
            <p:nvPr/>
          </p:nvSpPr>
          <p:spPr>
            <a:xfrm>
              <a:off x="8014204" y="1418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368" name="Google Shape;3368;p87"/>
            <p:cNvGrpSpPr/>
            <p:nvPr/>
          </p:nvGrpSpPr>
          <p:grpSpPr>
            <a:xfrm>
              <a:off x="6834047" y="1641256"/>
              <a:ext cx="952541" cy="449700"/>
              <a:chOff x="5812280" y="1793656"/>
              <a:chExt cx="952541" cy="449700"/>
            </a:xfrm>
          </p:grpSpPr>
          <p:sp>
            <p:nvSpPr>
              <p:cNvPr id="3369" name="Google Shape;3369;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70" name="Google Shape;3370;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Plant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3371" name="Google Shape;3371;p87"/>
            <p:cNvSpPr txBox="1"/>
            <p:nvPr/>
          </p:nvSpPr>
          <p:spPr>
            <a:xfrm>
              <a:off x="9358037" y="1418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372" name="Google Shape;3372;p87"/>
            <p:cNvSpPr txBox="1"/>
            <p:nvPr/>
          </p:nvSpPr>
          <p:spPr>
            <a:xfrm>
              <a:off x="8014197" y="161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Internal Asset Management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3373" name="Google Shape;3373;p87"/>
            <p:cNvSpPr txBox="1"/>
            <p:nvPr/>
          </p:nvSpPr>
          <p:spPr>
            <a:xfrm>
              <a:off x="9356201" y="55417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 Assessment</a:t>
              </a:r>
              <a:endParaRPr i="0" sz="800" u="none" cap="none" strike="noStrike">
                <a:latin typeface="Salesforce Sans"/>
                <a:ea typeface="Salesforce Sans"/>
                <a:cs typeface="Salesforce Sans"/>
                <a:sym typeface="Salesforce Sans"/>
              </a:endParaRPr>
            </a:p>
          </p:txBody>
        </p:sp>
        <p:sp>
          <p:nvSpPr>
            <p:cNvPr id="3374" name="Google Shape;3374;p87"/>
            <p:cNvSpPr txBox="1"/>
            <p:nvPr/>
          </p:nvSpPr>
          <p:spPr>
            <a:xfrm>
              <a:off x="9356201" y="56903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Scorecard</a:t>
              </a:r>
              <a:endParaRPr i="0" sz="800" u="none" cap="none" strike="noStrike">
                <a:latin typeface="Salesforce Sans"/>
                <a:ea typeface="Salesforce Sans"/>
                <a:cs typeface="Salesforce Sans"/>
                <a:sym typeface="Salesforce Sans"/>
              </a:endParaRPr>
            </a:p>
          </p:txBody>
        </p:sp>
        <p:sp>
          <p:nvSpPr>
            <p:cNvPr id="3375" name="Google Shape;3375;p87"/>
            <p:cNvSpPr txBox="1"/>
            <p:nvPr/>
          </p:nvSpPr>
          <p:spPr>
            <a:xfrm>
              <a:off x="9356200" y="58389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Corrective Action</a:t>
              </a:r>
              <a:endParaRPr sz="800">
                <a:latin typeface="Salesforce Sans"/>
                <a:ea typeface="Salesforce Sans"/>
                <a:cs typeface="Salesforce Sans"/>
                <a:sym typeface="Salesforce Sans"/>
              </a:endParaRPr>
            </a:p>
          </p:txBody>
        </p:sp>
        <p:sp>
          <p:nvSpPr>
            <p:cNvPr id="3376" name="Google Shape;3376;p87"/>
            <p:cNvSpPr txBox="1"/>
            <p:nvPr/>
          </p:nvSpPr>
          <p:spPr>
            <a:xfrm>
              <a:off x="9356201" y="59901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a:t>
              </a:r>
              <a:endParaRPr i="0" sz="800" u="none" cap="none" strike="noStrike">
                <a:latin typeface="Salesforce Sans"/>
                <a:ea typeface="Salesforce Sans"/>
                <a:cs typeface="Salesforce Sans"/>
                <a:sym typeface="Salesforce Sans"/>
              </a:endParaRPr>
            </a:p>
          </p:txBody>
        </p:sp>
        <p:sp>
          <p:nvSpPr>
            <p:cNvPr id="3377" name="Google Shape;3377;p87"/>
            <p:cNvSpPr txBox="1"/>
            <p:nvPr/>
          </p:nvSpPr>
          <p:spPr>
            <a:xfrm>
              <a:off x="9356201" y="61299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Financial Reconciliation</a:t>
              </a:r>
              <a:endParaRPr i="0" sz="800" u="none" cap="none" strike="noStrike">
                <a:latin typeface="Salesforce Sans"/>
                <a:ea typeface="Salesforce Sans"/>
                <a:cs typeface="Salesforce Sans"/>
                <a:sym typeface="Salesforce Sans"/>
              </a:endParaRPr>
            </a:p>
          </p:txBody>
        </p:sp>
        <p:sp>
          <p:nvSpPr>
            <p:cNvPr id="3378" name="Google Shape;3378;p87"/>
            <p:cNvSpPr/>
            <p:nvPr/>
          </p:nvSpPr>
          <p:spPr>
            <a:xfrm>
              <a:off x="9220161" y="57089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79" name="Google Shape;3379;p87"/>
            <p:cNvSpPr/>
            <p:nvPr/>
          </p:nvSpPr>
          <p:spPr>
            <a:xfrm>
              <a:off x="9220161" y="58575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80" name="Google Shape;3380;p87"/>
            <p:cNvSpPr/>
            <p:nvPr/>
          </p:nvSpPr>
          <p:spPr>
            <a:xfrm>
              <a:off x="9220161" y="60087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81" name="Google Shape;3381;p87"/>
            <p:cNvSpPr/>
            <p:nvPr/>
          </p:nvSpPr>
          <p:spPr>
            <a:xfrm>
              <a:off x="9220161" y="61485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82" name="Google Shape;3382;p87"/>
            <p:cNvSpPr/>
            <p:nvPr/>
          </p:nvSpPr>
          <p:spPr>
            <a:xfrm>
              <a:off x="9220161" y="55603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3383" name="Google Shape;3383;p87"/>
            <p:cNvGrpSpPr/>
            <p:nvPr/>
          </p:nvGrpSpPr>
          <p:grpSpPr>
            <a:xfrm>
              <a:off x="6834047" y="3337659"/>
              <a:ext cx="952541" cy="449700"/>
              <a:chOff x="5812280" y="1793656"/>
              <a:chExt cx="952541" cy="449700"/>
            </a:xfrm>
          </p:grpSpPr>
          <p:sp>
            <p:nvSpPr>
              <p:cNvPr id="3384" name="Google Shape;3384;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85" name="Google Shape;3385;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grpSp>
          <p:nvGrpSpPr>
            <p:cNvPr id="3386" name="Google Shape;3386;p87"/>
            <p:cNvGrpSpPr/>
            <p:nvPr/>
          </p:nvGrpSpPr>
          <p:grpSpPr>
            <a:xfrm>
              <a:off x="6834047" y="8972002"/>
              <a:ext cx="952541" cy="449700"/>
              <a:chOff x="5812280" y="1793656"/>
              <a:chExt cx="952541" cy="449700"/>
            </a:xfrm>
          </p:grpSpPr>
          <p:sp>
            <p:nvSpPr>
              <p:cNvPr id="3387" name="Google Shape;3387;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88" name="Google Shape;3388;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3389" name="Google Shape;3389;p87"/>
            <p:cNvSpPr txBox="1"/>
            <p:nvPr/>
          </p:nvSpPr>
          <p:spPr>
            <a:xfrm>
              <a:off x="9356201" y="89491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3390" name="Google Shape;3390;p87"/>
            <p:cNvSpPr txBox="1"/>
            <p:nvPr/>
          </p:nvSpPr>
          <p:spPr>
            <a:xfrm>
              <a:off x="9356201" y="909776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3391" name="Google Shape;3391;p87"/>
            <p:cNvSpPr txBox="1"/>
            <p:nvPr/>
          </p:nvSpPr>
          <p:spPr>
            <a:xfrm>
              <a:off x="9356201" y="9246373"/>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Field Service Scheduling</a:t>
              </a:r>
              <a:endParaRPr i="0" sz="800" u="none" cap="none" strike="noStrike">
                <a:latin typeface="Salesforce Sans"/>
                <a:ea typeface="Salesforce Sans"/>
                <a:cs typeface="Salesforce Sans"/>
                <a:sym typeface="Salesforce Sans"/>
              </a:endParaRPr>
            </a:p>
          </p:txBody>
        </p:sp>
        <p:sp>
          <p:nvSpPr>
            <p:cNvPr id="3392" name="Google Shape;3392;p87"/>
            <p:cNvSpPr txBox="1"/>
            <p:nvPr/>
          </p:nvSpPr>
          <p:spPr>
            <a:xfrm>
              <a:off x="9356201" y="939757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Inventory</a:t>
              </a:r>
              <a:endParaRPr i="0" sz="800" u="none" cap="none" strike="noStrike">
                <a:latin typeface="Salesforce Sans"/>
                <a:ea typeface="Salesforce Sans"/>
                <a:cs typeface="Salesforce Sans"/>
                <a:sym typeface="Salesforce Sans"/>
              </a:endParaRPr>
            </a:p>
          </p:txBody>
        </p:sp>
        <p:sp>
          <p:nvSpPr>
            <p:cNvPr id="3393" name="Google Shape;3393;p87"/>
            <p:cNvSpPr txBox="1"/>
            <p:nvPr/>
          </p:nvSpPr>
          <p:spPr>
            <a:xfrm>
              <a:off x="9356201" y="953736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3394" name="Google Shape;3394;p87"/>
            <p:cNvSpPr/>
            <p:nvPr/>
          </p:nvSpPr>
          <p:spPr>
            <a:xfrm>
              <a:off x="9220161" y="91163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5" name="Google Shape;3395;p87"/>
            <p:cNvSpPr/>
            <p:nvPr/>
          </p:nvSpPr>
          <p:spPr>
            <a:xfrm>
              <a:off x="9220161" y="926497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96" name="Google Shape;3396;p87"/>
            <p:cNvSpPr/>
            <p:nvPr/>
          </p:nvSpPr>
          <p:spPr>
            <a:xfrm>
              <a:off x="9220161" y="94161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7" name="Google Shape;3397;p87"/>
            <p:cNvSpPr/>
            <p:nvPr/>
          </p:nvSpPr>
          <p:spPr>
            <a:xfrm>
              <a:off x="9220161" y="955597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8" name="Google Shape;3398;p87"/>
            <p:cNvSpPr/>
            <p:nvPr/>
          </p:nvSpPr>
          <p:spPr>
            <a:xfrm>
              <a:off x="9220161" y="89677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9" name="Google Shape;3399;p87"/>
            <p:cNvSpPr txBox="1"/>
            <p:nvPr/>
          </p:nvSpPr>
          <p:spPr>
            <a:xfrm>
              <a:off x="9356201" y="828934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3400" name="Google Shape;3400;p87"/>
            <p:cNvSpPr txBox="1"/>
            <p:nvPr/>
          </p:nvSpPr>
          <p:spPr>
            <a:xfrm>
              <a:off x="9356200" y="8437944"/>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Case Resolution</a:t>
              </a:r>
              <a:endParaRPr sz="800">
                <a:latin typeface="Salesforce Sans"/>
                <a:ea typeface="Salesforce Sans"/>
                <a:cs typeface="Salesforce Sans"/>
                <a:sym typeface="Salesforce Sans"/>
              </a:endParaRPr>
            </a:p>
          </p:txBody>
        </p:sp>
        <p:sp>
          <p:nvSpPr>
            <p:cNvPr id="3401" name="Google Shape;3401;p87"/>
            <p:cNvSpPr txBox="1"/>
            <p:nvPr/>
          </p:nvSpPr>
          <p:spPr>
            <a:xfrm>
              <a:off x="9356200" y="85865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a:latin typeface="Salesforce Sans"/>
                <a:ea typeface="Salesforce Sans"/>
                <a:cs typeface="Salesforce Sans"/>
                <a:sym typeface="Salesforce Sans"/>
              </a:endParaRPr>
            </a:p>
          </p:txBody>
        </p:sp>
        <p:sp>
          <p:nvSpPr>
            <p:cNvPr id="3402" name="Google Shape;3402;p87"/>
            <p:cNvSpPr/>
            <p:nvPr/>
          </p:nvSpPr>
          <p:spPr>
            <a:xfrm>
              <a:off x="9220161" y="84565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3" name="Google Shape;3403;p87"/>
            <p:cNvSpPr/>
            <p:nvPr/>
          </p:nvSpPr>
          <p:spPr>
            <a:xfrm>
              <a:off x="9220161" y="86051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04" name="Google Shape;3404;p87"/>
            <p:cNvSpPr txBox="1"/>
            <p:nvPr/>
          </p:nvSpPr>
          <p:spPr>
            <a:xfrm>
              <a:off x="9356200" y="87377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a:latin typeface="Salesforce Sans"/>
                <a:ea typeface="Salesforce Sans"/>
                <a:cs typeface="Salesforce Sans"/>
                <a:sym typeface="Salesforce Sans"/>
              </a:endParaRPr>
            </a:p>
          </p:txBody>
        </p:sp>
        <p:sp>
          <p:nvSpPr>
            <p:cNvPr id="3405" name="Google Shape;3405;p87"/>
            <p:cNvSpPr/>
            <p:nvPr/>
          </p:nvSpPr>
          <p:spPr>
            <a:xfrm>
              <a:off x="9220161" y="87563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6" name="Google Shape;3406;p87"/>
            <p:cNvSpPr/>
            <p:nvPr/>
          </p:nvSpPr>
          <p:spPr>
            <a:xfrm>
              <a:off x="9220161" y="83079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7" name="Google Shape;3407;p87"/>
            <p:cNvSpPr/>
            <p:nvPr/>
          </p:nvSpPr>
          <p:spPr>
            <a:xfrm>
              <a:off x="9220161" y="1634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08" name="Google Shape;3408;p87"/>
            <p:cNvSpPr txBox="1"/>
            <p:nvPr/>
          </p:nvSpPr>
          <p:spPr>
            <a:xfrm>
              <a:off x="9356208" y="1975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Inspection Data Capture</a:t>
              </a:r>
              <a:endParaRPr i="0" sz="800" u="none" cap="none" strike="noStrike">
                <a:latin typeface="Salesforce Sans"/>
                <a:ea typeface="Salesforce Sans"/>
                <a:cs typeface="Salesforce Sans"/>
                <a:sym typeface="Salesforce Sans"/>
              </a:endParaRPr>
            </a:p>
          </p:txBody>
        </p:sp>
        <p:sp>
          <p:nvSpPr>
            <p:cNvPr id="3409" name="Google Shape;3409;p87"/>
            <p:cNvSpPr txBox="1"/>
            <p:nvPr/>
          </p:nvSpPr>
          <p:spPr>
            <a:xfrm>
              <a:off x="9356208" y="21271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Defect Detection</a:t>
              </a:r>
              <a:endParaRPr i="0" sz="800" u="none" cap="none" strike="noStrike">
                <a:latin typeface="Salesforce Sans"/>
                <a:ea typeface="Salesforce Sans"/>
                <a:cs typeface="Salesforce Sans"/>
                <a:sym typeface="Salesforce Sans"/>
              </a:endParaRPr>
            </a:p>
          </p:txBody>
        </p:sp>
        <p:sp>
          <p:nvSpPr>
            <p:cNvPr id="3410" name="Google Shape;3410;p87"/>
            <p:cNvSpPr txBox="1"/>
            <p:nvPr/>
          </p:nvSpPr>
          <p:spPr>
            <a:xfrm>
              <a:off x="9356207" y="226692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Analytics</a:t>
              </a:r>
              <a:endParaRPr sz="800">
                <a:latin typeface="Salesforce Sans"/>
                <a:ea typeface="Salesforce Sans"/>
                <a:cs typeface="Salesforce Sans"/>
                <a:sym typeface="Salesforce Sans"/>
              </a:endParaRPr>
            </a:p>
          </p:txBody>
        </p:sp>
        <p:sp>
          <p:nvSpPr>
            <p:cNvPr id="3411" name="Google Shape;3411;p87"/>
            <p:cNvSpPr/>
            <p:nvPr/>
          </p:nvSpPr>
          <p:spPr>
            <a:xfrm>
              <a:off x="9220161" y="199453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2" name="Google Shape;3412;p87"/>
            <p:cNvSpPr/>
            <p:nvPr/>
          </p:nvSpPr>
          <p:spPr>
            <a:xfrm>
              <a:off x="9220161" y="21457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13" name="Google Shape;3413;p87"/>
            <p:cNvSpPr/>
            <p:nvPr/>
          </p:nvSpPr>
          <p:spPr>
            <a:xfrm>
              <a:off x="9220161" y="2285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14" name="Google Shape;3414;p87"/>
            <p:cNvSpPr txBox="1"/>
            <p:nvPr/>
          </p:nvSpPr>
          <p:spPr>
            <a:xfrm>
              <a:off x="9356208" y="241747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Compliance</a:t>
              </a:r>
              <a:endParaRPr i="0" sz="800" u="none" cap="none" strike="noStrike">
                <a:latin typeface="Salesforce Sans"/>
                <a:ea typeface="Salesforce Sans"/>
                <a:cs typeface="Salesforce Sans"/>
                <a:sym typeface="Salesforce Sans"/>
              </a:endParaRPr>
            </a:p>
          </p:txBody>
        </p:sp>
        <p:sp>
          <p:nvSpPr>
            <p:cNvPr id="3415" name="Google Shape;3415;p87"/>
            <p:cNvSpPr/>
            <p:nvPr/>
          </p:nvSpPr>
          <p:spPr>
            <a:xfrm>
              <a:off x="9220161" y="24360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6" name="Google Shape;3416;p87"/>
            <p:cNvSpPr txBox="1"/>
            <p:nvPr/>
          </p:nvSpPr>
          <p:spPr>
            <a:xfrm>
              <a:off x="9356208" y="26217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Collection</a:t>
              </a:r>
              <a:endParaRPr i="0" sz="800" u="none" cap="none" strike="noStrike">
                <a:latin typeface="Salesforce Sans"/>
                <a:ea typeface="Salesforce Sans"/>
                <a:cs typeface="Salesforce Sans"/>
                <a:sym typeface="Salesforce Sans"/>
              </a:endParaRPr>
            </a:p>
          </p:txBody>
        </p:sp>
        <p:sp>
          <p:nvSpPr>
            <p:cNvPr id="3417" name="Google Shape;3417;p87"/>
            <p:cNvSpPr txBox="1"/>
            <p:nvPr/>
          </p:nvSpPr>
          <p:spPr>
            <a:xfrm>
              <a:off x="9356208" y="27729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3418" name="Google Shape;3418;p87"/>
            <p:cNvSpPr/>
            <p:nvPr/>
          </p:nvSpPr>
          <p:spPr>
            <a:xfrm>
              <a:off x="9220161" y="26403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9" name="Google Shape;3419;p87"/>
            <p:cNvSpPr/>
            <p:nvPr/>
          </p:nvSpPr>
          <p:spPr>
            <a:xfrm>
              <a:off x="9220161" y="279152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20" name="Google Shape;3420;p87"/>
            <p:cNvSpPr txBox="1"/>
            <p:nvPr/>
          </p:nvSpPr>
          <p:spPr>
            <a:xfrm>
              <a:off x="9356208" y="29712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Planning</a:t>
              </a:r>
              <a:endParaRPr i="0" sz="800" u="none" cap="none" strike="noStrike">
                <a:latin typeface="Salesforce Sans"/>
                <a:ea typeface="Salesforce Sans"/>
                <a:cs typeface="Salesforce Sans"/>
                <a:sym typeface="Salesforce Sans"/>
              </a:endParaRPr>
            </a:p>
          </p:txBody>
        </p:sp>
        <p:sp>
          <p:nvSpPr>
            <p:cNvPr id="3421" name="Google Shape;3421;p87"/>
            <p:cNvSpPr txBox="1"/>
            <p:nvPr/>
          </p:nvSpPr>
          <p:spPr>
            <a:xfrm>
              <a:off x="9356208" y="31224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Verification</a:t>
              </a:r>
              <a:endParaRPr i="0" sz="800" u="none" cap="none" strike="noStrike">
                <a:latin typeface="Salesforce Sans"/>
                <a:ea typeface="Salesforce Sans"/>
                <a:cs typeface="Salesforce Sans"/>
                <a:sym typeface="Salesforce Sans"/>
              </a:endParaRPr>
            </a:p>
          </p:txBody>
        </p:sp>
        <p:sp>
          <p:nvSpPr>
            <p:cNvPr id="3422" name="Google Shape;3422;p87"/>
            <p:cNvSpPr/>
            <p:nvPr/>
          </p:nvSpPr>
          <p:spPr>
            <a:xfrm>
              <a:off x="9220161" y="298985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23" name="Google Shape;3423;p87"/>
            <p:cNvSpPr txBox="1"/>
            <p:nvPr/>
          </p:nvSpPr>
          <p:spPr>
            <a:xfrm>
              <a:off x="9356201" y="3309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i="0" sz="800" u="none" cap="none" strike="noStrike">
                <a:latin typeface="Salesforce Sans"/>
                <a:ea typeface="Salesforce Sans"/>
                <a:cs typeface="Salesforce Sans"/>
                <a:sym typeface="Salesforce Sans"/>
              </a:endParaRPr>
            </a:p>
          </p:txBody>
        </p:sp>
        <p:sp>
          <p:nvSpPr>
            <p:cNvPr id="3424" name="Google Shape;3424;p87"/>
            <p:cNvSpPr txBox="1"/>
            <p:nvPr/>
          </p:nvSpPr>
          <p:spPr>
            <a:xfrm>
              <a:off x="9356201" y="3458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i="0" sz="800" u="none" cap="none" strike="noStrike">
                <a:latin typeface="Salesforce Sans"/>
                <a:ea typeface="Salesforce Sans"/>
                <a:cs typeface="Salesforce Sans"/>
                <a:sym typeface="Salesforce Sans"/>
              </a:endParaRPr>
            </a:p>
          </p:txBody>
        </p:sp>
        <p:sp>
          <p:nvSpPr>
            <p:cNvPr id="3425" name="Google Shape;3425;p87"/>
            <p:cNvSpPr txBox="1"/>
            <p:nvPr/>
          </p:nvSpPr>
          <p:spPr>
            <a:xfrm>
              <a:off x="9356200" y="36066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3426" name="Google Shape;3426;p87"/>
            <p:cNvSpPr txBox="1"/>
            <p:nvPr/>
          </p:nvSpPr>
          <p:spPr>
            <a:xfrm>
              <a:off x="9356201" y="37578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Survey</a:t>
              </a:r>
              <a:endParaRPr sz="800">
                <a:latin typeface="Salesforce Sans"/>
                <a:ea typeface="Salesforce Sans"/>
                <a:cs typeface="Salesforce Sans"/>
                <a:sym typeface="Salesforce Sans"/>
              </a:endParaRPr>
            </a:p>
          </p:txBody>
        </p:sp>
        <p:sp>
          <p:nvSpPr>
            <p:cNvPr id="3427" name="Google Shape;3427;p87"/>
            <p:cNvSpPr txBox="1"/>
            <p:nvPr/>
          </p:nvSpPr>
          <p:spPr>
            <a:xfrm>
              <a:off x="9356201" y="38976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i="0" sz="800" u="none" cap="none" strike="noStrike">
                <a:latin typeface="Salesforce Sans"/>
                <a:ea typeface="Salesforce Sans"/>
                <a:cs typeface="Salesforce Sans"/>
                <a:sym typeface="Salesforce Sans"/>
              </a:endParaRPr>
            </a:p>
          </p:txBody>
        </p:sp>
        <p:sp>
          <p:nvSpPr>
            <p:cNvPr id="3428" name="Google Shape;3428;p87"/>
            <p:cNvSpPr/>
            <p:nvPr/>
          </p:nvSpPr>
          <p:spPr>
            <a:xfrm>
              <a:off x="9220161" y="34766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29" name="Google Shape;3429;p87"/>
            <p:cNvSpPr/>
            <p:nvPr/>
          </p:nvSpPr>
          <p:spPr>
            <a:xfrm>
              <a:off x="9220161" y="36252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30" name="Google Shape;3430;p87"/>
            <p:cNvSpPr/>
            <p:nvPr/>
          </p:nvSpPr>
          <p:spPr>
            <a:xfrm>
              <a:off x="9220161" y="37764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1" name="Google Shape;3431;p87"/>
            <p:cNvSpPr/>
            <p:nvPr/>
          </p:nvSpPr>
          <p:spPr>
            <a:xfrm>
              <a:off x="9220161" y="39162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2" name="Google Shape;3432;p87"/>
            <p:cNvSpPr/>
            <p:nvPr/>
          </p:nvSpPr>
          <p:spPr>
            <a:xfrm>
              <a:off x="9220161" y="33280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3" name="Google Shape;3433;p87"/>
            <p:cNvSpPr txBox="1"/>
            <p:nvPr/>
          </p:nvSpPr>
          <p:spPr>
            <a:xfrm>
              <a:off x="9356201" y="410168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Order Intake</a:t>
              </a:r>
              <a:endParaRPr i="0" sz="800" u="none" cap="none" strike="noStrike">
                <a:latin typeface="Salesforce Sans"/>
                <a:ea typeface="Salesforce Sans"/>
                <a:cs typeface="Salesforce Sans"/>
                <a:sym typeface="Salesforce Sans"/>
              </a:endParaRPr>
            </a:p>
          </p:txBody>
        </p:sp>
        <p:sp>
          <p:nvSpPr>
            <p:cNvPr id="3434" name="Google Shape;3434;p87"/>
            <p:cNvSpPr txBox="1"/>
            <p:nvPr/>
          </p:nvSpPr>
          <p:spPr>
            <a:xfrm>
              <a:off x="9356201" y="425029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3435" name="Google Shape;3435;p87"/>
            <p:cNvSpPr txBox="1"/>
            <p:nvPr/>
          </p:nvSpPr>
          <p:spPr>
            <a:xfrm>
              <a:off x="9356200" y="4398913"/>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Supply Plan Optimizer</a:t>
              </a:r>
              <a:endParaRPr sz="800">
                <a:latin typeface="Salesforce Sans"/>
                <a:ea typeface="Salesforce Sans"/>
                <a:cs typeface="Salesforce Sans"/>
                <a:sym typeface="Salesforce Sans"/>
              </a:endParaRPr>
            </a:p>
          </p:txBody>
        </p:sp>
        <p:sp>
          <p:nvSpPr>
            <p:cNvPr id="3436" name="Google Shape;3436;p87"/>
            <p:cNvSpPr txBox="1"/>
            <p:nvPr/>
          </p:nvSpPr>
          <p:spPr>
            <a:xfrm>
              <a:off x="9356201" y="45501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SIOP Scenario Simulator</a:t>
              </a:r>
              <a:endParaRPr i="0" sz="800" u="none" cap="none" strike="noStrike">
                <a:latin typeface="Salesforce Sans"/>
                <a:ea typeface="Salesforce Sans"/>
                <a:cs typeface="Salesforce Sans"/>
                <a:sym typeface="Salesforce Sans"/>
              </a:endParaRPr>
            </a:p>
          </p:txBody>
        </p:sp>
        <p:sp>
          <p:nvSpPr>
            <p:cNvPr id="3437" name="Google Shape;3437;p87"/>
            <p:cNvSpPr txBox="1"/>
            <p:nvPr/>
          </p:nvSpPr>
          <p:spPr>
            <a:xfrm>
              <a:off x="9356201" y="4689893"/>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Balancer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38" name="Google Shape;3438;p87"/>
            <p:cNvSpPr/>
            <p:nvPr/>
          </p:nvSpPr>
          <p:spPr>
            <a:xfrm>
              <a:off x="9220161" y="4268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9" name="Google Shape;3439;p87"/>
            <p:cNvSpPr/>
            <p:nvPr/>
          </p:nvSpPr>
          <p:spPr>
            <a:xfrm>
              <a:off x="9220161" y="44175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40" name="Google Shape;3440;p87"/>
            <p:cNvSpPr/>
            <p:nvPr/>
          </p:nvSpPr>
          <p:spPr>
            <a:xfrm>
              <a:off x="9220161" y="4708504"/>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1" name="Google Shape;3441;p87"/>
            <p:cNvSpPr/>
            <p:nvPr/>
          </p:nvSpPr>
          <p:spPr>
            <a:xfrm>
              <a:off x="9220161" y="41202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2" name="Google Shape;3442;p87"/>
            <p:cNvSpPr txBox="1"/>
            <p:nvPr/>
          </p:nvSpPr>
          <p:spPr>
            <a:xfrm>
              <a:off x="9356201" y="489131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3443" name="Google Shape;3443;p87"/>
            <p:cNvSpPr txBox="1"/>
            <p:nvPr/>
          </p:nvSpPr>
          <p:spPr>
            <a:xfrm>
              <a:off x="9356201" y="503992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 Status Inquiry</a:t>
              </a:r>
              <a:endParaRPr i="0" sz="800" u="none" cap="none" strike="noStrike">
                <a:latin typeface="Salesforce Sans"/>
                <a:ea typeface="Salesforce Sans"/>
                <a:cs typeface="Salesforce Sans"/>
                <a:sym typeface="Salesforce Sans"/>
              </a:endParaRPr>
            </a:p>
          </p:txBody>
        </p:sp>
        <p:sp>
          <p:nvSpPr>
            <p:cNvPr id="3444" name="Google Shape;3444;p87"/>
            <p:cNvSpPr txBox="1"/>
            <p:nvPr/>
          </p:nvSpPr>
          <p:spPr>
            <a:xfrm>
              <a:off x="9356200" y="518853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Claims Validity Check</a:t>
              </a:r>
              <a:endParaRPr sz="800">
                <a:latin typeface="Salesforce Sans"/>
                <a:ea typeface="Salesforce Sans"/>
                <a:cs typeface="Salesforce Sans"/>
                <a:sym typeface="Salesforce Sans"/>
              </a:endParaRPr>
            </a:p>
          </p:txBody>
        </p:sp>
        <p:sp>
          <p:nvSpPr>
            <p:cNvPr id="3445" name="Google Shape;3445;p87"/>
            <p:cNvSpPr txBox="1"/>
            <p:nvPr/>
          </p:nvSpPr>
          <p:spPr>
            <a:xfrm>
              <a:off x="9356201" y="533973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a:t>
              </a:r>
              <a:endParaRPr i="0" sz="800" u="none" cap="none" strike="noStrike">
                <a:latin typeface="Salesforce Sans"/>
                <a:ea typeface="Salesforce Sans"/>
                <a:cs typeface="Salesforce Sans"/>
                <a:sym typeface="Salesforce Sans"/>
              </a:endParaRPr>
            </a:p>
          </p:txBody>
        </p:sp>
        <p:sp>
          <p:nvSpPr>
            <p:cNvPr id="3446" name="Google Shape;3446;p87"/>
            <p:cNvSpPr/>
            <p:nvPr/>
          </p:nvSpPr>
          <p:spPr>
            <a:xfrm>
              <a:off x="9220161" y="505852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7" name="Google Shape;3447;p87"/>
            <p:cNvSpPr/>
            <p:nvPr/>
          </p:nvSpPr>
          <p:spPr>
            <a:xfrm>
              <a:off x="9220161" y="520713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48" name="Google Shape;3448;p87"/>
            <p:cNvSpPr/>
            <p:nvPr/>
          </p:nvSpPr>
          <p:spPr>
            <a:xfrm>
              <a:off x="9220161" y="53583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9" name="Google Shape;3449;p87"/>
            <p:cNvSpPr/>
            <p:nvPr/>
          </p:nvSpPr>
          <p:spPr>
            <a:xfrm>
              <a:off x="9220161" y="49099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0" name="Google Shape;3450;p87"/>
            <p:cNvSpPr txBox="1"/>
            <p:nvPr/>
          </p:nvSpPr>
          <p:spPr>
            <a:xfrm>
              <a:off x="9356201" y="63364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Term Exception Approval</a:t>
              </a:r>
              <a:endParaRPr i="0" sz="800" u="none" cap="none" strike="noStrike">
                <a:latin typeface="Salesforce Sans"/>
                <a:ea typeface="Salesforce Sans"/>
                <a:cs typeface="Salesforce Sans"/>
                <a:sym typeface="Salesforce Sans"/>
              </a:endParaRPr>
            </a:p>
          </p:txBody>
        </p:sp>
        <p:sp>
          <p:nvSpPr>
            <p:cNvPr id="3451" name="Google Shape;3451;p87"/>
            <p:cNvSpPr txBox="1"/>
            <p:nvPr/>
          </p:nvSpPr>
          <p:spPr>
            <a:xfrm>
              <a:off x="9356200" y="64850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 Exception Approval</a:t>
              </a:r>
              <a:endParaRPr sz="800">
                <a:latin typeface="Salesforce Sans"/>
                <a:ea typeface="Salesforce Sans"/>
                <a:cs typeface="Salesforce Sans"/>
                <a:sym typeface="Salesforce Sans"/>
              </a:endParaRPr>
            </a:p>
          </p:txBody>
        </p:sp>
        <p:sp>
          <p:nvSpPr>
            <p:cNvPr id="3452" name="Google Shape;3452;p87"/>
            <p:cNvSpPr txBox="1"/>
            <p:nvPr/>
          </p:nvSpPr>
          <p:spPr>
            <a:xfrm>
              <a:off x="9356199" y="66362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Communication</a:t>
              </a:r>
              <a:endParaRPr i="0" sz="800" u="none" cap="none" strike="noStrike">
                <a:latin typeface="Salesforce Sans"/>
                <a:ea typeface="Salesforce Sans"/>
                <a:cs typeface="Salesforce Sans"/>
                <a:sym typeface="Salesforce Sans"/>
              </a:endParaRPr>
            </a:p>
          </p:txBody>
        </p:sp>
        <p:sp>
          <p:nvSpPr>
            <p:cNvPr id="3453" name="Google Shape;3453;p87"/>
            <p:cNvSpPr/>
            <p:nvPr/>
          </p:nvSpPr>
          <p:spPr>
            <a:xfrm>
              <a:off x="9220161" y="63550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4" name="Google Shape;3454;p87"/>
            <p:cNvSpPr/>
            <p:nvPr/>
          </p:nvSpPr>
          <p:spPr>
            <a:xfrm>
              <a:off x="9220161" y="65036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55" name="Google Shape;3455;p87"/>
            <p:cNvSpPr/>
            <p:nvPr/>
          </p:nvSpPr>
          <p:spPr>
            <a:xfrm>
              <a:off x="9220161" y="66548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6" name="Google Shape;3456;p87"/>
            <p:cNvSpPr txBox="1"/>
            <p:nvPr/>
          </p:nvSpPr>
          <p:spPr>
            <a:xfrm>
              <a:off x="9356201" y="6842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3457" name="Google Shape;3457;p87"/>
            <p:cNvSpPr txBox="1"/>
            <p:nvPr/>
          </p:nvSpPr>
          <p:spPr>
            <a:xfrm>
              <a:off x="9356200" y="6991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Risk Analyzer</a:t>
              </a:r>
              <a:endParaRPr sz="800">
                <a:latin typeface="Salesforce Sans"/>
                <a:ea typeface="Salesforce Sans"/>
                <a:cs typeface="Salesforce Sans"/>
                <a:sym typeface="Salesforce Sans"/>
              </a:endParaRPr>
            </a:p>
          </p:txBody>
        </p:sp>
        <p:sp>
          <p:nvSpPr>
            <p:cNvPr id="3458" name="Google Shape;3458;p87"/>
            <p:cNvSpPr txBox="1"/>
            <p:nvPr/>
          </p:nvSpPr>
          <p:spPr>
            <a:xfrm>
              <a:off x="9356199" y="71425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Renewal Alert</a:t>
              </a:r>
              <a:endParaRPr i="0" sz="800" u="none" cap="none" strike="noStrike">
                <a:latin typeface="Salesforce Sans"/>
                <a:ea typeface="Salesforce Sans"/>
                <a:cs typeface="Salesforce Sans"/>
                <a:sym typeface="Salesforce Sans"/>
              </a:endParaRPr>
            </a:p>
          </p:txBody>
        </p:sp>
        <p:sp>
          <p:nvSpPr>
            <p:cNvPr id="3459" name="Google Shape;3459;p87"/>
            <p:cNvSpPr/>
            <p:nvPr/>
          </p:nvSpPr>
          <p:spPr>
            <a:xfrm>
              <a:off x="9220161" y="6861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0" name="Google Shape;3460;p87"/>
            <p:cNvSpPr/>
            <p:nvPr/>
          </p:nvSpPr>
          <p:spPr>
            <a:xfrm>
              <a:off x="9220161" y="7009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61" name="Google Shape;3461;p87"/>
            <p:cNvSpPr/>
            <p:nvPr/>
          </p:nvSpPr>
          <p:spPr>
            <a:xfrm>
              <a:off x="9220161" y="71611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2" name="Google Shape;3462;p87"/>
            <p:cNvSpPr txBox="1"/>
            <p:nvPr/>
          </p:nvSpPr>
          <p:spPr>
            <a:xfrm>
              <a:off x="9356201" y="7340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Search Criteria and Results</a:t>
              </a:r>
              <a:endParaRPr i="0" sz="800" u="none" cap="none" strike="noStrike">
                <a:latin typeface="Salesforce Sans"/>
                <a:ea typeface="Salesforce Sans"/>
                <a:cs typeface="Salesforce Sans"/>
                <a:sym typeface="Salesforce Sans"/>
              </a:endParaRPr>
            </a:p>
          </p:txBody>
        </p:sp>
        <p:sp>
          <p:nvSpPr>
            <p:cNvPr id="3463" name="Google Shape;3463;p87"/>
            <p:cNvSpPr txBox="1"/>
            <p:nvPr/>
          </p:nvSpPr>
          <p:spPr>
            <a:xfrm>
              <a:off x="9356200" y="7489006"/>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Inventory Details</a:t>
              </a:r>
              <a:endParaRPr sz="800">
                <a:latin typeface="Salesforce Sans"/>
                <a:ea typeface="Salesforce Sans"/>
                <a:cs typeface="Salesforce Sans"/>
                <a:sym typeface="Salesforce Sans"/>
              </a:endParaRPr>
            </a:p>
          </p:txBody>
        </p:sp>
        <p:sp>
          <p:nvSpPr>
            <p:cNvPr id="3464" name="Google Shape;3464;p87"/>
            <p:cNvSpPr txBox="1"/>
            <p:nvPr/>
          </p:nvSpPr>
          <p:spPr>
            <a:xfrm>
              <a:off x="9356200" y="763763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Product Request</a:t>
              </a:r>
              <a:endParaRPr sz="800">
                <a:latin typeface="Salesforce Sans"/>
                <a:ea typeface="Salesforce Sans"/>
                <a:cs typeface="Salesforce Sans"/>
                <a:sym typeface="Salesforce Sans"/>
              </a:endParaRPr>
            </a:p>
          </p:txBody>
        </p:sp>
        <p:sp>
          <p:nvSpPr>
            <p:cNvPr id="3465" name="Google Shape;3465;p87"/>
            <p:cNvSpPr txBox="1"/>
            <p:nvPr/>
          </p:nvSpPr>
          <p:spPr>
            <a:xfrm>
              <a:off x="9356201" y="7928612"/>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Material Recept &amp; Quality</a:t>
              </a:r>
              <a:endParaRPr i="0" sz="800" u="none" cap="none" strike="noStrike">
                <a:latin typeface="Salesforce Sans"/>
                <a:ea typeface="Salesforce Sans"/>
                <a:cs typeface="Salesforce Sans"/>
                <a:sym typeface="Salesforce Sans"/>
              </a:endParaRPr>
            </a:p>
          </p:txBody>
        </p:sp>
        <p:sp>
          <p:nvSpPr>
            <p:cNvPr id="3466" name="Google Shape;3466;p87"/>
            <p:cNvSpPr/>
            <p:nvPr/>
          </p:nvSpPr>
          <p:spPr>
            <a:xfrm>
              <a:off x="9220161" y="75076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7" name="Google Shape;3467;p87"/>
            <p:cNvSpPr txBox="1"/>
            <p:nvPr/>
          </p:nvSpPr>
          <p:spPr>
            <a:xfrm>
              <a:off x="9356200" y="7788831"/>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Managed Inventory</a:t>
              </a:r>
              <a:endParaRPr sz="800">
                <a:latin typeface="Salesforce Sans"/>
                <a:ea typeface="Salesforce Sans"/>
                <a:cs typeface="Salesforce Sans"/>
                <a:sym typeface="Salesforce Sans"/>
              </a:endParaRPr>
            </a:p>
          </p:txBody>
        </p:sp>
        <p:sp>
          <p:nvSpPr>
            <p:cNvPr id="3468" name="Google Shape;3468;p87"/>
            <p:cNvSpPr/>
            <p:nvPr/>
          </p:nvSpPr>
          <p:spPr>
            <a:xfrm>
              <a:off x="9220161" y="765622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69" name="Google Shape;3469;p87"/>
            <p:cNvSpPr/>
            <p:nvPr/>
          </p:nvSpPr>
          <p:spPr>
            <a:xfrm>
              <a:off x="9220161" y="780743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0" name="Google Shape;3470;p87"/>
            <p:cNvSpPr/>
            <p:nvPr/>
          </p:nvSpPr>
          <p:spPr>
            <a:xfrm>
              <a:off x="9220161" y="7947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1" name="Google Shape;3471;p87"/>
            <p:cNvSpPr/>
            <p:nvPr/>
          </p:nvSpPr>
          <p:spPr>
            <a:xfrm>
              <a:off x="9220161" y="73590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2" name="Google Shape;3472;p87"/>
            <p:cNvSpPr txBox="1"/>
            <p:nvPr/>
          </p:nvSpPr>
          <p:spPr>
            <a:xfrm>
              <a:off x="9356201" y="807915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Shelf Life Extension</a:t>
              </a:r>
              <a:endParaRPr sz="800">
                <a:latin typeface="Salesforce Sans"/>
                <a:ea typeface="Salesforce Sans"/>
                <a:cs typeface="Salesforce Sans"/>
                <a:sym typeface="Salesforce Sans"/>
              </a:endParaRPr>
            </a:p>
          </p:txBody>
        </p:sp>
        <p:sp>
          <p:nvSpPr>
            <p:cNvPr id="3473" name="Google Shape;3473;p87"/>
            <p:cNvSpPr/>
            <p:nvPr/>
          </p:nvSpPr>
          <p:spPr>
            <a:xfrm>
              <a:off x="9220161" y="809776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74" name="Google Shape;3474;p87"/>
            <p:cNvSpPr txBox="1"/>
            <p:nvPr/>
          </p:nvSpPr>
          <p:spPr>
            <a:xfrm>
              <a:off x="9356200" y="9742788"/>
              <a:ext cx="3343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a:latin typeface="Salesforce Sans"/>
                <a:ea typeface="Salesforce Sans"/>
                <a:cs typeface="Salesforce Sans"/>
                <a:sym typeface="Salesforce Sans"/>
              </a:endParaRPr>
            </a:p>
          </p:txBody>
        </p:sp>
        <p:sp>
          <p:nvSpPr>
            <p:cNvPr id="3475" name="Google Shape;3475;p87"/>
            <p:cNvSpPr txBox="1"/>
            <p:nvPr/>
          </p:nvSpPr>
          <p:spPr>
            <a:xfrm>
              <a:off x="9356201" y="989140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Diagnostic Support</a:t>
              </a:r>
              <a:endParaRPr i="0" sz="800" u="none" cap="none" strike="noStrike">
                <a:latin typeface="Salesforce Sans"/>
                <a:ea typeface="Salesforce Sans"/>
                <a:cs typeface="Salesforce Sans"/>
                <a:sym typeface="Salesforce Sans"/>
              </a:endParaRPr>
            </a:p>
          </p:txBody>
        </p:sp>
        <p:sp>
          <p:nvSpPr>
            <p:cNvPr id="3476" name="Google Shape;3476;p87"/>
            <p:cNvSpPr txBox="1"/>
            <p:nvPr/>
          </p:nvSpPr>
          <p:spPr>
            <a:xfrm>
              <a:off x="9356200" y="10040013"/>
              <a:ext cx="28080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Appointment Information for Field Service</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800"/>
                <a:buFont typeface="Arial"/>
                <a:buNone/>
              </a:pPr>
              <a:r>
                <a:t/>
              </a:r>
              <a:endParaRPr sz="800">
                <a:latin typeface="Salesforce Sans"/>
                <a:ea typeface="Salesforce Sans"/>
                <a:cs typeface="Salesforce Sans"/>
                <a:sym typeface="Salesforce Sans"/>
              </a:endParaRPr>
            </a:p>
          </p:txBody>
        </p:sp>
        <p:sp>
          <p:nvSpPr>
            <p:cNvPr id="3477" name="Google Shape;3477;p87"/>
            <p:cNvSpPr txBox="1"/>
            <p:nvPr/>
          </p:nvSpPr>
          <p:spPr>
            <a:xfrm>
              <a:off x="9356200" y="10185263"/>
              <a:ext cx="2451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 Time Slots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78" name="Google Shape;3478;p87"/>
            <p:cNvSpPr txBox="1"/>
            <p:nvPr/>
          </p:nvSpPr>
          <p:spPr>
            <a:xfrm>
              <a:off x="9356200" y="10325038"/>
              <a:ext cx="24984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Appointments to Fill Gaps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79" name="Google Shape;3479;p87"/>
            <p:cNvSpPr/>
            <p:nvPr/>
          </p:nvSpPr>
          <p:spPr>
            <a:xfrm>
              <a:off x="9220161" y="99100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0" name="Google Shape;3480;p87"/>
            <p:cNvSpPr/>
            <p:nvPr/>
          </p:nvSpPr>
          <p:spPr>
            <a:xfrm>
              <a:off x="9220161" y="100586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81" name="Google Shape;3481;p87"/>
            <p:cNvSpPr/>
            <p:nvPr/>
          </p:nvSpPr>
          <p:spPr>
            <a:xfrm>
              <a:off x="9220161" y="10203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2" name="Google Shape;3482;p87"/>
            <p:cNvSpPr/>
            <p:nvPr/>
          </p:nvSpPr>
          <p:spPr>
            <a:xfrm>
              <a:off x="9220161" y="103436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3" name="Google Shape;3483;p87"/>
            <p:cNvSpPr/>
            <p:nvPr/>
          </p:nvSpPr>
          <p:spPr>
            <a:xfrm>
              <a:off x="9220161" y="97613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3484" name="Google Shape;3484;p87"/>
          <p:cNvGrpSpPr/>
          <p:nvPr/>
        </p:nvGrpSpPr>
        <p:grpSpPr>
          <a:xfrm>
            <a:off x="11977311" y="1113234"/>
            <a:ext cx="6240062" cy="8994991"/>
            <a:chOff x="11173911" y="1037034"/>
            <a:chExt cx="6240062" cy="8994991"/>
          </a:xfrm>
        </p:grpSpPr>
        <p:sp>
          <p:nvSpPr>
            <p:cNvPr id="3485" name="Google Shape;3485;p87"/>
            <p:cNvSpPr txBox="1"/>
            <p:nvPr/>
          </p:nvSpPr>
          <p:spPr>
            <a:xfrm>
              <a:off x="12373676" y="2640147"/>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Order Management </a:t>
              </a:r>
              <a:endParaRPr b="1" i="0" sz="900" u="none" cap="none" strike="noStrike">
                <a:solidFill>
                  <a:srgbClr val="086AFE"/>
                </a:solidFill>
                <a:latin typeface="Salesforce Sans"/>
                <a:ea typeface="Salesforce Sans"/>
                <a:cs typeface="Salesforce Sans"/>
                <a:sym typeface="Salesforce Sans"/>
              </a:endParaRPr>
            </a:p>
          </p:txBody>
        </p:sp>
        <p:sp>
          <p:nvSpPr>
            <p:cNvPr id="3486" name="Google Shape;3486;p87"/>
            <p:cNvSpPr txBox="1"/>
            <p:nvPr/>
          </p:nvSpPr>
          <p:spPr>
            <a:xfrm>
              <a:off x="12373676" y="3181293"/>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Delivery &amp; Logistics  Agent</a:t>
              </a:r>
              <a:endParaRPr b="1" i="0" sz="900" u="none" cap="none" strike="noStrike">
                <a:solidFill>
                  <a:srgbClr val="086AFE"/>
                </a:solidFill>
                <a:latin typeface="Salesforce Sans"/>
                <a:ea typeface="Salesforce Sans"/>
                <a:cs typeface="Salesforce Sans"/>
                <a:sym typeface="Salesforce Sans"/>
              </a:endParaRPr>
            </a:p>
          </p:txBody>
        </p:sp>
        <p:sp>
          <p:nvSpPr>
            <p:cNvPr id="3487" name="Google Shape;3487;p87"/>
            <p:cNvSpPr txBox="1"/>
            <p:nvPr/>
          </p:nvSpPr>
          <p:spPr>
            <a:xfrm>
              <a:off x="12373676" y="3924961"/>
              <a:ext cx="1016700" cy="374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Strategy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Planning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488" name="Google Shape;3488;p87"/>
            <p:cNvSpPr txBox="1"/>
            <p:nvPr/>
          </p:nvSpPr>
          <p:spPr>
            <a:xfrm>
              <a:off x="12373676" y="4253958"/>
              <a:ext cx="973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3489" name="Google Shape;3489;p87"/>
            <p:cNvSpPr txBox="1"/>
            <p:nvPr/>
          </p:nvSpPr>
          <p:spPr>
            <a:xfrm>
              <a:off x="12373676" y="4882718"/>
              <a:ext cx="1005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Mgmt &amp; Development </a:t>
              </a:r>
              <a:endParaRPr b="1" i="0" sz="900" u="none" cap="none" strike="noStrike">
                <a:solidFill>
                  <a:srgbClr val="086AFE"/>
                </a:solidFill>
                <a:latin typeface="Salesforce Sans"/>
                <a:ea typeface="Salesforce Sans"/>
                <a:cs typeface="Salesforce Sans"/>
                <a:sym typeface="Salesforce Sans"/>
              </a:endParaRPr>
            </a:p>
          </p:txBody>
        </p:sp>
        <p:sp>
          <p:nvSpPr>
            <p:cNvPr id="3490" name="Google Shape;3490;p87"/>
            <p:cNvSpPr txBox="1"/>
            <p:nvPr/>
          </p:nvSpPr>
          <p:spPr>
            <a:xfrm>
              <a:off x="12373676" y="598672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Financial Strategy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Planning </a:t>
              </a:r>
              <a:endParaRPr b="1" i="0" sz="900" u="none" cap="none" strike="noStrike">
                <a:solidFill>
                  <a:srgbClr val="086AFE"/>
                </a:solidFill>
                <a:latin typeface="Salesforce Sans"/>
                <a:ea typeface="Salesforce Sans"/>
                <a:cs typeface="Salesforce Sans"/>
                <a:sym typeface="Salesforce Sans"/>
              </a:endParaRPr>
            </a:p>
          </p:txBody>
        </p:sp>
        <p:sp>
          <p:nvSpPr>
            <p:cNvPr id="3491" name="Google Shape;3491;p87"/>
            <p:cNvSpPr txBox="1"/>
            <p:nvPr/>
          </p:nvSpPr>
          <p:spPr>
            <a:xfrm>
              <a:off x="12373676" y="645654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3492" name="Google Shape;3492;p87"/>
            <p:cNvSpPr txBox="1"/>
            <p:nvPr/>
          </p:nvSpPr>
          <p:spPr>
            <a:xfrm>
              <a:off x="12373676" y="6929014"/>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Tax &amp; </a:t>
              </a:r>
              <a:r>
                <a:rPr b="1" lang="en" sz="900">
                  <a:solidFill>
                    <a:srgbClr val="086AFE"/>
                  </a:solidFill>
                  <a:latin typeface="Salesforce Sans"/>
                  <a:ea typeface="Salesforce Sans"/>
                  <a:cs typeface="Salesforce Sans"/>
                  <a:sym typeface="Salesforce Sans"/>
                </a:rPr>
                <a:t>Comp.</a:t>
              </a:r>
              <a:br>
                <a:rPr b="1" lang="en" sz="900">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493" name="Google Shape;3493;p87"/>
            <p:cNvSpPr txBox="1"/>
            <p:nvPr/>
          </p:nvSpPr>
          <p:spPr>
            <a:xfrm>
              <a:off x="12373676" y="7111014"/>
              <a:ext cx="973800" cy="24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a:t>
              </a:r>
              <a:r>
                <a:rPr b="1" lang="en" sz="900">
                  <a:solidFill>
                    <a:srgbClr val="086AFE"/>
                  </a:solidFill>
                  <a:latin typeface="Salesforce Sans"/>
                  <a:ea typeface="Salesforce Sans"/>
                  <a:cs typeface="Salesforce Sans"/>
                  <a:sym typeface="Salesforce Sans"/>
                </a:rPr>
                <a:t>Gen. </a:t>
              </a:r>
              <a:endParaRPr b="1" i="0" sz="900" u="none" cap="none" strike="noStrike">
                <a:solidFill>
                  <a:srgbClr val="086AFE"/>
                </a:solidFill>
                <a:latin typeface="Salesforce Sans"/>
                <a:ea typeface="Salesforce Sans"/>
                <a:cs typeface="Salesforce Sans"/>
                <a:sym typeface="Salesforce Sans"/>
              </a:endParaRPr>
            </a:p>
          </p:txBody>
        </p:sp>
        <p:sp>
          <p:nvSpPr>
            <p:cNvPr id="3494" name="Google Shape;3494;p87"/>
            <p:cNvSpPr txBox="1"/>
            <p:nvPr/>
          </p:nvSpPr>
          <p:spPr>
            <a:xfrm>
              <a:off x="12373676" y="7437385"/>
              <a:ext cx="9738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IT Incident Management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Recovery </a:t>
              </a:r>
              <a:endParaRPr b="1" i="0" sz="900" u="none" cap="none" strike="noStrike">
                <a:solidFill>
                  <a:srgbClr val="086AFE"/>
                </a:solidFill>
                <a:latin typeface="Salesforce Sans"/>
                <a:ea typeface="Salesforce Sans"/>
                <a:cs typeface="Salesforce Sans"/>
                <a:sym typeface="Salesforce Sans"/>
              </a:endParaRPr>
            </a:p>
          </p:txBody>
        </p:sp>
        <p:sp>
          <p:nvSpPr>
            <p:cNvPr id="3495" name="Google Shape;3495;p87"/>
            <p:cNvSpPr txBox="1"/>
            <p:nvPr/>
          </p:nvSpPr>
          <p:spPr>
            <a:xfrm>
              <a:off x="12373676" y="5361550"/>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3496" name="Google Shape;3496;p87"/>
            <p:cNvSpPr txBox="1"/>
            <p:nvPr/>
          </p:nvSpPr>
          <p:spPr>
            <a:xfrm>
              <a:off x="12373676" y="2154263"/>
              <a:ext cx="9738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Back-office and Fulfillment Operations </a:t>
              </a:r>
              <a:endParaRPr b="1" i="0" sz="900" u="none" cap="none" strike="noStrike">
                <a:solidFill>
                  <a:srgbClr val="086AFE"/>
                </a:solidFill>
                <a:latin typeface="Salesforce Sans"/>
                <a:ea typeface="Salesforce Sans"/>
                <a:cs typeface="Salesforce Sans"/>
                <a:sym typeface="Salesforce Sans"/>
              </a:endParaRPr>
            </a:p>
          </p:txBody>
        </p:sp>
        <p:sp>
          <p:nvSpPr>
            <p:cNvPr id="3497" name="Google Shape;3497;p87"/>
            <p:cNvSpPr txBox="1"/>
            <p:nvPr/>
          </p:nvSpPr>
          <p:spPr>
            <a:xfrm>
              <a:off x="12373676" y="8082932"/>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Erp/Mes Data Integration </a:t>
              </a:r>
              <a:endParaRPr b="1" i="0" sz="900" u="none" cap="none" strike="noStrike">
                <a:solidFill>
                  <a:srgbClr val="086AFE"/>
                </a:solidFill>
                <a:latin typeface="Salesforce Sans"/>
                <a:ea typeface="Salesforce Sans"/>
                <a:cs typeface="Salesforce Sans"/>
                <a:sym typeface="Salesforce Sans"/>
              </a:endParaRPr>
            </a:p>
          </p:txBody>
        </p:sp>
        <p:sp>
          <p:nvSpPr>
            <p:cNvPr id="3498" name="Google Shape;3498;p87"/>
            <p:cNvSpPr txBox="1"/>
            <p:nvPr/>
          </p:nvSpPr>
          <p:spPr>
            <a:xfrm>
              <a:off x="12373676" y="9162000"/>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Litigation &amp; Dispute</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3499" name="Google Shape;3499;p87"/>
            <p:cNvSpPr txBox="1"/>
            <p:nvPr/>
          </p:nvSpPr>
          <p:spPr>
            <a:xfrm>
              <a:off x="12373675" y="8710238"/>
              <a:ext cx="120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Con-</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tract Lifecycle Mgmt </a:t>
              </a:r>
              <a:endParaRPr b="1" i="0" sz="900" u="none" cap="none" strike="noStrike">
                <a:solidFill>
                  <a:srgbClr val="086AFE"/>
                </a:solidFill>
                <a:latin typeface="Salesforce Sans"/>
                <a:ea typeface="Salesforce Sans"/>
                <a:cs typeface="Salesforce Sans"/>
                <a:sym typeface="Salesforce Sans"/>
              </a:endParaRPr>
            </a:p>
          </p:txBody>
        </p:sp>
        <p:sp>
          <p:nvSpPr>
            <p:cNvPr id="3500" name="Google Shape;3500;p87"/>
            <p:cNvSpPr/>
            <p:nvPr/>
          </p:nvSpPr>
          <p:spPr>
            <a:xfrm>
              <a:off x="12404873" y="9845126"/>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3501" name="Google Shape;3501;p87"/>
            <p:cNvSpPr txBox="1"/>
            <p:nvPr/>
          </p:nvSpPr>
          <p:spPr>
            <a:xfrm>
              <a:off x="13715683" y="1234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Quote</a:t>
              </a:r>
              <a:endParaRPr sz="800">
                <a:latin typeface="Salesforce Sans"/>
                <a:ea typeface="Salesforce Sans"/>
                <a:cs typeface="Salesforce Sans"/>
                <a:sym typeface="Salesforce Sans"/>
              </a:endParaRPr>
            </a:p>
          </p:txBody>
        </p:sp>
        <p:sp>
          <p:nvSpPr>
            <p:cNvPr id="3502" name="Google Shape;3502;p87"/>
            <p:cNvSpPr txBox="1"/>
            <p:nvPr/>
          </p:nvSpPr>
          <p:spPr>
            <a:xfrm>
              <a:off x="13715670" y="1390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Lead Record</a:t>
              </a:r>
              <a:endParaRPr sz="800">
                <a:latin typeface="Salesforce Sans"/>
                <a:ea typeface="Salesforce Sans"/>
                <a:cs typeface="Salesforce Sans"/>
                <a:sym typeface="Salesforce Sans"/>
              </a:endParaRPr>
            </a:p>
          </p:txBody>
        </p:sp>
        <p:sp>
          <p:nvSpPr>
            <p:cNvPr id="3503" name="Google Shape;3503;p87"/>
            <p:cNvSpPr/>
            <p:nvPr/>
          </p:nvSpPr>
          <p:spPr>
            <a:xfrm>
              <a:off x="13579636" y="1408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04" name="Google Shape;3504;p87"/>
            <p:cNvSpPr txBox="1"/>
            <p:nvPr/>
          </p:nvSpPr>
          <p:spPr>
            <a:xfrm>
              <a:off x="11173911" y="1037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505" name="Google Shape;3505;p87"/>
            <p:cNvSpPr txBox="1"/>
            <p:nvPr/>
          </p:nvSpPr>
          <p:spPr>
            <a:xfrm>
              <a:off x="12373679" y="1037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506" name="Google Shape;3506;p87"/>
            <p:cNvGrpSpPr/>
            <p:nvPr/>
          </p:nvGrpSpPr>
          <p:grpSpPr>
            <a:xfrm>
              <a:off x="11193522" y="1260256"/>
              <a:ext cx="952541" cy="449700"/>
              <a:chOff x="5812280" y="1793656"/>
              <a:chExt cx="952541" cy="449700"/>
            </a:xfrm>
          </p:grpSpPr>
          <p:sp>
            <p:nvSpPr>
              <p:cNvPr id="3507" name="Google Shape;3507;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508" name="Google Shape;3508;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3509" name="Google Shape;3509;p87"/>
            <p:cNvSpPr txBox="1"/>
            <p:nvPr/>
          </p:nvSpPr>
          <p:spPr>
            <a:xfrm>
              <a:off x="13717512" y="1037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510" name="Google Shape;3510;p87"/>
            <p:cNvSpPr txBox="1"/>
            <p:nvPr/>
          </p:nvSpPr>
          <p:spPr>
            <a:xfrm>
              <a:off x="12373672" y="12384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Customer Care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511" name="Google Shape;3511;p87"/>
            <p:cNvGrpSpPr/>
            <p:nvPr/>
          </p:nvGrpSpPr>
          <p:grpSpPr>
            <a:xfrm>
              <a:off x="11193522" y="3934484"/>
              <a:ext cx="952541" cy="449700"/>
              <a:chOff x="5812280" y="1793656"/>
              <a:chExt cx="952541" cy="449700"/>
            </a:xfrm>
          </p:grpSpPr>
          <p:sp>
            <p:nvSpPr>
              <p:cNvPr id="3512" name="Google Shape;3512;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513" name="Google Shape;3513;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3514" name="Google Shape;3514;p87"/>
            <p:cNvSpPr/>
            <p:nvPr/>
          </p:nvSpPr>
          <p:spPr>
            <a:xfrm>
              <a:off x="13579636" y="1253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15" name="Google Shape;3515;p87"/>
            <p:cNvSpPr txBox="1"/>
            <p:nvPr/>
          </p:nvSpPr>
          <p:spPr>
            <a:xfrm>
              <a:off x="13715683" y="15458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Cases by Verified Contact</a:t>
              </a:r>
              <a:endParaRPr i="0" sz="800" u="none" cap="none" strike="noStrike">
                <a:latin typeface="Salesforce Sans"/>
                <a:ea typeface="Salesforce Sans"/>
                <a:cs typeface="Salesforce Sans"/>
                <a:sym typeface="Salesforce Sans"/>
              </a:endParaRPr>
            </a:p>
          </p:txBody>
        </p:sp>
        <p:sp>
          <p:nvSpPr>
            <p:cNvPr id="3516" name="Google Shape;3516;p87"/>
            <p:cNvSpPr txBox="1"/>
            <p:nvPr/>
          </p:nvSpPr>
          <p:spPr>
            <a:xfrm>
              <a:off x="13715683" y="169702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3517" name="Google Shape;3517;p87"/>
            <p:cNvSpPr txBox="1"/>
            <p:nvPr/>
          </p:nvSpPr>
          <p:spPr>
            <a:xfrm>
              <a:off x="13715682" y="183681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Grounded Service Replies</a:t>
              </a:r>
              <a:endParaRPr sz="800">
                <a:latin typeface="Salesforce Sans"/>
                <a:ea typeface="Salesforce Sans"/>
                <a:cs typeface="Salesforce Sans"/>
                <a:sym typeface="Salesforce Sans"/>
              </a:endParaRPr>
            </a:p>
          </p:txBody>
        </p:sp>
        <p:sp>
          <p:nvSpPr>
            <p:cNvPr id="3518" name="Google Shape;3518;p87"/>
            <p:cNvSpPr/>
            <p:nvPr/>
          </p:nvSpPr>
          <p:spPr>
            <a:xfrm>
              <a:off x="13579636" y="15644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19" name="Google Shape;3519;p87"/>
            <p:cNvSpPr/>
            <p:nvPr/>
          </p:nvSpPr>
          <p:spPr>
            <a:xfrm>
              <a:off x="13579636" y="17156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0" name="Google Shape;3520;p87"/>
            <p:cNvSpPr/>
            <p:nvPr/>
          </p:nvSpPr>
          <p:spPr>
            <a:xfrm>
              <a:off x="13579636" y="185541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1" name="Google Shape;3521;p87"/>
            <p:cNvSpPr txBox="1"/>
            <p:nvPr/>
          </p:nvSpPr>
          <p:spPr>
            <a:xfrm>
              <a:off x="13715676" y="26570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Inventory Management</a:t>
              </a:r>
              <a:endParaRPr i="0" sz="800" u="none" cap="none" strike="noStrike">
                <a:latin typeface="Salesforce Sans"/>
                <a:ea typeface="Salesforce Sans"/>
                <a:cs typeface="Salesforce Sans"/>
                <a:sym typeface="Salesforce Sans"/>
              </a:endParaRPr>
            </a:p>
          </p:txBody>
        </p:sp>
        <p:sp>
          <p:nvSpPr>
            <p:cNvPr id="3522" name="Google Shape;3522;p87"/>
            <p:cNvSpPr txBox="1"/>
            <p:nvPr/>
          </p:nvSpPr>
          <p:spPr>
            <a:xfrm>
              <a:off x="13715676" y="28056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Time Estimator</a:t>
              </a:r>
              <a:endParaRPr i="0" sz="800" u="none" cap="none" strike="noStrike">
                <a:latin typeface="Salesforce Sans"/>
                <a:ea typeface="Salesforce Sans"/>
                <a:cs typeface="Salesforce Sans"/>
                <a:sym typeface="Salesforce Sans"/>
              </a:endParaRPr>
            </a:p>
          </p:txBody>
        </p:sp>
        <p:sp>
          <p:nvSpPr>
            <p:cNvPr id="3523" name="Google Shape;3523;p87"/>
            <p:cNvSpPr txBox="1"/>
            <p:nvPr/>
          </p:nvSpPr>
          <p:spPr>
            <a:xfrm>
              <a:off x="13715675" y="29542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a:latin typeface="Salesforce Sans"/>
                <a:ea typeface="Salesforce Sans"/>
                <a:cs typeface="Salesforce Sans"/>
                <a:sym typeface="Salesforce Sans"/>
              </a:endParaRPr>
            </a:p>
          </p:txBody>
        </p:sp>
        <p:sp>
          <p:nvSpPr>
            <p:cNvPr id="3524" name="Google Shape;3524;p87"/>
            <p:cNvSpPr/>
            <p:nvPr/>
          </p:nvSpPr>
          <p:spPr>
            <a:xfrm>
              <a:off x="13579636" y="28242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5" name="Google Shape;3525;p87"/>
            <p:cNvSpPr/>
            <p:nvPr/>
          </p:nvSpPr>
          <p:spPr>
            <a:xfrm>
              <a:off x="13579636" y="2972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26" name="Google Shape;3526;p87"/>
            <p:cNvSpPr/>
            <p:nvPr/>
          </p:nvSpPr>
          <p:spPr>
            <a:xfrm>
              <a:off x="13579636" y="2675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7" name="Google Shape;3527;p87"/>
            <p:cNvSpPr txBox="1"/>
            <p:nvPr/>
          </p:nvSpPr>
          <p:spPr>
            <a:xfrm>
              <a:off x="13715676" y="31263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3528" name="Google Shape;3528;p87"/>
            <p:cNvSpPr txBox="1"/>
            <p:nvPr/>
          </p:nvSpPr>
          <p:spPr>
            <a:xfrm>
              <a:off x="13715676" y="32749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Finalize New Delivery Time</a:t>
              </a:r>
              <a:endParaRPr i="0" sz="800" u="none" cap="none" strike="noStrike">
                <a:latin typeface="Salesforce Sans"/>
                <a:ea typeface="Salesforce Sans"/>
                <a:cs typeface="Salesforce Sans"/>
                <a:sym typeface="Salesforce Sans"/>
              </a:endParaRPr>
            </a:p>
          </p:txBody>
        </p:sp>
        <p:sp>
          <p:nvSpPr>
            <p:cNvPr id="3529" name="Google Shape;3529;p87"/>
            <p:cNvSpPr txBox="1"/>
            <p:nvPr/>
          </p:nvSpPr>
          <p:spPr>
            <a:xfrm>
              <a:off x="13715675" y="34235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Confirmation</a:t>
              </a:r>
              <a:endParaRPr sz="800">
                <a:latin typeface="Salesforce Sans"/>
                <a:ea typeface="Salesforce Sans"/>
                <a:cs typeface="Salesforce Sans"/>
                <a:sym typeface="Salesforce Sans"/>
              </a:endParaRPr>
            </a:p>
          </p:txBody>
        </p:sp>
        <p:sp>
          <p:nvSpPr>
            <p:cNvPr id="3530" name="Google Shape;3530;p87"/>
            <p:cNvSpPr txBox="1"/>
            <p:nvPr/>
          </p:nvSpPr>
          <p:spPr>
            <a:xfrm>
              <a:off x="13715676" y="35747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Exception Management</a:t>
              </a:r>
              <a:endParaRPr i="0" sz="800" u="none" cap="none" strike="noStrike">
                <a:latin typeface="Salesforce Sans"/>
                <a:ea typeface="Salesforce Sans"/>
                <a:cs typeface="Salesforce Sans"/>
                <a:sym typeface="Salesforce Sans"/>
              </a:endParaRPr>
            </a:p>
          </p:txBody>
        </p:sp>
        <p:sp>
          <p:nvSpPr>
            <p:cNvPr id="3531" name="Google Shape;3531;p87"/>
            <p:cNvSpPr/>
            <p:nvPr/>
          </p:nvSpPr>
          <p:spPr>
            <a:xfrm>
              <a:off x="13579636" y="3293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2" name="Google Shape;3532;p87"/>
            <p:cNvSpPr/>
            <p:nvPr/>
          </p:nvSpPr>
          <p:spPr>
            <a:xfrm>
              <a:off x="13579636" y="34421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33" name="Google Shape;3533;p87"/>
            <p:cNvSpPr/>
            <p:nvPr/>
          </p:nvSpPr>
          <p:spPr>
            <a:xfrm>
              <a:off x="13579636" y="35933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4" name="Google Shape;3534;p87"/>
            <p:cNvSpPr/>
            <p:nvPr/>
          </p:nvSpPr>
          <p:spPr>
            <a:xfrm>
              <a:off x="13579636" y="3144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5" name="Google Shape;3535;p87"/>
            <p:cNvSpPr txBox="1"/>
            <p:nvPr/>
          </p:nvSpPr>
          <p:spPr>
            <a:xfrm>
              <a:off x="13715676" y="6461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3536" name="Google Shape;3536;p87"/>
            <p:cNvSpPr txBox="1"/>
            <p:nvPr/>
          </p:nvSpPr>
          <p:spPr>
            <a:xfrm>
              <a:off x="13715675" y="6610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a:t>
              </a:r>
              <a:endParaRPr sz="800">
                <a:latin typeface="Salesforce Sans"/>
                <a:ea typeface="Salesforce Sans"/>
                <a:cs typeface="Salesforce Sans"/>
                <a:sym typeface="Salesforce Sans"/>
              </a:endParaRPr>
            </a:p>
          </p:txBody>
        </p:sp>
        <p:sp>
          <p:nvSpPr>
            <p:cNvPr id="3537" name="Google Shape;3537;p87"/>
            <p:cNvSpPr txBox="1"/>
            <p:nvPr/>
          </p:nvSpPr>
          <p:spPr>
            <a:xfrm>
              <a:off x="13715674" y="6756791"/>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538" name="Google Shape;3538;p87"/>
            <p:cNvSpPr/>
            <p:nvPr/>
          </p:nvSpPr>
          <p:spPr>
            <a:xfrm>
              <a:off x="13579636" y="6480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9" name="Google Shape;3539;p87"/>
            <p:cNvSpPr/>
            <p:nvPr/>
          </p:nvSpPr>
          <p:spPr>
            <a:xfrm>
              <a:off x="13579636" y="6628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40" name="Google Shape;3540;p87"/>
            <p:cNvSpPr/>
            <p:nvPr/>
          </p:nvSpPr>
          <p:spPr>
            <a:xfrm>
              <a:off x="13579636" y="67754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41" name="Google Shape;3541;p87"/>
            <p:cNvSpPr txBox="1"/>
            <p:nvPr/>
          </p:nvSpPr>
          <p:spPr>
            <a:xfrm>
              <a:off x="13715676" y="20341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Validation</a:t>
              </a:r>
              <a:endParaRPr i="0" sz="800" u="none" cap="none" strike="noStrike">
                <a:latin typeface="Salesforce Sans"/>
                <a:ea typeface="Salesforce Sans"/>
                <a:cs typeface="Salesforce Sans"/>
                <a:sym typeface="Salesforce Sans"/>
              </a:endParaRPr>
            </a:p>
          </p:txBody>
        </p:sp>
        <p:sp>
          <p:nvSpPr>
            <p:cNvPr id="3542" name="Google Shape;3542;p87"/>
            <p:cNvSpPr txBox="1"/>
            <p:nvPr/>
          </p:nvSpPr>
          <p:spPr>
            <a:xfrm>
              <a:off x="13715676" y="21827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Fulfillment Planning</a:t>
              </a:r>
              <a:endParaRPr i="0" sz="800" u="none" cap="none" strike="noStrike">
                <a:latin typeface="Salesforce Sans"/>
                <a:ea typeface="Salesforce Sans"/>
                <a:cs typeface="Salesforce Sans"/>
                <a:sym typeface="Salesforce Sans"/>
              </a:endParaRPr>
            </a:p>
          </p:txBody>
        </p:sp>
        <p:sp>
          <p:nvSpPr>
            <p:cNvPr id="3543" name="Google Shape;3543;p87"/>
            <p:cNvSpPr txBox="1"/>
            <p:nvPr/>
          </p:nvSpPr>
          <p:spPr>
            <a:xfrm>
              <a:off x="13715675" y="23313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Documentation &amp; Compliance</a:t>
              </a:r>
              <a:endParaRPr sz="800">
                <a:latin typeface="Salesforce Sans"/>
                <a:ea typeface="Salesforce Sans"/>
                <a:cs typeface="Salesforce Sans"/>
                <a:sym typeface="Salesforce Sans"/>
              </a:endParaRPr>
            </a:p>
          </p:txBody>
        </p:sp>
        <p:sp>
          <p:nvSpPr>
            <p:cNvPr id="3544" name="Google Shape;3544;p87"/>
            <p:cNvSpPr txBox="1"/>
            <p:nvPr/>
          </p:nvSpPr>
          <p:spPr>
            <a:xfrm>
              <a:off x="13715676" y="24825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Post-Sales Finance</a:t>
              </a:r>
              <a:endParaRPr sz="800">
                <a:latin typeface="Salesforce Sans"/>
                <a:ea typeface="Salesforce Sans"/>
                <a:cs typeface="Salesforce Sans"/>
                <a:sym typeface="Salesforce Sans"/>
              </a:endParaRPr>
            </a:p>
          </p:txBody>
        </p:sp>
        <p:sp>
          <p:nvSpPr>
            <p:cNvPr id="3545" name="Google Shape;3545;p87"/>
            <p:cNvSpPr/>
            <p:nvPr/>
          </p:nvSpPr>
          <p:spPr>
            <a:xfrm>
              <a:off x="13579636" y="23499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46" name="Google Shape;3546;p87"/>
            <p:cNvSpPr/>
            <p:nvPr/>
          </p:nvSpPr>
          <p:spPr>
            <a:xfrm>
              <a:off x="13579636" y="20527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47" name="Google Shape;3547;p87"/>
            <p:cNvSpPr txBox="1"/>
            <p:nvPr/>
          </p:nvSpPr>
          <p:spPr>
            <a:xfrm>
              <a:off x="13715676" y="390887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3548" name="Google Shape;3548;p87"/>
            <p:cNvSpPr txBox="1"/>
            <p:nvPr/>
          </p:nvSpPr>
          <p:spPr>
            <a:xfrm>
              <a:off x="13715676" y="40574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3549" name="Google Shape;3549;p87"/>
            <p:cNvSpPr/>
            <p:nvPr/>
          </p:nvSpPr>
          <p:spPr>
            <a:xfrm>
              <a:off x="13579636" y="40760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0" name="Google Shape;3550;p87"/>
            <p:cNvSpPr/>
            <p:nvPr/>
          </p:nvSpPr>
          <p:spPr>
            <a:xfrm>
              <a:off x="13579636" y="392747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1" name="Google Shape;3551;p87"/>
            <p:cNvSpPr txBox="1"/>
            <p:nvPr/>
          </p:nvSpPr>
          <p:spPr>
            <a:xfrm>
              <a:off x="13715676" y="42576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3552" name="Google Shape;3552;p87"/>
            <p:cNvSpPr txBox="1"/>
            <p:nvPr/>
          </p:nvSpPr>
          <p:spPr>
            <a:xfrm>
              <a:off x="13715676" y="44062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3553" name="Google Shape;3553;p87"/>
            <p:cNvSpPr txBox="1"/>
            <p:nvPr/>
          </p:nvSpPr>
          <p:spPr>
            <a:xfrm>
              <a:off x="13715675" y="45548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3554" name="Google Shape;3554;p87"/>
            <p:cNvSpPr txBox="1"/>
            <p:nvPr/>
          </p:nvSpPr>
          <p:spPr>
            <a:xfrm>
              <a:off x="13715676" y="47060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3555" name="Google Shape;3555;p87"/>
            <p:cNvSpPr/>
            <p:nvPr/>
          </p:nvSpPr>
          <p:spPr>
            <a:xfrm>
              <a:off x="13579636" y="442487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6" name="Google Shape;3556;p87"/>
            <p:cNvSpPr/>
            <p:nvPr/>
          </p:nvSpPr>
          <p:spPr>
            <a:xfrm>
              <a:off x="13579636" y="45734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57" name="Google Shape;3557;p87"/>
            <p:cNvSpPr/>
            <p:nvPr/>
          </p:nvSpPr>
          <p:spPr>
            <a:xfrm>
              <a:off x="13579636" y="472468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8" name="Google Shape;3558;p87"/>
            <p:cNvSpPr/>
            <p:nvPr/>
          </p:nvSpPr>
          <p:spPr>
            <a:xfrm>
              <a:off x="13579636" y="427626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9" name="Google Shape;3559;p87"/>
            <p:cNvSpPr txBox="1"/>
            <p:nvPr/>
          </p:nvSpPr>
          <p:spPr>
            <a:xfrm>
              <a:off x="13715676" y="487657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3560" name="Google Shape;3560;p87"/>
            <p:cNvSpPr txBox="1"/>
            <p:nvPr/>
          </p:nvSpPr>
          <p:spPr>
            <a:xfrm>
              <a:off x="13715675" y="502519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a:latin typeface="Salesforce Sans"/>
                <a:ea typeface="Salesforce Sans"/>
                <a:cs typeface="Salesforce Sans"/>
                <a:sym typeface="Salesforce Sans"/>
              </a:endParaRPr>
            </a:p>
          </p:txBody>
        </p:sp>
        <p:sp>
          <p:nvSpPr>
            <p:cNvPr id="3561" name="Google Shape;3561;p87"/>
            <p:cNvSpPr txBox="1"/>
            <p:nvPr/>
          </p:nvSpPr>
          <p:spPr>
            <a:xfrm>
              <a:off x="13715674" y="5176378"/>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3562" name="Google Shape;3562;p87"/>
            <p:cNvSpPr/>
            <p:nvPr/>
          </p:nvSpPr>
          <p:spPr>
            <a:xfrm>
              <a:off x="13579636" y="50437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63" name="Google Shape;3563;p87"/>
            <p:cNvSpPr/>
            <p:nvPr/>
          </p:nvSpPr>
          <p:spPr>
            <a:xfrm>
              <a:off x="13579636" y="51949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64" name="Google Shape;3564;p87"/>
            <p:cNvSpPr txBox="1"/>
            <p:nvPr/>
          </p:nvSpPr>
          <p:spPr>
            <a:xfrm>
              <a:off x="13715675" y="5352938"/>
              <a:ext cx="2678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Benefit Creation &amp; Delivery</a:t>
              </a:r>
              <a:endParaRPr i="0" sz="800" u="none" cap="none" strike="noStrike">
                <a:latin typeface="Salesforce Sans"/>
                <a:ea typeface="Salesforce Sans"/>
                <a:cs typeface="Salesforce Sans"/>
                <a:sym typeface="Salesforce Sans"/>
              </a:endParaRPr>
            </a:p>
          </p:txBody>
        </p:sp>
        <p:sp>
          <p:nvSpPr>
            <p:cNvPr id="3565" name="Google Shape;3565;p87"/>
            <p:cNvSpPr txBox="1"/>
            <p:nvPr/>
          </p:nvSpPr>
          <p:spPr>
            <a:xfrm>
              <a:off x="13715675" y="5501538"/>
              <a:ext cx="300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Health Monitoring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66" name="Google Shape;3566;p87"/>
            <p:cNvSpPr txBox="1"/>
            <p:nvPr/>
          </p:nvSpPr>
          <p:spPr>
            <a:xfrm>
              <a:off x="13715675" y="56501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3567" name="Google Shape;3567;p87"/>
            <p:cNvSpPr/>
            <p:nvPr/>
          </p:nvSpPr>
          <p:spPr>
            <a:xfrm>
              <a:off x="13579636" y="55201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68" name="Google Shape;3568;p87"/>
            <p:cNvSpPr txBox="1"/>
            <p:nvPr/>
          </p:nvSpPr>
          <p:spPr>
            <a:xfrm>
              <a:off x="13715675" y="58013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Relations Monitoring</a:t>
              </a:r>
              <a:endParaRPr sz="800">
                <a:latin typeface="Salesforce Sans"/>
                <a:ea typeface="Salesforce Sans"/>
                <a:cs typeface="Salesforce Sans"/>
                <a:sym typeface="Salesforce Sans"/>
              </a:endParaRPr>
            </a:p>
          </p:txBody>
        </p:sp>
        <p:sp>
          <p:nvSpPr>
            <p:cNvPr id="3569" name="Google Shape;3569;p87"/>
            <p:cNvSpPr/>
            <p:nvPr/>
          </p:nvSpPr>
          <p:spPr>
            <a:xfrm>
              <a:off x="13579636" y="5668762"/>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70" name="Google Shape;3570;p87"/>
            <p:cNvSpPr/>
            <p:nvPr/>
          </p:nvSpPr>
          <p:spPr>
            <a:xfrm>
              <a:off x="13579636" y="53715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1" name="Google Shape;3571;p87"/>
            <p:cNvSpPr txBox="1"/>
            <p:nvPr/>
          </p:nvSpPr>
          <p:spPr>
            <a:xfrm>
              <a:off x="13715676" y="59816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3572" name="Google Shape;3572;p87"/>
            <p:cNvSpPr txBox="1"/>
            <p:nvPr/>
          </p:nvSpPr>
          <p:spPr>
            <a:xfrm>
              <a:off x="13715675" y="61302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p:txBody>
        </p:sp>
        <p:sp>
          <p:nvSpPr>
            <p:cNvPr id="3573" name="Google Shape;3573;p87"/>
            <p:cNvSpPr txBox="1"/>
            <p:nvPr/>
          </p:nvSpPr>
          <p:spPr>
            <a:xfrm>
              <a:off x="13715674" y="62814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 &amp; Kpi Monitoring</a:t>
              </a:r>
              <a:endParaRPr sz="800">
                <a:latin typeface="Salesforce Sans"/>
                <a:ea typeface="Salesforce Sans"/>
                <a:cs typeface="Salesforce Sans"/>
                <a:sym typeface="Salesforce Sans"/>
              </a:endParaRPr>
            </a:p>
          </p:txBody>
        </p:sp>
        <p:sp>
          <p:nvSpPr>
            <p:cNvPr id="3574" name="Google Shape;3574;p87"/>
            <p:cNvSpPr/>
            <p:nvPr/>
          </p:nvSpPr>
          <p:spPr>
            <a:xfrm>
              <a:off x="13579636" y="600026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5" name="Google Shape;3575;p87"/>
            <p:cNvSpPr/>
            <p:nvPr/>
          </p:nvSpPr>
          <p:spPr>
            <a:xfrm>
              <a:off x="13579636" y="614887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76" name="Google Shape;3576;p87"/>
            <p:cNvSpPr/>
            <p:nvPr/>
          </p:nvSpPr>
          <p:spPr>
            <a:xfrm>
              <a:off x="13579636" y="630007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7" name="Google Shape;3577;p87"/>
            <p:cNvSpPr txBox="1"/>
            <p:nvPr/>
          </p:nvSpPr>
          <p:spPr>
            <a:xfrm>
              <a:off x="13715675" y="692871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78" name="Google Shape;3578;p87"/>
            <p:cNvSpPr txBox="1"/>
            <p:nvPr/>
          </p:nvSpPr>
          <p:spPr>
            <a:xfrm>
              <a:off x="13715676" y="7102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3579" name="Google Shape;3579;p87"/>
            <p:cNvSpPr txBox="1"/>
            <p:nvPr/>
          </p:nvSpPr>
          <p:spPr>
            <a:xfrm>
              <a:off x="13715676" y="7251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3580" name="Google Shape;3580;p87"/>
            <p:cNvSpPr/>
            <p:nvPr/>
          </p:nvSpPr>
          <p:spPr>
            <a:xfrm>
              <a:off x="13579636" y="71210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81" name="Google Shape;3581;p87"/>
            <p:cNvSpPr txBox="1"/>
            <p:nvPr/>
          </p:nvSpPr>
          <p:spPr>
            <a:xfrm>
              <a:off x="13715676" y="74278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Alert Ingestion &amp; Correlation</a:t>
              </a:r>
              <a:endParaRPr i="0" sz="800" u="none" cap="none" strike="noStrike">
                <a:latin typeface="Salesforce Sans"/>
                <a:ea typeface="Salesforce Sans"/>
                <a:cs typeface="Salesforce Sans"/>
                <a:sym typeface="Salesforce Sans"/>
              </a:endParaRPr>
            </a:p>
          </p:txBody>
        </p:sp>
        <p:sp>
          <p:nvSpPr>
            <p:cNvPr id="3582" name="Google Shape;3582;p87"/>
            <p:cNvSpPr txBox="1"/>
            <p:nvPr/>
          </p:nvSpPr>
          <p:spPr>
            <a:xfrm>
              <a:off x="13715676" y="7576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Triage &amp; Routing</a:t>
              </a:r>
              <a:endParaRPr i="0" sz="800" u="none" cap="none" strike="noStrike">
                <a:latin typeface="Salesforce Sans"/>
                <a:ea typeface="Salesforce Sans"/>
                <a:cs typeface="Salesforce Sans"/>
                <a:sym typeface="Salesforce Sans"/>
              </a:endParaRPr>
            </a:p>
          </p:txBody>
        </p:sp>
        <p:sp>
          <p:nvSpPr>
            <p:cNvPr id="3583" name="Google Shape;3583;p87"/>
            <p:cNvSpPr txBox="1"/>
            <p:nvPr/>
          </p:nvSpPr>
          <p:spPr>
            <a:xfrm>
              <a:off x="13715675" y="77250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3584" name="Google Shape;3584;p87"/>
            <p:cNvSpPr txBox="1"/>
            <p:nvPr/>
          </p:nvSpPr>
          <p:spPr>
            <a:xfrm>
              <a:off x="13715676" y="787621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Auto-Remediation &amp; Rollback</a:t>
              </a:r>
              <a:endParaRPr sz="800">
                <a:latin typeface="Salesforce Sans"/>
                <a:ea typeface="Salesforce Sans"/>
                <a:cs typeface="Salesforce Sans"/>
                <a:sym typeface="Salesforce Sans"/>
              </a:endParaRPr>
            </a:p>
          </p:txBody>
        </p:sp>
        <p:sp>
          <p:nvSpPr>
            <p:cNvPr id="3585" name="Google Shape;3585;p87"/>
            <p:cNvSpPr/>
            <p:nvPr/>
          </p:nvSpPr>
          <p:spPr>
            <a:xfrm>
              <a:off x="13579636" y="774361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86" name="Google Shape;3586;p87"/>
            <p:cNvSpPr txBox="1"/>
            <p:nvPr/>
          </p:nvSpPr>
          <p:spPr>
            <a:xfrm>
              <a:off x="13715676" y="80740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Schema Discovery &amp; Mapping</a:t>
              </a:r>
              <a:endParaRPr i="0" sz="800" u="none" cap="none" strike="noStrike">
                <a:latin typeface="Salesforce Sans"/>
                <a:ea typeface="Salesforce Sans"/>
                <a:cs typeface="Salesforce Sans"/>
                <a:sym typeface="Salesforce Sans"/>
              </a:endParaRPr>
            </a:p>
          </p:txBody>
        </p:sp>
        <p:sp>
          <p:nvSpPr>
            <p:cNvPr id="3587" name="Google Shape;3587;p87"/>
            <p:cNvSpPr txBox="1"/>
            <p:nvPr/>
          </p:nvSpPr>
          <p:spPr>
            <a:xfrm>
              <a:off x="13715676" y="82226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Transformation &amp; Validation (Etl)</a:t>
              </a:r>
              <a:endParaRPr sz="800">
                <a:latin typeface="Salesforce Sans"/>
                <a:ea typeface="Salesforce Sans"/>
                <a:cs typeface="Salesforce Sans"/>
                <a:sym typeface="Salesforce Sans"/>
              </a:endParaRPr>
            </a:p>
          </p:txBody>
        </p:sp>
        <p:sp>
          <p:nvSpPr>
            <p:cNvPr id="3588" name="Google Shape;3588;p87"/>
            <p:cNvSpPr txBox="1"/>
            <p:nvPr/>
          </p:nvSpPr>
          <p:spPr>
            <a:xfrm>
              <a:off x="13715675" y="83712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Sync Orchestration</a:t>
              </a:r>
              <a:endParaRPr sz="800">
                <a:latin typeface="Salesforce Sans"/>
                <a:ea typeface="Salesforce Sans"/>
                <a:cs typeface="Salesforce Sans"/>
                <a:sym typeface="Salesforce Sans"/>
              </a:endParaRPr>
            </a:p>
          </p:txBody>
        </p:sp>
        <p:sp>
          <p:nvSpPr>
            <p:cNvPr id="3589" name="Google Shape;3589;p87"/>
            <p:cNvSpPr txBox="1"/>
            <p:nvPr/>
          </p:nvSpPr>
          <p:spPr>
            <a:xfrm>
              <a:off x="13715676" y="8522481"/>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Quality &amp; Exception Handling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90" name="Google Shape;3590;p87"/>
            <p:cNvSpPr txBox="1"/>
            <p:nvPr/>
          </p:nvSpPr>
          <p:spPr>
            <a:xfrm>
              <a:off x="13715676" y="86994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3591" name="Google Shape;3591;p87"/>
            <p:cNvSpPr txBox="1"/>
            <p:nvPr/>
          </p:nvSpPr>
          <p:spPr>
            <a:xfrm>
              <a:off x="13715675" y="884802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p:txBody>
        </p:sp>
        <p:sp>
          <p:nvSpPr>
            <p:cNvPr id="3592" name="Google Shape;3592;p87"/>
            <p:cNvSpPr txBox="1"/>
            <p:nvPr/>
          </p:nvSpPr>
          <p:spPr>
            <a:xfrm>
              <a:off x="13715674" y="89944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3593" name="Google Shape;3593;p87"/>
            <p:cNvSpPr/>
            <p:nvPr/>
          </p:nvSpPr>
          <p:spPr>
            <a:xfrm>
              <a:off x="13579636" y="87180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94" name="Google Shape;3594;p87"/>
            <p:cNvSpPr/>
            <p:nvPr/>
          </p:nvSpPr>
          <p:spPr>
            <a:xfrm>
              <a:off x="13579636" y="9013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95" name="Google Shape;3595;p87"/>
            <p:cNvSpPr txBox="1"/>
            <p:nvPr/>
          </p:nvSpPr>
          <p:spPr>
            <a:xfrm>
              <a:off x="13715676" y="915899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a:t>
              </a:r>
              <a:endParaRPr sz="800">
                <a:latin typeface="Salesforce Sans"/>
                <a:ea typeface="Salesforce Sans"/>
                <a:cs typeface="Salesforce Sans"/>
                <a:sym typeface="Salesforce Sans"/>
              </a:endParaRPr>
            </a:p>
          </p:txBody>
        </p:sp>
        <p:sp>
          <p:nvSpPr>
            <p:cNvPr id="3596" name="Google Shape;3596;p87"/>
            <p:cNvSpPr txBox="1"/>
            <p:nvPr/>
          </p:nvSpPr>
          <p:spPr>
            <a:xfrm>
              <a:off x="13715675" y="930760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a:t>
              </a:r>
              <a:endParaRPr sz="800">
                <a:latin typeface="Salesforce Sans"/>
                <a:ea typeface="Salesforce Sans"/>
                <a:cs typeface="Salesforce Sans"/>
                <a:sym typeface="Salesforce Sans"/>
              </a:endParaRPr>
            </a:p>
          </p:txBody>
        </p:sp>
        <p:sp>
          <p:nvSpPr>
            <p:cNvPr id="3597" name="Google Shape;3597;p87"/>
            <p:cNvSpPr txBox="1"/>
            <p:nvPr/>
          </p:nvSpPr>
          <p:spPr>
            <a:xfrm>
              <a:off x="13715674" y="945403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a:t>
              </a:r>
              <a:endParaRPr sz="800">
                <a:latin typeface="Salesforce Sans"/>
                <a:ea typeface="Salesforce Sans"/>
                <a:cs typeface="Salesforce Sans"/>
                <a:sym typeface="Salesforce Sans"/>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Card - Small right">
  <p:cSld name="TITLE_1_1_1_1_1_1_1_1_1_1_1_1_1_1_1_1_1_1_3">
    <p:bg>
      <p:bgPr>
        <a:solidFill>
          <a:srgbClr val="CFE9FE"/>
        </a:solidFill>
      </p:bgPr>
    </p:bg>
    <p:spTree>
      <p:nvGrpSpPr>
        <p:cNvPr id="3598" name="Shape 3598"/>
        <p:cNvGrpSpPr/>
        <p:nvPr/>
      </p:nvGrpSpPr>
      <p:grpSpPr>
        <a:xfrm>
          <a:off x="0" y="0"/>
          <a:ext cx="0" cy="0"/>
          <a:chOff x="0" y="0"/>
          <a:chExt cx="0" cy="0"/>
        </a:xfrm>
      </p:grpSpPr>
      <p:pic>
        <p:nvPicPr>
          <p:cNvPr id="3599" name="Google Shape;3599;p88" title="Salesforce logo"/>
          <p:cNvPicPr preferRelativeResize="0"/>
          <p:nvPr/>
        </p:nvPicPr>
        <p:blipFill rotWithShape="1">
          <a:blip r:embed="rId2">
            <a:alphaModFix/>
          </a:blip>
          <a:srcRect b="0" l="0" r="0" t="0"/>
          <a:stretch/>
        </p:blipFill>
        <p:spPr>
          <a:xfrm>
            <a:off x="16549999" y="848190"/>
            <a:ext cx="953601" cy="667642"/>
          </a:xfrm>
          <a:prstGeom prst="rect">
            <a:avLst/>
          </a:prstGeom>
          <a:noFill/>
          <a:ln>
            <a:noFill/>
          </a:ln>
        </p:spPr>
      </p:pic>
      <p:sp>
        <p:nvSpPr>
          <p:cNvPr id="3600" name="Google Shape;3600;p88"/>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01" name="Google Shape;3601;p88"/>
          <p:cNvSpPr txBox="1"/>
          <p:nvPr>
            <p:ph idx="1"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02" name="Google Shape;3602;p88"/>
          <p:cNvSpPr txBox="1"/>
          <p:nvPr>
            <p:ph idx="2" type="body"/>
          </p:nvPr>
        </p:nvSpPr>
        <p:spPr>
          <a:xfrm>
            <a:off x="857250" y="3399472"/>
            <a:ext cx="7620000" cy="57342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3603" name="Google Shape;3603;p88"/>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604" name="Google Shape;3604;p88"/>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Blue 1">
  <p:cSld name="TITLE_1_1">
    <p:bg>
      <p:bgPr>
        <a:solidFill>
          <a:srgbClr val="CFE9FE"/>
        </a:solidFill>
      </p:bgPr>
    </p:bg>
    <p:spTree>
      <p:nvGrpSpPr>
        <p:cNvPr id="3608" name="Shape 3608"/>
        <p:cNvGrpSpPr/>
        <p:nvPr/>
      </p:nvGrpSpPr>
      <p:grpSpPr>
        <a:xfrm>
          <a:off x="0" y="0"/>
          <a:ext cx="0" cy="0"/>
          <a:chOff x="0" y="0"/>
          <a:chExt cx="0" cy="0"/>
        </a:xfrm>
      </p:grpSpPr>
      <p:pic>
        <p:nvPicPr>
          <p:cNvPr id="3609" name="Google Shape;3609;p9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10" name="Google Shape;3610;p90"/>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11" name="Google Shape;3611;p90"/>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12" name="Google Shape;3612;p90"/>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pasted-movie.png" id="3613" name="Google Shape;3613;p90"/>
          <p:cNvPicPr preferRelativeResize="0"/>
          <p:nvPr/>
        </p:nvPicPr>
        <p:blipFill rotWithShape="1">
          <a:blip r:embed="rId3">
            <a:alphaModFix/>
          </a:blip>
          <a:srcRect b="0" l="0" r="0" t="0"/>
          <a:stretch/>
        </p:blipFill>
        <p:spPr>
          <a:xfrm>
            <a:off x="12011024" y="3457128"/>
            <a:ext cx="4817111" cy="3372700"/>
          </a:xfrm>
          <a:prstGeom prst="rect">
            <a:avLst/>
          </a:prstGeom>
          <a:noFill/>
          <a:ln>
            <a:noFill/>
          </a:ln>
        </p:spPr>
      </p:pic>
      <p:pic>
        <p:nvPicPr>
          <p:cNvPr id="3614" name="Google Shape;3614;p90" title="BE-MVP-Icon-Spark_Redux_V3_STRAIGHT_yellow.png"/>
          <p:cNvPicPr preferRelativeResize="0"/>
          <p:nvPr/>
        </p:nvPicPr>
        <p:blipFill rotWithShape="1">
          <a:blip r:embed="rId4">
            <a:alphaModFix/>
          </a:blip>
          <a:srcRect b="2562" l="0" r="0" t="2562"/>
          <a:stretch/>
        </p:blipFill>
        <p:spPr>
          <a:xfrm>
            <a:off x="11999699" y="7352501"/>
            <a:ext cx="881350" cy="892624"/>
          </a:xfrm>
          <a:prstGeom prst="rect">
            <a:avLst/>
          </a:prstGeom>
          <a:noFill/>
          <a:ln>
            <a:noFill/>
          </a:ln>
        </p:spPr>
      </p:pic>
      <p:pic>
        <p:nvPicPr>
          <p:cNvPr id="3615" name="Google Shape;3615;p90" title="BE-MVP-Icon-Spark_Redux_V3_STRAIGHT_yellow.png"/>
          <p:cNvPicPr preferRelativeResize="0"/>
          <p:nvPr/>
        </p:nvPicPr>
        <p:blipFill rotWithShape="1">
          <a:blip r:embed="rId4">
            <a:alphaModFix/>
          </a:blip>
          <a:srcRect b="2562" l="0" r="0" t="2562"/>
          <a:stretch/>
        </p:blipFill>
        <p:spPr>
          <a:xfrm>
            <a:off x="11352437" y="7313993"/>
            <a:ext cx="361974" cy="366603"/>
          </a:xfrm>
          <a:prstGeom prst="rect">
            <a:avLst/>
          </a:prstGeom>
          <a:noFill/>
          <a:ln>
            <a:noFill/>
          </a:ln>
        </p:spPr>
      </p:pic>
      <p:pic>
        <p:nvPicPr>
          <p:cNvPr id="3616" name="Google Shape;3616;p90" title="BE-MVP-Icon-Spark_Redux_V3_STRAIGHT_yellow.png"/>
          <p:cNvPicPr preferRelativeResize="0"/>
          <p:nvPr/>
        </p:nvPicPr>
        <p:blipFill rotWithShape="1">
          <a:blip r:embed="rId4">
            <a:alphaModFix/>
          </a:blip>
          <a:srcRect b="2562" l="0" r="0" t="2562"/>
          <a:stretch/>
        </p:blipFill>
        <p:spPr>
          <a:xfrm>
            <a:off x="12677254" y="6820652"/>
            <a:ext cx="229750" cy="232700"/>
          </a:xfrm>
          <a:prstGeom prst="rect">
            <a:avLst/>
          </a:prstGeom>
          <a:noFill/>
          <a:ln>
            <a:noFill/>
          </a:ln>
        </p:spPr>
      </p:pic>
      <p:pic>
        <p:nvPicPr>
          <p:cNvPr id="3617" name="Google Shape;3617;p90" title="BE-MVP-Icon-Spark_Redux_V3_STRAIGHT_yellow.png"/>
          <p:cNvPicPr preferRelativeResize="0"/>
          <p:nvPr/>
        </p:nvPicPr>
        <p:blipFill rotWithShape="1">
          <a:blip r:embed="rId4">
            <a:alphaModFix/>
          </a:blip>
          <a:srcRect b="2562" l="0" r="0" t="2562"/>
          <a:stretch/>
        </p:blipFill>
        <p:spPr>
          <a:xfrm>
            <a:off x="15709439" y="3054244"/>
            <a:ext cx="163720" cy="165815"/>
          </a:xfrm>
          <a:prstGeom prst="rect">
            <a:avLst/>
          </a:prstGeom>
          <a:noFill/>
          <a:ln>
            <a:noFill/>
          </a:ln>
        </p:spPr>
      </p:pic>
      <p:pic>
        <p:nvPicPr>
          <p:cNvPr id="3618" name="Google Shape;3618;p90" title="BE-MVP-Icon-Spark_Redux_V3_STRAIGHT_yellow.png"/>
          <p:cNvPicPr preferRelativeResize="0"/>
          <p:nvPr/>
        </p:nvPicPr>
        <p:blipFill rotWithShape="1">
          <a:blip r:embed="rId4">
            <a:alphaModFix/>
          </a:blip>
          <a:srcRect b="2562" l="0" r="0" t="2562"/>
          <a:stretch/>
        </p:blipFill>
        <p:spPr>
          <a:xfrm>
            <a:off x="16388567" y="2606039"/>
            <a:ext cx="558052" cy="565190"/>
          </a:xfrm>
          <a:prstGeom prst="rect">
            <a:avLst/>
          </a:prstGeom>
          <a:noFill/>
          <a:ln>
            <a:noFill/>
          </a:ln>
        </p:spPr>
      </p:pic>
      <p:pic>
        <p:nvPicPr>
          <p:cNvPr id="3619" name="Google Shape;3619;p90" title="BE-MVP-Icon-Spark_Redux_V3_STRAIGHT_yellow.png"/>
          <p:cNvPicPr preferRelativeResize="0"/>
          <p:nvPr/>
        </p:nvPicPr>
        <p:blipFill rotWithShape="1">
          <a:blip r:embed="rId4">
            <a:alphaModFix/>
          </a:blip>
          <a:srcRect b="2562" l="0" r="0" t="2562"/>
          <a:stretch/>
        </p:blipFill>
        <p:spPr>
          <a:xfrm>
            <a:off x="16208965" y="3413439"/>
            <a:ext cx="311470" cy="315455"/>
          </a:xfrm>
          <a:prstGeom prst="rect">
            <a:avLst/>
          </a:prstGeom>
          <a:noFill/>
          <a:ln>
            <a:noFill/>
          </a:ln>
        </p:spPr>
      </p:pic>
      <p:pic>
        <p:nvPicPr>
          <p:cNvPr descr="HDD_ATH_SALESFORCE_ICON_AGENTFORCE_V3_R2 3.png" id="3620" name="Google Shape;3620;p90"/>
          <p:cNvPicPr preferRelativeResize="0"/>
          <p:nvPr/>
        </p:nvPicPr>
        <p:blipFill rotWithShape="1">
          <a:blip r:embed="rId5">
            <a:alphaModFix/>
          </a:blip>
          <a:srcRect b="0" l="0" r="0" t="0"/>
          <a:stretch/>
        </p:blipFill>
        <p:spPr>
          <a:xfrm flipH="1" rot="-2797284">
            <a:off x="11241726" y="6097162"/>
            <a:ext cx="1140444" cy="1131553"/>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Blue 2">
  <p:cSld name="TITLE_1_1_1">
    <p:bg>
      <p:bgPr>
        <a:solidFill>
          <a:srgbClr val="CFE9FE"/>
        </a:solidFill>
      </p:bgPr>
    </p:bg>
    <p:spTree>
      <p:nvGrpSpPr>
        <p:cNvPr id="3621" name="Shape 3621"/>
        <p:cNvGrpSpPr/>
        <p:nvPr/>
      </p:nvGrpSpPr>
      <p:grpSpPr>
        <a:xfrm>
          <a:off x="0" y="0"/>
          <a:ext cx="0" cy="0"/>
          <a:chOff x="0" y="0"/>
          <a:chExt cx="0" cy="0"/>
        </a:xfrm>
      </p:grpSpPr>
      <p:pic>
        <p:nvPicPr>
          <p:cNvPr id="3622" name="Google Shape;3622;p9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23" name="Google Shape;3623;p91"/>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24" name="Google Shape;3624;p91"/>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25" name="Google Shape;3625;p91"/>
          <p:cNvSpPr txBox="1"/>
          <p:nvPr>
            <p:ph idx="2" type="subTitle"/>
          </p:nvPr>
        </p:nvSpPr>
        <p:spPr>
          <a:xfrm>
            <a:off x="857250" y="8041005"/>
            <a:ext cx="9701100" cy="1161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HDD_ATH_SALESFORCE_ICON_AGENTFORCE_V3_R2 3.png" id="3626" name="Google Shape;3626;p91"/>
          <p:cNvPicPr preferRelativeResize="0"/>
          <p:nvPr/>
        </p:nvPicPr>
        <p:blipFill rotWithShape="1">
          <a:blip r:embed="rId3">
            <a:alphaModFix/>
          </a:blip>
          <a:srcRect b="0" l="0" r="0" t="0"/>
          <a:stretch/>
        </p:blipFill>
        <p:spPr>
          <a:xfrm flipH="1" rot="-1860002">
            <a:off x="12098632" y="3109020"/>
            <a:ext cx="1315298" cy="1305043"/>
          </a:xfrm>
          <a:prstGeom prst="rect">
            <a:avLst/>
          </a:prstGeom>
          <a:noFill/>
          <a:ln>
            <a:noFill/>
          </a:ln>
        </p:spPr>
      </p:pic>
      <p:pic>
        <p:nvPicPr>
          <p:cNvPr id="3627" name="Google Shape;3627;p91" title="BE-MVP-Icon-Spark_Redux_V3_STRAIGHT_yellow.png"/>
          <p:cNvPicPr preferRelativeResize="0"/>
          <p:nvPr/>
        </p:nvPicPr>
        <p:blipFill rotWithShape="1">
          <a:blip r:embed="rId4">
            <a:alphaModFix/>
          </a:blip>
          <a:srcRect b="2562" l="0" r="0" t="2562"/>
          <a:stretch/>
        </p:blipFill>
        <p:spPr>
          <a:xfrm>
            <a:off x="12169574" y="5677399"/>
            <a:ext cx="849924" cy="860774"/>
          </a:xfrm>
          <a:prstGeom prst="rect">
            <a:avLst/>
          </a:prstGeom>
          <a:noFill/>
          <a:ln>
            <a:noFill/>
          </a:ln>
        </p:spPr>
      </p:pic>
      <p:pic>
        <p:nvPicPr>
          <p:cNvPr id="3628" name="Google Shape;3628;p91" title="BE-MVP-Icon-Spark_Redux_V3_STRAIGHT_yellow.png"/>
          <p:cNvPicPr preferRelativeResize="0"/>
          <p:nvPr/>
        </p:nvPicPr>
        <p:blipFill rotWithShape="1">
          <a:blip r:embed="rId4">
            <a:alphaModFix/>
          </a:blip>
          <a:srcRect b="2562" l="0" r="0" t="2562"/>
          <a:stretch/>
        </p:blipFill>
        <p:spPr>
          <a:xfrm>
            <a:off x="11683785" y="5410304"/>
            <a:ext cx="361974" cy="366603"/>
          </a:xfrm>
          <a:prstGeom prst="rect">
            <a:avLst/>
          </a:prstGeom>
          <a:noFill/>
          <a:ln>
            <a:noFill/>
          </a:ln>
        </p:spPr>
      </p:pic>
      <p:pic>
        <p:nvPicPr>
          <p:cNvPr id="3629" name="Google Shape;3629;p91" title="BE-MVP-Icon-Spark_Redux_V3_STRAIGHT_yellow.png"/>
          <p:cNvPicPr preferRelativeResize="0"/>
          <p:nvPr/>
        </p:nvPicPr>
        <p:blipFill rotWithShape="1">
          <a:blip r:embed="rId4">
            <a:alphaModFix/>
          </a:blip>
          <a:srcRect b="2562" l="0" r="0" t="2562"/>
          <a:stretch/>
        </p:blipFill>
        <p:spPr>
          <a:xfrm>
            <a:off x="12512681" y="4887938"/>
            <a:ext cx="163720" cy="165815"/>
          </a:xfrm>
          <a:prstGeom prst="rect">
            <a:avLst/>
          </a:prstGeom>
          <a:noFill/>
          <a:ln>
            <a:noFill/>
          </a:ln>
        </p:spPr>
      </p:pic>
      <p:pic>
        <p:nvPicPr>
          <p:cNvPr id="3630" name="Google Shape;3630;p91" title="BE-MVP-Icon-Spark_Redux_V3_STRAIGHT_yellow.png"/>
          <p:cNvPicPr preferRelativeResize="0"/>
          <p:nvPr/>
        </p:nvPicPr>
        <p:blipFill rotWithShape="1">
          <a:blip r:embed="rId4">
            <a:alphaModFix/>
          </a:blip>
          <a:srcRect b="2562" l="0" r="0" t="2562"/>
          <a:stretch/>
        </p:blipFill>
        <p:spPr>
          <a:xfrm>
            <a:off x="16649310" y="2072510"/>
            <a:ext cx="520500" cy="527159"/>
          </a:xfrm>
          <a:prstGeom prst="rect">
            <a:avLst/>
          </a:prstGeom>
          <a:noFill/>
          <a:ln>
            <a:noFill/>
          </a:ln>
        </p:spPr>
      </p:pic>
      <p:pic>
        <p:nvPicPr>
          <p:cNvPr id="3631" name="Google Shape;3631;p91" title="BE-MVP-Icon-Spark_Redux_V3_STRAIGHT_yellow.png"/>
          <p:cNvPicPr preferRelativeResize="0"/>
          <p:nvPr/>
        </p:nvPicPr>
        <p:blipFill rotWithShape="1">
          <a:blip r:embed="rId4">
            <a:alphaModFix/>
          </a:blip>
          <a:srcRect b="2562" l="0" r="0" t="2562"/>
          <a:stretch/>
        </p:blipFill>
        <p:spPr>
          <a:xfrm>
            <a:off x="16018376" y="3322148"/>
            <a:ext cx="278050" cy="281607"/>
          </a:xfrm>
          <a:prstGeom prst="rect">
            <a:avLst/>
          </a:prstGeom>
          <a:noFill/>
          <a:ln>
            <a:noFill/>
          </a:ln>
        </p:spPr>
      </p:pic>
      <p:pic>
        <p:nvPicPr>
          <p:cNvPr id="3632" name="Google Shape;3632;p91" title="BE-MVP-Icon-Spark_Redux_V3_STRAIGHT_yellow.png"/>
          <p:cNvPicPr preferRelativeResize="0"/>
          <p:nvPr/>
        </p:nvPicPr>
        <p:blipFill rotWithShape="1">
          <a:blip r:embed="rId4">
            <a:alphaModFix/>
          </a:blip>
          <a:srcRect b="2562" l="0" r="0" t="2562"/>
          <a:stretch/>
        </p:blipFill>
        <p:spPr>
          <a:xfrm>
            <a:off x="17311114" y="3570502"/>
            <a:ext cx="163720" cy="165815"/>
          </a:xfrm>
          <a:prstGeom prst="rect">
            <a:avLst/>
          </a:prstGeom>
          <a:noFill/>
          <a:ln>
            <a:noFill/>
          </a:ln>
        </p:spPr>
      </p:pic>
      <p:pic>
        <p:nvPicPr>
          <p:cNvPr id="3633" name="Google Shape;3633;p91" title="shadow-1.png"/>
          <p:cNvPicPr preferRelativeResize="0"/>
          <p:nvPr/>
        </p:nvPicPr>
        <p:blipFill>
          <a:blip r:embed="rId5">
            <a:alphaModFix/>
          </a:blip>
          <a:stretch>
            <a:fillRect/>
          </a:stretch>
        </p:blipFill>
        <p:spPr>
          <a:xfrm>
            <a:off x="13273376" y="8360625"/>
            <a:ext cx="4904771" cy="713682"/>
          </a:xfrm>
          <a:prstGeom prst="rect">
            <a:avLst/>
          </a:prstGeom>
          <a:noFill/>
          <a:ln>
            <a:noFill/>
          </a:ln>
        </p:spPr>
      </p:pic>
      <p:pic>
        <p:nvPicPr>
          <p:cNvPr id="3634" name="Google Shape;3634;p91"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3635" name="Google Shape;3635;p91"/>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3636" name="Google Shape;3636;p91"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3">
  <p:cSld name="TITLE_1_1_1_1">
    <p:bg>
      <p:bgPr>
        <a:solidFill>
          <a:schemeClr val="lt1"/>
        </a:solidFill>
      </p:bgPr>
    </p:bg>
    <p:spTree>
      <p:nvGrpSpPr>
        <p:cNvPr id="3637" name="Shape 3637"/>
        <p:cNvGrpSpPr/>
        <p:nvPr/>
      </p:nvGrpSpPr>
      <p:grpSpPr>
        <a:xfrm>
          <a:off x="0" y="0"/>
          <a:ext cx="0" cy="0"/>
          <a:chOff x="0" y="0"/>
          <a:chExt cx="0" cy="0"/>
        </a:xfrm>
      </p:grpSpPr>
      <p:pic>
        <p:nvPicPr>
          <p:cNvPr id="3638" name="Google Shape;3638;p9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39" name="Google Shape;3639;p92"/>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40" name="Google Shape;3640;p92"/>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41" name="Google Shape;3641;p92"/>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3642" name="Google Shape;3642;p92" title="BE-MVP-Icon-Spark_Redux_V3_STRAIGHT_yellow.png"/>
          <p:cNvPicPr preferRelativeResize="0"/>
          <p:nvPr/>
        </p:nvPicPr>
        <p:blipFill rotWithShape="1">
          <a:blip r:embed="rId3">
            <a:alphaModFix/>
          </a:blip>
          <a:srcRect b="2562" l="0" r="0" t="2562"/>
          <a:stretch/>
        </p:blipFill>
        <p:spPr>
          <a:xfrm>
            <a:off x="16803188" y="3061574"/>
            <a:ext cx="520500" cy="527159"/>
          </a:xfrm>
          <a:prstGeom prst="rect">
            <a:avLst/>
          </a:prstGeom>
          <a:noFill/>
          <a:ln>
            <a:noFill/>
          </a:ln>
        </p:spPr>
      </p:pic>
      <p:pic>
        <p:nvPicPr>
          <p:cNvPr id="3643" name="Google Shape;3643;p92" title="BE-MVP-Icon-Spark_Redux_V3_STRAIGHT_yellow.png"/>
          <p:cNvPicPr preferRelativeResize="0"/>
          <p:nvPr/>
        </p:nvPicPr>
        <p:blipFill rotWithShape="1">
          <a:blip r:embed="rId3">
            <a:alphaModFix/>
          </a:blip>
          <a:srcRect b="2562" l="0" r="0" t="2562"/>
          <a:stretch/>
        </p:blipFill>
        <p:spPr>
          <a:xfrm>
            <a:off x="16552686" y="2519441"/>
            <a:ext cx="165422" cy="167540"/>
          </a:xfrm>
          <a:prstGeom prst="rect">
            <a:avLst/>
          </a:prstGeom>
          <a:noFill/>
          <a:ln>
            <a:noFill/>
          </a:ln>
        </p:spPr>
      </p:pic>
      <p:pic>
        <p:nvPicPr>
          <p:cNvPr id="3644" name="Google Shape;3644;p92" title="BE-MVP-Icon-Spark_Redux_V3_STRAIGHT_yellow.png"/>
          <p:cNvPicPr preferRelativeResize="0"/>
          <p:nvPr/>
        </p:nvPicPr>
        <p:blipFill rotWithShape="1">
          <a:blip r:embed="rId3">
            <a:alphaModFix/>
          </a:blip>
          <a:srcRect b="2562" l="0" r="0" t="2562"/>
          <a:stretch/>
        </p:blipFill>
        <p:spPr>
          <a:xfrm>
            <a:off x="16120706" y="3550202"/>
            <a:ext cx="334876" cy="339162"/>
          </a:xfrm>
          <a:prstGeom prst="rect">
            <a:avLst/>
          </a:prstGeom>
          <a:noFill/>
          <a:ln>
            <a:noFill/>
          </a:ln>
        </p:spPr>
      </p:pic>
      <p:pic>
        <p:nvPicPr>
          <p:cNvPr id="3645" name="Google Shape;3645;p92" title="BE-MVP-Icon-Spark_Redux_V3_STRAIGHT_yellow.png"/>
          <p:cNvPicPr preferRelativeResize="0"/>
          <p:nvPr/>
        </p:nvPicPr>
        <p:blipFill rotWithShape="1">
          <a:blip r:embed="rId3">
            <a:alphaModFix/>
          </a:blip>
          <a:srcRect b="2562" l="0" r="0" t="2562"/>
          <a:stretch/>
        </p:blipFill>
        <p:spPr>
          <a:xfrm>
            <a:off x="12652252" y="7070325"/>
            <a:ext cx="276298" cy="279832"/>
          </a:xfrm>
          <a:prstGeom prst="rect">
            <a:avLst/>
          </a:prstGeom>
          <a:noFill/>
          <a:ln>
            <a:noFill/>
          </a:ln>
        </p:spPr>
      </p:pic>
      <p:pic>
        <p:nvPicPr>
          <p:cNvPr id="3646" name="Google Shape;3646;p92" title="BE-MVP-Icon-Spark_Redux_V3_STRAIGHT_yellow.png"/>
          <p:cNvPicPr preferRelativeResize="0"/>
          <p:nvPr/>
        </p:nvPicPr>
        <p:blipFill rotWithShape="1">
          <a:blip r:embed="rId3">
            <a:alphaModFix/>
          </a:blip>
          <a:srcRect b="2562" l="0" r="0" t="2562"/>
          <a:stretch/>
        </p:blipFill>
        <p:spPr>
          <a:xfrm>
            <a:off x="12276456" y="6848057"/>
            <a:ext cx="165424" cy="167540"/>
          </a:xfrm>
          <a:prstGeom prst="rect">
            <a:avLst/>
          </a:prstGeom>
          <a:noFill/>
          <a:ln>
            <a:noFill/>
          </a:ln>
        </p:spPr>
      </p:pic>
      <p:pic>
        <p:nvPicPr>
          <p:cNvPr descr="pasted-movie.png" id="3647" name="Google Shape;3647;p92"/>
          <p:cNvPicPr preferRelativeResize="0"/>
          <p:nvPr/>
        </p:nvPicPr>
        <p:blipFill rotWithShape="1">
          <a:blip r:embed="rId4">
            <a:alphaModFix/>
          </a:blip>
          <a:srcRect b="0" l="0" r="0" t="0"/>
          <a:stretch/>
        </p:blipFill>
        <p:spPr>
          <a:xfrm>
            <a:off x="11739265" y="4619864"/>
            <a:ext cx="2875881" cy="2013548"/>
          </a:xfrm>
          <a:prstGeom prst="rect">
            <a:avLst/>
          </a:prstGeom>
          <a:noFill/>
          <a:ln>
            <a:noFill/>
          </a:ln>
        </p:spPr>
      </p:pic>
      <p:pic>
        <p:nvPicPr>
          <p:cNvPr id="3648" name="Google Shape;3648;p92" title="shadow-1.png"/>
          <p:cNvPicPr preferRelativeResize="0"/>
          <p:nvPr/>
        </p:nvPicPr>
        <p:blipFill>
          <a:blip r:embed="rId5">
            <a:alphaModFix/>
          </a:blip>
          <a:stretch>
            <a:fillRect/>
          </a:stretch>
        </p:blipFill>
        <p:spPr>
          <a:xfrm>
            <a:off x="14261266" y="8456155"/>
            <a:ext cx="4378650" cy="493975"/>
          </a:xfrm>
          <a:prstGeom prst="rect">
            <a:avLst/>
          </a:prstGeom>
          <a:noFill/>
          <a:ln>
            <a:noFill/>
          </a:ln>
        </p:spPr>
      </p:pic>
      <p:pic>
        <p:nvPicPr>
          <p:cNvPr id="3649" name="Google Shape;3649;p92" title="Agent_astro.png"/>
          <p:cNvPicPr preferRelativeResize="0"/>
          <p:nvPr/>
        </p:nvPicPr>
        <p:blipFill>
          <a:blip r:embed="rId6">
            <a:alphaModFix/>
          </a:blip>
          <a:stretch>
            <a:fillRect/>
          </a:stretch>
        </p:blipFill>
        <p:spPr>
          <a:xfrm>
            <a:off x="14024742" y="4038825"/>
            <a:ext cx="3352651" cy="4699975"/>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p:cSld name="TITLE_1_1_1_1_1">
    <p:bg>
      <p:bgPr>
        <a:solidFill>
          <a:schemeClr val="lt1"/>
        </a:solidFill>
      </p:bgPr>
    </p:bg>
    <p:spTree>
      <p:nvGrpSpPr>
        <p:cNvPr id="3650" name="Shape 3650"/>
        <p:cNvGrpSpPr/>
        <p:nvPr/>
      </p:nvGrpSpPr>
      <p:grpSpPr>
        <a:xfrm>
          <a:off x="0" y="0"/>
          <a:ext cx="0" cy="0"/>
          <a:chOff x="0" y="0"/>
          <a:chExt cx="0" cy="0"/>
        </a:xfrm>
      </p:grpSpPr>
      <p:pic>
        <p:nvPicPr>
          <p:cNvPr id="3651" name="Google Shape;3651;p9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52" name="Google Shape;3652;p93"/>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53" name="Google Shape;3653;p93"/>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54" name="Google Shape;3654;p93"/>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Blue">
  <p:cSld name="TITLE_1_1_1_1_1_1">
    <p:bg>
      <p:bgPr>
        <a:solidFill>
          <a:schemeClr val="accent6"/>
        </a:solidFill>
      </p:bgPr>
    </p:bg>
    <p:spTree>
      <p:nvGrpSpPr>
        <p:cNvPr id="3655" name="Shape 3655"/>
        <p:cNvGrpSpPr/>
        <p:nvPr/>
      </p:nvGrpSpPr>
      <p:grpSpPr>
        <a:xfrm>
          <a:off x="0" y="0"/>
          <a:ext cx="0" cy="0"/>
          <a:chOff x="0" y="0"/>
          <a:chExt cx="0" cy="0"/>
        </a:xfrm>
      </p:grpSpPr>
      <p:sp>
        <p:nvSpPr>
          <p:cNvPr id="3656" name="Google Shape;3656;p9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57" name="Google Shape;3657;p94"/>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58" name="Google Shape;3658;p94"/>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59" name="Google Shape;3659;p94"/>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60" name="Google Shape;3660;p9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White">
  <p:cSld name="TITLE_1_1_1_1_1_1_3">
    <p:bg>
      <p:bgPr>
        <a:solidFill>
          <a:schemeClr val="lt1"/>
        </a:solidFill>
      </p:bgPr>
    </p:bg>
    <p:spTree>
      <p:nvGrpSpPr>
        <p:cNvPr id="3661" name="Shape 3661"/>
        <p:cNvGrpSpPr/>
        <p:nvPr/>
      </p:nvGrpSpPr>
      <p:grpSpPr>
        <a:xfrm>
          <a:off x="0" y="0"/>
          <a:ext cx="0" cy="0"/>
          <a:chOff x="0" y="0"/>
          <a:chExt cx="0" cy="0"/>
        </a:xfrm>
      </p:grpSpPr>
      <p:sp>
        <p:nvSpPr>
          <p:cNvPr id="3662" name="Google Shape;3662;p9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63" name="Google Shape;3663;p95"/>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64" name="Google Shape;3664;p95"/>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65" name="Google Shape;3665;p95"/>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66" name="Google Shape;3666;p9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 Blue">
  <p:cSld name="TITLE_1_1_1_1_1_1_1">
    <p:bg>
      <p:bgPr>
        <a:solidFill>
          <a:schemeClr val="accent6"/>
        </a:solidFill>
      </p:bgPr>
    </p:bg>
    <p:spTree>
      <p:nvGrpSpPr>
        <p:cNvPr id="3667" name="Shape 3667"/>
        <p:cNvGrpSpPr/>
        <p:nvPr/>
      </p:nvGrpSpPr>
      <p:grpSpPr>
        <a:xfrm>
          <a:off x="0" y="0"/>
          <a:ext cx="0" cy="0"/>
          <a:chOff x="0" y="0"/>
          <a:chExt cx="0" cy="0"/>
        </a:xfrm>
      </p:grpSpPr>
      <p:sp>
        <p:nvSpPr>
          <p:cNvPr id="3668" name="Google Shape;3668;p96"/>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69" name="Google Shape;3669;p96"/>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70" name="Google Shape;3670;p9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71" name="Google Shape;3671;p96"/>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672" name="Google Shape;3672;p9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1 - White">
  <p:cSld name="TITLE_1_1_1_1_1_1_1_2">
    <p:bg>
      <p:bgPr>
        <a:solidFill>
          <a:schemeClr val="lt1"/>
        </a:solidFill>
      </p:bgPr>
    </p:bg>
    <p:spTree>
      <p:nvGrpSpPr>
        <p:cNvPr id="3673" name="Shape 3673"/>
        <p:cNvGrpSpPr/>
        <p:nvPr/>
      </p:nvGrpSpPr>
      <p:grpSpPr>
        <a:xfrm>
          <a:off x="0" y="0"/>
          <a:ext cx="0" cy="0"/>
          <a:chOff x="0" y="0"/>
          <a:chExt cx="0" cy="0"/>
        </a:xfrm>
      </p:grpSpPr>
      <p:sp>
        <p:nvSpPr>
          <p:cNvPr id="3674" name="Google Shape;3674;p97"/>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75" name="Google Shape;3675;p97"/>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76" name="Google Shape;3676;p97"/>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77" name="Google Shape;3677;p97"/>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678" name="Google Shape;3678;p9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Blue">
  <p:cSld name="TITLE_1_1_1_1_1_1_1_1">
    <p:bg>
      <p:bgPr>
        <a:solidFill>
          <a:schemeClr val="accent6"/>
        </a:solidFill>
      </p:bgPr>
    </p:bg>
    <p:spTree>
      <p:nvGrpSpPr>
        <p:cNvPr id="3679" name="Shape 3679"/>
        <p:cNvGrpSpPr/>
        <p:nvPr/>
      </p:nvGrpSpPr>
      <p:grpSpPr>
        <a:xfrm>
          <a:off x="0" y="0"/>
          <a:ext cx="0" cy="0"/>
          <a:chOff x="0" y="0"/>
          <a:chExt cx="0" cy="0"/>
        </a:xfrm>
      </p:grpSpPr>
      <p:sp>
        <p:nvSpPr>
          <p:cNvPr id="3680" name="Google Shape;3680;p98"/>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1" name="Google Shape;3681;p98"/>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2" name="Google Shape;3682;p9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83" name="Google Shape;3683;p98"/>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84" name="Google Shape;3684;p98"/>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85" name="Google Shape;3685;p9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White">
  <p:cSld name="TITLE_1_1_1_1_1_1_1_1_2">
    <p:bg>
      <p:bgPr>
        <a:solidFill>
          <a:srgbClr val="FFFEFE"/>
        </a:solidFill>
      </p:bgPr>
    </p:bg>
    <p:spTree>
      <p:nvGrpSpPr>
        <p:cNvPr id="3686" name="Shape 3686"/>
        <p:cNvGrpSpPr/>
        <p:nvPr/>
      </p:nvGrpSpPr>
      <p:grpSpPr>
        <a:xfrm>
          <a:off x="0" y="0"/>
          <a:ext cx="0" cy="0"/>
          <a:chOff x="0" y="0"/>
          <a:chExt cx="0" cy="0"/>
        </a:xfrm>
      </p:grpSpPr>
      <p:sp>
        <p:nvSpPr>
          <p:cNvPr id="3687" name="Google Shape;3687;p99"/>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8" name="Google Shape;3688;p99"/>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9" name="Google Shape;3689;p9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90" name="Google Shape;3690;p99"/>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91" name="Google Shape;3691;p99"/>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92" name="Google Shape;3692;p9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 Blue">
  <p:cSld name="TITLE_1_1_1_1_1_1_1_1_1">
    <p:bg>
      <p:bgPr>
        <a:solidFill>
          <a:schemeClr val="accent6"/>
        </a:solidFill>
      </p:bgPr>
    </p:bg>
    <p:spTree>
      <p:nvGrpSpPr>
        <p:cNvPr id="3693" name="Shape 3693"/>
        <p:cNvGrpSpPr/>
        <p:nvPr/>
      </p:nvGrpSpPr>
      <p:grpSpPr>
        <a:xfrm>
          <a:off x="0" y="0"/>
          <a:ext cx="0" cy="0"/>
          <a:chOff x="0" y="0"/>
          <a:chExt cx="0" cy="0"/>
        </a:xfrm>
      </p:grpSpPr>
      <p:sp>
        <p:nvSpPr>
          <p:cNvPr id="3694" name="Google Shape;3694;p100"/>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95" name="Google Shape;3695;p10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96" name="Google Shape;3696;p100"/>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97" name="Google Shape;3697;p100"/>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98" name="Google Shape;3698;p100"/>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99" name="Google Shape;3699;p100"/>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00" name="Google Shape;3700;p10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1 - White">
  <p:cSld name="TITLE_1_1_1_1_1_1_1_1_1_1">
    <p:bg>
      <p:bgPr>
        <a:solidFill>
          <a:srgbClr val="FFFEFE"/>
        </a:solidFill>
      </p:bgPr>
    </p:bg>
    <p:spTree>
      <p:nvGrpSpPr>
        <p:cNvPr id="3701" name="Shape 3701"/>
        <p:cNvGrpSpPr/>
        <p:nvPr/>
      </p:nvGrpSpPr>
      <p:grpSpPr>
        <a:xfrm>
          <a:off x="0" y="0"/>
          <a:ext cx="0" cy="0"/>
          <a:chOff x="0" y="0"/>
          <a:chExt cx="0" cy="0"/>
        </a:xfrm>
      </p:grpSpPr>
      <p:sp>
        <p:nvSpPr>
          <p:cNvPr id="3702" name="Google Shape;3702;p101"/>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03" name="Google Shape;3703;p10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04" name="Google Shape;3704;p101"/>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05" name="Google Shape;3705;p101"/>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06" name="Google Shape;3706;p101"/>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07" name="Google Shape;3707;p101"/>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08" name="Google Shape;3708;p10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p:cSld name="CUSTOM">
    <p:bg>
      <p:bgPr>
        <a:solidFill>
          <a:schemeClr val="accent6"/>
        </a:solidFill>
      </p:bgPr>
    </p:bg>
    <p:spTree>
      <p:nvGrpSpPr>
        <p:cNvPr id="3709" name="Shape 3709"/>
        <p:cNvGrpSpPr/>
        <p:nvPr/>
      </p:nvGrpSpPr>
      <p:grpSpPr>
        <a:xfrm>
          <a:off x="0" y="0"/>
          <a:ext cx="0" cy="0"/>
          <a:chOff x="0" y="0"/>
          <a:chExt cx="0" cy="0"/>
        </a:xfrm>
      </p:grpSpPr>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p:cSld name="CUSTOM_1">
    <p:bg>
      <p:bgPr>
        <a:solidFill>
          <a:schemeClr val="accent6"/>
        </a:solidFill>
      </p:bgPr>
    </p:bg>
    <p:spTree>
      <p:nvGrpSpPr>
        <p:cNvPr id="3710" name="Shape 3710"/>
        <p:cNvGrpSpPr/>
        <p:nvPr/>
      </p:nvGrpSpPr>
      <p:grpSpPr>
        <a:xfrm>
          <a:off x="0" y="0"/>
          <a:ext cx="0" cy="0"/>
          <a:chOff x="0" y="0"/>
          <a:chExt cx="0" cy="0"/>
        </a:xfrm>
      </p:grpSpPr>
      <p:pic>
        <p:nvPicPr>
          <p:cNvPr id="3711" name="Google Shape;3711;p10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Image Right">
  <p:cSld name="TITLE_1_1_1_1_1_1_1_1_1_1_1_1">
    <p:bg>
      <p:bgPr>
        <a:solidFill>
          <a:schemeClr val="accent6"/>
        </a:solidFill>
      </p:bgPr>
    </p:bg>
    <p:spTree>
      <p:nvGrpSpPr>
        <p:cNvPr id="3712" name="Shape 3712"/>
        <p:cNvGrpSpPr/>
        <p:nvPr/>
      </p:nvGrpSpPr>
      <p:grpSpPr>
        <a:xfrm>
          <a:off x="0" y="0"/>
          <a:ext cx="0" cy="0"/>
          <a:chOff x="0" y="0"/>
          <a:chExt cx="0" cy="0"/>
        </a:xfrm>
      </p:grpSpPr>
      <p:sp>
        <p:nvSpPr>
          <p:cNvPr id="3713" name="Google Shape;3713;p104"/>
          <p:cNvSpPr txBox="1"/>
          <p:nvPr>
            <p:ph type="title"/>
          </p:nvPr>
        </p:nvSpPr>
        <p:spPr>
          <a:xfrm>
            <a:off x="857250" y="838200"/>
            <a:ext cx="108585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14" name="Google Shape;3714;p104"/>
          <p:cNvSpPr txBox="1"/>
          <p:nvPr>
            <p:ph idx="1" type="subTitle"/>
          </p:nvPr>
        </p:nvSpPr>
        <p:spPr>
          <a:xfrm>
            <a:off x="857250" y="2468880"/>
            <a:ext cx="10858500" cy="8571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15" name="Google Shape;3715;p104"/>
          <p:cNvSpPr txBox="1"/>
          <p:nvPr>
            <p:ph idx="2"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16" name="Google Shape;3716;p104"/>
          <p:cNvSpPr txBox="1"/>
          <p:nvPr>
            <p:ph idx="3" type="body"/>
          </p:nvPr>
        </p:nvSpPr>
        <p:spPr>
          <a:xfrm>
            <a:off x="857250" y="3399472"/>
            <a:ext cx="10858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17" name="Google Shape;3717;p104"/>
          <p:cNvPicPr preferRelativeResize="0"/>
          <p:nvPr/>
        </p:nvPicPr>
        <p:blipFill>
          <a:blip r:embed="rId2">
            <a:alphaModFix/>
          </a:blip>
          <a:stretch>
            <a:fillRect/>
          </a:stretch>
        </p:blipFill>
        <p:spPr>
          <a:xfrm>
            <a:off x="16459200" y="8989629"/>
            <a:ext cx="953599" cy="667523"/>
          </a:xfrm>
          <a:prstGeom prst="rect">
            <a:avLst/>
          </a:prstGeom>
          <a:noFill/>
          <a:ln>
            <a:noFill/>
          </a:ln>
        </p:spPr>
      </p:pic>
      <p:sp>
        <p:nvSpPr>
          <p:cNvPr id="3718" name="Google Shape;3718;p104"/>
          <p:cNvSpPr/>
          <p:nvPr>
            <p:ph idx="4" type="pic"/>
          </p:nvPr>
        </p:nvSpPr>
        <p:spPr>
          <a:xfrm>
            <a:off x="12287250" y="855345"/>
            <a:ext cx="5142600" cy="7728600"/>
          </a:xfrm>
          <a:prstGeom prst="roundRect">
            <a:avLst>
              <a:gd fmla="val 7640" name="adj"/>
            </a:avLst>
          </a:prstGeom>
          <a:noFill/>
          <a:ln>
            <a:noFill/>
          </a:ln>
        </p:spPr>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Large Image Right">
  <p:cSld name="TITLE_1_1_1_1_1_1_1_1_1_1_1_1_1_1_1">
    <p:bg>
      <p:bgPr>
        <a:solidFill>
          <a:schemeClr val="accent6"/>
        </a:solidFill>
      </p:bgPr>
    </p:bg>
    <p:spTree>
      <p:nvGrpSpPr>
        <p:cNvPr id="3719" name="Shape 3719"/>
        <p:cNvGrpSpPr/>
        <p:nvPr/>
      </p:nvGrpSpPr>
      <p:grpSpPr>
        <a:xfrm>
          <a:off x="0" y="0"/>
          <a:ext cx="0" cy="0"/>
          <a:chOff x="0" y="0"/>
          <a:chExt cx="0" cy="0"/>
        </a:xfrm>
      </p:grpSpPr>
      <p:sp>
        <p:nvSpPr>
          <p:cNvPr id="3720" name="Google Shape;3720;p105"/>
          <p:cNvSpPr/>
          <p:nvPr>
            <p:ph idx="2" type="pic"/>
          </p:nvPr>
        </p:nvSpPr>
        <p:spPr>
          <a:xfrm>
            <a:off x="9151620" y="0"/>
            <a:ext cx="9394500" cy="10295700"/>
          </a:xfrm>
          <a:prstGeom prst="roundRect">
            <a:avLst>
              <a:gd fmla="val 3341" name="adj"/>
            </a:avLst>
          </a:prstGeom>
          <a:noFill/>
          <a:ln>
            <a:noFill/>
          </a:ln>
        </p:spPr>
      </p:sp>
      <p:sp>
        <p:nvSpPr>
          <p:cNvPr id="3721" name="Google Shape;3721;p105"/>
          <p:cNvSpPr txBox="1"/>
          <p:nvPr>
            <p:ph type="title"/>
          </p:nvPr>
        </p:nvSpPr>
        <p:spPr>
          <a:xfrm>
            <a:off x="857250" y="838200"/>
            <a:ext cx="77154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22" name="Google Shape;3722;p105"/>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23" name="Google Shape;3723;p105"/>
          <p:cNvSpPr txBox="1"/>
          <p:nvPr>
            <p:ph idx="3"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24" name="Google Shape;3724;p105"/>
          <p:cNvSpPr txBox="1"/>
          <p:nvPr>
            <p:ph idx="4" type="body"/>
          </p:nvPr>
        </p:nvSpPr>
        <p:spPr>
          <a:xfrm>
            <a:off x="857250" y="3399472"/>
            <a:ext cx="7715100" cy="5737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25" name="Google Shape;3725;p105"/>
          <p:cNvPicPr preferRelativeResize="0"/>
          <p:nvPr/>
        </p:nvPicPr>
        <p:blipFill>
          <a:blip r:embed="rId2">
            <a:alphaModFix/>
          </a:blip>
          <a:stretch>
            <a:fillRect/>
          </a:stretch>
        </p:blipFill>
        <p:spPr>
          <a:xfrm>
            <a:off x="16459200" y="8989629"/>
            <a:ext cx="953599" cy="667523"/>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Split Screen">
  <p:cSld name="TITLE_1_1_1_1_1_1_1_1_1_1_1_1_1_1_1_1_1_1">
    <p:bg>
      <p:bgPr>
        <a:solidFill>
          <a:schemeClr val="accent6"/>
        </a:solidFill>
      </p:bgPr>
    </p:bg>
    <p:spTree>
      <p:nvGrpSpPr>
        <p:cNvPr id="3726" name="Shape 3726"/>
        <p:cNvGrpSpPr/>
        <p:nvPr/>
      </p:nvGrpSpPr>
      <p:grpSpPr>
        <a:xfrm>
          <a:off x="0" y="0"/>
          <a:ext cx="0" cy="0"/>
          <a:chOff x="0" y="0"/>
          <a:chExt cx="0" cy="0"/>
        </a:xfrm>
      </p:grpSpPr>
      <p:sp>
        <p:nvSpPr>
          <p:cNvPr id="3727" name="Google Shape;3727;p106"/>
          <p:cNvSpPr txBox="1"/>
          <p:nvPr>
            <p:ph idx="1" type="body"/>
          </p:nvPr>
        </p:nvSpPr>
        <p:spPr>
          <a:xfrm>
            <a:off x="857250" y="3399472"/>
            <a:ext cx="7620000" cy="57378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3728" name="Google Shape;3728;p106"/>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729" name="Google Shape;3729;p10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30" name="Google Shape;3730;p106"/>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31" name="Google Shape;3731;p106"/>
          <p:cNvSpPr txBox="1"/>
          <p:nvPr>
            <p:ph idx="2"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32" name="Google Shape;3732;p106"/>
          <p:cNvSpPr txBox="1"/>
          <p:nvPr>
            <p:ph idx="3" type="body"/>
          </p:nvPr>
        </p:nvSpPr>
        <p:spPr>
          <a:xfrm>
            <a:off x="857250" y="9620250"/>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Blue">
  <p:cSld name="TITLE_1_1_1_1_1_1_1_1_1_1_1_1_1_1_1_1_1_1_1_1">
    <p:bg>
      <p:bgPr>
        <a:solidFill>
          <a:schemeClr val="accent6"/>
        </a:solidFill>
      </p:bgPr>
    </p:bg>
    <p:spTree>
      <p:nvGrpSpPr>
        <p:cNvPr id="3733" name="Shape 3733"/>
        <p:cNvGrpSpPr/>
        <p:nvPr/>
      </p:nvGrpSpPr>
      <p:grpSpPr>
        <a:xfrm>
          <a:off x="0" y="0"/>
          <a:ext cx="0" cy="0"/>
          <a:chOff x="0" y="0"/>
          <a:chExt cx="0" cy="0"/>
        </a:xfrm>
      </p:grpSpPr>
      <p:sp>
        <p:nvSpPr>
          <p:cNvPr id="3734" name="Google Shape;3734;p107"/>
          <p:cNvSpPr/>
          <p:nvPr/>
        </p:nvSpPr>
        <p:spPr>
          <a:xfrm>
            <a:off x="857250" y="2854969"/>
            <a:ext cx="165735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35" name="Google Shape;3735;p107"/>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36" name="Google Shape;3736;p10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37" name="Google Shape;3737;p107"/>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38" name="Google Shape;3738;p107"/>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39" name="Google Shape;3739;p10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White">
  <p:cSld name="TITLE_1_1_1_1_1_1_1_1_1_1_1_1_1_1_1_1_1_1_1_1_2_1">
    <p:bg>
      <p:bgPr>
        <a:solidFill>
          <a:srgbClr val="FFFEFE"/>
        </a:solidFill>
      </p:bgPr>
    </p:bg>
    <p:spTree>
      <p:nvGrpSpPr>
        <p:cNvPr id="3740" name="Shape 3740"/>
        <p:cNvGrpSpPr/>
        <p:nvPr/>
      </p:nvGrpSpPr>
      <p:grpSpPr>
        <a:xfrm>
          <a:off x="0" y="0"/>
          <a:ext cx="0" cy="0"/>
          <a:chOff x="0" y="0"/>
          <a:chExt cx="0" cy="0"/>
        </a:xfrm>
      </p:grpSpPr>
      <p:sp>
        <p:nvSpPr>
          <p:cNvPr id="3741" name="Google Shape;3741;p108"/>
          <p:cNvSpPr/>
          <p:nvPr/>
        </p:nvSpPr>
        <p:spPr>
          <a:xfrm>
            <a:off x="857250" y="2854969"/>
            <a:ext cx="165735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42" name="Google Shape;3742;p108"/>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43" name="Google Shape;3743;p10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44" name="Google Shape;3744;p108"/>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45" name="Google Shape;3745;p108"/>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46" name="Google Shape;3746;p10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Blue">
  <p:cSld name="TITLE_1_1_1_1_1_1_1_1_1_1_1_1_1_1_1_1_1_1_1_1_2_2">
    <p:bg>
      <p:bgPr>
        <a:solidFill>
          <a:schemeClr val="accent6"/>
        </a:solidFill>
      </p:bgPr>
    </p:bg>
    <p:spTree>
      <p:nvGrpSpPr>
        <p:cNvPr id="3747" name="Shape 3747"/>
        <p:cNvGrpSpPr/>
        <p:nvPr/>
      </p:nvGrpSpPr>
      <p:grpSpPr>
        <a:xfrm>
          <a:off x="0" y="0"/>
          <a:ext cx="0" cy="0"/>
          <a:chOff x="0" y="0"/>
          <a:chExt cx="0" cy="0"/>
        </a:xfrm>
      </p:grpSpPr>
      <p:sp>
        <p:nvSpPr>
          <p:cNvPr id="3748" name="Google Shape;3748;p109"/>
          <p:cNvSpPr/>
          <p:nvPr/>
        </p:nvSpPr>
        <p:spPr>
          <a:xfrm>
            <a:off x="857250" y="2432700"/>
            <a:ext cx="16573500" cy="71781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49" name="Google Shape;3749;p10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50" name="Google Shape;3750;p10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51" name="Google Shape;3751;p10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52" name="Google Shape;3752;p10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53" name="Google Shape;3753;p109"/>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White">
  <p:cSld name="TITLE_1_1_1_1_1_1_1_1_1_1_1_1_1_1_1_1_1_1_1_1_2_2_1">
    <p:bg>
      <p:bgPr>
        <a:solidFill>
          <a:schemeClr val="lt1"/>
        </a:solidFill>
      </p:bgPr>
    </p:bg>
    <p:spTree>
      <p:nvGrpSpPr>
        <p:cNvPr id="3754" name="Shape 3754"/>
        <p:cNvGrpSpPr/>
        <p:nvPr/>
      </p:nvGrpSpPr>
      <p:grpSpPr>
        <a:xfrm>
          <a:off x="0" y="0"/>
          <a:ext cx="0" cy="0"/>
          <a:chOff x="0" y="0"/>
          <a:chExt cx="0" cy="0"/>
        </a:xfrm>
      </p:grpSpPr>
      <p:sp>
        <p:nvSpPr>
          <p:cNvPr id="3755" name="Google Shape;3755;p110"/>
          <p:cNvSpPr/>
          <p:nvPr/>
        </p:nvSpPr>
        <p:spPr>
          <a:xfrm>
            <a:off x="857250" y="2432700"/>
            <a:ext cx="16573500" cy="71781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56" name="Google Shape;3756;p11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57" name="Google Shape;3757;p110"/>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58" name="Google Shape;3758;p110"/>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59" name="Google Shape;3759;p110"/>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60" name="Google Shape;3760;p110"/>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Blue">
  <p:cSld name="TITLE_1_1_1_1_1_1_1_1_1_1_1_1_1_1_1_1_1_1_1_1_1">
    <p:bg>
      <p:bgPr>
        <a:solidFill>
          <a:schemeClr val="accent6"/>
        </a:solidFill>
      </p:bgPr>
    </p:bg>
    <p:spTree>
      <p:nvGrpSpPr>
        <p:cNvPr id="3761" name="Shape 3761"/>
        <p:cNvGrpSpPr/>
        <p:nvPr/>
      </p:nvGrpSpPr>
      <p:grpSpPr>
        <a:xfrm>
          <a:off x="0" y="0"/>
          <a:ext cx="0" cy="0"/>
          <a:chOff x="0" y="0"/>
          <a:chExt cx="0" cy="0"/>
        </a:xfrm>
      </p:grpSpPr>
      <p:sp>
        <p:nvSpPr>
          <p:cNvPr id="3762" name="Google Shape;3762;p111"/>
          <p:cNvSpPr/>
          <p:nvPr/>
        </p:nvSpPr>
        <p:spPr>
          <a:xfrm>
            <a:off x="857250"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63" name="Google Shape;3763;p111"/>
          <p:cNvSpPr/>
          <p:nvPr/>
        </p:nvSpPr>
        <p:spPr>
          <a:xfrm>
            <a:off x="9425372"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64" name="Google Shape;3764;p11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65" name="Google Shape;3765;p11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66" name="Google Shape;3766;p111"/>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67" name="Google Shape;3767;p111"/>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68" name="Google Shape;3768;p111"/>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69" name="Google Shape;3769;p11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White">
  <p:cSld name="TITLE_1_1_1_1_1_1_1_1_1_1_1_1_1_1_1_1_1_1_1_1_1_2_1">
    <p:bg>
      <p:bgPr>
        <a:solidFill>
          <a:srgbClr val="FFFEFE"/>
        </a:solidFill>
      </p:bgPr>
    </p:bg>
    <p:spTree>
      <p:nvGrpSpPr>
        <p:cNvPr id="3770" name="Shape 3770"/>
        <p:cNvGrpSpPr/>
        <p:nvPr/>
      </p:nvGrpSpPr>
      <p:grpSpPr>
        <a:xfrm>
          <a:off x="0" y="0"/>
          <a:ext cx="0" cy="0"/>
          <a:chOff x="0" y="0"/>
          <a:chExt cx="0" cy="0"/>
        </a:xfrm>
      </p:grpSpPr>
      <p:sp>
        <p:nvSpPr>
          <p:cNvPr id="3771" name="Google Shape;3771;p112"/>
          <p:cNvSpPr/>
          <p:nvPr/>
        </p:nvSpPr>
        <p:spPr>
          <a:xfrm>
            <a:off x="857250"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72" name="Google Shape;3772;p112"/>
          <p:cNvSpPr/>
          <p:nvPr/>
        </p:nvSpPr>
        <p:spPr>
          <a:xfrm>
            <a:off x="9425372"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73" name="Google Shape;3773;p11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74" name="Google Shape;3774;p11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75" name="Google Shape;3775;p112"/>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76" name="Google Shape;3776;p112"/>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77" name="Google Shape;3777;p112"/>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78" name="Google Shape;3778;p112"/>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Blue">
  <p:cSld name="TITLE_1_1_1_1_1_1_1_1_1_1_1_1_1_1_1_1_1_1_1_1_1_1">
    <p:bg>
      <p:bgPr>
        <a:solidFill>
          <a:schemeClr val="accent6"/>
        </a:solidFill>
      </p:bgPr>
    </p:bg>
    <p:spTree>
      <p:nvGrpSpPr>
        <p:cNvPr id="3779" name="Shape 3779"/>
        <p:cNvGrpSpPr/>
        <p:nvPr/>
      </p:nvGrpSpPr>
      <p:grpSpPr>
        <a:xfrm>
          <a:off x="0" y="0"/>
          <a:ext cx="0" cy="0"/>
          <a:chOff x="0" y="0"/>
          <a:chExt cx="0" cy="0"/>
        </a:xfrm>
      </p:grpSpPr>
      <p:sp>
        <p:nvSpPr>
          <p:cNvPr id="3780" name="Google Shape;3780;p113"/>
          <p:cNvSpPr/>
          <p:nvPr/>
        </p:nvSpPr>
        <p:spPr>
          <a:xfrm>
            <a:off x="85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1" name="Google Shape;3781;p113"/>
          <p:cNvSpPr/>
          <p:nvPr/>
        </p:nvSpPr>
        <p:spPr>
          <a:xfrm>
            <a:off x="6572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2" name="Google Shape;3782;p113"/>
          <p:cNvSpPr/>
          <p:nvPr/>
        </p:nvSpPr>
        <p:spPr>
          <a:xfrm>
            <a:off x="1228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3" name="Google Shape;3783;p11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84" name="Google Shape;3784;p11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85" name="Google Shape;3785;p11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86" name="Google Shape;3786;p113"/>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87" name="Google Shape;3787;p113"/>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88" name="Google Shape;3788;p113"/>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89" name="Google Shape;3789;p11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White">
  <p:cSld name="TITLE_1_1_1_1_1_1_1_1_1_1_1_1_1_1_1_1_1_1_1_1_1_1_2">
    <p:bg>
      <p:bgPr>
        <a:solidFill>
          <a:schemeClr val="lt1"/>
        </a:solidFill>
      </p:bgPr>
    </p:bg>
    <p:spTree>
      <p:nvGrpSpPr>
        <p:cNvPr id="3790" name="Shape 3790"/>
        <p:cNvGrpSpPr/>
        <p:nvPr/>
      </p:nvGrpSpPr>
      <p:grpSpPr>
        <a:xfrm>
          <a:off x="0" y="0"/>
          <a:ext cx="0" cy="0"/>
          <a:chOff x="0" y="0"/>
          <a:chExt cx="0" cy="0"/>
        </a:xfrm>
      </p:grpSpPr>
      <p:sp>
        <p:nvSpPr>
          <p:cNvPr id="3791" name="Google Shape;3791;p114"/>
          <p:cNvSpPr/>
          <p:nvPr/>
        </p:nvSpPr>
        <p:spPr>
          <a:xfrm>
            <a:off x="85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2" name="Google Shape;3792;p114"/>
          <p:cNvSpPr/>
          <p:nvPr/>
        </p:nvSpPr>
        <p:spPr>
          <a:xfrm>
            <a:off x="6572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3" name="Google Shape;3793;p114"/>
          <p:cNvSpPr/>
          <p:nvPr/>
        </p:nvSpPr>
        <p:spPr>
          <a:xfrm>
            <a:off x="1228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4" name="Google Shape;3794;p11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95" name="Google Shape;3795;p11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96" name="Google Shape;3796;p114"/>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97" name="Google Shape;3797;p114"/>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98" name="Google Shape;3798;p114"/>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99" name="Google Shape;3799;p114"/>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00" name="Google Shape;3800;p11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Blue">
  <p:cSld name="TITLE_1_1_1_1_1_1_1_1_1_1_1_1_1_1_1_1_1_1_1_1_1_1_1">
    <p:bg>
      <p:bgPr>
        <a:solidFill>
          <a:schemeClr val="accent6"/>
        </a:solidFill>
      </p:bgPr>
    </p:bg>
    <p:spTree>
      <p:nvGrpSpPr>
        <p:cNvPr id="3801" name="Shape 3801"/>
        <p:cNvGrpSpPr/>
        <p:nvPr/>
      </p:nvGrpSpPr>
      <p:grpSpPr>
        <a:xfrm>
          <a:off x="0" y="0"/>
          <a:ext cx="0" cy="0"/>
          <a:chOff x="0" y="0"/>
          <a:chExt cx="0" cy="0"/>
        </a:xfrm>
      </p:grpSpPr>
      <p:sp>
        <p:nvSpPr>
          <p:cNvPr id="3802" name="Google Shape;3802;p115"/>
          <p:cNvSpPr/>
          <p:nvPr/>
        </p:nvSpPr>
        <p:spPr>
          <a:xfrm>
            <a:off x="85725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3" name="Google Shape;3803;p115"/>
          <p:cNvSpPr/>
          <p:nvPr/>
        </p:nvSpPr>
        <p:spPr>
          <a:xfrm>
            <a:off x="5145917"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4" name="Google Shape;3804;p115"/>
          <p:cNvSpPr/>
          <p:nvPr/>
        </p:nvSpPr>
        <p:spPr>
          <a:xfrm>
            <a:off x="9434585"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5" name="Google Shape;3805;p115"/>
          <p:cNvSpPr/>
          <p:nvPr/>
        </p:nvSpPr>
        <p:spPr>
          <a:xfrm>
            <a:off x="1371600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6" name="Google Shape;3806;p11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07" name="Google Shape;3807;p115"/>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08" name="Google Shape;3808;p115"/>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809" name="Google Shape;3809;p115"/>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0" name="Google Shape;3810;p115"/>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1" name="Google Shape;3811;p115"/>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2" name="Google Shape;3812;p115"/>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13" name="Google Shape;3813;p11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White">
  <p:cSld name="TITLE_1_1_1_1_1_1_1_1_1_1_1_1_1_1_1_1_1_1_1_1_1_1_1_2_1">
    <p:bg>
      <p:bgPr>
        <a:solidFill>
          <a:srgbClr val="FFFEFE"/>
        </a:solidFill>
      </p:bgPr>
    </p:bg>
    <p:spTree>
      <p:nvGrpSpPr>
        <p:cNvPr id="3814" name="Shape 3814"/>
        <p:cNvGrpSpPr/>
        <p:nvPr/>
      </p:nvGrpSpPr>
      <p:grpSpPr>
        <a:xfrm>
          <a:off x="0" y="0"/>
          <a:ext cx="0" cy="0"/>
          <a:chOff x="0" y="0"/>
          <a:chExt cx="0" cy="0"/>
        </a:xfrm>
      </p:grpSpPr>
      <p:sp>
        <p:nvSpPr>
          <p:cNvPr id="3815" name="Google Shape;3815;p116"/>
          <p:cNvSpPr/>
          <p:nvPr/>
        </p:nvSpPr>
        <p:spPr>
          <a:xfrm>
            <a:off x="85725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6" name="Google Shape;3816;p116"/>
          <p:cNvSpPr/>
          <p:nvPr/>
        </p:nvSpPr>
        <p:spPr>
          <a:xfrm>
            <a:off x="5145917"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7" name="Google Shape;3817;p116"/>
          <p:cNvSpPr/>
          <p:nvPr/>
        </p:nvSpPr>
        <p:spPr>
          <a:xfrm>
            <a:off x="9434585"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8" name="Google Shape;3818;p116"/>
          <p:cNvSpPr/>
          <p:nvPr/>
        </p:nvSpPr>
        <p:spPr>
          <a:xfrm>
            <a:off x="1371600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9" name="Google Shape;3819;p11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3820" name="Google Shape;3820;p11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21" name="Google Shape;3821;p11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822" name="Google Shape;3822;p116"/>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3" name="Google Shape;3823;p116"/>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4" name="Google Shape;3824;p116"/>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5" name="Google Shape;3825;p116"/>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26" name="Google Shape;3826;p11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Astro">
  <p:cSld name="TITLE_1_1_1_1_1_1_1_1_1_1_1_1_1_1_1_1_1_1_1_1_1_1_1_1_3">
    <p:bg>
      <p:bgPr>
        <a:solidFill>
          <a:schemeClr val="accent6"/>
        </a:solidFill>
      </p:bgPr>
    </p:bg>
    <p:spTree>
      <p:nvGrpSpPr>
        <p:cNvPr id="3827" name="Shape 3827"/>
        <p:cNvGrpSpPr/>
        <p:nvPr/>
      </p:nvGrpSpPr>
      <p:grpSpPr>
        <a:xfrm>
          <a:off x="0" y="0"/>
          <a:ext cx="0" cy="0"/>
          <a:chOff x="0" y="0"/>
          <a:chExt cx="0" cy="0"/>
        </a:xfrm>
      </p:grpSpPr>
      <p:pic>
        <p:nvPicPr>
          <p:cNvPr descr="alt=&quot;&quot;" id="3828" name="Google Shape;3828;p117"/>
          <p:cNvPicPr preferRelativeResize="0"/>
          <p:nvPr/>
        </p:nvPicPr>
        <p:blipFill rotWithShape="1">
          <a:blip r:embed="rId2">
            <a:alphaModFix/>
          </a:blip>
          <a:srcRect b="0" l="0" r="0" t="0"/>
          <a:stretch/>
        </p:blipFill>
        <p:spPr>
          <a:xfrm rot="-1107206">
            <a:off x="1389316" y="2684208"/>
            <a:ext cx="485211" cy="491419"/>
          </a:xfrm>
          <a:prstGeom prst="rect">
            <a:avLst/>
          </a:prstGeom>
          <a:noFill/>
          <a:ln>
            <a:noFill/>
          </a:ln>
        </p:spPr>
      </p:pic>
      <p:pic>
        <p:nvPicPr>
          <p:cNvPr descr="alt=&quot;&quot;" id="3829" name="Google Shape;3829;p117"/>
          <p:cNvPicPr preferRelativeResize="0"/>
          <p:nvPr/>
        </p:nvPicPr>
        <p:blipFill rotWithShape="1">
          <a:blip r:embed="rId2">
            <a:alphaModFix/>
          </a:blip>
          <a:srcRect b="0" l="0" r="0" t="0"/>
          <a:stretch/>
        </p:blipFill>
        <p:spPr>
          <a:xfrm rot="613168">
            <a:off x="16191756" y="4305922"/>
            <a:ext cx="339935" cy="344269"/>
          </a:xfrm>
          <a:prstGeom prst="rect">
            <a:avLst/>
          </a:prstGeom>
          <a:noFill/>
          <a:ln>
            <a:noFill/>
          </a:ln>
        </p:spPr>
      </p:pic>
      <p:pic>
        <p:nvPicPr>
          <p:cNvPr id="3830" name="Google Shape;3830;p117" title="astro.png"/>
          <p:cNvPicPr preferRelativeResize="0"/>
          <p:nvPr/>
        </p:nvPicPr>
        <p:blipFill rotWithShape="1">
          <a:blip r:embed="rId3">
            <a:alphaModFix/>
          </a:blip>
          <a:srcRect b="0" l="10" r="10" t="0"/>
          <a:stretch/>
        </p:blipFill>
        <p:spPr>
          <a:xfrm>
            <a:off x="14226100" y="5326975"/>
            <a:ext cx="3498100" cy="4264350"/>
          </a:xfrm>
          <a:prstGeom prst="rect">
            <a:avLst/>
          </a:prstGeom>
          <a:noFill/>
          <a:ln>
            <a:noFill/>
          </a:ln>
        </p:spPr>
      </p:pic>
      <p:sp>
        <p:nvSpPr>
          <p:cNvPr id="3831" name="Google Shape;3831;p117"/>
          <p:cNvSpPr/>
          <p:nvPr/>
        </p:nvSpPr>
        <p:spPr>
          <a:xfrm>
            <a:off x="4544129"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32" name="Google Shape;3832;p117"/>
          <p:cNvSpPr/>
          <p:nvPr/>
        </p:nvSpPr>
        <p:spPr>
          <a:xfrm>
            <a:off x="852137" y="363505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pic>
        <p:nvPicPr>
          <p:cNvPr id="3833" name="Google Shape;3833;p117"/>
          <p:cNvPicPr preferRelativeResize="0"/>
          <p:nvPr/>
        </p:nvPicPr>
        <p:blipFill>
          <a:blip r:embed="rId4">
            <a:alphaModFix/>
          </a:blip>
          <a:stretch>
            <a:fillRect/>
          </a:stretch>
        </p:blipFill>
        <p:spPr>
          <a:xfrm>
            <a:off x="16550000" y="848191"/>
            <a:ext cx="953599" cy="667526"/>
          </a:xfrm>
          <a:prstGeom prst="rect">
            <a:avLst/>
          </a:prstGeom>
          <a:noFill/>
          <a:ln>
            <a:noFill/>
          </a:ln>
        </p:spPr>
      </p:pic>
      <p:pic>
        <p:nvPicPr>
          <p:cNvPr descr="alt=&quot;&quot;" id="3834" name="Google Shape;3834;p117"/>
          <p:cNvPicPr preferRelativeResize="0"/>
          <p:nvPr/>
        </p:nvPicPr>
        <p:blipFill>
          <a:blip r:embed="rId5">
            <a:alphaModFix amt="60000"/>
          </a:blip>
          <a:stretch>
            <a:fillRect/>
          </a:stretch>
        </p:blipFill>
        <p:spPr>
          <a:xfrm>
            <a:off x="852140" y="8019375"/>
            <a:ext cx="3396895" cy="1981876"/>
          </a:xfrm>
          <a:prstGeom prst="rect">
            <a:avLst/>
          </a:prstGeom>
          <a:noFill/>
          <a:ln>
            <a:noFill/>
          </a:ln>
        </p:spPr>
      </p:pic>
      <p:pic>
        <p:nvPicPr>
          <p:cNvPr descr="alt=&quot;&quot;" id="3835" name="Google Shape;3835;p117"/>
          <p:cNvPicPr preferRelativeResize="0"/>
          <p:nvPr/>
        </p:nvPicPr>
        <p:blipFill>
          <a:blip r:embed="rId5">
            <a:alphaModFix amt="60000"/>
          </a:blip>
          <a:stretch>
            <a:fillRect/>
          </a:stretch>
        </p:blipFill>
        <p:spPr>
          <a:xfrm>
            <a:off x="4544131" y="8019375"/>
            <a:ext cx="3396895" cy="1981876"/>
          </a:xfrm>
          <a:prstGeom prst="rect">
            <a:avLst/>
          </a:prstGeom>
          <a:noFill/>
          <a:ln>
            <a:noFill/>
          </a:ln>
        </p:spPr>
      </p:pic>
      <p:pic>
        <p:nvPicPr>
          <p:cNvPr descr="alt=&quot;&quot;" id="3836" name="Google Shape;3836;p117"/>
          <p:cNvPicPr preferRelativeResize="0"/>
          <p:nvPr/>
        </p:nvPicPr>
        <p:blipFill>
          <a:blip r:embed="rId5">
            <a:alphaModFix amt="60000"/>
          </a:blip>
          <a:stretch>
            <a:fillRect/>
          </a:stretch>
        </p:blipFill>
        <p:spPr>
          <a:xfrm>
            <a:off x="8245862" y="8019375"/>
            <a:ext cx="3396895" cy="1981876"/>
          </a:xfrm>
          <a:prstGeom prst="rect">
            <a:avLst/>
          </a:prstGeom>
          <a:noFill/>
          <a:ln>
            <a:noFill/>
          </a:ln>
        </p:spPr>
      </p:pic>
      <p:pic>
        <p:nvPicPr>
          <p:cNvPr descr="alt=&quot;&quot;" id="3837" name="Google Shape;3837;p117"/>
          <p:cNvPicPr preferRelativeResize="0"/>
          <p:nvPr/>
        </p:nvPicPr>
        <p:blipFill>
          <a:blip r:embed="rId5">
            <a:alphaModFix amt="60000"/>
          </a:blip>
          <a:stretch>
            <a:fillRect/>
          </a:stretch>
        </p:blipFill>
        <p:spPr>
          <a:xfrm>
            <a:off x="11964528" y="8019375"/>
            <a:ext cx="3396895" cy="1981876"/>
          </a:xfrm>
          <a:prstGeom prst="rect">
            <a:avLst/>
          </a:prstGeom>
          <a:noFill/>
          <a:ln>
            <a:noFill/>
          </a:ln>
        </p:spPr>
      </p:pic>
      <p:sp>
        <p:nvSpPr>
          <p:cNvPr id="3838" name="Google Shape;3838;p117"/>
          <p:cNvSpPr/>
          <p:nvPr/>
        </p:nvSpPr>
        <p:spPr>
          <a:xfrm>
            <a:off x="8245860"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39" name="Google Shape;3839;p117"/>
          <p:cNvSpPr txBox="1"/>
          <p:nvPr>
            <p:ph type="title"/>
          </p:nvPr>
        </p:nvSpPr>
        <p:spPr>
          <a:xfrm>
            <a:off x="8524013"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40" name="Google Shape;3840;p117"/>
          <p:cNvSpPr/>
          <p:nvPr/>
        </p:nvSpPr>
        <p:spPr>
          <a:xfrm>
            <a:off x="11964525" y="363530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41" name="Google Shape;3841;p117"/>
          <p:cNvSpPr txBox="1"/>
          <p:nvPr>
            <p:ph idx="2" type="title"/>
          </p:nvPr>
        </p:nvSpPr>
        <p:spPr>
          <a:xfrm>
            <a:off x="12231826" y="4722027"/>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42" name="Google Shape;3842;p117"/>
          <p:cNvSpPr/>
          <p:nvPr/>
        </p:nvSpPr>
        <p:spPr>
          <a:xfrm>
            <a:off x="1890287"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1</a:t>
            </a:r>
            <a:endParaRPr sz="3000">
              <a:solidFill>
                <a:schemeClr val="lt1"/>
              </a:solidFill>
              <a:latin typeface="Avant Garde Demi SFDC"/>
              <a:ea typeface="Avant Garde Demi SFDC"/>
              <a:cs typeface="Avant Garde Demi SFDC"/>
              <a:sym typeface="Avant Garde Demi SFDC"/>
            </a:endParaRPr>
          </a:p>
        </p:txBody>
      </p:sp>
      <p:sp>
        <p:nvSpPr>
          <p:cNvPr id="3843" name="Google Shape;3843;p117"/>
          <p:cNvSpPr/>
          <p:nvPr/>
        </p:nvSpPr>
        <p:spPr>
          <a:xfrm>
            <a:off x="9292463"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3</a:t>
            </a:r>
            <a:endParaRPr sz="3000">
              <a:solidFill>
                <a:schemeClr val="lt1"/>
              </a:solidFill>
              <a:latin typeface="Avant Garde Demi SFDC"/>
              <a:ea typeface="Avant Garde Demi SFDC"/>
              <a:cs typeface="Avant Garde Demi SFDC"/>
              <a:sym typeface="Avant Garde Demi SFDC"/>
            </a:endParaRPr>
          </a:p>
        </p:txBody>
      </p:sp>
      <p:sp>
        <p:nvSpPr>
          <p:cNvPr id="3844" name="Google Shape;3844;p117"/>
          <p:cNvSpPr/>
          <p:nvPr/>
        </p:nvSpPr>
        <p:spPr>
          <a:xfrm>
            <a:off x="13000276"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4</a:t>
            </a:r>
            <a:endParaRPr sz="3000">
              <a:solidFill>
                <a:schemeClr val="lt1"/>
              </a:solidFill>
              <a:latin typeface="Avant Garde Demi SFDC"/>
              <a:ea typeface="Avant Garde Demi SFDC"/>
              <a:cs typeface="Avant Garde Demi SFDC"/>
              <a:sym typeface="Avant Garde Demi SFDC"/>
            </a:endParaRPr>
          </a:p>
        </p:txBody>
      </p:sp>
      <p:sp>
        <p:nvSpPr>
          <p:cNvPr id="3845" name="Google Shape;3845;p117"/>
          <p:cNvSpPr/>
          <p:nvPr/>
        </p:nvSpPr>
        <p:spPr>
          <a:xfrm>
            <a:off x="5587138"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2</a:t>
            </a:r>
            <a:endParaRPr sz="3000">
              <a:solidFill>
                <a:schemeClr val="lt1"/>
              </a:solidFill>
              <a:latin typeface="Avant Garde Demi SFDC"/>
              <a:ea typeface="Avant Garde Demi SFDC"/>
              <a:cs typeface="Avant Garde Demi SFDC"/>
              <a:sym typeface="Avant Garde Demi SFDC"/>
            </a:endParaRPr>
          </a:p>
        </p:txBody>
      </p:sp>
      <p:pic>
        <p:nvPicPr>
          <p:cNvPr descr="alt=&quot;&quot;" id="3846" name="Google Shape;3846;p117"/>
          <p:cNvPicPr preferRelativeResize="0"/>
          <p:nvPr/>
        </p:nvPicPr>
        <p:blipFill rotWithShape="1">
          <a:blip r:embed="rId2">
            <a:alphaModFix/>
          </a:blip>
          <a:srcRect b="0" l="0" r="0" t="0"/>
          <a:stretch/>
        </p:blipFill>
        <p:spPr>
          <a:xfrm rot="-519600">
            <a:off x="15671379" y="4601860"/>
            <a:ext cx="485211" cy="491419"/>
          </a:xfrm>
          <a:prstGeom prst="rect">
            <a:avLst/>
          </a:prstGeom>
          <a:noFill/>
          <a:ln>
            <a:noFill/>
          </a:ln>
        </p:spPr>
      </p:pic>
      <p:pic>
        <p:nvPicPr>
          <p:cNvPr descr="alt=&quot;&quot;" id="3847" name="Google Shape;3847;p117"/>
          <p:cNvPicPr preferRelativeResize="0"/>
          <p:nvPr/>
        </p:nvPicPr>
        <p:blipFill rotWithShape="1">
          <a:blip r:embed="rId2">
            <a:alphaModFix/>
          </a:blip>
          <a:srcRect b="0" l="0" r="0" t="0"/>
          <a:stretch/>
        </p:blipFill>
        <p:spPr>
          <a:xfrm rot="450588">
            <a:off x="16514704" y="4846289"/>
            <a:ext cx="189095" cy="191530"/>
          </a:xfrm>
          <a:prstGeom prst="rect">
            <a:avLst/>
          </a:prstGeom>
          <a:noFill/>
          <a:ln>
            <a:noFill/>
          </a:ln>
        </p:spPr>
      </p:pic>
      <p:pic>
        <p:nvPicPr>
          <p:cNvPr descr="alt=&quot;&quot;" id="3848" name="Google Shape;3848;p117"/>
          <p:cNvPicPr preferRelativeResize="0"/>
          <p:nvPr/>
        </p:nvPicPr>
        <p:blipFill rotWithShape="1">
          <a:blip r:embed="rId2">
            <a:alphaModFix/>
          </a:blip>
          <a:srcRect b="0" l="0" r="0" t="0"/>
          <a:stretch/>
        </p:blipFill>
        <p:spPr>
          <a:xfrm rot="450588">
            <a:off x="1180359" y="3247550"/>
            <a:ext cx="189095" cy="191530"/>
          </a:xfrm>
          <a:prstGeom prst="rect">
            <a:avLst/>
          </a:prstGeom>
          <a:noFill/>
          <a:ln>
            <a:noFill/>
          </a:ln>
        </p:spPr>
      </p:pic>
      <p:sp>
        <p:nvSpPr>
          <p:cNvPr id="3849" name="Google Shape;3849;p117"/>
          <p:cNvSpPr txBox="1"/>
          <p:nvPr>
            <p:ph idx="1" type="subTitle"/>
          </p:nvPr>
        </p:nvSpPr>
        <p:spPr>
          <a:xfrm>
            <a:off x="844721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0" name="Google Shape;3850;p117"/>
          <p:cNvSpPr txBox="1"/>
          <p:nvPr>
            <p:ph idx="3" type="subTitle"/>
          </p:nvPr>
        </p:nvSpPr>
        <p:spPr>
          <a:xfrm>
            <a:off x="1215502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1" name="Google Shape;3851;p117"/>
          <p:cNvSpPr txBox="1"/>
          <p:nvPr>
            <p:ph idx="4" type="title"/>
          </p:nvPr>
        </p:nvSpPr>
        <p:spPr>
          <a:xfrm>
            <a:off x="4818675"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52" name="Google Shape;3852;p117"/>
          <p:cNvSpPr txBox="1"/>
          <p:nvPr>
            <p:ph idx="5" type="subTitle"/>
          </p:nvPr>
        </p:nvSpPr>
        <p:spPr>
          <a:xfrm>
            <a:off x="4741882"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3" name="Google Shape;3853;p117"/>
          <p:cNvSpPr txBox="1"/>
          <p:nvPr>
            <p:ph idx="6" type="title"/>
          </p:nvPr>
        </p:nvSpPr>
        <p:spPr>
          <a:xfrm>
            <a:off x="1123064"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54" name="Google Shape;3854;p117"/>
          <p:cNvSpPr txBox="1"/>
          <p:nvPr>
            <p:ph idx="7" type="subTitle"/>
          </p:nvPr>
        </p:nvSpPr>
        <p:spPr>
          <a:xfrm>
            <a:off x="1046275"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pic>
        <p:nvPicPr>
          <p:cNvPr descr="alt=&quot;&quot;" id="3855" name="Google Shape;3855;p117"/>
          <p:cNvPicPr preferRelativeResize="0"/>
          <p:nvPr/>
        </p:nvPicPr>
        <p:blipFill>
          <a:blip r:embed="rId5">
            <a:alphaModFix amt="60000"/>
          </a:blip>
          <a:stretch>
            <a:fillRect/>
          </a:stretch>
        </p:blipFill>
        <p:spPr>
          <a:xfrm>
            <a:off x="14354899" y="8743727"/>
            <a:ext cx="2857498" cy="1667169"/>
          </a:xfrm>
          <a:prstGeom prst="rect">
            <a:avLst/>
          </a:prstGeom>
          <a:noFill/>
          <a:ln>
            <a:noFill/>
          </a:ln>
        </p:spPr>
      </p:pic>
      <p:sp>
        <p:nvSpPr>
          <p:cNvPr id="3856" name="Google Shape;3856;p117"/>
          <p:cNvSpPr txBox="1"/>
          <p:nvPr>
            <p:ph idx="8"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57" name="Google Shape;3857;p117"/>
          <p:cNvSpPr txBox="1"/>
          <p:nvPr>
            <p:ph idx="9"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58" name="Google Shape;3858;p117"/>
          <p:cNvSpPr txBox="1"/>
          <p:nvPr>
            <p:ph idx="1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Blue">
  <p:cSld name="TITLE_1_1_1_1_1_1_1_1_1_1_1_1_1_1_1_1_1_1_1_1_1_1_1_1">
    <p:bg>
      <p:bgPr>
        <a:solidFill>
          <a:schemeClr val="accent6"/>
        </a:solidFill>
      </p:bgPr>
    </p:bg>
    <p:spTree>
      <p:nvGrpSpPr>
        <p:cNvPr id="3859" name="Shape 3859"/>
        <p:cNvGrpSpPr/>
        <p:nvPr/>
      </p:nvGrpSpPr>
      <p:grpSpPr>
        <a:xfrm>
          <a:off x="0" y="0"/>
          <a:ext cx="0" cy="0"/>
          <a:chOff x="0" y="0"/>
          <a:chExt cx="0" cy="0"/>
        </a:xfrm>
      </p:grpSpPr>
      <p:sp>
        <p:nvSpPr>
          <p:cNvPr id="3860" name="Google Shape;3860;p118"/>
          <p:cNvSpPr/>
          <p:nvPr/>
        </p:nvSpPr>
        <p:spPr>
          <a:xfrm>
            <a:off x="7641721"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1" name="Google Shape;3861;p118"/>
          <p:cNvSpPr/>
          <p:nvPr/>
        </p:nvSpPr>
        <p:spPr>
          <a:xfrm>
            <a:off x="4249485"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2" name="Google Shape;3862;p118"/>
          <p:cNvSpPr/>
          <p:nvPr/>
        </p:nvSpPr>
        <p:spPr>
          <a:xfrm>
            <a:off x="11033956"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3" name="Google Shape;3863;p118"/>
          <p:cNvSpPr/>
          <p:nvPr/>
        </p:nvSpPr>
        <p:spPr>
          <a:xfrm>
            <a:off x="857250"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4" name="Google Shape;3864;p118"/>
          <p:cNvSpPr/>
          <p:nvPr/>
        </p:nvSpPr>
        <p:spPr>
          <a:xfrm>
            <a:off x="14426175" y="2852550"/>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5" name="Google Shape;3865;p11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66" name="Google Shape;3866;p118"/>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867" name="Google Shape;3867;p118"/>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868" name="Google Shape;3868;p118"/>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869" name="Google Shape;3869;p118"/>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0" name="Google Shape;3870;p118"/>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1" name="Google Shape;3871;p118"/>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2" name="Google Shape;3872;p118"/>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3" name="Google Shape;3873;p118"/>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White">
  <p:cSld name="TITLE_1_1_1_1_1_1_1_1_1_1_1_1_1_1_1_1_1_1_1_1_1_1_1_1_2_1">
    <p:bg>
      <p:bgPr>
        <a:solidFill>
          <a:srgbClr val="FFFEFE"/>
        </a:solidFill>
      </p:bgPr>
    </p:bg>
    <p:spTree>
      <p:nvGrpSpPr>
        <p:cNvPr id="3874" name="Shape 3874"/>
        <p:cNvGrpSpPr/>
        <p:nvPr/>
      </p:nvGrpSpPr>
      <p:grpSpPr>
        <a:xfrm>
          <a:off x="0" y="0"/>
          <a:ext cx="0" cy="0"/>
          <a:chOff x="0" y="0"/>
          <a:chExt cx="0" cy="0"/>
        </a:xfrm>
      </p:grpSpPr>
      <p:sp>
        <p:nvSpPr>
          <p:cNvPr id="3875" name="Google Shape;3875;p119"/>
          <p:cNvSpPr/>
          <p:nvPr/>
        </p:nvSpPr>
        <p:spPr>
          <a:xfrm>
            <a:off x="7641721"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6" name="Google Shape;3876;p119"/>
          <p:cNvSpPr/>
          <p:nvPr/>
        </p:nvSpPr>
        <p:spPr>
          <a:xfrm>
            <a:off x="4249485"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7" name="Google Shape;3877;p119"/>
          <p:cNvSpPr/>
          <p:nvPr/>
        </p:nvSpPr>
        <p:spPr>
          <a:xfrm>
            <a:off x="11033956"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8" name="Google Shape;3878;p119"/>
          <p:cNvSpPr/>
          <p:nvPr/>
        </p:nvSpPr>
        <p:spPr>
          <a:xfrm>
            <a:off x="857250"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9" name="Google Shape;3879;p119"/>
          <p:cNvSpPr/>
          <p:nvPr/>
        </p:nvSpPr>
        <p:spPr>
          <a:xfrm>
            <a:off x="14426175" y="2852550"/>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80" name="Google Shape;3880;p11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81" name="Google Shape;3881;p11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882" name="Google Shape;3882;p11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883" name="Google Shape;3883;p11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884" name="Google Shape;3884;p119"/>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5" name="Google Shape;3885;p119"/>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6" name="Google Shape;3886;p119"/>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7" name="Google Shape;3887;p119"/>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8" name="Google Shape;3888;p119"/>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ard – Five up_var2">
  <p:cSld name="Basic_4_1_3_1_1_1_1_1_1_1_1_1_1_1_1_1_1_1_3_2_1_1_1_2">
    <p:bg>
      <p:bgPr>
        <a:solidFill>
          <a:schemeClr val="accent6"/>
        </a:solidFill>
      </p:bgPr>
    </p:bg>
    <p:spTree>
      <p:nvGrpSpPr>
        <p:cNvPr id="3889" name="Shape 3889"/>
        <p:cNvGrpSpPr/>
        <p:nvPr/>
      </p:nvGrpSpPr>
      <p:grpSpPr>
        <a:xfrm>
          <a:off x="0" y="0"/>
          <a:ext cx="0" cy="0"/>
          <a:chOff x="0" y="0"/>
          <a:chExt cx="0" cy="0"/>
        </a:xfrm>
      </p:grpSpPr>
      <p:sp>
        <p:nvSpPr>
          <p:cNvPr id="3890" name="Google Shape;3890;p120"/>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891" name="Google Shape;3891;p120"/>
          <p:cNvSpPr/>
          <p:nvPr/>
        </p:nvSpPr>
        <p:spPr>
          <a:xfrm>
            <a:off x="9345709"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2" name="Google Shape;3892;p120"/>
          <p:cNvSpPr/>
          <p:nvPr/>
        </p:nvSpPr>
        <p:spPr>
          <a:xfrm>
            <a:off x="5106355"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3" name="Google Shape;3893;p120"/>
          <p:cNvSpPr/>
          <p:nvPr/>
        </p:nvSpPr>
        <p:spPr>
          <a:xfrm>
            <a:off x="13585063"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4" name="Google Shape;3894;p120"/>
          <p:cNvSpPr/>
          <p:nvPr/>
        </p:nvSpPr>
        <p:spPr>
          <a:xfrm>
            <a:off x="867001"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5" name="Google Shape;3895;p120"/>
          <p:cNvSpPr/>
          <p:nvPr/>
        </p:nvSpPr>
        <p:spPr>
          <a:xfrm>
            <a:off x="867001" y="7326075"/>
            <a:ext cx="16528200" cy="2173200"/>
          </a:xfrm>
          <a:prstGeom prst="roundRect">
            <a:avLst>
              <a:gd fmla="val 9549"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6" name="Google Shape;3896;p120"/>
          <p:cNvSpPr txBox="1"/>
          <p:nvPr>
            <p:ph type="title"/>
          </p:nvPr>
        </p:nvSpPr>
        <p:spPr>
          <a:xfrm>
            <a:off x="1138000"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97" name="Google Shape;3897;p120"/>
          <p:cNvSpPr txBox="1"/>
          <p:nvPr>
            <p:ph idx="2" type="body"/>
          </p:nvPr>
        </p:nvSpPr>
        <p:spPr>
          <a:xfrm>
            <a:off x="11380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898" name="Google Shape;3898;p120"/>
          <p:cNvSpPr txBox="1"/>
          <p:nvPr>
            <p:ph idx="3" type="title"/>
          </p:nvPr>
        </p:nvSpPr>
        <p:spPr>
          <a:xfrm>
            <a:off x="5377374"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99" name="Google Shape;3899;p120"/>
          <p:cNvSpPr txBox="1"/>
          <p:nvPr>
            <p:ph idx="4" type="body"/>
          </p:nvPr>
        </p:nvSpPr>
        <p:spPr>
          <a:xfrm>
            <a:off x="5368437"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0" name="Google Shape;3900;p120"/>
          <p:cNvSpPr txBox="1"/>
          <p:nvPr>
            <p:ph idx="5" type="title"/>
          </p:nvPr>
        </p:nvSpPr>
        <p:spPr>
          <a:xfrm>
            <a:off x="9616737"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1" name="Google Shape;3901;p120"/>
          <p:cNvSpPr txBox="1"/>
          <p:nvPr>
            <p:ph idx="6" type="body"/>
          </p:nvPr>
        </p:nvSpPr>
        <p:spPr>
          <a:xfrm>
            <a:off x="9607799"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2" name="Google Shape;3902;p120"/>
          <p:cNvSpPr txBox="1"/>
          <p:nvPr>
            <p:ph idx="7" type="title"/>
          </p:nvPr>
        </p:nvSpPr>
        <p:spPr>
          <a:xfrm>
            <a:off x="13831638"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3" name="Google Shape;3903;p120"/>
          <p:cNvSpPr txBox="1"/>
          <p:nvPr>
            <p:ph idx="8" type="body"/>
          </p:nvPr>
        </p:nvSpPr>
        <p:spPr>
          <a:xfrm>
            <a:off x="138227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4" name="Google Shape;3904;p120"/>
          <p:cNvSpPr txBox="1"/>
          <p:nvPr>
            <p:ph idx="9" type="title"/>
          </p:nvPr>
        </p:nvSpPr>
        <p:spPr>
          <a:xfrm>
            <a:off x="1138000" y="7640950"/>
            <a:ext cx="15954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5" name="Google Shape;3905;p120"/>
          <p:cNvSpPr txBox="1"/>
          <p:nvPr>
            <p:ph idx="13" type="body"/>
          </p:nvPr>
        </p:nvSpPr>
        <p:spPr>
          <a:xfrm>
            <a:off x="1138000" y="8356250"/>
            <a:ext cx="15954300" cy="805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6" name="Google Shape;3906;p120"/>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07" name="Google Shape;3907;p12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p:cSld name="Basic_4_1_3_1_1_1_1_1_1_1_1_1_1_1_1_1_1_1_3_2_1_1_1_1_1">
    <p:bg>
      <p:bgPr>
        <a:solidFill>
          <a:schemeClr val="accent6"/>
        </a:solidFill>
      </p:bgPr>
    </p:bg>
    <p:spTree>
      <p:nvGrpSpPr>
        <p:cNvPr id="3908" name="Shape 3908"/>
        <p:cNvGrpSpPr/>
        <p:nvPr/>
      </p:nvGrpSpPr>
      <p:grpSpPr>
        <a:xfrm>
          <a:off x="0" y="0"/>
          <a:ext cx="0" cy="0"/>
          <a:chOff x="0" y="0"/>
          <a:chExt cx="0" cy="0"/>
        </a:xfrm>
      </p:grpSpPr>
      <p:sp>
        <p:nvSpPr>
          <p:cNvPr id="3909" name="Google Shape;3909;p121"/>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910" name="Google Shape;3910;p121"/>
          <p:cNvSpPr/>
          <p:nvPr/>
        </p:nvSpPr>
        <p:spPr>
          <a:xfrm>
            <a:off x="12227453"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1" name="Google Shape;3911;p121"/>
          <p:cNvSpPr/>
          <p:nvPr/>
        </p:nvSpPr>
        <p:spPr>
          <a:xfrm>
            <a:off x="881386"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2" name="Google Shape;3912;p121"/>
          <p:cNvSpPr/>
          <p:nvPr/>
        </p:nvSpPr>
        <p:spPr>
          <a:xfrm>
            <a:off x="6554419"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3" name="Google Shape;3913;p121"/>
          <p:cNvSpPr/>
          <p:nvPr/>
        </p:nvSpPr>
        <p:spPr>
          <a:xfrm>
            <a:off x="12210405"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4" name="Google Shape;3914;p121"/>
          <p:cNvSpPr/>
          <p:nvPr/>
        </p:nvSpPr>
        <p:spPr>
          <a:xfrm>
            <a:off x="864338"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5" name="Google Shape;3915;p121"/>
          <p:cNvSpPr/>
          <p:nvPr/>
        </p:nvSpPr>
        <p:spPr>
          <a:xfrm>
            <a:off x="6537371"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6" name="Google Shape;3916;p121"/>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17" name="Google Shape;3917;p121"/>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18" name="Google Shape;3918;p121"/>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19" name="Google Shape;3919;p121"/>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0" name="Google Shape;3920;p121"/>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1" name="Google Shape;3921;p121"/>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2" name="Google Shape;3922;p121"/>
          <p:cNvSpPr txBox="1"/>
          <p:nvPr>
            <p:ph idx="7" type="title"/>
          </p:nvPr>
        </p:nvSpPr>
        <p:spPr>
          <a:xfrm>
            <a:off x="1290400"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3" name="Google Shape;3923;p121"/>
          <p:cNvSpPr txBox="1"/>
          <p:nvPr>
            <p:ph idx="8" type="body"/>
          </p:nvPr>
        </p:nvSpPr>
        <p:spPr>
          <a:xfrm>
            <a:off x="1290400"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4" name="Google Shape;3924;p121"/>
          <p:cNvSpPr txBox="1"/>
          <p:nvPr>
            <p:ph idx="9" type="title"/>
          </p:nvPr>
        </p:nvSpPr>
        <p:spPr>
          <a:xfrm>
            <a:off x="6926491"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5" name="Google Shape;3925;p121"/>
          <p:cNvSpPr txBox="1"/>
          <p:nvPr>
            <p:ph idx="13" type="body"/>
          </p:nvPr>
        </p:nvSpPr>
        <p:spPr>
          <a:xfrm>
            <a:off x="6926491"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6" name="Google Shape;3926;p121"/>
          <p:cNvSpPr txBox="1"/>
          <p:nvPr>
            <p:ph idx="14" type="title"/>
          </p:nvPr>
        </p:nvSpPr>
        <p:spPr>
          <a:xfrm>
            <a:off x="12589923"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7" name="Google Shape;3927;p121"/>
          <p:cNvSpPr txBox="1"/>
          <p:nvPr>
            <p:ph idx="15" type="body"/>
          </p:nvPr>
        </p:nvSpPr>
        <p:spPr>
          <a:xfrm>
            <a:off x="12589923"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8" name="Google Shape;3928;p121"/>
          <p:cNvSpPr txBox="1"/>
          <p:nvPr>
            <p:ph idx="16"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29" name="Google Shape;3929;p12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Small Cards 1">
  <p:cSld name="TITLE_1_1_1_1_1_1_2_2_1">
    <p:bg>
      <p:bgPr>
        <a:solidFill>
          <a:schemeClr val="accent6"/>
        </a:solidFill>
      </p:bgPr>
    </p:bg>
    <p:spTree>
      <p:nvGrpSpPr>
        <p:cNvPr id="3930" name="Shape 3930"/>
        <p:cNvGrpSpPr/>
        <p:nvPr/>
      </p:nvGrpSpPr>
      <p:grpSpPr>
        <a:xfrm>
          <a:off x="0" y="0"/>
          <a:ext cx="0" cy="0"/>
          <a:chOff x="0" y="0"/>
          <a:chExt cx="0" cy="0"/>
        </a:xfrm>
      </p:grpSpPr>
      <p:sp>
        <p:nvSpPr>
          <p:cNvPr id="3931" name="Google Shape;3931;p12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pic>
        <p:nvPicPr>
          <p:cNvPr id="3932" name="Google Shape;3932;p12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933" name="Google Shape;3933;p122"/>
          <p:cNvSpPr/>
          <p:nvPr/>
        </p:nvSpPr>
        <p:spPr>
          <a:xfrm>
            <a:off x="9354675"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4" name="Google Shape;3934;p122"/>
          <p:cNvSpPr/>
          <p:nvPr/>
        </p:nvSpPr>
        <p:spPr>
          <a:xfrm>
            <a:off x="9354675"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5" name="Google Shape;3935;p122"/>
          <p:cNvSpPr/>
          <p:nvPr/>
        </p:nvSpPr>
        <p:spPr>
          <a:xfrm>
            <a:off x="9354675"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6" name="Google Shape;3936;p122"/>
          <p:cNvSpPr/>
          <p:nvPr/>
        </p:nvSpPr>
        <p:spPr>
          <a:xfrm>
            <a:off x="857250"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7" name="Google Shape;3937;p122"/>
          <p:cNvSpPr/>
          <p:nvPr/>
        </p:nvSpPr>
        <p:spPr>
          <a:xfrm>
            <a:off x="857250"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8" name="Google Shape;3938;p122"/>
          <p:cNvSpPr/>
          <p:nvPr/>
        </p:nvSpPr>
        <p:spPr>
          <a:xfrm>
            <a:off x="857250"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9" name="Google Shape;3939;p122"/>
          <p:cNvSpPr txBox="1"/>
          <p:nvPr>
            <p:ph idx="1"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940" name="Google Shape;3940;p122"/>
          <p:cNvSpPr txBox="1"/>
          <p:nvPr>
            <p:ph idx="2" type="subTitle"/>
          </p:nvPr>
        </p:nvSpPr>
        <p:spPr>
          <a:xfrm>
            <a:off x="857250" y="1704975"/>
            <a:ext cx="151449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lnSpc>
                <a:spcPct val="90000"/>
              </a:lnSpc>
              <a:spcBef>
                <a:spcPts val="0"/>
              </a:spcBef>
              <a:spcAft>
                <a:spcPts val="0"/>
              </a:spcAft>
              <a:buSzPts val="2600"/>
              <a:buNone/>
              <a:defRPr/>
            </a:lvl2pPr>
            <a:lvl3pPr lvl="2">
              <a:lnSpc>
                <a:spcPct val="90000"/>
              </a:lnSpc>
              <a:spcBef>
                <a:spcPts val="1800"/>
              </a:spcBef>
              <a:spcAft>
                <a:spcPts val="0"/>
              </a:spcAft>
              <a:buSzPts val="2400"/>
              <a:buNone/>
              <a:defRPr/>
            </a:lvl3pPr>
            <a:lvl4pPr lvl="3">
              <a:lnSpc>
                <a:spcPct val="90000"/>
              </a:lnSpc>
              <a:spcBef>
                <a:spcPts val="1800"/>
              </a:spcBef>
              <a:spcAft>
                <a:spcPts val="0"/>
              </a:spcAft>
              <a:buSzPts val="2200"/>
              <a:buNone/>
              <a:defRPr/>
            </a:lvl4pPr>
            <a:lvl5pPr lvl="4">
              <a:lnSpc>
                <a:spcPct val="90000"/>
              </a:lnSpc>
              <a:spcBef>
                <a:spcPts val="1800"/>
              </a:spcBef>
              <a:spcAft>
                <a:spcPts val="0"/>
              </a:spcAft>
              <a:buSzPts val="2000"/>
              <a:buNone/>
              <a:defRPr/>
            </a:lvl5pPr>
            <a:lvl6pPr lvl="5">
              <a:lnSpc>
                <a:spcPct val="90000"/>
              </a:lnSpc>
              <a:spcBef>
                <a:spcPts val="1800"/>
              </a:spcBef>
              <a:spcAft>
                <a:spcPts val="0"/>
              </a:spcAft>
              <a:buSzPts val="1800"/>
              <a:buNone/>
              <a:defRPr/>
            </a:lvl6pPr>
            <a:lvl7pPr lvl="6">
              <a:lnSpc>
                <a:spcPct val="90000"/>
              </a:lnSpc>
              <a:spcBef>
                <a:spcPts val="1800"/>
              </a:spcBef>
              <a:spcAft>
                <a:spcPts val="0"/>
              </a:spcAft>
              <a:buSzPts val="1800"/>
              <a:buNone/>
              <a:defRPr/>
            </a:lvl7pPr>
            <a:lvl8pPr lvl="7">
              <a:lnSpc>
                <a:spcPct val="90000"/>
              </a:lnSpc>
              <a:spcBef>
                <a:spcPts val="1800"/>
              </a:spcBef>
              <a:spcAft>
                <a:spcPts val="0"/>
              </a:spcAft>
              <a:buSzPts val="1800"/>
              <a:buNone/>
              <a:defRPr/>
            </a:lvl8pPr>
            <a:lvl9pPr lvl="8">
              <a:lnSpc>
                <a:spcPct val="90000"/>
              </a:lnSpc>
              <a:spcBef>
                <a:spcPts val="1800"/>
              </a:spcBef>
              <a:spcAft>
                <a:spcPts val="1800"/>
              </a:spcAft>
              <a:buSzPts val="1800"/>
              <a:buNone/>
              <a:defRPr/>
            </a:lvl9pPr>
          </a:lstStyle>
          <a:p/>
        </p:txBody>
      </p:sp>
      <p:sp>
        <p:nvSpPr>
          <p:cNvPr id="3941" name="Google Shape;3941;p122"/>
          <p:cNvSpPr txBox="1"/>
          <p:nvPr>
            <p:ph idx="3" type="body"/>
          </p:nvPr>
        </p:nvSpPr>
        <p:spPr>
          <a:xfrm>
            <a:off x="1110000"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2" name="Google Shape;3942;p122"/>
          <p:cNvSpPr txBox="1"/>
          <p:nvPr>
            <p:ph idx="4" type="body"/>
          </p:nvPr>
        </p:nvSpPr>
        <p:spPr>
          <a:xfrm>
            <a:off x="9642675"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3" name="Google Shape;3943;p122"/>
          <p:cNvSpPr txBox="1"/>
          <p:nvPr>
            <p:ph idx="5" type="body"/>
          </p:nvPr>
        </p:nvSpPr>
        <p:spPr>
          <a:xfrm>
            <a:off x="1110000"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4" name="Google Shape;3944;p122"/>
          <p:cNvSpPr txBox="1"/>
          <p:nvPr>
            <p:ph idx="6" type="body"/>
          </p:nvPr>
        </p:nvSpPr>
        <p:spPr>
          <a:xfrm>
            <a:off x="9642675"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5" name="Google Shape;3945;p122"/>
          <p:cNvSpPr txBox="1"/>
          <p:nvPr>
            <p:ph idx="7" type="body"/>
          </p:nvPr>
        </p:nvSpPr>
        <p:spPr>
          <a:xfrm>
            <a:off x="1110000"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6" name="Google Shape;3946;p122"/>
          <p:cNvSpPr txBox="1"/>
          <p:nvPr>
            <p:ph idx="8" type="body"/>
          </p:nvPr>
        </p:nvSpPr>
        <p:spPr>
          <a:xfrm>
            <a:off x="9642675"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Next Steps - Blue">
  <p:cSld name="TITLE_1_1_1_1_1_1_4">
    <p:bg>
      <p:bgPr>
        <a:solidFill>
          <a:schemeClr val="accent6"/>
        </a:solidFill>
      </p:bgPr>
    </p:bg>
    <p:spTree>
      <p:nvGrpSpPr>
        <p:cNvPr id="3947" name="Shape 3947"/>
        <p:cNvGrpSpPr/>
        <p:nvPr/>
      </p:nvGrpSpPr>
      <p:grpSpPr>
        <a:xfrm>
          <a:off x="0" y="0"/>
          <a:ext cx="0" cy="0"/>
          <a:chOff x="0" y="0"/>
          <a:chExt cx="0" cy="0"/>
        </a:xfrm>
      </p:grpSpPr>
      <p:sp>
        <p:nvSpPr>
          <p:cNvPr id="3948" name="Google Shape;3948;p12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49" name="Google Shape;3949;p12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950" name="Google Shape;3950;p123"/>
          <p:cNvSpPr/>
          <p:nvPr/>
        </p:nvSpPr>
        <p:spPr>
          <a:xfrm>
            <a:off x="857250" y="21053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1" name="Google Shape;3951;p123"/>
          <p:cNvSpPr/>
          <p:nvPr/>
        </p:nvSpPr>
        <p:spPr>
          <a:xfrm>
            <a:off x="857250" y="39140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2" name="Google Shape;3952;p123"/>
          <p:cNvSpPr/>
          <p:nvPr/>
        </p:nvSpPr>
        <p:spPr>
          <a:xfrm>
            <a:off x="857250" y="57227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3" name="Google Shape;3953;p123"/>
          <p:cNvSpPr/>
          <p:nvPr/>
        </p:nvSpPr>
        <p:spPr>
          <a:xfrm>
            <a:off x="857250" y="75314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4" name="Google Shape;3954;p123"/>
          <p:cNvSpPr txBox="1"/>
          <p:nvPr>
            <p:ph idx="2" type="title"/>
          </p:nvPr>
        </p:nvSpPr>
        <p:spPr>
          <a:xfrm>
            <a:off x="2493675" y="217934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55" name="Google Shape;3955;p123"/>
          <p:cNvSpPr txBox="1"/>
          <p:nvPr>
            <p:ph idx="1" type="body"/>
          </p:nvPr>
        </p:nvSpPr>
        <p:spPr>
          <a:xfrm>
            <a:off x="2493675" y="289464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56" name="Google Shape;3956;p123"/>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957" name="Google Shape;3957;p123"/>
          <p:cNvSpPr txBox="1"/>
          <p:nvPr>
            <p:ph idx="4" type="title"/>
          </p:nvPr>
        </p:nvSpPr>
        <p:spPr>
          <a:xfrm>
            <a:off x="2493675" y="39953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58" name="Google Shape;3958;p123"/>
          <p:cNvSpPr txBox="1"/>
          <p:nvPr>
            <p:ph idx="5" type="body"/>
          </p:nvPr>
        </p:nvSpPr>
        <p:spPr>
          <a:xfrm>
            <a:off x="2493675" y="47106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59" name="Google Shape;3959;p123"/>
          <p:cNvSpPr txBox="1"/>
          <p:nvPr>
            <p:ph idx="6" type="title"/>
          </p:nvPr>
        </p:nvSpPr>
        <p:spPr>
          <a:xfrm>
            <a:off x="2493675" y="582172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60" name="Google Shape;3960;p123"/>
          <p:cNvSpPr txBox="1"/>
          <p:nvPr>
            <p:ph idx="7" type="body"/>
          </p:nvPr>
        </p:nvSpPr>
        <p:spPr>
          <a:xfrm>
            <a:off x="2493675" y="653702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61" name="Google Shape;3961;p123"/>
          <p:cNvSpPr txBox="1"/>
          <p:nvPr>
            <p:ph idx="8" type="title"/>
          </p:nvPr>
        </p:nvSpPr>
        <p:spPr>
          <a:xfrm>
            <a:off x="2493675" y="76127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62" name="Google Shape;3962;p123"/>
          <p:cNvSpPr txBox="1"/>
          <p:nvPr>
            <p:ph idx="9" type="body"/>
          </p:nvPr>
        </p:nvSpPr>
        <p:spPr>
          <a:xfrm>
            <a:off x="2493675" y="83280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 Quote 1">
  <p:cSld name="TITLE_1_1_1_1_1_1_1_1_1_1_1_1_1_1_1_1_1_1_1_1_1_1_1_1_1_1">
    <p:bg>
      <p:bgPr>
        <a:gradFill>
          <a:gsLst>
            <a:gs pos="0">
              <a:srgbClr val="90D0FE"/>
            </a:gs>
            <a:gs pos="100000">
              <a:srgbClr val="EAF5FE"/>
            </a:gs>
          </a:gsLst>
          <a:lin ang="16198662" scaled="0"/>
        </a:gradFill>
      </p:bgPr>
    </p:bg>
    <p:spTree>
      <p:nvGrpSpPr>
        <p:cNvPr id="3963" name="Shape 3963"/>
        <p:cNvGrpSpPr/>
        <p:nvPr/>
      </p:nvGrpSpPr>
      <p:grpSpPr>
        <a:xfrm>
          <a:off x="0" y="0"/>
          <a:ext cx="0" cy="0"/>
          <a:chOff x="0" y="0"/>
          <a:chExt cx="0" cy="0"/>
        </a:xfrm>
      </p:grpSpPr>
      <p:pic>
        <p:nvPicPr>
          <p:cNvPr id="3964" name="Google Shape;3964;p124"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65" name="Google Shape;3965;p124"/>
          <p:cNvSpPr/>
          <p:nvPr/>
        </p:nvSpPr>
        <p:spPr>
          <a:xfrm>
            <a:off x="857250" y="1732862"/>
            <a:ext cx="14910857" cy="6839424"/>
          </a:xfrm>
          <a:custGeom>
            <a:rect b="b" l="l" r="r" t="t"/>
            <a:pathLst>
              <a:path extrusionOk="0" h="21600" w="21539">
                <a:moveTo>
                  <a:pt x="0" y="902"/>
                </a:moveTo>
                <a:cubicBezTo>
                  <a:pt x="0" y="653"/>
                  <a:pt x="46" y="428"/>
                  <a:pt x="121" y="264"/>
                </a:cubicBezTo>
                <a:cubicBezTo>
                  <a:pt x="196" y="101"/>
                  <a:pt x="299" y="0"/>
                  <a:pt x="413" y="0"/>
                </a:cubicBezTo>
                <a:lnTo>
                  <a:pt x="21121" y="0"/>
                </a:lnTo>
                <a:cubicBezTo>
                  <a:pt x="21406" y="9"/>
                  <a:pt x="21600" y="619"/>
                  <a:pt x="21522" y="1216"/>
                </a:cubicBezTo>
                <a:cubicBezTo>
                  <a:pt x="21125" y="4240"/>
                  <a:pt x="20888" y="7447"/>
                  <a:pt x="20885" y="10771"/>
                </a:cubicBezTo>
                <a:cubicBezTo>
                  <a:pt x="20883" y="14116"/>
                  <a:pt x="21125" y="17341"/>
                  <a:pt x="21522" y="20384"/>
                </a:cubicBezTo>
                <a:cubicBezTo>
                  <a:pt x="21600" y="20981"/>
                  <a:pt x="21405" y="21590"/>
                  <a:pt x="21121" y="21600"/>
                </a:cubicBezTo>
                <a:lnTo>
                  <a:pt x="413" y="21600"/>
                </a:lnTo>
                <a:cubicBezTo>
                  <a:pt x="299" y="21600"/>
                  <a:pt x="196" y="21499"/>
                  <a:pt x="121" y="21336"/>
                </a:cubicBezTo>
                <a:cubicBezTo>
                  <a:pt x="46"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66" name="Google Shape;3966;p124" title="Salesforce logo"/>
          <p:cNvPicPr preferRelativeResize="0"/>
          <p:nvPr/>
        </p:nvPicPr>
        <p:blipFill rotWithShape="1">
          <a:blip r:embed="rId3">
            <a:alphaModFix/>
          </a:blip>
          <a:srcRect b="0" l="0" r="0" t="0"/>
          <a:stretch/>
        </p:blipFill>
        <p:spPr>
          <a:xfrm>
            <a:off x="16549999" y="848190"/>
            <a:ext cx="953601" cy="667642"/>
          </a:xfrm>
          <a:prstGeom prst="rect">
            <a:avLst/>
          </a:prstGeom>
          <a:noFill/>
          <a:ln>
            <a:noFill/>
          </a:ln>
        </p:spPr>
      </p:pic>
      <p:sp>
        <p:nvSpPr>
          <p:cNvPr id="3967" name="Google Shape;3967;p124"/>
          <p:cNvSpPr txBox="1"/>
          <p:nvPr>
            <p:ph type="title"/>
          </p:nvPr>
        </p:nvSpPr>
        <p:spPr>
          <a:xfrm>
            <a:off x="1333500" y="2400300"/>
            <a:ext cx="13239900" cy="46671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grpSp>
        <p:nvGrpSpPr>
          <p:cNvPr id="3968" name="Google Shape;3968;p124"/>
          <p:cNvGrpSpPr/>
          <p:nvPr/>
        </p:nvGrpSpPr>
        <p:grpSpPr>
          <a:xfrm>
            <a:off x="1333500" y="997673"/>
            <a:ext cx="1278450" cy="1211850"/>
            <a:chOff x="0" y="0"/>
            <a:chExt cx="1704600" cy="1615800"/>
          </a:xfrm>
        </p:grpSpPr>
        <p:sp>
          <p:nvSpPr>
            <p:cNvPr id="3969" name="Google Shape;3969;p124"/>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70" name="Google Shape;3970;p124"/>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71" name="Google Shape;3971;p124"/>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3972" name="Google Shape;3972;p124"/>
          <p:cNvSpPr/>
          <p:nvPr/>
        </p:nvSpPr>
        <p:spPr>
          <a:xfrm>
            <a:off x="1566796"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3973" name="Google Shape;3973;p124" title="BE-MVP-Icon-Spark_Redux_V3_RIGHT_yellow.png"/>
          <p:cNvPicPr preferRelativeResize="0"/>
          <p:nvPr/>
        </p:nvPicPr>
        <p:blipFill rotWithShape="1">
          <a:blip r:embed="rId4">
            <a:alphaModFix/>
          </a:blip>
          <a:srcRect b="0" l="22394" r="8488" t="0"/>
          <a:stretch/>
        </p:blipFill>
        <p:spPr>
          <a:xfrm>
            <a:off x="-3475" y="2091850"/>
            <a:ext cx="603525" cy="931975"/>
          </a:xfrm>
          <a:prstGeom prst="rect">
            <a:avLst/>
          </a:prstGeom>
          <a:noFill/>
          <a:ln>
            <a:noFill/>
          </a:ln>
        </p:spPr>
      </p:pic>
      <p:pic>
        <p:nvPicPr>
          <p:cNvPr id="3974" name="Google Shape;3974;p124"/>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3975" name="Google Shape;3975;p124"/>
          <p:cNvSpPr txBox="1"/>
          <p:nvPr>
            <p:ph idx="1" type="subTitle"/>
          </p:nvPr>
        </p:nvSpPr>
        <p:spPr>
          <a:xfrm>
            <a:off x="1333500" y="7610475"/>
            <a:ext cx="13239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3000"/>
              <a:buNone/>
              <a:defRPr sz="3000"/>
            </a:lvl2pPr>
            <a:lvl3pPr lvl="2">
              <a:spcBef>
                <a:spcPts val="1800"/>
              </a:spcBef>
              <a:spcAft>
                <a:spcPts val="0"/>
              </a:spcAft>
              <a:buSzPts val="3000"/>
              <a:buNone/>
              <a:defRPr sz="3000"/>
            </a:lvl3pPr>
            <a:lvl4pPr lvl="3">
              <a:spcBef>
                <a:spcPts val="1800"/>
              </a:spcBef>
              <a:spcAft>
                <a:spcPts val="0"/>
              </a:spcAft>
              <a:buSzPts val="3000"/>
              <a:buNone/>
              <a:defRPr sz="3000"/>
            </a:lvl4pPr>
            <a:lvl5pPr lvl="4">
              <a:spcBef>
                <a:spcPts val="1800"/>
              </a:spcBef>
              <a:spcAft>
                <a:spcPts val="0"/>
              </a:spcAft>
              <a:buSzPts val="3000"/>
              <a:buNone/>
              <a:defRPr sz="3000"/>
            </a:lvl5pPr>
            <a:lvl6pPr lvl="5">
              <a:spcBef>
                <a:spcPts val="1800"/>
              </a:spcBef>
              <a:spcAft>
                <a:spcPts val="0"/>
              </a:spcAft>
              <a:buSzPts val="3000"/>
              <a:buNone/>
              <a:defRPr sz="3000"/>
            </a:lvl6pPr>
            <a:lvl7pPr lvl="6">
              <a:spcBef>
                <a:spcPts val="1800"/>
              </a:spcBef>
              <a:spcAft>
                <a:spcPts val="0"/>
              </a:spcAft>
              <a:buSzPts val="3000"/>
              <a:buNone/>
              <a:defRPr sz="3000"/>
            </a:lvl7pPr>
            <a:lvl8pPr lvl="7">
              <a:spcBef>
                <a:spcPts val="1800"/>
              </a:spcBef>
              <a:spcAft>
                <a:spcPts val="0"/>
              </a:spcAft>
              <a:buSzPts val="3000"/>
              <a:buNone/>
              <a:defRPr sz="3000"/>
            </a:lvl8pPr>
            <a:lvl9pPr lvl="8">
              <a:spcBef>
                <a:spcPts val="1800"/>
              </a:spcBef>
              <a:spcAft>
                <a:spcPts val="1800"/>
              </a:spcAft>
              <a:buSzPts val="3000"/>
              <a:buNone/>
              <a:defRPr sz="3000"/>
            </a:lvl9pPr>
          </a:lstStyle>
          <a:p/>
        </p:txBody>
      </p:sp>
      <p:pic>
        <p:nvPicPr>
          <p:cNvPr id="3976" name="Google Shape;3976;p124" title="BE-MVP-Icon-Spark_Redux_V3_STRAIGHT_yellow.png"/>
          <p:cNvPicPr preferRelativeResize="0"/>
          <p:nvPr/>
        </p:nvPicPr>
        <p:blipFill rotWithShape="1">
          <a:blip r:embed="rId6">
            <a:alphaModFix/>
          </a:blip>
          <a:srcRect b="2553" l="0" r="0" t="2553"/>
          <a:stretch/>
        </p:blipFill>
        <p:spPr>
          <a:xfrm rot="498582">
            <a:off x="13806739" y="8151217"/>
            <a:ext cx="966926" cy="979298"/>
          </a:xfrm>
          <a:prstGeom prst="rect">
            <a:avLst/>
          </a:prstGeom>
          <a:noFill/>
          <a:ln>
            <a:noFill/>
          </a:ln>
        </p:spPr>
      </p:pic>
      <p:pic>
        <p:nvPicPr>
          <p:cNvPr id="3977" name="Google Shape;3977;p124" title="BE-MVP-Icon-Spark_Redux_V3_LEFT_yellow.png"/>
          <p:cNvPicPr preferRelativeResize="0"/>
          <p:nvPr/>
        </p:nvPicPr>
        <p:blipFill rotWithShape="1">
          <a:blip r:embed="rId7">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p:cSld name="TITLE_1_1_1_1_1_1_1_1_1_1_1_1_1_1_1_1_1_1_1_1_1_1_1_1_1_1_1">
    <p:bg>
      <p:bgPr>
        <a:solidFill>
          <a:srgbClr val="CFE9FE"/>
        </a:solidFill>
      </p:bgPr>
    </p:bg>
    <p:spTree>
      <p:nvGrpSpPr>
        <p:cNvPr id="3978" name="Shape 3978"/>
        <p:cNvGrpSpPr/>
        <p:nvPr/>
      </p:nvGrpSpPr>
      <p:grpSpPr>
        <a:xfrm>
          <a:off x="0" y="0"/>
          <a:ext cx="0" cy="0"/>
          <a:chOff x="0" y="0"/>
          <a:chExt cx="0" cy="0"/>
        </a:xfrm>
      </p:grpSpPr>
      <p:pic>
        <p:nvPicPr>
          <p:cNvPr id="3979" name="Google Shape;3979;p12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80" name="Google Shape;3980;p125"/>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pic>
        <p:nvPicPr>
          <p:cNvPr id="3981" name="Google Shape;3981;p125"/>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Statement 2">
  <p:cSld name="TITLE_1_1_1_1_1_1_1_1_1_1_1_1_1_1_1_1_1_1_1_1_1_1_1_1_1_1_1_1">
    <p:bg>
      <p:bgPr>
        <a:gradFill>
          <a:gsLst>
            <a:gs pos="0">
              <a:srgbClr val="90D0FE"/>
            </a:gs>
            <a:gs pos="100000">
              <a:srgbClr val="EAF5FE"/>
            </a:gs>
          </a:gsLst>
          <a:lin ang="16198662" scaled="0"/>
        </a:gradFill>
      </p:bgPr>
    </p:bg>
    <p:spTree>
      <p:nvGrpSpPr>
        <p:cNvPr id="3982" name="Shape 3982"/>
        <p:cNvGrpSpPr/>
        <p:nvPr/>
      </p:nvGrpSpPr>
      <p:grpSpPr>
        <a:xfrm>
          <a:off x="0" y="0"/>
          <a:ext cx="0" cy="0"/>
          <a:chOff x="0" y="0"/>
          <a:chExt cx="0" cy="0"/>
        </a:xfrm>
      </p:grpSpPr>
      <p:pic>
        <p:nvPicPr>
          <p:cNvPr id="3983" name="Google Shape;3983;p126"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84" name="Google Shape;3984;p126"/>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85" name="Google Shape;3985;p126"/>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3986" name="Google Shape;3986;p126"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3987" name="Google Shape;3987;p126"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3988" name="Google Shape;3988;p126"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3989" name="Google Shape;3989;p126"/>
          <p:cNvSpPr txBox="1"/>
          <p:nvPr>
            <p:ph type="title"/>
          </p:nvPr>
        </p:nvSpPr>
        <p:spPr>
          <a:xfrm>
            <a:off x="1333500" y="2314575"/>
            <a:ext cx="12954000" cy="47148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3990" name="Google Shape;3990;p126"/>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3991" name="Google Shape;3991;p126"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p:cSld name="TITLE_1_1_1_1_1_1_1_1_1_1_1_1_1_1_1_1_1_1_1_1_1_1_1_1_1_1_1_1_3">
    <p:bg>
      <p:bgPr>
        <a:solidFill>
          <a:srgbClr val="CFE9FE"/>
        </a:solidFill>
      </p:bgPr>
    </p:bg>
    <p:spTree>
      <p:nvGrpSpPr>
        <p:cNvPr id="3992" name="Shape 3992"/>
        <p:cNvGrpSpPr/>
        <p:nvPr/>
      </p:nvGrpSpPr>
      <p:grpSpPr>
        <a:xfrm>
          <a:off x="0" y="0"/>
          <a:ext cx="0" cy="0"/>
          <a:chOff x="0" y="0"/>
          <a:chExt cx="0" cy="0"/>
        </a:xfrm>
      </p:grpSpPr>
      <p:pic>
        <p:nvPicPr>
          <p:cNvPr id="3993" name="Google Shape;3993;p12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3994" name="Google Shape;3994;p127" title="Blue_shadow.png"/>
          <p:cNvPicPr preferRelativeResize="0"/>
          <p:nvPr/>
        </p:nvPicPr>
        <p:blipFill>
          <a:blip r:embed="rId3">
            <a:alphaModFix/>
          </a:blip>
          <a:stretch>
            <a:fillRect/>
          </a:stretch>
        </p:blipFill>
        <p:spPr>
          <a:xfrm>
            <a:off x="868675" y="8802925"/>
            <a:ext cx="14619324" cy="676275"/>
          </a:xfrm>
          <a:prstGeom prst="rect">
            <a:avLst/>
          </a:prstGeom>
          <a:noFill/>
          <a:ln>
            <a:noFill/>
          </a:ln>
        </p:spPr>
      </p:pic>
      <p:sp>
        <p:nvSpPr>
          <p:cNvPr id="3995" name="Google Shape;3995;p127"/>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96" name="Google Shape;3996;p127"/>
          <p:cNvPicPr preferRelativeResize="0"/>
          <p:nvPr/>
        </p:nvPicPr>
        <p:blipFill>
          <a:blip r:embed="rId4">
            <a:alphaModFix/>
          </a:blip>
          <a:stretch>
            <a:fillRect/>
          </a:stretch>
        </p:blipFill>
        <p:spPr>
          <a:xfrm>
            <a:off x="16550000" y="848191"/>
            <a:ext cx="953599" cy="667523"/>
          </a:xfrm>
          <a:prstGeom prst="rect">
            <a:avLst/>
          </a:prstGeom>
          <a:noFill/>
          <a:ln>
            <a:noFill/>
          </a:ln>
        </p:spPr>
      </p:pic>
      <p:pic>
        <p:nvPicPr>
          <p:cNvPr id="3997" name="Google Shape;3997;p127" title="BE-MVP-Icon-Spark_Redux_V3_STRAIGHT_yellow.png"/>
          <p:cNvPicPr preferRelativeResize="0"/>
          <p:nvPr/>
        </p:nvPicPr>
        <p:blipFill rotWithShape="1">
          <a:blip r:embed="rId5">
            <a:alphaModFix/>
          </a:blip>
          <a:srcRect b="2553" l="0" r="0" t="2553"/>
          <a:stretch/>
        </p:blipFill>
        <p:spPr>
          <a:xfrm rot="498582">
            <a:off x="13806739" y="8151217"/>
            <a:ext cx="966926" cy="979298"/>
          </a:xfrm>
          <a:prstGeom prst="rect">
            <a:avLst/>
          </a:prstGeom>
          <a:noFill/>
          <a:ln>
            <a:noFill/>
          </a:ln>
        </p:spPr>
      </p:pic>
      <p:pic>
        <p:nvPicPr>
          <p:cNvPr id="3998" name="Google Shape;3998;p127" title="BE-MVP-Icon-Spark_Redux_V3_STRAIGHT_yellow.png"/>
          <p:cNvPicPr preferRelativeResize="0"/>
          <p:nvPr/>
        </p:nvPicPr>
        <p:blipFill rotWithShape="1">
          <a:blip r:embed="rId5">
            <a:alphaModFix/>
          </a:blip>
          <a:srcRect b="2553" l="0" r="0" t="2553"/>
          <a:stretch/>
        </p:blipFill>
        <p:spPr>
          <a:xfrm rot="-1459507">
            <a:off x="2495168" y="1072918"/>
            <a:ext cx="495528" cy="501868"/>
          </a:xfrm>
          <a:prstGeom prst="rect">
            <a:avLst/>
          </a:prstGeom>
          <a:noFill/>
          <a:ln>
            <a:noFill/>
          </a:ln>
        </p:spPr>
      </p:pic>
      <p:pic>
        <p:nvPicPr>
          <p:cNvPr id="3999" name="Google Shape;3999;p127" title="BE-MVP-Icon-Spark_Redux_V3_LEFT_yellow.png"/>
          <p:cNvPicPr preferRelativeResize="0"/>
          <p:nvPr/>
        </p:nvPicPr>
        <p:blipFill rotWithShape="1">
          <a:blip r:embed="rId6">
            <a:alphaModFix/>
          </a:blip>
          <a:srcRect b="2553" l="0" r="0" t="2553"/>
          <a:stretch/>
        </p:blipFill>
        <p:spPr>
          <a:xfrm rot="-1459490">
            <a:off x="1926380" y="1034195"/>
            <a:ext cx="248485" cy="251664"/>
          </a:xfrm>
          <a:prstGeom prst="rect">
            <a:avLst/>
          </a:prstGeom>
          <a:noFill/>
          <a:ln>
            <a:noFill/>
          </a:ln>
        </p:spPr>
      </p:pic>
      <p:sp>
        <p:nvSpPr>
          <p:cNvPr id="4000" name="Google Shape;4000;p127"/>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01" name="Google Shape;4001;p127"/>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02" name="Google Shape;4002;p127" title="BE-MVP-Icon-Spark_Redux_V3_LEFT_yellow.png"/>
          <p:cNvPicPr preferRelativeResize="0"/>
          <p:nvPr/>
        </p:nvPicPr>
        <p:blipFill rotWithShape="1">
          <a:blip r:embed="rId6">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1">
  <p:cSld name="TITLE_1_1_1_1_1_1_1_1_1_1_1_1_1_1_1_1_1_1_1_1_1_1_1_1_1_1_1_1_3_1">
    <p:bg>
      <p:bgPr>
        <a:solidFill>
          <a:srgbClr val="066AFE"/>
        </a:solidFill>
      </p:bgPr>
    </p:bg>
    <p:spTree>
      <p:nvGrpSpPr>
        <p:cNvPr id="4003" name="Shape 4003"/>
        <p:cNvGrpSpPr/>
        <p:nvPr/>
      </p:nvGrpSpPr>
      <p:grpSpPr>
        <a:xfrm>
          <a:off x="0" y="0"/>
          <a:ext cx="0" cy="0"/>
          <a:chOff x="0" y="0"/>
          <a:chExt cx="0" cy="0"/>
        </a:xfrm>
      </p:grpSpPr>
      <p:sp>
        <p:nvSpPr>
          <p:cNvPr id="4004" name="Google Shape;4004;p128"/>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05" name="Google Shape;4005;p128"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pic>
        <p:nvPicPr>
          <p:cNvPr id="4006" name="Google Shape;4006;p128" title="BE-MVP-Icon-Spark_Redux_V3_STRAIGHT_yellow.png"/>
          <p:cNvPicPr preferRelativeResize="0"/>
          <p:nvPr/>
        </p:nvPicPr>
        <p:blipFill rotWithShape="1">
          <a:blip r:embed="rId3">
            <a:alphaModFix/>
          </a:blip>
          <a:srcRect b="2553" l="0" r="0" t="2553"/>
          <a:stretch/>
        </p:blipFill>
        <p:spPr>
          <a:xfrm rot="498582">
            <a:off x="13806739" y="8151217"/>
            <a:ext cx="966926" cy="979298"/>
          </a:xfrm>
          <a:prstGeom prst="rect">
            <a:avLst/>
          </a:prstGeom>
          <a:noFill/>
          <a:ln>
            <a:noFill/>
          </a:ln>
        </p:spPr>
      </p:pic>
      <p:pic>
        <p:nvPicPr>
          <p:cNvPr id="4007" name="Google Shape;4007;p128" title="BE-MVP-Icon-Spark_Redux_V3_STRAIGHT_yellow.png"/>
          <p:cNvPicPr preferRelativeResize="0"/>
          <p:nvPr/>
        </p:nvPicPr>
        <p:blipFill rotWithShape="1">
          <a:blip r:embed="rId3">
            <a:alphaModFix/>
          </a:blip>
          <a:srcRect b="2553" l="0" r="0" t="2553"/>
          <a:stretch/>
        </p:blipFill>
        <p:spPr>
          <a:xfrm rot="-1459507">
            <a:off x="2495168" y="1072918"/>
            <a:ext cx="495528" cy="501868"/>
          </a:xfrm>
          <a:prstGeom prst="rect">
            <a:avLst/>
          </a:prstGeom>
          <a:noFill/>
          <a:ln>
            <a:noFill/>
          </a:ln>
        </p:spPr>
      </p:pic>
      <p:pic>
        <p:nvPicPr>
          <p:cNvPr id="4008" name="Google Shape;4008;p128" title="BE-MVP-Icon-Spark_Redux_V3_LEFT_yellow.png"/>
          <p:cNvPicPr preferRelativeResize="0"/>
          <p:nvPr/>
        </p:nvPicPr>
        <p:blipFill rotWithShape="1">
          <a:blip r:embed="rId4">
            <a:alphaModFix/>
          </a:blip>
          <a:srcRect b="2553" l="0" r="0" t="2553"/>
          <a:stretch/>
        </p:blipFill>
        <p:spPr>
          <a:xfrm rot="-1459490">
            <a:off x="1926380" y="1034195"/>
            <a:ext cx="248485" cy="251664"/>
          </a:xfrm>
          <a:prstGeom prst="rect">
            <a:avLst/>
          </a:prstGeom>
          <a:noFill/>
          <a:ln>
            <a:noFill/>
          </a:ln>
        </p:spPr>
      </p:pic>
      <p:sp>
        <p:nvSpPr>
          <p:cNvPr id="4009" name="Google Shape;4009;p128"/>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10" name="Google Shape;4010;p128"/>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11" name="Google Shape;4011;p128" title="BE-MVP-Icon-Spark_Redux_V3_LEFT_yellow.png"/>
          <p:cNvPicPr preferRelativeResize="0"/>
          <p:nvPr/>
        </p:nvPicPr>
        <p:blipFill rotWithShape="1">
          <a:blip r:embed="rId4">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tatement 4">
  <p:cSld name="TITLE_1_1_1_1_1_1_1_1_1_1_1_1_1_1_1_1_1_1_1_1_1_1_1_1_1_1_1_1_2">
    <p:bg>
      <p:bgPr>
        <a:solidFill>
          <a:srgbClr val="CFE9FE"/>
        </a:solidFill>
      </p:bgPr>
    </p:bg>
    <p:spTree>
      <p:nvGrpSpPr>
        <p:cNvPr id="4012" name="Shape 4012"/>
        <p:cNvGrpSpPr/>
        <p:nvPr/>
      </p:nvGrpSpPr>
      <p:grpSpPr>
        <a:xfrm>
          <a:off x="0" y="0"/>
          <a:ext cx="0" cy="0"/>
          <a:chOff x="0" y="0"/>
          <a:chExt cx="0" cy="0"/>
        </a:xfrm>
      </p:grpSpPr>
      <p:pic>
        <p:nvPicPr>
          <p:cNvPr id="4013" name="Google Shape;4013;p129"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014" name="Google Shape;4014;p129"/>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E0E5F8"/>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15" name="Google Shape;4015;p129"/>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16" name="Google Shape;4016;p129"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17" name="Google Shape;4017;p129"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18" name="Google Shape;4018;p129"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019" name="Google Shape;4019;p129"/>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20" name="Google Shape;4020;p129"/>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21" name="Google Shape;4021;p129"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5">
  <p:cSld name="TITLE_1_1_1_1_1_1_1_1_1_1_1_1_1_1_1_1_1_1_1_1_1_1_1_1_1_1_1_1_2_1">
    <p:bg>
      <p:bgPr>
        <a:solidFill>
          <a:srgbClr val="CFE9FE"/>
        </a:solidFill>
      </p:bgPr>
    </p:bg>
    <p:spTree>
      <p:nvGrpSpPr>
        <p:cNvPr id="4022" name="Shape 4022"/>
        <p:cNvGrpSpPr/>
        <p:nvPr/>
      </p:nvGrpSpPr>
      <p:grpSpPr>
        <a:xfrm>
          <a:off x="0" y="0"/>
          <a:ext cx="0" cy="0"/>
          <a:chOff x="0" y="0"/>
          <a:chExt cx="0" cy="0"/>
        </a:xfrm>
      </p:grpSpPr>
      <p:pic>
        <p:nvPicPr>
          <p:cNvPr id="4023" name="Google Shape;4023;p130"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24" name="Google Shape;4024;p130"/>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25" name="Google Shape;4025;p130"/>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26" name="Google Shape;4026;p130"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27" name="Google Shape;4027;p130"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28" name="Google Shape;4028;p130"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029" name="Google Shape;4029;p130"/>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30" name="Google Shape;4030;p130"/>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31" name="Google Shape;4031;p130"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with data">
  <p:cSld name="TITLE_1_1_1_1_1_1_1_1_1_1_1_1_1_1_1_1_1_1_1_1_1_1_1_1_1_1_1_1_1_1_1">
    <p:bg>
      <p:bgPr>
        <a:solidFill>
          <a:schemeClr val="accent6"/>
        </a:solidFill>
      </p:bgPr>
    </p:bg>
    <p:spTree>
      <p:nvGrpSpPr>
        <p:cNvPr id="4032" name="Shape 4032"/>
        <p:cNvGrpSpPr/>
        <p:nvPr/>
      </p:nvGrpSpPr>
      <p:grpSpPr>
        <a:xfrm>
          <a:off x="0" y="0"/>
          <a:ext cx="0" cy="0"/>
          <a:chOff x="0" y="0"/>
          <a:chExt cx="0" cy="0"/>
        </a:xfrm>
      </p:grpSpPr>
      <p:sp>
        <p:nvSpPr>
          <p:cNvPr id="4033" name="Google Shape;4033;p131"/>
          <p:cNvSpPr/>
          <p:nvPr/>
        </p:nvSpPr>
        <p:spPr>
          <a:xfrm flipH="1">
            <a:off x="7899811" y="2002123"/>
            <a:ext cx="9512840" cy="6262064"/>
          </a:xfrm>
          <a:custGeom>
            <a:rect b="b" l="l" r="r" t="t"/>
            <a:pathLst>
              <a:path extrusionOk="0" h="21595" w="21496">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034" name="Google Shape;4034;p131"/>
          <p:cNvSpPr txBox="1"/>
          <p:nvPr>
            <p:ph type="title"/>
          </p:nvPr>
        </p:nvSpPr>
        <p:spPr>
          <a:xfrm>
            <a:off x="8915400" y="2852738"/>
            <a:ext cx="7915200" cy="45624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pic>
        <p:nvPicPr>
          <p:cNvPr id="4035" name="Google Shape;4035;p131"/>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8eddf9cd5d8993598fe8b721e932338b28a73d3f.png" id="4036" name="Google Shape;4036;p131"/>
          <p:cNvPicPr preferRelativeResize="0"/>
          <p:nvPr/>
        </p:nvPicPr>
        <p:blipFill rotWithShape="1">
          <a:blip r:embed="rId3">
            <a:alphaModFix/>
          </a:blip>
          <a:srcRect b="8927" l="8" r="20381" t="7173"/>
          <a:stretch/>
        </p:blipFill>
        <p:spPr>
          <a:xfrm rot="5969335">
            <a:off x="16935753" y="7113292"/>
            <a:ext cx="994791" cy="1048341"/>
          </a:xfrm>
          <a:custGeom>
            <a:rect b="b" l="l" r="r" t="t"/>
            <a:pathLst>
              <a:path extrusionOk="0" h="21600" w="2160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descr="8eddf9cd5d8993598fe8b721e932338b28a73d3f.png" id="4037" name="Google Shape;4037;p131"/>
          <p:cNvPicPr preferRelativeResize="0"/>
          <p:nvPr/>
        </p:nvPicPr>
        <p:blipFill rotWithShape="1">
          <a:blip r:embed="rId3">
            <a:alphaModFix/>
          </a:blip>
          <a:srcRect b="8957" l="24" r="20346" t="7179"/>
          <a:stretch/>
        </p:blipFill>
        <p:spPr>
          <a:xfrm>
            <a:off x="16951206" y="7806343"/>
            <a:ext cx="235494" cy="247914"/>
          </a:xfrm>
          <a:custGeom>
            <a:rect b="b" l="l" r="r" t="t"/>
            <a:pathLst>
              <a:path extrusionOk="0" h="21600" w="2160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descr="8eddf9cd5d8993598fe8b721e932338b28a73d3f.png" id="4038" name="Google Shape;4038;p131"/>
          <p:cNvPicPr preferRelativeResize="0"/>
          <p:nvPr/>
        </p:nvPicPr>
        <p:blipFill rotWithShape="1">
          <a:blip r:embed="rId3">
            <a:alphaModFix/>
          </a:blip>
          <a:srcRect b="8904" l="16" r="20354" t="7175"/>
          <a:stretch/>
        </p:blipFill>
        <p:spPr>
          <a:xfrm rot="-861880">
            <a:off x="17403210" y="8087609"/>
            <a:ext cx="436410" cy="459880"/>
          </a:xfrm>
          <a:custGeom>
            <a:rect b="b" l="l" r="r" t="t"/>
            <a:pathLst>
              <a:path extrusionOk="0" h="21600" w="2160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Statement quote">
  <p:cSld name="TITLE_1_1_1_1_1_1_1_1_1_1_1_1_1_1_1_1_1_1_1_1_1_1_1_1_1_1_1_1_1_1_1_1_1">
    <p:bg>
      <p:bgPr>
        <a:gradFill>
          <a:gsLst>
            <a:gs pos="0">
              <a:srgbClr val="90D0FE"/>
            </a:gs>
            <a:gs pos="100000">
              <a:srgbClr val="EAF5FE"/>
            </a:gs>
          </a:gsLst>
          <a:lin ang="16198662" scaled="0"/>
        </a:gradFill>
      </p:bgPr>
    </p:bg>
    <p:spTree>
      <p:nvGrpSpPr>
        <p:cNvPr id="4039" name="Shape 4039"/>
        <p:cNvGrpSpPr/>
        <p:nvPr/>
      </p:nvGrpSpPr>
      <p:grpSpPr>
        <a:xfrm>
          <a:off x="0" y="0"/>
          <a:ext cx="0" cy="0"/>
          <a:chOff x="0" y="0"/>
          <a:chExt cx="0" cy="0"/>
        </a:xfrm>
      </p:grpSpPr>
      <p:pic>
        <p:nvPicPr>
          <p:cNvPr id="4040" name="Google Shape;4040;p132"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41" name="Google Shape;4041;p132"/>
          <p:cNvSpPr/>
          <p:nvPr/>
        </p:nvSpPr>
        <p:spPr>
          <a:xfrm>
            <a:off x="857250" y="1732862"/>
            <a:ext cx="12871065" cy="6839424"/>
          </a:xfrm>
          <a:custGeom>
            <a:rect b="b" l="l" r="r" t="t"/>
            <a:pathLst>
              <a:path extrusionOk="0" h="21600" w="21530">
                <a:moveTo>
                  <a:pt x="0" y="902"/>
                </a:moveTo>
                <a:cubicBezTo>
                  <a:pt x="0" y="653"/>
                  <a:pt x="54" y="428"/>
                  <a:pt x="140" y="264"/>
                </a:cubicBezTo>
                <a:cubicBezTo>
                  <a:pt x="226" y="101"/>
                  <a:pt x="346" y="0"/>
                  <a:pt x="478" y="0"/>
                </a:cubicBezTo>
                <a:lnTo>
                  <a:pt x="21046" y="0"/>
                </a:lnTo>
                <a:cubicBezTo>
                  <a:pt x="21375" y="9"/>
                  <a:pt x="21600" y="619"/>
                  <a:pt x="21509" y="1216"/>
                </a:cubicBezTo>
                <a:cubicBezTo>
                  <a:pt x="21050" y="4240"/>
                  <a:pt x="20775" y="7447"/>
                  <a:pt x="20772" y="10771"/>
                </a:cubicBezTo>
                <a:cubicBezTo>
                  <a:pt x="20769" y="14116"/>
                  <a:pt x="21050" y="17341"/>
                  <a:pt x="21509" y="20384"/>
                </a:cubicBezTo>
                <a:cubicBezTo>
                  <a:pt x="21600" y="20981"/>
                  <a:pt x="21375" y="21590"/>
                  <a:pt x="21046" y="21600"/>
                </a:cubicBezTo>
                <a:lnTo>
                  <a:pt x="478" y="21600"/>
                </a:lnTo>
                <a:cubicBezTo>
                  <a:pt x="346" y="21600"/>
                  <a:pt x="226" y="21499"/>
                  <a:pt x="140" y="21336"/>
                </a:cubicBezTo>
                <a:cubicBezTo>
                  <a:pt x="54"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sp>
        <p:nvSpPr>
          <p:cNvPr id="4042" name="Google Shape;4042;p132"/>
          <p:cNvSpPr/>
          <p:nvPr/>
        </p:nvSpPr>
        <p:spPr>
          <a:xfrm>
            <a:off x="14279102" y="3684699"/>
            <a:ext cx="3130800" cy="2884800"/>
          </a:xfrm>
          <a:prstGeom prst="roundRect">
            <a:avLst>
              <a:gd fmla="val 9717" name="adj"/>
            </a:avLst>
          </a:prstGeom>
          <a:solidFill>
            <a:srgbClr val="FCC00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grpSp>
        <p:nvGrpSpPr>
          <p:cNvPr id="4043" name="Google Shape;4043;p132"/>
          <p:cNvGrpSpPr/>
          <p:nvPr/>
        </p:nvGrpSpPr>
        <p:grpSpPr>
          <a:xfrm>
            <a:off x="1333500" y="997673"/>
            <a:ext cx="1278450" cy="1211850"/>
            <a:chOff x="0" y="0"/>
            <a:chExt cx="1704600" cy="1615800"/>
          </a:xfrm>
        </p:grpSpPr>
        <p:sp>
          <p:nvSpPr>
            <p:cNvPr id="4044" name="Google Shape;4044;p132"/>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045" name="Google Shape;4045;p132"/>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046" name="Google Shape;4046;p132"/>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4047" name="Google Shape;4047;p132"/>
          <p:cNvSpPr/>
          <p:nvPr/>
        </p:nvSpPr>
        <p:spPr>
          <a:xfrm>
            <a:off x="1566863"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4048" name="Google Shape;4048;p132"/>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49" name="Google Shape;4049;p132"/>
          <p:cNvSpPr/>
          <p:nvPr>
            <p:ph idx="2" type="pic"/>
          </p:nvPr>
        </p:nvSpPr>
        <p:spPr>
          <a:xfrm>
            <a:off x="14278928" y="3684270"/>
            <a:ext cx="3130800" cy="2885100"/>
          </a:xfrm>
          <a:prstGeom prst="roundRect">
            <a:avLst>
              <a:gd fmla="val 9780" name="adj"/>
            </a:avLst>
          </a:prstGeom>
          <a:noFill/>
          <a:ln>
            <a:noFill/>
          </a:ln>
        </p:spPr>
      </p:sp>
      <p:sp>
        <p:nvSpPr>
          <p:cNvPr id="4050" name="Google Shape;4050;p132"/>
          <p:cNvSpPr txBox="1"/>
          <p:nvPr>
            <p:ph type="title"/>
          </p:nvPr>
        </p:nvSpPr>
        <p:spPr>
          <a:xfrm>
            <a:off x="1333500" y="2265063"/>
            <a:ext cx="10944300" cy="57750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051" name="Google Shape;4051;p132"/>
          <p:cNvSpPr txBox="1"/>
          <p:nvPr>
            <p:ph idx="1" type="subTitle"/>
          </p:nvPr>
        </p:nvSpPr>
        <p:spPr>
          <a:xfrm>
            <a:off x="14406925" y="6985950"/>
            <a:ext cx="3022800" cy="1586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400"/>
              <a:buNone/>
              <a:defRPr b="1" sz="2400"/>
            </a:lvl1pPr>
            <a:lvl2pPr lvl="1">
              <a:spcBef>
                <a:spcPts val="0"/>
              </a:spcBef>
              <a:spcAft>
                <a:spcPts val="0"/>
              </a:spcAft>
              <a:buSzPts val="2400"/>
              <a:buNone/>
              <a:defRPr b="1" sz="2400"/>
            </a:lvl2pPr>
            <a:lvl3pPr lvl="2">
              <a:spcBef>
                <a:spcPts val="1800"/>
              </a:spcBef>
              <a:spcAft>
                <a:spcPts val="0"/>
              </a:spcAft>
              <a:buSzPts val="2400"/>
              <a:buNone/>
              <a:defRPr b="1"/>
            </a:lvl3pPr>
            <a:lvl4pPr lvl="3">
              <a:spcBef>
                <a:spcPts val="1800"/>
              </a:spcBef>
              <a:spcAft>
                <a:spcPts val="0"/>
              </a:spcAft>
              <a:buSzPts val="2400"/>
              <a:buNone/>
              <a:defRPr b="1" sz="2400"/>
            </a:lvl4pPr>
            <a:lvl5pPr lvl="4">
              <a:spcBef>
                <a:spcPts val="1800"/>
              </a:spcBef>
              <a:spcAft>
                <a:spcPts val="0"/>
              </a:spcAft>
              <a:buSzPts val="2400"/>
              <a:buNone/>
              <a:defRPr b="1" sz="2400"/>
            </a:lvl5pPr>
            <a:lvl6pPr lvl="5">
              <a:spcBef>
                <a:spcPts val="1800"/>
              </a:spcBef>
              <a:spcAft>
                <a:spcPts val="0"/>
              </a:spcAft>
              <a:buSzPts val="2400"/>
              <a:buNone/>
              <a:defRPr b="1" sz="2400"/>
            </a:lvl6pPr>
            <a:lvl7pPr lvl="6">
              <a:spcBef>
                <a:spcPts val="1800"/>
              </a:spcBef>
              <a:spcAft>
                <a:spcPts val="0"/>
              </a:spcAft>
              <a:buSzPts val="2400"/>
              <a:buNone/>
              <a:defRPr b="1" sz="2400"/>
            </a:lvl7pPr>
            <a:lvl8pPr lvl="7">
              <a:spcBef>
                <a:spcPts val="1800"/>
              </a:spcBef>
              <a:spcAft>
                <a:spcPts val="0"/>
              </a:spcAft>
              <a:buSzPts val="2400"/>
              <a:buNone/>
              <a:defRPr b="1" sz="2400"/>
            </a:lvl8pPr>
            <a:lvl9pPr lvl="8">
              <a:spcBef>
                <a:spcPts val="1800"/>
              </a:spcBef>
              <a:spcAft>
                <a:spcPts val="1800"/>
              </a:spcAft>
              <a:buSzPts val="2400"/>
              <a:buNone/>
              <a:defRPr b="1" sz="2400"/>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p:cSld name="TITLE_1_1_1_1_1_1_1_1_1_1_1_1_1_1_1_1_1_1_1_1_1_1_1_1_1_1_1_1_1_1_1_1_1_1">
    <p:bg>
      <p:bgPr>
        <a:solidFill>
          <a:schemeClr val="lt1"/>
        </a:solidFill>
      </p:bgPr>
    </p:bg>
    <p:spTree>
      <p:nvGrpSpPr>
        <p:cNvPr id="4052" name="Shape 4052"/>
        <p:cNvGrpSpPr/>
        <p:nvPr/>
      </p:nvGrpSpPr>
      <p:grpSpPr>
        <a:xfrm>
          <a:off x="0" y="0"/>
          <a:ext cx="0" cy="0"/>
          <a:chOff x="0" y="0"/>
          <a:chExt cx="0" cy="0"/>
        </a:xfrm>
      </p:grpSpPr>
      <p:pic>
        <p:nvPicPr>
          <p:cNvPr id="4053" name="Google Shape;4053;p13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54" name="Google Shape;4054;p133"/>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055" name="Google Shape;4055;p133"/>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056" name="Google Shape;4056;p133"/>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57" name="Google Shape;4057;p133"/>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pic>
        <p:nvPicPr>
          <p:cNvPr id="4058" name="Google Shape;4058;p133" title="BE-MVP-Icon-Spark_Redux_V3_RIGHT_yellow.png"/>
          <p:cNvPicPr preferRelativeResize="0"/>
          <p:nvPr/>
        </p:nvPicPr>
        <p:blipFill rotWithShape="1">
          <a:blip r:embed="rId4">
            <a:alphaModFix/>
          </a:blip>
          <a:srcRect b="8324" l="17671" r="9187" t="12399"/>
          <a:stretch/>
        </p:blipFill>
        <p:spPr>
          <a:xfrm rot="-9">
            <a:off x="1" y="6380114"/>
            <a:ext cx="1675026" cy="1937844"/>
          </a:xfrm>
          <a:prstGeom prst="rect">
            <a:avLst/>
          </a:prstGeom>
          <a:noFill/>
          <a:ln>
            <a:noFill/>
          </a:ln>
        </p:spPr>
      </p:pic>
      <p:sp>
        <p:nvSpPr>
          <p:cNvPr id="4059" name="Google Shape;4059;p133"/>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0" name="Google Shape;4060;p133"/>
          <p:cNvSpPr/>
          <p:nvPr/>
        </p:nvSpPr>
        <p:spPr>
          <a:xfrm>
            <a:off x="4686089" y="5750894"/>
            <a:ext cx="1247700" cy="1247700"/>
          </a:xfrm>
          <a:prstGeom prst="roundRect">
            <a:avLst>
              <a:gd fmla="val 2326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1" name="Google Shape;4061;p133"/>
          <p:cNvSpPr/>
          <p:nvPr/>
        </p:nvSpPr>
        <p:spPr>
          <a:xfrm>
            <a:off x="1722794" y="7255047"/>
            <a:ext cx="2704800" cy="435300"/>
          </a:xfrm>
          <a:prstGeom prst="roundRect">
            <a:avLst>
              <a:gd fmla="val 5000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2" name="Google Shape;4062;p133"/>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63" name="Google Shape;4063;p133"/>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64" name="Google Shape;4064;p133"/>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5" name="Google Shape;4065;p133"/>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6" name="Google Shape;4066;p133"/>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7" name="Google Shape;4067;p133"/>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8" name="Google Shape;4068;p133"/>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pic>
        <p:nvPicPr>
          <p:cNvPr descr="Blue_single_sparkle.png" id="4069" name="Google Shape;4069;p133"/>
          <p:cNvPicPr preferRelativeResize="0"/>
          <p:nvPr/>
        </p:nvPicPr>
        <p:blipFill rotWithShape="1">
          <a:blip r:embed="rId5">
            <a:alphaModFix/>
          </a:blip>
          <a:srcRect b="0" l="0" r="0" t="0"/>
          <a:stretch/>
        </p:blipFill>
        <p:spPr>
          <a:xfrm>
            <a:off x="3461327" y="2946149"/>
            <a:ext cx="588381" cy="597300"/>
          </a:xfrm>
          <a:prstGeom prst="rect">
            <a:avLst/>
          </a:prstGeom>
          <a:noFill/>
          <a:ln>
            <a:noFill/>
          </a:ln>
        </p:spPr>
      </p:pic>
      <p:pic>
        <p:nvPicPr>
          <p:cNvPr id="4070" name="Google Shape;4070;p133" title="BE-MVP-Icon-Spark_Redux_V3_RIGHT_yellow.png"/>
          <p:cNvPicPr preferRelativeResize="0"/>
          <p:nvPr/>
        </p:nvPicPr>
        <p:blipFill rotWithShape="1">
          <a:blip r:embed="rId4">
            <a:alphaModFix/>
          </a:blip>
          <a:srcRect b="0" l="3866" r="3875" t="0"/>
          <a:stretch/>
        </p:blipFill>
        <p:spPr>
          <a:xfrm rot="-23">
            <a:off x="3034519" y="2797750"/>
            <a:ext cx="339582" cy="392849"/>
          </a:xfrm>
          <a:prstGeom prst="rect">
            <a:avLst/>
          </a:prstGeom>
          <a:noFill/>
          <a:ln>
            <a:noFill/>
          </a:ln>
        </p:spPr>
      </p:pic>
      <p:pic>
        <p:nvPicPr>
          <p:cNvPr descr="Blue_single_sparkle.png" id="4071" name="Google Shape;4071;p133"/>
          <p:cNvPicPr preferRelativeResize="0"/>
          <p:nvPr/>
        </p:nvPicPr>
        <p:blipFill rotWithShape="1">
          <a:blip r:embed="rId5">
            <a:alphaModFix/>
          </a:blip>
          <a:srcRect b="0" l="0" r="0" t="0"/>
          <a:stretch/>
        </p:blipFill>
        <p:spPr>
          <a:xfrm>
            <a:off x="2060343" y="6548591"/>
            <a:ext cx="295517" cy="300001"/>
          </a:xfrm>
          <a:prstGeom prst="rect">
            <a:avLst/>
          </a:prstGeom>
          <a:noFill/>
          <a:ln>
            <a:noFill/>
          </a:ln>
        </p:spPr>
      </p:pic>
      <p:sp>
        <p:nvSpPr>
          <p:cNvPr id="4072" name="Google Shape;4072;p133"/>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2775"/>
              </a:buClr>
              <a:buSzPts val="2800"/>
              <a:buFont typeface="Questrial"/>
              <a:buNone/>
            </a:pPr>
            <a:r>
              <a:t/>
            </a:r>
            <a:endParaRPr sz="2800">
              <a:solidFill>
                <a:srgbClr val="032D60"/>
              </a:solidFill>
            </a:endParaRPr>
          </a:p>
        </p:txBody>
      </p:sp>
      <p:pic>
        <p:nvPicPr>
          <p:cNvPr id="4073" name="Google Shape;4073;p133"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074" name="Google Shape;4074;p133"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2">
  <p:cSld name="TITLE_1_1_1_1_1_1_1_1_1_1_1_1_1_1_1_1_1_1_1_1_1_1_1_1_1_1_1_1_1_1_1_1_1_1_2">
    <p:bg>
      <p:bgPr>
        <a:solidFill>
          <a:schemeClr val="lt1"/>
        </a:solidFill>
      </p:bgPr>
    </p:bg>
    <p:spTree>
      <p:nvGrpSpPr>
        <p:cNvPr id="4075" name="Shape 4075"/>
        <p:cNvGrpSpPr/>
        <p:nvPr/>
      </p:nvGrpSpPr>
      <p:grpSpPr>
        <a:xfrm>
          <a:off x="0" y="0"/>
          <a:ext cx="0" cy="0"/>
          <a:chOff x="0" y="0"/>
          <a:chExt cx="0" cy="0"/>
        </a:xfrm>
      </p:grpSpPr>
      <p:pic>
        <p:nvPicPr>
          <p:cNvPr id="4076" name="Google Shape;4076;p134"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077" name="Google Shape;4077;p134"/>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078" name="Google Shape;4078;p134"/>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079" name="Google Shape;4079;p134"/>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80" name="Google Shape;4080;p134"/>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081" name="Google Shape;4081;p134"/>
          <p:cNvSpPr/>
          <p:nvPr/>
        </p:nvSpPr>
        <p:spPr>
          <a:xfrm>
            <a:off x="1722794" y="4293920"/>
            <a:ext cx="2704800" cy="2704800"/>
          </a:xfrm>
          <a:prstGeom prst="roundRect">
            <a:avLst>
              <a:gd fmla="val 988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2" name="Google Shape;4082;p134"/>
          <p:cNvSpPr/>
          <p:nvPr/>
        </p:nvSpPr>
        <p:spPr>
          <a:xfrm>
            <a:off x="4686089" y="5750894"/>
            <a:ext cx="1247700" cy="1247700"/>
          </a:xfrm>
          <a:prstGeom prst="roundRect">
            <a:avLst>
              <a:gd fmla="val 2326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083" name="Google Shape;4083;p134"/>
          <p:cNvSpPr/>
          <p:nvPr/>
        </p:nvSpPr>
        <p:spPr>
          <a:xfrm>
            <a:off x="1722794" y="7255047"/>
            <a:ext cx="2704800" cy="435300"/>
          </a:xfrm>
          <a:prstGeom prst="roundRect">
            <a:avLst>
              <a:gd fmla="val 5000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084" name="Google Shape;4084;p134"/>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85" name="Google Shape;4085;p134"/>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86" name="Google Shape;4086;p134"/>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7" name="Google Shape;4087;p134"/>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8" name="Google Shape;4088;p134"/>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9" name="Google Shape;4089;p134"/>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90" name="Google Shape;4090;p134"/>
          <p:cNvSpPr/>
          <p:nvPr/>
        </p:nvSpPr>
        <p:spPr>
          <a:xfrm>
            <a:off x="1798820" y="7322727"/>
            <a:ext cx="1335900" cy="300000"/>
          </a:xfrm>
          <a:prstGeom prst="roundRect">
            <a:avLst>
              <a:gd fmla="val 50000" name="adj"/>
            </a:avLst>
          </a:pr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4091" name="Google Shape;4091;p134" title="Violet_single_sparkle.png"/>
          <p:cNvPicPr preferRelativeResize="0"/>
          <p:nvPr/>
        </p:nvPicPr>
        <p:blipFill>
          <a:blip r:embed="rId4">
            <a:alphaModFix/>
          </a:blip>
          <a:stretch>
            <a:fillRect/>
          </a:stretch>
        </p:blipFill>
        <p:spPr>
          <a:xfrm>
            <a:off x="3462900" y="2947315"/>
            <a:ext cx="585217" cy="594970"/>
          </a:xfrm>
          <a:prstGeom prst="rect">
            <a:avLst/>
          </a:prstGeom>
          <a:noFill/>
          <a:ln>
            <a:noFill/>
          </a:ln>
        </p:spPr>
      </p:pic>
      <p:pic>
        <p:nvPicPr>
          <p:cNvPr id="4092" name="Google Shape;4092;p134"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4093" name="Google Shape;4093;p134" title="Violet_single_sparkle.png"/>
          <p:cNvPicPr preferRelativeResize="0"/>
          <p:nvPr/>
        </p:nvPicPr>
        <p:blipFill>
          <a:blip r:embed="rId4">
            <a:alphaModFix/>
          </a:blip>
          <a:stretch>
            <a:fillRect/>
          </a:stretch>
        </p:blipFill>
        <p:spPr>
          <a:xfrm>
            <a:off x="2061800" y="6552290"/>
            <a:ext cx="292608" cy="292608"/>
          </a:xfrm>
          <a:prstGeom prst="rect">
            <a:avLst/>
          </a:prstGeom>
          <a:noFill/>
          <a:ln>
            <a:noFill/>
          </a:ln>
        </p:spPr>
      </p:pic>
      <p:sp>
        <p:nvSpPr>
          <p:cNvPr id="4094" name="Google Shape;4094;p134"/>
          <p:cNvSpPr/>
          <p:nvPr/>
        </p:nvSpPr>
        <p:spPr>
          <a:xfrm>
            <a:off x="1626825" y="3921950"/>
            <a:ext cx="1510500" cy="1510500"/>
          </a:xfrm>
          <a:prstGeom prst="ellipse">
            <a:avLst/>
          </a:prstGeom>
          <a:solidFill>
            <a:srgbClr val="FFFEFE"/>
          </a:solidFill>
          <a:ln>
            <a:noFill/>
          </a:ln>
          <a:effectLst>
            <a:outerShdw blurRad="457200" rotWithShape="0" dir="3900000" dist="523875">
              <a:srgbClr val="300B60">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095" name="Google Shape;4095;p134"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096" name="Google Shape;4096;p134"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4097" name="Google Shape;4097;p134"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3">
  <p:cSld name="TITLE_1_1_1_1_1_1_1_1_1_1_1_1_1_1_1_1_1_1_1_1_1_1_1_1_1_1_1_1_1_1_1_1_1_1_2_1">
    <p:bg>
      <p:bgPr>
        <a:solidFill>
          <a:schemeClr val="lt1"/>
        </a:solidFill>
      </p:bgPr>
    </p:bg>
    <p:spTree>
      <p:nvGrpSpPr>
        <p:cNvPr id="4098" name="Shape 4098"/>
        <p:cNvGrpSpPr/>
        <p:nvPr/>
      </p:nvGrpSpPr>
      <p:grpSpPr>
        <a:xfrm>
          <a:off x="0" y="0"/>
          <a:ext cx="0" cy="0"/>
          <a:chOff x="0" y="0"/>
          <a:chExt cx="0" cy="0"/>
        </a:xfrm>
      </p:grpSpPr>
      <p:pic>
        <p:nvPicPr>
          <p:cNvPr id="4099" name="Google Shape;4099;p135"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100" name="Google Shape;4100;p135"/>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101" name="Google Shape;4101;p135"/>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102" name="Google Shape;4102;p13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103" name="Google Shape;4103;p135"/>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04" name="Google Shape;4104;p135"/>
          <p:cNvSpPr/>
          <p:nvPr/>
        </p:nvSpPr>
        <p:spPr>
          <a:xfrm>
            <a:off x="1722794" y="4293920"/>
            <a:ext cx="2704800" cy="2704800"/>
          </a:xfrm>
          <a:prstGeom prst="roundRect">
            <a:avLst>
              <a:gd fmla="val 988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05" name="Google Shape;4105;p135"/>
          <p:cNvSpPr/>
          <p:nvPr/>
        </p:nvSpPr>
        <p:spPr>
          <a:xfrm>
            <a:off x="4686089" y="5750894"/>
            <a:ext cx="1247700" cy="1247700"/>
          </a:xfrm>
          <a:prstGeom prst="roundRect">
            <a:avLst>
              <a:gd fmla="val 2326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106" name="Google Shape;4106;p135"/>
          <p:cNvSpPr/>
          <p:nvPr/>
        </p:nvSpPr>
        <p:spPr>
          <a:xfrm>
            <a:off x="1722794" y="7255047"/>
            <a:ext cx="2704800" cy="435300"/>
          </a:xfrm>
          <a:prstGeom prst="roundRect">
            <a:avLst>
              <a:gd fmla="val 5000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107" name="Google Shape;4107;p135"/>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08" name="Google Shape;4108;p135"/>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09" name="Google Shape;4109;p135"/>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0" name="Google Shape;4110;p135"/>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1" name="Google Shape;4111;p135"/>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2" name="Google Shape;4112;p135"/>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3" name="Google Shape;4113;p135"/>
          <p:cNvSpPr/>
          <p:nvPr/>
        </p:nvSpPr>
        <p:spPr>
          <a:xfrm>
            <a:off x="1798820" y="7322727"/>
            <a:ext cx="1335900" cy="300000"/>
          </a:xfrm>
          <a:prstGeom prst="roundRect">
            <a:avLst>
              <a:gd fmla="val 50000" name="adj"/>
            </a:avLst>
          </a:pr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4114" name="Google Shape;4114;p135" title="Teal_single_sparkle.png"/>
          <p:cNvPicPr preferRelativeResize="0"/>
          <p:nvPr/>
        </p:nvPicPr>
        <p:blipFill>
          <a:blip r:embed="rId4">
            <a:alphaModFix/>
          </a:blip>
          <a:stretch>
            <a:fillRect/>
          </a:stretch>
        </p:blipFill>
        <p:spPr>
          <a:xfrm>
            <a:off x="3462900" y="2947313"/>
            <a:ext cx="585217" cy="594970"/>
          </a:xfrm>
          <a:prstGeom prst="rect">
            <a:avLst/>
          </a:prstGeom>
          <a:noFill/>
          <a:ln>
            <a:noFill/>
          </a:ln>
        </p:spPr>
      </p:pic>
      <p:pic>
        <p:nvPicPr>
          <p:cNvPr id="4115" name="Google Shape;4115;p135"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4116" name="Google Shape;4116;p135" title="Teal_single_sparkle.png"/>
          <p:cNvPicPr preferRelativeResize="0"/>
          <p:nvPr/>
        </p:nvPicPr>
        <p:blipFill>
          <a:blip r:embed="rId4">
            <a:alphaModFix/>
          </a:blip>
          <a:stretch>
            <a:fillRect/>
          </a:stretch>
        </p:blipFill>
        <p:spPr>
          <a:xfrm>
            <a:off x="2061800" y="6552287"/>
            <a:ext cx="292608" cy="292608"/>
          </a:xfrm>
          <a:prstGeom prst="rect">
            <a:avLst/>
          </a:prstGeom>
          <a:noFill/>
          <a:ln>
            <a:noFill/>
          </a:ln>
        </p:spPr>
      </p:pic>
      <p:sp>
        <p:nvSpPr>
          <p:cNvPr id="4117" name="Google Shape;4117;p135"/>
          <p:cNvSpPr/>
          <p:nvPr/>
        </p:nvSpPr>
        <p:spPr>
          <a:xfrm>
            <a:off x="1626825" y="3921950"/>
            <a:ext cx="1510500" cy="1510500"/>
          </a:xfrm>
          <a:prstGeom prst="ellipse">
            <a:avLst/>
          </a:prstGeom>
          <a:solidFill>
            <a:srgbClr val="FFFEFE"/>
          </a:solidFill>
          <a:ln>
            <a:noFill/>
          </a:ln>
          <a:effectLst>
            <a:outerShdw blurRad="457200" rotWithShape="0" dir="3900000" dist="523875">
              <a:srgbClr val="07282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18" name="Google Shape;4118;p135"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119" name="Google Shape;4119;p135"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4120" name="Google Shape;4120;p135"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p:cSld name="TITLE_1_1_1_1_1_1_1_1_1_1_1_1_1_1_1_1_1_1_1_1_1_1_1_1_1_1_1_1_1_1_1_1_1_1_2_1_1">
    <p:bg>
      <p:bgPr>
        <a:gradFill>
          <a:gsLst>
            <a:gs pos="0">
              <a:srgbClr val="90D0FE"/>
            </a:gs>
            <a:gs pos="100000">
              <a:srgbClr val="EAF5FE"/>
            </a:gs>
          </a:gsLst>
          <a:lin ang="16198662" scaled="0"/>
        </a:gradFill>
      </p:bgPr>
    </p:bg>
    <p:spTree>
      <p:nvGrpSpPr>
        <p:cNvPr id="4121" name="Shape 4121"/>
        <p:cNvGrpSpPr/>
        <p:nvPr/>
      </p:nvGrpSpPr>
      <p:grpSpPr>
        <a:xfrm>
          <a:off x="0" y="0"/>
          <a:ext cx="0" cy="0"/>
          <a:chOff x="0" y="0"/>
          <a:chExt cx="0" cy="0"/>
        </a:xfrm>
      </p:grpSpPr>
      <p:pic>
        <p:nvPicPr>
          <p:cNvPr id="4122" name="Google Shape;4122;p136"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123" name="Google Shape;4123;p136"/>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4124" name="Google Shape;4124;p136"/>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25" name="Google Shape;4125;p136"/>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126" name="Google Shape;4126;p136"/>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27" name="Google Shape;4127;p136"/>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28" name="Google Shape;4128;p136"/>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29" name="Google Shape;4129;p136"/>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0" name="Google Shape;4130;p136"/>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31" name="Google Shape;4131;p136"/>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32" name="Google Shape;4132;p136"/>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3" name="Google Shape;4133;p136"/>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4" name="Google Shape;4134;p136"/>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5" name="Google Shape;4135;p136"/>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6" name="Google Shape;4136;p136"/>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4137" name="Google Shape;4137;p136"/>
          <p:cNvPicPr preferRelativeResize="0"/>
          <p:nvPr/>
        </p:nvPicPr>
        <p:blipFill rotWithShape="1">
          <a:blip r:embed="rId4">
            <a:alphaModFix/>
          </a:blip>
          <a:srcRect b="0" l="0" r="0" t="0"/>
          <a:stretch/>
        </p:blipFill>
        <p:spPr>
          <a:xfrm>
            <a:off x="3461327" y="2946149"/>
            <a:ext cx="588381" cy="597300"/>
          </a:xfrm>
          <a:prstGeom prst="rect">
            <a:avLst/>
          </a:prstGeom>
          <a:noFill/>
          <a:ln>
            <a:noFill/>
          </a:ln>
        </p:spPr>
      </p:pic>
      <p:pic>
        <p:nvPicPr>
          <p:cNvPr descr="Blue_single_sparkle.png" id="4138" name="Google Shape;4138;p136"/>
          <p:cNvPicPr preferRelativeResize="0"/>
          <p:nvPr/>
        </p:nvPicPr>
        <p:blipFill rotWithShape="1">
          <a:blip r:embed="rId4">
            <a:alphaModFix/>
          </a:blip>
          <a:srcRect b="0" l="0" r="0" t="0"/>
          <a:stretch/>
        </p:blipFill>
        <p:spPr>
          <a:xfrm>
            <a:off x="2060343" y="6548591"/>
            <a:ext cx="295517" cy="300001"/>
          </a:xfrm>
          <a:prstGeom prst="rect">
            <a:avLst/>
          </a:prstGeom>
          <a:noFill/>
          <a:ln>
            <a:noFill/>
          </a:ln>
        </p:spPr>
      </p:pic>
      <p:sp>
        <p:nvSpPr>
          <p:cNvPr id="4139" name="Google Shape;4139;p136"/>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40" name="Google Shape;4140;p136" title="Astro_sunglasses.png"/>
          <p:cNvPicPr preferRelativeResize="0"/>
          <p:nvPr/>
        </p:nvPicPr>
        <p:blipFill>
          <a:blip r:embed="rId5">
            <a:alphaModFix/>
          </a:blip>
          <a:stretch>
            <a:fillRect/>
          </a:stretch>
        </p:blipFill>
        <p:spPr>
          <a:xfrm flipH="1" rot="-536085">
            <a:off x="982563" y="3052767"/>
            <a:ext cx="2405274" cy="2610666"/>
          </a:xfrm>
          <a:prstGeom prst="rect">
            <a:avLst/>
          </a:prstGeom>
          <a:noFill/>
          <a:ln>
            <a:noFill/>
          </a:ln>
        </p:spPr>
      </p:pic>
      <p:pic>
        <p:nvPicPr>
          <p:cNvPr id="4141" name="Google Shape;4141;p136" title="Clapping_hands_emoji.png"/>
          <p:cNvPicPr preferRelativeResize="0"/>
          <p:nvPr/>
        </p:nvPicPr>
        <p:blipFill>
          <a:blip r:embed="rId6">
            <a:alphaModFix/>
          </a:blip>
          <a:stretch>
            <a:fillRect/>
          </a:stretch>
        </p:blipFill>
        <p:spPr>
          <a:xfrm>
            <a:off x="4846320" y="5230368"/>
            <a:ext cx="1042416" cy="1133856"/>
          </a:xfrm>
          <a:prstGeom prst="rect">
            <a:avLst/>
          </a:prstGeom>
          <a:noFill/>
          <a:ln>
            <a:noFill/>
          </a:ln>
        </p:spPr>
      </p:pic>
      <p:pic>
        <p:nvPicPr>
          <p:cNvPr id="4142" name="Google Shape;4142;p136" title="BE-MVP-Icon-Spark_Redux_V3_RIGHT_yellow.png"/>
          <p:cNvPicPr preferRelativeResize="0"/>
          <p:nvPr/>
        </p:nvPicPr>
        <p:blipFill rotWithShape="1">
          <a:blip r:embed="rId7">
            <a:alphaModFix/>
          </a:blip>
          <a:srcRect b="8324" l="17671" r="9187" t="12399"/>
          <a:stretch/>
        </p:blipFill>
        <p:spPr>
          <a:xfrm rot="-9">
            <a:off x="1" y="6380114"/>
            <a:ext cx="1675026" cy="1937844"/>
          </a:xfrm>
          <a:prstGeom prst="rect">
            <a:avLst/>
          </a:prstGeom>
          <a:noFill/>
          <a:ln>
            <a:noFill/>
          </a:ln>
        </p:spPr>
      </p:pic>
      <p:pic>
        <p:nvPicPr>
          <p:cNvPr id="4143" name="Google Shape;4143;p136" title="BE-MVP-Icon-Spark_Redux_V3_RIGHT_yellow.png"/>
          <p:cNvPicPr preferRelativeResize="0"/>
          <p:nvPr/>
        </p:nvPicPr>
        <p:blipFill rotWithShape="1">
          <a:blip r:embed="rId7">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5">
  <p:cSld name="TITLE_1_1_1_1_1_1_1_1_1_1_1_1_1_1_1_1_1_1_1_1_1_1_1_1_1_1_1_1_1_1_1_1_1_1_2_1_1_1">
    <p:bg>
      <p:bgPr>
        <a:gradFill>
          <a:gsLst>
            <a:gs pos="0">
              <a:srgbClr val="02A0FF"/>
            </a:gs>
            <a:gs pos="100000">
              <a:srgbClr val="066AFE"/>
            </a:gs>
          </a:gsLst>
          <a:lin ang="5400012" scaled="0"/>
        </a:gradFill>
      </p:bgPr>
    </p:bg>
    <p:spTree>
      <p:nvGrpSpPr>
        <p:cNvPr id="4144" name="Shape 4144"/>
        <p:cNvGrpSpPr/>
        <p:nvPr/>
      </p:nvGrpSpPr>
      <p:grpSpPr>
        <a:xfrm>
          <a:off x="0" y="0"/>
          <a:ext cx="0" cy="0"/>
          <a:chOff x="0" y="0"/>
          <a:chExt cx="0" cy="0"/>
        </a:xfrm>
      </p:grpSpPr>
      <p:sp>
        <p:nvSpPr>
          <p:cNvPr id="4145" name="Google Shape;4145;p137"/>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146" name="Google Shape;4146;p137"/>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147" name="Google Shape;4147;p137"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sp>
        <p:nvSpPr>
          <p:cNvPr id="4148" name="Google Shape;4148;p137"/>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49" name="Google Shape;4149;p137"/>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0" name="Google Shape;4150;p137"/>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1" name="Google Shape;4151;p137"/>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2" name="Google Shape;4152;p137"/>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53" name="Google Shape;4153;p137"/>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54" name="Google Shape;4154;p137"/>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5" name="Google Shape;4155;p137"/>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6" name="Google Shape;4156;p137"/>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7" name="Google Shape;4157;p137"/>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8" name="Google Shape;4158;p137"/>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4159" name="Google Shape;4159;p137"/>
          <p:cNvPicPr preferRelativeResize="0"/>
          <p:nvPr/>
        </p:nvPicPr>
        <p:blipFill rotWithShape="1">
          <a:blip r:embed="rId3">
            <a:alphaModFix/>
          </a:blip>
          <a:srcRect b="0" l="0" r="0" t="0"/>
          <a:stretch/>
        </p:blipFill>
        <p:spPr>
          <a:xfrm>
            <a:off x="3461327" y="2946149"/>
            <a:ext cx="588381" cy="597300"/>
          </a:xfrm>
          <a:prstGeom prst="rect">
            <a:avLst/>
          </a:prstGeom>
          <a:noFill/>
          <a:ln>
            <a:noFill/>
          </a:ln>
        </p:spPr>
      </p:pic>
      <p:pic>
        <p:nvPicPr>
          <p:cNvPr descr="Blue_single_sparkle.png" id="4160" name="Google Shape;4160;p137"/>
          <p:cNvPicPr preferRelativeResize="0"/>
          <p:nvPr/>
        </p:nvPicPr>
        <p:blipFill rotWithShape="1">
          <a:blip r:embed="rId3">
            <a:alphaModFix/>
          </a:blip>
          <a:srcRect b="0" l="0" r="0" t="0"/>
          <a:stretch/>
        </p:blipFill>
        <p:spPr>
          <a:xfrm>
            <a:off x="2060343" y="6548591"/>
            <a:ext cx="295517" cy="300001"/>
          </a:xfrm>
          <a:prstGeom prst="rect">
            <a:avLst/>
          </a:prstGeom>
          <a:noFill/>
          <a:ln>
            <a:noFill/>
          </a:ln>
        </p:spPr>
      </p:pic>
      <p:sp>
        <p:nvSpPr>
          <p:cNvPr id="4161" name="Google Shape;4161;p137"/>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62" name="Google Shape;4162;p137" title="Astro_sunglasses.png"/>
          <p:cNvPicPr preferRelativeResize="0"/>
          <p:nvPr/>
        </p:nvPicPr>
        <p:blipFill>
          <a:blip r:embed="rId4">
            <a:alphaModFix/>
          </a:blip>
          <a:stretch>
            <a:fillRect/>
          </a:stretch>
        </p:blipFill>
        <p:spPr>
          <a:xfrm flipH="1" rot="-536085">
            <a:off x="982563" y="3052767"/>
            <a:ext cx="2405274" cy="2610666"/>
          </a:xfrm>
          <a:prstGeom prst="rect">
            <a:avLst/>
          </a:prstGeom>
          <a:noFill/>
          <a:ln>
            <a:noFill/>
          </a:ln>
        </p:spPr>
      </p:pic>
      <p:pic>
        <p:nvPicPr>
          <p:cNvPr id="4163" name="Google Shape;4163;p137" title="Clapping_hands_emoji.png"/>
          <p:cNvPicPr preferRelativeResize="0"/>
          <p:nvPr/>
        </p:nvPicPr>
        <p:blipFill>
          <a:blip r:embed="rId5">
            <a:alphaModFix/>
          </a:blip>
          <a:stretch>
            <a:fillRect/>
          </a:stretch>
        </p:blipFill>
        <p:spPr>
          <a:xfrm>
            <a:off x="4846320" y="5230368"/>
            <a:ext cx="1042416" cy="1133856"/>
          </a:xfrm>
          <a:prstGeom prst="rect">
            <a:avLst/>
          </a:prstGeom>
          <a:noFill/>
          <a:ln>
            <a:noFill/>
          </a:ln>
        </p:spPr>
      </p:pic>
      <p:pic>
        <p:nvPicPr>
          <p:cNvPr id="4164" name="Google Shape;4164;p137" title="BE-MVP-Icon-Spark_Redux_V3_RIGHT_yellow.png"/>
          <p:cNvPicPr preferRelativeResize="0"/>
          <p:nvPr/>
        </p:nvPicPr>
        <p:blipFill rotWithShape="1">
          <a:blip r:embed="rId6">
            <a:alphaModFix/>
          </a:blip>
          <a:srcRect b="8324" l="17671" r="9187" t="12399"/>
          <a:stretch/>
        </p:blipFill>
        <p:spPr>
          <a:xfrm rot="-9">
            <a:off x="1" y="6380114"/>
            <a:ext cx="1675026" cy="1937844"/>
          </a:xfrm>
          <a:prstGeom prst="rect">
            <a:avLst/>
          </a:prstGeom>
          <a:noFill/>
          <a:ln>
            <a:noFill/>
          </a:ln>
        </p:spPr>
      </p:pic>
      <p:pic>
        <p:nvPicPr>
          <p:cNvPr id="4165" name="Google Shape;4165;p137" title="BE-MVP-Icon-Spark_Redux_V3_RIGHT_yellow.png"/>
          <p:cNvPicPr preferRelativeResize="0"/>
          <p:nvPr/>
        </p:nvPicPr>
        <p:blipFill rotWithShape="1">
          <a:blip r:embed="rId6">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 Product feature 3">
  <p:cSld name="TITLE_1_1_1_1_1_1_1_1_1_1_1_1_1_1_1_1_1_1_1_1_1_1_1_1_1_1_1_1_1_1_1_1_1_1_1_1_1_1">
    <p:bg>
      <p:bgPr>
        <a:solidFill>
          <a:schemeClr val="accent6"/>
        </a:solidFill>
      </p:bgPr>
    </p:bg>
    <p:spTree>
      <p:nvGrpSpPr>
        <p:cNvPr id="4166" name="Shape 4166"/>
        <p:cNvGrpSpPr/>
        <p:nvPr/>
      </p:nvGrpSpPr>
      <p:grpSpPr>
        <a:xfrm>
          <a:off x="0" y="0"/>
          <a:ext cx="0" cy="0"/>
          <a:chOff x="0" y="0"/>
          <a:chExt cx="0" cy="0"/>
        </a:xfrm>
      </p:grpSpPr>
      <p:sp>
        <p:nvSpPr>
          <p:cNvPr id="4167" name="Google Shape;4167;p138"/>
          <p:cNvSpPr txBox="1"/>
          <p:nvPr>
            <p:ph type="title"/>
          </p:nvPr>
        </p:nvSpPr>
        <p:spPr>
          <a:xfrm>
            <a:off x="857250" y="838200"/>
            <a:ext cx="7715100" cy="16308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168" name="Google Shape;4168;p138"/>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69" name="Google Shape;4169;p13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Photo - Three up">
  <p:cSld name="TITLE_1_1_1_1_1_1_1_1_1_1_1_1_1_1_1_1_1_1_1_1_1_1_1_1_1_1_1_1_1_1_1_1_1_1_1_1_1_1_1">
    <p:bg>
      <p:bgPr>
        <a:solidFill>
          <a:schemeClr val="accent6"/>
        </a:solidFill>
      </p:bgPr>
    </p:bg>
    <p:spTree>
      <p:nvGrpSpPr>
        <p:cNvPr id="4170" name="Shape 4170"/>
        <p:cNvGrpSpPr/>
        <p:nvPr/>
      </p:nvGrpSpPr>
      <p:grpSpPr>
        <a:xfrm>
          <a:off x="0" y="0"/>
          <a:ext cx="0" cy="0"/>
          <a:chOff x="0" y="0"/>
          <a:chExt cx="0" cy="0"/>
        </a:xfrm>
      </p:grpSpPr>
      <p:sp>
        <p:nvSpPr>
          <p:cNvPr id="4171" name="Google Shape;4171;p139"/>
          <p:cNvSpPr/>
          <p:nvPr/>
        </p:nvSpPr>
        <p:spPr>
          <a:xfrm>
            <a:off x="1133756"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2" name="Google Shape;4172;p139"/>
          <p:cNvSpPr/>
          <p:nvPr/>
        </p:nvSpPr>
        <p:spPr>
          <a:xfrm>
            <a:off x="12713575"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3" name="Google Shape;4173;p139"/>
          <p:cNvSpPr/>
          <p:nvPr/>
        </p:nvSpPr>
        <p:spPr>
          <a:xfrm>
            <a:off x="6923729"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4" name="Google Shape;4174;p139"/>
          <p:cNvSpPr/>
          <p:nvPr>
            <p:ph idx="2" type="pic"/>
          </p:nvPr>
        </p:nvSpPr>
        <p:spPr>
          <a:xfrm>
            <a:off x="1132522" y="2890962"/>
            <a:ext cx="4442400" cy="4442400"/>
          </a:xfrm>
          <a:prstGeom prst="ellipse">
            <a:avLst/>
          </a:prstGeom>
          <a:noFill/>
          <a:ln>
            <a:noFill/>
          </a:ln>
        </p:spPr>
      </p:sp>
      <p:sp>
        <p:nvSpPr>
          <p:cNvPr id="4175" name="Google Shape;4175;p139"/>
          <p:cNvSpPr/>
          <p:nvPr>
            <p:ph idx="3" type="pic"/>
          </p:nvPr>
        </p:nvSpPr>
        <p:spPr>
          <a:xfrm>
            <a:off x="6922770" y="2890962"/>
            <a:ext cx="4442400" cy="4442400"/>
          </a:xfrm>
          <a:prstGeom prst="ellipse">
            <a:avLst/>
          </a:prstGeom>
          <a:noFill/>
          <a:ln>
            <a:noFill/>
          </a:ln>
        </p:spPr>
      </p:sp>
      <p:sp>
        <p:nvSpPr>
          <p:cNvPr id="4176" name="Google Shape;4176;p139"/>
          <p:cNvSpPr/>
          <p:nvPr>
            <p:ph idx="4" type="pic"/>
          </p:nvPr>
        </p:nvSpPr>
        <p:spPr>
          <a:xfrm>
            <a:off x="12713017" y="2890962"/>
            <a:ext cx="4442400" cy="4442400"/>
          </a:xfrm>
          <a:prstGeom prst="ellipse">
            <a:avLst/>
          </a:prstGeom>
          <a:noFill/>
          <a:ln>
            <a:noFill/>
          </a:ln>
        </p:spPr>
      </p:sp>
      <p:sp>
        <p:nvSpPr>
          <p:cNvPr id="4177" name="Google Shape;4177;p139"/>
          <p:cNvSpPr txBox="1"/>
          <p:nvPr>
            <p:ph idx="1" type="body"/>
          </p:nvPr>
        </p:nvSpPr>
        <p:spPr>
          <a:xfrm>
            <a:off x="6526530"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78" name="Google Shape;4178;p139"/>
          <p:cNvSpPr txBox="1"/>
          <p:nvPr>
            <p:ph idx="5" type="body"/>
          </p:nvPr>
        </p:nvSpPr>
        <p:spPr>
          <a:xfrm>
            <a:off x="736282"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79" name="Google Shape;4179;p139"/>
          <p:cNvSpPr txBox="1"/>
          <p:nvPr>
            <p:ph idx="6" type="body"/>
          </p:nvPr>
        </p:nvSpPr>
        <p:spPr>
          <a:xfrm>
            <a:off x="12316778"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180" name="Google Shape;4180;p13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4181" name="Google Shape;4181;p13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182" name="Google Shape;4182;p139"/>
          <p:cNvSpPr txBox="1"/>
          <p:nvPr>
            <p:ph idx="7"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83" name="Google Shape;4183;p139" title="BE-MVP-Icon-Spark_Redux_V3_STRAIGHT_cloudBlue.png"/>
          <p:cNvPicPr preferRelativeResize="0"/>
          <p:nvPr/>
        </p:nvPicPr>
        <p:blipFill>
          <a:blip r:embed="rId3">
            <a:alphaModFix/>
          </a:blip>
          <a:stretch>
            <a:fillRect/>
          </a:stretch>
        </p:blipFill>
        <p:spPr>
          <a:xfrm>
            <a:off x="16729175" y="6782950"/>
            <a:ext cx="426150" cy="454600"/>
          </a:xfrm>
          <a:prstGeom prst="rect">
            <a:avLst/>
          </a:prstGeom>
          <a:noFill/>
          <a:ln>
            <a:noFill/>
          </a:ln>
        </p:spPr>
      </p:pic>
      <p:pic>
        <p:nvPicPr>
          <p:cNvPr id="4184" name="Google Shape;4184;p139" title="BE-MVP-Icon-Spark_Redux_V3_RIGHT_cloudBlue.png"/>
          <p:cNvPicPr preferRelativeResize="0"/>
          <p:nvPr/>
        </p:nvPicPr>
        <p:blipFill>
          <a:blip r:embed="rId4">
            <a:alphaModFix/>
          </a:blip>
          <a:stretch>
            <a:fillRect/>
          </a:stretch>
        </p:blipFill>
        <p:spPr>
          <a:xfrm flipH="1">
            <a:off x="6144050" y="6172325"/>
            <a:ext cx="1285450" cy="1371349"/>
          </a:xfrm>
          <a:prstGeom prst="rect">
            <a:avLst/>
          </a:prstGeom>
          <a:noFill/>
          <a:ln>
            <a:noFill/>
          </a:ln>
        </p:spPr>
      </p:pic>
      <p:pic>
        <p:nvPicPr>
          <p:cNvPr id="4185" name="Google Shape;4185;p139" title="BE-MVP-Icon-Spark_Redux_V3_RIGHT_cloudBlue.png"/>
          <p:cNvPicPr preferRelativeResize="0"/>
          <p:nvPr/>
        </p:nvPicPr>
        <p:blipFill>
          <a:blip r:embed="rId4">
            <a:alphaModFix/>
          </a:blip>
          <a:stretch>
            <a:fillRect/>
          </a:stretch>
        </p:blipFill>
        <p:spPr>
          <a:xfrm>
            <a:off x="12198998" y="3194726"/>
            <a:ext cx="874700" cy="933175"/>
          </a:xfrm>
          <a:prstGeom prst="rect">
            <a:avLst/>
          </a:prstGeom>
          <a:noFill/>
          <a:ln>
            <a:noFill/>
          </a:ln>
        </p:spPr>
      </p:pic>
      <p:pic>
        <p:nvPicPr>
          <p:cNvPr id="4186" name="Google Shape;4186;p139" title="BE-MVP-Icon-Spark_Redux_V3_STRAIGHT_cloudBlue.png"/>
          <p:cNvPicPr preferRelativeResize="0"/>
          <p:nvPr/>
        </p:nvPicPr>
        <p:blipFill>
          <a:blip r:embed="rId3">
            <a:alphaModFix/>
          </a:blip>
          <a:stretch>
            <a:fillRect/>
          </a:stretch>
        </p:blipFill>
        <p:spPr>
          <a:xfrm>
            <a:off x="11445800" y="5845350"/>
            <a:ext cx="426150" cy="454600"/>
          </a:xfrm>
          <a:prstGeom prst="rect">
            <a:avLst/>
          </a:prstGeom>
          <a:noFill/>
          <a:ln>
            <a:noFill/>
          </a:ln>
        </p:spPr>
      </p:pic>
      <p:pic>
        <p:nvPicPr>
          <p:cNvPr id="4187" name="Google Shape;4187;p139" title="BE-MVP-Icon-Spark_Redux_V3_STRAIGHT_cloudBlue.png"/>
          <p:cNvPicPr preferRelativeResize="0"/>
          <p:nvPr/>
        </p:nvPicPr>
        <p:blipFill>
          <a:blip r:embed="rId3">
            <a:alphaModFix/>
          </a:blip>
          <a:stretch>
            <a:fillRect/>
          </a:stretch>
        </p:blipFill>
        <p:spPr>
          <a:xfrm>
            <a:off x="968300" y="6589500"/>
            <a:ext cx="426150" cy="454600"/>
          </a:xfrm>
          <a:prstGeom prst="rect">
            <a:avLst/>
          </a:prstGeom>
          <a:noFill/>
          <a:ln>
            <a:noFill/>
          </a:ln>
        </p:spPr>
      </p:pic>
      <p:pic>
        <p:nvPicPr>
          <p:cNvPr id="4188" name="Google Shape;4188;p139" title="BE-MVP-Icon-Spark_Redux_V3_STRAIGHT_cloudBlue.png"/>
          <p:cNvPicPr preferRelativeResize="0"/>
          <p:nvPr/>
        </p:nvPicPr>
        <p:blipFill>
          <a:blip r:embed="rId3">
            <a:alphaModFix/>
          </a:blip>
          <a:stretch>
            <a:fillRect/>
          </a:stretch>
        </p:blipFill>
        <p:spPr>
          <a:xfrm>
            <a:off x="10849625" y="2945300"/>
            <a:ext cx="338550" cy="361150"/>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Photo - Four up">
  <p:cSld name="TITLE_1_1_1_1_1_1_1_1_1_1_1_1_1_1_1_1_1_1_1_1_1_1_1_1_1_1_1_1_1_1_1_1_1_1_1_1_1_1_1_1">
    <p:bg>
      <p:bgPr>
        <a:solidFill>
          <a:schemeClr val="accent6"/>
        </a:solidFill>
      </p:bgPr>
    </p:bg>
    <p:spTree>
      <p:nvGrpSpPr>
        <p:cNvPr id="4189" name="Shape 4189"/>
        <p:cNvGrpSpPr/>
        <p:nvPr/>
      </p:nvGrpSpPr>
      <p:grpSpPr>
        <a:xfrm>
          <a:off x="0" y="0"/>
          <a:ext cx="0" cy="0"/>
          <a:chOff x="0" y="0"/>
          <a:chExt cx="0" cy="0"/>
        </a:xfrm>
      </p:grpSpPr>
      <p:sp>
        <p:nvSpPr>
          <p:cNvPr id="4190" name="Google Shape;4190;p140"/>
          <p:cNvSpPr/>
          <p:nvPr/>
        </p:nvSpPr>
        <p:spPr>
          <a:xfrm>
            <a:off x="9438323"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1" name="Google Shape;4191;p140"/>
          <p:cNvSpPr/>
          <p:nvPr/>
        </p:nvSpPr>
        <p:spPr>
          <a:xfrm>
            <a:off x="5135880"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2" name="Google Shape;4192;p140"/>
          <p:cNvSpPr/>
          <p:nvPr/>
        </p:nvSpPr>
        <p:spPr>
          <a:xfrm>
            <a:off x="13726478"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3" name="Google Shape;4193;p140"/>
          <p:cNvSpPr/>
          <p:nvPr/>
        </p:nvSpPr>
        <p:spPr>
          <a:xfrm>
            <a:off x="860310" y="3332529"/>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4" name="Google Shape;4194;p140"/>
          <p:cNvSpPr/>
          <p:nvPr>
            <p:ph idx="2" type="pic"/>
          </p:nvPr>
        </p:nvSpPr>
        <p:spPr>
          <a:xfrm>
            <a:off x="860108" y="3332187"/>
            <a:ext cx="3712800" cy="3712800"/>
          </a:xfrm>
          <a:prstGeom prst="ellipse">
            <a:avLst/>
          </a:prstGeom>
          <a:noFill/>
          <a:ln>
            <a:noFill/>
          </a:ln>
        </p:spPr>
      </p:sp>
      <p:sp>
        <p:nvSpPr>
          <p:cNvPr id="4195" name="Google Shape;4195;p140"/>
          <p:cNvSpPr/>
          <p:nvPr>
            <p:ph idx="3" type="pic"/>
          </p:nvPr>
        </p:nvSpPr>
        <p:spPr>
          <a:xfrm>
            <a:off x="5136833" y="3332187"/>
            <a:ext cx="3712800" cy="3712800"/>
          </a:xfrm>
          <a:prstGeom prst="ellipse">
            <a:avLst/>
          </a:prstGeom>
          <a:noFill/>
          <a:ln>
            <a:noFill/>
          </a:ln>
        </p:spPr>
      </p:sp>
      <p:sp>
        <p:nvSpPr>
          <p:cNvPr id="4196" name="Google Shape;4196;p140"/>
          <p:cNvSpPr/>
          <p:nvPr>
            <p:ph idx="4" type="pic"/>
          </p:nvPr>
        </p:nvSpPr>
        <p:spPr>
          <a:xfrm>
            <a:off x="9438323" y="3332187"/>
            <a:ext cx="3712800" cy="3712800"/>
          </a:xfrm>
          <a:prstGeom prst="ellipse">
            <a:avLst/>
          </a:prstGeom>
          <a:noFill/>
          <a:ln>
            <a:noFill/>
          </a:ln>
        </p:spPr>
      </p:sp>
      <p:sp>
        <p:nvSpPr>
          <p:cNvPr id="4197" name="Google Shape;4197;p140"/>
          <p:cNvSpPr/>
          <p:nvPr>
            <p:ph idx="5" type="pic"/>
          </p:nvPr>
        </p:nvSpPr>
        <p:spPr>
          <a:xfrm>
            <a:off x="13726478" y="3332187"/>
            <a:ext cx="3712800" cy="3712800"/>
          </a:xfrm>
          <a:prstGeom prst="ellipse">
            <a:avLst/>
          </a:prstGeom>
          <a:noFill/>
          <a:ln>
            <a:noFill/>
          </a:ln>
        </p:spPr>
      </p:sp>
      <p:sp>
        <p:nvSpPr>
          <p:cNvPr id="4198" name="Google Shape;4198;p140"/>
          <p:cNvSpPr txBox="1"/>
          <p:nvPr>
            <p:ph idx="1" type="body"/>
          </p:nvPr>
        </p:nvSpPr>
        <p:spPr>
          <a:xfrm>
            <a:off x="860100" y="7578168"/>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99" name="Google Shape;4199;p140"/>
          <p:cNvSpPr txBox="1"/>
          <p:nvPr>
            <p:ph idx="6" type="body"/>
          </p:nvPr>
        </p:nvSpPr>
        <p:spPr>
          <a:xfrm>
            <a:off x="513588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00" name="Google Shape;4200;p140"/>
          <p:cNvSpPr txBox="1"/>
          <p:nvPr>
            <p:ph idx="7" type="body"/>
          </p:nvPr>
        </p:nvSpPr>
        <p:spPr>
          <a:xfrm>
            <a:off x="943737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01" name="Google Shape;4201;p140"/>
          <p:cNvSpPr txBox="1"/>
          <p:nvPr>
            <p:ph idx="8" type="body"/>
          </p:nvPr>
        </p:nvSpPr>
        <p:spPr>
          <a:xfrm>
            <a:off x="13725525"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202" name="Google Shape;4202;p140"/>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4203" name="Google Shape;4203;p140"/>
          <p:cNvPicPr preferRelativeResize="0"/>
          <p:nvPr/>
        </p:nvPicPr>
        <p:blipFill rotWithShape="1">
          <a:blip r:embed="rId3">
            <a:alphaModFix/>
          </a:blip>
          <a:srcRect b="0" l="0" r="0" t="0"/>
          <a:stretch/>
        </p:blipFill>
        <p:spPr>
          <a:xfrm rot="-3849352">
            <a:off x="3063532" y="2801694"/>
            <a:ext cx="506675" cy="514351"/>
          </a:xfrm>
          <a:prstGeom prst="rect">
            <a:avLst/>
          </a:prstGeom>
          <a:noFill/>
          <a:ln>
            <a:noFill/>
          </a:ln>
        </p:spPr>
      </p:pic>
      <p:pic>
        <p:nvPicPr>
          <p:cNvPr descr="Blue_single_sparkle.png" id="4204" name="Google Shape;4204;p140"/>
          <p:cNvPicPr preferRelativeResize="0"/>
          <p:nvPr/>
        </p:nvPicPr>
        <p:blipFill rotWithShape="1">
          <a:blip r:embed="rId3">
            <a:alphaModFix/>
          </a:blip>
          <a:srcRect b="0" l="0" r="0" t="0"/>
          <a:stretch/>
        </p:blipFill>
        <p:spPr>
          <a:xfrm>
            <a:off x="4011106" y="3446653"/>
            <a:ext cx="291386" cy="295801"/>
          </a:xfrm>
          <a:prstGeom prst="rect">
            <a:avLst/>
          </a:prstGeom>
          <a:noFill/>
          <a:ln>
            <a:noFill/>
          </a:ln>
        </p:spPr>
      </p:pic>
      <p:pic>
        <p:nvPicPr>
          <p:cNvPr descr="Blue_single_sparkle.png" id="4205" name="Google Shape;4205;p140"/>
          <p:cNvPicPr preferRelativeResize="0"/>
          <p:nvPr/>
        </p:nvPicPr>
        <p:blipFill rotWithShape="1">
          <a:blip r:embed="rId3">
            <a:alphaModFix/>
          </a:blip>
          <a:srcRect b="0" l="0" r="0" t="0"/>
          <a:stretch/>
        </p:blipFill>
        <p:spPr>
          <a:xfrm>
            <a:off x="12066344" y="3082713"/>
            <a:ext cx="291386" cy="295801"/>
          </a:xfrm>
          <a:prstGeom prst="rect">
            <a:avLst/>
          </a:prstGeom>
          <a:noFill/>
          <a:ln>
            <a:noFill/>
          </a:ln>
        </p:spPr>
      </p:pic>
      <p:pic>
        <p:nvPicPr>
          <p:cNvPr descr="Blue_single_sparkle.png" id="4206" name="Google Shape;4206;p140"/>
          <p:cNvPicPr preferRelativeResize="0"/>
          <p:nvPr/>
        </p:nvPicPr>
        <p:blipFill rotWithShape="1">
          <a:blip r:embed="rId3">
            <a:alphaModFix/>
          </a:blip>
          <a:srcRect b="0" l="0" r="0" t="0"/>
          <a:stretch/>
        </p:blipFill>
        <p:spPr>
          <a:xfrm>
            <a:off x="13850154" y="2963842"/>
            <a:ext cx="656940" cy="666893"/>
          </a:xfrm>
          <a:prstGeom prst="rect">
            <a:avLst/>
          </a:prstGeom>
          <a:noFill/>
          <a:ln>
            <a:noFill/>
          </a:ln>
        </p:spPr>
      </p:pic>
      <p:pic>
        <p:nvPicPr>
          <p:cNvPr descr="Blue_single_sparkle.png" id="4207" name="Google Shape;4207;p140"/>
          <p:cNvPicPr preferRelativeResize="0"/>
          <p:nvPr/>
        </p:nvPicPr>
        <p:blipFill rotWithShape="1">
          <a:blip r:embed="rId3">
            <a:alphaModFix/>
          </a:blip>
          <a:srcRect b="0" l="0" r="0" t="0"/>
          <a:stretch/>
        </p:blipFill>
        <p:spPr>
          <a:xfrm>
            <a:off x="6828458" y="2894305"/>
            <a:ext cx="291386" cy="295801"/>
          </a:xfrm>
          <a:prstGeom prst="rect">
            <a:avLst/>
          </a:prstGeom>
          <a:noFill/>
          <a:ln>
            <a:noFill/>
          </a:ln>
        </p:spPr>
      </p:pic>
      <p:pic>
        <p:nvPicPr>
          <p:cNvPr descr="Blue_single_sparkle.png" id="4208" name="Google Shape;4208;p140"/>
          <p:cNvPicPr preferRelativeResize="0"/>
          <p:nvPr/>
        </p:nvPicPr>
        <p:blipFill rotWithShape="1">
          <a:blip r:embed="rId3">
            <a:alphaModFix/>
          </a:blip>
          <a:srcRect b="0" l="0" r="0" t="0"/>
          <a:stretch/>
        </p:blipFill>
        <p:spPr>
          <a:xfrm>
            <a:off x="16762169" y="6870146"/>
            <a:ext cx="291386" cy="295801"/>
          </a:xfrm>
          <a:prstGeom prst="rect">
            <a:avLst/>
          </a:prstGeom>
          <a:noFill/>
          <a:ln>
            <a:noFill/>
          </a:ln>
        </p:spPr>
      </p:pic>
      <p:pic>
        <p:nvPicPr>
          <p:cNvPr descr="Blue_single_sparkle.png" id="4209" name="Google Shape;4209;p140"/>
          <p:cNvPicPr preferRelativeResize="0"/>
          <p:nvPr/>
        </p:nvPicPr>
        <p:blipFill rotWithShape="1">
          <a:blip r:embed="rId3">
            <a:alphaModFix/>
          </a:blip>
          <a:srcRect b="0" l="0" r="0" t="0"/>
          <a:stretch/>
        </p:blipFill>
        <p:spPr>
          <a:xfrm>
            <a:off x="1112594" y="6599530"/>
            <a:ext cx="291386" cy="295801"/>
          </a:xfrm>
          <a:prstGeom prst="rect">
            <a:avLst/>
          </a:prstGeom>
          <a:noFill/>
          <a:ln>
            <a:noFill/>
          </a:ln>
        </p:spPr>
      </p:pic>
      <p:pic>
        <p:nvPicPr>
          <p:cNvPr descr="Blue_single_sparkle.png" id="4210" name="Google Shape;4210;p140"/>
          <p:cNvPicPr preferRelativeResize="0"/>
          <p:nvPr/>
        </p:nvPicPr>
        <p:blipFill rotWithShape="1">
          <a:blip r:embed="rId3">
            <a:alphaModFix/>
          </a:blip>
          <a:srcRect b="0" l="0" r="0" t="0"/>
          <a:stretch/>
        </p:blipFill>
        <p:spPr>
          <a:xfrm>
            <a:off x="12798875" y="6259922"/>
            <a:ext cx="527289" cy="535279"/>
          </a:xfrm>
          <a:prstGeom prst="rect">
            <a:avLst/>
          </a:prstGeom>
          <a:noFill/>
          <a:ln>
            <a:noFill/>
          </a:ln>
        </p:spPr>
      </p:pic>
      <p:pic>
        <p:nvPicPr>
          <p:cNvPr descr="Blue_single_sparkle.png" id="4211" name="Google Shape;4211;p140"/>
          <p:cNvPicPr preferRelativeResize="0"/>
          <p:nvPr/>
        </p:nvPicPr>
        <p:blipFill rotWithShape="1">
          <a:blip r:embed="rId3">
            <a:alphaModFix/>
          </a:blip>
          <a:srcRect b="0" l="0" r="0" t="0"/>
          <a:stretch/>
        </p:blipFill>
        <p:spPr>
          <a:xfrm>
            <a:off x="4489508" y="6163488"/>
            <a:ext cx="291386" cy="295801"/>
          </a:xfrm>
          <a:prstGeom prst="rect">
            <a:avLst/>
          </a:prstGeom>
          <a:noFill/>
          <a:ln>
            <a:noFill/>
          </a:ln>
        </p:spPr>
      </p:pic>
      <p:sp>
        <p:nvSpPr>
          <p:cNvPr id="4212" name="Google Shape;4212;p14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13" name="Google Shape;4213;p140"/>
          <p:cNvSpPr txBox="1"/>
          <p:nvPr>
            <p:ph idx="9"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Photo - Five up">
  <p:cSld name="TITLE_1_1_1_1_1_1_1_1_1_1_1_1_1_1_1_1_1_1_1_1_1_1_1_1_1_1_1_1_1_1_1_1_1_1_1_1_1_1_1_1_1">
    <p:bg>
      <p:bgPr>
        <a:solidFill>
          <a:schemeClr val="accent6"/>
        </a:solidFill>
      </p:bgPr>
    </p:bg>
    <p:spTree>
      <p:nvGrpSpPr>
        <p:cNvPr id="4214" name="Shape 4214"/>
        <p:cNvGrpSpPr/>
        <p:nvPr/>
      </p:nvGrpSpPr>
      <p:grpSpPr>
        <a:xfrm>
          <a:off x="0" y="0"/>
          <a:ext cx="0" cy="0"/>
          <a:chOff x="0" y="0"/>
          <a:chExt cx="0" cy="0"/>
        </a:xfrm>
      </p:grpSpPr>
      <p:sp>
        <p:nvSpPr>
          <p:cNvPr id="4215" name="Google Shape;4215;p141"/>
          <p:cNvSpPr/>
          <p:nvPr/>
        </p:nvSpPr>
        <p:spPr>
          <a:xfrm>
            <a:off x="860310"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6" name="Google Shape;4216;p141"/>
          <p:cNvSpPr/>
          <p:nvPr/>
        </p:nvSpPr>
        <p:spPr>
          <a:xfrm>
            <a:off x="7732061"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7" name="Google Shape;4217;p141"/>
          <p:cNvSpPr/>
          <p:nvPr/>
        </p:nvSpPr>
        <p:spPr>
          <a:xfrm>
            <a:off x="4296185"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8" name="Google Shape;4218;p141"/>
          <p:cNvSpPr/>
          <p:nvPr/>
        </p:nvSpPr>
        <p:spPr>
          <a:xfrm>
            <a:off x="11167937"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9" name="Google Shape;4219;p141"/>
          <p:cNvSpPr/>
          <p:nvPr/>
        </p:nvSpPr>
        <p:spPr>
          <a:xfrm>
            <a:off x="14603813"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20" name="Google Shape;4220;p141"/>
          <p:cNvSpPr/>
          <p:nvPr>
            <p:ph idx="2" type="pic"/>
          </p:nvPr>
        </p:nvSpPr>
        <p:spPr>
          <a:xfrm>
            <a:off x="859508" y="4125844"/>
            <a:ext cx="2857500" cy="2857500"/>
          </a:xfrm>
          <a:prstGeom prst="ellipse">
            <a:avLst/>
          </a:prstGeom>
          <a:noFill/>
          <a:ln>
            <a:noFill/>
          </a:ln>
        </p:spPr>
      </p:sp>
      <p:sp>
        <p:nvSpPr>
          <p:cNvPr id="4221" name="Google Shape;4221;p141"/>
          <p:cNvSpPr/>
          <p:nvPr>
            <p:ph idx="3" type="pic"/>
          </p:nvPr>
        </p:nvSpPr>
        <p:spPr>
          <a:xfrm>
            <a:off x="4295775" y="4125844"/>
            <a:ext cx="2857500" cy="2857500"/>
          </a:xfrm>
          <a:prstGeom prst="ellipse">
            <a:avLst/>
          </a:prstGeom>
          <a:noFill/>
          <a:ln>
            <a:noFill/>
          </a:ln>
        </p:spPr>
      </p:sp>
      <p:sp>
        <p:nvSpPr>
          <p:cNvPr id="4222" name="Google Shape;4222;p141"/>
          <p:cNvSpPr/>
          <p:nvPr>
            <p:ph idx="4" type="pic"/>
          </p:nvPr>
        </p:nvSpPr>
        <p:spPr>
          <a:xfrm>
            <a:off x="7732395" y="4125844"/>
            <a:ext cx="2857500" cy="2857500"/>
          </a:xfrm>
          <a:prstGeom prst="ellipse">
            <a:avLst/>
          </a:prstGeom>
          <a:noFill/>
          <a:ln>
            <a:noFill/>
          </a:ln>
        </p:spPr>
      </p:sp>
      <p:sp>
        <p:nvSpPr>
          <p:cNvPr id="4223" name="Google Shape;4223;p141"/>
          <p:cNvSpPr/>
          <p:nvPr>
            <p:ph idx="5" type="pic"/>
          </p:nvPr>
        </p:nvSpPr>
        <p:spPr>
          <a:xfrm>
            <a:off x="11168063" y="4125844"/>
            <a:ext cx="2857500" cy="2857500"/>
          </a:xfrm>
          <a:prstGeom prst="ellipse">
            <a:avLst/>
          </a:prstGeom>
          <a:noFill/>
          <a:ln>
            <a:noFill/>
          </a:ln>
        </p:spPr>
      </p:sp>
      <p:sp>
        <p:nvSpPr>
          <p:cNvPr id="4224" name="Google Shape;4224;p141"/>
          <p:cNvSpPr/>
          <p:nvPr>
            <p:ph idx="6" type="pic"/>
          </p:nvPr>
        </p:nvSpPr>
        <p:spPr>
          <a:xfrm>
            <a:off x="14603730" y="4125844"/>
            <a:ext cx="2857500" cy="2857500"/>
          </a:xfrm>
          <a:prstGeom prst="ellipse">
            <a:avLst/>
          </a:prstGeom>
          <a:noFill/>
          <a:ln>
            <a:noFill/>
          </a:ln>
        </p:spPr>
      </p:sp>
      <p:sp>
        <p:nvSpPr>
          <p:cNvPr id="4225" name="Google Shape;4225;p14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26" name="Google Shape;4226;p14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227" name="Google Shape;4227;p141"/>
          <p:cNvSpPr txBox="1"/>
          <p:nvPr>
            <p:ph idx="7" type="body"/>
          </p:nvPr>
        </p:nvSpPr>
        <p:spPr>
          <a:xfrm>
            <a:off x="940117"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28" name="Google Shape;4228;p141"/>
          <p:cNvSpPr txBox="1"/>
          <p:nvPr>
            <p:ph idx="8" type="body"/>
          </p:nvPr>
        </p:nvSpPr>
        <p:spPr>
          <a:xfrm>
            <a:off x="43757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29" name="Google Shape;4229;p141"/>
          <p:cNvSpPr txBox="1"/>
          <p:nvPr>
            <p:ph idx="9" type="body"/>
          </p:nvPr>
        </p:nvSpPr>
        <p:spPr>
          <a:xfrm>
            <a:off x="7795260"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30" name="Google Shape;4230;p141"/>
          <p:cNvSpPr txBox="1"/>
          <p:nvPr>
            <p:ph idx="13" type="body"/>
          </p:nvPr>
        </p:nvSpPr>
        <p:spPr>
          <a:xfrm>
            <a:off x="11248073"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31" name="Google Shape;4231;p141"/>
          <p:cNvSpPr txBox="1"/>
          <p:nvPr>
            <p:ph idx="14" type="body"/>
          </p:nvPr>
        </p:nvSpPr>
        <p:spPr>
          <a:xfrm>
            <a:off x="147008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232" name="Google Shape;4232;p141"/>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4233" name="Google Shape;4233;p141"/>
          <p:cNvPicPr preferRelativeResize="0"/>
          <p:nvPr/>
        </p:nvPicPr>
        <p:blipFill rotWithShape="1">
          <a:blip r:embed="rId3">
            <a:alphaModFix/>
          </a:blip>
          <a:srcRect b="0" l="0" r="0" t="0"/>
          <a:stretch/>
        </p:blipFill>
        <p:spPr>
          <a:xfrm>
            <a:off x="7540703" y="6482252"/>
            <a:ext cx="527290" cy="535279"/>
          </a:xfrm>
          <a:prstGeom prst="rect">
            <a:avLst/>
          </a:prstGeom>
          <a:noFill/>
          <a:ln>
            <a:noFill/>
          </a:ln>
        </p:spPr>
      </p:pic>
      <p:pic>
        <p:nvPicPr>
          <p:cNvPr descr="Blue_single_sparkle.png" id="4234" name="Google Shape;4234;p141"/>
          <p:cNvPicPr preferRelativeResize="0"/>
          <p:nvPr/>
        </p:nvPicPr>
        <p:blipFill rotWithShape="1">
          <a:blip r:embed="rId3">
            <a:alphaModFix/>
          </a:blip>
          <a:srcRect b="0" l="0" r="0" t="0"/>
          <a:stretch/>
        </p:blipFill>
        <p:spPr>
          <a:xfrm rot="-3849399">
            <a:off x="2813764" y="3588851"/>
            <a:ext cx="436697" cy="443304"/>
          </a:xfrm>
          <a:prstGeom prst="rect">
            <a:avLst/>
          </a:prstGeom>
          <a:noFill/>
          <a:ln>
            <a:noFill/>
          </a:ln>
        </p:spPr>
      </p:pic>
      <p:pic>
        <p:nvPicPr>
          <p:cNvPr descr="Blue_single_sparkle.png" id="4235" name="Google Shape;4235;p141"/>
          <p:cNvPicPr preferRelativeResize="0"/>
          <p:nvPr/>
        </p:nvPicPr>
        <p:blipFill rotWithShape="1">
          <a:blip r:embed="rId3">
            <a:alphaModFix/>
          </a:blip>
          <a:srcRect b="0" l="0" r="0" t="0"/>
          <a:stretch/>
        </p:blipFill>
        <p:spPr>
          <a:xfrm>
            <a:off x="3386925" y="4033309"/>
            <a:ext cx="250800" cy="254608"/>
          </a:xfrm>
          <a:prstGeom prst="rect">
            <a:avLst/>
          </a:prstGeom>
          <a:noFill/>
          <a:ln>
            <a:noFill/>
          </a:ln>
        </p:spPr>
      </p:pic>
      <p:pic>
        <p:nvPicPr>
          <p:cNvPr descr="Blue_single_sparkle.png" id="4236" name="Google Shape;4236;p141"/>
          <p:cNvPicPr preferRelativeResize="0"/>
          <p:nvPr/>
        </p:nvPicPr>
        <p:blipFill rotWithShape="1">
          <a:blip r:embed="rId3">
            <a:alphaModFix/>
          </a:blip>
          <a:srcRect b="0" l="0" r="0" t="0"/>
          <a:stretch/>
        </p:blipFill>
        <p:spPr>
          <a:xfrm>
            <a:off x="11475794" y="3841703"/>
            <a:ext cx="291386" cy="295801"/>
          </a:xfrm>
          <a:prstGeom prst="rect">
            <a:avLst/>
          </a:prstGeom>
          <a:noFill/>
          <a:ln>
            <a:noFill/>
          </a:ln>
        </p:spPr>
      </p:pic>
      <p:pic>
        <p:nvPicPr>
          <p:cNvPr descr="Blue_single_sparkle.png" id="4237" name="Google Shape;4237;p141"/>
          <p:cNvPicPr preferRelativeResize="0"/>
          <p:nvPr/>
        </p:nvPicPr>
        <p:blipFill rotWithShape="1">
          <a:blip r:embed="rId3">
            <a:alphaModFix/>
          </a:blip>
          <a:srcRect b="0" l="0" r="0" t="0"/>
          <a:stretch/>
        </p:blipFill>
        <p:spPr>
          <a:xfrm>
            <a:off x="8183724" y="3841703"/>
            <a:ext cx="291386" cy="295801"/>
          </a:xfrm>
          <a:prstGeom prst="rect">
            <a:avLst/>
          </a:prstGeom>
          <a:noFill/>
          <a:ln>
            <a:noFill/>
          </a:ln>
        </p:spPr>
      </p:pic>
      <p:pic>
        <p:nvPicPr>
          <p:cNvPr descr="Blue_single_sparkle.png" id="4238" name="Google Shape;4238;p141"/>
          <p:cNvPicPr preferRelativeResize="0"/>
          <p:nvPr/>
        </p:nvPicPr>
        <p:blipFill rotWithShape="1">
          <a:blip r:embed="rId3">
            <a:alphaModFix/>
          </a:blip>
          <a:srcRect b="0" l="0" r="0" t="0"/>
          <a:stretch/>
        </p:blipFill>
        <p:spPr>
          <a:xfrm>
            <a:off x="713584" y="6674265"/>
            <a:ext cx="291386" cy="295801"/>
          </a:xfrm>
          <a:prstGeom prst="rect">
            <a:avLst/>
          </a:prstGeom>
          <a:noFill/>
          <a:ln>
            <a:noFill/>
          </a:ln>
        </p:spPr>
      </p:pic>
      <p:pic>
        <p:nvPicPr>
          <p:cNvPr descr="Blue_single_sparkle.png" id="4239" name="Google Shape;4239;p141"/>
          <p:cNvPicPr preferRelativeResize="0"/>
          <p:nvPr/>
        </p:nvPicPr>
        <p:blipFill rotWithShape="1">
          <a:blip r:embed="rId3">
            <a:alphaModFix/>
          </a:blip>
          <a:srcRect b="0" l="0" r="0" t="0"/>
          <a:stretch/>
        </p:blipFill>
        <p:spPr>
          <a:xfrm>
            <a:off x="13836451" y="6483819"/>
            <a:ext cx="419625" cy="425992"/>
          </a:xfrm>
          <a:prstGeom prst="rect">
            <a:avLst/>
          </a:prstGeom>
          <a:noFill/>
          <a:ln>
            <a:noFill/>
          </a:ln>
        </p:spPr>
      </p:pic>
      <p:pic>
        <p:nvPicPr>
          <p:cNvPr descr="Blue_single_sparkle.png" id="4240" name="Google Shape;4240;p141"/>
          <p:cNvPicPr preferRelativeResize="0"/>
          <p:nvPr/>
        </p:nvPicPr>
        <p:blipFill rotWithShape="1">
          <a:blip r:embed="rId3">
            <a:alphaModFix/>
          </a:blip>
          <a:srcRect b="0" l="0" r="0" t="0"/>
          <a:stretch/>
        </p:blipFill>
        <p:spPr>
          <a:xfrm>
            <a:off x="4296185" y="6548916"/>
            <a:ext cx="291386" cy="295801"/>
          </a:xfrm>
          <a:prstGeom prst="rect">
            <a:avLst/>
          </a:prstGeom>
          <a:noFill/>
          <a:ln>
            <a:noFill/>
          </a:ln>
        </p:spPr>
      </p:pic>
      <p:pic>
        <p:nvPicPr>
          <p:cNvPr descr="Blue_single_sparkle.png" id="4241" name="Google Shape;4241;p141"/>
          <p:cNvPicPr preferRelativeResize="0"/>
          <p:nvPr/>
        </p:nvPicPr>
        <p:blipFill rotWithShape="1">
          <a:blip r:embed="rId3">
            <a:alphaModFix/>
          </a:blip>
          <a:srcRect b="0" l="0" r="0" t="0"/>
          <a:stretch/>
        </p:blipFill>
        <p:spPr>
          <a:xfrm>
            <a:off x="14573248" y="3952970"/>
            <a:ext cx="419625" cy="425981"/>
          </a:xfrm>
          <a:prstGeom prst="rect">
            <a:avLst/>
          </a:prstGeom>
          <a:noFill/>
          <a:ln>
            <a:noFill/>
          </a:ln>
        </p:spPr>
      </p:pic>
      <p:pic>
        <p:nvPicPr>
          <p:cNvPr descr="Blue_single_sparkle.png" id="4242" name="Google Shape;4242;p141"/>
          <p:cNvPicPr preferRelativeResize="0"/>
          <p:nvPr/>
        </p:nvPicPr>
        <p:blipFill rotWithShape="1">
          <a:blip r:embed="rId3">
            <a:alphaModFix/>
          </a:blip>
          <a:srcRect b="0" l="0" r="0" t="0"/>
          <a:stretch/>
        </p:blipFill>
        <p:spPr>
          <a:xfrm>
            <a:off x="17095544" y="6482241"/>
            <a:ext cx="291386" cy="295801"/>
          </a:xfrm>
          <a:prstGeom prst="rect">
            <a:avLst/>
          </a:prstGeom>
          <a:noFill/>
          <a:ln>
            <a:noFill/>
          </a:ln>
        </p:spPr>
      </p:pic>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Speaker 1">
  <p:cSld name="TITLE_1_1_1_1_1_1_1_1_1_1_1_1_1_1_1_1_1_1_1_1_1_1_1_1_1_1_1_1_1_1_1_1_1_1_1_1_1_1_1_1_1_1">
    <p:bg>
      <p:bgPr>
        <a:solidFill>
          <a:schemeClr val="accent6"/>
        </a:solidFill>
      </p:bgPr>
    </p:bg>
    <p:spTree>
      <p:nvGrpSpPr>
        <p:cNvPr id="4243" name="Shape 4243"/>
        <p:cNvGrpSpPr/>
        <p:nvPr/>
      </p:nvGrpSpPr>
      <p:grpSpPr>
        <a:xfrm>
          <a:off x="0" y="0"/>
          <a:ext cx="0" cy="0"/>
          <a:chOff x="0" y="0"/>
          <a:chExt cx="0" cy="0"/>
        </a:xfrm>
      </p:grpSpPr>
      <p:sp>
        <p:nvSpPr>
          <p:cNvPr id="4244" name="Google Shape;4244;p142"/>
          <p:cNvSpPr/>
          <p:nvPr/>
        </p:nvSpPr>
        <p:spPr>
          <a:xfrm>
            <a:off x="6597668" y="1405013"/>
            <a:ext cx="5092800" cy="5092800"/>
          </a:xfrm>
          <a:prstGeom prst="ellipse">
            <a:avLst/>
          </a:prstGeom>
          <a:solidFill>
            <a:srgbClr val="F6BC06"/>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45" name="Google Shape;4245;p142"/>
          <p:cNvSpPr txBox="1"/>
          <p:nvPr>
            <p:ph type="title"/>
          </p:nvPr>
        </p:nvSpPr>
        <p:spPr>
          <a:xfrm>
            <a:off x="1572577" y="7182802"/>
            <a:ext cx="15142800" cy="8058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46" name="Google Shape;4246;p142"/>
          <p:cNvSpPr txBox="1"/>
          <p:nvPr>
            <p:ph idx="1" type="subTitle"/>
          </p:nvPr>
        </p:nvSpPr>
        <p:spPr>
          <a:xfrm>
            <a:off x="5431155" y="8030528"/>
            <a:ext cx="74256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p:txBody>
      </p:sp>
      <p:sp>
        <p:nvSpPr>
          <p:cNvPr id="4247" name="Google Shape;4247;p142"/>
          <p:cNvSpPr/>
          <p:nvPr>
            <p:ph idx="2" type="pic"/>
          </p:nvPr>
        </p:nvSpPr>
        <p:spPr>
          <a:xfrm>
            <a:off x="6597968" y="1404938"/>
            <a:ext cx="5093100" cy="5093100"/>
          </a:xfrm>
          <a:prstGeom prst="ellipse">
            <a:avLst/>
          </a:prstGeom>
          <a:noFill/>
          <a:ln>
            <a:noFill/>
          </a:ln>
        </p:spPr>
      </p:sp>
      <p:pic>
        <p:nvPicPr>
          <p:cNvPr id="4248" name="Google Shape;4248;p142"/>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49" name="Google Shape;4249;p142" title="BE-MVP-Icon-Spark_Redux_V3_RIGHT_cloudBlue.png"/>
          <p:cNvPicPr preferRelativeResize="0"/>
          <p:nvPr/>
        </p:nvPicPr>
        <p:blipFill>
          <a:blip r:embed="rId3">
            <a:alphaModFix/>
          </a:blip>
          <a:stretch>
            <a:fillRect/>
          </a:stretch>
        </p:blipFill>
        <p:spPr>
          <a:xfrm>
            <a:off x="11790778" y="1549857"/>
            <a:ext cx="992943" cy="1059287"/>
          </a:xfrm>
          <a:prstGeom prst="rect">
            <a:avLst/>
          </a:prstGeom>
          <a:noFill/>
          <a:ln>
            <a:noFill/>
          </a:ln>
        </p:spPr>
      </p:pic>
      <p:pic>
        <p:nvPicPr>
          <p:cNvPr id="4250" name="Google Shape;4250;p142" title="BE-MVP-Icon-Spark_Redux_V3_STRAIGHT_cloudBlue.png"/>
          <p:cNvPicPr preferRelativeResize="0"/>
          <p:nvPr/>
        </p:nvPicPr>
        <p:blipFill>
          <a:blip r:embed="rId4">
            <a:alphaModFix/>
          </a:blip>
          <a:stretch>
            <a:fillRect/>
          </a:stretch>
        </p:blipFill>
        <p:spPr>
          <a:xfrm>
            <a:off x="11577700" y="2386300"/>
            <a:ext cx="426150" cy="454600"/>
          </a:xfrm>
          <a:prstGeom prst="rect">
            <a:avLst/>
          </a:prstGeom>
          <a:noFill/>
          <a:ln>
            <a:noFill/>
          </a:ln>
        </p:spPr>
      </p:pic>
      <p:pic>
        <p:nvPicPr>
          <p:cNvPr id="4251" name="Google Shape;4251;p142" title="BE-MVP-Icon-Spark_Redux_V3_RIGHT_cloudBlue.png"/>
          <p:cNvPicPr preferRelativeResize="0"/>
          <p:nvPr/>
        </p:nvPicPr>
        <p:blipFill>
          <a:blip r:embed="rId3">
            <a:alphaModFix/>
          </a:blip>
          <a:stretch>
            <a:fillRect/>
          </a:stretch>
        </p:blipFill>
        <p:spPr>
          <a:xfrm flipH="1">
            <a:off x="5600228" y="5540732"/>
            <a:ext cx="992943" cy="1059287"/>
          </a:xfrm>
          <a:prstGeom prst="rect">
            <a:avLst/>
          </a:prstGeom>
          <a:noFill/>
          <a:ln>
            <a:noFill/>
          </a:ln>
        </p:spPr>
      </p:pic>
      <p:pic>
        <p:nvPicPr>
          <p:cNvPr id="4252" name="Google Shape;4252;p142" title="BE-MVP-Icon-Spark_Redux_V3_STRAIGHT_cloudBlue.png"/>
          <p:cNvPicPr preferRelativeResize="0"/>
          <p:nvPr/>
        </p:nvPicPr>
        <p:blipFill>
          <a:blip r:embed="rId4">
            <a:alphaModFix/>
          </a:blip>
          <a:stretch>
            <a:fillRect/>
          </a:stretch>
        </p:blipFill>
        <p:spPr>
          <a:xfrm>
            <a:off x="6221475" y="5166925"/>
            <a:ext cx="426150" cy="454600"/>
          </a:xfrm>
          <a:prstGeom prst="rect">
            <a:avLst/>
          </a:prstGeom>
          <a:noFill/>
          <a:ln>
            <a:noFill/>
          </a:ln>
        </p:spPr>
      </p:pic>
      <p:pic>
        <p:nvPicPr>
          <p:cNvPr id="4253" name="Google Shape;4253;p142" title="BE-MVP-Icon-Spark_Redux_V3_STRAIGHT_cloudBlue.png"/>
          <p:cNvPicPr preferRelativeResize="0"/>
          <p:nvPr/>
        </p:nvPicPr>
        <p:blipFill>
          <a:blip r:embed="rId4">
            <a:alphaModFix/>
          </a:blip>
          <a:stretch>
            <a:fillRect/>
          </a:stretch>
        </p:blipFill>
        <p:spPr>
          <a:xfrm>
            <a:off x="5431150" y="5583800"/>
            <a:ext cx="242401" cy="258600"/>
          </a:xfrm>
          <a:prstGeom prst="rect">
            <a:avLst/>
          </a:prstGeom>
          <a:noFill/>
          <a:ln>
            <a:noFill/>
          </a:ln>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Speaker 2">
  <p:cSld name="TITLE_1_1_1_1_1_1_1_1_1_1_1_1_1_1_1_1_1_1_1_1_1_1_1_1_1_1_1_1_1_1_1_1_1_1_1_1_1_1_1_1_1_1_1">
    <p:bg>
      <p:bgPr>
        <a:solidFill>
          <a:schemeClr val="accent6"/>
        </a:solidFill>
      </p:bgPr>
    </p:bg>
    <p:spTree>
      <p:nvGrpSpPr>
        <p:cNvPr id="4254" name="Shape 4254"/>
        <p:cNvGrpSpPr/>
        <p:nvPr/>
      </p:nvGrpSpPr>
      <p:grpSpPr>
        <a:xfrm>
          <a:off x="0" y="0"/>
          <a:ext cx="0" cy="0"/>
          <a:chOff x="0" y="0"/>
          <a:chExt cx="0" cy="0"/>
        </a:xfrm>
      </p:grpSpPr>
      <p:sp>
        <p:nvSpPr>
          <p:cNvPr id="4255" name="Google Shape;4255;p143"/>
          <p:cNvSpPr/>
          <p:nvPr/>
        </p:nvSpPr>
        <p:spPr>
          <a:xfrm>
            <a:off x="2308285" y="1405013"/>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56" name="Google Shape;4256;p143"/>
          <p:cNvSpPr/>
          <p:nvPr/>
        </p:nvSpPr>
        <p:spPr>
          <a:xfrm>
            <a:off x="10883122" y="1404988"/>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57" name="Google Shape;4257;p143"/>
          <p:cNvSpPr/>
          <p:nvPr>
            <p:ph idx="2" type="pic"/>
          </p:nvPr>
        </p:nvSpPr>
        <p:spPr>
          <a:xfrm>
            <a:off x="2307907" y="1404938"/>
            <a:ext cx="5093100" cy="5093100"/>
          </a:xfrm>
          <a:prstGeom prst="ellipse">
            <a:avLst/>
          </a:prstGeom>
          <a:noFill/>
          <a:ln>
            <a:noFill/>
          </a:ln>
        </p:spPr>
      </p:sp>
      <p:sp>
        <p:nvSpPr>
          <p:cNvPr id="4258" name="Google Shape;4258;p143"/>
          <p:cNvSpPr/>
          <p:nvPr>
            <p:ph idx="3" type="pic"/>
          </p:nvPr>
        </p:nvSpPr>
        <p:spPr>
          <a:xfrm>
            <a:off x="10883265" y="1404938"/>
            <a:ext cx="5093100" cy="5093100"/>
          </a:xfrm>
          <a:prstGeom prst="ellipse">
            <a:avLst/>
          </a:prstGeom>
          <a:noFill/>
          <a:ln>
            <a:noFill/>
          </a:ln>
        </p:spPr>
      </p:sp>
      <p:sp>
        <p:nvSpPr>
          <p:cNvPr id="4259" name="Google Shape;4259;p143"/>
          <p:cNvSpPr txBox="1"/>
          <p:nvPr>
            <p:ph type="title"/>
          </p:nvPr>
        </p:nvSpPr>
        <p:spPr>
          <a:xfrm>
            <a:off x="671513"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60" name="Google Shape;4260;p143"/>
          <p:cNvSpPr txBox="1"/>
          <p:nvPr>
            <p:ph idx="1" type="subTitle"/>
          </p:nvPr>
        </p:nvSpPr>
        <p:spPr>
          <a:xfrm>
            <a:off x="1687830" y="8301990"/>
            <a:ext cx="63333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261" name="Google Shape;4261;p143"/>
          <p:cNvSpPr txBox="1"/>
          <p:nvPr>
            <p:ph idx="4" type="title"/>
          </p:nvPr>
        </p:nvSpPr>
        <p:spPr>
          <a:xfrm>
            <a:off x="9246870"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4262" name="Google Shape;4262;p143"/>
          <p:cNvSpPr txBox="1"/>
          <p:nvPr>
            <p:ph idx="5" type="subTitle"/>
          </p:nvPr>
        </p:nvSpPr>
        <p:spPr>
          <a:xfrm>
            <a:off x="10263188" y="8301990"/>
            <a:ext cx="6333300" cy="896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263" name="Google Shape;4263;p14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64" name="Google Shape;4264;p143" title="BE-MVP-Icon-Spark_Redux_V3_RIGHT_cloudBlue.png"/>
          <p:cNvPicPr preferRelativeResize="0"/>
          <p:nvPr/>
        </p:nvPicPr>
        <p:blipFill>
          <a:blip r:embed="rId3">
            <a:alphaModFix/>
          </a:blip>
          <a:stretch>
            <a:fillRect/>
          </a:stretch>
        </p:blipFill>
        <p:spPr>
          <a:xfrm>
            <a:off x="15009053" y="1151132"/>
            <a:ext cx="992943" cy="1059287"/>
          </a:xfrm>
          <a:prstGeom prst="rect">
            <a:avLst/>
          </a:prstGeom>
          <a:noFill/>
          <a:ln>
            <a:noFill/>
          </a:ln>
        </p:spPr>
      </p:pic>
      <p:pic>
        <p:nvPicPr>
          <p:cNvPr id="4265" name="Google Shape;4265;p143" title="BE-MVP-Icon-Spark_Redux_V3_STRAIGHT_cloudBlue.png"/>
          <p:cNvPicPr preferRelativeResize="0"/>
          <p:nvPr/>
        </p:nvPicPr>
        <p:blipFill>
          <a:blip r:embed="rId4">
            <a:alphaModFix/>
          </a:blip>
          <a:stretch>
            <a:fillRect/>
          </a:stretch>
        </p:blipFill>
        <p:spPr>
          <a:xfrm>
            <a:off x="15975900" y="2080200"/>
            <a:ext cx="426150" cy="454600"/>
          </a:xfrm>
          <a:prstGeom prst="rect">
            <a:avLst/>
          </a:prstGeom>
          <a:noFill/>
          <a:ln>
            <a:noFill/>
          </a:ln>
        </p:spPr>
      </p:pic>
      <p:pic>
        <p:nvPicPr>
          <p:cNvPr id="4266" name="Google Shape;4266;p143" title="BE-MVP-Icon-Spark_Redux_V3_RIGHT_cloudBlue.png"/>
          <p:cNvPicPr preferRelativeResize="0"/>
          <p:nvPr/>
        </p:nvPicPr>
        <p:blipFill>
          <a:blip r:embed="rId3">
            <a:alphaModFix/>
          </a:blip>
          <a:stretch>
            <a:fillRect/>
          </a:stretch>
        </p:blipFill>
        <p:spPr>
          <a:xfrm flipH="1">
            <a:off x="1714500" y="5261475"/>
            <a:ext cx="1285450" cy="1371349"/>
          </a:xfrm>
          <a:prstGeom prst="rect">
            <a:avLst/>
          </a:prstGeom>
          <a:noFill/>
          <a:ln>
            <a:noFill/>
          </a:ln>
        </p:spPr>
      </p:pic>
      <p:pic>
        <p:nvPicPr>
          <p:cNvPr id="4267" name="Google Shape;4267;p143" title="BE-MVP-Icon-Spark_Redux_V3_STRAIGHT_cloudBlue.png"/>
          <p:cNvPicPr preferRelativeResize="0"/>
          <p:nvPr/>
        </p:nvPicPr>
        <p:blipFill>
          <a:blip r:embed="rId4">
            <a:alphaModFix/>
          </a:blip>
          <a:stretch>
            <a:fillRect/>
          </a:stretch>
        </p:blipFill>
        <p:spPr>
          <a:xfrm>
            <a:off x="1560850" y="5209475"/>
            <a:ext cx="242401" cy="258600"/>
          </a:xfrm>
          <a:prstGeom prst="rect">
            <a:avLst/>
          </a:prstGeom>
          <a:noFill/>
          <a:ln>
            <a:noFill/>
          </a:ln>
        </p:spPr>
      </p:pic>
      <p:pic>
        <p:nvPicPr>
          <p:cNvPr id="4268" name="Google Shape;4268;p143" title="BE-MVP-Icon-Spark_Redux_V3_STRAIGHT_cloudBlue.png"/>
          <p:cNvPicPr preferRelativeResize="0"/>
          <p:nvPr/>
        </p:nvPicPr>
        <p:blipFill>
          <a:blip r:embed="rId4">
            <a:alphaModFix/>
          </a:blip>
          <a:stretch>
            <a:fillRect/>
          </a:stretch>
        </p:blipFill>
        <p:spPr>
          <a:xfrm>
            <a:off x="1227488" y="5838600"/>
            <a:ext cx="487012" cy="519525"/>
          </a:xfrm>
          <a:prstGeom prst="rect">
            <a:avLst/>
          </a:prstGeom>
          <a:noFill/>
          <a:ln>
            <a:noFill/>
          </a:ln>
        </p:spPr>
      </p:pic>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 Agenda">
  <p:cSld name="TITLE_1_1_1_1_1_1_1_1_1_1_1_1_1_1_1_1_1_1_1_1_1_1_1_1_1_1_1_1_1_1_1_1_1_1_1_1_1_1_1_1_1_1_1_1">
    <p:bg>
      <p:bgPr>
        <a:solidFill>
          <a:schemeClr val="accent6"/>
        </a:solidFill>
      </p:bgPr>
    </p:bg>
    <p:spTree>
      <p:nvGrpSpPr>
        <p:cNvPr id="4269" name="Shape 4269"/>
        <p:cNvGrpSpPr/>
        <p:nvPr/>
      </p:nvGrpSpPr>
      <p:grpSpPr>
        <a:xfrm>
          <a:off x="0" y="0"/>
          <a:ext cx="0" cy="0"/>
          <a:chOff x="0" y="0"/>
          <a:chExt cx="0" cy="0"/>
        </a:xfrm>
      </p:grpSpPr>
      <p:sp>
        <p:nvSpPr>
          <p:cNvPr id="4270" name="Google Shape;4270;p144"/>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271" name="Google Shape;4271;p144"/>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4272" name="Google Shape;4272;p144"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4273" name="Google Shape;4273;p144"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sp>
        <p:nvSpPr>
          <p:cNvPr id="4274" name="Google Shape;4274;p144"/>
          <p:cNvSpPr txBox="1"/>
          <p:nvPr>
            <p:ph type="title"/>
          </p:nvPr>
        </p:nvSpPr>
        <p:spPr>
          <a:xfrm>
            <a:off x="868680" y="3581400"/>
            <a:ext cx="4692900" cy="31233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250D9"/>
              </a:buClr>
              <a:buSzPts val="7000"/>
              <a:buNone/>
              <a:defRPr sz="7000">
                <a:solidFill>
                  <a:srgbClr val="0250D9"/>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4275" name="Google Shape;4275;p144"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 Thank you 2">
  <p:cSld name="TITLE_1_1_1_1_1_1_1_1_1_1_1_1_1_1_1_1_1_1_1_1_1_1_1_1_1_1_1_1_1_1_1_1_1_1_1_1_1_1_1_1_1_1_1_1_1">
    <p:bg>
      <p:bgPr>
        <a:solidFill>
          <a:schemeClr val="accent5"/>
        </a:solidFill>
      </p:bgPr>
    </p:bg>
    <p:spTree>
      <p:nvGrpSpPr>
        <p:cNvPr id="4276" name="Shape 4276"/>
        <p:cNvGrpSpPr/>
        <p:nvPr/>
      </p:nvGrpSpPr>
      <p:grpSpPr>
        <a:xfrm>
          <a:off x="0" y="0"/>
          <a:ext cx="0" cy="0"/>
          <a:chOff x="0" y="0"/>
          <a:chExt cx="0" cy="0"/>
        </a:xfrm>
      </p:grpSpPr>
      <p:pic>
        <p:nvPicPr>
          <p:cNvPr id="4277" name="Google Shape;4277;p14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278" name="Google Shape;4278;p145"/>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pic>
        <p:nvPicPr>
          <p:cNvPr id="4279" name="Google Shape;4279;p145" title="BE-MVP-Icon-Spark_Redux_V3_STRAIGHT_yellow.png"/>
          <p:cNvPicPr preferRelativeResize="0"/>
          <p:nvPr/>
        </p:nvPicPr>
        <p:blipFill rotWithShape="1">
          <a:blip r:embed="rId3">
            <a:alphaModFix/>
          </a:blip>
          <a:srcRect b="2562" l="0" r="0" t="2562"/>
          <a:stretch/>
        </p:blipFill>
        <p:spPr>
          <a:xfrm>
            <a:off x="4827208" y="4659274"/>
            <a:ext cx="800070" cy="810305"/>
          </a:xfrm>
          <a:prstGeom prst="rect">
            <a:avLst/>
          </a:prstGeom>
          <a:noFill/>
          <a:ln>
            <a:noFill/>
          </a:ln>
        </p:spPr>
      </p:pic>
      <p:pic>
        <p:nvPicPr>
          <p:cNvPr id="4280" name="Google Shape;4280;p145" title="BE-MVP-Icon-Spark_Redux_V3_STRAIGHT_yellow.png"/>
          <p:cNvPicPr preferRelativeResize="0"/>
          <p:nvPr/>
        </p:nvPicPr>
        <p:blipFill rotWithShape="1">
          <a:blip r:embed="rId3">
            <a:alphaModFix/>
          </a:blip>
          <a:srcRect b="2562" l="0" r="0" t="2562"/>
          <a:stretch/>
        </p:blipFill>
        <p:spPr>
          <a:xfrm>
            <a:off x="4576047" y="5455670"/>
            <a:ext cx="448162" cy="453899"/>
          </a:xfrm>
          <a:prstGeom prst="rect">
            <a:avLst/>
          </a:prstGeom>
          <a:noFill/>
          <a:ln>
            <a:noFill/>
          </a:ln>
        </p:spPr>
      </p:pic>
      <p:pic>
        <p:nvPicPr>
          <p:cNvPr descr="HDD_ATH_SALESFORCE_ICON_AGENTFORCE_V3_R2 3.png" id="4281" name="Google Shape;4281;p145"/>
          <p:cNvPicPr preferRelativeResize="0"/>
          <p:nvPr/>
        </p:nvPicPr>
        <p:blipFill rotWithShape="1">
          <a:blip r:embed="rId4">
            <a:alphaModFix/>
          </a:blip>
          <a:srcRect b="0" l="0" r="0" t="0"/>
          <a:stretch/>
        </p:blipFill>
        <p:spPr>
          <a:xfrm flipH="1" rot="-2704027">
            <a:off x="5136872" y="5108231"/>
            <a:ext cx="1776925" cy="1763070"/>
          </a:xfrm>
          <a:prstGeom prst="rect">
            <a:avLst/>
          </a:prstGeom>
          <a:noFill/>
          <a:ln>
            <a:noFill/>
          </a:ln>
        </p:spPr>
      </p:pic>
      <p:pic>
        <p:nvPicPr>
          <p:cNvPr id="4282" name="Google Shape;4282;p145" title="shadow-1.png"/>
          <p:cNvPicPr preferRelativeResize="0"/>
          <p:nvPr/>
        </p:nvPicPr>
        <p:blipFill>
          <a:blip r:embed="rId5">
            <a:alphaModFix/>
          </a:blip>
          <a:stretch>
            <a:fillRect/>
          </a:stretch>
        </p:blipFill>
        <p:spPr>
          <a:xfrm>
            <a:off x="11768803" y="7856964"/>
            <a:ext cx="3771448" cy="548775"/>
          </a:xfrm>
          <a:prstGeom prst="rect">
            <a:avLst/>
          </a:prstGeom>
          <a:noFill/>
          <a:ln>
            <a:noFill/>
          </a:ln>
        </p:spPr>
      </p:pic>
      <p:sp>
        <p:nvSpPr>
          <p:cNvPr id="4283" name="Google Shape;4283;p145"/>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284" name="Google Shape;4284;p145"/>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285" name="Google Shape;4285;p145"/>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grpSp>
        <p:nvGrpSpPr>
          <p:cNvPr id="4286" name="Google Shape;4286;p145"/>
          <p:cNvGrpSpPr/>
          <p:nvPr/>
        </p:nvGrpSpPr>
        <p:grpSpPr>
          <a:xfrm>
            <a:off x="12042648" y="4220617"/>
            <a:ext cx="2453368" cy="3995925"/>
            <a:chOff x="13642848" y="3675888"/>
            <a:chExt cx="3164003" cy="5146072"/>
          </a:xfrm>
        </p:grpSpPr>
        <p:pic>
          <p:nvPicPr>
            <p:cNvPr id="4287" name="Google Shape;4287;p145"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4288" name="Google Shape;4288;p145"/>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4289" name="Google Shape;4289;p145"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grpSp>
      <p:pic>
        <p:nvPicPr>
          <p:cNvPr id="4290" name="Google Shape;4290;p145"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291" name="Google Shape;4291;p145"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1">
  <p:cSld name="TITLE_1_1_1_1_1_1_1_1_1_1_1_1_1_1_1_1_1_1_1_1_1_1_1_1_1_1_1_1_1_1_1_1_1_1_1_1_1_1_1_1_1_1_1_1_1_1">
    <p:bg>
      <p:bgPr>
        <a:solidFill>
          <a:schemeClr val="accent5"/>
        </a:solidFill>
      </p:bgPr>
    </p:bg>
    <p:spTree>
      <p:nvGrpSpPr>
        <p:cNvPr id="4292" name="Shape 4292"/>
        <p:cNvGrpSpPr/>
        <p:nvPr/>
      </p:nvGrpSpPr>
      <p:grpSpPr>
        <a:xfrm>
          <a:off x="0" y="0"/>
          <a:ext cx="0" cy="0"/>
          <a:chOff x="0" y="0"/>
          <a:chExt cx="0" cy="0"/>
        </a:xfrm>
      </p:grpSpPr>
      <p:pic>
        <p:nvPicPr>
          <p:cNvPr id="4293" name="Google Shape;4293;p146"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294" name="Google Shape;4294;p146"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295" name="Google Shape;4295;p146" title="BE-MVP-Icon-Spark_Redux_V3_STRAIGHT_yellow.png"/>
          <p:cNvPicPr preferRelativeResize="0"/>
          <p:nvPr/>
        </p:nvPicPr>
        <p:blipFill rotWithShape="1">
          <a:blip r:embed="rId3">
            <a:alphaModFix/>
          </a:blip>
          <a:srcRect b="2562" l="0" r="0" t="2562"/>
          <a:stretch/>
        </p:blipFill>
        <p:spPr>
          <a:xfrm>
            <a:off x="12701663" y="2881030"/>
            <a:ext cx="265072" cy="268468"/>
          </a:xfrm>
          <a:prstGeom prst="rect">
            <a:avLst/>
          </a:prstGeom>
          <a:noFill/>
          <a:ln>
            <a:noFill/>
          </a:ln>
        </p:spPr>
      </p:pic>
      <p:pic>
        <p:nvPicPr>
          <p:cNvPr id="4296" name="Google Shape;4296;p146" title="BE-MVP-Icon-Spark_Redux_V3_STRAIGHT_yellow.png"/>
          <p:cNvPicPr preferRelativeResize="0"/>
          <p:nvPr/>
        </p:nvPicPr>
        <p:blipFill rotWithShape="1">
          <a:blip r:embed="rId3">
            <a:alphaModFix/>
          </a:blip>
          <a:srcRect b="2562" l="0" r="0" t="2562"/>
          <a:stretch/>
        </p:blipFill>
        <p:spPr>
          <a:xfrm>
            <a:off x="5392021" y="5427419"/>
            <a:ext cx="800070" cy="810305"/>
          </a:xfrm>
          <a:prstGeom prst="rect">
            <a:avLst/>
          </a:prstGeom>
          <a:noFill/>
          <a:ln>
            <a:noFill/>
          </a:ln>
        </p:spPr>
      </p:pic>
      <p:pic>
        <p:nvPicPr>
          <p:cNvPr id="4297" name="Google Shape;4297;p146" title="BE-MVP-Icon-Spark_Redux_V3_STRAIGHT_yellow.png"/>
          <p:cNvPicPr preferRelativeResize="0"/>
          <p:nvPr/>
        </p:nvPicPr>
        <p:blipFill rotWithShape="1">
          <a:blip r:embed="rId3">
            <a:alphaModFix/>
          </a:blip>
          <a:srcRect b="2562" l="0" r="0" t="2562"/>
          <a:stretch/>
        </p:blipFill>
        <p:spPr>
          <a:xfrm>
            <a:off x="4395307" y="5026412"/>
            <a:ext cx="448164" cy="453897"/>
          </a:xfrm>
          <a:prstGeom prst="rect">
            <a:avLst/>
          </a:prstGeom>
          <a:noFill/>
          <a:ln>
            <a:noFill/>
          </a:ln>
        </p:spPr>
      </p:pic>
      <p:pic>
        <p:nvPicPr>
          <p:cNvPr descr="pasted-movie.png" id="4298" name="Google Shape;4298;p146"/>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299" name="Google Shape;4299;p146"/>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00" name="Google Shape;4300;p146"/>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01" name="Google Shape;4301;p146"/>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02" name="Google Shape;4302;p146"/>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6">
  <p:cSld name="TITLE_1_1_1_1_1_1_1_1_1_1_1_1_1_1_1_1_1_1_1_1_1_1_1_1_1_1_1_1_1_1_1_1_1_1_1_1_1_1_1_1_1_1_1_1_1_1_1">
    <p:bg>
      <p:bgPr>
        <a:solidFill>
          <a:schemeClr val="accent5"/>
        </a:solidFill>
      </p:bgPr>
    </p:bg>
    <p:spTree>
      <p:nvGrpSpPr>
        <p:cNvPr id="4303" name="Shape 4303"/>
        <p:cNvGrpSpPr/>
        <p:nvPr/>
      </p:nvGrpSpPr>
      <p:grpSpPr>
        <a:xfrm>
          <a:off x="0" y="0"/>
          <a:ext cx="0" cy="0"/>
          <a:chOff x="0" y="0"/>
          <a:chExt cx="0" cy="0"/>
        </a:xfrm>
      </p:grpSpPr>
      <p:pic>
        <p:nvPicPr>
          <p:cNvPr id="4304" name="Google Shape;4304;p14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05" name="Google Shape;4305;p147"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306" name="Google Shape;4306;p147"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4307" name="Google Shape;4307;p147" title="BE-MVP-Icon-Spark_Redux_V3_STRAIGHT_yellow.png"/>
          <p:cNvPicPr preferRelativeResize="0"/>
          <p:nvPr/>
        </p:nvPicPr>
        <p:blipFill rotWithShape="1">
          <a:blip r:embed="rId3">
            <a:alphaModFix/>
          </a:blip>
          <a:srcRect b="2562" l="0" r="0" t="2562"/>
          <a:stretch/>
        </p:blipFill>
        <p:spPr>
          <a:xfrm>
            <a:off x="4654833" y="4738344"/>
            <a:ext cx="800070" cy="810305"/>
          </a:xfrm>
          <a:prstGeom prst="rect">
            <a:avLst/>
          </a:prstGeom>
          <a:noFill/>
          <a:ln>
            <a:noFill/>
          </a:ln>
        </p:spPr>
      </p:pic>
      <p:pic>
        <p:nvPicPr>
          <p:cNvPr id="4308" name="Google Shape;4308;p147" title="BE-MVP-Icon-Spark_Redux_V3_STRAIGHT_yellow.png"/>
          <p:cNvPicPr preferRelativeResize="0"/>
          <p:nvPr/>
        </p:nvPicPr>
        <p:blipFill rotWithShape="1">
          <a:blip r:embed="rId3">
            <a:alphaModFix/>
          </a:blip>
          <a:srcRect b="2562" l="0" r="0" t="2562"/>
          <a:stretch/>
        </p:blipFill>
        <p:spPr>
          <a:xfrm>
            <a:off x="4123832" y="4093512"/>
            <a:ext cx="448164" cy="453897"/>
          </a:xfrm>
          <a:prstGeom prst="rect">
            <a:avLst/>
          </a:prstGeom>
          <a:noFill/>
          <a:ln>
            <a:noFill/>
          </a:ln>
        </p:spPr>
      </p:pic>
      <p:pic>
        <p:nvPicPr>
          <p:cNvPr descr="pasted-movie.png" id="4309" name="Google Shape;4309;p147"/>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310" name="Google Shape;4310;p147"/>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11" name="Google Shape;4311;p147"/>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12" name="Google Shape;4312;p147"/>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13" name="Google Shape;4313;p147"/>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4314" name="Google Shape;4314;p147"/>
          <p:cNvSpPr/>
          <p:nvPr>
            <p:ph idx="2" type="pic"/>
          </p:nvPr>
        </p:nvSpPr>
        <p:spPr>
          <a:xfrm>
            <a:off x="2222075" y="1016000"/>
            <a:ext cx="2718000" cy="2718000"/>
          </a:xfrm>
          <a:prstGeom prst="ellipse">
            <a:avLst/>
          </a:prstGeom>
          <a:noFill/>
          <a:ln>
            <a:noFill/>
          </a:ln>
        </p:spPr>
      </p:sp>
      <p:sp>
        <p:nvSpPr>
          <p:cNvPr id="4315" name="Google Shape;4315;p147"/>
          <p:cNvSpPr/>
          <p:nvPr>
            <p:ph idx="3" type="pic"/>
          </p:nvPr>
        </p:nvSpPr>
        <p:spPr>
          <a:xfrm>
            <a:off x="857250" y="4628350"/>
            <a:ext cx="3400500" cy="3400500"/>
          </a:xfrm>
          <a:prstGeom prst="ellipse">
            <a:avLst/>
          </a:prstGeom>
          <a:noFill/>
          <a:ln>
            <a:noFill/>
          </a:ln>
        </p:spPr>
      </p:sp>
      <p:sp>
        <p:nvSpPr>
          <p:cNvPr id="4316" name="Google Shape;4316;p147"/>
          <p:cNvSpPr/>
          <p:nvPr>
            <p:ph idx="4" type="pic"/>
          </p:nvPr>
        </p:nvSpPr>
        <p:spPr>
          <a:xfrm>
            <a:off x="12073150" y="5902675"/>
            <a:ext cx="3575100" cy="3575100"/>
          </a:xfrm>
          <a:prstGeom prst="ellipse">
            <a:avLst/>
          </a:prstGeom>
          <a:noFill/>
          <a:ln>
            <a:noFill/>
          </a:ln>
        </p:spPr>
      </p:sp>
      <p:sp>
        <p:nvSpPr>
          <p:cNvPr id="4317" name="Google Shape;4317;p147"/>
          <p:cNvSpPr/>
          <p:nvPr>
            <p:ph idx="5" type="pic"/>
          </p:nvPr>
        </p:nvSpPr>
        <p:spPr>
          <a:xfrm>
            <a:off x="14272550" y="2881025"/>
            <a:ext cx="2718000" cy="2718000"/>
          </a:xfrm>
          <a:prstGeom prst="ellipse">
            <a:avLst/>
          </a:prstGeom>
          <a:noFill/>
          <a:ln>
            <a:noFill/>
          </a:ln>
        </p:spPr>
      </p:sp>
      <p:sp>
        <p:nvSpPr>
          <p:cNvPr id="4318" name="Google Shape;4318;p147"/>
          <p:cNvSpPr/>
          <p:nvPr>
            <p:ph idx="6" type="pic"/>
          </p:nvPr>
        </p:nvSpPr>
        <p:spPr>
          <a:xfrm>
            <a:off x="13662425" y="1015988"/>
            <a:ext cx="1360500" cy="1360500"/>
          </a:xfrm>
          <a:prstGeom prst="ellipse">
            <a:avLst/>
          </a:prstGeom>
          <a:noFill/>
          <a:ln>
            <a:noFill/>
          </a:ln>
        </p:spPr>
      </p:sp>
      <p:sp>
        <p:nvSpPr>
          <p:cNvPr id="4319" name="Google Shape;4319;p147"/>
          <p:cNvSpPr/>
          <p:nvPr>
            <p:ph idx="7" type="pic"/>
          </p:nvPr>
        </p:nvSpPr>
        <p:spPr>
          <a:xfrm>
            <a:off x="4395300" y="7499875"/>
            <a:ext cx="1977900" cy="1977900"/>
          </a:xfrm>
          <a:prstGeom prst="ellipse">
            <a:avLst/>
          </a:prstGeom>
          <a:noFill/>
          <a:ln>
            <a:noFill/>
          </a:ln>
        </p:spPr>
      </p:sp>
      <p:pic>
        <p:nvPicPr>
          <p:cNvPr id="4320" name="Google Shape;4320;p147" title="BE-MVP-Icon-Spark_Redux_V3_STRAIGHT_yellow.png"/>
          <p:cNvPicPr preferRelativeResize="0"/>
          <p:nvPr/>
        </p:nvPicPr>
        <p:blipFill rotWithShape="1">
          <a:blip r:embed="rId3">
            <a:alphaModFix/>
          </a:blip>
          <a:srcRect b="2562" l="0" r="0" t="2562"/>
          <a:stretch/>
        </p:blipFill>
        <p:spPr>
          <a:xfrm>
            <a:off x="1490419" y="1221962"/>
            <a:ext cx="448164" cy="453897"/>
          </a:xfrm>
          <a:prstGeom prst="rect">
            <a:avLst/>
          </a:prstGeom>
          <a:noFill/>
          <a:ln>
            <a:noFill/>
          </a:ln>
        </p:spPr>
      </p:pic>
      <p:pic>
        <p:nvPicPr>
          <p:cNvPr id="4321" name="Google Shape;4321;p147" title="BE-MVP-Icon-Spark_Redux_V3_STRAIGHT_yellow.png"/>
          <p:cNvPicPr preferRelativeResize="0"/>
          <p:nvPr/>
        </p:nvPicPr>
        <p:blipFill rotWithShape="1">
          <a:blip r:embed="rId3">
            <a:alphaModFix/>
          </a:blip>
          <a:srcRect b="2562" l="0" r="0" t="2562"/>
          <a:stretch/>
        </p:blipFill>
        <p:spPr>
          <a:xfrm>
            <a:off x="16043796" y="8358332"/>
            <a:ext cx="800070" cy="810305"/>
          </a:xfrm>
          <a:prstGeom prst="rect">
            <a:avLst/>
          </a:prstGeom>
          <a:noFill/>
          <a:ln>
            <a:noFill/>
          </a:ln>
        </p:spPr>
      </p:pic>
      <p:pic>
        <p:nvPicPr>
          <p:cNvPr id="4322" name="Google Shape;4322;p147" title="BE-MVP-Icon-Spark_Redux_V3_STRAIGHT_yellow.png"/>
          <p:cNvPicPr preferRelativeResize="0"/>
          <p:nvPr/>
        </p:nvPicPr>
        <p:blipFill rotWithShape="1">
          <a:blip r:embed="rId3">
            <a:alphaModFix/>
          </a:blip>
          <a:srcRect b="2562" l="0" r="0" t="2562"/>
          <a:stretch/>
        </p:blipFill>
        <p:spPr>
          <a:xfrm>
            <a:off x="3356994" y="8500362"/>
            <a:ext cx="448164" cy="453897"/>
          </a:xfrm>
          <a:prstGeom prst="rect">
            <a:avLst/>
          </a:prstGeom>
          <a:noFill/>
          <a:ln>
            <a:noFill/>
          </a:ln>
        </p:spPr>
      </p:pic>
      <p:pic>
        <p:nvPicPr>
          <p:cNvPr id="4323" name="Google Shape;4323;p147" title="BE-MVP-Icon-Spark_Redux_V3_STRAIGHT_yellow.png"/>
          <p:cNvPicPr preferRelativeResize="0"/>
          <p:nvPr/>
        </p:nvPicPr>
        <p:blipFill rotWithShape="1">
          <a:blip r:embed="rId3">
            <a:alphaModFix/>
          </a:blip>
          <a:srcRect b="2562" l="0" r="0" t="2562"/>
          <a:stretch/>
        </p:blipFill>
        <p:spPr>
          <a:xfrm>
            <a:off x="15553832" y="562112"/>
            <a:ext cx="448164" cy="453897"/>
          </a:xfrm>
          <a:prstGeom prst="rect">
            <a:avLst/>
          </a:prstGeom>
          <a:noFill/>
          <a:ln>
            <a:noFill/>
          </a:ln>
        </p:spPr>
      </p:pic>
      <p:pic>
        <p:nvPicPr>
          <p:cNvPr id="4324" name="Google Shape;4324;p147" title="BE-MVP-Icon-Spark_Redux_V3_STRAIGHT_yellow.png"/>
          <p:cNvPicPr preferRelativeResize="0"/>
          <p:nvPr/>
        </p:nvPicPr>
        <p:blipFill rotWithShape="1">
          <a:blip r:embed="rId3">
            <a:alphaModFix/>
          </a:blip>
          <a:srcRect b="2562" l="0" r="0" t="2562"/>
          <a:stretch/>
        </p:blipFill>
        <p:spPr>
          <a:xfrm>
            <a:off x="15648244" y="9191725"/>
            <a:ext cx="448164" cy="453897"/>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10">
  <p:cSld name="TITLE_1_1_1_1_1_1_1_1_1_1_1_1_1_1_1_1_1_1_1_1_1_1_1_1_1_1_1_1_1_1_1_1_1_1_1_1_1_1_1_1_1_1_1_1_1_1_2">
    <p:bg>
      <p:bgPr>
        <a:solidFill>
          <a:schemeClr val="accent5"/>
        </a:solidFill>
      </p:bgPr>
    </p:bg>
    <p:spTree>
      <p:nvGrpSpPr>
        <p:cNvPr id="4325" name="Shape 4325"/>
        <p:cNvGrpSpPr/>
        <p:nvPr/>
      </p:nvGrpSpPr>
      <p:grpSpPr>
        <a:xfrm>
          <a:off x="0" y="0"/>
          <a:ext cx="0" cy="0"/>
          <a:chOff x="0" y="0"/>
          <a:chExt cx="0" cy="0"/>
        </a:xfrm>
      </p:grpSpPr>
      <p:pic>
        <p:nvPicPr>
          <p:cNvPr id="4326" name="Google Shape;4326;p14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27" name="Google Shape;4327;p148"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328" name="Google Shape;4328;p148"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4329" name="Google Shape;4329;p148" title="BE-MVP-Icon-Spark_Redux_V3_STRAIGHT_yellow.png"/>
          <p:cNvPicPr preferRelativeResize="0"/>
          <p:nvPr/>
        </p:nvPicPr>
        <p:blipFill rotWithShape="1">
          <a:blip r:embed="rId3">
            <a:alphaModFix/>
          </a:blip>
          <a:srcRect b="2562" l="0" r="0" t="2562"/>
          <a:stretch/>
        </p:blipFill>
        <p:spPr>
          <a:xfrm>
            <a:off x="5004483" y="5478044"/>
            <a:ext cx="800070" cy="810305"/>
          </a:xfrm>
          <a:prstGeom prst="rect">
            <a:avLst/>
          </a:prstGeom>
          <a:noFill/>
          <a:ln>
            <a:noFill/>
          </a:ln>
        </p:spPr>
      </p:pic>
      <p:pic>
        <p:nvPicPr>
          <p:cNvPr id="4330" name="Google Shape;4330;p148" title="BE-MVP-Icon-Spark_Redux_V3_STRAIGHT_yellow.png"/>
          <p:cNvPicPr preferRelativeResize="0"/>
          <p:nvPr/>
        </p:nvPicPr>
        <p:blipFill rotWithShape="1">
          <a:blip r:embed="rId3">
            <a:alphaModFix/>
          </a:blip>
          <a:srcRect b="2562" l="0" r="0" t="2562"/>
          <a:stretch/>
        </p:blipFill>
        <p:spPr>
          <a:xfrm>
            <a:off x="4482457" y="5024162"/>
            <a:ext cx="448164" cy="453897"/>
          </a:xfrm>
          <a:prstGeom prst="rect">
            <a:avLst/>
          </a:prstGeom>
          <a:noFill/>
          <a:ln>
            <a:noFill/>
          </a:ln>
        </p:spPr>
      </p:pic>
      <p:pic>
        <p:nvPicPr>
          <p:cNvPr descr="pasted-movie.png" id="4331" name="Google Shape;4331;p148"/>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332" name="Google Shape;4332;p148"/>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33" name="Google Shape;4333;p148"/>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34" name="Google Shape;4334;p148"/>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35" name="Google Shape;4335;p148"/>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4336" name="Google Shape;4336;p148"/>
          <p:cNvSpPr/>
          <p:nvPr>
            <p:ph idx="2" type="pic"/>
          </p:nvPr>
        </p:nvSpPr>
        <p:spPr>
          <a:xfrm>
            <a:off x="2355750" y="599100"/>
            <a:ext cx="2718000" cy="2718000"/>
          </a:xfrm>
          <a:prstGeom prst="ellipse">
            <a:avLst/>
          </a:prstGeom>
          <a:noFill/>
          <a:ln>
            <a:noFill/>
          </a:ln>
        </p:spPr>
      </p:sp>
      <p:sp>
        <p:nvSpPr>
          <p:cNvPr id="4337" name="Google Shape;4337;p148"/>
          <p:cNvSpPr/>
          <p:nvPr>
            <p:ph idx="3" type="pic"/>
          </p:nvPr>
        </p:nvSpPr>
        <p:spPr>
          <a:xfrm>
            <a:off x="725550" y="3541400"/>
            <a:ext cx="1977900" cy="1977900"/>
          </a:xfrm>
          <a:prstGeom prst="ellipse">
            <a:avLst/>
          </a:prstGeom>
          <a:noFill/>
          <a:ln>
            <a:noFill/>
          </a:ln>
        </p:spPr>
      </p:sp>
      <p:sp>
        <p:nvSpPr>
          <p:cNvPr id="4338" name="Google Shape;4338;p148"/>
          <p:cNvSpPr/>
          <p:nvPr>
            <p:ph idx="4" type="pic"/>
          </p:nvPr>
        </p:nvSpPr>
        <p:spPr>
          <a:xfrm>
            <a:off x="1714500" y="6205500"/>
            <a:ext cx="3400500" cy="3400500"/>
          </a:xfrm>
          <a:prstGeom prst="ellipse">
            <a:avLst/>
          </a:prstGeom>
          <a:noFill/>
          <a:ln>
            <a:noFill/>
          </a:ln>
        </p:spPr>
      </p:sp>
      <p:sp>
        <p:nvSpPr>
          <p:cNvPr id="4339" name="Google Shape;4339;p148"/>
          <p:cNvSpPr/>
          <p:nvPr>
            <p:ph idx="5" type="pic"/>
          </p:nvPr>
        </p:nvSpPr>
        <p:spPr>
          <a:xfrm>
            <a:off x="13633050" y="4628350"/>
            <a:ext cx="3797700" cy="3797700"/>
          </a:xfrm>
          <a:prstGeom prst="ellipse">
            <a:avLst/>
          </a:prstGeom>
          <a:noFill/>
          <a:ln>
            <a:noFill/>
          </a:ln>
        </p:spPr>
      </p:sp>
      <p:sp>
        <p:nvSpPr>
          <p:cNvPr id="4340" name="Google Shape;4340;p148"/>
          <p:cNvSpPr/>
          <p:nvPr>
            <p:ph idx="6" type="pic"/>
          </p:nvPr>
        </p:nvSpPr>
        <p:spPr>
          <a:xfrm>
            <a:off x="14433925" y="1016000"/>
            <a:ext cx="2718000" cy="2718000"/>
          </a:xfrm>
          <a:prstGeom prst="ellipse">
            <a:avLst/>
          </a:prstGeom>
          <a:noFill/>
          <a:ln>
            <a:noFill/>
          </a:ln>
        </p:spPr>
      </p:sp>
      <p:sp>
        <p:nvSpPr>
          <p:cNvPr id="4341" name="Google Shape;4341;p148"/>
          <p:cNvSpPr/>
          <p:nvPr>
            <p:ph idx="7" type="pic"/>
          </p:nvPr>
        </p:nvSpPr>
        <p:spPr>
          <a:xfrm>
            <a:off x="12073138" y="700788"/>
            <a:ext cx="1360500" cy="1360500"/>
          </a:xfrm>
          <a:prstGeom prst="ellipse">
            <a:avLst/>
          </a:prstGeom>
          <a:noFill/>
          <a:ln>
            <a:noFill/>
          </a:ln>
        </p:spPr>
      </p:sp>
      <p:sp>
        <p:nvSpPr>
          <p:cNvPr id="4342" name="Google Shape;4342;p148"/>
          <p:cNvSpPr/>
          <p:nvPr>
            <p:ph idx="8" type="pic"/>
          </p:nvPr>
        </p:nvSpPr>
        <p:spPr>
          <a:xfrm>
            <a:off x="12460250" y="7905750"/>
            <a:ext cx="1563900" cy="1563900"/>
          </a:xfrm>
          <a:prstGeom prst="ellipse">
            <a:avLst/>
          </a:prstGeom>
          <a:noFill/>
          <a:ln>
            <a:noFill/>
          </a:ln>
        </p:spPr>
      </p:sp>
      <p:sp>
        <p:nvSpPr>
          <p:cNvPr id="4343" name="Google Shape;4343;p148"/>
          <p:cNvSpPr/>
          <p:nvPr>
            <p:ph idx="9" type="pic"/>
          </p:nvPr>
        </p:nvSpPr>
        <p:spPr>
          <a:xfrm>
            <a:off x="5553688" y="8426038"/>
            <a:ext cx="1360500" cy="1360500"/>
          </a:xfrm>
          <a:prstGeom prst="ellipse">
            <a:avLst/>
          </a:prstGeom>
          <a:noFill/>
          <a:ln>
            <a:noFill/>
          </a:ln>
        </p:spPr>
      </p:sp>
      <p:sp>
        <p:nvSpPr>
          <p:cNvPr id="4344" name="Google Shape;4344;p148"/>
          <p:cNvSpPr/>
          <p:nvPr>
            <p:ph idx="13" type="pic"/>
          </p:nvPr>
        </p:nvSpPr>
        <p:spPr>
          <a:xfrm>
            <a:off x="6269750" y="599100"/>
            <a:ext cx="1563900" cy="1563900"/>
          </a:xfrm>
          <a:prstGeom prst="ellipse">
            <a:avLst/>
          </a:prstGeom>
          <a:noFill/>
          <a:ln>
            <a:noFill/>
          </a:ln>
        </p:spPr>
      </p:sp>
      <p:sp>
        <p:nvSpPr>
          <p:cNvPr id="4345" name="Google Shape;4345;p148"/>
          <p:cNvSpPr/>
          <p:nvPr>
            <p:ph idx="14" type="pic"/>
          </p:nvPr>
        </p:nvSpPr>
        <p:spPr>
          <a:xfrm>
            <a:off x="8623025" y="7346350"/>
            <a:ext cx="1977900" cy="1977900"/>
          </a:xfrm>
          <a:prstGeom prst="ellipse">
            <a:avLst/>
          </a:prstGeom>
          <a:noFill/>
          <a:ln>
            <a:noFill/>
          </a:ln>
        </p:spPr>
      </p:sp>
      <p:pic>
        <p:nvPicPr>
          <p:cNvPr id="4346" name="Google Shape;4346;p148" title="BE-MVP-Icon-Spark_Redux_V3_STRAIGHT_yellow.png"/>
          <p:cNvPicPr preferRelativeResize="0"/>
          <p:nvPr/>
        </p:nvPicPr>
        <p:blipFill rotWithShape="1">
          <a:blip r:embed="rId3">
            <a:alphaModFix/>
          </a:blip>
          <a:srcRect b="2562" l="0" r="0" t="2562"/>
          <a:stretch/>
        </p:blipFill>
        <p:spPr>
          <a:xfrm>
            <a:off x="499632" y="3149512"/>
            <a:ext cx="448164" cy="453897"/>
          </a:xfrm>
          <a:prstGeom prst="rect">
            <a:avLst/>
          </a:prstGeom>
          <a:noFill/>
          <a:ln>
            <a:noFill/>
          </a:ln>
        </p:spPr>
      </p:pic>
      <p:pic>
        <p:nvPicPr>
          <p:cNvPr id="4347" name="Google Shape;4347;p148" title="BE-MVP-Icon-Spark_Redux_V3_STRAIGHT_yellow.png"/>
          <p:cNvPicPr preferRelativeResize="0"/>
          <p:nvPr/>
        </p:nvPicPr>
        <p:blipFill rotWithShape="1">
          <a:blip r:embed="rId3">
            <a:alphaModFix/>
          </a:blip>
          <a:srcRect b="2562" l="0" r="0" t="2562"/>
          <a:stretch/>
        </p:blipFill>
        <p:spPr>
          <a:xfrm>
            <a:off x="12242121" y="6689569"/>
            <a:ext cx="800070" cy="810305"/>
          </a:xfrm>
          <a:prstGeom prst="rect">
            <a:avLst/>
          </a:prstGeom>
          <a:noFill/>
          <a:ln>
            <a:noFill/>
          </a:ln>
        </p:spPr>
      </p:pic>
      <p:pic>
        <p:nvPicPr>
          <p:cNvPr id="4348" name="Google Shape;4348;p148" title="BE-MVP-Icon-Spark_Redux_V3_STRAIGHT_yellow.png"/>
          <p:cNvPicPr preferRelativeResize="0"/>
          <p:nvPr/>
        </p:nvPicPr>
        <p:blipFill rotWithShape="1">
          <a:blip r:embed="rId3">
            <a:alphaModFix/>
          </a:blip>
          <a:srcRect b="2562" l="0" r="0" t="2562"/>
          <a:stretch/>
        </p:blipFill>
        <p:spPr>
          <a:xfrm>
            <a:off x="1837832" y="9469662"/>
            <a:ext cx="448164" cy="453897"/>
          </a:xfrm>
          <a:prstGeom prst="rect">
            <a:avLst/>
          </a:prstGeom>
          <a:noFill/>
          <a:ln>
            <a:noFill/>
          </a:ln>
        </p:spPr>
      </p:pic>
      <p:pic>
        <p:nvPicPr>
          <p:cNvPr id="4349" name="Google Shape;4349;p148" title="BE-MVP-Icon-Spark_Redux_V3_STRAIGHT_yellow.png"/>
          <p:cNvPicPr preferRelativeResize="0"/>
          <p:nvPr/>
        </p:nvPicPr>
        <p:blipFill rotWithShape="1">
          <a:blip r:embed="rId3">
            <a:alphaModFix/>
          </a:blip>
          <a:srcRect b="2562" l="0" r="0" t="2562"/>
          <a:stretch/>
        </p:blipFill>
        <p:spPr>
          <a:xfrm>
            <a:off x="10909707" y="857262"/>
            <a:ext cx="448164" cy="453897"/>
          </a:xfrm>
          <a:prstGeom prst="rect">
            <a:avLst/>
          </a:prstGeom>
          <a:noFill/>
          <a:ln>
            <a:noFill/>
          </a:ln>
        </p:spPr>
      </p:pic>
      <p:pic>
        <p:nvPicPr>
          <p:cNvPr id="4350" name="Google Shape;4350;p148" title="BE-MVP-Icon-Spark_Redux_V3_STRAIGHT_yellow.png"/>
          <p:cNvPicPr preferRelativeResize="0"/>
          <p:nvPr/>
        </p:nvPicPr>
        <p:blipFill rotWithShape="1">
          <a:blip r:embed="rId3">
            <a:alphaModFix/>
          </a:blip>
          <a:srcRect b="2562" l="0" r="0" t="2562"/>
          <a:stretch/>
        </p:blipFill>
        <p:spPr>
          <a:xfrm>
            <a:off x="16982582" y="8690112"/>
            <a:ext cx="448164" cy="453897"/>
          </a:xfrm>
          <a:prstGeom prst="rect">
            <a:avLst/>
          </a:prstGeom>
          <a:noFill/>
          <a:ln>
            <a:noFill/>
          </a:ln>
        </p:spPr>
      </p:pic>
      <p:pic>
        <p:nvPicPr>
          <p:cNvPr id="4351" name="Google Shape;4351;p148" title="BE-MVP-Icon-Spark_Redux_V3_STRAIGHT_yellow.png"/>
          <p:cNvPicPr preferRelativeResize="0"/>
          <p:nvPr/>
        </p:nvPicPr>
        <p:blipFill rotWithShape="1">
          <a:blip r:embed="rId3">
            <a:alphaModFix/>
          </a:blip>
          <a:srcRect b="2562" l="0" r="0" t="2562"/>
          <a:stretch/>
        </p:blipFill>
        <p:spPr>
          <a:xfrm>
            <a:off x="17327507" y="1016012"/>
            <a:ext cx="448164" cy="453897"/>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Cover 2">
  <p:cSld name="CUSTOM_2">
    <p:spTree>
      <p:nvGrpSpPr>
        <p:cNvPr id="4352" name="Shape 4352"/>
        <p:cNvGrpSpPr/>
        <p:nvPr/>
      </p:nvGrpSpPr>
      <p:grpSpPr>
        <a:xfrm>
          <a:off x="0" y="0"/>
          <a:ext cx="0" cy="0"/>
          <a:chOff x="0" y="0"/>
          <a:chExt cx="0" cy="0"/>
        </a:xfrm>
      </p:grpSpPr>
      <p:pic>
        <p:nvPicPr>
          <p:cNvPr id="4353" name="Google Shape;4353;p14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54" name="Google Shape;4354;p149" title="Blue_shadow.png"/>
          <p:cNvPicPr preferRelativeResize="0"/>
          <p:nvPr/>
        </p:nvPicPr>
        <p:blipFill>
          <a:blip r:embed="rId3">
            <a:alphaModFix/>
          </a:blip>
          <a:stretch>
            <a:fillRect/>
          </a:stretch>
        </p:blipFill>
        <p:spPr>
          <a:xfrm>
            <a:off x="5105400" y="8802916"/>
            <a:ext cx="7620000" cy="676275"/>
          </a:xfrm>
          <a:prstGeom prst="rect">
            <a:avLst/>
          </a:prstGeom>
          <a:noFill/>
          <a:ln>
            <a:noFill/>
          </a:ln>
        </p:spPr>
      </p:pic>
      <p:pic>
        <p:nvPicPr>
          <p:cNvPr id="4355" name="Google Shape;4355;p149"/>
          <p:cNvPicPr preferRelativeResize="0"/>
          <p:nvPr/>
        </p:nvPicPr>
        <p:blipFill>
          <a:blip r:embed="rId4">
            <a:alphaModFix/>
          </a:blip>
          <a:stretch>
            <a:fillRect/>
          </a:stretch>
        </p:blipFill>
        <p:spPr>
          <a:xfrm>
            <a:off x="5299725" y="2452500"/>
            <a:ext cx="7688551" cy="5381999"/>
          </a:xfrm>
          <a:prstGeom prst="rect">
            <a:avLst/>
          </a:prstGeom>
          <a:noFill/>
          <a:ln>
            <a:noFill/>
          </a:ln>
        </p:spPr>
      </p:pic>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Cover 1">
  <p:cSld name="CUSTOM_3">
    <p:spTree>
      <p:nvGrpSpPr>
        <p:cNvPr id="4356" name="Shape 4356"/>
        <p:cNvGrpSpPr/>
        <p:nvPr/>
      </p:nvGrpSpPr>
      <p:grpSpPr>
        <a:xfrm>
          <a:off x="0" y="0"/>
          <a:ext cx="0" cy="0"/>
          <a:chOff x="0" y="0"/>
          <a:chExt cx="0" cy="0"/>
        </a:xfrm>
      </p:grpSpPr>
      <p:pic>
        <p:nvPicPr>
          <p:cNvPr id="4357" name="Google Shape;4357;p150"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58" name="Google Shape;4358;p150"/>
          <p:cNvPicPr preferRelativeResize="0"/>
          <p:nvPr/>
        </p:nvPicPr>
        <p:blipFill>
          <a:blip r:embed="rId3">
            <a:alphaModFix/>
          </a:blip>
          <a:stretch>
            <a:fillRect/>
          </a:stretch>
        </p:blipFill>
        <p:spPr>
          <a:xfrm>
            <a:off x="5299725" y="2452500"/>
            <a:ext cx="7688551" cy="5381999"/>
          </a:xfrm>
          <a:prstGeom prst="rect">
            <a:avLst/>
          </a:prstGeom>
          <a:noFill/>
          <a:ln>
            <a:noFill/>
          </a:ln>
        </p:spPr>
      </p:pic>
      <p:pic>
        <p:nvPicPr>
          <p:cNvPr id="4359" name="Google Shape;4359;p150"/>
          <p:cNvPicPr preferRelativeResize="0"/>
          <p:nvPr/>
        </p:nvPicPr>
        <p:blipFill>
          <a:blip r:embed="rId4">
            <a:alphaModFix/>
          </a:blip>
          <a:stretch>
            <a:fillRect/>
          </a:stretch>
        </p:blipFill>
        <p:spPr>
          <a:xfrm>
            <a:off x="4572000" y="7505091"/>
            <a:ext cx="8572501" cy="3540050"/>
          </a:xfrm>
          <a:prstGeom prst="rect">
            <a:avLst/>
          </a:prstGeom>
          <a:noFill/>
          <a:ln>
            <a:noFill/>
          </a:ln>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FLS">
  <p:cSld name="TITLE_1_1_1_1_1_1_1_1_1_1_1_1_1_1_1_1_1_1_1_1_1_1_1_1_1_1_1_1_1_1_1_1_1_1_1_1_1_1_1_1_1_1_1_1_1_1_1_1_1">
    <p:bg>
      <p:bgPr>
        <a:solidFill>
          <a:schemeClr val="accent6"/>
        </a:solidFill>
      </p:bgPr>
    </p:bg>
    <p:spTree>
      <p:nvGrpSpPr>
        <p:cNvPr id="4360" name="Shape 4360"/>
        <p:cNvGrpSpPr/>
        <p:nvPr/>
      </p:nvGrpSpPr>
      <p:grpSpPr>
        <a:xfrm>
          <a:off x="0" y="0"/>
          <a:ext cx="0" cy="0"/>
          <a:chOff x="0" y="0"/>
          <a:chExt cx="0" cy="0"/>
        </a:xfrm>
      </p:grpSpPr>
      <p:sp>
        <p:nvSpPr>
          <p:cNvPr id="4361" name="Google Shape;4361;p151"/>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Forward-looking statements</a:t>
            </a:r>
            <a:endParaRPr sz="5400">
              <a:solidFill>
                <a:schemeClr val="dk1"/>
              </a:solidFill>
              <a:latin typeface="Avant Garde Demi SFDC"/>
              <a:ea typeface="Avant Garde Demi SFDC"/>
              <a:cs typeface="Avant Garde Demi SFDC"/>
              <a:sym typeface="Avant Garde Demi SFDC"/>
            </a:endParaRPr>
          </a:p>
        </p:txBody>
      </p:sp>
      <p:sp>
        <p:nvSpPr>
          <p:cNvPr id="4362" name="Google Shape;4362;p151"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4363" name="Google Shape;4363;p151"/>
          <p:cNvSpPr txBox="1"/>
          <p:nvPr/>
        </p:nvSpPr>
        <p:spPr>
          <a:xfrm>
            <a:off x="13199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pic>
        <p:nvPicPr>
          <p:cNvPr id="4364" name="Google Shape;4364;p15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FLS">
  <p:cSld name="TITLE_1_1_1_1_1_1_1_1_1_1_1_1_1_1_1_1_1_1_1_1_1_1_1_1_1_1_1_1_1_1_1_1_1_1_1_1_1_1_1_1_1_1_1_1_1_1_1_1_1_1">
    <p:bg>
      <p:bgPr>
        <a:solidFill>
          <a:srgbClr val="CFE9FE"/>
        </a:solidFill>
      </p:bgPr>
    </p:bg>
    <p:spTree>
      <p:nvGrpSpPr>
        <p:cNvPr id="4365" name="Shape 4365"/>
        <p:cNvGrpSpPr/>
        <p:nvPr/>
      </p:nvGrpSpPr>
      <p:grpSpPr>
        <a:xfrm>
          <a:off x="0" y="0"/>
          <a:ext cx="0" cy="0"/>
          <a:chOff x="0" y="0"/>
          <a:chExt cx="0" cy="0"/>
        </a:xfrm>
      </p:grpSpPr>
      <p:pic>
        <p:nvPicPr>
          <p:cNvPr id="4366" name="Google Shape;4366;p15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67" name="Google Shape;4367;p152"/>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368" name="Google Shape;4368;p152"/>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lt1"/>
                </a:solidFill>
                <a:latin typeface="Avant Garde Demi SFDC"/>
                <a:ea typeface="Avant Garde Demi SFDC"/>
                <a:cs typeface="Avant Garde Demi SFDC"/>
                <a:sym typeface="Avant Garde Demi SFDC"/>
              </a:rPr>
              <a:t>Forward-looking statements</a:t>
            </a:r>
            <a:endParaRPr sz="5400">
              <a:solidFill>
                <a:schemeClr val="lt1"/>
              </a:solidFill>
              <a:latin typeface="Avant Garde Demi SFDC"/>
              <a:ea typeface="Avant Garde Demi SFDC"/>
              <a:cs typeface="Avant Garde Demi SFDC"/>
              <a:sym typeface="Avant Garde Demi SFDC"/>
            </a:endParaRPr>
          </a:p>
        </p:txBody>
      </p:sp>
      <p:sp>
        <p:nvSpPr>
          <p:cNvPr id="4369" name="Google Shape;4369;p152"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4370" name="Google Shape;4370;p152"/>
          <p:cNvSpPr txBox="1"/>
          <p:nvPr/>
        </p:nvSpPr>
        <p:spPr>
          <a:xfrm>
            <a:off x="13434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Calendar ">
  <p:cSld name="TITLE_1_1_1_1_1_1_1_1_1_1_1_1_1_1_1_1_1_1_1_1_1_2_4">
    <p:bg>
      <p:bgPr>
        <a:solidFill>
          <a:schemeClr val="accent6"/>
        </a:solidFill>
      </p:bgPr>
    </p:bg>
    <p:spTree>
      <p:nvGrpSpPr>
        <p:cNvPr id="4371" name="Shape 4371"/>
        <p:cNvGrpSpPr/>
        <p:nvPr/>
      </p:nvGrpSpPr>
      <p:grpSpPr>
        <a:xfrm>
          <a:off x="0" y="0"/>
          <a:ext cx="0" cy="0"/>
          <a:chOff x="0" y="0"/>
          <a:chExt cx="0" cy="0"/>
        </a:xfrm>
      </p:grpSpPr>
      <p:sp>
        <p:nvSpPr>
          <p:cNvPr id="4372" name="Google Shape;4372;p15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373" name="Google Shape;4373;p15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374" name="Google Shape;4374;p15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4375" name="Google Shape;4375;p15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4376" name="Google Shape;4376;p153"/>
          <p:cNvSpPr/>
          <p:nvPr/>
        </p:nvSpPr>
        <p:spPr>
          <a:xfrm>
            <a:off x="85725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7" name="Google Shape;4377;p153"/>
          <p:cNvSpPr/>
          <p:nvPr/>
        </p:nvSpPr>
        <p:spPr>
          <a:xfrm>
            <a:off x="4249875"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8" name="Google Shape;4378;p153"/>
          <p:cNvSpPr/>
          <p:nvPr/>
        </p:nvSpPr>
        <p:spPr>
          <a:xfrm>
            <a:off x="764250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9" name="Google Shape;4379;p153"/>
          <p:cNvSpPr/>
          <p:nvPr/>
        </p:nvSpPr>
        <p:spPr>
          <a:xfrm>
            <a:off x="11035126"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0" name="Google Shape;4380;p153"/>
          <p:cNvSpPr/>
          <p:nvPr/>
        </p:nvSpPr>
        <p:spPr>
          <a:xfrm>
            <a:off x="14427751"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1" name="Google Shape;4381;p153"/>
          <p:cNvSpPr/>
          <p:nvPr/>
        </p:nvSpPr>
        <p:spPr>
          <a:xfrm>
            <a:off x="1014076"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2" name="Google Shape;4382;p153"/>
          <p:cNvSpPr txBox="1"/>
          <p:nvPr/>
        </p:nvSpPr>
        <p:spPr>
          <a:xfrm>
            <a:off x="1207467"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Monday</a:t>
            </a:r>
            <a:endParaRPr sz="2000">
              <a:solidFill>
                <a:schemeClr val="lt1"/>
              </a:solidFill>
              <a:latin typeface="Avant Garde Demi SFDC"/>
              <a:ea typeface="Avant Garde Demi SFDC"/>
              <a:cs typeface="Avant Garde Demi SFDC"/>
              <a:sym typeface="Avant Garde Demi SFDC"/>
            </a:endParaRPr>
          </a:p>
        </p:txBody>
      </p:sp>
      <p:sp>
        <p:nvSpPr>
          <p:cNvPr id="4383" name="Google Shape;4383;p153"/>
          <p:cNvSpPr/>
          <p:nvPr/>
        </p:nvSpPr>
        <p:spPr>
          <a:xfrm>
            <a:off x="4406794"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4" name="Google Shape;4384;p153"/>
          <p:cNvSpPr txBox="1"/>
          <p:nvPr/>
        </p:nvSpPr>
        <p:spPr>
          <a:xfrm>
            <a:off x="4600185"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Tuesday</a:t>
            </a:r>
            <a:endParaRPr sz="2000">
              <a:solidFill>
                <a:schemeClr val="lt1"/>
              </a:solidFill>
              <a:latin typeface="Avant Garde Demi SFDC"/>
              <a:ea typeface="Avant Garde Demi SFDC"/>
              <a:cs typeface="Avant Garde Demi SFDC"/>
              <a:sym typeface="Avant Garde Demi SFDC"/>
            </a:endParaRPr>
          </a:p>
        </p:txBody>
      </p:sp>
      <p:sp>
        <p:nvSpPr>
          <p:cNvPr id="4385" name="Google Shape;4385;p153"/>
          <p:cNvSpPr/>
          <p:nvPr/>
        </p:nvSpPr>
        <p:spPr>
          <a:xfrm>
            <a:off x="7799422"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6" name="Google Shape;4386;p153"/>
          <p:cNvSpPr txBox="1"/>
          <p:nvPr/>
        </p:nvSpPr>
        <p:spPr>
          <a:xfrm>
            <a:off x="7992813"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Wednesday</a:t>
            </a:r>
            <a:endParaRPr sz="2000">
              <a:solidFill>
                <a:schemeClr val="lt1"/>
              </a:solidFill>
              <a:latin typeface="Avant Garde Demi SFDC"/>
              <a:ea typeface="Avant Garde Demi SFDC"/>
              <a:cs typeface="Avant Garde Demi SFDC"/>
              <a:sym typeface="Avant Garde Demi SFDC"/>
            </a:endParaRPr>
          </a:p>
        </p:txBody>
      </p:sp>
      <p:sp>
        <p:nvSpPr>
          <p:cNvPr id="4387" name="Google Shape;4387;p153"/>
          <p:cNvSpPr/>
          <p:nvPr/>
        </p:nvSpPr>
        <p:spPr>
          <a:xfrm>
            <a:off x="11192050"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8" name="Google Shape;4388;p153"/>
          <p:cNvSpPr txBox="1"/>
          <p:nvPr/>
        </p:nvSpPr>
        <p:spPr>
          <a:xfrm>
            <a:off x="11385441"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Thursday</a:t>
            </a:r>
            <a:endParaRPr sz="2000">
              <a:solidFill>
                <a:schemeClr val="lt1"/>
              </a:solidFill>
              <a:latin typeface="Avant Garde Demi SFDC"/>
              <a:ea typeface="Avant Garde Demi SFDC"/>
              <a:cs typeface="Avant Garde Demi SFDC"/>
              <a:sym typeface="Avant Garde Demi SFDC"/>
            </a:endParaRPr>
          </a:p>
        </p:txBody>
      </p:sp>
      <p:sp>
        <p:nvSpPr>
          <p:cNvPr id="4389" name="Google Shape;4389;p153"/>
          <p:cNvSpPr/>
          <p:nvPr/>
        </p:nvSpPr>
        <p:spPr>
          <a:xfrm>
            <a:off x="14584677"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90" name="Google Shape;4390;p153"/>
          <p:cNvSpPr txBox="1"/>
          <p:nvPr/>
        </p:nvSpPr>
        <p:spPr>
          <a:xfrm>
            <a:off x="14778069"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Friday</a:t>
            </a:r>
            <a:endParaRPr sz="2000">
              <a:solidFill>
                <a:schemeClr val="lt1"/>
              </a:solidFill>
              <a:latin typeface="Avant Garde Demi SFDC"/>
              <a:ea typeface="Avant Garde Demi SFDC"/>
              <a:cs typeface="Avant Garde Demi SFDC"/>
              <a:sym typeface="Avant Garde Demi SFDC"/>
            </a:endParaRPr>
          </a:p>
        </p:txBody>
      </p:sp>
      <p:sp>
        <p:nvSpPr>
          <p:cNvPr id="4391" name="Google Shape;4391;p153"/>
          <p:cNvSpPr txBox="1"/>
          <p:nvPr>
            <p:ph idx="3" type="title"/>
          </p:nvPr>
        </p:nvSpPr>
        <p:spPr>
          <a:xfrm>
            <a:off x="12076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2" name="Google Shape;4392;p153"/>
          <p:cNvSpPr txBox="1"/>
          <p:nvPr>
            <p:ph idx="4" type="title"/>
          </p:nvPr>
        </p:nvSpPr>
        <p:spPr>
          <a:xfrm>
            <a:off x="460027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3" name="Google Shape;4393;p153"/>
          <p:cNvSpPr txBox="1"/>
          <p:nvPr>
            <p:ph idx="5" type="title"/>
          </p:nvPr>
        </p:nvSpPr>
        <p:spPr>
          <a:xfrm>
            <a:off x="799290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4" name="Google Shape;4394;p153"/>
          <p:cNvSpPr txBox="1"/>
          <p:nvPr>
            <p:ph idx="6" type="title"/>
          </p:nvPr>
        </p:nvSpPr>
        <p:spPr>
          <a:xfrm>
            <a:off x="1138552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5" name="Google Shape;4395;p153"/>
          <p:cNvSpPr txBox="1"/>
          <p:nvPr>
            <p:ph idx="7" type="title"/>
          </p:nvPr>
        </p:nvSpPr>
        <p:spPr>
          <a:xfrm>
            <a:off x="147781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pic>
        <p:nvPicPr>
          <p:cNvPr descr="Yellow_single_sparkle.png" id="4396" name="Google Shape;4396;p153"/>
          <p:cNvPicPr preferRelativeResize="0"/>
          <p:nvPr/>
        </p:nvPicPr>
        <p:blipFill rotWithShape="1">
          <a:blip r:embed="rId3">
            <a:alphaModFix/>
          </a:blip>
          <a:srcRect b="0" l="0" r="0" t="0"/>
          <a:stretch/>
        </p:blipFill>
        <p:spPr>
          <a:xfrm rot="618519">
            <a:off x="17716618" y="8037292"/>
            <a:ext cx="336404" cy="340708"/>
          </a:xfrm>
          <a:prstGeom prst="rect">
            <a:avLst/>
          </a:prstGeom>
          <a:noFill/>
          <a:ln>
            <a:noFill/>
          </a:ln>
        </p:spPr>
      </p:pic>
      <p:pic>
        <p:nvPicPr>
          <p:cNvPr descr="Yellow_single_sparkle.png" id="4397" name="Google Shape;4397;p153"/>
          <p:cNvPicPr preferRelativeResize="0"/>
          <p:nvPr/>
        </p:nvPicPr>
        <p:blipFill rotWithShape="1">
          <a:blip r:embed="rId3">
            <a:alphaModFix/>
          </a:blip>
          <a:srcRect b="0" l="0" r="0" t="0"/>
          <a:stretch/>
        </p:blipFill>
        <p:spPr>
          <a:xfrm rot="-669029">
            <a:off x="16923044" y="8209249"/>
            <a:ext cx="768236" cy="778064"/>
          </a:xfrm>
          <a:prstGeom prst="rect">
            <a:avLst/>
          </a:prstGeom>
          <a:noFill/>
          <a:ln>
            <a:noFill/>
          </a:ln>
        </p:spPr>
      </p:pic>
      <p:pic>
        <p:nvPicPr>
          <p:cNvPr descr="alt=&quot;&quot;" id="4398" name="Google Shape;4398;p153"/>
          <p:cNvPicPr preferRelativeResize="0"/>
          <p:nvPr/>
        </p:nvPicPr>
        <p:blipFill rotWithShape="1">
          <a:blip r:embed="rId3">
            <a:alphaModFix/>
          </a:blip>
          <a:srcRect b="0" l="0" r="0" t="0"/>
          <a:stretch/>
        </p:blipFill>
        <p:spPr>
          <a:xfrm rot="-1107206">
            <a:off x="292166" y="2423508"/>
            <a:ext cx="485211" cy="491419"/>
          </a:xfrm>
          <a:prstGeom prst="rect">
            <a:avLst/>
          </a:prstGeom>
          <a:noFill/>
          <a:ln>
            <a:noFill/>
          </a:ln>
        </p:spPr>
      </p:pic>
      <p:pic>
        <p:nvPicPr>
          <p:cNvPr descr="alt=&quot;&quot;" id="4399" name="Google Shape;4399;p153"/>
          <p:cNvPicPr preferRelativeResize="0"/>
          <p:nvPr/>
        </p:nvPicPr>
        <p:blipFill rotWithShape="1">
          <a:blip r:embed="rId3">
            <a:alphaModFix/>
          </a:blip>
          <a:srcRect b="0" l="0" r="0" t="0"/>
          <a:stretch/>
        </p:blipFill>
        <p:spPr>
          <a:xfrm rot="450588">
            <a:off x="390984" y="3078575"/>
            <a:ext cx="189095" cy="191530"/>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NoC">
  <p:cSld name="TITLE_1_1_1_1_1_1_1_1_1_1_1_1_1_1_1_1_1_1_1_1_1_1_1_1_1_1_1_1_1_1_1_1_1_1_1_1_1_1_1_1_1_1_1_1_1_1_1_1_1_2">
    <p:bg>
      <p:bgPr>
        <a:solidFill>
          <a:srgbClr val="CFE9FE"/>
        </a:solidFill>
      </p:bgPr>
    </p:bg>
    <p:spTree>
      <p:nvGrpSpPr>
        <p:cNvPr id="4400" name="Shape 4400"/>
        <p:cNvGrpSpPr/>
        <p:nvPr/>
      </p:nvGrpSpPr>
      <p:grpSpPr>
        <a:xfrm>
          <a:off x="0" y="0"/>
          <a:ext cx="0" cy="0"/>
          <a:chOff x="0" y="0"/>
          <a:chExt cx="0" cy="0"/>
        </a:xfrm>
      </p:grpSpPr>
      <p:sp>
        <p:nvSpPr>
          <p:cNvPr id="4401" name="Google Shape;4401;p154"/>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Notice of confidentiality</a:t>
            </a:r>
            <a:endParaRPr sz="5400">
              <a:solidFill>
                <a:schemeClr val="dk1"/>
              </a:solidFill>
              <a:latin typeface="Avant Garde Demi SFDC"/>
              <a:ea typeface="Avant Garde Demi SFDC"/>
              <a:cs typeface="Avant Garde Demi SFDC"/>
              <a:sym typeface="Avant Garde Demi SFDC"/>
            </a:endParaRPr>
          </a:p>
        </p:txBody>
      </p:sp>
      <p:sp>
        <p:nvSpPr>
          <p:cNvPr id="4402" name="Google Shape;4402;p154"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pic>
        <p:nvPicPr>
          <p:cNvPr id="4403" name="Google Shape;4403;p15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04" name="Google Shape;4404;p154"/>
          <p:cNvPicPr preferRelativeResize="0"/>
          <p:nvPr/>
        </p:nvPicPr>
        <p:blipFill rotWithShape="1">
          <a:blip r:embed="rId3">
            <a:alphaModFix/>
          </a:blip>
          <a:srcRect b="20754" l="3941" r="72741" t="17734"/>
          <a:stretch/>
        </p:blipFill>
        <p:spPr>
          <a:xfrm>
            <a:off x="1486825" y="3902925"/>
            <a:ext cx="3656673" cy="3786776"/>
          </a:xfrm>
          <a:prstGeom prst="rect">
            <a:avLst/>
          </a:prstGeom>
          <a:noFill/>
          <a:ln>
            <a:noFill/>
          </a:ln>
        </p:spPr>
      </p:pic>
      <p:sp>
        <p:nvSpPr>
          <p:cNvPr id="4405" name="Google Shape;4405;p154"/>
          <p:cNvSpPr txBox="1"/>
          <p:nvPr/>
        </p:nvSpPr>
        <p:spPr>
          <a:xfrm>
            <a:off x="6118768" y="4068438"/>
            <a:ext cx="9777000" cy="344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4263">
                <a:solidFill>
                  <a:srgbClr val="003366"/>
                </a:solidFill>
                <a:latin typeface="Salesforce Sans"/>
                <a:ea typeface="Salesforce Sans"/>
                <a:cs typeface="Salesforce Sans"/>
                <a:sym typeface="Salesforce Sans"/>
              </a:rPr>
              <a:t>The contents of this presentation are confidential and are intended solely </a:t>
            </a:r>
            <a:br>
              <a:rPr lang="en" sz="4263">
                <a:solidFill>
                  <a:srgbClr val="003366"/>
                </a:solidFill>
                <a:latin typeface="Salesforce Sans"/>
                <a:ea typeface="Salesforce Sans"/>
                <a:cs typeface="Salesforce Sans"/>
                <a:sym typeface="Salesforce Sans"/>
              </a:rPr>
            </a:br>
            <a:r>
              <a:rPr lang="en" sz="4263">
                <a:solidFill>
                  <a:srgbClr val="003366"/>
                </a:solidFill>
                <a:latin typeface="Salesforce Sans"/>
                <a:ea typeface="Salesforce Sans"/>
                <a:cs typeface="Salesforce Sans"/>
                <a:sym typeface="Salesforce Sans"/>
              </a:rPr>
              <a:t>for internal purposes. </a:t>
            </a:r>
            <a:r>
              <a:rPr b="1" lang="en" sz="4263">
                <a:solidFill>
                  <a:srgbClr val="003366"/>
                </a:solidFill>
                <a:latin typeface="Salesforce Sans"/>
                <a:ea typeface="Salesforce Sans"/>
                <a:cs typeface="Salesforce Sans"/>
                <a:sym typeface="Salesforce Sans"/>
              </a:rPr>
              <a:t>The contents </a:t>
            </a:r>
            <a:br>
              <a:rPr b="1" lang="en" sz="4263">
                <a:solidFill>
                  <a:srgbClr val="003366"/>
                </a:solidFill>
                <a:latin typeface="Salesforce Sans"/>
                <a:ea typeface="Salesforce Sans"/>
                <a:cs typeface="Salesforce Sans"/>
                <a:sym typeface="Salesforce Sans"/>
              </a:rPr>
            </a:br>
            <a:r>
              <a:rPr b="1" lang="en" sz="4263">
                <a:solidFill>
                  <a:srgbClr val="003366"/>
                </a:solidFill>
                <a:latin typeface="Salesforce Sans"/>
                <a:ea typeface="Salesforce Sans"/>
                <a:cs typeface="Salesforce Sans"/>
                <a:sym typeface="Salesforce Sans"/>
              </a:rPr>
              <a:t>are shared with you in trust.</a:t>
            </a:r>
            <a:endParaRPr sz="3654">
              <a:solidFill>
                <a:srgbClr val="59575C"/>
              </a:solidFill>
              <a:latin typeface="Salesforce Sans"/>
              <a:ea typeface="Salesforce Sans"/>
              <a:cs typeface="Salesforce Sans"/>
              <a:sym typeface="Salesforce Sans"/>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Gradient Reverse">
  <p:cSld name="CUSTOM_4">
    <p:bg>
      <p:bgPr>
        <a:gradFill>
          <a:gsLst>
            <a:gs pos="0">
              <a:srgbClr val="90D0FE"/>
            </a:gs>
            <a:gs pos="100000">
              <a:srgbClr val="EAF5FE"/>
            </a:gs>
          </a:gsLst>
          <a:lin ang="5400012" scaled="0"/>
        </a:gradFill>
      </p:bgPr>
    </p:bg>
    <p:spTree>
      <p:nvGrpSpPr>
        <p:cNvPr id="4406" name="Shape 4406"/>
        <p:cNvGrpSpPr/>
        <p:nvPr/>
      </p:nvGrpSpPr>
      <p:grpSpPr>
        <a:xfrm>
          <a:off x="0" y="0"/>
          <a:ext cx="0" cy="0"/>
          <a:chOff x="0" y="0"/>
          <a:chExt cx="0" cy="0"/>
        </a:xfrm>
      </p:grpSpPr>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TITLE_1_4">
    <p:bg>
      <p:bgPr>
        <a:solidFill>
          <a:srgbClr val="CFE9FE"/>
        </a:solidFill>
      </p:bgPr>
    </p:bg>
    <p:spTree>
      <p:nvGrpSpPr>
        <p:cNvPr id="4407" name="Shape 4407"/>
        <p:cNvGrpSpPr/>
        <p:nvPr/>
      </p:nvGrpSpPr>
      <p:grpSpPr>
        <a:xfrm>
          <a:off x="0" y="0"/>
          <a:ext cx="0" cy="0"/>
          <a:chOff x="0" y="0"/>
          <a:chExt cx="0" cy="0"/>
        </a:xfrm>
      </p:grpSpPr>
      <p:sp>
        <p:nvSpPr>
          <p:cNvPr id="4408" name="Google Shape;4408;p156"/>
          <p:cNvSpPr txBox="1"/>
          <p:nvPr>
            <p:ph idx="12" type="sldNum"/>
          </p:nvPr>
        </p:nvSpPr>
        <p:spPr>
          <a:xfrm>
            <a:off x="24383999" y="9204037"/>
            <a:ext cx="4267200" cy="660900"/>
          </a:xfrm>
          <a:prstGeom prst="rect">
            <a:avLst/>
          </a:prstGeom>
          <a:noFill/>
          <a:ln>
            <a:noFill/>
          </a:ln>
        </p:spPr>
        <p:txBody>
          <a:bodyPr anchorCtr="0" anchor="ctr" bIns="182825" lIns="182825" spcFirstLastPara="1" rIns="182825" wrap="square" tIns="182825">
            <a:normAutofit/>
          </a:bodyPr>
          <a:lstStyle>
            <a:lvl1pPr indent="0" lvl="0"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1pPr>
            <a:lvl2pPr indent="0" lvl="1"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2pPr>
            <a:lvl3pPr indent="0" lvl="2"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3pPr>
            <a:lvl4pPr indent="0" lvl="3"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4pPr>
            <a:lvl5pPr indent="0" lvl="4"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5pPr>
            <a:lvl6pPr indent="0" lvl="5"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6pPr>
            <a:lvl7pPr indent="0" lvl="6"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7pPr>
            <a:lvl8pPr indent="0" lvl="7"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8pPr>
            <a:lvl9pPr indent="0" lvl="8"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b="0" i="0" u="none" cap="none" strike="noStrik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with Light Stage">
  <p:cSld name="CUSTOM_1_1">
    <p:bg>
      <p:bgPr>
        <a:solidFill>
          <a:srgbClr val="CFE9FE"/>
        </a:solidFill>
      </p:bgPr>
    </p:bg>
    <p:spTree>
      <p:nvGrpSpPr>
        <p:cNvPr id="4409" name="Shape 4409"/>
        <p:cNvGrpSpPr/>
        <p:nvPr/>
      </p:nvGrpSpPr>
      <p:grpSpPr>
        <a:xfrm>
          <a:off x="0" y="0"/>
          <a:ext cx="0" cy="0"/>
          <a:chOff x="0" y="0"/>
          <a:chExt cx="0" cy="0"/>
        </a:xfrm>
      </p:grpSpPr>
      <p:pic>
        <p:nvPicPr>
          <p:cNvPr id="4410" name="Google Shape;4410;p157"/>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4411" name="Google Shape;4411;p157"/>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Aubergine product">
  <p:cSld name="TITLE_1_1_1_1_1_1_1_1_1_1_1_1_1_1_1_1_1_1_1_1_1_1_1_1_1_1_1_1_2_1_1_1_1_1_1_1_1_1">
    <p:bg>
      <p:bgPr>
        <a:solidFill>
          <a:srgbClr val="CFE9FE"/>
        </a:solidFill>
      </p:bgPr>
    </p:bg>
    <p:spTree>
      <p:nvGrpSpPr>
        <p:cNvPr id="4412" name="Shape 4412"/>
        <p:cNvGrpSpPr/>
        <p:nvPr/>
      </p:nvGrpSpPr>
      <p:grpSpPr>
        <a:xfrm>
          <a:off x="0" y="0"/>
          <a:ext cx="0" cy="0"/>
          <a:chOff x="0" y="0"/>
          <a:chExt cx="0" cy="0"/>
        </a:xfrm>
      </p:grpSpPr>
      <p:pic>
        <p:nvPicPr>
          <p:cNvPr id="4413" name="Google Shape;4413;p158" title="slack-bg.jp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ales Cloud">
  <p:cSld name="TITLE_1_1_1_1_1_1_1_1_1_1_1_1_1_1_1_1_1_1_1_1_1_1_1_1_1_1_1_1_2_1_1">
    <p:bg>
      <p:bgPr>
        <a:solidFill>
          <a:srgbClr val="CFE9FE"/>
        </a:solidFill>
      </p:bgPr>
    </p:bg>
    <p:spTree>
      <p:nvGrpSpPr>
        <p:cNvPr id="4414" name="Shape 4414"/>
        <p:cNvGrpSpPr/>
        <p:nvPr/>
      </p:nvGrpSpPr>
      <p:grpSpPr>
        <a:xfrm>
          <a:off x="0" y="0"/>
          <a:ext cx="0" cy="0"/>
          <a:chOff x="0" y="0"/>
          <a:chExt cx="0" cy="0"/>
        </a:xfrm>
      </p:grpSpPr>
      <p:pic>
        <p:nvPicPr>
          <p:cNvPr id="4415" name="Google Shape;4415;p159"/>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16" name="Google Shape;4416;p159"/>
          <p:cNvPicPr preferRelativeResize="0"/>
          <p:nvPr/>
        </p:nvPicPr>
        <p:blipFill>
          <a:blip r:embed="rId3">
            <a:alphaModFix/>
          </a:blip>
          <a:stretch>
            <a:fillRect/>
          </a:stretch>
        </p:blipFill>
        <p:spPr>
          <a:xfrm>
            <a:off x="34" y="0"/>
            <a:ext cx="18287933" cy="10287000"/>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ervice">
  <p:cSld name="TITLE_1_1_1_1_1_1_1_1_1_1_1_1_1_1_1_1_1_1_1_1_1_1_1_1_1_1_1_1_2_1_1_1">
    <p:bg>
      <p:bgPr>
        <a:solidFill>
          <a:srgbClr val="CFE9FE"/>
        </a:solidFill>
      </p:bgPr>
    </p:bg>
    <p:spTree>
      <p:nvGrpSpPr>
        <p:cNvPr id="4417" name="Shape 4417"/>
        <p:cNvGrpSpPr/>
        <p:nvPr/>
      </p:nvGrpSpPr>
      <p:grpSpPr>
        <a:xfrm>
          <a:off x="0" y="0"/>
          <a:ext cx="0" cy="0"/>
          <a:chOff x="0" y="0"/>
          <a:chExt cx="0" cy="0"/>
        </a:xfrm>
      </p:grpSpPr>
      <p:pic>
        <p:nvPicPr>
          <p:cNvPr id="4418" name="Google Shape;4418;p160"/>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19" name="Google Shape;4419;p160" title="service-bg.jpg"/>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Electric Blue product">
  <p:cSld name="TITLE_1_1_1_1_1_1_1_1_1_1_1_1_1_1_1_1_1_1_1_1_1_1_1_1_1_1_1_1_2_1_1_1_1_1_1_1_1_2">
    <p:bg>
      <p:bgPr>
        <a:solidFill>
          <a:srgbClr val="CFE9FE"/>
        </a:solidFill>
      </p:bgPr>
    </p:bg>
    <p:spTree>
      <p:nvGrpSpPr>
        <p:cNvPr id="4420" name="Shape 4420"/>
        <p:cNvGrpSpPr/>
        <p:nvPr/>
      </p:nvGrpSpPr>
      <p:grpSpPr>
        <a:xfrm>
          <a:off x="0" y="0"/>
          <a:ext cx="0" cy="0"/>
          <a:chOff x="0" y="0"/>
          <a:chExt cx="0" cy="0"/>
        </a:xfrm>
      </p:grpSpPr>
      <p:pic>
        <p:nvPicPr>
          <p:cNvPr id="4421" name="Google Shape;4421;p161"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Marketing">
  <p:cSld name="TITLE_1_1_1_1_1_1_1_1_1_1_1_1_1_1_1_1_1_1_1_1_1_1_1_1_1_1_1_1_2_1_1_1_1">
    <p:bg>
      <p:bgPr>
        <a:solidFill>
          <a:srgbClr val="CFE9FE"/>
        </a:solidFill>
      </p:bgPr>
    </p:bg>
    <p:spTree>
      <p:nvGrpSpPr>
        <p:cNvPr id="4422" name="Shape 4422"/>
        <p:cNvGrpSpPr/>
        <p:nvPr/>
      </p:nvGrpSpPr>
      <p:grpSpPr>
        <a:xfrm>
          <a:off x="0" y="0"/>
          <a:ext cx="0" cy="0"/>
          <a:chOff x="0" y="0"/>
          <a:chExt cx="0" cy="0"/>
        </a:xfrm>
      </p:grpSpPr>
      <p:pic>
        <p:nvPicPr>
          <p:cNvPr id="4423" name="Google Shape;4423;p162" title="mktg-bg.jpeg"/>
          <p:cNvPicPr preferRelativeResize="0"/>
          <p:nvPr/>
        </p:nvPicPr>
        <p:blipFill rotWithShape="1">
          <a:blip r:embed="rId2">
            <a:alphaModFix/>
          </a:blip>
          <a:srcRect b="0" l="338" r="338" t="0"/>
          <a:stretch/>
        </p:blipFill>
        <p:spPr>
          <a:xfrm>
            <a:off x="-53754" y="-68029"/>
            <a:ext cx="18470952" cy="10461074"/>
          </a:xfrm>
          <a:prstGeom prst="rect">
            <a:avLst/>
          </a:prstGeom>
          <a:noFill/>
          <a:ln>
            <a:noFill/>
          </a:ln>
        </p:spPr>
      </p:pic>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Commerce">
  <p:cSld name="TITLE_1_1_1_1_1_1_1_1_1_1_1_1_1_1_1_1_1_1_1_1_1_1_1_1_1_1_1_1_2_1_1_1_1_1">
    <p:bg>
      <p:bgPr>
        <a:solidFill>
          <a:srgbClr val="CFE9FE"/>
        </a:solidFill>
      </p:bgPr>
    </p:bg>
    <p:spTree>
      <p:nvGrpSpPr>
        <p:cNvPr id="4424" name="Shape 4424"/>
        <p:cNvGrpSpPr/>
        <p:nvPr/>
      </p:nvGrpSpPr>
      <p:grpSpPr>
        <a:xfrm>
          <a:off x="0" y="0"/>
          <a:ext cx="0" cy="0"/>
          <a:chOff x="0" y="0"/>
          <a:chExt cx="0" cy="0"/>
        </a:xfrm>
      </p:grpSpPr>
      <p:pic>
        <p:nvPicPr>
          <p:cNvPr id="4425" name="Google Shape;4425;p163" title="commerce-bg.jp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Tableau">
  <p:cSld name="TITLE_1_1_1_1_1_1_1_1_1_1_1_1_1_1_1_1_1_1_1_1_1_1_1_1_1_1_1_1_2_1_1_1_1_1_1">
    <p:bg>
      <p:bgPr>
        <a:solidFill>
          <a:srgbClr val="CFE9FE"/>
        </a:solidFill>
      </p:bgPr>
    </p:bg>
    <p:spTree>
      <p:nvGrpSpPr>
        <p:cNvPr id="4426" name="Shape 4426"/>
        <p:cNvGrpSpPr/>
        <p:nvPr/>
      </p:nvGrpSpPr>
      <p:grpSpPr>
        <a:xfrm>
          <a:off x="0" y="0"/>
          <a:ext cx="0" cy="0"/>
          <a:chOff x="0" y="0"/>
          <a:chExt cx="0" cy="0"/>
        </a:xfrm>
      </p:grpSpPr>
      <p:pic>
        <p:nvPicPr>
          <p:cNvPr id="4427" name="Google Shape;4427;p164" title="DF Slides for conversion_1920x1080 (6).005.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Purple Data">
  <p:cSld name="TITLE_1_1_1_1_1_1_1_1_1_1_1_1_1_1_1_1_1_1_1_1_1_1_1_1_1_1_1_1_2_1_1_1_1_1_1_1_1_1_1">
    <p:bg>
      <p:bgPr>
        <a:solidFill>
          <a:srgbClr val="CFE9FE"/>
        </a:solidFill>
      </p:bgPr>
    </p:bg>
    <p:spTree>
      <p:nvGrpSpPr>
        <p:cNvPr id="4428" name="Shape 4428"/>
        <p:cNvGrpSpPr/>
        <p:nvPr/>
      </p:nvGrpSpPr>
      <p:grpSpPr>
        <a:xfrm>
          <a:off x="0" y="0"/>
          <a:ext cx="0" cy="0"/>
          <a:chOff x="0" y="0"/>
          <a:chExt cx="0" cy="0"/>
        </a:xfrm>
      </p:grpSpPr>
      <p:pic>
        <p:nvPicPr>
          <p:cNvPr id="4429" name="Google Shape;4429;p165"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4430" name="Shape 4430"/>
        <p:cNvGrpSpPr/>
        <p:nvPr/>
      </p:nvGrpSpPr>
      <p:grpSpPr>
        <a:xfrm>
          <a:off x="0" y="0"/>
          <a:ext cx="0" cy="0"/>
          <a:chOff x="0" y="0"/>
          <a:chExt cx="0" cy="0"/>
        </a:xfrm>
      </p:grpSpPr>
      <p:sp>
        <p:nvSpPr>
          <p:cNvPr id="4431" name="Google Shape;4431;p166"/>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1">
  <p:cSld name="TITLE_1_1_1_1_1_1_1_1_1_1_1_1_1_1_1_1_1_1_1_1_1_1_1_1_1_1_1_2">
    <p:bg>
      <p:bgPr>
        <a:solidFill>
          <a:srgbClr val="CFE9FE"/>
        </a:solidFill>
      </p:bgPr>
    </p:bg>
    <p:spTree>
      <p:nvGrpSpPr>
        <p:cNvPr id="4432" name="Shape 4432"/>
        <p:cNvGrpSpPr/>
        <p:nvPr/>
      </p:nvGrpSpPr>
      <p:grpSpPr>
        <a:xfrm>
          <a:off x="0" y="0"/>
          <a:ext cx="0" cy="0"/>
          <a:chOff x="0" y="0"/>
          <a:chExt cx="0" cy="0"/>
        </a:xfrm>
      </p:grpSpPr>
      <p:pic>
        <p:nvPicPr>
          <p:cNvPr id="4433" name="Google Shape;4433;p16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434" name="Google Shape;4434;p167"/>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ayer" showMasterSp="0">
  <p:cSld name="TITLE_AND_BODY_5_1">
    <p:spTree>
      <p:nvGrpSpPr>
        <p:cNvPr id="4435" name="Shape 4435"/>
        <p:cNvGrpSpPr/>
        <p:nvPr/>
      </p:nvGrpSpPr>
      <p:grpSpPr>
        <a:xfrm>
          <a:off x="0" y="0"/>
          <a:ext cx="0" cy="0"/>
          <a:chOff x="0" y="0"/>
          <a:chExt cx="0" cy="0"/>
        </a:xfrm>
      </p:grpSpPr>
      <p:sp>
        <p:nvSpPr>
          <p:cNvPr id="4436" name="Google Shape;4436;p168"/>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
        <p:nvSpPr>
          <p:cNvPr id="4437" name="Google Shape;4437;p168"/>
          <p:cNvSpPr/>
          <p:nvPr/>
        </p:nvSpPr>
        <p:spPr>
          <a:xfrm>
            <a:off x="755165"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38" name="Google Shape;4438;p168"/>
          <p:cNvSpPr txBox="1"/>
          <p:nvPr/>
        </p:nvSpPr>
        <p:spPr>
          <a:xfrm>
            <a:off x="869852"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439" name="Google Shape;4439;p168"/>
          <p:cNvSpPr txBox="1"/>
          <p:nvPr/>
        </p:nvSpPr>
        <p:spPr>
          <a:xfrm>
            <a:off x="2362728"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440" name="Google Shape;4440;p168"/>
          <p:cNvSpPr txBox="1"/>
          <p:nvPr/>
        </p:nvSpPr>
        <p:spPr>
          <a:xfrm>
            <a:off x="888815" y="2036196"/>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4441" name="Google Shape;4441;p168"/>
          <p:cNvSpPr txBox="1"/>
          <p:nvPr/>
        </p:nvSpPr>
        <p:spPr>
          <a:xfrm>
            <a:off x="3726784"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442" name="Google Shape;4442;p168"/>
          <p:cNvSpPr/>
          <p:nvPr/>
        </p:nvSpPr>
        <p:spPr>
          <a:xfrm>
            <a:off x="755165" y="4315542"/>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43" name="Google Shape;4443;p168"/>
          <p:cNvSpPr txBox="1"/>
          <p:nvPr/>
        </p:nvSpPr>
        <p:spPr>
          <a:xfrm>
            <a:off x="888815" y="4415742"/>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Provider Network Management</a:t>
            </a:r>
            <a:endParaRPr sz="1600">
              <a:latin typeface="Avant Garde Demi SFDC"/>
              <a:ea typeface="Avant Garde Demi SFDC"/>
              <a:cs typeface="Avant Garde Demi SFDC"/>
              <a:sym typeface="Avant Garde Demi SFDC"/>
            </a:endParaRPr>
          </a:p>
        </p:txBody>
      </p:sp>
      <p:sp>
        <p:nvSpPr>
          <p:cNvPr id="4444" name="Google Shape;4444;p168"/>
          <p:cNvSpPr txBox="1"/>
          <p:nvPr/>
        </p:nvSpPr>
        <p:spPr>
          <a:xfrm>
            <a:off x="2362728" y="954979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Distribution Channel Management</a:t>
            </a:r>
            <a:endParaRPr sz="1600"/>
          </a:p>
        </p:txBody>
      </p:sp>
      <p:sp>
        <p:nvSpPr>
          <p:cNvPr id="4445" name="Google Shape;4445;p168"/>
          <p:cNvSpPr txBox="1"/>
          <p:nvPr/>
        </p:nvSpPr>
        <p:spPr>
          <a:xfrm>
            <a:off x="2362728" y="923293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Event Mgmt</a:t>
            </a:r>
            <a:endParaRPr sz="1600"/>
          </a:p>
        </p:txBody>
      </p:sp>
      <p:sp>
        <p:nvSpPr>
          <p:cNvPr id="4446" name="Google Shape;4446;p168"/>
          <p:cNvSpPr txBox="1"/>
          <p:nvPr/>
        </p:nvSpPr>
        <p:spPr>
          <a:xfrm>
            <a:off x="2362728" y="1936129"/>
            <a:ext cx="830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Brand Mgmt</a:t>
            </a:r>
            <a:endParaRPr sz="1600"/>
          </a:p>
        </p:txBody>
      </p:sp>
      <p:sp>
        <p:nvSpPr>
          <p:cNvPr id="4447" name="Google Shape;4447;p168"/>
          <p:cNvSpPr txBox="1"/>
          <p:nvPr/>
        </p:nvSpPr>
        <p:spPr>
          <a:xfrm>
            <a:off x="2362728" y="210268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Competitive</a:t>
            </a:r>
            <a:r>
              <a:rPr b="1" i="0" lang="en" sz="900" u="none" cap="none" strike="noStrike">
                <a:solidFill>
                  <a:srgbClr val="066AFE"/>
                </a:solidFill>
                <a:latin typeface="Arial"/>
                <a:ea typeface="Arial"/>
                <a:cs typeface="Arial"/>
                <a:sym typeface="Arial"/>
              </a:rPr>
              <a:t> </a:t>
            </a:r>
            <a:r>
              <a:rPr b="1" i="0" lang="en" sz="900" u="none" cap="none" strike="noStrike">
                <a:solidFill>
                  <a:srgbClr val="066AFE"/>
                </a:solidFill>
                <a:latin typeface="Salesforce Sans"/>
                <a:ea typeface="Salesforce Sans"/>
                <a:cs typeface="Salesforce Sans"/>
                <a:sym typeface="Salesforce Sans"/>
              </a:rPr>
              <a:t>Intelligence</a:t>
            </a:r>
            <a:endParaRPr sz="1600"/>
          </a:p>
        </p:txBody>
      </p:sp>
      <p:sp>
        <p:nvSpPr>
          <p:cNvPr id="4448" name="Google Shape;4448;p168"/>
          <p:cNvSpPr txBox="1"/>
          <p:nvPr/>
        </p:nvSpPr>
        <p:spPr>
          <a:xfrm>
            <a:off x="2362728" y="4308833"/>
            <a:ext cx="1130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Network Development (Adequacy/ Capacity Plan)</a:t>
            </a:r>
            <a:endParaRPr sz="1600"/>
          </a:p>
        </p:txBody>
      </p:sp>
      <p:sp>
        <p:nvSpPr>
          <p:cNvPr id="4449" name="Google Shape;4449;p168"/>
          <p:cNvSpPr txBox="1"/>
          <p:nvPr/>
        </p:nvSpPr>
        <p:spPr>
          <a:xfrm>
            <a:off x="2362728" y="522521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Application &amp; Credentialing</a:t>
            </a:r>
            <a:endParaRPr sz="1600"/>
          </a:p>
        </p:txBody>
      </p:sp>
      <p:sp>
        <p:nvSpPr>
          <p:cNvPr id="4450" name="Google Shape;4450;p168"/>
          <p:cNvSpPr txBox="1"/>
          <p:nvPr/>
        </p:nvSpPr>
        <p:spPr>
          <a:xfrm>
            <a:off x="2362728" y="659808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Relationship Mgmt</a:t>
            </a:r>
            <a:endParaRPr sz="1600"/>
          </a:p>
        </p:txBody>
      </p:sp>
      <p:sp>
        <p:nvSpPr>
          <p:cNvPr id="4451" name="Google Shape;4451;p168"/>
          <p:cNvSpPr txBox="1"/>
          <p:nvPr/>
        </p:nvSpPr>
        <p:spPr>
          <a:xfrm>
            <a:off x="2362728" y="256778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Product &amp; Benefit Development</a:t>
            </a:r>
            <a:endParaRPr sz="1600"/>
          </a:p>
        </p:txBody>
      </p:sp>
      <p:sp>
        <p:nvSpPr>
          <p:cNvPr id="4452" name="Google Shape;4452;p168"/>
          <p:cNvSpPr txBox="1"/>
          <p:nvPr/>
        </p:nvSpPr>
        <p:spPr>
          <a:xfrm>
            <a:off x="2362728" y="4913630"/>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Recruitment</a:t>
            </a:r>
            <a:endParaRPr sz="1600"/>
          </a:p>
        </p:txBody>
      </p:sp>
      <p:sp>
        <p:nvSpPr>
          <p:cNvPr id="4453" name="Google Shape;4453;p168"/>
          <p:cNvSpPr txBox="1"/>
          <p:nvPr/>
        </p:nvSpPr>
        <p:spPr>
          <a:xfrm>
            <a:off x="2362728" y="585481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Fee Schedule Mgmt</a:t>
            </a:r>
            <a:endParaRPr sz="1600"/>
          </a:p>
        </p:txBody>
      </p:sp>
      <p:sp>
        <p:nvSpPr>
          <p:cNvPr id="4454" name="Google Shape;4454;p168"/>
          <p:cNvSpPr txBox="1"/>
          <p:nvPr/>
        </p:nvSpPr>
        <p:spPr>
          <a:xfrm>
            <a:off x="2362728" y="869945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Campaign  Mgmt</a:t>
            </a:r>
            <a:endParaRPr sz="1600"/>
          </a:p>
        </p:txBody>
      </p:sp>
      <p:sp>
        <p:nvSpPr>
          <p:cNvPr id="4455" name="Google Shape;4455;p168"/>
          <p:cNvSpPr txBox="1"/>
          <p:nvPr/>
        </p:nvSpPr>
        <p:spPr>
          <a:xfrm>
            <a:off x="2362728" y="779546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Marketing</a:t>
            </a:r>
            <a:endParaRPr sz="1600"/>
          </a:p>
        </p:txBody>
      </p:sp>
      <p:sp>
        <p:nvSpPr>
          <p:cNvPr id="4456" name="Google Shape;4456;p168"/>
          <p:cNvSpPr txBox="1"/>
          <p:nvPr/>
        </p:nvSpPr>
        <p:spPr>
          <a:xfrm>
            <a:off x="2362728" y="411189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Formulary Mgmt</a:t>
            </a:r>
            <a:endParaRPr sz="1600"/>
          </a:p>
        </p:txBody>
      </p:sp>
      <p:sp>
        <p:nvSpPr>
          <p:cNvPr id="4457" name="Google Shape;4457;p168"/>
          <p:cNvSpPr txBox="1"/>
          <p:nvPr/>
        </p:nvSpPr>
        <p:spPr>
          <a:xfrm>
            <a:off x="2362728" y="732412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Maintenance &amp; Optimization</a:t>
            </a:r>
            <a:endParaRPr sz="1600"/>
          </a:p>
        </p:txBody>
      </p:sp>
      <p:sp>
        <p:nvSpPr>
          <p:cNvPr id="4458" name="Google Shape;4458;p168"/>
          <p:cNvSpPr txBox="1"/>
          <p:nvPr/>
        </p:nvSpPr>
        <p:spPr>
          <a:xfrm>
            <a:off x="2362728" y="9062201"/>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Lead Gen</a:t>
            </a:r>
            <a:endParaRPr sz="1600"/>
          </a:p>
        </p:txBody>
      </p:sp>
      <p:sp>
        <p:nvSpPr>
          <p:cNvPr id="4459" name="Google Shape;4459;p168"/>
          <p:cNvSpPr/>
          <p:nvPr/>
        </p:nvSpPr>
        <p:spPr>
          <a:xfrm>
            <a:off x="755165" y="781966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0" name="Google Shape;4460;p168"/>
          <p:cNvSpPr txBox="1"/>
          <p:nvPr/>
        </p:nvSpPr>
        <p:spPr>
          <a:xfrm>
            <a:off x="888815" y="7881761"/>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4461" name="Google Shape;4461;p168"/>
          <p:cNvSpPr/>
          <p:nvPr/>
        </p:nvSpPr>
        <p:spPr>
          <a:xfrm>
            <a:off x="755165" y="926030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2" name="Google Shape;4462;p168"/>
          <p:cNvSpPr txBox="1"/>
          <p:nvPr/>
        </p:nvSpPr>
        <p:spPr>
          <a:xfrm>
            <a:off x="888848" y="9322407"/>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4463" name="Google Shape;4463;p168"/>
          <p:cNvSpPr/>
          <p:nvPr/>
        </p:nvSpPr>
        <p:spPr>
          <a:xfrm>
            <a:off x="3596345" y="2280568"/>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4" name="Google Shape;4464;p168"/>
          <p:cNvSpPr/>
          <p:nvPr/>
        </p:nvSpPr>
        <p:spPr>
          <a:xfrm>
            <a:off x="3596345" y="24344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5" name="Google Shape;4465;p168"/>
          <p:cNvSpPr/>
          <p:nvPr/>
        </p:nvSpPr>
        <p:spPr>
          <a:xfrm>
            <a:off x="3596345" y="25883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6" name="Google Shape;4466;p168"/>
          <p:cNvSpPr/>
          <p:nvPr/>
        </p:nvSpPr>
        <p:spPr>
          <a:xfrm>
            <a:off x="3596345" y="27422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7" name="Google Shape;4467;p168"/>
          <p:cNvSpPr/>
          <p:nvPr/>
        </p:nvSpPr>
        <p:spPr>
          <a:xfrm>
            <a:off x="3596345" y="28961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8" name="Google Shape;4468;p168"/>
          <p:cNvSpPr/>
          <p:nvPr/>
        </p:nvSpPr>
        <p:spPr>
          <a:xfrm>
            <a:off x="3596345" y="3049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9" name="Google Shape;4469;p168"/>
          <p:cNvSpPr/>
          <p:nvPr/>
        </p:nvSpPr>
        <p:spPr>
          <a:xfrm>
            <a:off x="3596345" y="32038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0" name="Google Shape;4470;p168"/>
          <p:cNvSpPr/>
          <p:nvPr/>
        </p:nvSpPr>
        <p:spPr>
          <a:xfrm>
            <a:off x="3596345" y="335775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1" name="Google Shape;4471;p168"/>
          <p:cNvSpPr/>
          <p:nvPr/>
        </p:nvSpPr>
        <p:spPr>
          <a:xfrm>
            <a:off x="3596345" y="35116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2" name="Google Shape;4472;p168"/>
          <p:cNvSpPr/>
          <p:nvPr/>
        </p:nvSpPr>
        <p:spPr>
          <a:xfrm>
            <a:off x="3596345" y="36655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3" name="Google Shape;4473;p168"/>
          <p:cNvSpPr/>
          <p:nvPr/>
        </p:nvSpPr>
        <p:spPr>
          <a:xfrm>
            <a:off x="3596345" y="381940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4" name="Google Shape;4474;p168"/>
          <p:cNvSpPr/>
          <p:nvPr/>
        </p:nvSpPr>
        <p:spPr>
          <a:xfrm>
            <a:off x="3596345" y="39732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5" name="Google Shape;4475;p168"/>
          <p:cNvSpPr/>
          <p:nvPr/>
        </p:nvSpPr>
        <p:spPr>
          <a:xfrm>
            <a:off x="3596345" y="415693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6" name="Google Shape;4476;p168"/>
          <p:cNvSpPr/>
          <p:nvPr/>
        </p:nvSpPr>
        <p:spPr>
          <a:xfrm>
            <a:off x="3596345" y="43354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7" name="Google Shape;4477;p168"/>
          <p:cNvSpPr/>
          <p:nvPr/>
        </p:nvSpPr>
        <p:spPr>
          <a:xfrm>
            <a:off x="3596345" y="4478074"/>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8" name="Google Shape;4478;p168"/>
          <p:cNvSpPr/>
          <p:nvPr/>
        </p:nvSpPr>
        <p:spPr>
          <a:xfrm>
            <a:off x="3596345" y="462069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9" name="Google Shape;4479;p168"/>
          <p:cNvSpPr/>
          <p:nvPr/>
        </p:nvSpPr>
        <p:spPr>
          <a:xfrm>
            <a:off x="3596345" y="4763313"/>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0" name="Google Shape;4480;p168"/>
          <p:cNvSpPr/>
          <p:nvPr/>
        </p:nvSpPr>
        <p:spPr>
          <a:xfrm>
            <a:off x="3596345" y="494403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1" name="Google Shape;4481;p168"/>
          <p:cNvSpPr/>
          <p:nvPr/>
        </p:nvSpPr>
        <p:spPr>
          <a:xfrm>
            <a:off x="3596345" y="509617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2" name="Google Shape;4482;p168"/>
          <p:cNvSpPr/>
          <p:nvPr/>
        </p:nvSpPr>
        <p:spPr>
          <a:xfrm>
            <a:off x="3596345" y="524832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3" name="Google Shape;4483;p168"/>
          <p:cNvSpPr/>
          <p:nvPr/>
        </p:nvSpPr>
        <p:spPr>
          <a:xfrm>
            <a:off x="3596345" y="54004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4" name="Google Shape;4484;p168"/>
          <p:cNvSpPr/>
          <p:nvPr/>
        </p:nvSpPr>
        <p:spPr>
          <a:xfrm>
            <a:off x="3596345" y="555261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5" name="Google Shape;4485;p168"/>
          <p:cNvSpPr/>
          <p:nvPr/>
        </p:nvSpPr>
        <p:spPr>
          <a:xfrm>
            <a:off x="3596345" y="57047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6" name="Google Shape;4486;p168"/>
          <p:cNvSpPr/>
          <p:nvPr/>
        </p:nvSpPr>
        <p:spPr>
          <a:xfrm>
            <a:off x="3596345" y="58865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7" name="Google Shape;4487;p168"/>
          <p:cNvSpPr/>
          <p:nvPr/>
        </p:nvSpPr>
        <p:spPr>
          <a:xfrm>
            <a:off x="3596345" y="603259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8" name="Google Shape;4488;p168"/>
          <p:cNvSpPr/>
          <p:nvPr/>
        </p:nvSpPr>
        <p:spPr>
          <a:xfrm>
            <a:off x="3596345" y="61786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9" name="Google Shape;4489;p168"/>
          <p:cNvSpPr/>
          <p:nvPr/>
        </p:nvSpPr>
        <p:spPr>
          <a:xfrm>
            <a:off x="3596345" y="632471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0" name="Google Shape;4490;p168"/>
          <p:cNvSpPr/>
          <p:nvPr/>
        </p:nvSpPr>
        <p:spPr>
          <a:xfrm>
            <a:off x="3596345" y="647077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1" name="Google Shape;4491;p168"/>
          <p:cNvSpPr/>
          <p:nvPr/>
        </p:nvSpPr>
        <p:spPr>
          <a:xfrm>
            <a:off x="3596345" y="66376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2" name="Google Shape;4492;p168"/>
          <p:cNvSpPr/>
          <p:nvPr/>
        </p:nvSpPr>
        <p:spPr>
          <a:xfrm>
            <a:off x="3596345" y="67938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3" name="Google Shape;4493;p168"/>
          <p:cNvSpPr/>
          <p:nvPr/>
        </p:nvSpPr>
        <p:spPr>
          <a:xfrm>
            <a:off x="3596345" y="71278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4" name="Google Shape;4494;p168"/>
          <p:cNvSpPr/>
          <p:nvPr/>
        </p:nvSpPr>
        <p:spPr>
          <a:xfrm>
            <a:off x="3596345" y="73691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5" name="Google Shape;4495;p168"/>
          <p:cNvSpPr/>
          <p:nvPr/>
        </p:nvSpPr>
        <p:spPr>
          <a:xfrm>
            <a:off x="3596345" y="75131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6" name="Google Shape;4496;p168"/>
          <p:cNvSpPr/>
          <p:nvPr/>
        </p:nvSpPr>
        <p:spPr>
          <a:xfrm>
            <a:off x="3596345" y="783675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7" name="Google Shape;4497;p168"/>
          <p:cNvSpPr/>
          <p:nvPr/>
        </p:nvSpPr>
        <p:spPr>
          <a:xfrm>
            <a:off x="3596345" y="798318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8" name="Google Shape;4498;p168"/>
          <p:cNvSpPr/>
          <p:nvPr/>
        </p:nvSpPr>
        <p:spPr>
          <a:xfrm>
            <a:off x="3596345" y="812961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9" name="Google Shape;4499;p168"/>
          <p:cNvSpPr/>
          <p:nvPr/>
        </p:nvSpPr>
        <p:spPr>
          <a:xfrm>
            <a:off x="3596345" y="827603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0" name="Google Shape;4500;p168"/>
          <p:cNvSpPr/>
          <p:nvPr/>
        </p:nvSpPr>
        <p:spPr>
          <a:xfrm>
            <a:off x="3596345" y="842246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1" name="Google Shape;4501;p168"/>
          <p:cNvSpPr/>
          <p:nvPr/>
        </p:nvSpPr>
        <p:spPr>
          <a:xfrm>
            <a:off x="3596345" y="856889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2" name="Google Shape;4502;p168"/>
          <p:cNvSpPr/>
          <p:nvPr/>
        </p:nvSpPr>
        <p:spPr>
          <a:xfrm>
            <a:off x="3596345" y="874929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3" name="Google Shape;4503;p168"/>
          <p:cNvSpPr/>
          <p:nvPr/>
        </p:nvSpPr>
        <p:spPr>
          <a:xfrm>
            <a:off x="3596345" y="89111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4" name="Google Shape;4504;p168"/>
          <p:cNvSpPr/>
          <p:nvPr/>
        </p:nvSpPr>
        <p:spPr>
          <a:xfrm>
            <a:off x="3596345" y="910273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5" name="Google Shape;4505;p168"/>
          <p:cNvSpPr/>
          <p:nvPr/>
        </p:nvSpPr>
        <p:spPr>
          <a:xfrm>
            <a:off x="3596345" y="92645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6" name="Google Shape;4506;p168"/>
          <p:cNvSpPr/>
          <p:nvPr/>
        </p:nvSpPr>
        <p:spPr>
          <a:xfrm>
            <a:off x="3596345" y="942640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7" name="Google Shape;4507;p168"/>
          <p:cNvSpPr/>
          <p:nvPr/>
        </p:nvSpPr>
        <p:spPr>
          <a:xfrm>
            <a:off x="3596345" y="976411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8" name="Google Shape;4508;p168"/>
          <p:cNvSpPr/>
          <p:nvPr/>
        </p:nvSpPr>
        <p:spPr>
          <a:xfrm>
            <a:off x="3596345" y="990985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9" name="Google Shape;4509;p168"/>
          <p:cNvSpPr/>
          <p:nvPr/>
        </p:nvSpPr>
        <p:spPr>
          <a:xfrm>
            <a:off x="3596345" y="961837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10" name="Google Shape;4510;p168"/>
          <p:cNvSpPr txBox="1"/>
          <p:nvPr/>
        </p:nvSpPr>
        <p:spPr>
          <a:xfrm>
            <a:off x="3683498" y="3965866"/>
            <a:ext cx="142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Times"/>
              <a:buNone/>
            </a:pPr>
            <a:r>
              <a:t/>
            </a:r>
            <a:endParaRPr b="0" i="0" sz="900" u="none" cap="none" strike="noStrike">
              <a:solidFill>
                <a:srgbClr val="000000"/>
              </a:solidFill>
              <a:latin typeface="Times"/>
              <a:ea typeface="Times"/>
              <a:cs typeface="Times"/>
              <a:sym typeface="Times"/>
            </a:endParaRPr>
          </a:p>
        </p:txBody>
      </p:sp>
      <p:sp>
        <p:nvSpPr>
          <p:cNvPr id="4511" name="Google Shape;4511;p168"/>
          <p:cNvSpPr txBox="1"/>
          <p:nvPr/>
        </p:nvSpPr>
        <p:spPr>
          <a:xfrm>
            <a:off x="3749002" y="973192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Territory Planning </a:t>
            </a:r>
            <a:endParaRPr sz="800"/>
          </a:p>
        </p:txBody>
      </p:sp>
      <p:sp>
        <p:nvSpPr>
          <p:cNvPr id="4512" name="Google Shape;4512;p168"/>
          <p:cNvSpPr txBox="1"/>
          <p:nvPr/>
        </p:nvSpPr>
        <p:spPr>
          <a:xfrm>
            <a:off x="3749002" y="988087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Outreach </a:t>
            </a:r>
            <a:endParaRPr sz="800"/>
          </a:p>
        </p:txBody>
      </p:sp>
      <p:sp>
        <p:nvSpPr>
          <p:cNvPr id="4513" name="Google Shape;4513;p168"/>
          <p:cNvSpPr txBox="1"/>
          <p:nvPr/>
        </p:nvSpPr>
        <p:spPr>
          <a:xfrm>
            <a:off x="3749002" y="95829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Distribution Channel Management </a:t>
            </a:r>
            <a:endParaRPr sz="800"/>
          </a:p>
        </p:txBody>
      </p:sp>
      <p:sp>
        <p:nvSpPr>
          <p:cNvPr id="4514" name="Google Shape;4514;p168"/>
          <p:cNvSpPr txBox="1"/>
          <p:nvPr/>
        </p:nvSpPr>
        <p:spPr>
          <a:xfrm>
            <a:off x="3749002" y="939556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Planner </a:t>
            </a:r>
            <a:endParaRPr sz="800"/>
          </a:p>
        </p:txBody>
      </p:sp>
      <p:sp>
        <p:nvSpPr>
          <p:cNvPr id="4515" name="Google Shape;4515;p168"/>
          <p:cNvSpPr txBox="1"/>
          <p:nvPr/>
        </p:nvSpPr>
        <p:spPr>
          <a:xfrm>
            <a:off x="3749002" y="9233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Outreach Agent </a:t>
            </a:r>
            <a:endParaRPr sz="800"/>
          </a:p>
        </p:txBody>
      </p:sp>
      <p:sp>
        <p:nvSpPr>
          <p:cNvPr id="4516" name="Google Shape;4516;p168"/>
          <p:cNvSpPr/>
          <p:nvPr/>
        </p:nvSpPr>
        <p:spPr>
          <a:xfrm>
            <a:off x="3596345" y="212668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4517" name="Google Shape;4517;p168"/>
          <p:cNvSpPr txBox="1"/>
          <p:nvPr/>
        </p:nvSpPr>
        <p:spPr>
          <a:xfrm>
            <a:off x="3749002" y="20937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Intelligence </a:t>
            </a:r>
            <a:endParaRPr sz="800"/>
          </a:p>
        </p:txBody>
      </p:sp>
      <p:sp>
        <p:nvSpPr>
          <p:cNvPr id="4518" name="Google Shape;4518;p168"/>
          <p:cNvSpPr txBox="1"/>
          <p:nvPr/>
        </p:nvSpPr>
        <p:spPr>
          <a:xfrm>
            <a:off x="3749002" y="22471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Trends &amp; Price Tracking </a:t>
            </a:r>
            <a:endParaRPr sz="800"/>
          </a:p>
        </p:txBody>
      </p:sp>
      <p:sp>
        <p:nvSpPr>
          <p:cNvPr id="4519" name="Google Shape;4519;p168"/>
          <p:cNvSpPr txBox="1"/>
          <p:nvPr/>
        </p:nvSpPr>
        <p:spPr>
          <a:xfrm>
            <a:off x="3749002" y="240050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Market Gaps </a:t>
            </a:r>
            <a:endParaRPr sz="800"/>
          </a:p>
        </p:txBody>
      </p:sp>
      <p:sp>
        <p:nvSpPr>
          <p:cNvPr id="4520" name="Google Shape;4520;p168"/>
          <p:cNvSpPr/>
          <p:nvPr/>
        </p:nvSpPr>
        <p:spPr>
          <a:xfrm>
            <a:off x="3596345" y="197280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4521" name="Google Shape;4521;p168"/>
          <p:cNvSpPr txBox="1"/>
          <p:nvPr/>
        </p:nvSpPr>
        <p:spPr>
          <a:xfrm>
            <a:off x="3749002" y="194033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Brand Builder </a:t>
            </a:r>
            <a:endParaRPr sz="800"/>
          </a:p>
        </p:txBody>
      </p:sp>
      <p:sp>
        <p:nvSpPr>
          <p:cNvPr id="4522" name="Google Shape;4522;p168"/>
          <p:cNvSpPr txBox="1"/>
          <p:nvPr/>
        </p:nvSpPr>
        <p:spPr>
          <a:xfrm>
            <a:off x="3749002" y="25503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Management </a:t>
            </a:r>
            <a:endParaRPr sz="800"/>
          </a:p>
        </p:txBody>
      </p:sp>
      <p:sp>
        <p:nvSpPr>
          <p:cNvPr id="4523" name="Google Shape;4523;p168"/>
          <p:cNvSpPr txBox="1"/>
          <p:nvPr/>
        </p:nvSpPr>
        <p:spPr>
          <a:xfrm>
            <a:off x="3749002" y="285746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Details </a:t>
            </a:r>
            <a:endParaRPr sz="800"/>
          </a:p>
        </p:txBody>
      </p:sp>
      <p:sp>
        <p:nvSpPr>
          <p:cNvPr id="4524" name="Google Shape;4524;p168"/>
          <p:cNvSpPr txBox="1"/>
          <p:nvPr/>
        </p:nvSpPr>
        <p:spPr>
          <a:xfrm>
            <a:off x="3749002" y="301104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Guideline </a:t>
            </a:r>
            <a:endParaRPr sz="800"/>
          </a:p>
        </p:txBody>
      </p:sp>
      <p:sp>
        <p:nvSpPr>
          <p:cNvPr id="4525" name="Google Shape;4525;p168"/>
          <p:cNvSpPr txBox="1"/>
          <p:nvPr/>
        </p:nvSpPr>
        <p:spPr>
          <a:xfrm>
            <a:off x="3749002" y="270388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Benefit Designer </a:t>
            </a:r>
            <a:endParaRPr sz="800"/>
          </a:p>
        </p:txBody>
      </p:sp>
      <p:sp>
        <p:nvSpPr>
          <p:cNvPr id="4526" name="Google Shape;4526;p168"/>
          <p:cNvSpPr txBox="1"/>
          <p:nvPr/>
        </p:nvSpPr>
        <p:spPr>
          <a:xfrm>
            <a:off x="3749002" y="3471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Regulatory Adherence </a:t>
            </a:r>
            <a:endParaRPr sz="800"/>
          </a:p>
        </p:txBody>
      </p:sp>
      <p:sp>
        <p:nvSpPr>
          <p:cNvPr id="4527" name="Google Shape;4527;p168"/>
          <p:cNvSpPr txBox="1"/>
          <p:nvPr/>
        </p:nvSpPr>
        <p:spPr>
          <a:xfrm>
            <a:off x="3749002" y="393252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Lifecycle Management </a:t>
            </a:r>
            <a:endParaRPr sz="800"/>
          </a:p>
        </p:txBody>
      </p:sp>
      <p:sp>
        <p:nvSpPr>
          <p:cNvPr id="4528" name="Google Shape;4528;p168"/>
          <p:cNvSpPr txBox="1"/>
          <p:nvPr/>
        </p:nvSpPr>
        <p:spPr>
          <a:xfrm>
            <a:off x="3749002" y="430483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Network Demand and Adequacy </a:t>
            </a:r>
            <a:endParaRPr sz="800"/>
          </a:p>
        </p:txBody>
      </p:sp>
      <p:sp>
        <p:nvSpPr>
          <p:cNvPr id="4529" name="Google Shape;4529;p168"/>
          <p:cNvSpPr txBox="1"/>
          <p:nvPr/>
        </p:nvSpPr>
        <p:spPr>
          <a:xfrm>
            <a:off x="3749002" y="536819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Enrollment Status </a:t>
            </a:r>
            <a:endParaRPr sz="800"/>
          </a:p>
        </p:txBody>
      </p:sp>
      <p:sp>
        <p:nvSpPr>
          <p:cNvPr id="4530" name="Google Shape;4530;p168"/>
          <p:cNvSpPr txBox="1"/>
          <p:nvPr/>
        </p:nvSpPr>
        <p:spPr>
          <a:xfrm>
            <a:off x="3749002" y="552051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Status </a:t>
            </a:r>
            <a:endParaRPr sz="800"/>
          </a:p>
        </p:txBody>
      </p:sp>
      <p:sp>
        <p:nvSpPr>
          <p:cNvPr id="4531" name="Google Shape;4531;p168"/>
          <p:cNvSpPr txBox="1"/>
          <p:nvPr/>
        </p:nvSpPr>
        <p:spPr>
          <a:xfrm>
            <a:off x="3749002" y="614716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Dispute </a:t>
            </a:r>
            <a:endParaRPr sz="800"/>
          </a:p>
        </p:txBody>
      </p:sp>
      <p:sp>
        <p:nvSpPr>
          <p:cNvPr id="4532" name="Google Shape;4532;p168"/>
          <p:cNvSpPr txBox="1"/>
          <p:nvPr/>
        </p:nvSpPr>
        <p:spPr>
          <a:xfrm>
            <a:off x="3749002" y="6293012"/>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Design </a:t>
            </a:r>
            <a:endParaRPr sz="800"/>
          </a:p>
        </p:txBody>
      </p:sp>
      <p:sp>
        <p:nvSpPr>
          <p:cNvPr id="4533" name="Google Shape;4533;p168"/>
          <p:cNvSpPr txBox="1"/>
          <p:nvPr/>
        </p:nvSpPr>
        <p:spPr>
          <a:xfrm>
            <a:off x="3749002" y="31646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Scoring </a:t>
            </a:r>
            <a:endParaRPr sz="800"/>
          </a:p>
        </p:txBody>
      </p:sp>
      <p:sp>
        <p:nvSpPr>
          <p:cNvPr id="4534" name="Google Shape;4534;p168"/>
          <p:cNvSpPr txBox="1"/>
          <p:nvPr/>
        </p:nvSpPr>
        <p:spPr>
          <a:xfrm>
            <a:off x="3749002" y="331820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Cross Product Identification </a:t>
            </a:r>
            <a:endParaRPr sz="800"/>
          </a:p>
        </p:txBody>
      </p:sp>
      <p:sp>
        <p:nvSpPr>
          <p:cNvPr id="4535" name="Google Shape;4535;p168"/>
          <p:cNvSpPr txBox="1"/>
          <p:nvPr/>
        </p:nvSpPr>
        <p:spPr>
          <a:xfrm>
            <a:off x="3749002" y="36253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4536" name="Google Shape;4536;p168"/>
          <p:cNvSpPr txBox="1"/>
          <p:nvPr/>
        </p:nvSpPr>
        <p:spPr>
          <a:xfrm>
            <a:off x="3749002" y="444595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4537" name="Google Shape;4537;p168"/>
          <p:cNvSpPr txBox="1"/>
          <p:nvPr/>
        </p:nvSpPr>
        <p:spPr>
          <a:xfrm>
            <a:off x="3749002" y="458708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and Amendments </a:t>
            </a:r>
            <a:endParaRPr sz="800"/>
          </a:p>
        </p:txBody>
      </p:sp>
      <p:sp>
        <p:nvSpPr>
          <p:cNvPr id="4538" name="Google Shape;4538;p168"/>
          <p:cNvSpPr txBox="1"/>
          <p:nvPr/>
        </p:nvSpPr>
        <p:spPr>
          <a:xfrm>
            <a:off x="3749002" y="472820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Onboard </a:t>
            </a:r>
            <a:endParaRPr sz="800"/>
          </a:p>
        </p:txBody>
      </p:sp>
      <p:sp>
        <p:nvSpPr>
          <p:cNvPr id="4539" name="Google Shape;4539;p168"/>
          <p:cNvSpPr txBox="1"/>
          <p:nvPr/>
        </p:nvSpPr>
        <p:spPr>
          <a:xfrm>
            <a:off x="3749002" y="491582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Recruitment </a:t>
            </a:r>
            <a:endParaRPr sz="800"/>
          </a:p>
        </p:txBody>
      </p:sp>
      <p:sp>
        <p:nvSpPr>
          <p:cNvPr id="4540" name="Google Shape;4540;p168"/>
          <p:cNvSpPr txBox="1"/>
          <p:nvPr/>
        </p:nvSpPr>
        <p:spPr>
          <a:xfrm>
            <a:off x="3749002" y="50673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Inquiry </a:t>
            </a:r>
            <a:endParaRPr sz="800"/>
          </a:p>
        </p:txBody>
      </p:sp>
      <p:sp>
        <p:nvSpPr>
          <p:cNvPr id="4541" name="Google Shape;4541;p168"/>
          <p:cNvSpPr txBox="1"/>
          <p:nvPr/>
        </p:nvSpPr>
        <p:spPr>
          <a:xfrm>
            <a:off x="3749002" y="521586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Processing </a:t>
            </a:r>
            <a:endParaRPr sz="800"/>
          </a:p>
        </p:txBody>
      </p:sp>
      <p:sp>
        <p:nvSpPr>
          <p:cNvPr id="4542" name="Google Shape;4542;p168"/>
          <p:cNvSpPr txBox="1"/>
          <p:nvPr/>
        </p:nvSpPr>
        <p:spPr>
          <a:xfrm>
            <a:off x="3749002" y="567284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Demographic Update </a:t>
            </a:r>
            <a:endParaRPr sz="800"/>
          </a:p>
        </p:txBody>
      </p:sp>
      <p:sp>
        <p:nvSpPr>
          <p:cNvPr id="4543" name="Google Shape;4543;p168"/>
          <p:cNvSpPr txBox="1"/>
          <p:nvPr/>
        </p:nvSpPr>
        <p:spPr>
          <a:xfrm>
            <a:off x="3749002" y="600131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Inquiry </a:t>
            </a:r>
            <a:endParaRPr sz="800"/>
          </a:p>
        </p:txBody>
      </p:sp>
      <p:sp>
        <p:nvSpPr>
          <p:cNvPr id="4544" name="Google Shape;4544;p168"/>
          <p:cNvSpPr txBox="1"/>
          <p:nvPr/>
        </p:nvSpPr>
        <p:spPr>
          <a:xfrm>
            <a:off x="3749002" y="585547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Management </a:t>
            </a:r>
            <a:endParaRPr sz="800"/>
          </a:p>
        </p:txBody>
      </p:sp>
      <p:sp>
        <p:nvSpPr>
          <p:cNvPr id="4545" name="Google Shape;4545;p168"/>
          <p:cNvSpPr txBox="1"/>
          <p:nvPr/>
        </p:nvSpPr>
        <p:spPr>
          <a:xfrm>
            <a:off x="3749002" y="643886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4546" name="Google Shape;4546;p168"/>
          <p:cNvSpPr txBox="1"/>
          <p:nvPr/>
        </p:nvSpPr>
        <p:spPr>
          <a:xfrm>
            <a:off x="3749002" y="676161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Referral Intake &amp; Routing</a:t>
            </a:r>
            <a:endParaRPr sz="800"/>
          </a:p>
        </p:txBody>
      </p:sp>
      <p:sp>
        <p:nvSpPr>
          <p:cNvPr id="4547" name="Google Shape;4547;p168"/>
          <p:cNvSpPr txBox="1"/>
          <p:nvPr/>
        </p:nvSpPr>
        <p:spPr>
          <a:xfrm>
            <a:off x="3749002" y="69264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Submission and Status </a:t>
            </a:r>
            <a:endParaRPr sz="800"/>
          </a:p>
        </p:txBody>
      </p:sp>
      <p:sp>
        <p:nvSpPr>
          <p:cNvPr id="4548" name="Google Shape;4548;p168"/>
          <p:cNvSpPr txBox="1"/>
          <p:nvPr/>
        </p:nvSpPr>
        <p:spPr>
          <a:xfrm>
            <a:off x="3749002" y="66075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Summary</a:t>
            </a:r>
            <a:endParaRPr sz="800"/>
          </a:p>
        </p:txBody>
      </p:sp>
      <p:sp>
        <p:nvSpPr>
          <p:cNvPr id="4549" name="Google Shape;4549;p168"/>
          <p:cNvSpPr txBox="1"/>
          <p:nvPr/>
        </p:nvSpPr>
        <p:spPr>
          <a:xfrm>
            <a:off x="3749002" y="377894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Actuarial &amp; Underwriting </a:t>
            </a:r>
            <a:endParaRPr sz="800"/>
          </a:p>
        </p:txBody>
      </p:sp>
      <p:sp>
        <p:nvSpPr>
          <p:cNvPr id="4550" name="Google Shape;4550;p168"/>
          <p:cNvSpPr txBox="1"/>
          <p:nvPr/>
        </p:nvSpPr>
        <p:spPr>
          <a:xfrm>
            <a:off x="3749002" y="412215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Formulary Management </a:t>
            </a:r>
            <a:endParaRPr sz="800"/>
          </a:p>
        </p:txBody>
      </p:sp>
      <p:sp>
        <p:nvSpPr>
          <p:cNvPr id="4551" name="Google Shape;4551;p168"/>
          <p:cNvSpPr txBox="1"/>
          <p:nvPr/>
        </p:nvSpPr>
        <p:spPr>
          <a:xfrm>
            <a:off x="3749002" y="709597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Contact Center </a:t>
            </a:r>
            <a:endParaRPr sz="800"/>
          </a:p>
        </p:txBody>
      </p:sp>
      <p:sp>
        <p:nvSpPr>
          <p:cNvPr id="4552" name="Google Shape;4552;p168"/>
          <p:cNvSpPr txBox="1"/>
          <p:nvPr/>
        </p:nvSpPr>
        <p:spPr>
          <a:xfrm>
            <a:off x="3749002" y="733909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Network Optimization </a:t>
            </a:r>
            <a:endParaRPr sz="800"/>
          </a:p>
        </p:txBody>
      </p:sp>
      <p:sp>
        <p:nvSpPr>
          <p:cNvPr id="4553" name="Google Shape;4553;p168"/>
          <p:cNvSpPr txBox="1"/>
          <p:nvPr/>
        </p:nvSpPr>
        <p:spPr>
          <a:xfrm>
            <a:off x="3749002" y="781048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Segmentation &amp; Audience Planner </a:t>
            </a:r>
            <a:endParaRPr sz="800"/>
          </a:p>
        </p:txBody>
      </p:sp>
      <p:sp>
        <p:nvSpPr>
          <p:cNvPr id="4554" name="Google Shape;4554;p168"/>
          <p:cNvSpPr txBox="1"/>
          <p:nvPr/>
        </p:nvSpPr>
        <p:spPr>
          <a:xfrm>
            <a:off x="3749002" y="79558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Personalized Marketing </a:t>
            </a:r>
            <a:endParaRPr sz="800"/>
          </a:p>
        </p:txBody>
      </p:sp>
      <p:sp>
        <p:nvSpPr>
          <p:cNvPr id="4555" name="Google Shape;4555;p168"/>
          <p:cNvSpPr txBox="1"/>
          <p:nvPr/>
        </p:nvSpPr>
        <p:spPr>
          <a:xfrm>
            <a:off x="3749002" y="810117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Campaign Designer  </a:t>
            </a:r>
            <a:endParaRPr sz="800"/>
          </a:p>
        </p:txBody>
      </p:sp>
      <p:sp>
        <p:nvSpPr>
          <p:cNvPr id="4556" name="Google Shape;4556;p168"/>
          <p:cNvSpPr txBox="1"/>
          <p:nvPr/>
        </p:nvSpPr>
        <p:spPr>
          <a:xfrm>
            <a:off x="3749002" y="824652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Promotion Agent  </a:t>
            </a:r>
            <a:endParaRPr sz="800"/>
          </a:p>
        </p:txBody>
      </p:sp>
      <p:sp>
        <p:nvSpPr>
          <p:cNvPr id="4557" name="Google Shape;4557;p168"/>
          <p:cNvSpPr txBox="1"/>
          <p:nvPr/>
        </p:nvSpPr>
        <p:spPr>
          <a:xfrm>
            <a:off x="3749002" y="839186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Dynamic Content Personalizer </a:t>
            </a:r>
            <a:endParaRPr sz="800"/>
          </a:p>
        </p:txBody>
      </p:sp>
      <p:sp>
        <p:nvSpPr>
          <p:cNvPr id="4558" name="Google Shape;4558;p168"/>
          <p:cNvSpPr txBox="1"/>
          <p:nvPr/>
        </p:nvSpPr>
        <p:spPr>
          <a:xfrm>
            <a:off x="3749002" y="85372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Omnichannel Care Gap Closure Journey</a:t>
            </a:r>
            <a:endParaRPr sz="800"/>
          </a:p>
        </p:txBody>
      </p:sp>
      <p:sp>
        <p:nvSpPr>
          <p:cNvPr id="4559" name="Google Shape;4559;p168"/>
          <p:cNvSpPr txBox="1"/>
          <p:nvPr/>
        </p:nvSpPr>
        <p:spPr>
          <a:xfrm>
            <a:off x="3749002" y="888048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Health Engagement</a:t>
            </a:r>
            <a:endParaRPr sz="800"/>
          </a:p>
        </p:txBody>
      </p:sp>
      <p:sp>
        <p:nvSpPr>
          <p:cNvPr id="4560" name="Google Shape;4560;p168"/>
          <p:cNvSpPr txBox="1"/>
          <p:nvPr/>
        </p:nvSpPr>
        <p:spPr>
          <a:xfrm>
            <a:off x="3749002" y="87187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Trigger Outreach</a:t>
            </a:r>
            <a:endParaRPr sz="800"/>
          </a:p>
        </p:txBody>
      </p:sp>
      <p:sp>
        <p:nvSpPr>
          <p:cNvPr id="4561" name="Google Shape;4561;p168"/>
          <p:cNvSpPr txBox="1"/>
          <p:nvPr/>
        </p:nvSpPr>
        <p:spPr>
          <a:xfrm>
            <a:off x="3749002" y="90720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Lead Generation </a:t>
            </a:r>
            <a:endParaRPr sz="800"/>
          </a:p>
        </p:txBody>
      </p:sp>
      <p:sp>
        <p:nvSpPr>
          <p:cNvPr id="4562" name="Google Shape;4562;p168"/>
          <p:cNvSpPr txBox="1"/>
          <p:nvPr/>
        </p:nvSpPr>
        <p:spPr>
          <a:xfrm>
            <a:off x="3738826" y="7505262"/>
            <a:ext cx="2857500" cy="12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Roster File Management</a:t>
            </a:r>
            <a:endParaRPr sz="800"/>
          </a:p>
        </p:txBody>
      </p:sp>
      <p:sp>
        <p:nvSpPr>
          <p:cNvPr id="4563" name="Google Shape;4563;p168"/>
          <p:cNvSpPr/>
          <p:nvPr/>
        </p:nvSpPr>
        <p:spPr>
          <a:xfrm>
            <a:off x="3596345" y="696282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64" name="Google Shape;4564;p168"/>
          <p:cNvSpPr/>
          <p:nvPr/>
        </p:nvSpPr>
        <p:spPr>
          <a:xfrm>
            <a:off x="6503449"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65" name="Google Shape;4565;p168"/>
          <p:cNvSpPr txBox="1"/>
          <p:nvPr/>
        </p:nvSpPr>
        <p:spPr>
          <a:xfrm>
            <a:off x="6618136"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566" name="Google Shape;4566;p168"/>
          <p:cNvSpPr txBox="1"/>
          <p:nvPr/>
        </p:nvSpPr>
        <p:spPr>
          <a:xfrm>
            <a:off x="8111012"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567" name="Google Shape;4567;p168"/>
          <p:cNvSpPr txBox="1"/>
          <p:nvPr/>
        </p:nvSpPr>
        <p:spPr>
          <a:xfrm>
            <a:off x="6637099" y="203619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4568" name="Google Shape;4568;p168"/>
          <p:cNvSpPr txBox="1"/>
          <p:nvPr/>
        </p:nvSpPr>
        <p:spPr>
          <a:xfrm>
            <a:off x="9803826"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569" name="Google Shape;4569;p168"/>
          <p:cNvSpPr/>
          <p:nvPr/>
        </p:nvSpPr>
        <p:spPr>
          <a:xfrm>
            <a:off x="6503449" y="383106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0" name="Google Shape;4570;p168"/>
          <p:cNvSpPr txBox="1"/>
          <p:nvPr/>
        </p:nvSpPr>
        <p:spPr>
          <a:xfrm>
            <a:off x="6637099" y="3931269"/>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Sales &amp; </a:t>
            </a:r>
            <a:br>
              <a:rPr i="0" lang="en" sz="900" u="none" cap="none" strike="noStrike">
                <a:solidFill>
                  <a:srgbClr val="FFFFFF"/>
                </a:solidFill>
                <a:latin typeface="Avant Garde Demi SFDC"/>
                <a:ea typeface="Avant Garde Demi SFDC"/>
                <a:cs typeface="Avant Garde Demi SFDC"/>
                <a:sym typeface="Avant Garde Demi SFDC"/>
              </a:rPr>
            </a:br>
            <a:r>
              <a:rPr i="0" lang="en" sz="900" u="none" cap="none" strike="noStrike">
                <a:solidFill>
                  <a:srgbClr val="FFFFFF"/>
                </a:solidFill>
                <a:latin typeface="Avant Garde Demi SFDC"/>
                <a:ea typeface="Avant Garde Demi SFDC"/>
                <a:cs typeface="Avant Garde Demi SFDC"/>
                <a:sym typeface="Avant Garde Demi SFDC"/>
              </a:rPr>
              <a:t>Admin</a:t>
            </a:r>
            <a:endParaRPr sz="1600">
              <a:latin typeface="Avant Garde Demi SFDC"/>
              <a:ea typeface="Avant Garde Demi SFDC"/>
              <a:cs typeface="Avant Garde Demi SFDC"/>
              <a:sym typeface="Avant Garde Demi SFDC"/>
            </a:endParaRPr>
          </a:p>
        </p:txBody>
      </p:sp>
      <p:sp>
        <p:nvSpPr>
          <p:cNvPr id="4571" name="Google Shape;4571;p168"/>
          <p:cNvSpPr txBox="1"/>
          <p:nvPr/>
        </p:nvSpPr>
        <p:spPr>
          <a:xfrm>
            <a:off x="8129601"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Contract Lifecycle Mgmt</a:t>
            </a:r>
            <a:endParaRPr sz="1600"/>
          </a:p>
        </p:txBody>
      </p:sp>
      <p:sp>
        <p:nvSpPr>
          <p:cNvPr id="4572" name="Google Shape;4572;p168"/>
          <p:cNvSpPr txBox="1"/>
          <p:nvPr/>
        </p:nvSpPr>
        <p:spPr>
          <a:xfrm>
            <a:off x="8124663" y="464310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Census Mgmt</a:t>
            </a:r>
            <a:endParaRPr sz="1600"/>
          </a:p>
        </p:txBody>
      </p:sp>
      <p:sp>
        <p:nvSpPr>
          <p:cNvPr id="4573" name="Google Shape;4573;p168"/>
          <p:cNvSpPr txBox="1"/>
          <p:nvPr/>
        </p:nvSpPr>
        <p:spPr>
          <a:xfrm>
            <a:off x="8124651" y="2244433"/>
            <a:ext cx="1130100" cy="443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Registration</a:t>
            </a:r>
            <a:br>
              <a:rPr b="1" i="0" lang="en" sz="900" u="none" cap="none" strike="noStrike">
                <a:solidFill>
                  <a:srgbClr val="066AFE"/>
                </a:solidFill>
                <a:latin typeface="Salesforce Sans"/>
                <a:ea typeface="Salesforce Sans"/>
                <a:cs typeface="Salesforce Sans"/>
                <a:sym typeface="Salesforce Sans"/>
              </a:rPr>
            </a:b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Broker Onboarding</a:t>
            </a:r>
            <a:endParaRPr sz="1600"/>
          </a:p>
        </p:txBody>
      </p:sp>
      <p:sp>
        <p:nvSpPr>
          <p:cNvPr id="4574" name="Google Shape;4574;p168"/>
          <p:cNvSpPr txBox="1"/>
          <p:nvPr/>
        </p:nvSpPr>
        <p:spPr>
          <a:xfrm>
            <a:off x="8124651" y="3815257"/>
            <a:ext cx="771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Frontline Sales</a:t>
            </a:r>
            <a:endParaRPr sz="1600"/>
          </a:p>
        </p:txBody>
      </p:sp>
      <p:sp>
        <p:nvSpPr>
          <p:cNvPr id="4575" name="Google Shape;4575;p168"/>
          <p:cNvSpPr/>
          <p:nvPr/>
        </p:nvSpPr>
        <p:spPr>
          <a:xfrm>
            <a:off x="6503449" y="603085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6" name="Google Shape;4576;p168"/>
          <p:cNvSpPr txBox="1"/>
          <p:nvPr/>
        </p:nvSpPr>
        <p:spPr>
          <a:xfrm>
            <a:off x="6637099" y="619330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Service Excellence</a:t>
            </a:r>
            <a:endParaRPr sz="1600">
              <a:latin typeface="Avant Garde Demi SFDC"/>
              <a:ea typeface="Avant Garde Demi SFDC"/>
              <a:cs typeface="Avant Garde Demi SFDC"/>
              <a:sym typeface="Avant Garde Demi SFDC"/>
            </a:endParaRPr>
          </a:p>
        </p:txBody>
      </p:sp>
      <p:sp>
        <p:nvSpPr>
          <p:cNvPr id="4577" name="Google Shape;4577;p168"/>
          <p:cNvSpPr/>
          <p:nvPr/>
        </p:nvSpPr>
        <p:spPr>
          <a:xfrm>
            <a:off x="6503449" y="8853568"/>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8" name="Google Shape;4578;p168"/>
          <p:cNvSpPr txBox="1"/>
          <p:nvPr/>
        </p:nvSpPr>
        <p:spPr>
          <a:xfrm>
            <a:off x="6637099" y="9016018"/>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4579" name="Google Shape;4579;p168"/>
          <p:cNvSpPr/>
          <p:nvPr/>
        </p:nvSpPr>
        <p:spPr>
          <a:xfrm>
            <a:off x="9649430" y="197280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0" name="Google Shape;4580;p168"/>
          <p:cNvSpPr/>
          <p:nvPr/>
        </p:nvSpPr>
        <p:spPr>
          <a:xfrm>
            <a:off x="9649430" y="210695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1" name="Google Shape;4581;p168"/>
          <p:cNvSpPr/>
          <p:nvPr/>
        </p:nvSpPr>
        <p:spPr>
          <a:xfrm>
            <a:off x="9649430" y="227920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2" name="Google Shape;4582;p168"/>
          <p:cNvSpPr/>
          <p:nvPr/>
        </p:nvSpPr>
        <p:spPr>
          <a:xfrm>
            <a:off x="9649430" y="240814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3" name="Google Shape;4583;p168"/>
          <p:cNvSpPr/>
          <p:nvPr/>
        </p:nvSpPr>
        <p:spPr>
          <a:xfrm>
            <a:off x="9649430" y="25656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4" name="Google Shape;4584;p168"/>
          <p:cNvSpPr/>
          <p:nvPr/>
        </p:nvSpPr>
        <p:spPr>
          <a:xfrm>
            <a:off x="9649430" y="2691857"/>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5" name="Google Shape;4585;p168"/>
          <p:cNvSpPr/>
          <p:nvPr/>
        </p:nvSpPr>
        <p:spPr>
          <a:xfrm>
            <a:off x="9649430" y="294425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6" name="Google Shape;4586;p168"/>
          <p:cNvSpPr/>
          <p:nvPr/>
        </p:nvSpPr>
        <p:spPr>
          <a:xfrm>
            <a:off x="9649430" y="307046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7" name="Google Shape;4587;p168"/>
          <p:cNvSpPr/>
          <p:nvPr/>
        </p:nvSpPr>
        <p:spPr>
          <a:xfrm>
            <a:off x="9649430" y="31966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8" name="Google Shape;4588;p168"/>
          <p:cNvSpPr/>
          <p:nvPr/>
        </p:nvSpPr>
        <p:spPr>
          <a:xfrm>
            <a:off x="9649430" y="34490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9" name="Google Shape;4589;p168"/>
          <p:cNvSpPr/>
          <p:nvPr/>
        </p:nvSpPr>
        <p:spPr>
          <a:xfrm>
            <a:off x="9649430" y="35752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0" name="Google Shape;4590;p168"/>
          <p:cNvSpPr/>
          <p:nvPr/>
        </p:nvSpPr>
        <p:spPr>
          <a:xfrm>
            <a:off x="9649430" y="370146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1" name="Google Shape;4591;p168"/>
          <p:cNvSpPr/>
          <p:nvPr/>
        </p:nvSpPr>
        <p:spPr>
          <a:xfrm>
            <a:off x="9649430" y="3975534"/>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2" name="Google Shape;4592;p168"/>
          <p:cNvSpPr/>
          <p:nvPr/>
        </p:nvSpPr>
        <p:spPr>
          <a:xfrm>
            <a:off x="9649430" y="409078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3" name="Google Shape;4593;p168"/>
          <p:cNvSpPr/>
          <p:nvPr/>
        </p:nvSpPr>
        <p:spPr>
          <a:xfrm>
            <a:off x="9649430" y="420602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4" name="Google Shape;4594;p168"/>
          <p:cNvSpPr/>
          <p:nvPr/>
        </p:nvSpPr>
        <p:spPr>
          <a:xfrm>
            <a:off x="9649430" y="4321275"/>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5" name="Google Shape;4595;p168"/>
          <p:cNvSpPr/>
          <p:nvPr/>
        </p:nvSpPr>
        <p:spPr>
          <a:xfrm>
            <a:off x="9649430" y="4436521"/>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6" name="Google Shape;4596;p168"/>
          <p:cNvSpPr/>
          <p:nvPr/>
        </p:nvSpPr>
        <p:spPr>
          <a:xfrm>
            <a:off x="9649430" y="45517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7" name="Google Shape;4597;p168"/>
          <p:cNvSpPr/>
          <p:nvPr/>
        </p:nvSpPr>
        <p:spPr>
          <a:xfrm>
            <a:off x="9649430" y="468296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8" name="Google Shape;4598;p168"/>
          <p:cNvSpPr/>
          <p:nvPr/>
        </p:nvSpPr>
        <p:spPr>
          <a:xfrm>
            <a:off x="9649430" y="5088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9" name="Google Shape;4599;p168"/>
          <p:cNvSpPr/>
          <p:nvPr/>
        </p:nvSpPr>
        <p:spPr>
          <a:xfrm>
            <a:off x="9649430" y="522495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0" name="Google Shape;4600;p168"/>
          <p:cNvSpPr/>
          <p:nvPr/>
        </p:nvSpPr>
        <p:spPr>
          <a:xfrm>
            <a:off x="9649430" y="542284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1" name="Google Shape;4601;p168"/>
          <p:cNvSpPr/>
          <p:nvPr/>
        </p:nvSpPr>
        <p:spPr>
          <a:xfrm>
            <a:off x="9649430" y="583076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2" name="Google Shape;4602;p168"/>
          <p:cNvSpPr/>
          <p:nvPr/>
        </p:nvSpPr>
        <p:spPr>
          <a:xfrm>
            <a:off x="9649430" y="60254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3" name="Google Shape;4603;p168"/>
          <p:cNvSpPr/>
          <p:nvPr/>
        </p:nvSpPr>
        <p:spPr>
          <a:xfrm>
            <a:off x="9649430" y="6404033"/>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4" name="Google Shape;4604;p168"/>
          <p:cNvSpPr/>
          <p:nvPr/>
        </p:nvSpPr>
        <p:spPr>
          <a:xfrm>
            <a:off x="9649430" y="653023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5" name="Google Shape;4605;p168"/>
          <p:cNvSpPr/>
          <p:nvPr/>
        </p:nvSpPr>
        <p:spPr>
          <a:xfrm>
            <a:off x="9649430" y="665644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6" name="Google Shape;4606;p168"/>
          <p:cNvSpPr/>
          <p:nvPr/>
        </p:nvSpPr>
        <p:spPr>
          <a:xfrm>
            <a:off x="9649430" y="678264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7" name="Google Shape;4607;p168"/>
          <p:cNvSpPr/>
          <p:nvPr/>
        </p:nvSpPr>
        <p:spPr>
          <a:xfrm>
            <a:off x="9649430" y="691838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8" name="Google Shape;4608;p168"/>
          <p:cNvSpPr/>
          <p:nvPr/>
        </p:nvSpPr>
        <p:spPr>
          <a:xfrm>
            <a:off x="9649430" y="704594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9" name="Google Shape;4609;p168"/>
          <p:cNvSpPr/>
          <p:nvPr/>
        </p:nvSpPr>
        <p:spPr>
          <a:xfrm>
            <a:off x="9654083" y="77673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0" name="Google Shape;4610;p168"/>
          <p:cNvSpPr/>
          <p:nvPr/>
        </p:nvSpPr>
        <p:spPr>
          <a:xfrm>
            <a:off x="9649430" y="803407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1" name="Google Shape;4611;p168"/>
          <p:cNvSpPr/>
          <p:nvPr/>
        </p:nvSpPr>
        <p:spPr>
          <a:xfrm>
            <a:off x="9649430" y="81674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2" name="Google Shape;4612;p168"/>
          <p:cNvSpPr/>
          <p:nvPr/>
        </p:nvSpPr>
        <p:spPr>
          <a:xfrm>
            <a:off x="9649430" y="83008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3" name="Google Shape;4613;p168"/>
          <p:cNvSpPr/>
          <p:nvPr/>
        </p:nvSpPr>
        <p:spPr>
          <a:xfrm>
            <a:off x="9649430" y="8701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4" name="Google Shape;4614;p168"/>
          <p:cNvSpPr/>
          <p:nvPr/>
        </p:nvSpPr>
        <p:spPr>
          <a:xfrm>
            <a:off x="9649430" y="886149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5" name="Google Shape;4615;p168"/>
          <p:cNvSpPr/>
          <p:nvPr/>
        </p:nvSpPr>
        <p:spPr>
          <a:xfrm>
            <a:off x="9649430" y="899270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6" name="Google Shape;4616;p168"/>
          <p:cNvSpPr/>
          <p:nvPr/>
        </p:nvSpPr>
        <p:spPr>
          <a:xfrm>
            <a:off x="9649430" y="912391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7" name="Google Shape;4617;p168"/>
          <p:cNvSpPr/>
          <p:nvPr/>
        </p:nvSpPr>
        <p:spPr>
          <a:xfrm>
            <a:off x="9649430" y="925511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8" name="Google Shape;4618;p168"/>
          <p:cNvSpPr/>
          <p:nvPr/>
        </p:nvSpPr>
        <p:spPr>
          <a:xfrm>
            <a:off x="9649430" y="790068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9" name="Google Shape;4619;p168"/>
          <p:cNvSpPr/>
          <p:nvPr/>
        </p:nvSpPr>
        <p:spPr>
          <a:xfrm>
            <a:off x="6503449" y="775103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20" name="Google Shape;4620;p168"/>
          <p:cNvSpPr txBox="1"/>
          <p:nvPr/>
        </p:nvSpPr>
        <p:spPr>
          <a:xfrm>
            <a:off x="6637099" y="785123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Health Management</a:t>
            </a:r>
            <a:endParaRPr sz="1600">
              <a:latin typeface="Avant Garde Demi SFDC"/>
              <a:ea typeface="Avant Garde Demi SFDC"/>
              <a:cs typeface="Avant Garde Demi SFDC"/>
              <a:sym typeface="Avant Garde Demi SFDC"/>
            </a:endParaRPr>
          </a:p>
        </p:txBody>
      </p:sp>
      <p:sp>
        <p:nvSpPr>
          <p:cNvPr id="4621" name="Google Shape;4621;p168"/>
          <p:cNvSpPr txBox="1"/>
          <p:nvPr/>
        </p:nvSpPr>
        <p:spPr>
          <a:xfrm>
            <a:off x="9818761" y="193450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Pipeline </a:t>
            </a:r>
            <a:endParaRPr sz="800"/>
          </a:p>
        </p:txBody>
      </p:sp>
      <p:sp>
        <p:nvSpPr>
          <p:cNvPr id="4622" name="Google Shape;4622;p168"/>
          <p:cNvSpPr txBox="1"/>
          <p:nvPr/>
        </p:nvSpPr>
        <p:spPr>
          <a:xfrm>
            <a:off x="9818751" y="28947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4623" name="Google Shape;4623;p168"/>
          <p:cNvSpPr txBox="1"/>
          <p:nvPr/>
        </p:nvSpPr>
        <p:spPr>
          <a:xfrm>
            <a:off x="9818751" y="353472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Performance and Compliance </a:t>
            </a:r>
            <a:endParaRPr sz="800"/>
          </a:p>
        </p:txBody>
      </p:sp>
      <p:sp>
        <p:nvSpPr>
          <p:cNvPr id="4624" name="Google Shape;4624;p168"/>
          <p:cNvSpPr txBox="1"/>
          <p:nvPr/>
        </p:nvSpPr>
        <p:spPr>
          <a:xfrm>
            <a:off x="9818751" y="366521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Adherence </a:t>
            </a:r>
            <a:endParaRPr sz="800"/>
          </a:p>
        </p:txBody>
      </p:sp>
      <p:sp>
        <p:nvSpPr>
          <p:cNvPr id="4625" name="Google Shape;4625;p168"/>
          <p:cNvSpPr txBox="1"/>
          <p:nvPr/>
        </p:nvSpPr>
        <p:spPr>
          <a:xfrm>
            <a:off x="9818751" y="238254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4626" name="Google Shape;4626;p168"/>
          <p:cNvSpPr txBox="1"/>
          <p:nvPr/>
        </p:nvSpPr>
        <p:spPr>
          <a:xfrm>
            <a:off x="9818751" y="252667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Onboarding </a:t>
            </a:r>
            <a:endParaRPr sz="800"/>
          </a:p>
        </p:txBody>
      </p:sp>
      <p:sp>
        <p:nvSpPr>
          <p:cNvPr id="4627" name="Google Shape;4627;p168"/>
          <p:cNvSpPr txBox="1"/>
          <p:nvPr/>
        </p:nvSpPr>
        <p:spPr>
          <a:xfrm>
            <a:off x="9818751" y="27720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4628" name="Google Shape;4628;p168"/>
          <p:cNvSpPr txBox="1"/>
          <p:nvPr/>
        </p:nvSpPr>
        <p:spPr>
          <a:xfrm>
            <a:off x="9818751" y="314005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Commission Management </a:t>
            </a:r>
            <a:endParaRPr sz="800"/>
          </a:p>
        </p:txBody>
      </p:sp>
      <p:sp>
        <p:nvSpPr>
          <p:cNvPr id="4629" name="Google Shape;4629;p168"/>
          <p:cNvSpPr txBox="1"/>
          <p:nvPr/>
        </p:nvSpPr>
        <p:spPr>
          <a:xfrm>
            <a:off x="9818751" y="34149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Management </a:t>
            </a:r>
            <a:endParaRPr sz="800"/>
          </a:p>
        </p:txBody>
      </p:sp>
      <p:sp>
        <p:nvSpPr>
          <p:cNvPr id="4630" name="Google Shape;4630;p168"/>
          <p:cNvSpPr txBox="1"/>
          <p:nvPr/>
        </p:nvSpPr>
        <p:spPr>
          <a:xfrm>
            <a:off x="9818761" y="207083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4631" name="Google Shape;4631;p168"/>
          <p:cNvSpPr txBox="1"/>
          <p:nvPr/>
        </p:nvSpPr>
        <p:spPr>
          <a:xfrm>
            <a:off x="9818751" y="264935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Coaching </a:t>
            </a:r>
            <a:endParaRPr sz="800"/>
          </a:p>
        </p:txBody>
      </p:sp>
      <p:sp>
        <p:nvSpPr>
          <p:cNvPr id="4632" name="Google Shape;4632;p168"/>
          <p:cNvSpPr txBox="1"/>
          <p:nvPr/>
        </p:nvSpPr>
        <p:spPr>
          <a:xfrm>
            <a:off x="9818751" y="301738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Quoting &amp; Collaboration </a:t>
            </a:r>
            <a:endParaRPr sz="800"/>
          </a:p>
        </p:txBody>
      </p:sp>
      <p:sp>
        <p:nvSpPr>
          <p:cNvPr id="4633" name="Google Shape;4633;p168"/>
          <p:cNvSpPr txBox="1"/>
          <p:nvPr/>
        </p:nvSpPr>
        <p:spPr>
          <a:xfrm>
            <a:off x="9818751" y="326273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Broker Commission </a:t>
            </a:r>
            <a:endParaRPr sz="800"/>
          </a:p>
        </p:txBody>
      </p:sp>
      <p:sp>
        <p:nvSpPr>
          <p:cNvPr id="4634" name="Google Shape;4634;p168"/>
          <p:cNvSpPr txBox="1"/>
          <p:nvPr/>
        </p:nvSpPr>
        <p:spPr>
          <a:xfrm>
            <a:off x="9818751" y="224440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Registration </a:t>
            </a:r>
            <a:endParaRPr sz="800"/>
          </a:p>
        </p:txBody>
      </p:sp>
      <p:sp>
        <p:nvSpPr>
          <p:cNvPr id="4635" name="Google Shape;4635;p168"/>
          <p:cNvSpPr txBox="1"/>
          <p:nvPr/>
        </p:nvSpPr>
        <p:spPr>
          <a:xfrm>
            <a:off x="9818761" y="382002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Submission </a:t>
            </a:r>
            <a:endParaRPr sz="800"/>
          </a:p>
        </p:txBody>
      </p:sp>
      <p:sp>
        <p:nvSpPr>
          <p:cNvPr id="4636" name="Google Shape;4636;p168"/>
          <p:cNvSpPr txBox="1"/>
          <p:nvPr/>
        </p:nvSpPr>
        <p:spPr>
          <a:xfrm>
            <a:off x="9818751" y="393609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Script </a:t>
            </a:r>
            <a:endParaRPr sz="800"/>
          </a:p>
        </p:txBody>
      </p:sp>
      <p:sp>
        <p:nvSpPr>
          <p:cNvPr id="4637" name="Google Shape;4637;p168"/>
          <p:cNvSpPr txBox="1"/>
          <p:nvPr/>
        </p:nvSpPr>
        <p:spPr>
          <a:xfrm>
            <a:off x="9818751" y="40521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4638" name="Google Shape;4638;p168"/>
          <p:cNvSpPr txBox="1"/>
          <p:nvPr/>
        </p:nvSpPr>
        <p:spPr>
          <a:xfrm>
            <a:off x="9818751" y="41682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Pipeline </a:t>
            </a:r>
            <a:endParaRPr sz="800"/>
          </a:p>
        </p:txBody>
      </p:sp>
      <p:sp>
        <p:nvSpPr>
          <p:cNvPr id="4639" name="Google Shape;4639;p168"/>
          <p:cNvSpPr txBox="1"/>
          <p:nvPr/>
        </p:nvSpPr>
        <p:spPr>
          <a:xfrm>
            <a:off x="9818751" y="42843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Strategy </a:t>
            </a:r>
            <a:endParaRPr sz="800"/>
          </a:p>
        </p:txBody>
      </p:sp>
      <p:sp>
        <p:nvSpPr>
          <p:cNvPr id="4640" name="Google Shape;4640;p168"/>
          <p:cNvSpPr txBox="1"/>
          <p:nvPr/>
        </p:nvSpPr>
        <p:spPr>
          <a:xfrm>
            <a:off x="9818751" y="45164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lang="en" sz="800">
                <a:latin typeface="Salesforce Sans"/>
                <a:ea typeface="Salesforce Sans"/>
                <a:cs typeface="Salesforce Sans"/>
                <a:sym typeface="Salesforce Sans"/>
              </a:rPr>
              <a:t>Revenue Quote Management</a:t>
            </a:r>
            <a:endParaRPr sz="800"/>
          </a:p>
        </p:txBody>
      </p:sp>
      <p:sp>
        <p:nvSpPr>
          <p:cNvPr id="4641" name="Google Shape;4641;p168"/>
          <p:cNvSpPr txBox="1"/>
          <p:nvPr/>
        </p:nvSpPr>
        <p:spPr>
          <a:xfrm>
            <a:off x="9818751" y="440040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Renewal </a:t>
            </a:r>
            <a:endParaRPr sz="800"/>
          </a:p>
        </p:txBody>
      </p:sp>
      <p:sp>
        <p:nvSpPr>
          <p:cNvPr id="4642" name="Google Shape;4642;p168"/>
          <p:cNvSpPr txBox="1"/>
          <p:nvPr/>
        </p:nvSpPr>
        <p:spPr>
          <a:xfrm>
            <a:off x="9818751" y="46478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Employer Group Census Management </a:t>
            </a:r>
            <a:endParaRPr sz="800"/>
          </a:p>
        </p:txBody>
      </p:sp>
      <p:sp>
        <p:nvSpPr>
          <p:cNvPr id="4643" name="Google Shape;4643;p168"/>
          <p:cNvSpPr txBox="1"/>
          <p:nvPr/>
        </p:nvSpPr>
        <p:spPr>
          <a:xfrm>
            <a:off x="9818751" y="47810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a:t>
            </a:r>
            <a:endParaRPr sz="800"/>
          </a:p>
        </p:txBody>
      </p:sp>
      <p:sp>
        <p:nvSpPr>
          <p:cNvPr id="4644" name="Google Shape;4644;p168"/>
          <p:cNvSpPr txBox="1"/>
          <p:nvPr/>
        </p:nvSpPr>
        <p:spPr>
          <a:xfrm>
            <a:off x="9818751" y="539450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Insurance Policy Administration </a:t>
            </a:r>
            <a:endParaRPr sz="800"/>
          </a:p>
        </p:txBody>
      </p:sp>
      <p:sp>
        <p:nvSpPr>
          <p:cNvPr id="4645" name="Google Shape;4645;p168"/>
          <p:cNvSpPr txBox="1"/>
          <p:nvPr/>
        </p:nvSpPr>
        <p:spPr>
          <a:xfrm>
            <a:off x="9818751" y="566077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Onboarding </a:t>
            </a:r>
            <a:endParaRPr sz="800"/>
          </a:p>
        </p:txBody>
      </p:sp>
      <p:sp>
        <p:nvSpPr>
          <p:cNvPr id="4646" name="Google Shape;4646;p168"/>
          <p:cNvSpPr txBox="1"/>
          <p:nvPr/>
        </p:nvSpPr>
        <p:spPr>
          <a:xfrm>
            <a:off x="9818751" y="552763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Generation </a:t>
            </a:r>
            <a:endParaRPr sz="800"/>
          </a:p>
        </p:txBody>
      </p:sp>
      <p:sp>
        <p:nvSpPr>
          <p:cNvPr id="4647" name="Google Shape;4647;p168"/>
          <p:cNvSpPr txBox="1"/>
          <p:nvPr/>
        </p:nvSpPr>
        <p:spPr>
          <a:xfrm>
            <a:off x="9818751" y="578894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4648" name="Google Shape;4648;p168"/>
          <p:cNvSpPr txBox="1"/>
          <p:nvPr/>
        </p:nvSpPr>
        <p:spPr>
          <a:xfrm>
            <a:off x="9818751" y="687544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Outreach </a:t>
            </a:r>
            <a:endParaRPr sz="800"/>
          </a:p>
        </p:txBody>
      </p:sp>
      <p:sp>
        <p:nvSpPr>
          <p:cNvPr id="4649" name="Google Shape;4649;p168"/>
          <p:cNvSpPr txBox="1"/>
          <p:nvPr/>
        </p:nvSpPr>
        <p:spPr>
          <a:xfrm>
            <a:off x="9818751" y="700253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Assessment Generation &amp; Auto-population</a:t>
            </a:r>
            <a:endParaRPr sz="800"/>
          </a:p>
        </p:txBody>
      </p:sp>
      <p:sp>
        <p:nvSpPr>
          <p:cNvPr id="4650" name="Google Shape;4650;p168"/>
          <p:cNvSpPr txBox="1"/>
          <p:nvPr/>
        </p:nvSpPr>
        <p:spPr>
          <a:xfrm>
            <a:off x="9818751" y="491414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Assessment </a:t>
            </a:r>
            <a:endParaRPr sz="800"/>
          </a:p>
        </p:txBody>
      </p:sp>
      <p:sp>
        <p:nvSpPr>
          <p:cNvPr id="4651" name="Google Shape;4651;p168"/>
          <p:cNvSpPr txBox="1"/>
          <p:nvPr/>
        </p:nvSpPr>
        <p:spPr>
          <a:xfrm>
            <a:off x="9818751" y="51804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Implementation / Installation </a:t>
            </a:r>
            <a:endParaRPr sz="800"/>
          </a:p>
        </p:txBody>
      </p:sp>
      <p:sp>
        <p:nvSpPr>
          <p:cNvPr id="4652" name="Google Shape;4652;p168"/>
          <p:cNvSpPr txBox="1"/>
          <p:nvPr/>
        </p:nvSpPr>
        <p:spPr>
          <a:xfrm>
            <a:off x="9818751" y="63670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a:t>
            </a:r>
            <a:r>
              <a:rPr lang="en" sz="800">
                <a:latin typeface="Salesforce Sans"/>
                <a:ea typeface="Salesforce Sans"/>
                <a:cs typeface="Salesforce Sans"/>
                <a:sym typeface="Salesforce Sans"/>
              </a:rPr>
              <a:t>Answers</a:t>
            </a:r>
            <a:r>
              <a:rPr b="0" i="0" lang="en" sz="800" u="none" cap="none" strike="noStrike">
                <a:latin typeface="Salesforce Sans"/>
                <a:ea typeface="Salesforce Sans"/>
                <a:cs typeface="Salesforce Sans"/>
                <a:sym typeface="Salesforce Sans"/>
              </a:rPr>
              <a:t> </a:t>
            </a:r>
            <a:endParaRPr sz="800"/>
          </a:p>
        </p:txBody>
      </p:sp>
      <p:sp>
        <p:nvSpPr>
          <p:cNvPr id="4653" name="Google Shape;4653;p168"/>
          <p:cNvSpPr txBox="1"/>
          <p:nvPr/>
        </p:nvSpPr>
        <p:spPr>
          <a:xfrm>
            <a:off x="9818751" y="649416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Upselling Ancillary Services </a:t>
            </a:r>
            <a:endParaRPr sz="800"/>
          </a:p>
        </p:txBody>
      </p:sp>
      <p:sp>
        <p:nvSpPr>
          <p:cNvPr id="4654" name="Google Shape;4654;p168"/>
          <p:cNvSpPr txBox="1"/>
          <p:nvPr/>
        </p:nvSpPr>
        <p:spPr>
          <a:xfrm>
            <a:off x="9818751" y="712962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 Adherence </a:t>
            </a:r>
            <a:endParaRPr sz="800"/>
          </a:p>
        </p:txBody>
      </p:sp>
      <p:sp>
        <p:nvSpPr>
          <p:cNvPr id="4655" name="Google Shape;4655;p168"/>
          <p:cNvSpPr txBox="1"/>
          <p:nvPr/>
        </p:nvSpPr>
        <p:spPr>
          <a:xfrm>
            <a:off x="9818751" y="725672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Auto-matching</a:t>
            </a:r>
            <a:endParaRPr sz="800"/>
          </a:p>
        </p:txBody>
      </p:sp>
      <p:sp>
        <p:nvSpPr>
          <p:cNvPr id="4656" name="Google Shape;4656;p168"/>
          <p:cNvSpPr txBox="1"/>
          <p:nvPr/>
        </p:nvSpPr>
        <p:spPr>
          <a:xfrm>
            <a:off x="9818751" y="737793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Disease Surveillance Case Management</a:t>
            </a:r>
            <a:endParaRPr sz="800"/>
          </a:p>
        </p:txBody>
      </p:sp>
      <p:sp>
        <p:nvSpPr>
          <p:cNvPr id="4657" name="Google Shape;4657;p168"/>
          <p:cNvSpPr txBox="1"/>
          <p:nvPr/>
        </p:nvSpPr>
        <p:spPr>
          <a:xfrm>
            <a:off x="9818751" y="598579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contact center </a:t>
            </a:r>
            <a:endParaRPr sz="800"/>
          </a:p>
        </p:txBody>
      </p:sp>
      <p:sp>
        <p:nvSpPr>
          <p:cNvPr id="4658" name="Google Shape;4658;p168"/>
          <p:cNvSpPr txBox="1"/>
          <p:nvPr/>
        </p:nvSpPr>
        <p:spPr>
          <a:xfrm>
            <a:off x="9818751" y="611288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Appeals &amp; Grievances </a:t>
            </a:r>
            <a:endParaRPr sz="800"/>
          </a:p>
        </p:txBody>
      </p:sp>
      <p:sp>
        <p:nvSpPr>
          <p:cNvPr id="4659" name="Google Shape;4659;p168"/>
          <p:cNvSpPr txBox="1"/>
          <p:nvPr/>
        </p:nvSpPr>
        <p:spPr>
          <a:xfrm>
            <a:off x="9818751" y="62399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Incentive Rewards Management </a:t>
            </a:r>
            <a:endParaRPr sz="800"/>
          </a:p>
        </p:txBody>
      </p:sp>
      <p:sp>
        <p:nvSpPr>
          <p:cNvPr id="4660" name="Google Shape;4660;p168"/>
          <p:cNvSpPr txBox="1"/>
          <p:nvPr/>
        </p:nvSpPr>
        <p:spPr>
          <a:xfrm>
            <a:off x="9818751" y="662125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summary &amp; details</a:t>
            </a:r>
            <a:endParaRPr sz="800"/>
          </a:p>
        </p:txBody>
      </p:sp>
      <p:sp>
        <p:nvSpPr>
          <p:cNvPr id="4661" name="Google Shape;4661;p168"/>
          <p:cNvSpPr txBox="1"/>
          <p:nvPr/>
        </p:nvSpPr>
        <p:spPr>
          <a:xfrm>
            <a:off x="9818751" y="504727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t>
            </a:r>
            <a:endParaRPr sz="800"/>
          </a:p>
        </p:txBody>
      </p:sp>
      <p:sp>
        <p:nvSpPr>
          <p:cNvPr id="4662" name="Google Shape;4662;p168"/>
          <p:cNvSpPr txBox="1"/>
          <p:nvPr/>
        </p:nvSpPr>
        <p:spPr>
          <a:xfrm>
            <a:off x="9818751" y="785998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Planning </a:t>
            </a:r>
            <a:endParaRPr sz="800"/>
          </a:p>
        </p:txBody>
      </p:sp>
      <p:sp>
        <p:nvSpPr>
          <p:cNvPr id="4663" name="Google Shape;4663;p168"/>
          <p:cNvSpPr txBox="1"/>
          <p:nvPr/>
        </p:nvSpPr>
        <p:spPr>
          <a:xfrm>
            <a:off x="9818751" y="79941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Engagement </a:t>
            </a:r>
            <a:endParaRPr sz="800"/>
          </a:p>
        </p:txBody>
      </p:sp>
      <p:sp>
        <p:nvSpPr>
          <p:cNvPr id="4664" name="Google Shape;4664;p168"/>
          <p:cNvSpPr txBox="1"/>
          <p:nvPr/>
        </p:nvSpPr>
        <p:spPr>
          <a:xfrm>
            <a:off x="9818751" y="8128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Intake </a:t>
            </a:r>
            <a:endParaRPr sz="800"/>
          </a:p>
        </p:txBody>
      </p:sp>
      <p:sp>
        <p:nvSpPr>
          <p:cNvPr id="4665" name="Google Shape;4665;p168"/>
          <p:cNvSpPr txBox="1"/>
          <p:nvPr/>
        </p:nvSpPr>
        <p:spPr>
          <a:xfrm>
            <a:off x="9818751" y="82623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Auto Approval </a:t>
            </a:r>
            <a:endParaRPr sz="800"/>
          </a:p>
        </p:txBody>
      </p:sp>
      <p:sp>
        <p:nvSpPr>
          <p:cNvPr id="4666" name="Google Shape;4666;p168"/>
          <p:cNvSpPr txBox="1"/>
          <p:nvPr/>
        </p:nvSpPr>
        <p:spPr>
          <a:xfrm>
            <a:off x="9818751" y="853056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Guidelines </a:t>
            </a:r>
            <a:endParaRPr sz="800"/>
          </a:p>
        </p:txBody>
      </p:sp>
      <p:sp>
        <p:nvSpPr>
          <p:cNvPr id="4667" name="Google Shape;4667;p168"/>
          <p:cNvSpPr txBox="1"/>
          <p:nvPr/>
        </p:nvSpPr>
        <p:spPr>
          <a:xfrm>
            <a:off x="9818751" y="86646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Summary </a:t>
            </a:r>
            <a:endParaRPr sz="800"/>
          </a:p>
        </p:txBody>
      </p:sp>
      <p:sp>
        <p:nvSpPr>
          <p:cNvPr id="4668" name="Google Shape;4668;p168"/>
          <p:cNvSpPr txBox="1"/>
          <p:nvPr/>
        </p:nvSpPr>
        <p:spPr>
          <a:xfrm>
            <a:off x="9818751" y="839644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Clinical Documentation </a:t>
            </a:r>
            <a:endParaRPr sz="800"/>
          </a:p>
        </p:txBody>
      </p:sp>
      <p:sp>
        <p:nvSpPr>
          <p:cNvPr id="4669" name="Google Shape;4669;p168"/>
          <p:cNvSpPr txBox="1"/>
          <p:nvPr/>
        </p:nvSpPr>
        <p:spPr>
          <a:xfrm>
            <a:off x="9818751" y="9084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Engagement </a:t>
            </a:r>
            <a:endParaRPr sz="800"/>
          </a:p>
        </p:txBody>
      </p:sp>
      <p:sp>
        <p:nvSpPr>
          <p:cNvPr id="4670" name="Google Shape;4670;p168"/>
          <p:cNvSpPr txBox="1"/>
          <p:nvPr/>
        </p:nvSpPr>
        <p:spPr>
          <a:xfrm>
            <a:off x="9818751" y="88206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Acquisition Agent </a:t>
            </a:r>
            <a:endParaRPr sz="800"/>
          </a:p>
        </p:txBody>
      </p:sp>
      <p:sp>
        <p:nvSpPr>
          <p:cNvPr id="4671" name="Google Shape;4671;p168"/>
          <p:cNvSpPr txBox="1"/>
          <p:nvPr/>
        </p:nvSpPr>
        <p:spPr>
          <a:xfrm>
            <a:off x="9818751" y="895242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Operations Agent </a:t>
            </a:r>
            <a:endParaRPr sz="800"/>
          </a:p>
        </p:txBody>
      </p:sp>
      <p:sp>
        <p:nvSpPr>
          <p:cNvPr id="4672" name="Google Shape;4672;p168"/>
          <p:cNvSpPr txBox="1"/>
          <p:nvPr/>
        </p:nvSpPr>
        <p:spPr>
          <a:xfrm>
            <a:off x="9818751" y="921601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Staff Scheduling </a:t>
            </a:r>
            <a:endParaRPr sz="800"/>
          </a:p>
        </p:txBody>
      </p:sp>
      <p:sp>
        <p:nvSpPr>
          <p:cNvPr id="4673" name="Google Shape;4673;p168"/>
          <p:cNvSpPr txBox="1"/>
          <p:nvPr/>
        </p:nvSpPr>
        <p:spPr>
          <a:xfrm>
            <a:off x="9818751" y="77258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Transitions of Care</a:t>
            </a:r>
            <a:endParaRPr sz="800"/>
          </a:p>
        </p:txBody>
      </p:sp>
      <p:sp>
        <p:nvSpPr>
          <p:cNvPr id="4674" name="Google Shape;4674;p168"/>
          <p:cNvSpPr txBox="1"/>
          <p:nvPr/>
        </p:nvSpPr>
        <p:spPr>
          <a:xfrm>
            <a:off x="9820090" y="67483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4675" name="Google Shape;4675;p168"/>
          <p:cNvSpPr txBox="1"/>
          <p:nvPr/>
        </p:nvSpPr>
        <p:spPr>
          <a:xfrm>
            <a:off x="8124651" y="3009452"/>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Quoting</a:t>
            </a:r>
            <a:endParaRPr sz="1600"/>
          </a:p>
        </p:txBody>
      </p:sp>
      <p:sp>
        <p:nvSpPr>
          <p:cNvPr id="4676" name="Google Shape;4676;p168"/>
          <p:cNvSpPr/>
          <p:nvPr/>
        </p:nvSpPr>
        <p:spPr>
          <a:xfrm>
            <a:off x="9649430" y="281805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77" name="Google Shape;4677;p168"/>
          <p:cNvSpPr/>
          <p:nvPr/>
        </p:nvSpPr>
        <p:spPr>
          <a:xfrm>
            <a:off x="9649430" y="332286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78" name="Google Shape;4678;p168"/>
          <p:cNvSpPr txBox="1"/>
          <p:nvPr/>
        </p:nvSpPr>
        <p:spPr>
          <a:xfrm>
            <a:off x="8124651" y="3133845"/>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Commissions</a:t>
            </a:r>
            <a:endParaRPr sz="1600"/>
          </a:p>
        </p:txBody>
      </p:sp>
      <p:sp>
        <p:nvSpPr>
          <p:cNvPr id="4679" name="Google Shape;4679;p168"/>
          <p:cNvSpPr txBox="1"/>
          <p:nvPr/>
        </p:nvSpPr>
        <p:spPr>
          <a:xfrm>
            <a:off x="8124651" y="3400789"/>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Relationship Mgmt</a:t>
            </a:r>
            <a:endParaRPr sz="1600"/>
          </a:p>
        </p:txBody>
      </p:sp>
      <p:sp>
        <p:nvSpPr>
          <p:cNvPr id="4680" name="Google Shape;4680;p168"/>
          <p:cNvSpPr txBox="1"/>
          <p:nvPr/>
        </p:nvSpPr>
        <p:spPr>
          <a:xfrm>
            <a:off x="8124663" y="477624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Underwriting</a:t>
            </a:r>
            <a:endParaRPr sz="1600"/>
          </a:p>
        </p:txBody>
      </p:sp>
      <p:sp>
        <p:nvSpPr>
          <p:cNvPr id="4681" name="Google Shape;4681;p168"/>
          <p:cNvSpPr txBox="1"/>
          <p:nvPr/>
        </p:nvSpPr>
        <p:spPr>
          <a:xfrm>
            <a:off x="8124679" y="5039825"/>
            <a:ext cx="1349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Contracting</a:t>
            </a:r>
            <a:endParaRPr sz="1600"/>
          </a:p>
        </p:txBody>
      </p:sp>
      <p:sp>
        <p:nvSpPr>
          <p:cNvPr id="4682" name="Google Shape;4682;p168"/>
          <p:cNvSpPr txBox="1"/>
          <p:nvPr/>
        </p:nvSpPr>
        <p:spPr>
          <a:xfrm>
            <a:off x="8124677" y="5175225"/>
            <a:ext cx="1494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Account/Case Installation</a:t>
            </a:r>
            <a:endParaRPr sz="1600"/>
          </a:p>
        </p:txBody>
      </p:sp>
      <p:sp>
        <p:nvSpPr>
          <p:cNvPr id="4683" name="Google Shape;4683;p168"/>
          <p:cNvSpPr txBox="1"/>
          <p:nvPr/>
        </p:nvSpPr>
        <p:spPr>
          <a:xfrm>
            <a:off x="8124679" y="5394763"/>
            <a:ext cx="130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Administration</a:t>
            </a:r>
            <a:endParaRPr sz="1600"/>
          </a:p>
        </p:txBody>
      </p:sp>
      <p:sp>
        <p:nvSpPr>
          <p:cNvPr id="4684" name="Google Shape;4684;p168"/>
          <p:cNvSpPr txBox="1"/>
          <p:nvPr/>
        </p:nvSpPr>
        <p:spPr>
          <a:xfrm>
            <a:off x="8124663" y="565600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Member Onboarding</a:t>
            </a:r>
            <a:endParaRPr sz="1600"/>
          </a:p>
        </p:txBody>
      </p:sp>
      <p:sp>
        <p:nvSpPr>
          <p:cNvPr id="4685" name="Google Shape;4685;p168"/>
          <p:cNvSpPr txBox="1"/>
          <p:nvPr/>
        </p:nvSpPr>
        <p:spPr>
          <a:xfrm>
            <a:off x="8124663" y="599475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Inquiry Mgmt &amp; Resolution</a:t>
            </a:r>
            <a:endParaRPr sz="1600"/>
          </a:p>
        </p:txBody>
      </p:sp>
      <p:sp>
        <p:nvSpPr>
          <p:cNvPr id="4686" name="Google Shape;4686;p168"/>
          <p:cNvSpPr txBox="1"/>
          <p:nvPr/>
        </p:nvSpPr>
        <p:spPr>
          <a:xfrm>
            <a:off x="8124663" y="635710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Engagement &amp; Education</a:t>
            </a:r>
            <a:endParaRPr sz="1600"/>
          </a:p>
        </p:txBody>
      </p:sp>
      <p:sp>
        <p:nvSpPr>
          <p:cNvPr id="4687" name="Google Shape;4687;p168"/>
          <p:cNvSpPr txBox="1"/>
          <p:nvPr/>
        </p:nvSpPr>
        <p:spPr>
          <a:xfrm>
            <a:off x="8124663" y="659462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Mgmt</a:t>
            </a:r>
            <a:endParaRPr sz="1600"/>
          </a:p>
        </p:txBody>
      </p:sp>
      <p:sp>
        <p:nvSpPr>
          <p:cNvPr id="4688" name="Google Shape;4688;p168"/>
          <p:cNvSpPr txBox="1"/>
          <p:nvPr/>
        </p:nvSpPr>
        <p:spPr>
          <a:xfrm>
            <a:off x="8124663" y="773358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Planning</a:t>
            </a:r>
            <a:endParaRPr sz="1600"/>
          </a:p>
        </p:txBody>
      </p:sp>
      <p:sp>
        <p:nvSpPr>
          <p:cNvPr id="4689" name="Google Shape;4689;p168"/>
          <p:cNvSpPr txBox="1"/>
          <p:nvPr/>
        </p:nvSpPr>
        <p:spPr>
          <a:xfrm>
            <a:off x="8124663" y="8183693"/>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Utilization Management</a:t>
            </a:r>
            <a:endParaRPr sz="1600"/>
          </a:p>
        </p:txBody>
      </p:sp>
      <p:sp>
        <p:nvSpPr>
          <p:cNvPr id="4690" name="Google Shape;4690;p168"/>
          <p:cNvSpPr txBox="1"/>
          <p:nvPr/>
        </p:nvSpPr>
        <p:spPr>
          <a:xfrm>
            <a:off x="8124663" y="881785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Workforce Management</a:t>
            </a:r>
            <a:endParaRPr sz="1600"/>
          </a:p>
        </p:txBody>
      </p:sp>
      <p:sp>
        <p:nvSpPr>
          <p:cNvPr id="4691" name="Google Shape;4691;p168"/>
          <p:cNvSpPr/>
          <p:nvPr/>
        </p:nvSpPr>
        <p:spPr>
          <a:xfrm>
            <a:off x="9649430" y="481513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2" name="Google Shape;4692;p168"/>
          <p:cNvSpPr/>
          <p:nvPr/>
        </p:nvSpPr>
        <p:spPr>
          <a:xfrm>
            <a:off x="9649430" y="495682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3" name="Google Shape;4693;p168"/>
          <p:cNvSpPr/>
          <p:nvPr/>
        </p:nvSpPr>
        <p:spPr>
          <a:xfrm>
            <a:off x="9649430" y="55588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4" name="Google Shape;4694;p168"/>
          <p:cNvSpPr/>
          <p:nvPr/>
        </p:nvSpPr>
        <p:spPr>
          <a:xfrm>
            <a:off x="9649430" y="569479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5" name="Google Shape;4695;p168"/>
          <p:cNvSpPr/>
          <p:nvPr/>
        </p:nvSpPr>
        <p:spPr>
          <a:xfrm>
            <a:off x="9649430" y="615162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6" name="Google Shape;4696;p168"/>
          <p:cNvSpPr/>
          <p:nvPr/>
        </p:nvSpPr>
        <p:spPr>
          <a:xfrm>
            <a:off x="9649430" y="627782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7" name="Google Shape;4697;p168"/>
          <p:cNvSpPr/>
          <p:nvPr/>
        </p:nvSpPr>
        <p:spPr>
          <a:xfrm>
            <a:off x="9649430" y="71639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8" name="Google Shape;4698;p168"/>
          <p:cNvSpPr/>
          <p:nvPr/>
        </p:nvSpPr>
        <p:spPr>
          <a:xfrm>
            <a:off x="9649430" y="7291552"/>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9" name="Google Shape;4699;p168"/>
          <p:cNvSpPr txBox="1"/>
          <p:nvPr/>
        </p:nvSpPr>
        <p:spPr>
          <a:xfrm>
            <a:off x="8129328" y="7377813"/>
            <a:ext cx="1494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Population Health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&amp; Analytics</a:t>
            </a:r>
            <a:endParaRPr sz="1600"/>
          </a:p>
        </p:txBody>
      </p:sp>
      <p:sp>
        <p:nvSpPr>
          <p:cNvPr id="4700" name="Google Shape;4700;p168"/>
          <p:cNvSpPr/>
          <p:nvPr/>
        </p:nvSpPr>
        <p:spPr>
          <a:xfrm>
            <a:off x="9649430" y="741448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1" name="Google Shape;4701;p168"/>
          <p:cNvSpPr/>
          <p:nvPr/>
        </p:nvSpPr>
        <p:spPr>
          <a:xfrm>
            <a:off x="9649430" y="843423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2" name="Google Shape;4702;p168"/>
          <p:cNvSpPr/>
          <p:nvPr/>
        </p:nvSpPr>
        <p:spPr>
          <a:xfrm>
            <a:off x="9649430" y="856762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3" name="Google Shape;4703;p168"/>
          <p:cNvSpPr/>
          <p:nvPr/>
        </p:nvSpPr>
        <p:spPr>
          <a:xfrm>
            <a:off x="12287257"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4" name="Google Shape;4704;p168"/>
          <p:cNvSpPr txBox="1"/>
          <p:nvPr/>
        </p:nvSpPr>
        <p:spPr>
          <a:xfrm>
            <a:off x="12401944"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705" name="Google Shape;4705;p168"/>
          <p:cNvSpPr txBox="1"/>
          <p:nvPr/>
        </p:nvSpPr>
        <p:spPr>
          <a:xfrm>
            <a:off x="13894820"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706" name="Google Shape;4706;p168"/>
          <p:cNvSpPr txBox="1"/>
          <p:nvPr/>
        </p:nvSpPr>
        <p:spPr>
          <a:xfrm>
            <a:off x="12420907" y="2098446"/>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4707" name="Google Shape;4707;p168"/>
          <p:cNvSpPr txBox="1"/>
          <p:nvPr/>
        </p:nvSpPr>
        <p:spPr>
          <a:xfrm>
            <a:off x="15578108"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708" name="Google Shape;4708;p168"/>
          <p:cNvSpPr txBox="1"/>
          <p:nvPr/>
        </p:nvSpPr>
        <p:spPr>
          <a:xfrm>
            <a:off x="13913408"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Enablement</a:t>
            </a:r>
            <a:endParaRPr sz="1600"/>
          </a:p>
        </p:txBody>
      </p:sp>
      <p:sp>
        <p:nvSpPr>
          <p:cNvPr id="4709" name="Google Shape;4709;p168"/>
          <p:cNvSpPr txBox="1"/>
          <p:nvPr/>
        </p:nvSpPr>
        <p:spPr>
          <a:xfrm>
            <a:off x="13908470" y="4352006"/>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Cyber</a:t>
            </a:r>
            <a:endParaRPr sz="1600"/>
          </a:p>
        </p:txBody>
      </p:sp>
      <p:sp>
        <p:nvSpPr>
          <p:cNvPr id="4710" name="Google Shape;4710;p168"/>
          <p:cNvSpPr txBox="1"/>
          <p:nvPr/>
        </p:nvSpPr>
        <p:spPr>
          <a:xfrm>
            <a:off x="13908459" y="2215858"/>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sz="1600"/>
          </a:p>
        </p:txBody>
      </p:sp>
      <p:sp>
        <p:nvSpPr>
          <p:cNvPr id="4711" name="Google Shape;4711;p168"/>
          <p:cNvSpPr txBox="1"/>
          <p:nvPr/>
        </p:nvSpPr>
        <p:spPr>
          <a:xfrm>
            <a:off x="13908459" y="3958132"/>
            <a:ext cx="7716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IT Helpdesk</a:t>
            </a:r>
            <a:endParaRPr sz="1600"/>
          </a:p>
        </p:txBody>
      </p:sp>
      <p:sp>
        <p:nvSpPr>
          <p:cNvPr id="4712" name="Google Shape;4712;p168"/>
          <p:cNvSpPr/>
          <p:nvPr/>
        </p:nvSpPr>
        <p:spPr>
          <a:xfrm>
            <a:off x="15280837" y="198232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3" name="Google Shape;4713;p168"/>
          <p:cNvSpPr/>
          <p:nvPr/>
        </p:nvSpPr>
        <p:spPr>
          <a:xfrm>
            <a:off x="15280837" y="21164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4" name="Google Shape;4714;p168"/>
          <p:cNvSpPr/>
          <p:nvPr/>
        </p:nvSpPr>
        <p:spPr>
          <a:xfrm>
            <a:off x="15280837" y="237088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5" name="Google Shape;4715;p168"/>
          <p:cNvSpPr/>
          <p:nvPr/>
        </p:nvSpPr>
        <p:spPr>
          <a:xfrm>
            <a:off x="15280837" y="24963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6" name="Google Shape;4716;p168"/>
          <p:cNvSpPr/>
          <p:nvPr/>
        </p:nvSpPr>
        <p:spPr>
          <a:xfrm>
            <a:off x="15280837" y="263127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7" name="Google Shape;4717;p168"/>
          <p:cNvSpPr/>
          <p:nvPr/>
        </p:nvSpPr>
        <p:spPr>
          <a:xfrm>
            <a:off x="15280837" y="28757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8" name="Google Shape;4718;p168"/>
          <p:cNvSpPr/>
          <p:nvPr/>
        </p:nvSpPr>
        <p:spPr>
          <a:xfrm>
            <a:off x="15280837" y="29980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9" name="Google Shape;4719;p168"/>
          <p:cNvSpPr/>
          <p:nvPr/>
        </p:nvSpPr>
        <p:spPr>
          <a:xfrm>
            <a:off x="15280837" y="324671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0" name="Google Shape;4720;p168"/>
          <p:cNvSpPr/>
          <p:nvPr/>
        </p:nvSpPr>
        <p:spPr>
          <a:xfrm>
            <a:off x="15280837" y="3507431"/>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1" name="Google Shape;4721;p168"/>
          <p:cNvSpPr/>
          <p:nvPr/>
        </p:nvSpPr>
        <p:spPr>
          <a:xfrm>
            <a:off x="15280837" y="362826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2" name="Google Shape;4722;p168"/>
          <p:cNvSpPr/>
          <p:nvPr/>
        </p:nvSpPr>
        <p:spPr>
          <a:xfrm>
            <a:off x="15280837" y="374909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3" name="Google Shape;4723;p168"/>
          <p:cNvSpPr/>
          <p:nvPr/>
        </p:nvSpPr>
        <p:spPr>
          <a:xfrm>
            <a:off x="15280837" y="399648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4" name="Google Shape;4724;p168"/>
          <p:cNvSpPr/>
          <p:nvPr/>
        </p:nvSpPr>
        <p:spPr>
          <a:xfrm>
            <a:off x="15280837" y="4116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5" name="Google Shape;4725;p168"/>
          <p:cNvSpPr/>
          <p:nvPr/>
        </p:nvSpPr>
        <p:spPr>
          <a:xfrm>
            <a:off x="15280837" y="423657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6" name="Google Shape;4726;p168"/>
          <p:cNvSpPr/>
          <p:nvPr/>
        </p:nvSpPr>
        <p:spPr>
          <a:xfrm>
            <a:off x="15280837" y="477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7" name="Google Shape;4727;p168"/>
          <p:cNvSpPr/>
          <p:nvPr/>
        </p:nvSpPr>
        <p:spPr>
          <a:xfrm>
            <a:off x="15280837" y="514562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8" name="Google Shape;4728;p168"/>
          <p:cNvSpPr/>
          <p:nvPr/>
        </p:nvSpPr>
        <p:spPr>
          <a:xfrm>
            <a:off x="15280837" y="526988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9" name="Google Shape;4729;p168"/>
          <p:cNvSpPr/>
          <p:nvPr/>
        </p:nvSpPr>
        <p:spPr>
          <a:xfrm>
            <a:off x="15280837" y="539415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0" name="Google Shape;4730;p168"/>
          <p:cNvSpPr/>
          <p:nvPr/>
        </p:nvSpPr>
        <p:spPr>
          <a:xfrm>
            <a:off x="15280837" y="651732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1" name="Google Shape;4731;p168"/>
          <p:cNvSpPr/>
          <p:nvPr/>
        </p:nvSpPr>
        <p:spPr>
          <a:xfrm>
            <a:off x="15280837" y="664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2" name="Google Shape;4732;p168"/>
          <p:cNvSpPr/>
          <p:nvPr/>
        </p:nvSpPr>
        <p:spPr>
          <a:xfrm>
            <a:off x="15280837" y="676988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3" name="Google Shape;4733;p168"/>
          <p:cNvSpPr/>
          <p:nvPr/>
        </p:nvSpPr>
        <p:spPr>
          <a:xfrm>
            <a:off x="15280837" y="6896173"/>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4" name="Google Shape;4734;p168"/>
          <p:cNvSpPr/>
          <p:nvPr/>
        </p:nvSpPr>
        <p:spPr>
          <a:xfrm>
            <a:off x="15280837" y="702245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5" name="Google Shape;4735;p168"/>
          <p:cNvSpPr/>
          <p:nvPr/>
        </p:nvSpPr>
        <p:spPr>
          <a:xfrm>
            <a:off x="15280837" y="715816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6" name="Google Shape;4736;p168"/>
          <p:cNvSpPr/>
          <p:nvPr/>
        </p:nvSpPr>
        <p:spPr>
          <a:xfrm>
            <a:off x="15285490" y="76634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7" name="Google Shape;4737;p168"/>
          <p:cNvSpPr txBox="1"/>
          <p:nvPr/>
        </p:nvSpPr>
        <p:spPr>
          <a:xfrm>
            <a:off x="13908459" y="2582340"/>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Attraction</a:t>
            </a:r>
            <a:endParaRPr sz="1600"/>
          </a:p>
        </p:txBody>
      </p:sp>
      <p:sp>
        <p:nvSpPr>
          <p:cNvPr id="4738" name="Google Shape;4738;p168"/>
          <p:cNvSpPr/>
          <p:nvPr/>
        </p:nvSpPr>
        <p:spPr>
          <a:xfrm>
            <a:off x="15280837" y="275352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9" name="Google Shape;4739;p168"/>
          <p:cNvSpPr/>
          <p:nvPr/>
        </p:nvSpPr>
        <p:spPr>
          <a:xfrm>
            <a:off x="15280837" y="336278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40" name="Google Shape;4740;p168"/>
          <p:cNvSpPr txBox="1"/>
          <p:nvPr/>
        </p:nvSpPr>
        <p:spPr>
          <a:xfrm>
            <a:off x="13908459" y="3076695"/>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
            </a:r>
            <a:r>
              <a:rPr b="1" lang="en" sz="900">
                <a:solidFill>
                  <a:srgbClr val="066AFE"/>
                </a:solidFill>
                <a:latin typeface="Salesforce Sans"/>
                <a:ea typeface="Salesforce Sans"/>
                <a:cs typeface="Salesforce Sans"/>
                <a:sym typeface="Salesforce Sans"/>
              </a:rPr>
              <a:t>Mgmt</a:t>
            </a:r>
            <a:r>
              <a:rPr b="1" i="0" lang="en" sz="900" u="none" cap="none" strike="noStrike">
                <a:solidFill>
                  <a:srgbClr val="066AFE"/>
                </a:solidFill>
                <a:latin typeface="Salesforce Sans"/>
                <a:ea typeface="Salesforce Sans"/>
                <a:cs typeface="Salesforce Sans"/>
                <a:sym typeface="Salesforce Sans"/>
              </a:rPr>
              <a:t> &amp; Development</a:t>
            </a:r>
            <a:endParaRPr sz="1600"/>
          </a:p>
        </p:txBody>
      </p:sp>
      <p:sp>
        <p:nvSpPr>
          <p:cNvPr id="4741" name="Google Shape;4741;p168"/>
          <p:cNvSpPr txBox="1"/>
          <p:nvPr/>
        </p:nvSpPr>
        <p:spPr>
          <a:xfrm>
            <a:off x="13908459" y="3483864"/>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Operations</a:t>
            </a:r>
            <a:endParaRPr sz="1600"/>
          </a:p>
        </p:txBody>
      </p:sp>
      <p:sp>
        <p:nvSpPr>
          <p:cNvPr id="4742" name="Google Shape;4742;p168"/>
          <p:cNvSpPr txBox="1"/>
          <p:nvPr/>
        </p:nvSpPr>
        <p:spPr>
          <a:xfrm>
            <a:off x="13908470" y="472620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sz="1600"/>
          </a:p>
        </p:txBody>
      </p:sp>
      <p:sp>
        <p:nvSpPr>
          <p:cNvPr id="4743" name="Google Shape;4743;p168"/>
          <p:cNvSpPr txBox="1"/>
          <p:nvPr/>
        </p:nvSpPr>
        <p:spPr>
          <a:xfrm>
            <a:off x="13908470" y="5104964"/>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Hospital Operations</a:t>
            </a:r>
            <a:endParaRPr sz="1600"/>
          </a:p>
        </p:txBody>
      </p:sp>
      <p:sp>
        <p:nvSpPr>
          <p:cNvPr id="4744" name="Google Shape;4744;p168"/>
          <p:cNvSpPr txBox="1"/>
          <p:nvPr/>
        </p:nvSpPr>
        <p:spPr>
          <a:xfrm>
            <a:off x="13908470" y="5486618"/>
            <a:ext cx="1199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sz="1600"/>
          </a:p>
        </p:txBody>
      </p:sp>
      <p:sp>
        <p:nvSpPr>
          <p:cNvPr id="4745" name="Google Shape;4745;p168"/>
          <p:cNvSpPr txBox="1"/>
          <p:nvPr/>
        </p:nvSpPr>
        <p:spPr>
          <a:xfrm>
            <a:off x="13908470" y="586921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Claims Mgmt</a:t>
            </a:r>
            <a:endParaRPr sz="1600"/>
          </a:p>
        </p:txBody>
      </p:sp>
      <p:sp>
        <p:nvSpPr>
          <p:cNvPr id="4746" name="Google Shape;4746;p168"/>
          <p:cNvSpPr txBox="1"/>
          <p:nvPr/>
        </p:nvSpPr>
        <p:spPr>
          <a:xfrm>
            <a:off x="13908470" y="648828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Billing &amp; Revenue Reconciliation</a:t>
            </a:r>
            <a:endParaRPr sz="1600"/>
          </a:p>
        </p:txBody>
      </p:sp>
      <p:sp>
        <p:nvSpPr>
          <p:cNvPr id="4747" name="Google Shape;4747;p168"/>
          <p:cNvSpPr txBox="1"/>
          <p:nvPr/>
        </p:nvSpPr>
        <p:spPr>
          <a:xfrm>
            <a:off x="13908470" y="711372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sz="1600"/>
          </a:p>
        </p:txBody>
      </p:sp>
      <p:sp>
        <p:nvSpPr>
          <p:cNvPr id="4748" name="Google Shape;4748;p168"/>
          <p:cNvSpPr txBox="1"/>
          <p:nvPr/>
        </p:nvSpPr>
        <p:spPr>
          <a:xfrm>
            <a:off x="13908470" y="749614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Finance Operations</a:t>
            </a:r>
            <a:endParaRPr sz="1600"/>
          </a:p>
        </p:txBody>
      </p:sp>
      <p:sp>
        <p:nvSpPr>
          <p:cNvPr id="4749" name="Google Shape;4749;p168"/>
          <p:cNvSpPr txBox="1"/>
          <p:nvPr/>
        </p:nvSpPr>
        <p:spPr>
          <a:xfrm>
            <a:off x="13908470" y="798907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Treasury</a:t>
            </a:r>
            <a:endParaRPr sz="1600"/>
          </a:p>
        </p:txBody>
      </p:sp>
      <p:sp>
        <p:nvSpPr>
          <p:cNvPr id="4750" name="Google Shape;4750;p168"/>
          <p:cNvSpPr txBox="1"/>
          <p:nvPr/>
        </p:nvSpPr>
        <p:spPr>
          <a:xfrm>
            <a:off x="13908470" y="8517473"/>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Management and Board Reporting Generation</a:t>
            </a:r>
            <a:endParaRPr sz="1600"/>
          </a:p>
        </p:txBody>
      </p:sp>
      <p:sp>
        <p:nvSpPr>
          <p:cNvPr id="4751" name="Google Shape;4751;p168"/>
          <p:cNvSpPr txBox="1"/>
          <p:nvPr/>
        </p:nvSpPr>
        <p:spPr>
          <a:xfrm>
            <a:off x="13908470" y="9025125"/>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 </a:t>
            </a:r>
            <a:endParaRPr sz="1600"/>
          </a:p>
        </p:txBody>
      </p:sp>
      <p:sp>
        <p:nvSpPr>
          <p:cNvPr id="4752" name="Google Shape;4752;p168"/>
          <p:cNvSpPr/>
          <p:nvPr/>
        </p:nvSpPr>
        <p:spPr>
          <a:xfrm>
            <a:off x="15280837" y="55342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3" name="Google Shape;4753;p168"/>
          <p:cNvSpPr/>
          <p:nvPr/>
        </p:nvSpPr>
        <p:spPr>
          <a:xfrm>
            <a:off x="15280837" y="577101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4" name="Google Shape;4754;p168"/>
          <p:cNvSpPr/>
          <p:nvPr/>
        </p:nvSpPr>
        <p:spPr>
          <a:xfrm>
            <a:off x="15280837" y="727620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5" name="Google Shape;4755;p168"/>
          <p:cNvSpPr/>
          <p:nvPr/>
        </p:nvSpPr>
        <p:spPr>
          <a:xfrm>
            <a:off x="15280837" y="739424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6" name="Google Shape;4756;p168"/>
          <p:cNvSpPr txBox="1"/>
          <p:nvPr/>
        </p:nvSpPr>
        <p:spPr>
          <a:xfrm>
            <a:off x="13913125" y="825036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Tax And Compliance</a:t>
            </a:r>
            <a:endParaRPr sz="1600"/>
          </a:p>
        </p:txBody>
      </p:sp>
      <p:sp>
        <p:nvSpPr>
          <p:cNvPr id="4757" name="Google Shape;4757;p168"/>
          <p:cNvSpPr/>
          <p:nvPr/>
        </p:nvSpPr>
        <p:spPr>
          <a:xfrm>
            <a:off x="15280837" y="856454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8" name="Google Shape;4758;p168"/>
          <p:cNvSpPr txBox="1"/>
          <p:nvPr/>
        </p:nvSpPr>
        <p:spPr>
          <a:xfrm>
            <a:off x="15455001" y="194870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Workflow Digitization </a:t>
            </a:r>
            <a:endParaRPr sz="800"/>
          </a:p>
        </p:txBody>
      </p:sp>
      <p:sp>
        <p:nvSpPr>
          <p:cNvPr id="4759" name="Google Shape;4759;p168"/>
          <p:cNvSpPr txBox="1"/>
          <p:nvPr/>
        </p:nvSpPr>
        <p:spPr>
          <a:xfrm>
            <a:off x="15455001" y="221841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Of Future And Skills Assessment </a:t>
            </a:r>
            <a:endParaRPr sz="800"/>
          </a:p>
        </p:txBody>
      </p:sp>
      <p:sp>
        <p:nvSpPr>
          <p:cNvPr id="4760" name="Google Shape;4760;p168"/>
          <p:cNvSpPr txBox="1"/>
          <p:nvPr/>
        </p:nvSpPr>
        <p:spPr>
          <a:xfrm>
            <a:off x="15455001" y="20787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SOP And Record Management  </a:t>
            </a:r>
            <a:endParaRPr sz="800"/>
          </a:p>
        </p:txBody>
      </p:sp>
      <p:sp>
        <p:nvSpPr>
          <p:cNvPr id="4761" name="Google Shape;4761;p168"/>
          <p:cNvSpPr txBox="1"/>
          <p:nvPr/>
        </p:nvSpPr>
        <p:spPr>
          <a:xfrm>
            <a:off x="15455001" y="233898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Planning  </a:t>
            </a:r>
            <a:endParaRPr sz="800"/>
          </a:p>
        </p:txBody>
      </p:sp>
      <p:sp>
        <p:nvSpPr>
          <p:cNvPr id="4762" name="Google Shape;4762;p168"/>
          <p:cNvSpPr txBox="1"/>
          <p:nvPr/>
        </p:nvSpPr>
        <p:spPr>
          <a:xfrm>
            <a:off x="15455001" y="321154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Content Design &amp; Delivery </a:t>
            </a:r>
            <a:endParaRPr sz="800"/>
          </a:p>
        </p:txBody>
      </p:sp>
      <p:sp>
        <p:nvSpPr>
          <p:cNvPr id="4763" name="Google Shape;4763;p168"/>
          <p:cNvSpPr txBox="1"/>
          <p:nvPr/>
        </p:nvSpPr>
        <p:spPr>
          <a:xfrm>
            <a:off x="15455001" y="3332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t>
            </a:r>
            <a:endParaRPr sz="800"/>
          </a:p>
        </p:txBody>
      </p:sp>
      <p:sp>
        <p:nvSpPr>
          <p:cNvPr id="4764" name="Google Shape;4764;p168"/>
          <p:cNvSpPr txBox="1"/>
          <p:nvPr/>
        </p:nvSpPr>
        <p:spPr>
          <a:xfrm>
            <a:off x="15455001" y="24595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People Measurement &amp; Reporting </a:t>
            </a:r>
            <a:endParaRPr sz="800"/>
          </a:p>
        </p:txBody>
      </p:sp>
      <p:sp>
        <p:nvSpPr>
          <p:cNvPr id="4765" name="Google Shape;4765;p168"/>
          <p:cNvSpPr txBox="1"/>
          <p:nvPr/>
        </p:nvSpPr>
        <p:spPr>
          <a:xfrm>
            <a:off x="15455001" y="25991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Sourcing Strategy Development </a:t>
            </a:r>
            <a:endParaRPr sz="800"/>
          </a:p>
        </p:txBody>
      </p:sp>
      <p:sp>
        <p:nvSpPr>
          <p:cNvPr id="4766" name="Google Shape;4766;p168"/>
          <p:cNvSpPr txBox="1"/>
          <p:nvPr/>
        </p:nvSpPr>
        <p:spPr>
          <a:xfrm>
            <a:off x="15455001" y="271974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Outreach </a:t>
            </a:r>
            <a:endParaRPr sz="800"/>
          </a:p>
        </p:txBody>
      </p:sp>
      <p:sp>
        <p:nvSpPr>
          <p:cNvPr id="4767" name="Google Shape;4767;p168"/>
          <p:cNvSpPr txBox="1"/>
          <p:nvPr/>
        </p:nvSpPr>
        <p:spPr>
          <a:xfrm>
            <a:off x="15455001" y="284031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Coaching</a:t>
            </a:r>
            <a:endParaRPr sz="800"/>
          </a:p>
        </p:txBody>
      </p:sp>
      <p:sp>
        <p:nvSpPr>
          <p:cNvPr id="4768" name="Google Shape;4768;p168"/>
          <p:cNvSpPr txBox="1"/>
          <p:nvPr/>
        </p:nvSpPr>
        <p:spPr>
          <a:xfrm>
            <a:off x="15455001" y="296088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Onboarding </a:t>
            </a:r>
            <a:endParaRPr sz="800"/>
          </a:p>
        </p:txBody>
      </p:sp>
      <p:sp>
        <p:nvSpPr>
          <p:cNvPr id="4769" name="Google Shape;4769;p168"/>
          <p:cNvSpPr txBox="1"/>
          <p:nvPr/>
        </p:nvSpPr>
        <p:spPr>
          <a:xfrm>
            <a:off x="15455001" y="347173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Compensation &amp; Benefit Creation &amp; Delivery </a:t>
            </a:r>
            <a:endParaRPr sz="800"/>
          </a:p>
        </p:txBody>
      </p:sp>
      <p:sp>
        <p:nvSpPr>
          <p:cNvPr id="4770" name="Google Shape;4770;p168"/>
          <p:cNvSpPr txBox="1"/>
          <p:nvPr/>
        </p:nvSpPr>
        <p:spPr>
          <a:xfrm>
            <a:off x="15455001" y="37128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Payroll &amp; Vacation Monitoring </a:t>
            </a:r>
            <a:endParaRPr sz="800"/>
          </a:p>
        </p:txBody>
      </p:sp>
      <p:sp>
        <p:nvSpPr>
          <p:cNvPr id="4771" name="Google Shape;4771;p168"/>
          <p:cNvSpPr txBox="1"/>
          <p:nvPr/>
        </p:nvSpPr>
        <p:spPr>
          <a:xfrm>
            <a:off x="15455001" y="359230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Experience &amp; Health Monitoring </a:t>
            </a:r>
            <a:endParaRPr sz="800"/>
          </a:p>
        </p:txBody>
      </p:sp>
      <p:sp>
        <p:nvSpPr>
          <p:cNvPr id="4772" name="Google Shape;4772;p168"/>
          <p:cNvSpPr txBox="1"/>
          <p:nvPr/>
        </p:nvSpPr>
        <p:spPr>
          <a:xfrm>
            <a:off x="15455001" y="383344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Compliance &amp; Labour Relations Monitoring </a:t>
            </a:r>
            <a:endParaRPr sz="800"/>
          </a:p>
        </p:txBody>
      </p:sp>
      <p:sp>
        <p:nvSpPr>
          <p:cNvPr id="4773" name="Google Shape;4773;p168"/>
          <p:cNvSpPr txBox="1"/>
          <p:nvPr/>
        </p:nvSpPr>
        <p:spPr>
          <a:xfrm>
            <a:off x="15455001" y="309097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Career Path Design </a:t>
            </a:r>
            <a:endParaRPr sz="800"/>
          </a:p>
        </p:txBody>
      </p:sp>
      <p:sp>
        <p:nvSpPr>
          <p:cNvPr id="4774" name="Google Shape;4774;p168"/>
          <p:cNvSpPr txBox="1"/>
          <p:nvPr/>
        </p:nvSpPr>
        <p:spPr>
          <a:xfrm>
            <a:off x="15455001" y="409363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Resolution &amp; Troubleshooting </a:t>
            </a:r>
            <a:endParaRPr sz="800"/>
          </a:p>
        </p:txBody>
      </p:sp>
      <p:sp>
        <p:nvSpPr>
          <p:cNvPr id="4775" name="Google Shape;4775;p168"/>
          <p:cNvSpPr txBox="1"/>
          <p:nvPr/>
        </p:nvSpPr>
        <p:spPr>
          <a:xfrm>
            <a:off x="15455001" y="421420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Base Updates &amp; Content Creation </a:t>
            </a:r>
            <a:endParaRPr sz="800"/>
          </a:p>
        </p:txBody>
      </p:sp>
      <p:sp>
        <p:nvSpPr>
          <p:cNvPr id="4776" name="Google Shape;4776;p168"/>
          <p:cNvSpPr txBox="1"/>
          <p:nvPr/>
        </p:nvSpPr>
        <p:spPr>
          <a:xfrm>
            <a:off x="15455001" y="447439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Incident Response </a:t>
            </a:r>
            <a:endParaRPr sz="800"/>
          </a:p>
        </p:txBody>
      </p:sp>
      <p:sp>
        <p:nvSpPr>
          <p:cNvPr id="4777" name="Google Shape;4777;p168"/>
          <p:cNvSpPr txBox="1"/>
          <p:nvPr/>
        </p:nvSpPr>
        <p:spPr>
          <a:xfrm>
            <a:off x="15455001" y="473458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&amp; Infra Lifecycle Management </a:t>
            </a:r>
            <a:endParaRPr sz="800"/>
          </a:p>
        </p:txBody>
      </p:sp>
      <p:sp>
        <p:nvSpPr>
          <p:cNvPr id="4778" name="Google Shape;4778;p168"/>
          <p:cNvSpPr txBox="1"/>
          <p:nvPr/>
        </p:nvSpPr>
        <p:spPr>
          <a:xfrm>
            <a:off x="15455001" y="485514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Development </a:t>
            </a:r>
            <a:endParaRPr sz="800"/>
          </a:p>
        </p:txBody>
      </p:sp>
      <p:sp>
        <p:nvSpPr>
          <p:cNvPr id="4779" name="Google Shape;4779;p168"/>
          <p:cNvSpPr txBox="1"/>
          <p:nvPr/>
        </p:nvSpPr>
        <p:spPr>
          <a:xfrm>
            <a:off x="15455001" y="459496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Access &amp; Security Policy Creation </a:t>
            </a:r>
            <a:endParaRPr sz="800"/>
          </a:p>
        </p:txBody>
      </p:sp>
      <p:sp>
        <p:nvSpPr>
          <p:cNvPr id="4780" name="Google Shape;4780;p168"/>
          <p:cNvSpPr txBox="1"/>
          <p:nvPr/>
        </p:nvSpPr>
        <p:spPr>
          <a:xfrm>
            <a:off x="15455001" y="549609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Demand Forecasting </a:t>
            </a:r>
            <a:endParaRPr sz="800"/>
          </a:p>
        </p:txBody>
      </p:sp>
      <p:sp>
        <p:nvSpPr>
          <p:cNvPr id="4781" name="Google Shape;4781;p168"/>
          <p:cNvSpPr txBox="1"/>
          <p:nvPr/>
        </p:nvSpPr>
        <p:spPr>
          <a:xfrm>
            <a:off x="15455001" y="523590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Flow </a:t>
            </a:r>
            <a:endParaRPr sz="800"/>
          </a:p>
        </p:txBody>
      </p:sp>
      <p:sp>
        <p:nvSpPr>
          <p:cNvPr id="4782" name="Google Shape;4782;p168"/>
          <p:cNvSpPr txBox="1"/>
          <p:nvPr/>
        </p:nvSpPr>
        <p:spPr>
          <a:xfrm>
            <a:off x="15455001" y="573723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VBC Outcome Tracking </a:t>
            </a:r>
            <a:endParaRPr sz="800"/>
          </a:p>
        </p:txBody>
      </p:sp>
      <p:sp>
        <p:nvSpPr>
          <p:cNvPr id="4783" name="Google Shape;4783;p168"/>
          <p:cNvSpPr txBox="1"/>
          <p:nvPr/>
        </p:nvSpPr>
        <p:spPr>
          <a:xfrm>
            <a:off x="15455001" y="561666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OR Optimization </a:t>
            </a:r>
            <a:endParaRPr sz="800"/>
          </a:p>
        </p:txBody>
      </p:sp>
      <p:sp>
        <p:nvSpPr>
          <p:cNvPr id="4784" name="Google Shape;4784;p168"/>
          <p:cNvSpPr txBox="1"/>
          <p:nvPr/>
        </p:nvSpPr>
        <p:spPr>
          <a:xfrm>
            <a:off x="15455001" y="673989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Payment Processing </a:t>
            </a:r>
            <a:endParaRPr sz="800"/>
          </a:p>
        </p:txBody>
      </p:sp>
      <p:sp>
        <p:nvSpPr>
          <p:cNvPr id="4785" name="Google Shape;4785;p168"/>
          <p:cNvSpPr txBox="1"/>
          <p:nvPr/>
        </p:nvSpPr>
        <p:spPr>
          <a:xfrm>
            <a:off x="15455001" y="686046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Analysis &amp; Reporting </a:t>
            </a:r>
            <a:endParaRPr sz="800"/>
          </a:p>
        </p:txBody>
      </p:sp>
      <p:sp>
        <p:nvSpPr>
          <p:cNvPr id="4786" name="Google Shape;4786;p168"/>
          <p:cNvSpPr txBox="1"/>
          <p:nvPr/>
        </p:nvSpPr>
        <p:spPr>
          <a:xfrm>
            <a:off x="15455001" y="497571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Testing </a:t>
            </a:r>
            <a:endParaRPr sz="800"/>
          </a:p>
        </p:txBody>
      </p:sp>
      <p:sp>
        <p:nvSpPr>
          <p:cNvPr id="4787" name="Google Shape;4787;p168"/>
          <p:cNvSpPr txBox="1"/>
          <p:nvPr/>
        </p:nvSpPr>
        <p:spPr>
          <a:xfrm>
            <a:off x="15455001" y="535647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Lifecycle </a:t>
            </a:r>
            <a:endParaRPr sz="800"/>
          </a:p>
        </p:txBody>
      </p:sp>
      <p:sp>
        <p:nvSpPr>
          <p:cNvPr id="4788" name="Google Shape;4788;p168"/>
          <p:cNvSpPr txBox="1"/>
          <p:nvPr/>
        </p:nvSpPr>
        <p:spPr>
          <a:xfrm>
            <a:off x="15455001" y="59974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Adjudication </a:t>
            </a:r>
            <a:endParaRPr sz="800"/>
          </a:p>
        </p:txBody>
      </p:sp>
      <p:sp>
        <p:nvSpPr>
          <p:cNvPr id="4789" name="Google Shape;4789;p168"/>
          <p:cNvSpPr txBox="1"/>
          <p:nvPr/>
        </p:nvSpPr>
        <p:spPr>
          <a:xfrm>
            <a:off x="15455001" y="61179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Distribution </a:t>
            </a:r>
            <a:endParaRPr sz="800"/>
          </a:p>
        </p:txBody>
      </p:sp>
      <p:sp>
        <p:nvSpPr>
          <p:cNvPr id="4790" name="Google Shape;4790;p168"/>
          <p:cNvSpPr txBox="1"/>
          <p:nvPr/>
        </p:nvSpPr>
        <p:spPr>
          <a:xfrm>
            <a:off x="15455001" y="623856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Submission Processing </a:t>
            </a:r>
            <a:endParaRPr sz="800"/>
          </a:p>
        </p:txBody>
      </p:sp>
      <p:sp>
        <p:nvSpPr>
          <p:cNvPr id="4791" name="Google Shape;4791;p168"/>
          <p:cNvSpPr txBox="1"/>
          <p:nvPr/>
        </p:nvSpPr>
        <p:spPr>
          <a:xfrm>
            <a:off x="15455001" y="635913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Summary</a:t>
            </a:r>
            <a:endParaRPr sz="800"/>
          </a:p>
        </p:txBody>
      </p:sp>
      <p:sp>
        <p:nvSpPr>
          <p:cNvPr id="4792" name="Google Shape;4792;p168"/>
          <p:cNvSpPr txBox="1"/>
          <p:nvPr/>
        </p:nvSpPr>
        <p:spPr>
          <a:xfrm>
            <a:off x="15455001" y="64987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Management </a:t>
            </a:r>
            <a:endParaRPr sz="800"/>
          </a:p>
        </p:txBody>
      </p:sp>
      <p:sp>
        <p:nvSpPr>
          <p:cNvPr id="4793" name="Google Shape;4793;p168"/>
          <p:cNvSpPr txBox="1"/>
          <p:nvPr/>
        </p:nvSpPr>
        <p:spPr>
          <a:xfrm>
            <a:off x="15455001" y="698103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Accounts Receivable </a:t>
            </a:r>
            <a:endParaRPr sz="800"/>
          </a:p>
        </p:txBody>
      </p:sp>
      <p:sp>
        <p:nvSpPr>
          <p:cNvPr id="4794" name="Google Shape;4794;p168"/>
          <p:cNvSpPr txBox="1"/>
          <p:nvPr/>
        </p:nvSpPr>
        <p:spPr>
          <a:xfrm>
            <a:off x="15455001" y="661932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&amp; Invoicing </a:t>
            </a:r>
            <a:endParaRPr sz="800"/>
          </a:p>
        </p:txBody>
      </p:sp>
      <p:sp>
        <p:nvSpPr>
          <p:cNvPr id="4795" name="Google Shape;4795;p168"/>
          <p:cNvSpPr txBox="1"/>
          <p:nvPr/>
        </p:nvSpPr>
        <p:spPr>
          <a:xfrm>
            <a:off x="15455001" y="735637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&amp; KPI Monitoring </a:t>
            </a:r>
            <a:endParaRPr sz="800"/>
          </a:p>
        </p:txBody>
      </p:sp>
      <p:sp>
        <p:nvSpPr>
          <p:cNvPr id="4796" name="Google Shape;4796;p168"/>
          <p:cNvSpPr txBox="1"/>
          <p:nvPr/>
        </p:nvSpPr>
        <p:spPr>
          <a:xfrm>
            <a:off x="15455001" y="712065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Long-Term &amp; Annual Budgeting </a:t>
            </a:r>
            <a:endParaRPr sz="800"/>
          </a:p>
        </p:txBody>
      </p:sp>
      <p:sp>
        <p:nvSpPr>
          <p:cNvPr id="4797" name="Google Shape;4797;p168"/>
          <p:cNvSpPr txBox="1"/>
          <p:nvPr/>
        </p:nvSpPr>
        <p:spPr>
          <a:xfrm>
            <a:off x="15455001" y="724122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Financial Forecasting &amp; Scenario Modeling </a:t>
            </a:r>
            <a:endParaRPr sz="800"/>
          </a:p>
        </p:txBody>
      </p:sp>
      <p:sp>
        <p:nvSpPr>
          <p:cNvPr id="4798" name="Google Shape;4798;p168"/>
          <p:cNvSpPr txBox="1"/>
          <p:nvPr/>
        </p:nvSpPr>
        <p:spPr>
          <a:xfrm>
            <a:off x="15455001" y="762197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Quote-To-Cash Management</a:t>
            </a:r>
            <a:endParaRPr sz="800"/>
          </a:p>
        </p:txBody>
      </p:sp>
      <p:sp>
        <p:nvSpPr>
          <p:cNvPr id="4799" name="Google Shape;4799;p168"/>
          <p:cNvSpPr txBox="1"/>
          <p:nvPr/>
        </p:nvSpPr>
        <p:spPr>
          <a:xfrm>
            <a:off x="15455001" y="774254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Procurement &amp; Vendor Management </a:t>
            </a:r>
            <a:endParaRPr sz="800"/>
          </a:p>
        </p:txBody>
      </p:sp>
      <p:sp>
        <p:nvSpPr>
          <p:cNvPr id="4800" name="Google Shape;4800;p168"/>
          <p:cNvSpPr txBox="1"/>
          <p:nvPr/>
        </p:nvSpPr>
        <p:spPr>
          <a:xfrm>
            <a:off x="15455001" y="786311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Accounting Reconciliation</a:t>
            </a:r>
            <a:endParaRPr sz="800"/>
          </a:p>
        </p:txBody>
      </p:sp>
      <p:sp>
        <p:nvSpPr>
          <p:cNvPr id="4801" name="Google Shape;4801;p168"/>
          <p:cNvSpPr txBox="1"/>
          <p:nvPr/>
        </p:nvSpPr>
        <p:spPr>
          <a:xfrm>
            <a:off x="15455001" y="826292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Tax Filing</a:t>
            </a:r>
            <a:endParaRPr sz="800"/>
          </a:p>
        </p:txBody>
      </p:sp>
      <p:sp>
        <p:nvSpPr>
          <p:cNvPr id="4802" name="Google Shape;4802;p168"/>
          <p:cNvSpPr txBox="1"/>
          <p:nvPr/>
        </p:nvSpPr>
        <p:spPr>
          <a:xfrm>
            <a:off x="15455001" y="8523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Analytics</a:t>
            </a:r>
            <a:endParaRPr sz="800"/>
          </a:p>
        </p:txBody>
      </p:sp>
      <p:sp>
        <p:nvSpPr>
          <p:cNvPr id="4803" name="Google Shape;4803;p168"/>
          <p:cNvSpPr txBox="1"/>
          <p:nvPr/>
        </p:nvSpPr>
        <p:spPr>
          <a:xfrm>
            <a:off x="15455001" y="864368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Presentation Creation</a:t>
            </a:r>
            <a:endParaRPr sz="800"/>
          </a:p>
        </p:txBody>
      </p:sp>
      <p:sp>
        <p:nvSpPr>
          <p:cNvPr id="4804" name="Google Shape;4804;p168"/>
          <p:cNvSpPr txBox="1"/>
          <p:nvPr/>
        </p:nvSpPr>
        <p:spPr>
          <a:xfrm>
            <a:off x="15455001" y="812330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Management</a:t>
            </a:r>
            <a:endParaRPr sz="800"/>
          </a:p>
        </p:txBody>
      </p:sp>
      <p:sp>
        <p:nvSpPr>
          <p:cNvPr id="4805" name="Google Shape;4805;p168"/>
          <p:cNvSpPr txBox="1"/>
          <p:nvPr/>
        </p:nvSpPr>
        <p:spPr>
          <a:xfrm>
            <a:off x="15455001" y="838349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Regulatory Reporting </a:t>
            </a:r>
            <a:endParaRPr sz="800"/>
          </a:p>
        </p:txBody>
      </p:sp>
      <p:sp>
        <p:nvSpPr>
          <p:cNvPr id="4806" name="Google Shape;4806;p168"/>
          <p:cNvSpPr txBox="1"/>
          <p:nvPr/>
        </p:nvSpPr>
        <p:spPr>
          <a:xfrm>
            <a:off x="15455001" y="750140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Transaction Monitoring</a:t>
            </a:r>
            <a:endParaRPr sz="800"/>
          </a:p>
        </p:txBody>
      </p:sp>
      <p:sp>
        <p:nvSpPr>
          <p:cNvPr id="4807" name="Google Shape;4807;p168"/>
          <p:cNvSpPr txBox="1"/>
          <p:nvPr/>
        </p:nvSpPr>
        <p:spPr>
          <a:xfrm>
            <a:off x="15455001" y="800273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Cash &amp; Liquidity Management</a:t>
            </a:r>
            <a:endParaRPr sz="800"/>
          </a:p>
        </p:txBody>
      </p:sp>
      <p:sp>
        <p:nvSpPr>
          <p:cNvPr id="4808" name="Google Shape;4808;p168"/>
          <p:cNvSpPr txBox="1"/>
          <p:nvPr/>
        </p:nvSpPr>
        <p:spPr>
          <a:xfrm>
            <a:off x="15455001" y="91515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Enforcement</a:t>
            </a:r>
            <a:endParaRPr sz="800"/>
          </a:p>
        </p:txBody>
      </p:sp>
      <p:sp>
        <p:nvSpPr>
          <p:cNvPr id="4809" name="Google Shape;4809;p168"/>
          <p:cNvSpPr txBox="1"/>
          <p:nvPr/>
        </p:nvSpPr>
        <p:spPr>
          <a:xfrm>
            <a:off x="15455001" y="903095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Registration </a:t>
            </a:r>
            <a:endParaRPr sz="800"/>
          </a:p>
        </p:txBody>
      </p:sp>
      <p:sp>
        <p:nvSpPr>
          <p:cNvPr id="4810" name="Google Shape;4810;p168"/>
          <p:cNvSpPr txBox="1"/>
          <p:nvPr/>
        </p:nvSpPr>
        <p:spPr>
          <a:xfrm>
            <a:off x="15455001" y="397306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Ticket Intake </a:t>
            </a:r>
            <a:endParaRPr sz="800"/>
          </a:p>
        </p:txBody>
      </p:sp>
      <p:sp>
        <p:nvSpPr>
          <p:cNvPr id="4811" name="Google Shape;4811;p168"/>
          <p:cNvSpPr txBox="1"/>
          <p:nvPr/>
        </p:nvSpPr>
        <p:spPr>
          <a:xfrm>
            <a:off x="15455001" y="435382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Threat Detection </a:t>
            </a:r>
            <a:endParaRPr sz="800"/>
          </a:p>
        </p:txBody>
      </p:sp>
      <p:sp>
        <p:nvSpPr>
          <p:cNvPr id="4812" name="Google Shape;4812;p168"/>
          <p:cNvSpPr txBox="1"/>
          <p:nvPr/>
        </p:nvSpPr>
        <p:spPr>
          <a:xfrm>
            <a:off x="15455001" y="511533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Capacity Management</a:t>
            </a:r>
            <a:endParaRPr sz="800"/>
          </a:p>
        </p:txBody>
      </p:sp>
      <p:sp>
        <p:nvSpPr>
          <p:cNvPr id="4813" name="Google Shape;4813;p168"/>
          <p:cNvSpPr txBox="1"/>
          <p:nvPr/>
        </p:nvSpPr>
        <p:spPr>
          <a:xfrm>
            <a:off x="15455001" y="587685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Pre-Processing </a:t>
            </a:r>
            <a:endParaRPr sz="800"/>
          </a:p>
        </p:txBody>
      </p:sp>
      <p:sp>
        <p:nvSpPr>
          <p:cNvPr id="4814" name="Google Shape;4814;p168"/>
          <p:cNvSpPr/>
          <p:nvPr/>
        </p:nvSpPr>
        <p:spPr>
          <a:xfrm>
            <a:off x="15280837" y="639103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5" name="Google Shape;4815;p168"/>
          <p:cNvSpPr/>
          <p:nvPr/>
        </p:nvSpPr>
        <p:spPr>
          <a:xfrm>
            <a:off x="15285490" y="778397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6" name="Google Shape;4816;p168"/>
          <p:cNvSpPr/>
          <p:nvPr/>
        </p:nvSpPr>
        <p:spPr>
          <a:xfrm>
            <a:off x="15285490" y="790126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7" name="Google Shape;4817;p168"/>
          <p:cNvSpPr txBox="1"/>
          <p:nvPr/>
        </p:nvSpPr>
        <p:spPr>
          <a:xfrm>
            <a:off x="12578375" y="9692475"/>
            <a:ext cx="50805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4818" name="Google Shape;4818;p168"/>
          <p:cNvSpPr txBox="1"/>
          <p:nvPr/>
        </p:nvSpPr>
        <p:spPr>
          <a:xfrm>
            <a:off x="346500" y="381000"/>
            <a:ext cx="175950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400">
                <a:solidFill>
                  <a:srgbClr val="002775"/>
                </a:solidFill>
                <a:latin typeface="Avant Garde Demi SFDC"/>
                <a:ea typeface="Avant Garde Demi SFDC"/>
                <a:cs typeface="Avant Garde Demi SFDC"/>
                <a:sym typeface="Avant Garde Demi SFDC"/>
              </a:rPr>
              <a:t>Accelerate outcomes with 100+ agentic payer workflows</a:t>
            </a:r>
            <a:endParaRPr sz="4400">
              <a:solidFill>
                <a:srgbClr val="002775"/>
              </a:solidFill>
              <a:latin typeface="Avant Garde Demi SFDC"/>
              <a:ea typeface="Avant Garde Demi SFDC"/>
              <a:cs typeface="Avant Garde Demi SFDC"/>
              <a:sym typeface="Avant Garde Demi SFDC"/>
            </a:endParaRPr>
          </a:p>
        </p:txBody>
      </p:sp>
      <p:grpSp>
        <p:nvGrpSpPr>
          <p:cNvPr id="4819" name="Google Shape;4819;p168"/>
          <p:cNvGrpSpPr/>
          <p:nvPr/>
        </p:nvGrpSpPr>
        <p:grpSpPr>
          <a:xfrm>
            <a:off x="5987400" y="1143000"/>
            <a:ext cx="6313200" cy="312153"/>
            <a:chOff x="18111450" y="1344920"/>
            <a:chExt cx="6313200" cy="312153"/>
          </a:xfrm>
        </p:grpSpPr>
        <p:sp>
          <p:nvSpPr>
            <p:cNvPr id="4820" name="Google Shape;4820;p168"/>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4821" name="Google Shape;4821;p168"/>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2" name="Google Shape;4822;p168"/>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4823" name="Google Shape;4823;p168"/>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4" name="Google Shape;4824;p168"/>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5" name="Google Shape;4825;p168"/>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4826" name="Google Shape;4826;p168"/>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4827" name="Google Shape;4827;p168"/>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4828" name="Google Shape;4828;p168"/>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rovider" showMasterSp="0">
  <p:cSld name="TITLE_AND_BODY_5_1_1">
    <p:spTree>
      <p:nvGrpSpPr>
        <p:cNvPr id="4829" name="Shape 4829"/>
        <p:cNvGrpSpPr/>
        <p:nvPr/>
      </p:nvGrpSpPr>
      <p:grpSpPr>
        <a:xfrm>
          <a:off x="0" y="0"/>
          <a:ext cx="0" cy="0"/>
          <a:chOff x="0" y="0"/>
          <a:chExt cx="0" cy="0"/>
        </a:xfrm>
      </p:grpSpPr>
      <p:sp>
        <p:nvSpPr>
          <p:cNvPr id="4830" name="Google Shape;4830;p169"/>
          <p:cNvSpPr txBox="1"/>
          <p:nvPr/>
        </p:nvSpPr>
        <p:spPr>
          <a:xfrm>
            <a:off x="849750" y="381000"/>
            <a:ext cx="165885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Accelerate outcomes with 100+ agentic provider workflows</a:t>
            </a:r>
            <a:endParaRPr sz="4500">
              <a:solidFill>
                <a:srgbClr val="002775"/>
              </a:solidFill>
              <a:latin typeface="Avant Garde Demi SFDC"/>
              <a:ea typeface="Avant Garde Demi SFDC"/>
              <a:cs typeface="Avant Garde Demi SFDC"/>
              <a:sym typeface="Avant Garde Demi SFDC"/>
            </a:endParaRPr>
          </a:p>
        </p:txBody>
      </p:sp>
      <p:sp>
        <p:nvSpPr>
          <p:cNvPr id="4831" name="Google Shape;4831;p169"/>
          <p:cNvSpPr txBox="1"/>
          <p:nvPr/>
        </p:nvSpPr>
        <p:spPr>
          <a:xfrm>
            <a:off x="12643350" y="9693275"/>
            <a:ext cx="5445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 </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4832" name="Google Shape;4832;p169"/>
          <p:cNvSpPr txBox="1"/>
          <p:nvPr/>
        </p:nvSpPr>
        <p:spPr>
          <a:xfrm>
            <a:off x="3820748" y="34055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Lead Identification </a:t>
            </a:r>
            <a:endParaRPr i="0" sz="800" u="none" cap="none" strike="noStrike">
              <a:latin typeface="Salesforce Sans"/>
              <a:ea typeface="Salesforce Sans"/>
              <a:cs typeface="Salesforce Sans"/>
              <a:sym typeface="Salesforce Sans"/>
            </a:endParaRPr>
          </a:p>
        </p:txBody>
      </p:sp>
      <p:sp>
        <p:nvSpPr>
          <p:cNvPr id="4833" name="Google Shape;4833;p169"/>
          <p:cNvSpPr/>
          <p:nvPr/>
        </p:nvSpPr>
        <p:spPr>
          <a:xfrm>
            <a:off x="3663735" y="608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4" name="Google Shape;4834;p169"/>
          <p:cNvSpPr txBox="1"/>
          <p:nvPr/>
        </p:nvSpPr>
        <p:spPr>
          <a:xfrm>
            <a:off x="3820748" y="606428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Provider Auto-matching</a:t>
            </a:r>
            <a:endParaRPr i="0" sz="800" u="none" cap="none" strike="noStrike">
              <a:latin typeface="Salesforce Sans"/>
              <a:ea typeface="Salesforce Sans"/>
              <a:cs typeface="Salesforce Sans"/>
              <a:sym typeface="Salesforce Sans"/>
            </a:endParaRPr>
          </a:p>
        </p:txBody>
      </p:sp>
      <p:sp>
        <p:nvSpPr>
          <p:cNvPr id="4835" name="Google Shape;4835;p169"/>
          <p:cNvSpPr/>
          <p:nvPr/>
        </p:nvSpPr>
        <p:spPr>
          <a:xfrm>
            <a:off x="3663735" y="663744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6" name="Google Shape;4836;p169"/>
          <p:cNvSpPr txBox="1"/>
          <p:nvPr/>
        </p:nvSpPr>
        <p:spPr>
          <a:xfrm>
            <a:off x="3820748" y="661554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EHR data fetch &amp; write</a:t>
            </a:r>
            <a:endParaRPr i="0" sz="800" u="none" cap="none" strike="noStrike">
              <a:latin typeface="Salesforce Sans"/>
              <a:ea typeface="Salesforce Sans"/>
              <a:cs typeface="Salesforce Sans"/>
              <a:sym typeface="Salesforce Sans"/>
            </a:endParaRPr>
          </a:p>
        </p:txBody>
      </p:sp>
      <p:sp>
        <p:nvSpPr>
          <p:cNvPr id="4837" name="Google Shape;4837;p169"/>
          <p:cNvSpPr/>
          <p:nvPr/>
        </p:nvSpPr>
        <p:spPr>
          <a:xfrm>
            <a:off x="3663735" y="718508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8" name="Google Shape;4838;p169"/>
          <p:cNvSpPr txBox="1"/>
          <p:nvPr/>
        </p:nvSpPr>
        <p:spPr>
          <a:xfrm>
            <a:off x="3820748" y="716318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Document AI</a:t>
            </a:r>
            <a:endParaRPr i="0" sz="800" u="none" cap="none" strike="noStrike">
              <a:latin typeface="Salesforce Sans"/>
              <a:ea typeface="Salesforce Sans"/>
              <a:cs typeface="Salesforce Sans"/>
              <a:sym typeface="Salesforce Sans"/>
            </a:endParaRPr>
          </a:p>
        </p:txBody>
      </p:sp>
      <p:sp>
        <p:nvSpPr>
          <p:cNvPr id="4839" name="Google Shape;4839;p169"/>
          <p:cNvSpPr/>
          <p:nvPr/>
        </p:nvSpPr>
        <p:spPr>
          <a:xfrm>
            <a:off x="3663735" y="734242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40" name="Google Shape;4840;p169"/>
          <p:cNvSpPr txBox="1"/>
          <p:nvPr/>
        </p:nvSpPr>
        <p:spPr>
          <a:xfrm>
            <a:off x="3820748" y="732052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Disease Case Creation, Classification, De-dup</a:t>
            </a:r>
            <a:endParaRPr i="0" sz="800" u="none" cap="none" strike="noStrike">
              <a:latin typeface="Salesforce Sans"/>
              <a:ea typeface="Salesforce Sans"/>
              <a:cs typeface="Salesforce Sans"/>
              <a:sym typeface="Salesforce Sans"/>
            </a:endParaRPr>
          </a:p>
        </p:txBody>
      </p:sp>
      <p:sp>
        <p:nvSpPr>
          <p:cNvPr id="4841" name="Google Shape;4841;p169"/>
          <p:cNvSpPr/>
          <p:nvPr/>
        </p:nvSpPr>
        <p:spPr>
          <a:xfrm>
            <a:off x="3663735" y="749486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42" name="Google Shape;4842;p169"/>
          <p:cNvSpPr txBox="1"/>
          <p:nvPr/>
        </p:nvSpPr>
        <p:spPr>
          <a:xfrm>
            <a:off x="3820748" y="747296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Root Cause Analysis </a:t>
            </a:r>
            <a:endParaRPr i="0" sz="800" u="none" cap="none" strike="noStrike">
              <a:latin typeface="Salesforce Sans"/>
              <a:ea typeface="Salesforce Sans"/>
              <a:cs typeface="Salesforce Sans"/>
              <a:sym typeface="Salesforce Sans"/>
            </a:endParaRPr>
          </a:p>
        </p:txBody>
      </p:sp>
      <p:sp>
        <p:nvSpPr>
          <p:cNvPr id="4843" name="Google Shape;4843;p169"/>
          <p:cNvSpPr txBox="1"/>
          <p:nvPr/>
        </p:nvSpPr>
        <p:spPr>
          <a:xfrm>
            <a:off x="3820748" y="7635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Registry Curation (Disease, Donor) </a:t>
            </a:r>
            <a:endParaRPr i="0" sz="800" u="none" cap="none" strike="noStrike">
              <a:latin typeface="Salesforce Sans"/>
              <a:ea typeface="Salesforce Sans"/>
              <a:cs typeface="Salesforce Sans"/>
              <a:sym typeface="Salesforce Sans"/>
            </a:endParaRPr>
          </a:p>
        </p:txBody>
      </p:sp>
      <p:sp>
        <p:nvSpPr>
          <p:cNvPr id="4844" name="Google Shape;4844;p169"/>
          <p:cNvSpPr txBox="1"/>
          <p:nvPr/>
        </p:nvSpPr>
        <p:spPr>
          <a:xfrm>
            <a:off x="3820748" y="77925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Risk Management </a:t>
            </a:r>
            <a:endParaRPr i="0" sz="800" u="none" cap="none" strike="noStrike">
              <a:latin typeface="Salesforce Sans"/>
              <a:ea typeface="Salesforce Sans"/>
              <a:cs typeface="Salesforce Sans"/>
              <a:sym typeface="Salesforce Sans"/>
            </a:endParaRPr>
          </a:p>
        </p:txBody>
      </p:sp>
      <p:sp>
        <p:nvSpPr>
          <p:cNvPr id="4845" name="Google Shape;4845;p169"/>
          <p:cNvSpPr txBox="1"/>
          <p:nvPr/>
        </p:nvSpPr>
        <p:spPr>
          <a:xfrm>
            <a:off x="3820748" y="79498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Syndromic</a:t>
            </a:r>
            <a:r>
              <a:rPr i="0" lang="en" sz="800" u="none" cap="none" strike="noStrike">
                <a:latin typeface="Salesforce Sans"/>
                <a:ea typeface="Salesforce Sans"/>
                <a:cs typeface="Salesforce Sans"/>
                <a:sym typeface="Salesforce Sans"/>
              </a:rPr>
              <a:t> Surveillance </a:t>
            </a:r>
            <a:endParaRPr i="0" sz="800" u="none" cap="none" strike="noStrike">
              <a:latin typeface="Salesforce Sans"/>
              <a:ea typeface="Salesforce Sans"/>
              <a:cs typeface="Salesforce Sans"/>
              <a:sym typeface="Salesforce Sans"/>
            </a:endParaRPr>
          </a:p>
        </p:txBody>
      </p:sp>
      <p:sp>
        <p:nvSpPr>
          <p:cNvPr id="4846" name="Google Shape;4846;p169"/>
          <p:cNvSpPr txBox="1"/>
          <p:nvPr/>
        </p:nvSpPr>
        <p:spPr>
          <a:xfrm>
            <a:off x="3820748" y="810722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Attribution Modeling &amp; Management </a:t>
            </a:r>
            <a:endParaRPr i="0" sz="800" u="none" cap="none" strike="noStrike">
              <a:latin typeface="Salesforce Sans"/>
              <a:ea typeface="Salesforce Sans"/>
              <a:cs typeface="Salesforce Sans"/>
              <a:sym typeface="Salesforce Sans"/>
            </a:endParaRPr>
          </a:p>
        </p:txBody>
      </p:sp>
      <p:sp>
        <p:nvSpPr>
          <p:cNvPr id="4847" name="Google Shape;4847;p169"/>
          <p:cNvSpPr txBox="1"/>
          <p:nvPr/>
        </p:nvSpPr>
        <p:spPr>
          <a:xfrm>
            <a:off x="3820748" y="826456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Analytics </a:t>
            </a:r>
            <a:endParaRPr i="0" sz="800" u="none" cap="none" strike="noStrike">
              <a:latin typeface="Salesforce Sans"/>
              <a:ea typeface="Salesforce Sans"/>
              <a:cs typeface="Salesforce Sans"/>
              <a:sym typeface="Salesforce Sans"/>
            </a:endParaRPr>
          </a:p>
        </p:txBody>
      </p:sp>
      <p:sp>
        <p:nvSpPr>
          <p:cNvPr id="4848" name="Google Shape;4848;p169"/>
          <p:cNvSpPr txBox="1"/>
          <p:nvPr/>
        </p:nvSpPr>
        <p:spPr>
          <a:xfrm>
            <a:off x="3820748" y="842190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Program Management </a:t>
            </a:r>
            <a:endParaRPr i="0" sz="800" u="none" cap="none" strike="noStrike">
              <a:latin typeface="Salesforce Sans"/>
              <a:ea typeface="Salesforce Sans"/>
              <a:cs typeface="Salesforce Sans"/>
              <a:sym typeface="Salesforce Sans"/>
            </a:endParaRPr>
          </a:p>
        </p:txBody>
      </p:sp>
      <p:sp>
        <p:nvSpPr>
          <p:cNvPr id="4849" name="Google Shape;4849;p169"/>
          <p:cNvSpPr/>
          <p:nvPr/>
        </p:nvSpPr>
        <p:spPr>
          <a:xfrm>
            <a:off x="2362728" y="2998465"/>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Event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0" name="Google Shape;4850;p169"/>
          <p:cNvSpPr/>
          <p:nvPr/>
        </p:nvSpPr>
        <p:spPr>
          <a:xfrm>
            <a:off x="2362728" y="3424867"/>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Customer Lifecycle and Conversion</a:t>
            </a:r>
            <a:endParaRPr b="1" i="0" sz="900" u="none" cap="none" strike="noStrike">
              <a:solidFill>
                <a:srgbClr val="066AFE"/>
              </a:solidFill>
              <a:latin typeface="Salesforce Sans"/>
              <a:ea typeface="Salesforce Sans"/>
              <a:cs typeface="Salesforce Sans"/>
              <a:sym typeface="Salesforce Sans"/>
            </a:endParaRPr>
          </a:p>
        </p:txBody>
      </p:sp>
      <p:sp>
        <p:nvSpPr>
          <p:cNvPr id="4851" name="Google Shape;4851;p169"/>
          <p:cNvSpPr/>
          <p:nvPr/>
        </p:nvSpPr>
        <p:spPr>
          <a:xfrm>
            <a:off x="2362728" y="3822065"/>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External Stakeholder Engagement</a:t>
            </a:r>
            <a:endParaRPr b="1" i="0" sz="900" u="none" cap="none" strike="noStrike">
              <a:solidFill>
                <a:srgbClr val="066AFE"/>
              </a:solidFill>
              <a:latin typeface="Salesforce Sans"/>
              <a:ea typeface="Salesforce Sans"/>
              <a:cs typeface="Salesforce Sans"/>
              <a:sym typeface="Salesforce Sans"/>
            </a:endParaRPr>
          </a:p>
        </p:txBody>
      </p:sp>
      <p:sp>
        <p:nvSpPr>
          <p:cNvPr id="4852" name="Google Shape;4852;p169"/>
          <p:cNvSpPr/>
          <p:nvPr/>
        </p:nvSpPr>
        <p:spPr>
          <a:xfrm>
            <a:off x="2362728" y="4492537"/>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Contact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Inquiry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3" name="Google Shape;4853;p169"/>
          <p:cNvSpPr/>
          <p:nvPr/>
        </p:nvSpPr>
        <p:spPr>
          <a:xfrm>
            <a:off x="2362728" y="4809685"/>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Registration &amp; Appointment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4" name="Google Shape;4854;p169"/>
          <p:cNvSpPr/>
          <p:nvPr/>
        </p:nvSpPr>
        <p:spPr>
          <a:xfrm>
            <a:off x="2362728" y="5665978"/>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Assessments</a:t>
            </a:r>
            <a:endParaRPr b="1" i="0" sz="900" u="none" cap="none" strike="noStrike">
              <a:solidFill>
                <a:srgbClr val="066AFE"/>
              </a:solidFill>
              <a:latin typeface="Salesforce Sans"/>
              <a:ea typeface="Salesforce Sans"/>
              <a:cs typeface="Salesforce Sans"/>
              <a:sym typeface="Salesforce Sans"/>
            </a:endParaRPr>
          </a:p>
        </p:txBody>
      </p:sp>
      <p:sp>
        <p:nvSpPr>
          <p:cNvPr id="4855" name="Google Shape;4855;p169"/>
          <p:cNvSpPr/>
          <p:nvPr/>
        </p:nvSpPr>
        <p:spPr>
          <a:xfrm>
            <a:off x="2362728" y="6065754"/>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Action and Planning</a:t>
            </a:r>
            <a:endParaRPr b="1" i="0" sz="900" u="none" cap="none" strike="noStrike">
              <a:solidFill>
                <a:srgbClr val="066AFE"/>
              </a:solidFill>
              <a:latin typeface="Salesforce Sans"/>
              <a:ea typeface="Salesforce Sans"/>
              <a:cs typeface="Salesforce Sans"/>
              <a:sym typeface="Salesforce Sans"/>
            </a:endParaRPr>
          </a:p>
        </p:txBody>
      </p:sp>
      <p:sp>
        <p:nvSpPr>
          <p:cNvPr id="4856" name="Google Shape;4856;p169"/>
          <p:cNvSpPr/>
          <p:nvPr/>
        </p:nvSpPr>
        <p:spPr>
          <a:xfrm>
            <a:off x="2362728" y="6624603"/>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Data &amp; Documentation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4857" name="Google Shape;4857;p169"/>
          <p:cNvSpPr/>
          <p:nvPr/>
        </p:nvSpPr>
        <p:spPr>
          <a:xfrm>
            <a:off x="2362728" y="7159822"/>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Population Health Management</a:t>
            </a:r>
            <a:endParaRPr b="1" i="0" sz="900" u="none" cap="none" strike="noStrike">
              <a:solidFill>
                <a:srgbClr val="066AFE"/>
              </a:solidFill>
              <a:latin typeface="Salesforce Sans"/>
              <a:ea typeface="Salesforce Sans"/>
              <a:cs typeface="Salesforce Sans"/>
              <a:sym typeface="Salesforce Sans"/>
            </a:endParaRPr>
          </a:p>
        </p:txBody>
      </p:sp>
      <p:sp>
        <p:nvSpPr>
          <p:cNvPr id="4858" name="Google Shape;4858;p169"/>
          <p:cNvSpPr/>
          <p:nvPr/>
        </p:nvSpPr>
        <p:spPr>
          <a:xfrm>
            <a:off x="2362728" y="8658131"/>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Care Orchestration</a:t>
            </a:r>
            <a:endParaRPr b="1" i="0" sz="900" u="none" cap="none" strike="noStrike">
              <a:solidFill>
                <a:srgbClr val="066AFE"/>
              </a:solidFill>
              <a:latin typeface="Salesforce Sans"/>
              <a:ea typeface="Salesforce Sans"/>
              <a:cs typeface="Salesforce Sans"/>
              <a:sym typeface="Salesforce Sans"/>
            </a:endParaRPr>
          </a:p>
        </p:txBody>
      </p:sp>
      <p:sp>
        <p:nvSpPr>
          <p:cNvPr id="4859" name="Google Shape;4859;p169"/>
          <p:cNvSpPr/>
          <p:nvPr/>
        </p:nvSpPr>
        <p:spPr>
          <a:xfrm>
            <a:off x="2362728" y="9525416"/>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Relationship &amp; Activation</a:t>
            </a:r>
            <a:endParaRPr b="1" i="0" sz="900" u="none" cap="none" strike="noStrike">
              <a:solidFill>
                <a:srgbClr val="066AFE"/>
              </a:solidFill>
              <a:latin typeface="Salesforce Sans"/>
              <a:ea typeface="Salesforce Sans"/>
              <a:cs typeface="Salesforce Sans"/>
              <a:sym typeface="Salesforce Sans"/>
            </a:endParaRPr>
          </a:p>
        </p:txBody>
      </p:sp>
      <p:sp>
        <p:nvSpPr>
          <p:cNvPr id="4860" name="Google Shape;4860;p169"/>
          <p:cNvSpPr/>
          <p:nvPr/>
        </p:nvSpPr>
        <p:spPr>
          <a:xfrm>
            <a:off x="2362728" y="2298197"/>
            <a:ext cx="1099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Campaign Execution</a:t>
            </a:r>
            <a:endParaRPr b="1" i="0" sz="900" u="none" cap="none" strike="noStrike">
              <a:solidFill>
                <a:srgbClr val="066AFE"/>
              </a:solidFill>
              <a:latin typeface="Salesforce Sans"/>
              <a:ea typeface="Salesforce Sans"/>
              <a:cs typeface="Salesforce Sans"/>
              <a:sym typeface="Salesforce Sans"/>
            </a:endParaRPr>
          </a:p>
        </p:txBody>
      </p:sp>
      <p:sp>
        <p:nvSpPr>
          <p:cNvPr id="4861" name="Google Shape;4861;p169"/>
          <p:cNvSpPr txBox="1"/>
          <p:nvPr/>
        </p:nvSpPr>
        <p:spPr>
          <a:xfrm>
            <a:off x="3820748" y="229401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4862" name="Google Shape;4862;p169"/>
          <p:cNvSpPr/>
          <p:nvPr/>
        </p:nvSpPr>
        <p:spPr>
          <a:xfrm>
            <a:off x="3663735" y="231591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3" name="Google Shape;4863;p169"/>
          <p:cNvSpPr txBox="1"/>
          <p:nvPr/>
        </p:nvSpPr>
        <p:spPr>
          <a:xfrm>
            <a:off x="3820748" y="245135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Trigger Outreach</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64" name="Google Shape;4864;p169"/>
          <p:cNvSpPr/>
          <p:nvPr/>
        </p:nvSpPr>
        <p:spPr>
          <a:xfrm>
            <a:off x="3663735" y="2473255"/>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5" name="Google Shape;4865;p169"/>
          <p:cNvSpPr txBox="1"/>
          <p:nvPr/>
        </p:nvSpPr>
        <p:spPr>
          <a:xfrm>
            <a:off x="3820748" y="260869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4866" name="Google Shape;4866;p169"/>
          <p:cNvSpPr/>
          <p:nvPr/>
        </p:nvSpPr>
        <p:spPr>
          <a:xfrm>
            <a:off x="3663735" y="263059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7" name="Google Shape;4867;p169"/>
          <p:cNvSpPr txBox="1"/>
          <p:nvPr/>
        </p:nvSpPr>
        <p:spPr>
          <a:xfrm>
            <a:off x="3820748" y="27660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Omnichannel Care Journeys</a:t>
            </a:r>
            <a:endParaRPr i="0" sz="800" u="none" cap="none" strike="noStrike">
              <a:latin typeface="Salesforce Sans"/>
              <a:ea typeface="Salesforce Sans"/>
              <a:cs typeface="Salesforce Sans"/>
              <a:sym typeface="Salesforce Sans"/>
            </a:endParaRPr>
          </a:p>
        </p:txBody>
      </p:sp>
      <p:sp>
        <p:nvSpPr>
          <p:cNvPr id="4868" name="Google Shape;4868;p169"/>
          <p:cNvSpPr/>
          <p:nvPr/>
        </p:nvSpPr>
        <p:spPr>
          <a:xfrm>
            <a:off x="3663735" y="278793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9" name="Google Shape;4869;p169"/>
          <p:cNvSpPr txBox="1"/>
          <p:nvPr/>
        </p:nvSpPr>
        <p:spPr>
          <a:xfrm>
            <a:off x="3820748" y="30027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Outreach </a:t>
            </a:r>
            <a:endParaRPr i="0" sz="800" u="none" cap="none" strike="noStrike">
              <a:latin typeface="Salesforce Sans"/>
              <a:ea typeface="Salesforce Sans"/>
              <a:cs typeface="Salesforce Sans"/>
              <a:sym typeface="Salesforce Sans"/>
            </a:endParaRPr>
          </a:p>
        </p:txBody>
      </p:sp>
      <p:sp>
        <p:nvSpPr>
          <p:cNvPr id="4870" name="Google Shape;4870;p169"/>
          <p:cNvSpPr/>
          <p:nvPr/>
        </p:nvSpPr>
        <p:spPr>
          <a:xfrm>
            <a:off x="3663735" y="30246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1" name="Google Shape;4871;p169"/>
          <p:cNvSpPr txBox="1"/>
          <p:nvPr/>
        </p:nvSpPr>
        <p:spPr>
          <a:xfrm>
            <a:off x="3820748" y="31600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Planner </a:t>
            </a:r>
            <a:endParaRPr i="0" sz="800" u="none" cap="none" strike="noStrike">
              <a:latin typeface="Salesforce Sans"/>
              <a:ea typeface="Salesforce Sans"/>
              <a:cs typeface="Salesforce Sans"/>
              <a:sym typeface="Salesforce Sans"/>
            </a:endParaRPr>
          </a:p>
        </p:txBody>
      </p:sp>
      <p:sp>
        <p:nvSpPr>
          <p:cNvPr id="4872" name="Google Shape;4872;p169"/>
          <p:cNvSpPr/>
          <p:nvPr/>
        </p:nvSpPr>
        <p:spPr>
          <a:xfrm>
            <a:off x="3663735" y="318198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3" name="Google Shape;4873;p169"/>
          <p:cNvSpPr/>
          <p:nvPr/>
        </p:nvSpPr>
        <p:spPr>
          <a:xfrm>
            <a:off x="3663735" y="341590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4" name="Google Shape;4874;p169"/>
          <p:cNvSpPr txBox="1"/>
          <p:nvPr/>
        </p:nvSpPr>
        <p:spPr>
          <a:xfrm>
            <a:off x="3820748" y="35533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Journey </a:t>
            </a:r>
            <a:endParaRPr i="0" sz="800" u="none" cap="none" strike="noStrike">
              <a:latin typeface="Salesforce Sans"/>
              <a:ea typeface="Salesforce Sans"/>
              <a:cs typeface="Salesforce Sans"/>
              <a:sym typeface="Salesforce Sans"/>
            </a:endParaRPr>
          </a:p>
        </p:txBody>
      </p:sp>
      <p:sp>
        <p:nvSpPr>
          <p:cNvPr id="4875" name="Google Shape;4875;p169"/>
          <p:cNvSpPr/>
          <p:nvPr/>
        </p:nvSpPr>
        <p:spPr>
          <a:xfrm>
            <a:off x="3663735" y="35752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6" name="Google Shape;4876;p169"/>
          <p:cNvSpPr txBox="1"/>
          <p:nvPr/>
        </p:nvSpPr>
        <p:spPr>
          <a:xfrm>
            <a:off x="3820748" y="378926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Health Engagement</a:t>
            </a:r>
            <a:endParaRPr i="0" sz="800" u="none" cap="none" strike="noStrike">
              <a:latin typeface="Salesforce Sans"/>
              <a:ea typeface="Salesforce Sans"/>
              <a:cs typeface="Salesforce Sans"/>
              <a:sym typeface="Salesforce Sans"/>
            </a:endParaRPr>
          </a:p>
        </p:txBody>
      </p:sp>
      <p:sp>
        <p:nvSpPr>
          <p:cNvPr id="4877" name="Google Shape;4877;p169"/>
          <p:cNvSpPr/>
          <p:nvPr/>
        </p:nvSpPr>
        <p:spPr>
          <a:xfrm>
            <a:off x="3663735" y="381116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8" name="Google Shape;4878;p169"/>
          <p:cNvSpPr txBox="1"/>
          <p:nvPr/>
        </p:nvSpPr>
        <p:spPr>
          <a:xfrm>
            <a:off x="3820748" y="39466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Donor Management </a:t>
            </a:r>
            <a:endParaRPr i="0" sz="800" u="none" cap="none" strike="noStrike">
              <a:latin typeface="Salesforce Sans"/>
              <a:ea typeface="Salesforce Sans"/>
              <a:cs typeface="Salesforce Sans"/>
              <a:sym typeface="Salesforce Sans"/>
            </a:endParaRPr>
          </a:p>
        </p:txBody>
      </p:sp>
      <p:sp>
        <p:nvSpPr>
          <p:cNvPr id="4879" name="Google Shape;4879;p169"/>
          <p:cNvSpPr/>
          <p:nvPr/>
        </p:nvSpPr>
        <p:spPr>
          <a:xfrm>
            <a:off x="3663735" y="396850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0" name="Google Shape;4880;p169"/>
          <p:cNvSpPr txBox="1"/>
          <p:nvPr/>
        </p:nvSpPr>
        <p:spPr>
          <a:xfrm>
            <a:off x="3820748" y="41039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Community Relations </a:t>
            </a:r>
            <a:endParaRPr i="0" sz="800" u="none" cap="none" strike="noStrike">
              <a:latin typeface="Salesforce Sans"/>
              <a:ea typeface="Salesforce Sans"/>
              <a:cs typeface="Salesforce Sans"/>
              <a:sym typeface="Salesforce Sans"/>
            </a:endParaRPr>
          </a:p>
        </p:txBody>
      </p:sp>
      <p:sp>
        <p:nvSpPr>
          <p:cNvPr id="4881" name="Google Shape;4881;p169"/>
          <p:cNvSpPr/>
          <p:nvPr/>
        </p:nvSpPr>
        <p:spPr>
          <a:xfrm>
            <a:off x="3663735" y="412584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2" name="Google Shape;4882;p169"/>
          <p:cNvSpPr txBox="1"/>
          <p:nvPr/>
        </p:nvSpPr>
        <p:spPr>
          <a:xfrm>
            <a:off x="3820748" y="42612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Policy     </a:t>
            </a:r>
            <a:endParaRPr i="0" sz="800" u="none" cap="none" strike="noStrike">
              <a:latin typeface="Salesforce Sans"/>
              <a:ea typeface="Salesforce Sans"/>
              <a:cs typeface="Salesforce Sans"/>
              <a:sym typeface="Salesforce Sans"/>
            </a:endParaRPr>
          </a:p>
        </p:txBody>
      </p:sp>
      <p:sp>
        <p:nvSpPr>
          <p:cNvPr id="4883" name="Google Shape;4883;p169"/>
          <p:cNvSpPr/>
          <p:nvPr/>
        </p:nvSpPr>
        <p:spPr>
          <a:xfrm>
            <a:off x="3663735" y="42831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4" name="Google Shape;4884;p169"/>
          <p:cNvSpPr txBox="1"/>
          <p:nvPr/>
        </p:nvSpPr>
        <p:spPr>
          <a:xfrm>
            <a:off x="3820748" y="44962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Support </a:t>
            </a:r>
            <a:endParaRPr i="0" sz="800" u="none" cap="none" strike="noStrike">
              <a:latin typeface="Salesforce Sans"/>
              <a:ea typeface="Salesforce Sans"/>
              <a:cs typeface="Salesforce Sans"/>
              <a:sym typeface="Salesforce Sans"/>
            </a:endParaRPr>
          </a:p>
        </p:txBody>
      </p:sp>
      <p:sp>
        <p:nvSpPr>
          <p:cNvPr id="4885" name="Google Shape;4885;p169"/>
          <p:cNvSpPr/>
          <p:nvPr/>
        </p:nvSpPr>
        <p:spPr>
          <a:xfrm>
            <a:off x="3663735" y="451816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6" name="Google Shape;4886;p169"/>
          <p:cNvSpPr txBox="1"/>
          <p:nvPr/>
        </p:nvSpPr>
        <p:spPr>
          <a:xfrm>
            <a:off x="3820748" y="48069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Intake </a:t>
            </a:r>
            <a:endParaRPr i="0" sz="800" u="none" cap="none" strike="noStrike">
              <a:latin typeface="Salesforce Sans"/>
              <a:ea typeface="Salesforce Sans"/>
              <a:cs typeface="Salesforce Sans"/>
              <a:sym typeface="Salesforce Sans"/>
            </a:endParaRPr>
          </a:p>
        </p:txBody>
      </p:sp>
      <p:sp>
        <p:nvSpPr>
          <p:cNvPr id="4887" name="Google Shape;4887;p169"/>
          <p:cNvSpPr/>
          <p:nvPr/>
        </p:nvSpPr>
        <p:spPr>
          <a:xfrm>
            <a:off x="3663735" y="482888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8" name="Google Shape;4888;p169"/>
          <p:cNvSpPr txBox="1"/>
          <p:nvPr/>
        </p:nvSpPr>
        <p:spPr>
          <a:xfrm>
            <a:off x="3820748" y="496403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89" name="Google Shape;4889;p169"/>
          <p:cNvSpPr/>
          <p:nvPr/>
        </p:nvSpPr>
        <p:spPr>
          <a:xfrm>
            <a:off x="3663735" y="498593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0" name="Google Shape;4890;p169"/>
          <p:cNvSpPr txBox="1"/>
          <p:nvPr/>
        </p:nvSpPr>
        <p:spPr>
          <a:xfrm>
            <a:off x="3820748" y="512108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Medication Refill </a:t>
            </a:r>
            <a:endParaRPr i="0" sz="800" u="none" cap="none" strike="noStrike">
              <a:latin typeface="Salesforce Sans"/>
              <a:ea typeface="Salesforce Sans"/>
              <a:cs typeface="Salesforce Sans"/>
              <a:sym typeface="Salesforce Sans"/>
            </a:endParaRPr>
          </a:p>
        </p:txBody>
      </p:sp>
      <p:sp>
        <p:nvSpPr>
          <p:cNvPr id="4891" name="Google Shape;4891;p169"/>
          <p:cNvSpPr/>
          <p:nvPr/>
        </p:nvSpPr>
        <p:spPr>
          <a:xfrm>
            <a:off x="3663735" y="5142986"/>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2" name="Google Shape;4892;p169"/>
          <p:cNvSpPr txBox="1"/>
          <p:nvPr/>
        </p:nvSpPr>
        <p:spPr>
          <a:xfrm>
            <a:off x="3820748" y="5278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Scheduling </a:t>
            </a:r>
            <a:endParaRPr i="0" sz="800" u="none" cap="none" strike="noStrike">
              <a:latin typeface="Salesforce Sans"/>
              <a:ea typeface="Salesforce Sans"/>
              <a:cs typeface="Salesforce Sans"/>
              <a:sym typeface="Salesforce Sans"/>
            </a:endParaRPr>
          </a:p>
        </p:txBody>
      </p:sp>
      <p:sp>
        <p:nvSpPr>
          <p:cNvPr id="4893" name="Google Shape;4893;p169"/>
          <p:cNvSpPr/>
          <p:nvPr/>
        </p:nvSpPr>
        <p:spPr>
          <a:xfrm>
            <a:off x="3663735" y="530003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4" name="Google Shape;4894;p169"/>
          <p:cNvSpPr txBox="1"/>
          <p:nvPr/>
        </p:nvSpPr>
        <p:spPr>
          <a:xfrm>
            <a:off x="3820748" y="543519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Referral </a:t>
            </a:r>
            <a:r>
              <a:rPr lang="en" sz="800">
                <a:latin typeface="Salesforce Sans"/>
                <a:ea typeface="Salesforce Sans"/>
                <a:cs typeface="Salesforce Sans"/>
                <a:sym typeface="Salesforce Sans"/>
              </a:rPr>
              <a:t>Intake &amp; routing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95" name="Google Shape;4895;p169"/>
          <p:cNvSpPr/>
          <p:nvPr/>
        </p:nvSpPr>
        <p:spPr>
          <a:xfrm>
            <a:off x="3663735" y="545709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6" name="Google Shape;4896;p169"/>
          <p:cNvSpPr txBox="1"/>
          <p:nvPr/>
        </p:nvSpPr>
        <p:spPr>
          <a:xfrm>
            <a:off x="3820748" y="56690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Assessment Generation &amp; Auto-populate</a:t>
            </a:r>
            <a:endParaRPr i="0" sz="800" u="none" cap="none" strike="noStrike">
              <a:latin typeface="Salesforce Sans"/>
              <a:ea typeface="Salesforce Sans"/>
              <a:cs typeface="Salesforce Sans"/>
              <a:sym typeface="Salesforce Sans"/>
            </a:endParaRPr>
          </a:p>
        </p:txBody>
      </p:sp>
      <p:sp>
        <p:nvSpPr>
          <p:cNvPr id="4897" name="Google Shape;4897;p169"/>
          <p:cNvSpPr/>
          <p:nvPr/>
        </p:nvSpPr>
        <p:spPr>
          <a:xfrm>
            <a:off x="3663735" y="569092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8" name="Google Shape;4898;p169"/>
          <p:cNvSpPr txBox="1"/>
          <p:nvPr/>
        </p:nvSpPr>
        <p:spPr>
          <a:xfrm>
            <a:off x="3820748" y="622451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Behavioral Health </a:t>
            </a:r>
            <a:endParaRPr i="0" sz="800" u="none" cap="none" strike="noStrike">
              <a:latin typeface="Salesforce Sans"/>
              <a:ea typeface="Salesforce Sans"/>
              <a:cs typeface="Salesforce Sans"/>
              <a:sym typeface="Salesforce Sans"/>
            </a:endParaRPr>
          </a:p>
        </p:txBody>
      </p:sp>
      <p:sp>
        <p:nvSpPr>
          <p:cNvPr id="4899" name="Google Shape;4899;p169"/>
          <p:cNvSpPr/>
          <p:nvPr/>
        </p:nvSpPr>
        <p:spPr>
          <a:xfrm>
            <a:off x="3663735" y="624641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0" name="Google Shape;4900;p169"/>
          <p:cNvSpPr txBox="1"/>
          <p:nvPr/>
        </p:nvSpPr>
        <p:spPr>
          <a:xfrm>
            <a:off x="3820748" y="677288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Medical Document Review </a:t>
            </a:r>
            <a:endParaRPr i="0" sz="800" u="none" cap="none" strike="noStrike">
              <a:latin typeface="Salesforce Sans"/>
              <a:ea typeface="Salesforce Sans"/>
              <a:cs typeface="Salesforce Sans"/>
              <a:sym typeface="Salesforce Sans"/>
            </a:endParaRPr>
          </a:p>
        </p:txBody>
      </p:sp>
      <p:sp>
        <p:nvSpPr>
          <p:cNvPr id="4901" name="Google Shape;4901;p169"/>
          <p:cNvSpPr/>
          <p:nvPr/>
        </p:nvSpPr>
        <p:spPr>
          <a:xfrm>
            <a:off x="3663735" y="67947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2" name="Google Shape;4902;p169"/>
          <p:cNvSpPr txBox="1"/>
          <p:nvPr/>
        </p:nvSpPr>
        <p:spPr>
          <a:xfrm>
            <a:off x="3820748" y="866212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Coordination </a:t>
            </a:r>
            <a:endParaRPr i="0" sz="800" u="none" cap="none" strike="noStrike">
              <a:latin typeface="Salesforce Sans"/>
              <a:ea typeface="Salesforce Sans"/>
              <a:cs typeface="Salesforce Sans"/>
              <a:sym typeface="Salesforce Sans"/>
            </a:endParaRPr>
          </a:p>
        </p:txBody>
      </p:sp>
      <p:sp>
        <p:nvSpPr>
          <p:cNvPr id="4903" name="Google Shape;4903;p169"/>
          <p:cNvSpPr/>
          <p:nvPr/>
        </p:nvSpPr>
        <p:spPr>
          <a:xfrm>
            <a:off x="3663735" y="8684024"/>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4" name="Google Shape;4904;p169"/>
          <p:cNvSpPr txBox="1"/>
          <p:nvPr/>
        </p:nvSpPr>
        <p:spPr>
          <a:xfrm>
            <a:off x="3820748" y="881946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Utilization Management </a:t>
            </a:r>
            <a:endParaRPr i="0" sz="800" u="none" cap="none" strike="noStrike">
              <a:latin typeface="Salesforce Sans"/>
              <a:ea typeface="Salesforce Sans"/>
              <a:cs typeface="Salesforce Sans"/>
              <a:sym typeface="Salesforce Sans"/>
            </a:endParaRPr>
          </a:p>
        </p:txBody>
      </p:sp>
      <p:sp>
        <p:nvSpPr>
          <p:cNvPr id="4905" name="Google Shape;4905;p169"/>
          <p:cNvSpPr/>
          <p:nvPr/>
        </p:nvSpPr>
        <p:spPr>
          <a:xfrm>
            <a:off x="3663735" y="88413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6" name="Google Shape;4906;p169"/>
          <p:cNvSpPr txBox="1"/>
          <p:nvPr/>
        </p:nvSpPr>
        <p:spPr>
          <a:xfrm>
            <a:off x="3820748" y="897680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Support </a:t>
            </a:r>
            <a:endParaRPr i="0" sz="800" u="none" cap="none" strike="noStrike">
              <a:latin typeface="Salesforce Sans"/>
              <a:ea typeface="Salesforce Sans"/>
              <a:cs typeface="Salesforce Sans"/>
              <a:sym typeface="Salesforce Sans"/>
            </a:endParaRPr>
          </a:p>
        </p:txBody>
      </p:sp>
      <p:sp>
        <p:nvSpPr>
          <p:cNvPr id="4907" name="Google Shape;4907;p169"/>
          <p:cNvSpPr/>
          <p:nvPr/>
        </p:nvSpPr>
        <p:spPr>
          <a:xfrm>
            <a:off x="3663735" y="899870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8" name="Google Shape;4908;p169"/>
          <p:cNvSpPr txBox="1"/>
          <p:nvPr/>
        </p:nvSpPr>
        <p:spPr>
          <a:xfrm>
            <a:off x="3820748" y="913414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Home Health </a:t>
            </a:r>
            <a:r>
              <a:rPr lang="en" sz="800">
                <a:latin typeface="Salesforce Sans"/>
                <a:ea typeface="Salesforce Sans"/>
                <a:cs typeface="Salesforce Sans"/>
                <a:sym typeface="Salesforce Sans"/>
              </a:rPr>
              <a:t>Quoting &amp; Budgeting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909" name="Google Shape;4909;p169"/>
          <p:cNvSpPr/>
          <p:nvPr/>
        </p:nvSpPr>
        <p:spPr>
          <a:xfrm>
            <a:off x="3663735" y="9156042"/>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0" name="Google Shape;4910;p169"/>
          <p:cNvSpPr txBox="1"/>
          <p:nvPr/>
        </p:nvSpPr>
        <p:spPr>
          <a:xfrm>
            <a:off x="3820748" y="92914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Benefits &amp; eligibility verification </a:t>
            </a:r>
            <a:endParaRPr i="0" sz="800" u="none" cap="none" strike="noStrike">
              <a:latin typeface="Salesforce Sans"/>
              <a:ea typeface="Salesforce Sans"/>
              <a:cs typeface="Salesforce Sans"/>
              <a:sym typeface="Salesforce Sans"/>
            </a:endParaRPr>
          </a:p>
        </p:txBody>
      </p:sp>
      <p:sp>
        <p:nvSpPr>
          <p:cNvPr id="4911" name="Google Shape;4911;p169"/>
          <p:cNvSpPr/>
          <p:nvPr/>
        </p:nvSpPr>
        <p:spPr>
          <a:xfrm>
            <a:off x="3663735" y="9313382"/>
            <a:ext cx="79200" cy="79200"/>
          </a:xfrm>
          <a:prstGeom prst="ellipse">
            <a:avLst/>
          </a:prstGeom>
          <a:solidFill>
            <a:srgbClr val="1360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2" name="Google Shape;4912;p169"/>
          <p:cNvSpPr txBox="1"/>
          <p:nvPr/>
        </p:nvSpPr>
        <p:spPr>
          <a:xfrm>
            <a:off x="3820748" y="95296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Engagement </a:t>
            </a:r>
            <a:endParaRPr i="0" sz="800" u="none" cap="none" strike="noStrike">
              <a:latin typeface="Salesforce Sans"/>
              <a:ea typeface="Salesforce Sans"/>
              <a:cs typeface="Salesforce Sans"/>
              <a:sym typeface="Salesforce Sans"/>
            </a:endParaRPr>
          </a:p>
        </p:txBody>
      </p:sp>
      <p:sp>
        <p:nvSpPr>
          <p:cNvPr id="4913" name="Google Shape;4913;p169"/>
          <p:cNvSpPr/>
          <p:nvPr/>
        </p:nvSpPr>
        <p:spPr>
          <a:xfrm>
            <a:off x="3663735" y="955156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4" name="Google Shape;4914;p169"/>
          <p:cNvSpPr txBox="1"/>
          <p:nvPr/>
        </p:nvSpPr>
        <p:spPr>
          <a:xfrm>
            <a:off x="3820748" y="968700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Patient and pre-call summaries </a:t>
            </a:r>
            <a:endParaRPr i="0" sz="800" u="none" cap="none" strike="noStrike">
              <a:latin typeface="Salesforce Sans"/>
              <a:ea typeface="Salesforce Sans"/>
              <a:cs typeface="Salesforce Sans"/>
              <a:sym typeface="Salesforce Sans"/>
            </a:endParaRPr>
          </a:p>
        </p:txBody>
      </p:sp>
      <p:sp>
        <p:nvSpPr>
          <p:cNvPr id="4915" name="Google Shape;4915;p169"/>
          <p:cNvSpPr/>
          <p:nvPr/>
        </p:nvSpPr>
        <p:spPr>
          <a:xfrm>
            <a:off x="3663735" y="970890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6" name="Google Shape;4916;p169"/>
          <p:cNvSpPr txBox="1"/>
          <p:nvPr/>
        </p:nvSpPr>
        <p:spPr>
          <a:xfrm>
            <a:off x="3820748" y="984435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Program Enrollment </a:t>
            </a:r>
            <a:endParaRPr i="0" sz="800" u="none" cap="none" strike="noStrike">
              <a:latin typeface="Salesforce Sans"/>
              <a:ea typeface="Salesforce Sans"/>
              <a:cs typeface="Salesforce Sans"/>
              <a:sym typeface="Salesforce Sans"/>
            </a:endParaRPr>
          </a:p>
        </p:txBody>
      </p:sp>
      <p:sp>
        <p:nvSpPr>
          <p:cNvPr id="4917" name="Google Shape;4917;p169"/>
          <p:cNvSpPr/>
          <p:nvPr/>
        </p:nvSpPr>
        <p:spPr>
          <a:xfrm>
            <a:off x="3663735" y="986625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8" name="Google Shape;4918;p169"/>
          <p:cNvSpPr txBox="1"/>
          <p:nvPr/>
        </p:nvSpPr>
        <p:spPr>
          <a:xfrm>
            <a:off x="3820748" y="5829601"/>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Voice &amp; AI-powered assessments </a:t>
            </a:r>
            <a:endParaRPr i="0" sz="800" u="none" cap="none" strike="noStrike">
              <a:latin typeface="Salesforce Sans"/>
              <a:ea typeface="Salesforce Sans"/>
              <a:cs typeface="Salesforce Sans"/>
              <a:sym typeface="Salesforce Sans"/>
            </a:endParaRPr>
          </a:p>
        </p:txBody>
      </p:sp>
      <p:sp>
        <p:nvSpPr>
          <p:cNvPr id="4919" name="Google Shape;4919;p169"/>
          <p:cNvSpPr/>
          <p:nvPr/>
        </p:nvSpPr>
        <p:spPr>
          <a:xfrm>
            <a:off x="3663735" y="5851501"/>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0" name="Google Shape;4920;p169"/>
          <p:cNvSpPr txBox="1"/>
          <p:nvPr/>
        </p:nvSpPr>
        <p:spPr>
          <a:xfrm>
            <a:off x="3820748" y="69302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Scribe </a:t>
            </a:r>
            <a:endParaRPr i="0" sz="800" u="none" cap="none" strike="noStrike">
              <a:latin typeface="Salesforce Sans"/>
              <a:ea typeface="Salesforce Sans"/>
              <a:cs typeface="Salesforce Sans"/>
              <a:sym typeface="Salesforce Sans"/>
            </a:endParaRPr>
          </a:p>
        </p:txBody>
      </p:sp>
      <p:sp>
        <p:nvSpPr>
          <p:cNvPr id="4921" name="Google Shape;4921;p169"/>
          <p:cNvSpPr/>
          <p:nvPr/>
        </p:nvSpPr>
        <p:spPr>
          <a:xfrm>
            <a:off x="3663735" y="695212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2" name="Google Shape;4922;p169"/>
          <p:cNvSpPr txBox="1"/>
          <p:nvPr/>
        </p:nvSpPr>
        <p:spPr>
          <a:xfrm>
            <a:off x="3820748" y="6381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Virtual Care </a:t>
            </a:r>
            <a:endParaRPr i="0" sz="800" u="none" cap="none" strike="noStrike">
              <a:latin typeface="Salesforce Sans"/>
              <a:ea typeface="Salesforce Sans"/>
              <a:cs typeface="Salesforce Sans"/>
              <a:sym typeface="Salesforce Sans"/>
            </a:endParaRPr>
          </a:p>
        </p:txBody>
      </p:sp>
      <p:sp>
        <p:nvSpPr>
          <p:cNvPr id="4923" name="Google Shape;4923;p169"/>
          <p:cNvSpPr/>
          <p:nvPr/>
        </p:nvSpPr>
        <p:spPr>
          <a:xfrm>
            <a:off x="3663735" y="640310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4" name="Google Shape;4924;p169"/>
          <p:cNvSpPr txBox="1"/>
          <p:nvPr/>
        </p:nvSpPr>
        <p:spPr>
          <a:xfrm>
            <a:off x="869852"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925" name="Google Shape;4925;p169"/>
          <p:cNvSpPr txBox="1"/>
          <p:nvPr/>
        </p:nvSpPr>
        <p:spPr>
          <a:xfrm>
            <a:off x="2362728"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4926" name="Google Shape;4926;p169"/>
          <p:cNvGrpSpPr/>
          <p:nvPr/>
        </p:nvGrpSpPr>
        <p:grpSpPr>
          <a:xfrm>
            <a:off x="755165" y="1921709"/>
            <a:ext cx="1322400" cy="449700"/>
            <a:chOff x="755165" y="1828821"/>
            <a:chExt cx="1322400" cy="449700"/>
          </a:xfrm>
        </p:grpSpPr>
        <p:sp>
          <p:nvSpPr>
            <p:cNvPr id="4927" name="Google Shape;4927;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28" name="Google Shape;4928;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 &amp; Outreach</a:t>
              </a:r>
              <a:endParaRPr sz="900">
                <a:solidFill>
                  <a:srgbClr val="FFFFFF"/>
                </a:solidFill>
                <a:latin typeface="Avant Garde Demi SFDC"/>
                <a:ea typeface="Avant Garde Demi SFDC"/>
                <a:cs typeface="Avant Garde Demi SFDC"/>
                <a:sym typeface="Avant Garde Demi SFDC"/>
              </a:endParaRPr>
            </a:p>
          </p:txBody>
        </p:sp>
      </p:grpSp>
      <p:sp>
        <p:nvSpPr>
          <p:cNvPr id="4929" name="Google Shape;4929;p169"/>
          <p:cNvSpPr txBox="1"/>
          <p:nvPr/>
        </p:nvSpPr>
        <p:spPr>
          <a:xfrm>
            <a:off x="3820741"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930" name="Google Shape;4930;p169"/>
          <p:cNvSpPr txBox="1"/>
          <p:nvPr/>
        </p:nvSpPr>
        <p:spPr>
          <a:xfrm>
            <a:off x="3820748" y="190276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Segmentation </a:t>
            </a:r>
            <a:endParaRPr i="0" sz="800" u="none" cap="none" strike="noStrike">
              <a:latin typeface="Salesforce Sans"/>
              <a:ea typeface="Salesforce Sans"/>
              <a:cs typeface="Salesforce Sans"/>
              <a:sym typeface="Salesforce Sans"/>
            </a:endParaRPr>
          </a:p>
        </p:txBody>
      </p:sp>
      <p:sp>
        <p:nvSpPr>
          <p:cNvPr id="4931" name="Google Shape;4931;p169"/>
          <p:cNvSpPr/>
          <p:nvPr/>
        </p:nvSpPr>
        <p:spPr>
          <a:xfrm>
            <a:off x="3663735" y="192466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32" name="Google Shape;4932;p169"/>
          <p:cNvSpPr txBox="1"/>
          <p:nvPr/>
        </p:nvSpPr>
        <p:spPr>
          <a:xfrm>
            <a:off x="3820748" y="2060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Brand Builder </a:t>
            </a:r>
            <a:endParaRPr i="0" sz="800" u="none" cap="none" strike="noStrike">
              <a:latin typeface="Salesforce Sans"/>
              <a:ea typeface="Salesforce Sans"/>
              <a:cs typeface="Salesforce Sans"/>
              <a:sym typeface="Salesforce Sans"/>
            </a:endParaRPr>
          </a:p>
        </p:txBody>
      </p:sp>
      <p:sp>
        <p:nvSpPr>
          <p:cNvPr id="4933" name="Google Shape;4933;p169"/>
          <p:cNvSpPr/>
          <p:nvPr/>
        </p:nvSpPr>
        <p:spPr>
          <a:xfrm>
            <a:off x="3663735" y="208203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34" name="Google Shape;4934;p169"/>
          <p:cNvSpPr txBox="1"/>
          <p:nvPr/>
        </p:nvSpPr>
        <p:spPr>
          <a:xfrm>
            <a:off x="2362728" y="1896441"/>
            <a:ext cx="830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Strategic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4935" name="Google Shape;4935;p169"/>
          <p:cNvGrpSpPr/>
          <p:nvPr/>
        </p:nvGrpSpPr>
        <p:grpSpPr>
          <a:xfrm>
            <a:off x="755165" y="4519559"/>
            <a:ext cx="1322400" cy="449700"/>
            <a:chOff x="755165" y="1828821"/>
            <a:chExt cx="1322400" cy="449700"/>
          </a:xfrm>
        </p:grpSpPr>
        <p:sp>
          <p:nvSpPr>
            <p:cNvPr id="4936" name="Google Shape;4936;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37" name="Google Shape;4937;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a:t>
              </a:r>
              <a:br>
                <a:rPr lang="en" sz="900">
                  <a:solidFill>
                    <a:srgbClr val="FFFFFF"/>
                  </a:solidFill>
                  <a:latin typeface="Avant Garde Demi SFDC"/>
                  <a:ea typeface="Avant Garde Demi SFDC"/>
                  <a:cs typeface="Avant Garde Demi SFDC"/>
                  <a:sym typeface="Avant Garde Demi SFDC"/>
                </a:rPr>
              </a:br>
              <a:r>
                <a:rPr lang="en" sz="900">
                  <a:solidFill>
                    <a:srgbClr val="FFFFFF"/>
                  </a:solidFill>
                  <a:latin typeface="Avant Garde Demi SFDC"/>
                  <a:ea typeface="Avant Garde Demi SFDC"/>
                  <a:cs typeface="Avant Garde Demi SFDC"/>
                  <a:sym typeface="Avant Garde Demi SFDC"/>
                </a:rPr>
                <a:t>Experience</a:t>
              </a:r>
              <a:endParaRPr sz="900">
                <a:solidFill>
                  <a:srgbClr val="FFFFFF"/>
                </a:solidFill>
                <a:latin typeface="Avant Garde Demi SFDC"/>
                <a:ea typeface="Avant Garde Demi SFDC"/>
                <a:cs typeface="Avant Garde Demi SFDC"/>
                <a:sym typeface="Avant Garde Demi SFDC"/>
              </a:endParaRPr>
            </a:p>
          </p:txBody>
        </p:sp>
      </p:grpSp>
      <p:grpSp>
        <p:nvGrpSpPr>
          <p:cNvPr id="4938" name="Google Shape;4938;p169"/>
          <p:cNvGrpSpPr/>
          <p:nvPr/>
        </p:nvGrpSpPr>
        <p:grpSpPr>
          <a:xfrm>
            <a:off x="755165" y="8686534"/>
            <a:ext cx="1322400" cy="449700"/>
            <a:chOff x="755165" y="1828821"/>
            <a:chExt cx="1322400" cy="449700"/>
          </a:xfrm>
        </p:grpSpPr>
        <p:sp>
          <p:nvSpPr>
            <p:cNvPr id="4939" name="Google Shape;4939;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40" name="Google Shape;4940;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Care Coordination for Providers</a:t>
              </a:r>
              <a:endParaRPr sz="900">
                <a:solidFill>
                  <a:srgbClr val="FFFFFF"/>
                </a:solidFill>
                <a:latin typeface="Avant Garde Demi SFDC"/>
                <a:ea typeface="Avant Garde Demi SFDC"/>
                <a:cs typeface="Avant Garde Demi SFDC"/>
                <a:sym typeface="Avant Garde Demi SFDC"/>
              </a:endParaRPr>
            </a:p>
          </p:txBody>
        </p:sp>
      </p:grpSp>
      <p:sp>
        <p:nvSpPr>
          <p:cNvPr id="4941" name="Google Shape;4941;p169"/>
          <p:cNvSpPr txBox="1"/>
          <p:nvPr/>
        </p:nvSpPr>
        <p:spPr>
          <a:xfrm>
            <a:off x="9761632" y="839720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Of Future And Skills Assessment </a:t>
            </a:r>
            <a:endParaRPr i="0" sz="800" u="none" cap="none" strike="noStrike">
              <a:latin typeface="Salesforce Sans"/>
              <a:ea typeface="Salesforce Sans"/>
              <a:cs typeface="Salesforce Sans"/>
              <a:sym typeface="Salesforce Sans"/>
            </a:endParaRPr>
          </a:p>
        </p:txBody>
      </p:sp>
      <p:sp>
        <p:nvSpPr>
          <p:cNvPr id="4942" name="Google Shape;4942;p169"/>
          <p:cNvSpPr/>
          <p:nvPr/>
        </p:nvSpPr>
        <p:spPr>
          <a:xfrm>
            <a:off x="8296054" y="1896585"/>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 Network Development &amp; Setup</a:t>
            </a:r>
            <a:endParaRPr b="1" i="0" sz="900" u="none" cap="none" strike="noStrike">
              <a:solidFill>
                <a:srgbClr val="066AFE"/>
              </a:solidFill>
              <a:latin typeface="Salesforce Sans"/>
              <a:ea typeface="Salesforce Sans"/>
              <a:cs typeface="Salesforce Sans"/>
              <a:sym typeface="Salesforce Sans"/>
            </a:endParaRPr>
          </a:p>
        </p:txBody>
      </p:sp>
      <p:sp>
        <p:nvSpPr>
          <p:cNvPr id="4943" name="Google Shape;4943;p169"/>
          <p:cNvSpPr/>
          <p:nvPr/>
        </p:nvSpPr>
        <p:spPr>
          <a:xfrm>
            <a:off x="8296050" y="2450962"/>
            <a:ext cx="1092600" cy="4395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Relationship &amp; Performance Mgmt</a:t>
            </a:r>
            <a:endParaRPr b="1" i="0" sz="900" u="none" cap="none" strike="noStrike">
              <a:solidFill>
                <a:srgbClr val="066AFE"/>
              </a:solidFill>
              <a:latin typeface="Salesforce Sans"/>
              <a:ea typeface="Salesforce Sans"/>
              <a:cs typeface="Salesforce Sans"/>
              <a:sym typeface="Salesforce Sans"/>
            </a:endParaRPr>
          </a:p>
        </p:txBody>
      </p:sp>
      <p:sp>
        <p:nvSpPr>
          <p:cNvPr id="4944" name="Google Shape;4944;p169"/>
          <p:cNvSpPr/>
          <p:nvPr/>
        </p:nvSpPr>
        <p:spPr>
          <a:xfrm>
            <a:off x="8296050" y="2914937"/>
            <a:ext cx="1092600" cy="2637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 Startupz</a:t>
            </a:r>
            <a:endParaRPr b="1" i="0" sz="900" u="none" cap="none" strike="noStrike">
              <a:solidFill>
                <a:srgbClr val="066AFE"/>
              </a:solidFill>
              <a:latin typeface="Salesforce Sans"/>
              <a:ea typeface="Salesforce Sans"/>
              <a:cs typeface="Salesforce Sans"/>
              <a:sym typeface="Salesforce Sans"/>
            </a:endParaRPr>
          </a:p>
        </p:txBody>
      </p:sp>
      <p:sp>
        <p:nvSpPr>
          <p:cNvPr id="4945" name="Google Shape;4945;p169"/>
          <p:cNvSpPr/>
          <p:nvPr/>
        </p:nvSpPr>
        <p:spPr>
          <a:xfrm>
            <a:off x="8296050" y="3465387"/>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Pre-Approval</a:t>
            </a:r>
            <a:endParaRPr b="1" i="0" sz="900" u="none" cap="none" strike="noStrike">
              <a:solidFill>
                <a:srgbClr val="066AFE"/>
              </a:solidFill>
              <a:latin typeface="Salesforce Sans"/>
              <a:ea typeface="Salesforce Sans"/>
              <a:cs typeface="Salesforce Sans"/>
              <a:sym typeface="Salesforce Sans"/>
            </a:endParaRPr>
          </a:p>
        </p:txBody>
      </p:sp>
      <p:sp>
        <p:nvSpPr>
          <p:cNvPr id="4946" name="Google Shape;4946;p169"/>
          <p:cNvSpPr/>
          <p:nvPr/>
        </p:nvSpPr>
        <p:spPr>
          <a:xfrm>
            <a:off x="8296042" y="3857951"/>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Trial Execution</a:t>
            </a:r>
            <a:endParaRPr b="1" i="0" sz="900" u="none" cap="none" strike="noStrike">
              <a:solidFill>
                <a:srgbClr val="066AFE"/>
              </a:solidFill>
              <a:latin typeface="Salesforce Sans"/>
              <a:ea typeface="Salesforce Sans"/>
              <a:cs typeface="Salesforce Sans"/>
              <a:sym typeface="Salesforce Sans"/>
            </a:endParaRPr>
          </a:p>
        </p:txBody>
      </p:sp>
      <p:sp>
        <p:nvSpPr>
          <p:cNvPr id="4947" name="Google Shape;4947;p169"/>
          <p:cNvSpPr/>
          <p:nvPr/>
        </p:nvSpPr>
        <p:spPr>
          <a:xfrm>
            <a:off x="8296042" y="4407125"/>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Data Analysis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Results</a:t>
            </a:r>
            <a:endParaRPr b="1" i="0" sz="900" u="none" cap="none" strike="noStrike">
              <a:solidFill>
                <a:srgbClr val="066AFE"/>
              </a:solidFill>
              <a:latin typeface="Salesforce Sans"/>
              <a:ea typeface="Salesforce Sans"/>
              <a:cs typeface="Salesforce Sans"/>
              <a:sym typeface="Salesforce Sans"/>
            </a:endParaRPr>
          </a:p>
        </p:txBody>
      </p:sp>
      <p:sp>
        <p:nvSpPr>
          <p:cNvPr id="4948" name="Google Shape;4948;p169"/>
          <p:cNvSpPr/>
          <p:nvPr/>
        </p:nvSpPr>
        <p:spPr>
          <a:xfrm>
            <a:off x="8296042" y="495467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Supply Chain Operations &amp; Management</a:t>
            </a:r>
            <a:endParaRPr b="1" i="0" sz="900" u="none" cap="none" strike="noStrike">
              <a:solidFill>
                <a:srgbClr val="066AFE"/>
              </a:solidFill>
              <a:latin typeface="Salesforce Sans"/>
              <a:ea typeface="Salesforce Sans"/>
              <a:cs typeface="Salesforce Sans"/>
              <a:sym typeface="Salesforce Sans"/>
            </a:endParaRPr>
          </a:p>
        </p:txBody>
      </p:sp>
      <p:sp>
        <p:nvSpPr>
          <p:cNvPr id="4949" name="Google Shape;4949;p169"/>
          <p:cNvSpPr/>
          <p:nvPr/>
        </p:nvSpPr>
        <p:spPr>
          <a:xfrm>
            <a:off x="8296042" y="5678728"/>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Procurement</a:t>
            </a:r>
            <a:endParaRPr b="1" i="0" sz="900" u="none" cap="none" strike="noStrike">
              <a:solidFill>
                <a:srgbClr val="066AFE"/>
              </a:solidFill>
              <a:latin typeface="Salesforce Sans"/>
              <a:ea typeface="Salesforce Sans"/>
              <a:cs typeface="Salesforce Sans"/>
              <a:sym typeface="Salesforce Sans"/>
            </a:endParaRPr>
          </a:p>
        </p:txBody>
      </p:sp>
      <p:sp>
        <p:nvSpPr>
          <p:cNvPr id="4950" name="Google Shape;4950;p169"/>
          <p:cNvSpPr/>
          <p:nvPr/>
        </p:nvSpPr>
        <p:spPr>
          <a:xfrm>
            <a:off x="8296042" y="622006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Logistics Management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Delivery</a:t>
            </a:r>
            <a:endParaRPr b="1" i="0" sz="900" u="none" cap="none" strike="noStrike">
              <a:solidFill>
                <a:srgbClr val="066AFE"/>
              </a:solidFill>
              <a:latin typeface="Salesforce Sans"/>
              <a:ea typeface="Salesforce Sans"/>
              <a:cs typeface="Salesforce Sans"/>
              <a:sym typeface="Salesforce Sans"/>
            </a:endParaRPr>
          </a:p>
        </p:txBody>
      </p:sp>
      <p:sp>
        <p:nvSpPr>
          <p:cNvPr id="4951" name="Google Shape;4951;p169"/>
          <p:cNvSpPr/>
          <p:nvPr/>
        </p:nvSpPr>
        <p:spPr>
          <a:xfrm>
            <a:off x="8296042" y="6937036"/>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Specialized Clinical Resource Management</a:t>
            </a:r>
            <a:endParaRPr b="1" i="0" sz="900" u="none" cap="none" strike="noStrike">
              <a:solidFill>
                <a:srgbClr val="066AFE"/>
              </a:solidFill>
              <a:latin typeface="Salesforce Sans"/>
              <a:ea typeface="Salesforce Sans"/>
              <a:cs typeface="Salesforce Sans"/>
              <a:sym typeface="Salesforce Sans"/>
            </a:endParaRPr>
          </a:p>
        </p:txBody>
      </p:sp>
      <p:sp>
        <p:nvSpPr>
          <p:cNvPr id="4952" name="Google Shape;4952;p169"/>
          <p:cNvSpPr/>
          <p:nvPr/>
        </p:nvSpPr>
        <p:spPr>
          <a:xfrm>
            <a:off x="8296042" y="7609744"/>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Workforce Management</a:t>
            </a:r>
            <a:endParaRPr b="1" i="0" sz="900" u="none" cap="none" strike="noStrike">
              <a:solidFill>
                <a:srgbClr val="066AFE"/>
              </a:solidFill>
              <a:latin typeface="Salesforce Sans"/>
              <a:ea typeface="Salesforce Sans"/>
              <a:cs typeface="Salesforce Sans"/>
              <a:sym typeface="Salesforce Sans"/>
            </a:endParaRPr>
          </a:p>
        </p:txBody>
      </p:sp>
      <p:sp>
        <p:nvSpPr>
          <p:cNvPr id="4953" name="Google Shape;4953;p169"/>
          <p:cNvSpPr/>
          <p:nvPr/>
        </p:nvSpPr>
        <p:spPr>
          <a:xfrm>
            <a:off x="8296050" y="7997005"/>
            <a:ext cx="1021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Digital Enablement</a:t>
            </a:r>
            <a:endParaRPr b="1" i="0" sz="900" u="none" cap="none" strike="noStrike">
              <a:solidFill>
                <a:srgbClr val="066AFE"/>
              </a:solidFill>
              <a:latin typeface="Salesforce Sans"/>
              <a:ea typeface="Salesforce Sans"/>
              <a:cs typeface="Salesforce Sans"/>
              <a:sym typeface="Salesforce Sans"/>
            </a:endParaRPr>
          </a:p>
        </p:txBody>
      </p:sp>
      <p:sp>
        <p:nvSpPr>
          <p:cNvPr id="4954" name="Google Shape;4954;p169"/>
          <p:cNvSpPr/>
          <p:nvPr/>
        </p:nvSpPr>
        <p:spPr>
          <a:xfrm>
            <a:off x="8296042" y="8384069"/>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4955" name="Google Shape;4955;p169"/>
          <p:cNvSpPr/>
          <p:nvPr/>
        </p:nvSpPr>
        <p:spPr>
          <a:xfrm>
            <a:off x="8296042" y="8926420"/>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4956" name="Google Shape;4956;p169"/>
          <p:cNvSpPr txBox="1"/>
          <p:nvPr/>
        </p:nvSpPr>
        <p:spPr>
          <a:xfrm>
            <a:off x="9761633" y="18976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Acquisition </a:t>
            </a:r>
            <a:endParaRPr i="0" sz="800" u="none" cap="none" strike="noStrike">
              <a:latin typeface="Salesforce Sans"/>
              <a:ea typeface="Salesforce Sans"/>
              <a:cs typeface="Salesforce Sans"/>
              <a:sym typeface="Salesforce Sans"/>
            </a:endParaRPr>
          </a:p>
        </p:txBody>
      </p:sp>
      <p:sp>
        <p:nvSpPr>
          <p:cNvPr id="4957" name="Google Shape;4957;p169"/>
          <p:cNvSpPr/>
          <p:nvPr/>
        </p:nvSpPr>
        <p:spPr>
          <a:xfrm>
            <a:off x="9590884" y="191954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sz="800">
              <a:solidFill>
                <a:srgbClr val="002775"/>
              </a:solidFill>
              <a:latin typeface="Salesforce Sans"/>
              <a:ea typeface="Salesforce Sans"/>
              <a:cs typeface="Salesforce Sans"/>
              <a:sym typeface="Salesforce Sans"/>
            </a:endParaRPr>
          </a:p>
        </p:txBody>
      </p:sp>
      <p:sp>
        <p:nvSpPr>
          <p:cNvPr id="4958" name="Google Shape;4958;p169"/>
          <p:cNvSpPr txBox="1"/>
          <p:nvPr/>
        </p:nvSpPr>
        <p:spPr>
          <a:xfrm>
            <a:off x="9761633" y="205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Onboarding </a:t>
            </a:r>
            <a:endParaRPr i="0" sz="800" u="none" cap="none" strike="noStrike">
              <a:latin typeface="Salesforce Sans"/>
              <a:ea typeface="Salesforce Sans"/>
              <a:cs typeface="Salesforce Sans"/>
              <a:sym typeface="Salesforce Sans"/>
            </a:endParaRPr>
          </a:p>
        </p:txBody>
      </p:sp>
      <p:sp>
        <p:nvSpPr>
          <p:cNvPr id="4959" name="Google Shape;4959;p169"/>
          <p:cNvSpPr/>
          <p:nvPr/>
        </p:nvSpPr>
        <p:spPr>
          <a:xfrm>
            <a:off x="9590884" y="2076874"/>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0" name="Google Shape;4960;p169"/>
          <p:cNvSpPr txBox="1"/>
          <p:nvPr/>
        </p:nvSpPr>
        <p:spPr>
          <a:xfrm>
            <a:off x="9761633" y="22128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Relations </a:t>
            </a:r>
            <a:endParaRPr i="0" sz="800" u="none" cap="none" strike="noStrike">
              <a:latin typeface="Salesforce Sans"/>
              <a:ea typeface="Salesforce Sans"/>
              <a:cs typeface="Salesforce Sans"/>
              <a:sym typeface="Salesforce Sans"/>
            </a:endParaRPr>
          </a:p>
        </p:txBody>
      </p:sp>
      <p:sp>
        <p:nvSpPr>
          <p:cNvPr id="4961" name="Google Shape;4961;p169"/>
          <p:cNvSpPr/>
          <p:nvPr/>
        </p:nvSpPr>
        <p:spPr>
          <a:xfrm>
            <a:off x="9590884" y="223473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2" name="Google Shape;4962;p169"/>
          <p:cNvSpPr txBox="1"/>
          <p:nvPr/>
        </p:nvSpPr>
        <p:spPr>
          <a:xfrm>
            <a:off x="9761633" y="244761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963" name="Google Shape;4963;p169"/>
          <p:cNvSpPr/>
          <p:nvPr/>
        </p:nvSpPr>
        <p:spPr>
          <a:xfrm>
            <a:off x="9590884" y="246951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4" name="Google Shape;4964;p169"/>
          <p:cNvSpPr txBox="1"/>
          <p:nvPr/>
        </p:nvSpPr>
        <p:spPr>
          <a:xfrm>
            <a:off x="9761633" y="26052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Service </a:t>
            </a:r>
            <a:endParaRPr i="0" sz="800" u="none" cap="none" strike="noStrike">
              <a:latin typeface="Salesforce Sans"/>
              <a:ea typeface="Salesforce Sans"/>
              <a:cs typeface="Salesforce Sans"/>
              <a:sym typeface="Salesforce Sans"/>
            </a:endParaRPr>
          </a:p>
        </p:txBody>
      </p:sp>
      <p:sp>
        <p:nvSpPr>
          <p:cNvPr id="4965" name="Google Shape;4965;p169"/>
          <p:cNvSpPr/>
          <p:nvPr/>
        </p:nvSpPr>
        <p:spPr>
          <a:xfrm>
            <a:off x="9590884" y="26271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6" name="Google Shape;4966;p169"/>
          <p:cNvSpPr txBox="1"/>
          <p:nvPr/>
        </p:nvSpPr>
        <p:spPr>
          <a:xfrm>
            <a:off x="9761633" y="291655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Regional Identification </a:t>
            </a:r>
            <a:endParaRPr i="0" sz="800" u="none" cap="none" strike="noStrike">
              <a:latin typeface="Salesforce Sans"/>
              <a:ea typeface="Salesforce Sans"/>
              <a:cs typeface="Salesforce Sans"/>
              <a:sym typeface="Salesforce Sans"/>
            </a:endParaRPr>
          </a:p>
        </p:txBody>
      </p:sp>
      <p:sp>
        <p:nvSpPr>
          <p:cNvPr id="4967" name="Google Shape;4967;p169"/>
          <p:cNvSpPr/>
          <p:nvPr/>
        </p:nvSpPr>
        <p:spPr>
          <a:xfrm>
            <a:off x="9590884" y="29384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8" name="Google Shape;4968;p169"/>
          <p:cNvSpPr txBox="1"/>
          <p:nvPr/>
        </p:nvSpPr>
        <p:spPr>
          <a:xfrm>
            <a:off x="9761633" y="307442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Site Feasibility </a:t>
            </a:r>
            <a:endParaRPr i="0" sz="800" u="none" cap="none" strike="noStrike">
              <a:latin typeface="Salesforce Sans"/>
              <a:ea typeface="Salesforce Sans"/>
              <a:cs typeface="Salesforce Sans"/>
              <a:sym typeface="Salesforce Sans"/>
            </a:endParaRPr>
          </a:p>
        </p:txBody>
      </p:sp>
      <p:sp>
        <p:nvSpPr>
          <p:cNvPr id="4969" name="Google Shape;4969;p169"/>
          <p:cNvSpPr/>
          <p:nvPr/>
        </p:nvSpPr>
        <p:spPr>
          <a:xfrm>
            <a:off x="9590884" y="3096322"/>
            <a:ext cx="79200" cy="79200"/>
          </a:xfrm>
          <a:prstGeom prst="ellipse">
            <a:avLst/>
          </a:prstGeom>
          <a:solidFill>
            <a:srgbClr val="0B5CAB"/>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0" name="Google Shape;4970;p169"/>
          <p:cNvSpPr txBox="1"/>
          <p:nvPr/>
        </p:nvSpPr>
        <p:spPr>
          <a:xfrm>
            <a:off x="9761633" y="323229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Vendor Activation </a:t>
            </a:r>
            <a:endParaRPr i="0" sz="800" u="none" cap="none" strike="noStrike">
              <a:latin typeface="Salesforce Sans"/>
              <a:ea typeface="Salesforce Sans"/>
              <a:cs typeface="Salesforce Sans"/>
              <a:sym typeface="Salesforce Sans"/>
            </a:endParaRPr>
          </a:p>
        </p:txBody>
      </p:sp>
      <p:sp>
        <p:nvSpPr>
          <p:cNvPr id="4971" name="Google Shape;4971;p169"/>
          <p:cNvSpPr/>
          <p:nvPr/>
        </p:nvSpPr>
        <p:spPr>
          <a:xfrm>
            <a:off x="9590884" y="32541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2" name="Google Shape;4972;p169"/>
          <p:cNvSpPr txBox="1"/>
          <p:nvPr/>
        </p:nvSpPr>
        <p:spPr>
          <a:xfrm>
            <a:off x="9761633" y="346636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Country And Administrative Regulations </a:t>
            </a:r>
            <a:endParaRPr i="0" sz="800" u="none" cap="none" strike="noStrike">
              <a:latin typeface="Salesforce Sans"/>
              <a:ea typeface="Salesforce Sans"/>
              <a:cs typeface="Salesforce Sans"/>
              <a:sym typeface="Salesforce Sans"/>
            </a:endParaRPr>
          </a:p>
        </p:txBody>
      </p:sp>
      <p:sp>
        <p:nvSpPr>
          <p:cNvPr id="4973" name="Google Shape;4973;p169"/>
          <p:cNvSpPr/>
          <p:nvPr/>
        </p:nvSpPr>
        <p:spPr>
          <a:xfrm>
            <a:off x="9590884" y="348826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4" name="Google Shape;4974;p169"/>
          <p:cNvSpPr txBox="1"/>
          <p:nvPr/>
        </p:nvSpPr>
        <p:spPr>
          <a:xfrm>
            <a:off x="9761633" y="362424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Core Document Authoring </a:t>
            </a:r>
            <a:endParaRPr i="0" sz="800" u="none" cap="none" strike="noStrike">
              <a:latin typeface="Salesforce Sans"/>
              <a:ea typeface="Salesforce Sans"/>
              <a:cs typeface="Salesforce Sans"/>
              <a:sym typeface="Salesforce Sans"/>
            </a:endParaRPr>
          </a:p>
        </p:txBody>
      </p:sp>
      <p:sp>
        <p:nvSpPr>
          <p:cNvPr id="4975" name="Google Shape;4975;p169"/>
          <p:cNvSpPr/>
          <p:nvPr/>
        </p:nvSpPr>
        <p:spPr>
          <a:xfrm>
            <a:off x="9590884" y="364614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6" name="Google Shape;4976;p169"/>
          <p:cNvSpPr txBox="1"/>
          <p:nvPr/>
        </p:nvSpPr>
        <p:spPr>
          <a:xfrm>
            <a:off x="9761633" y="38606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CTMS </a:t>
            </a:r>
            <a:endParaRPr i="0" sz="800" u="none" cap="none" strike="noStrike">
              <a:latin typeface="Salesforce Sans"/>
              <a:ea typeface="Salesforce Sans"/>
              <a:cs typeface="Salesforce Sans"/>
              <a:sym typeface="Salesforce Sans"/>
            </a:endParaRPr>
          </a:p>
        </p:txBody>
      </p:sp>
      <p:sp>
        <p:nvSpPr>
          <p:cNvPr id="4977" name="Google Shape;4977;p169"/>
          <p:cNvSpPr/>
          <p:nvPr/>
        </p:nvSpPr>
        <p:spPr>
          <a:xfrm>
            <a:off x="9590884" y="38825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8" name="Google Shape;4978;p169"/>
          <p:cNvSpPr txBox="1"/>
          <p:nvPr/>
        </p:nvSpPr>
        <p:spPr>
          <a:xfrm>
            <a:off x="9761633" y="401641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Candidate Auto-matching</a:t>
            </a:r>
            <a:endParaRPr i="0" sz="800" u="none" cap="none" strike="noStrike">
              <a:latin typeface="Salesforce Sans"/>
              <a:ea typeface="Salesforce Sans"/>
              <a:cs typeface="Salesforce Sans"/>
              <a:sym typeface="Salesforce Sans"/>
            </a:endParaRPr>
          </a:p>
        </p:txBody>
      </p:sp>
      <p:sp>
        <p:nvSpPr>
          <p:cNvPr id="4979" name="Google Shape;4979;p169"/>
          <p:cNvSpPr/>
          <p:nvPr/>
        </p:nvSpPr>
        <p:spPr>
          <a:xfrm>
            <a:off x="9590884" y="403831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0" name="Google Shape;4980;p169"/>
          <p:cNvSpPr txBox="1"/>
          <p:nvPr/>
        </p:nvSpPr>
        <p:spPr>
          <a:xfrm>
            <a:off x="9761633" y="44069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Data Cleaning </a:t>
            </a:r>
            <a:endParaRPr i="0" sz="800" u="none" cap="none" strike="noStrike">
              <a:latin typeface="Salesforce Sans"/>
              <a:ea typeface="Salesforce Sans"/>
              <a:cs typeface="Salesforce Sans"/>
              <a:sym typeface="Salesforce Sans"/>
            </a:endParaRPr>
          </a:p>
        </p:txBody>
      </p:sp>
      <p:sp>
        <p:nvSpPr>
          <p:cNvPr id="4981" name="Google Shape;4981;p169"/>
          <p:cNvSpPr/>
          <p:nvPr/>
        </p:nvSpPr>
        <p:spPr>
          <a:xfrm>
            <a:off x="9590884" y="442883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2" name="Google Shape;4982;p169"/>
          <p:cNvSpPr txBox="1"/>
          <p:nvPr/>
        </p:nvSpPr>
        <p:spPr>
          <a:xfrm>
            <a:off x="9761633" y="47220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Publication Development </a:t>
            </a:r>
            <a:endParaRPr i="0" sz="800" u="none" cap="none" strike="noStrike">
              <a:latin typeface="Salesforce Sans"/>
              <a:ea typeface="Salesforce Sans"/>
              <a:cs typeface="Salesforce Sans"/>
              <a:sym typeface="Salesforce Sans"/>
            </a:endParaRPr>
          </a:p>
        </p:txBody>
      </p:sp>
      <p:sp>
        <p:nvSpPr>
          <p:cNvPr id="4983" name="Google Shape;4983;p169"/>
          <p:cNvSpPr/>
          <p:nvPr/>
        </p:nvSpPr>
        <p:spPr>
          <a:xfrm>
            <a:off x="9590884" y="474398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4" name="Google Shape;4984;p169"/>
          <p:cNvSpPr txBox="1"/>
          <p:nvPr/>
        </p:nvSpPr>
        <p:spPr>
          <a:xfrm>
            <a:off x="9761633" y="495615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Supply Chain </a:t>
            </a:r>
            <a:endParaRPr i="0" sz="800" u="none" cap="none" strike="noStrike">
              <a:latin typeface="Salesforce Sans"/>
              <a:ea typeface="Salesforce Sans"/>
              <a:cs typeface="Salesforce Sans"/>
              <a:sym typeface="Salesforce Sans"/>
            </a:endParaRPr>
          </a:p>
        </p:txBody>
      </p:sp>
      <p:sp>
        <p:nvSpPr>
          <p:cNvPr id="4985" name="Google Shape;4985;p169"/>
          <p:cNvSpPr/>
          <p:nvPr/>
        </p:nvSpPr>
        <p:spPr>
          <a:xfrm>
            <a:off x="9590884" y="497805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6" name="Google Shape;4986;p169"/>
          <p:cNvSpPr txBox="1"/>
          <p:nvPr/>
        </p:nvSpPr>
        <p:spPr>
          <a:xfrm>
            <a:off x="9761633" y="511522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Management </a:t>
            </a:r>
            <a:endParaRPr i="0" sz="800" u="none" cap="none" strike="noStrike">
              <a:latin typeface="Salesforce Sans"/>
              <a:ea typeface="Salesforce Sans"/>
              <a:cs typeface="Salesforce Sans"/>
              <a:sym typeface="Salesforce Sans"/>
            </a:endParaRPr>
          </a:p>
        </p:txBody>
      </p:sp>
      <p:sp>
        <p:nvSpPr>
          <p:cNvPr id="4987" name="Google Shape;4987;p169"/>
          <p:cNvSpPr/>
          <p:nvPr/>
        </p:nvSpPr>
        <p:spPr>
          <a:xfrm>
            <a:off x="9590884" y="513712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8" name="Google Shape;4988;p169"/>
          <p:cNvSpPr txBox="1"/>
          <p:nvPr/>
        </p:nvSpPr>
        <p:spPr>
          <a:xfrm>
            <a:off x="9761633" y="527428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t>
            </a:r>
            <a:endParaRPr i="0" sz="800" u="none" cap="none" strike="noStrike">
              <a:latin typeface="Salesforce Sans"/>
              <a:ea typeface="Salesforce Sans"/>
              <a:cs typeface="Salesforce Sans"/>
              <a:sym typeface="Salesforce Sans"/>
            </a:endParaRPr>
          </a:p>
        </p:txBody>
      </p:sp>
      <p:sp>
        <p:nvSpPr>
          <p:cNvPr id="4989" name="Google Shape;4989;p169"/>
          <p:cNvSpPr/>
          <p:nvPr/>
        </p:nvSpPr>
        <p:spPr>
          <a:xfrm>
            <a:off x="9590884" y="529618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0" name="Google Shape;4990;p169"/>
          <p:cNvSpPr txBox="1"/>
          <p:nvPr/>
        </p:nvSpPr>
        <p:spPr>
          <a:xfrm>
            <a:off x="9761633" y="543334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Logistics </a:t>
            </a:r>
            <a:endParaRPr i="0" sz="800" u="none" cap="none" strike="noStrike">
              <a:latin typeface="Salesforce Sans"/>
              <a:ea typeface="Salesforce Sans"/>
              <a:cs typeface="Salesforce Sans"/>
              <a:sym typeface="Salesforce Sans"/>
            </a:endParaRPr>
          </a:p>
        </p:txBody>
      </p:sp>
      <p:sp>
        <p:nvSpPr>
          <p:cNvPr id="4991" name="Google Shape;4991;p169"/>
          <p:cNvSpPr/>
          <p:nvPr/>
        </p:nvSpPr>
        <p:spPr>
          <a:xfrm>
            <a:off x="9590884" y="545524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2" name="Google Shape;4992;p169"/>
          <p:cNvSpPr txBox="1"/>
          <p:nvPr/>
        </p:nvSpPr>
        <p:spPr>
          <a:xfrm>
            <a:off x="9761632" y="566906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Qualification &amp; Contracting </a:t>
            </a:r>
            <a:endParaRPr i="0" sz="800" u="none" cap="none" strike="noStrike">
              <a:latin typeface="Salesforce Sans"/>
              <a:ea typeface="Salesforce Sans"/>
              <a:cs typeface="Salesforce Sans"/>
              <a:sym typeface="Salesforce Sans"/>
            </a:endParaRPr>
          </a:p>
        </p:txBody>
      </p:sp>
      <p:sp>
        <p:nvSpPr>
          <p:cNvPr id="4993" name="Google Shape;4993;p169"/>
          <p:cNvSpPr/>
          <p:nvPr/>
        </p:nvSpPr>
        <p:spPr>
          <a:xfrm>
            <a:off x="9590884" y="56909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4" name="Google Shape;4994;p169"/>
          <p:cNvSpPr txBox="1"/>
          <p:nvPr/>
        </p:nvSpPr>
        <p:spPr>
          <a:xfrm>
            <a:off x="9761632" y="58266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And Negotiation </a:t>
            </a:r>
            <a:endParaRPr i="0" sz="800" u="none" cap="none" strike="noStrike">
              <a:latin typeface="Salesforce Sans"/>
              <a:ea typeface="Salesforce Sans"/>
              <a:cs typeface="Salesforce Sans"/>
              <a:sym typeface="Salesforce Sans"/>
            </a:endParaRPr>
          </a:p>
        </p:txBody>
      </p:sp>
      <p:sp>
        <p:nvSpPr>
          <p:cNvPr id="4995" name="Google Shape;4995;p169"/>
          <p:cNvSpPr/>
          <p:nvPr/>
        </p:nvSpPr>
        <p:spPr>
          <a:xfrm>
            <a:off x="9590884" y="584853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6" name="Google Shape;4996;p169"/>
          <p:cNvSpPr txBox="1"/>
          <p:nvPr/>
        </p:nvSpPr>
        <p:spPr>
          <a:xfrm>
            <a:off x="9761632" y="598614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Performance Monitoring </a:t>
            </a:r>
            <a:endParaRPr i="0" sz="800" u="none" cap="none" strike="noStrike">
              <a:latin typeface="Salesforce Sans"/>
              <a:ea typeface="Salesforce Sans"/>
              <a:cs typeface="Salesforce Sans"/>
              <a:sym typeface="Salesforce Sans"/>
            </a:endParaRPr>
          </a:p>
        </p:txBody>
      </p:sp>
      <p:sp>
        <p:nvSpPr>
          <p:cNvPr id="4997" name="Google Shape;4997;p169"/>
          <p:cNvSpPr/>
          <p:nvPr/>
        </p:nvSpPr>
        <p:spPr>
          <a:xfrm>
            <a:off x="9590884" y="600804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8" name="Google Shape;4998;p169"/>
          <p:cNvSpPr txBox="1"/>
          <p:nvPr/>
        </p:nvSpPr>
        <p:spPr>
          <a:xfrm>
            <a:off x="9761632" y="622235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And Warehouse Optimization </a:t>
            </a:r>
            <a:endParaRPr i="0" sz="800" u="none" cap="none" strike="noStrike">
              <a:latin typeface="Salesforce Sans"/>
              <a:ea typeface="Salesforce Sans"/>
              <a:cs typeface="Salesforce Sans"/>
              <a:sym typeface="Salesforce Sans"/>
            </a:endParaRPr>
          </a:p>
        </p:txBody>
      </p:sp>
      <p:sp>
        <p:nvSpPr>
          <p:cNvPr id="4999" name="Google Shape;4999;p169"/>
          <p:cNvSpPr/>
          <p:nvPr/>
        </p:nvSpPr>
        <p:spPr>
          <a:xfrm>
            <a:off x="9590884" y="624425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0" name="Google Shape;5000;p169"/>
          <p:cNvSpPr txBox="1"/>
          <p:nvPr/>
        </p:nvSpPr>
        <p:spPr>
          <a:xfrm>
            <a:off x="9761632" y="637650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Distribution Control </a:t>
            </a:r>
            <a:endParaRPr i="0" sz="800" u="none" cap="none" strike="noStrike">
              <a:latin typeface="Salesforce Sans"/>
              <a:ea typeface="Salesforce Sans"/>
              <a:cs typeface="Salesforce Sans"/>
              <a:sym typeface="Salesforce Sans"/>
            </a:endParaRPr>
          </a:p>
        </p:txBody>
      </p:sp>
      <p:sp>
        <p:nvSpPr>
          <p:cNvPr id="5001" name="Google Shape;5001;p169"/>
          <p:cNvSpPr/>
          <p:nvPr/>
        </p:nvSpPr>
        <p:spPr>
          <a:xfrm>
            <a:off x="9590884" y="639840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rPr baseline="30000" lang="en" sz="800">
                <a:solidFill>
                  <a:srgbClr val="002775"/>
                </a:solidFill>
                <a:latin typeface="Salesforce Sans"/>
                <a:ea typeface="Salesforce Sans"/>
                <a:cs typeface="Salesforce Sans"/>
                <a:sym typeface="Salesforce Sans"/>
              </a:rPr>
              <a:t> </a:t>
            </a:r>
            <a:endParaRPr baseline="30000" i="0" sz="800" u="none" cap="none" strike="noStrike">
              <a:solidFill>
                <a:srgbClr val="002775"/>
              </a:solidFill>
              <a:latin typeface="Salesforce Sans"/>
              <a:ea typeface="Salesforce Sans"/>
              <a:cs typeface="Salesforce Sans"/>
              <a:sym typeface="Salesforce Sans"/>
            </a:endParaRPr>
          </a:p>
        </p:txBody>
      </p:sp>
      <p:sp>
        <p:nvSpPr>
          <p:cNvPr id="5002" name="Google Shape;5002;p169"/>
          <p:cNvSpPr txBox="1"/>
          <p:nvPr/>
        </p:nvSpPr>
        <p:spPr>
          <a:xfrm>
            <a:off x="9761632" y="6531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Transportation Planning </a:t>
            </a:r>
            <a:endParaRPr i="0" sz="800" u="none" cap="none" strike="noStrike">
              <a:latin typeface="Salesforce Sans"/>
              <a:ea typeface="Salesforce Sans"/>
              <a:cs typeface="Salesforce Sans"/>
              <a:sym typeface="Salesforce Sans"/>
            </a:endParaRPr>
          </a:p>
        </p:txBody>
      </p:sp>
      <p:sp>
        <p:nvSpPr>
          <p:cNvPr id="5003" name="Google Shape;5003;p169"/>
          <p:cNvSpPr/>
          <p:nvPr/>
        </p:nvSpPr>
        <p:spPr>
          <a:xfrm>
            <a:off x="9590884" y="655389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4" name="Google Shape;5004;p169"/>
          <p:cNvSpPr txBox="1"/>
          <p:nvPr/>
        </p:nvSpPr>
        <p:spPr>
          <a:xfrm>
            <a:off x="9761632" y="668749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Returns And Reporting </a:t>
            </a:r>
            <a:endParaRPr i="0" sz="800" u="none" cap="none" strike="noStrike">
              <a:latin typeface="Salesforce Sans"/>
              <a:ea typeface="Salesforce Sans"/>
              <a:cs typeface="Salesforce Sans"/>
              <a:sym typeface="Salesforce Sans"/>
            </a:endParaRPr>
          </a:p>
        </p:txBody>
      </p:sp>
      <p:sp>
        <p:nvSpPr>
          <p:cNvPr id="5005" name="Google Shape;5005;p169"/>
          <p:cNvSpPr/>
          <p:nvPr/>
        </p:nvSpPr>
        <p:spPr>
          <a:xfrm>
            <a:off x="9590884" y="670939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6" name="Google Shape;5006;p169"/>
          <p:cNvSpPr txBox="1"/>
          <p:nvPr/>
        </p:nvSpPr>
        <p:spPr>
          <a:xfrm>
            <a:off x="9761632" y="69175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Pharmacy Inventory </a:t>
            </a:r>
            <a:endParaRPr i="0" sz="800" u="none" cap="none" strike="noStrike">
              <a:latin typeface="Salesforce Sans"/>
              <a:ea typeface="Salesforce Sans"/>
              <a:cs typeface="Salesforce Sans"/>
              <a:sym typeface="Salesforce Sans"/>
            </a:endParaRPr>
          </a:p>
        </p:txBody>
      </p:sp>
      <p:sp>
        <p:nvSpPr>
          <p:cNvPr id="5007" name="Google Shape;5007;p169"/>
          <p:cNvSpPr/>
          <p:nvPr/>
        </p:nvSpPr>
        <p:spPr>
          <a:xfrm>
            <a:off x="9590884" y="693949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8" name="Google Shape;5008;p169"/>
          <p:cNvSpPr txBox="1"/>
          <p:nvPr/>
        </p:nvSpPr>
        <p:spPr>
          <a:xfrm>
            <a:off x="9761632" y="707308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Blood Inventory </a:t>
            </a:r>
            <a:endParaRPr i="0" sz="800" u="none" cap="none" strike="noStrike">
              <a:latin typeface="Salesforce Sans"/>
              <a:ea typeface="Salesforce Sans"/>
              <a:cs typeface="Salesforce Sans"/>
              <a:sym typeface="Salesforce Sans"/>
            </a:endParaRPr>
          </a:p>
        </p:txBody>
      </p:sp>
      <p:sp>
        <p:nvSpPr>
          <p:cNvPr id="5009" name="Google Shape;5009;p169"/>
          <p:cNvSpPr/>
          <p:nvPr/>
        </p:nvSpPr>
        <p:spPr>
          <a:xfrm>
            <a:off x="9590884" y="70949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0" name="Google Shape;5010;p169"/>
          <p:cNvSpPr txBox="1"/>
          <p:nvPr/>
        </p:nvSpPr>
        <p:spPr>
          <a:xfrm>
            <a:off x="9761632" y="722857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Sterilization </a:t>
            </a:r>
            <a:endParaRPr i="0" sz="800" u="none" cap="none" strike="noStrike">
              <a:latin typeface="Salesforce Sans"/>
              <a:ea typeface="Salesforce Sans"/>
              <a:cs typeface="Salesforce Sans"/>
              <a:sym typeface="Salesforce Sans"/>
            </a:endParaRPr>
          </a:p>
        </p:txBody>
      </p:sp>
      <p:sp>
        <p:nvSpPr>
          <p:cNvPr id="5011" name="Google Shape;5011;p169"/>
          <p:cNvSpPr/>
          <p:nvPr/>
        </p:nvSpPr>
        <p:spPr>
          <a:xfrm>
            <a:off x="9590884" y="725047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2" name="Google Shape;5012;p169"/>
          <p:cNvSpPr txBox="1"/>
          <p:nvPr/>
        </p:nvSpPr>
        <p:spPr>
          <a:xfrm>
            <a:off x="9761632" y="738407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Waste Management </a:t>
            </a:r>
            <a:endParaRPr i="0" sz="800" u="none" cap="none" strike="noStrike">
              <a:latin typeface="Salesforce Sans"/>
              <a:ea typeface="Salesforce Sans"/>
              <a:cs typeface="Salesforce Sans"/>
              <a:sym typeface="Salesforce Sans"/>
            </a:endParaRPr>
          </a:p>
        </p:txBody>
      </p:sp>
      <p:sp>
        <p:nvSpPr>
          <p:cNvPr id="5013" name="Google Shape;5013;p169"/>
          <p:cNvSpPr/>
          <p:nvPr/>
        </p:nvSpPr>
        <p:spPr>
          <a:xfrm>
            <a:off x="9590884" y="740597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4" name="Google Shape;5014;p169"/>
          <p:cNvSpPr txBox="1"/>
          <p:nvPr/>
        </p:nvSpPr>
        <p:spPr>
          <a:xfrm>
            <a:off x="9761632" y="761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Acquisition </a:t>
            </a:r>
            <a:endParaRPr i="0" sz="800" u="none" cap="none" strike="noStrike">
              <a:latin typeface="Salesforce Sans"/>
              <a:ea typeface="Salesforce Sans"/>
              <a:cs typeface="Salesforce Sans"/>
              <a:sym typeface="Salesforce Sans"/>
            </a:endParaRPr>
          </a:p>
        </p:txBody>
      </p:sp>
      <p:sp>
        <p:nvSpPr>
          <p:cNvPr id="5015" name="Google Shape;5015;p169"/>
          <p:cNvSpPr/>
          <p:nvPr/>
        </p:nvSpPr>
        <p:spPr>
          <a:xfrm>
            <a:off x="9590884" y="763686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6" name="Google Shape;5016;p169"/>
          <p:cNvSpPr txBox="1"/>
          <p:nvPr/>
        </p:nvSpPr>
        <p:spPr>
          <a:xfrm>
            <a:off x="9761632" y="77701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Operations </a:t>
            </a:r>
            <a:endParaRPr i="0" sz="800" u="none" cap="none" strike="noStrike">
              <a:latin typeface="Salesforce Sans"/>
              <a:ea typeface="Salesforce Sans"/>
              <a:cs typeface="Salesforce Sans"/>
              <a:sym typeface="Salesforce Sans"/>
            </a:endParaRPr>
          </a:p>
        </p:txBody>
      </p:sp>
      <p:sp>
        <p:nvSpPr>
          <p:cNvPr id="5017" name="Google Shape;5017;p169"/>
          <p:cNvSpPr/>
          <p:nvPr/>
        </p:nvSpPr>
        <p:spPr>
          <a:xfrm>
            <a:off x="9590884" y="779208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8" name="Google Shape;5018;p169"/>
          <p:cNvSpPr txBox="1"/>
          <p:nvPr/>
        </p:nvSpPr>
        <p:spPr>
          <a:xfrm>
            <a:off x="9761632" y="800056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Workflow Digitization </a:t>
            </a:r>
            <a:endParaRPr i="0" sz="800" u="none" cap="none" strike="noStrike">
              <a:latin typeface="Salesforce Sans"/>
              <a:ea typeface="Salesforce Sans"/>
              <a:cs typeface="Salesforce Sans"/>
              <a:sym typeface="Salesforce Sans"/>
            </a:endParaRPr>
          </a:p>
        </p:txBody>
      </p:sp>
      <p:sp>
        <p:nvSpPr>
          <p:cNvPr id="5019" name="Google Shape;5019;p169"/>
          <p:cNvSpPr/>
          <p:nvPr/>
        </p:nvSpPr>
        <p:spPr>
          <a:xfrm>
            <a:off x="9590884" y="802246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0" name="Google Shape;5020;p169"/>
          <p:cNvSpPr txBox="1"/>
          <p:nvPr/>
        </p:nvSpPr>
        <p:spPr>
          <a:xfrm>
            <a:off x="9761632" y="816557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Sop And Record Management </a:t>
            </a:r>
            <a:endParaRPr i="0" sz="800" u="none" cap="none" strike="noStrike">
              <a:latin typeface="Salesforce Sans"/>
              <a:ea typeface="Salesforce Sans"/>
              <a:cs typeface="Salesforce Sans"/>
              <a:sym typeface="Salesforce Sans"/>
            </a:endParaRPr>
          </a:p>
        </p:txBody>
      </p:sp>
      <p:sp>
        <p:nvSpPr>
          <p:cNvPr id="5021" name="Google Shape;5021;p169"/>
          <p:cNvSpPr/>
          <p:nvPr/>
        </p:nvSpPr>
        <p:spPr>
          <a:xfrm>
            <a:off x="9590884" y="8187477"/>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2" name="Google Shape;5022;p169"/>
          <p:cNvSpPr txBox="1"/>
          <p:nvPr/>
        </p:nvSpPr>
        <p:spPr>
          <a:xfrm>
            <a:off x="9761632" y="85479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Planning </a:t>
            </a:r>
            <a:endParaRPr i="0" sz="800" u="none" cap="none" strike="noStrike">
              <a:latin typeface="Salesforce Sans"/>
              <a:ea typeface="Salesforce Sans"/>
              <a:cs typeface="Salesforce Sans"/>
              <a:sym typeface="Salesforce Sans"/>
            </a:endParaRPr>
          </a:p>
        </p:txBody>
      </p:sp>
      <p:sp>
        <p:nvSpPr>
          <p:cNvPr id="5023" name="Google Shape;5023;p169"/>
          <p:cNvSpPr/>
          <p:nvPr/>
        </p:nvSpPr>
        <p:spPr>
          <a:xfrm>
            <a:off x="9590884" y="856989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4" name="Google Shape;5024;p169"/>
          <p:cNvSpPr txBox="1"/>
          <p:nvPr/>
        </p:nvSpPr>
        <p:spPr>
          <a:xfrm>
            <a:off x="9761632" y="870348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People Measurement &amp; Reporting </a:t>
            </a:r>
            <a:endParaRPr i="0" sz="800" u="none" cap="none" strike="noStrike">
              <a:latin typeface="Salesforce Sans"/>
              <a:ea typeface="Salesforce Sans"/>
              <a:cs typeface="Salesforce Sans"/>
              <a:sym typeface="Salesforce Sans"/>
            </a:endParaRPr>
          </a:p>
        </p:txBody>
      </p:sp>
      <p:sp>
        <p:nvSpPr>
          <p:cNvPr id="5025" name="Google Shape;5025;p169"/>
          <p:cNvSpPr/>
          <p:nvPr/>
        </p:nvSpPr>
        <p:spPr>
          <a:xfrm>
            <a:off x="9590884" y="8725386"/>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6" name="Google Shape;5026;p169"/>
          <p:cNvSpPr txBox="1"/>
          <p:nvPr/>
        </p:nvSpPr>
        <p:spPr>
          <a:xfrm>
            <a:off x="9761632" y="893425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Strategy Development </a:t>
            </a:r>
            <a:endParaRPr i="0" sz="800" u="none" cap="none" strike="noStrike">
              <a:latin typeface="Salesforce Sans"/>
              <a:ea typeface="Salesforce Sans"/>
              <a:cs typeface="Salesforce Sans"/>
              <a:sym typeface="Salesforce Sans"/>
            </a:endParaRPr>
          </a:p>
        </p:txBody>
      </p:sp>
      <p:sp>
        <p:nvSpPr>
          <p:cNvPr id="5027" name="Google Shape;5027;p169"/>
          <p:cNvSpPr/>
          <p:nvPr/>
        </p:nvSpPr>
        <p:spPr>
          <a:xfrm>
            <a:off x="9590884" y="895615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8" name="Google Shape;5028;p169"/>
          <p:cNvSpPr txBox="1"/>
          <p:nvPr/>
        </p:nvSpPr>
        <p:spPr>
          <a:xfrm>
            <a:off x="9761632" y="909781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Outreach </a:t>
            </a:r>
            <a:endParaRPr i="0" sz="800" u="none" cap="none" strike="noStrike">
              <a:latin typeface="Salesforce Sans"/>
              <a:ea typeface="Salesforce Sans"/>
              <a:cs typeface="Salesforce Sans"/>
              <a:sym typeface="Salesforce Sans"/>
            </a:endParaRPr>
          </a:p>
        </p:txBody>
      </p:sp>
      <p:sp>
        <p:nvSpPr>
          <p:cNvPr id="5029" name="Google Shape;5029;p169"/>
          <p:cNvSpPr/>
          <p:nvPr/>
        </p:nvSpPr>
        <p:spPr>
          <a:xfrm>
            <a:off x="9590884" y="911971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0" name="Google Shape;5030;p169"/>
          <p:cNvSpPr txBox="1"/>
          <p:nvPr/>
        </p:nvSpPr>
        <p:spPr>
          <a:xfrm>
            <a:off x="9761632" y="926282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Coaching </a:t>
            </a:r>
            <a:endParaRPr i="0" sz="800" u="none" cap="none" strike="noStrike">
              <a:latin typeface="Salesforce Sans"/>
              <a:ea typeface="Salesforce Sans"/>
              <a:cs typeface="Salesforce Sans"/>
              <a:sym typeface="Salesforce Sans"/>
            </a:endParaRPr>
          </a:p>
        </p:txBody>
      </p:sp>
      <p:sp>
        <p:nvSpPr>
          <p:cNvPr id="5031" name="Google Shape;5031;p169"/>
          <p:cNvSpPr/>
          <p:nvPr/>
        </p:nvSpPr>
        <p:spPr>
          <a:xfrm>
            <a:off x="9590884" y="928472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2" name="Google Shape;5032;p169"/>
          <p:cNvSpPr txBox="1"/>
          <p:nvPr/>
        </p:nvSpPr>
        <p:spPr>
          <a:xfrm>
            <a:off x="9761632" y="942780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Onboarding </a:t>
            </a:r>
            <a:endParaRPr i="0" sz="800" u="none" cap="none" strike="noStrike">
              <a:latin typeface="Salesforce Sans"/>
              <a:ea typeface="Salesforce Sans"/>
              <a:cs typeface="Salesforce Sans"/>
              <a:sym typeface="Salesforce Sans"/>
            </a:endParaRPr>
          </a:p>
        </p:txBody>
      </p:sp>
      <p:sp>
        <p:nvSpPr>
          <p:cNvPr id="5033" name="Google Shape;5033;p169"/>
          <p:cNvSpPr/>
          <p:nvPr/>
        </p:nvSpPr>
        <p:spPr>
          <a:xfrm>
            <a:off x="9590884" y="94497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4" name="Google Shape;5034;p169"/>
          <p:cNvSpPr txBox="1"/>
          <p:nvPr/>
        </p:nvSpPr>
        <p:spPr>
          <a:xfrm>
            <a:off x="9761633" y="417428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Study Management &amp; Site Selection</a:t>
            </a:r>
            <a:endParaRPr i="0" sz="800" u="none" cap="none" strike="noStrike">
              <a:latin typeface="Salesforce Sans"/>
              <a:ea typeface="Salesforce Sans"/>
              <a:cs typeface="Salesforce Sans"/>
              <a:sym typeface="Salesforce Sans"/>
            </a:endParaRPr>
          </a:p>
        </p:txBody>
      </p:sp>
      <p:sp>
        <p:nvSpPr>
          <p:cNvPr id="5035" name="Google Shape;5035;p169"/>
          <p:cNvSpPr/>
          <p:nvPr/>
        </p:nvSpPr>
        <p:spPr>
          <a:xfrm>
            <a:off x="9590884" y="419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5036" name="Google Shape;5036;p169"/>
          <p:cNvGrpSpPr/>
          <p:nvPr/>
        </p:nvGrpSpPr>
        <p:grpSpPr>
          <a:xfrm>
            <a:off x="6692090" y="1921709"/>
            <a:ext cx="1322400" cy="449700"/>
            <a:chOff x="755165" y="1828821"/>
            <a:chExt cx="1322400" cy="449700"/>
          </a:xfrm>
        </p:grpSpPr>
        <p:sp>
          <p:nvSpPr>
            <p:cNvPr id="5037" name="Google Shape;5037;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38" name="Google Shape;5038;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Provider Relations</a:t>
              </a:r>
              <a:endParaRPr sz="900">
                <a:solidFill>
                  <a:srgbClr val="FFFFFF"/>
                </a:solidFill>
                <a:latin typeface="Avant Garde Demi SFDC"/>
                <a:ea typeface="Avant Garde Demi SFDC"/>
                <a:cs typeface="Avant Garde Demi SFDC"/>
                <a:sym typeface="Avant Garde Demi SFDC"/>
              </a:endParaRPr>
            </a:p>
          </p:txBody>
        </p:sp>
      </p:grpSp>
      <p:grpSp>
        <p:nvGrpSpPr>
          <p:cNvPr id="5039" name="Google Shape;5039;p169"/>
          <p:cNvGrpSpPr/>
          <p:nvPr/>
        </p:nvGrpSpPr>
        <p:grpSpPr>
          <a:xfrm>
            <a:off x="6692090" y="2878284"/>
            <a:ext cx="1322400" cy="449700"/>
            <a:chOff x="755165" y="1828821"/>
            <a:chExt cx="1322400" cy="449700"/>
          </a:xfrm>
        </p:grpSpPr>
        <p:sp>
          <p:nvSpPr>
            <p:cNvPr id="5040" name="Google Shape;5040;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41" name="Google Shape;5041;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Research</a:t>
              </a:r>
              <a:endParaRPr sz="900">
                <a:solidFill>
                  <a:srgbClr val="FFFFFF"/>
                </a:solidFill>
                <a:latin typeface="Avant Garde Demi SFDC"/>
                <a:ea typeface="Avant Garde Demi SFDC"/>
                <a:cs typeface="Avant Garde Demi SFDC"/>
                <a:sym typeface="Avant Garde Demi SFDC"/>
              </a:endParaRPr>
            </a:p>
          </p:txBody>
        </p:sp>
      </p:grpSp>
      <p:grpSp>
        <p:nvGrpSpPr>
          <p:cNvPr id="5042" name="Google Shape;5042;p169"/>
          <p:cNvGrpSpPr/>
          <p:nvPr/>
        </p:nvGrpSpPr>
        <p:grpSpPr>
          <a:xfrm>
            <a:off x="6692090" y="7639321"/>
            <a:ext cx="1322400" cy="449700"/>
            <a:chOff x="755165" y="1828821"/>
            <a:chExt cx="1322400" cy="449700"/>
          </a:xfrm>
        </p:grpSpPr>
        <p:sp>
          <p:nvSpPr>
            <p:cNvPr id="5043" name="Google Shape;5043;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44" name="Google Shape;5044;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045" name="Google Shape;5045;p169"/>
          <p:cNvSpPr txBox="1"/>
          <p:nvPr/>
        </p:nvSpPr>
        <p:spPr>
          <a:xfrm>
            <a:off x="9761633" y="4565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Statistical Analysis </a:t>
            </a:r>
            <a:endParaRPr i="0" sz="800" u="none" cap="none" strike="noStrike">
              <a:latin typeface="Salesforce Sans"/>
              <a:ea typeface="Salesforce Sans"/>
              <a:cs typeface="Salesforce Sans"/>
              <a:sym typeface="Salesforce Sans"/>
            </a:endParaRPr>
          </a:p>
        </p:txBody>
      </p:sp>
      <p:sp>
        <p:nvSpPr>
          <p:cNvPr id="5046" name="Google Shape;5046;p169"/>
          <p:cNvSpPr/>
          <p:nvPr/>
        </p:nvSpPr>
        <p:spPr>
          <a:xfrm>
            <a:off x="9590884" y="4593852"/>
            <a:ext cx="79200" cy="79200"/>
          </a:xfrm>
          <a:prstGeom prst="ellipse">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47" name="Google Shape;5047;p169"/>
          <p:cNvSpPr txBox="1"/>
          <p:nvPr/>
        </p:nvSpPr>
        <p:spPr>
          <a:xfrm>
            <a:off x="6808917"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048" name="Google Shape;5048;p169"/>
          <p:cNvSpPr txBox="1"/>
          <p:nvPr/>
        </p:nvSpPr>
        <p:spPr>
          <a:xfrm>
            <a:off x="8301793"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5049" name="Google Shape;5049;p169"/>
          <p:cNvSpPr txBox="1"/>
          <p:nvPr/>
        </p:nvSpPr>
        <p:spPr>
          <a:xfrm>
            <a:off x="9759805"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050" name="Google Shape;5050;p169"/>
          <p:cNvSpPr txBox="1"/>
          <p:nvPr/>
        </p:nvSpPr>
        <p:spPr>
          <a:xfrm>
            <a:off x="14884817" y="19139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Career Path Design </a:t>
            </a:r>
            <a:endParaRPr i="0" sz="800" u="none" cap="none" strike="noStrike">
              <a:latin typeface="Salesforce Sans"/>
              <a:ea typeface="Salesforce Sans"/>
              <a:cs typeface="Salesforce Sans"/>
              <a:sym typeface="Salesforce Sans"/>
            </a:endParaRPr>
          </a:p>
        </p:txBody>
      </p:sp>
      <p:sp>
        <p:nvSpPr>
          <p:cNvPr id="5051" name="Google Shape;5051;p169"/>
          <p:cNvSpPr txBox="1"/>
          <p:nvPr/>
        </p:nvSpPr>
        <p:spPr>
          <a:xfrm>
            <a:off x="14884817" y="292262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Compliance &amp; Labour Relations Monitoring </a:t>
            </a:r>
            <a:endParaRPr i="0" sz="800" u="none" cap="none" strike="noStrike">
              <a:latin typeface="Salesforce Sans"/>
              <a:ea typeface="Salesforce Sans"/>
              <a:cs typeface="Salesforce Sans"/>
              <a:sym typeface="Salesforce Sans"/>
            </a:endParaRPr>
          </a:p>
        </p:txBody>
      </p:sp>
      <p:sp>
        <p:nvSpPr>
          <p:cNvPr id="5052" name="Google Shape;5052;p169"/>
          <p:cNvSpPr txBox="1"/>
          <p:nvPr/>
        </p:nvSpPr>
        <p:spPr>
          <a:xfrm>
            <a:off x="14884817" y="37002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5053" name="Google Shape;5053;p169"/>
          <p:cNvSpPr txBox="1"/>
          <p:nvPr/>
        </p:nvSpPr>
        <p:spPr>
          <a:xfrm>
            <a:off x="14884817" y="38568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5054" name="Google Shape;5054;p169"/>
          <p:cNvSpPr txBox="1"/>
          <p:nvPr/>
        </p:nvSpPr>
        <p:spPr>
          <a:xfrm>
            <a:off x="14884817" y="401345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Access &amp; Security Policy Creation </a:t>
            </a:r>
            <a:endParaRPr i="0" sz="800" u="none" cap="none" strike="noStrike">
              <a:latin typeface="Salesforce Sans"/>
              <a:ea typeface="Salesforce Sans"/>
              <a:cs typeface="Salesforce Sans"/>
              <a:sym typeface="Salesforce Sans"/>
            </a:endParaRPr>
          </a:p>
        </p:txBody>
      </p:sp>
      <p:sp>
        <p:nvSpPr>
          <p:cNvPr id="5055" name="Google Shape;5055;p169"/>
          <p:cNvSpPr txBox="1"/>
          <p:nvPr/>
        </p:nvSpPr>
        <p:spPr>
          <a:xfrm>
            <a:off x="14884817" y="433738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Development </a:t>
            </a:r>
            <a:endParaRPr i="0" sz="800" u="none" cap="none" strike="noStrike">
              <a:latin typeface="Salesforce Sans"/>
              <a:ea typeface="Salesforce Sans"/>
              <a:cs typeface="Salesforce Sans"/>
              <a:sym typeface="Salesforce Sans"/>
            </a:endParaRPr>
          </a:p>
        </p:txBody>
      </p:sp>
      <p:sp>
        <p:nvSpPr>
          <p:cNvPr id="5056" name="Google Shape;5056;p169"/>
          <p:cNvSpPr txBox="1"/>
          <p:nvPr/>
        </p:nvSpPr>
        <p:spPr>
          <a:xfrm>
            <a:off x="14884817" y="451422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Testing </a:t>
            </a:r>
            <a:endParaRPr i="0" sz="800" u="none" cap="none" strike="noStrike">
              <a:latin typeface="Salesforce Sans"/>
              <a:ea typeface="Salesforce Sans"/>
              <a:cs typeface="Salesforce Sans"/>
              <a:sym typeface="Salesforce Sans"/>
            </a:endParaRPr>
          </a:p>
        </p:txBody>
      </p:sp>
      <p:sp>
        <p:nvSpPr>
          <p:cNvPr id="5057" name="Google Shape;5057;p169"/>
          <p:cNvSpPr txBox="1"/>
          <p:nvPr/>
        </p:nvSpPr>
        <p:spPr>
          <a:xfrm>
            <a:off x="14884817" y="69298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Transaction Monitoring </a:t>
            </a:r>
            <a:endParaRPr i="0" sz="800" u="none" cap="none" strike="noStrike">
              <a:latin typeface="Salesforce Sans"/>
              <a:ea typeface="Salesforce Sans"/>
              <a:cs typeface="Salesforce Sans"/>
              <a:sym typeface="Salesforce Sans"/>
            </a:endParaRPr>
          </a:p>
        </p:txBody>
      </p:sp>
      <p:sp>
        <p:nvSpPr>
          <p:cNvPr id="5058" name="Google Shape;5058;p169"/>
          <p:cNvSpPr txBox="1"/>
          <p:nvPr/>
        </p:nvSpPr>
        <p:spPr>
          <a:xfrm>
            <a:off x="14884817" y="762537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Cash &amp; Liquidity Management </a:t>
            </a:r>
            <a:endParaRPr i="0" sz="800" u="none" cap="none" strike="noStrike">
              <a:latin typeface="Salesforce Sans"/>
              <a:ea typeface="Salesforce Sans"/>
              <a:cs typeface="Salesforce Sans"/>
              <a:sym typeface="Salesforce Sans"/>
            </a:endParaRPr>
          </a:p>
        </p:txBody>
      </p:sp>
      <p:sp>
        <p:nvSpPr>
          <p:cNvPr id="5059" name="Google Shape;5059;p169"/>
          <p:cNvSpPr txBox="1"/>
          <p:nvPr/>
        </p:nvSpPr>
        <p:spPr>
          <a:xfrm>
            <a:off x="14884817" y="778078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Risk Management </a:t>
            </a:r>
            <a:endParaRPr i="0" sz="800" u="none" cap="none" strike="noStrike">
              <a:latin typeface="Salesforce Sans"/>
              <a:ea typeface="Salesforce Sans"/>
              <a:cs typeface="Salesforce Sans"/>
              <a:sym typeface="Salesforce Sans"/>
            </a:endParaRPr>
          </a:p>
        </p:txBody>
      </p:sp>
      <p:sp>
        <p:nvSpPr>
          <p:cNvPr id="5060" name="Google Shape;5060;p169"/>
          <p:cNvSpPr txBox="1"/>
          <p:nvPr/>
        </p:nvSpPr>
        <p:spPr>
          <a:xfrm>
            <a:off x="14884817" y="801001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Tax Filing </a:t>
            </a:r>
            <a:endParaRPr i="0" sz="800" u="none" cap="none" strike="noStrike">
              <a:latin typeface="Salesforce Sans"/>
              <a:ea typeface="Salesforce Sans"/>
              <a:cs typeface="Salesforce Sans"/>
              <a:sym typeface="Salesforce Sans"/>
            </a:endParaRPr>
          </a:p>
        </p:txBody>
      </p:sp>
      <p:sp>
        <p:nvSpPr>
          <p:cNvPr id="5061" name="Google Shape;5061;p169"/>
          <p:cNvSpPr txBox="1"/>
          <p:nvPr/>
        </p:nvSpPr>
        <p:spPr>
          <a:xfrm>
            <a:off x="14884817" y="81844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Regulatory Reporting </a:t>
            </a:r>
            <a:endParaRPr i="0" sz="800" u="none" cap="none" strike="noStrike">
              <a:latin typeface="Salesforce Sans"/>
              <a:ea typeface="Salesforce Sans"/>
              <a:cs typeface="Salesforce Sans"/>
              <a:sym typeface="Salesforce Sans"/>
            </a:endParaRPr>
          </a:p>
        </p:txBody>
      </p:sp>
      <p:sp>
        <p:nvSpPr>
          <p:cNvPr id="5062" name="Google Shape;5062;p169"/>
          <p:cNvSpPr txBox="1"/>
          <p:nvPr/>
        </p:nvSpPr>
        <p:spPr>
          <a:xfrm>
            <a:off x="14884817" y="857150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Presentation Creation </a:t>
            </a:r>
            <a:endParaRPr i="0" sz="800" u="none" cap="none" strike="noStrike">
              <a:latin typeface="Salesforce Sans"/>
              <a:ea typeface="Salesforce Sans"/>
              <a:cs typeface="Salesforce Sans"/>
              <a:sym typeface="Salesforce Sans"/>
            </a:endParaRPr>
          </a:p>
        </p:txBody>
      </p:sp>
      <p:sp>
        <p:nvSpPr>
          <p:cNvPr id="5063" name="Google Shape;5063;p169"/>
          <p:cNvSpPr txBox="1"/>
          <p:nvPr/>
        </p:nvSpPr>
        <p:spPr>
          <a:xfrm>
            <a:off x="14884817" y="887932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Registration </a:t>
            </a:r>
            <a:endParaRPr i="0" sz="800" u="none" cap="none" strike="noStrike">
              <a:latin typeface="Salesforce Sans"/>
              <a:ea typeface="Salesforce Sans"/>
              <a:cs typeface="Salesforce Sans"/>
              <a:sym typeface="Salesforce Sans"/>
            </a:endParaRPr>
          </a:p>
        </p:txBody>
      </p:sp>
      <p:sp>
        <p:nvSpPr>
          <p:cNvPr id="5064" name="Google Shape;5064;p169"/>
          <p:cNvSpPr txBox="1"/>
          <p:nvPr/>
        </p:nvSpPr>
        <p:spPr>
          <a:xfrm>
            <a:off x="14884825" y="9034721"/>
            <a:ext cx="307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Enforcement </a:t>
            </a:r>
            <a:endParaRPr i="0" sz="800" u="none" cap="none" strike="noStrike">
              <a:latin typeface="Salesforce Sans"/>
              <a:ea typeface="Salesforce Sans"/>
              <a:cs typeface="Salesforce Sans"/>
              <a:sym typeface="Salesforce Sans"/>
            </a:endParaRPr>
          </a:p>
        </p:txBody>
      </p:sp>
      <p:sp>
        <p:nvSpPr>
          <p:cNvPr id="5065" name="Google Shape;5065;p169"/>
          <p:cNvSpPr/>
          <p:nvPr/>
        </p:nvSpPr>
        <p:spPr>
          <a:xfrm>
            <a:off x="13420704" y="1891938"/>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Management &amp; Development</a:t>
            </a:r>
            <a:endParaRPr b="1" i="0" sz="900" u="none" cap="none" strike="noStrike">
              <a:solidFill>
                <a:srgbClr val="066AFE"/>
              </a:solidFill>
              <a:latin typeface="Salesforce Sans"/>
              <a:ea typeface="Salesforce Sans"/>
              <a:cs typeface="Salesforce Sans"/>
              <a:sym typeface="Salesforce Sans"/>
            </a:endParaRPr>
          </a:p>
        </p:txBody>
      </p:sp>
      <p:sp>
        <p:nvSpPr>
          <p:cNvPr id="5066" name="Google Shape;5066;p169"/>
          <p:cNvSpPr/>
          <p:nvPr/>
        </p:nvSpPr>
        <p:spPr>
          <a:xfrm>
            <a:off x="13420704" y="2450155"/>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Operations</a:t>
            </a:r>
            <a:endParaRPr b="1" i="0" sz="900" u="none" cap="none" strike="noStrike">
              <a:solidFill>
                <a:srgbClr val="066AFE"/>
              </a:solidFill>
              <a:latin typeface="Salesforce Sans"/>
              <a:ea typeface="Salesforce Sans"/>
              <a:cs typeface="Salesforce Sans"/>
              <a:sym typeface="Salesforce Sans"/>
            </a:endParaRPr>
          </a:p>
        </p:txBody>
      </p:sp>
      <p:sp>
        <p:nvSpPr>
          <p:cNvPr id="5067" name="Google Shape;5067;p169"/>
          <p:cNvSpPr/>
          <p:nvPr/>
        </p:nvSpPr>
        <p:spPr>
          <a:xfrm>
            <a:off x="13420704" y="314929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5068" name="Google Shape;5068;p169"/>
          <p:cNvSpPr/>
          <p:nvPr/>
        </p:nvSpPr>
        <p:spPr>
          <a:xfrm>
            <a:off x="13420704" y="369785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Cyber</a:t>
            </a:r>
            <a:endParaRPr b="1" i="0" sz="900" u="none" cap="none" strike="noStrike">
              <a:solidFill>
                <a:srgbClr val="066AFE"/>
              </a:solidFill>
              <a:latin typeface="Salesforce Sans"/>
              <a:ea typeface="Salesforce Sans"/>
              <a:cs typeface="Salesforce Sans"/>
              <a:sym typeface="Salesforce Sans"/>
            </a:endParaRPr>
          </a:p>
        </p:txBody>
      </p:sp>
      <p:sp>
        <p:nvSpPr>
          <p:cNvPr id="5069" name="Google Shape;5069;p169"/>
          <p:cNvSpPr/>
          <p:nvPr/>
        </p:nvSpPr>
        <p:spPr>
          <a:xfrm>
            <a:off x="13420704" y="4175744"/>
            <a:ext cx="10218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5070" name="Google Shape;5070;p169"/>
          <p:cNvSpPr/>
          <p:nvPr/>
        </p:nvSpPr>
        <p:spPr>
          <a:xfrm>
            <a:off x="13420704" y="4743720"/>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Hospital Operations</a:t>
            </a:r>
            <a:endParaRPr b="1" i="0" sz="900" u="none" cap="none" strike="noStrike">
              <a:solidFill>
                <a:srgbClr val="066AFE"/>
              </a:solidFill>
              <a:latin typeface="Salesforce Sans"/>
              <a:ea typeface="Salesforce Sans"/>
              <a:cs typeface="Salesforce Sans"/>
              <a:sym typeface="Salesforce Sans"/>
            </a:endParaRPr>
          </a:p>
        </p:txBody>
      </p:sp>
      <p:sp>
        <p:nvSpPr>
          <p:cNvPr id="5071" name="Google Shape;5071;p169"/>
          <p:cNvSpPr/>
          <p:nvPr/>
        </p:nvSpPr>
        <p:spPr>
          <a:xfrm>
            <a:off x="13420704" y="529734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072" name="Google Shape;5072;p169"/>
          <p:cNvSpPr/>
          <p:nvPr/>
        </p:nvSpPr>
        <p:spPr>
          <a:xfrm>
            <a:off x="13420704" y="584663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Revenue Cycle Management</a:t>
            </a:r>
            <a:endParaRPr b="1" i="0" sz="900" u="none" cap="none" strike="noStrike">
              <a:solidFill>
                <a:srgbClr val="066AFE"/>
              </a:solidFill>
              <a:latin typeface="Salesforce Sans"/>
              <a:ea typeface="Salesforce Sans"/>
              <a:cs typeface="Salesforce Sans"/>
              <a:sym typeface="Salesforce Sans"/>
            </a:endParaRPr>
          </a:p>
        </p:txBody>
      </p:sp>
      <p:sp>
        <p:nvSpPr>
          <p:cNvPr id="5073" name="Google Shape;5073;p169"/>
          <p:cNvSpPr/>
          <p:nvPr/>
        </p:nvSpPr>
        <p:spPr>
          <a:xfrm>
            <a:off x="13420704" y="6386911"/>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074" name="Google Shape;5074;p169"/>
          <p:cNvSpPr/>
          <p:nvPr/>
        </p:nvSpPr>
        <p:spPr>
          <a:xfrm>
            <a:off x="13420704" y="6925512"/>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Finance Operations</a:t>
            </a:r>
            <a:endParaRPr b="1" i="0" sz="900" u="none" cap="none" strike="noStrike">
              <a:solidFill>
                <a:srgbClr val="066AFE"/>
              </a:solidFill>
              <a:latin typeface="Salesforce Sans"/>
              <a:ea typeface="Salesforce Sans"/>
              <a:cs typeface="Salesforce Sans"/>
              <a:sym typeface="Salesforce Sans"/>
            </a:endParaRPr>
          </a:p>
        </p:txBody>
      </p:sp>
      <p:sp>
        <p:nvSpPr>
          <p:cNvPr id="5075" name="Google Shape;5075;p169"/>
          <p:cNvSpPr/>
          <p:nvPr/>
        </p:nvSpPr>
        <p:spPr>
          <a:xfrm>
            <a:off x="13420704" y="7619359"/>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Treasury</a:t>
            </a:r>
            <a:endParaRPr b="1" i="0" sz="900" u="none" cap="none" strike="noStrike">
              <a:solidFill>
                <a:srgbClr val="066AFE"/>
              </a:solidFill>
              <a:latin typeface="Salesforce Sans"/>
              <a:ea typeface="Salesforce Sans"/>
              <a:cs typeface="Salesforce Sans"/>
              <a:sym typeface="Salesforce Sans"/>
            </a:endParaRPr>
          </a:p>
        </p:txBody>
      </p:sp>
      <p:sp>
        <p:nvSpPr>
          <p:cNvPr id="5076" name="Google Shape;5076;p169"/>
          <p:cNvSpPr/>
          <p:nvPr/>
        </p:nvSpPr>
        <p:spPr>
          <a:xfrm>
            <a:off x="13420704" y="8006349"/>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Tax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Compliance</a:t>
            </a:r>
            <a:endParaRPr b="1" i="0" sz="900" u="none" cap="none" strike="noStrike">
              <a:solidFill>
                <a:srgbClr val="066AFE"/>
              </a:solidFill>
              <a:latin typeface="Salesforce Sans"/>
              <a:ea typeface="Salesforce Sans"/>
              <a:cs typeface="Salesforce Sans"/>
              <a:sym typeface="Salesforce Sans"/>
            </a:endParaRPr>
          </a:p>
        </p:txBody>
      </p:sp>
      <p:sp>
        <p:nvSpPr>
          <p:cNvPr id="5077" name="Google Shape;5077;p169"/>
          <p:cNvSpPr/>
          <p:nvPr/>
        </p:nvSpPr>
        <p:spPr>
          <a:xfrm>
            <a:off x="13420704" y="8429628"/>
            <a:ext cx="1092600" cy="246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Management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5078" name="Google Shape;5078;p169"/>
          <p:cNvSpPr/>
          <p:nvPr/>
        </p:nvSpPr>
        <p:spPr>
          <a:xfrm>
            <a:off x="13420704" y="8876755"/>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a:t>
            </a:r>
            <a:endParaRPr b="1" i="0" sz="900" u="none" cap="none" strike="noStrike">
              <a:solidFill>
                <a:srgbClr val="066AFE"/>
              </a:solidFill>
              <a:latin typeface="Salesforce Sans"/>
              <a:ea typeface="Salesforce Sans"/>
              <a:cs typeface="Salesforce Sans"/>
              <a:sym typeface="Salesforce Sans"/>
            </a:endParaRPr>
          </a:p>
        </p:txBody>
      </p:sp>
      <p:sp>
        <p:nvSpPr>
          <p:cNvPr id="5079" name="Google Shape;5079;p169"/>
          <p:cNvSpPr txBox="1"/>
          <p:nvPr/>
        </p:nvSpPr>
        <p:spPr>
          <a:xfrm>
            <a:off x="14884817" y="206935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Content Design &amp; Delivery </a:t>
            </a:r>
            <a:endParaRPr i="0" sz="800" u="none" cap="none" strike="noStrike">
              <a:latin typeface="Salesforce Sans"/>
              <a:ea typeface="Salesforce Sans"/>
              <a:cs typeface="Salesforce Sans"/>
              <a:sym typeface="Salesforce Sans"/>
            </a:endParaRPr>
          </a:p>
        </p:txBody>
      </p:sp>
      <p:sp>
        <p:nvSpPr>
          <p:cNvPr id="5080" name="Google Shape;5080;p169"/>
          <p:cNvSpPr/>
          <p:nvPr/>
        </p:nvSpPr>
        <p:spPr>
          <a:xfrm>
            <a:off x="14716218" y="20912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1" name="Google Shape;5081;p169"/>
          <p:cNvSpPr txBox="1"/>
          <p:nvPr/>
        </p:nvSpPr>
        <p:spPr>
          <a:xfrm>
            <a:off x="14884817" y="222476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5082" name="Google Shape;5082;p169"/>
          <p:cNvSpPr/>
          <p:nvPr/>
        </p:nvSpPr>
        <p:spPr>
          <a:xfrm>
            <a:off x="14716218" y="224666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3" name="Google Shape;5083;p169"/>
          <p:cNvSpPr txBox="1"/>
          <p:nvPr/>
        </p:nvSpPr>
        <p:spPr>
          <a:xfrm>
            <a:off x="14884817" y="24539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Compensation &amp; Benefit Creation &amp; Delivery </a:t>
            </a:r>
            <a:endParaRPr i="0" sz="800" u="none" cap="none" strike="noStrike">
              <a:latin typeface="Salesforce Sans"/>
              <a:ea typeface="Salesforce Sans"/>
              <a:cs typeface="Salesforce Sans"/>
              <a:sym typeface="Salesforce Sans"/>
            </a:endParaRPr>
          </a:p>
        </p:txBody>
      </p:sp>
      <p:sp>
        <p:nvSpPr>
          <p:cNvPr id="5084" name="Google Shape;5084;p169"/>
          <p:cNvSpPr/>
          <p:nvPr/>
        </p:nvSpPr>
        <p:spPr>
          <a:xfrm>
            <a:off x="14716218" y="247589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5" name="Google Shape;5085;p169"/>
          <p:cNvSpPr txBox="1"/>
          <p:nvPr/>
        </p:nvSpPr>
        <p:spPr>
          <a:xfrm>
            <a:off x="14884817" y="261179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Experience &amp; Health Monitoring </a:t>
            </a:r>
            <a:endParaRPr i="0" sz="800" u="none" cap="none" strike="noStrike">
              <a:latin typeface="Salesforce Sans"/>
              <a:ea typeface="Salesforce Sans"/>
              <a:cs typeface="Salesforce Sans"/>
              <a:sym typeface="Salesforce Sans"/>
            </a:endParaRPr>
          </a:p>
        </p:txBody>
      </p:sp>
      <p:sp>
        <p:nvSpPr>
          <p:cNvPr id="5086" name="Google Shape;5086;p169"/>
          <p:cNvSpPr/>
          <p:nvPr/>
        </p:nvSpPr>
        <p:spPr>
          <a:xfrm>
            <a:off x="14716218" y="2633692"/>
            <a:ext cx="79200" cy="79200"/>
          </a:xfrm>
          <a:prstGeom prst="ellipse">
            <a:avLst/>
          </a:prstGeom>
          <a:solidFill>
            <a:srgbClr val="D17D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7" name="Google Shape;5087;p169"/>
          <p:cNvSpPr txBox="1"/>
          <p:nvPr/>
        </p:nvSpPr>
        <p:spPr>
          <a:xfrm>
            <a:off x="14884817" y="276720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Payroll &amp; Vacation Monitoring </a:t>
            </a:r>
            <a:endParaRPr i="0" sz="800" u="none" cap="none" strike="noStrike">
              <a:latin typeface="Salesforce Sans"/>
              <a:ea typeface="Salesforce Sans"/>
              <a:cs typeface="Salesforce Sans"/>
              <a:sym typeface="Salesforce Sans"/>
            </a:endParaRPr>
          </a:p>
        </p:txBody>
      </p:sp>
      <p:sp>
        <p:nvSpPr>
          <p:cNvPr id="5088" name="Google Shape;5088;p169"/>
          <p:cNvSpPr/>
          <p:nvPr/>
        </p:nvSpPr>
        <p:spPr>
          <a:xfrm>
            <a:off x="14716218" y="27891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9" name="Google Shape;5089;p169"/>
          <p:cNvSpPr txBox="1"/>
          <p:nvPr/>
        </p:nvSpPr>
        <p:spPr>
          <a:xfrm>
            <a:off x="14884817" y="31530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Ticket Intake </a:t>
            </a:r>
            <a:endParaRPr i="0" sz="800" u="none" cap="none" strike="noStrike">
              <a:latin typeface="Salesforce Sans"/>
              <a:ea typeface="Salesforce Sans"/>
              <a:cs typeface="Salesforce Sans"/>
              <a:sym typeface="Salesforce Sans"/>
            </a:endParaRPr>
          </a:p>
        </p:txBody>
      </p:sp>
      <p:sp>
        <p:nvSpPr>
          <p:cNvPr id="5090" name="Google Shape;5090;p169"/>
          <p:cNvSpPr/>
          <p:nvPr/>
        </p:nvSpPr>
        <p:spPr>
          <a:xfrm>
            <a:off x="14716218" y="31749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1" name="Google Shape;5091;p169"/>
          <p:cNvSpPr txBox="1"/>
          <p:nvPr/>
        </p:nvSpPr>
        <p:spPr>
          <a:xfrm>
            <a:off x="14884817" y="33096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Resolution &amp; Troubleshooting </a:t>
            </a:r>
            <a:endParaRPr i="0" sz="800" u="none" cap="none" strike="noStrike">
              <a:latin typeface="Salesforce Sans"/>
              <a:ea typeface="Salesforce Sans"/>
              <a:cs typeface="Salesforce Sans"/>
              <a:sym typeface="Salesforce Sans"/>
            </a:endParaRPr>
          </a:p>
        </p:txBody>
      </p:sp>
      <p:sp>
        <p:nvSpPr>
          <p:cNvPr id="5092" name="Google Shape;5092;p169"/>
          <p:cNvSpPr/>
          <p:nvPr/>
        </p:nvSpPr>
        <p:spPr>
          <a:xfrm>
            <a:off x="14716218" y="33315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3" name="Google Shape;5093;p169"/>
          <p:cNvSpPr txBox="1"/>
          <p:nvPr/>
        </p:nvSpPr>
        <p:spPr>
          <a:xfrm>
            <a:off x="14884817" y="418196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&amp; Infra Lifecycle Management </a:t>
            </a:r>
            <a:endParaRPr i="0" sz="800" u="none" cap="none" strike="noStrike">
              <a:latin typeface="Salesforce Sans"/>
              <a:ea typeface="Salesforce Sans"/>
              <a:cs typeface="Salesforce Sans"/>
              <a:sym typeface="Salesforce Sans"/>
            </a:endParaRPr>
          </a:p>
        </p:txBody>
      </p:sp>
      <p:sp>
        <p:nvSpPr>
          <p:cNvPr id="5094" name="Google Shape;5094;p169"/>
          <p:cNvSpPr/>
          <p:nvPr/>
        </p:nvSpPr>
        <p:spPr>
          <a:xfrm>
            <a:off x="14716218" y="420386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5" name="Google Shape;5095;p169"/>
          <p:cNvSpPr txBox="1"/>
          <p:nvPr/>
        </p:nvSpPr>
        <p:spPr>
          <a:xfrm>
            <a:off x="14884817" y="474584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Capacity Management </a:t>
            </a:r>
            <a:endParaRPr i="0" sz="800" u="none" cap="none" strike="noStrike">
              <a:latin typeface="Salesforce Sans"/>
              <a:ea typeface="Salesforce Sans"/>
              <a:cs typeface="Salesforce Sans"/>
              <a:sym typeface="Salesforce Sans"/>
            </a:endParaRPr>
          </a:p>
        </p:txBody>
      </p:sp>
      <p:sp>
        <p:nvSpPr>
          <p:cNvPr id="5096" name="Google Shape;5096;p169"/>
          <p:cNvSpPr/>
          <p:nvPr/>
        </p:nvSpPr>
        <p:spPr>
          <a:xfrm>
            <a:off x="14716218" y="476774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7" name="Google Shape;5097;p169"/>
          <p:cNvSpPr txBox="1"/>
          <p:nvPr/>
        </p:nvSpPr>
        <p:spPr>
          <a:xfrm>
            <a:off x="14884817" y="490363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Flow </a:t>
            </a:r>
            <a:endParaRPr i="0" sz="800" u="none" cap="none" strike="noStrike">
              <a:latin typeface="Salesforce Sans"/>
              <a:ea typeface="Salesforce Sans"/>
              <a:cs typeface="Salesforce Sans"/>
              <a:sym typeface="Salesforce Sans"/>
            </a:endParaRPr>
          </a:p>
        </p:txBody>
      </p:sp>
      <p:sp>
        <p:nvSpPr>
          <p:cNvPr id="5098" name="Google Shape;5098;p169"/>
          <p:cNvSpPr/>
          <p:nvPr/>
        </p:nvSpPr>
        <p:spPr>
          <a:xfrm>
            <a:off x="14716218" y="492553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9" name="Google Shape;5099;p169"/>
          <p:cNvSpPr txBox="1"/>
          <p:nvPr/>
        </p:nvSpPr>
        <p:spPr>
          <a:xfrm>
            <a:off x="14884817" y="505905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Lifecycle </a:t>
            </a:r>
            <a:endParaRPr i="0" sz="800" u="none" cap="none" strike="noStrike">
              <a:latin typeface="Salesforce Sans"/>
              <a:ea typeface="Salesforce Sans"/>
              <a:cs typeface="Salesforce Sans"/>
              <a:sym typeface="Salesforce Sans"/>
            </a:endParaRPr>
          </a:p>
        </p:txBody>
      </p:sp>
      <p:sp>
        <p:nvSpPr>
          <p:cNvPr id="5100" name="Google Shape;5100;p169"/>
          <p:cNvSpPr/>
          <p:nvPr/>
        </p:nvSpPr>
        <p:spPr>
          <a:xfrm>
            <a:off x="14716218" y="508095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1" name="Google Shape;5101;p169"/>
          <p:cNvSpPr txBox="1"/>
          <p:nvPr/>
        </p:nvSpPr>
        <p:spPr>
          <a:xfrm>
            <a:off x="14884817" y="528828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Demand Forecasting </a:t>
            </a:r>
            <a:endParaRPr i="0" sz="800" u="none" cap="none" strike="noStrike">
              <a:latin typeface="Salesforce Sans"/>
              <a:ea typeface="Salesforce Sans"/>
              <a:cs typeface="Salesforce Sans"/>
              <a:sym typeface="Salesforce Sans"/>
            </a:endParaRPr>
          </a:p>
        </p:txBody>
      </p:sp>
      <p:sp>
        <p:nvSpPr>
          <p:cNvPr id="5102" name="Google Shape;5102;p169"/>
          <p:cNvSpPr/>
          <p:nvPr/>
        </p:nvSpPr>
        <p:spPr>
          <a:xfrm>
            <a:off x="14716218" y="531018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3" name="Google Shape;5103;p169"/>
          <p:cNvSpPr txBox="1"/>
          <p:nvPr/>
        </p:nvSpPr>
        <p:spPr>
          <a:xfrm>
            <a:off x="14884817" y="54627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OR Optimization </a:t>
            </a:r>
            <a:endParaRPr i="0" sz="800" u="none" cap="none" strike="noStrike">
              <a:latin typeface="Salesforce Sans"/>
              <a:ea typeface="Salesforce Sans"/>
              <a:cs typeface="Salesforce Sans"/>
              <a:sym typeface="Salesforce Sans"/>
            </a:endParaRPr>
          </a:p>
        </p:txBody>
      </p:sp>
      <p:sp>
        <p:nvSpPr>
          <p:cNvPr id="5104" name="Google Shape;5104;p169"/>
          <p:cNvSpPr/>
          <p:nvPr/>
        </p:nvSpPr>
        <p:spPr>
          <a:xfrm>
            <a:off x="14716218" y="5484648"/>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5" name="Google Shape;5105;p169"/>
          <p:cNvSpPr txBox="1"/>
          <p:nvPr/>
        </p:nvSpPr>
        <p:spPr>
          <a:xfrm>
            <a:off x="14884817" y="561698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VBC Outcome Tracking </a:t>
            </a:r>
            <a:endParaRPr i="0" sz="800" u="none" cap="none" strike="noStrike">
              <a:latin typeface="Salesforce Sans"/>
              <a:ea typeface="Salesforce Sans"/>
              <a:cs typeface="Salesforce Sans"/>
              <a:sym typeface="Salesforce Sans"/>
            </a:endParaRPr>
          </a:p>
        </p:txBody>
      </p:sp>
      <p:sp>
        <p:nvSpPr>
          <p:cNvPr id="5106" name="Google Shape;5106;p169"/>
          <p:cNvSpPr/>
          <p:nvPr/>
        </p:nvSpPr>
        <p:spPr>
          <a:xfrm>
            <a:off x="14716218" y="56388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7" name="Google Shape;5107;p169"/>
          <p:cNvSpPr txBox="1"/>
          <p:nvPr/>
        </p:nvSpPr>
        <p:spPr>
          <a:xfrm>
            <a:off x="14884817" y="584739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Documentation &amp; Pre-Auth </a:t>
            </a:r>
            <a:endParaRPr i="0" sz="800" u="none" cap="none" strike="noStrike">
              <a:latin typeface="Salesforce Sans"/>
              <a:ea typeface="Salesforce Sans"/>
              <a:cs typeface="Salesforce Sans"/>
              <a:sym typeface="Salesforce Sans"/>
            </a:endParaRPr>
          </a:p>
        </p:txBody>
      </p:sp>
      <p:sp>
        <p:nvSpPr>
          <p:cNvPr id="5108" name="Google Shape;5108;p169"/>
          <p:cNvSpPr/>
          <p:nvPr/>
        </p:nvSpPr>
        <p:spPr>
          <a:xfrm>
            <a:off x="14716218" y="58692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9" name="Google Shape;5109;p169"/>
          <p:cNvSpPr txBox="1"/>
          <p:nvPr/>
        </p:nvSpPr>
        <p:spPr>
          <a:xfrm>
            <a:off x="14884817" y="600280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Claims Submission &amp; Billing </a:t>
            </a:r>
            <a:endParaRPr i="0" sz="800" u="none" cap="none" strike="noStrike">
              <a:latin typeface="Salesforce Sans"/>
              <a:ea typeface="Salesforce Sans"/>
              <a:cs typeface="Salesforce Sans"/>
              <a:sym typeface="Salesforce Sans"/>
            </a:endParaRPr>
          </a:p>
        </p:txBody>
      </p:sp>
      <p:sp>
        <p:nvSpPr>
          <p:cNvPr id="5110" name="Google Shape;5110;p169"/>
          <p:cNvSpPr/>
          <p:nvPr/>
        </p:nvSpPr>
        <p:spPr>
          <a:xfrm>
            <a:off x="14716218" y="602470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1" name="Google Shape;5111;p169"/>
          <p:cNvSpPr txBox="1"/>
          <p:nvPr/>
        </p:nvSpPr>
        <p:spPr>
          <a:xfrm>
            <a:off x="14884817" y="615822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Payment &amp; Follow-Up </a:t>
            </a:r>
            <a:endParaRPr i="0" sz="800" u="none" cap="none" strike="noStrike">
              <a:latin typeface="Salesforce Sans"/>
              <a:ea typeface="Salesforce Sans"/>
              <a:cs typeface="Salesforce Sans"/>
              <a:sym typeface="Salesforce Sans"/>
            </a:endParaRPr>
          </a:p>
        </p:txBody>
      </p:sp>
      <p:sp>
        <p:nvSpPr>
          <p:cNvPr id="5112" name="Google Shape;5112;p169"/>
          <p:cNvSpPr/>
          <p:nvPr/>
        </p:nvSpPr>
        <p:spPr>
          <a:xfrm>
            <a:off x="14716218" y="618012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3" name="Google Shape;5113;p169"/>
          <p:cNvSpPr txBox="1"/>
          <p:nvPr/>
        </p:nvSpPr>
        <p:spPr>
          <a:xfrm>
            <a:off x="14884817" y="63898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Long-Term &amp; Annual Budgeting </a:t>
            </a:r>
            <a:endParaRPr i="0" sz="800" u="none" cap="none" strike="noStrike">
              <a:latin typeface="Salesforce Sans"/>
              <a:ea typeface="Salesforce Sans"/>
              <a:cs typeface="Salesforce Sans"/>
              <a:sym typeface="Salesforce Sans"/>
            </a:endParaRPr>
          </a:p>
        </p:txBody>
      </p:sp>
      <p:sp>
        <p:nvSpPr>
          <p:cNvPr id="5114" name="Google Shape;5114;p169"/>
          <p:cNvSpPr/>
          <p:nvPr/>
        </p:nvSpPr>
        <p:spPr>
          <a:xfrm>
            <a:off x="14716218" y="641173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5" name="Google Shape;5115;p169"/>
          <p:cNvSpPr txBox="1"/>
          <p:nvPr/>
        </p:nvSpPr>
        <p:spPr>
          <a:xfrm>
            <a:off x="14884817" y="654286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Financial Forecasting &amp; Scenario Modeling </a:t>
            </a:r>
            <a:endParaRPr i="0" sz="800" u="none" cap="none" strike="noStrike">
              <a:latin typeface="Salesforce Sans"/>
              <a:ea typeface="Salesforce Sans"/>
              <a:cs typeface="Salesforce Sans"/>
              <a:sym typeface="Salesforce Sans"/>
            </a:endParaRPr>
          </a:p>
        </p:txBody>
      </p:sp>
      <p:sp>
        <p:nvSpPr>
          <p:cNvPr id="5116" name="Google Shape;5116;p169"/>
          <p:cNvSpPr/>
          <p:nvPr/>
        </p:nvSpPr>
        <p:spPr>
          <a:xfrm>
            <a:off x="14716218" y="656476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7" name="Google Shape;5117;p169"/>
          <p:cNvSpPr txBox="1"/>
          <p:nvPr/>
        </p:nvSpPr>
        <p:spPr>
          <a:xfrm>
            <a:off x="14884817" y="66982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&amp; KPI Monitoring </a:t>
            </a:r>
            <a:endParaRPr i="0" sz="800" u="none" cap="none" strike="noStrike">
              <a:latin typeface="Salesforce Sans"/>
              <a:ea typeface="Salesforce Sans"/>
              <a:cs typeface="Salesforce Sans"/>
              <a:sym typeface="Salesforce Sans"/>
            </a:endParaRPr>
          </a:p>
        </p:txBody>
      </p:sp>
      <p:sp>
        <p:nvSpPr>
          <p:cNvPr id="5118" name="Google Shape;5118;p169"/>
          <p:cNvSpPr/>
          <p:nvPr/>
        </p:nvSpPr>
        <p:spPr>
          <a:xfrm>
            <a:off x="14716218" y="67201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9" name="Google Shape;5119;p169"/>
          <p:cNvSpPr txBox="1"/>
          <p:nvPr/>
        </p:nvSpPr>
        <p:spPr>
          <a:xfrm>
            <a:off x="14884817" y="708531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Quote-To-Cash Management </a:t>
            </a:r>
            <a:endParaRPr i="0" sz="800" u="none" cap="none" strike="noStrike">
              <a:latin typeface="Salesforce Sans"/>
              <a:ea typeface="Salesforce Sans"/>
              <a:cs typeface="Salesforce Sans"/>
              <a:sym typeface="Salesforce Sans"/>
            </a:endParaRPr>
          </a:p>
        </p:txBody>
      </p:sp>
      <p:sp>
        <p:nvSpPr>
          <p:cNvPr id="5120" name="Google Shape;5120;p169"/>
          <p:cNvSpPr/>
          <p:nvPr/>
        </p:nvSpPr>
        <p:spPr>
          <a:xfrm>
            <a:off x="14716218" y="710721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1" name="Google Shape;5121;p169"/>
          <p:cNvSpPr txBox="1"/>
          <p:nvPr/>
        </p:nvSpPr>
        <p:spPr>
          <a:xfrm>
            <a:off x="14884817" y="72383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Procurement &amp; Vendor Management </a:t>
            </a:r>
            <a:endParaRPr i="0" sz="800" u="none" cap="none" strike="noStrike">
              <a:latin typeface="Salesforce Sans"/>
              <a:ea typeface="Salesforce Sans"/>
              <a:cs typeface="Salesforce Sans"/>
              <a:sym typeface="Salesforce Sans"/>
            </a:endParaRPr>
          </a:p>
        </p:txBody>
      </p:sp>
      <p:sp>
        <p:nvSpPr>
          <p:cNvPr id="5122" name="Google Shape;5122;p169"/>
          <p:cNvSpPr/>
          <p:nvPr/>
        </p:nvSpPr>
        <p:spPr>
          <a:xfrm>
            <a:off x="14716218" y="72602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3" name="Google Shape;5123;p169"/>
          <p:cNvSpPr txBox="1"/>
          <p:nvPr/>
        </p:nvSpPr>
        <p:spPr>
          <a:xfrm>
            <a:off x="14884817" y="739375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Accounting Reconciliation </a:t>
            </a:r>
            <a:endParaRPr i="0" sz="800" u="none" cap="none" strike="noStrike">
              <a:latin typeface="Salesforce Sans"/>
              <a:ea typeface="Salesforce Sans"/>
              <a:cs typeface="Salesforce Sans"/>
              <a:sym typeface="Salesforce Sans"/>
            </a:endParaRPr>
          </a:p>
        </p:txBody>
      </p:sp>
      <p:sp>
        <p:nvSpPr>
          <p:cNvPr id="5124" name="Google Shape;5124;p169"/>
          <p:cNvSpPr/>
          <p:nvPr/>
        </p:nvSpPr>
        <p:spPr>
          <a:xfrm>
            <a:off x="14716218" y="741565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5" name="Google Shape;5125;p169"/>
          <p:cNvSpPr txBox="1"/>
          <p:nvPr/>
        </p:nvSpPr>
        <p:spPr>
          <a:xfrm>
            <a:off x="14884817" y="841847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Analytics </a:t>
            </a:r>
            <a:endParaRPr i="0" sz="800" u="none" cap="none" strike="noStrike">
              <a:latin typeface="Salesforce Sans"/>
              <a:ea typeface="Salesforce Sans"/>
              <a:cs typeface="Salesforce Sans"/>
              <a:sym typeface="Salesforce Sans"/>
            </a:endParaRPr>
          </a:p>
        </p:txBody>
      </p:sp>
      <p:sp>
        <p:nvSpPr>
          <p:cNvPr id="5126" name="Google Shape;5126;p169"/>
          <p:cNvSpPr/>
          <p:nvPr/>
        </p:nvSpPr>
        <p:spPr>
          <a:xfrm>
            <a:off x="14716218" y="8440376"/>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7" name="Google Shape;5127;p169"/>
          <p:cNvSpPr txBox="1"/>
          <p:nvPr/>
        </p:nvSpPr>
        <p:spPr>
          <a:xfrm>
            <a:off x="14884817" y="34662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Knowledge Base Updat</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s &amp; Content Creation </a:t>
            </a:r>
            <a:endParaRPr i="0" sz="800" u="none" cap="none" strike="noStrike">
              <a:latin typeface="Salesforce Sans"/>
              <a:ea typeface="Salesforce Sans"/>
              <a:cs typeface="Salesforce Sans"/>
              <a:sym typeface="Salesforce Sans"/>
            </a:endParaRPr>
          </a:p>
        </p:txBody>
      </p:sp>
      <p:sp>
        <p:nvSpPr>
          <p:cNvPr id="5128" name="Google Shape;5128;p169"/>
          <p:cNvSpPr/>
          <p:nvPr/>
        </p:nvSpPr>
        <p:spPr>
          <a:xfrm>
            <a:off x="14716218" y="3488153"/>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5129" name="Google Shape;5129;p169"/>
          <p:cNvGrpSpPr/>
          <p:nvPr/>
        </p:nvGrpSpPr>
        <p:grpSpPr>
          <a:xfrm>
            <a:off x="11811002" y="1921709"/>
            <a:ext cx="1322400" cy="449700"/>
            <a:chOff x="755165" y="1828821"/>
            <a:chExt cx="1322400" cy="449700"/>
          </a:xfrm>
        </p:grpSpPr>
        <p:sp>
          <p:nvSpPr>
            <p:cNvPr id="5130" name="Google Shape;5130;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131" name="Google Shape;5131;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132" name="Google Shape;5132;p169"/>
          <p:cNvSpPr txBox="1"/>
          <p:nvPr/>
        </p:nvSpPr>
        <p:spPr>
          <a:xfrm>
            <a:off x="11927828"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133" name="Google Shape;5133;p169"/>
          <p:cNvSpPr txBox="1"/>
          <p:nvPr/>
        </p:nvSpPr>
        <p:spPr>
          <a:xfrm>
            <a:off x="13420704"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5134" name="Google Shape;5134;p169"/>
          <p:cNvSpPr txBox="1"/>
          <p:nvPr/>
        </p:nvSpPr>
        <p:spPr>
          <a:xfrm>
            <a:off x="14878717"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grpSp>
        <p:nvGrpSpPr>
          <p:cNvPr id="5135" name="Google Shape;5135;p169"/>
          <p:cNvGrpSpPr/>
          <p:nvPr/>
        </p:nvGrpSpPr>
        <p:grpSpPr>
          <a:xfrm>
            <a:off x="5987400" y="1143000"/>
            <a:ext cx="6313200" cy="312153"/>
            <a:chOff x="18111450" y="1344920"/>
            <a:chExt cx="6313200" cy="312153"/>
          </a:xfrm>
        </p:grpSpPr>
        <p:sp>
          <p:nvSpPr>
            <p:cNvPr id="5136" name="Google Shape;5136;p169"/>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137" name="Google Shape;5137;p169"/>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38" name="Google Shape;5138;p169"/>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139" name="Google Shape;5139;p169"/>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40" name="Google Shape;5140;p169"/>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41" name="Google Shape;5141;p169"/>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142" name="Google Shape;5142;p169"/>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143" name="Google Shape;5143;p169"/>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5144" name="Google Shape;5144;p169"/>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5145" name="Google Shape;5145;p169"/>
          <p:cNvSpPr/>
          <p:nvPr/>
        </p:nvSpPr>
        <p:spPr>
          <a:xfrm>
            <a:off x="3665465" y="7961774"/>
            <a:ext cx="79200" cy="79200"/>
          </a:xfrm>
          <a:prstGeom prst="ellipse">
            <a:avLst/>
          </a:prstGeom>
          <a:solidFill>
            <a:srgbClr val="DD7A01"/>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46" name="Google Shape;5146;p169"/>
          <p:cNvSpPr/>
          <p:nvPr/>
        </p:nvSpPr>
        <p:spPr>
          <a:xfrm>
            <a:off x="3669596" y="844732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47" name="Google Shape;5147;p169"/>
          <p:cNvSpPr/>
          <p:nvPr/>
        </p:nvSpPr>
        <p:spPr>
          <a:xfrm>
            <a:off x="3669494" y="78035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Banking" showMasterSp="0">
  <p:cSld name="TITLE_AND_BODY_5_1_1_1">
    <p:spTree>
      <p:nvGrpSpPr>
        <p:cNvPr id="5148" name="Shape 5148"/>
        <p:cNvGrpSpPr/>
        <p:nvPr/>
      </p:nvGrpSpPr>
      <p:grpSpPr>
        <a:xfrm>
          <a:off x="0" y="0"/>
          <a:ext cx="0" cy="0"/>
          <a:chOff x="0" y="0"/>
          <a:chExt cx="0" cy="0"/>
        </a:xfrm>
      </p:grpSpPr>
      <p:grpSp>
        <p:nvGrpSpPr>
          <p:cNvPr id="5149" name="Google Shape;5149;p170"/>
          <p:cNvGrpSpPr/>
          <p:nvPr/>
        </p:nvGrpSpPr>
        <p:grpSpPr>
          <a:xfrm>
            <a:off x="11456825" y="666750"/>
            <a:ext cx="6313200" cy="304786"/>
            <a:chOff x="18111450" y="1344920"/>
            <a:chExt cx="6313200" cy="312153"/>
          </a:xfrm>
        </p:grpSpPr>
        <p:sp>
          <p:nvSpPr>
            <p:cNvPr id="5150" name="Google Shape;5150;p170"/>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151" name="Google Shape;5151;p170"/>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2" name="Google Shape;5152;p170"/>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153" name="Google Shape;5153;p170"/>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4" name="Google Shape;5154;p170"/>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5" name="Google Shape;5155;p170"/>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156" name="Google Shape;5156;p170"/>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157" name="Google Shape;5157;p170"/>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5158" name="Google Shape;5158;p170"/>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5159" name="Google Shape;5159;p170"/>
          <p:cNvSpPr txBox="1"/>
          <p:nvPr/>
        </p:nvSpPr>
        <p:spPr>
          <a:xfrm>
            <a:off x="762000" y="381000"/>
            <a:ext cx="12679200" cy="90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100+ retail banking agentic workflows </a:t>
            </a:r>
            <a:endParaRPr sz="4500">
              <a:solidFill>
                <a:srgbClr val="002775"/>
              </a:solidFill>
              <a:latin typeface="Avant Garde Demi SFDC"/>
              <a:ea typeface="Avant Garde Demi SFDC"/>
              <a:cs typeface="Avant Garde Demi SFDC"/>
              <a:sym typeface="Avant Garde Demi SFDC"/>
            </a:endParaRPr>
          </a:p>
        </p:txBody>
      </p:sp>
      <p:sp>
        <p:nvSpPr>
          <p:cNvPr id="5160" name="Google Shape;5160;p170"/>
          <p:cNvSpPr txBox="1"/>
          <p:nvPr/>
        </p:nvSpPr>
        <p:spPr>
          <a:xfrm>
            <a:off x="13516378" y="9768675"/>
            <a:ext cx="4543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G&amp;A Agent can also be enabled by Agentforce Operations customizations</a:t>
            </a:r>
            <a:endParaRPr sz="800">
              <a:latin typeface="Salesforce Sans"/>
              <a:ea typeface="Salesforce Sans"/>
              <a:cs typeface="Salesforce Sans"/>
              <a:sym typeface="Salesforce Sans"/>
            </a:endParaRPr>
          </a:p>
        </p:txBody>
      </p:sp>
      <p:sp>
        <p:nvSpPr>
          <p:cNvPr id="5161" name="Google Shape;5161;p170"/>
          <p:cNvSpPr/>
          <p:nvPr/>
        </p:nvSpPr>
        <p:spPr>
          <a:xfrm>
            <a:off x="3054012" y="427401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2" name="Google Shape;5162;p170"/>
          <p:cNvSpPr/>
          <p:nvPr/>
        </p:nvSpPr>
        <p:spPr>
          <a:xfrm>
            <a:off x="3054012" y="672077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3" name="Google Shape;5163;p170"/>
          <p:cNvSpPr/>
          <p:nvPr/>
        </p:nvSpPr>
        <p:spPr>
          <a:xfrm>
            <a:off x="3054012" y="3492989"/>
            <a:ext cx="79200" cy="79200"/>
          </a:xfrm>
          <a:prstGeom prst="ellipse">
            <a:avLst/>
          </a:prstGeom>
          <a:solidFill>
            <a:srgbClr val="0B5CAB"/>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4" name="Google Shape;5164;p170"/>
          <p:cNvSpPr/>
          <p:nvPr/>
        </p:nvSpPr>
        <p:spPr>
          <a:xfrm>
            <a:off x="3054012" y="687705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5" name="Google Shape;5165;p170"/>
          <p:cNvSpPr/>
          <p:nvPr/>
        </p:nvSpPr>
        <p:spPr>
          <a:xfrm>
            <a:off x="3054012" y="71220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6" name="Google Shape;5166;p170"/>
          <p:cNvSpPr/>
          <p:nvPr/>
        </p:nvSpPr>
        <p:spPr>
          <a:xfrm>
            <a:off x="3054012" y="7416317"/>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7" name="Google Shape;5167;p170"/>
          <p:cNvSpPr/>
          <p:nvPr/>
        </p:nvSpPr>
        <p:spPr>
          <a:xfrm>
            <a:off x="3054012" y="612809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8" name="Google Shape;5168;p170"/>
          <p:cNvSpPr/>
          <p:nvPr/>
        </p:nvSpPr>
        <p:spPr>
          <a:xfrm>
            <a:off x="3054012" y="640820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9" name="Google Shape;5169;p170"/>
          <p:cNvSpPr/>
          <p:nvPr/>
        </p:nvSpPr>
        <p:spPr>
          <a:xfrm>
            <a:off x="3054012" y="656448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0" name="Google Shape;5170;p170"/>
          <p:cNvSpPr/>
          <p:nvPr/>
        </p:nvSpPr>
        <p:spPr>
          <a:xfrm>
            <a:off x="3054012" y="597499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1" name="Google Shape;5171;p170"/>
          <p:cNvSpPr/>
          <p:nvPr/>
        </p:nvSpPr>
        <p:spPr>
          <a:xfrm>
            <a:off x="3054012" y="581870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2" name="Google Shape;5172;p170"/>
          <p:cNvSpPr txBox="1"/>
          <p:nvPr/>
        </p:nvSpPr>
        <p:spPr>
          <a:xfrm>
            <a:off x="3209568" y="7811885"/>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Real-Time Market Position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Liquidity Capture</a:t>
            </a:r>
            <a:endParaRPr i="0" sz="800" u="none" cap="none" strike="noStrike">
              <a:latin typeface="Salesforce Sans"/>
              <a:ea typeface="Salesforce Sans"/>
              <a:cs typeface="Salesforce Sans"/>
              <a:sym typeface="Salesforce Sans"/>
            </a:endParaRPr>
          </a:p>
        </p:txBody>
      </p:sp>
      <p:sp>
        <p:nvSpPr>
          <p:cNvPr id="5173" name="Google Shape;5173;p170"/>
          <p:cNvSpPr/>
          <p:nvPr/>
        </p:nvSpPr>
        <p:spPr>
          <a:xfrm>
            <a:off x="3054012" y="16358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4" name="Google Shape;5174;p170"/>
          <p:cNvSpPr txBox="1"/>
          <p:nvPr/>
        </p:nvSpPr>
        <p:spPr>
          <a:xfrm>
            <a:off x="3209568" y="1602062"/>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5175" name="Google Shape;5175;p170"/>
          <p:cNvSpPr/>
          <p:nvPr/>
        </p:nvSpPr>
        <p:spPr>
          <a:xfrm>
            <a:off x="3054012" y="178952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6" name="Google Shape;5176;p170"/>
          <p:cNvSpPr txBox="1"/>
          <p:nvPr/>
        </p:nvSpPr>
        <p:spPr>
          <a:xfrm>
            <a:off x="3209568" y="1765071"/>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5177" name="Google Shape;5177;p170"/>
          <p:cNvSpPr/>
          <p:nvPr/>
        </p:nvSpPr>
        <p:spPr>
          <a:xfrm>
            <a:off x="3054012" y="194438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8" name="Google Shape;5178;p170"/>
          <p:cNvSpPr txBox="1"/>
          <p:nvPr/>
        </p:nvSpPr>
        <p:spPr>
          <a:xfrm>
            <a:off x="3209568" y="1919934"/>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5179" name="Google Shape;5179;p170"/>
          <p:cNvSpPr/>
          <p:nvPr/>
        </p:nvSpPr>
        <p:spPr>
          <a:xfrm>
            <a:off x="3054012" y="20992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0" name="Google Shape;5180;p170"/>
          <p:cNvSpPr txBox="1"/>
          <p:nvPr/>
        </p:nvSpPr>
        <p:spPr>
          <a:xfrm>
            <a:off x="3209568" y="207479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5181" name="Google Shape;5181;p170"/>
          <p:cNvSpPr/>
          <p:nvPr/>
        </p:nvSpPr>
        <p:spPr>
          <a:xfrm>
            <a:off x="3054012" y="22541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2" name="Google Shape;5182;p170"/>
          <p:cNvSpPr txBox="1"/>
          <p:nvPr/>
        </p:nvSpPr>
        <p:spPr>
          <a:xfrm>
            <a:off x="3209568" y="2229658"/>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5183" name="Google Shape;5183;p170"/>
          <p:cNvSpPr/>
          <p:nvPr/>
        </p:nvSpPr>
        <p:spPr>
          <a:xfrm>
            <a:off x="3054012" y="263966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4" name="Google Shape;5184;p170"/>
          <p:cNvSpPr txBox="1"/>
          <p:nvPr/>
        </p:nvSpPr>
        <p:spPr>
          <a:xfrm>
            <a:off x="3209568" y="2615213"/>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 </a:t>
            </a:r>
            <a:endParaRPr i="0" sz="800" u="none" cap="none" strike="noStrike">
              <a:latin typeface="Salesforce Sans"/>
              <a:ea typeface="Salesforce Sans"/>
              <a:cs typeface="Salesforce Sans"/>
              <a:sym typeface="Salesforce Sans"/>
            </a:endParaRPr>
          </a:p>
        </p:txBody>
      </p:sp>
      <p:sp>
        <p:nvSpPr>
          <p:cNvPr id="5185" name="Google Shape;5185;p170"/>
          <p:cNvSpPr/>
          <p:nvPr/>
        </p:nvSpPr>
        <p:spPr>
          <a:xfrm>
            <a:off x="3054012" y="27945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6" name="Google Shape;5186;p170"/>
          <p:cNvSpPr txBox="1"/>
          <p:nvPr/>
        </p:nvSpPr>
        <p:spPr>
          <a:xfrm>
            <a:off x="3209568" y="277007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 </a:t>
            </a:r>
            <a:endParaRPr i="0" sz="800" u="none" cap="none" strike="noStrike">
              <a:latin typeface="Salesforce Sans"/>
              <a:ea typeface="Salesforce Sans"/>
              <a:cs typeface="Salesforce Sans"/>
              <a:sym typeface="Salesforce Sans"/>
            </a:endParaRPr>
          </a:p>
        </p:txBody>
      </p:sp>
      <p:sp>
        <p:nvSpPr>
          <p:cNvPr id="5187" name="Google Shape;5187;p170"/>
          <p:cNvSpPr/>
          <p:nvPr/>
        </p:nvSpPr>
        <p:spPr>
          <a:xfrm>
            <a:off x="3054012" y="248665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8" name="Google Shape;5188;p170"/>
          <p:cNvSpPr txBox="1"/>
          <p:nvPr/>
        </p:nvSpPr>
        <p:spPr>
          <a:xfrm>
            <a:off x="3209568" y="246220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Qualification</a:t>
            </a:r>
            <a:endParaRPr i="0" sz="800" u="none" cap="none" strike="noStrike">
              <a:latin typeface="Salesforce Sans"/>
              <a:ea typeface="Salesforce Sans"/>
              <a:cs typeface="Salesforce Sans"/>
              <a:sym typeface="Salesforce Sans"/>
            </a:endParaRPr>
          </a:p>
        </p:txBody>
      </p:sp>
      <p:sp>
        <p:nvSpPr>
          <p:cNvPr id="5189" name="Google Shape;5189;p170"/>
          <p:cNvSpPr/>
          <p:nvPr/>
        </p:nvSpPr>
        <p:spPr>
          <a:xfrm>
            <a:off x="3054012" y="364825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0" name="Google Shape;5190;p170"/>
          <p:cNvSpPr txBox="1"/>
          <p:nvPr/>
        </p:nvSpPr>
        <p:spPr>
          <a:xfrm>
            <a:off x="3209568" y="3623808"/>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 </a:t>
            </a:r>
            <a:endParaRPr i="0" sz="800" u="none" cap="none" strike="noStrike">
              <a:latin typeface="Salesforce Sans"/>
              <a:ea typeface="Salesforce Sans"/>
              <a:cs typeface="Salesforce Sans"/>
              <a:sym typeface="Salesforce Sans"/>
            </a:endParaRPr>
          </a:p>
        </p:txBody>
      </p:sp>
      <p:sp>
        <p:nvSpPr>
          <p:cNvPr id="5191" name="Google Shape;5191;p170"/>
          <p:cNvSpPr/>
          <p:nvPr/>
        </p:nvSpPr>
        <p:spPr>
          <a:xfrm>
            <a:off x="3054012" y="33396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2" name="Google Shape;5192;p170"/>
          <p:cNvSpPr txBox="1"/>
          <p:nvPr/>
        </p:nvSpPr>
        <p:spPr>
          <a:xfrm>
            <a:off x="3209568" y="3315214"/>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5193" name="Google Shape;5193;p170"/>
          <p:cNvSpPr/>
          <p:nvPr/>
        </p:nvSpPr>
        <p:spPr>
          <a:xfrm>
            <a:off x="3054012" y="40418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4" name="Google Shape;5194;p170"/>
          <p:cNvSpPr txBox="1"/>
          <p:nvPr/>
        </p:nvSpPr>
        <p:spPr>
          <a:xfrm>
            <a:off x="3209568" y="401743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5195" name="Google Shape;5195;p170"/>
          <p:cNvSpPr/>
          <p:nvPr/>
        </p:nvSpPr>
        <p:spPr>
          <a:xfrm>
            <a:off x="3054012" y="3884642"/>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6" name="Google Shape;5196;p170"/>
          <p:cNvSpPr txBox="1"/>
          <p:nvPr/>
        </p:nvSpPr>
        <p:spPr>
          <a:xfrm>
            <a:off x="3209568" y="386019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Scoring</a:t>
            </a:r>
            <a:endParaRPr i="0" sz="800" u="none" cap="none" strike="noStrike">
              <a:latin typeface="Salesforce Sans"/>
              <a:ea typeface="Salesforce Sans"/>
              <a:cs typeface="Salesforce Sans"/>
              <a:sym typeface="Salesforce Sans"/>
            </a:endParaRPr>
          </a:p>
        </p:txBody>
      </p:sp>
      <p:sp>
        <p:nvSpPr>
          <p:cNvPr id="5197" name="Google Shape;5197;p170"/>
          <p:cNvSpPr txBox="1"/>
          <p:nvPr/>
        </p:nvSpPr>
        <p:spPr>
          <a:xfrm>
            <a:off x="3209568" y="4249563"/>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Skills And Knowledge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Gap Assessment</a:t>
            </a:r>
            <a:endParaRPr i="0" sz="800" u="none" cap="none" strike="noStrike">
              <a:latin typeface="Salesforce Sans"/>
              <a:ea typeface="Salesforce Sans"/>
              <a:cs typeface="Salesforce Sans"/>
              <a:sym typeface="Salesforce Sans"/>
            </a:endParaRPr>
          </a:p>
        </p:txBody>
      </p:sp>
      <p:sp>
        <p:nvSpPr>
          <p:cNvPr id="5198" name="Google Shape;5198;p170"/>
          <p:cNvSpPr/>
          <p:nvPr/>
        </p:nvSpPr>
        <p:spPr>
          <a:xfrm>
            <a:off x="3054012" y="558191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9" name="Google Shape;5199;p170"/>
          <p:cNvSpPr txBox="1"/>
          <p:nvPr/>
        </p:nvSpPr>
        <p:spPr>
          <a:xfrm>
            <a:off x="3209568" y="555746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Opening </a:t>
            </a:r>
            <a:endParaRPr i="0" sz="800" u="none" cap="none" strike="noStrike">
              <a:latin typeface="Salesforce Sans"/>
              <a:ea typeface="Salesforce Sans"/>
              <a:cs typeface="Salesforce Sans"/>
              <a:sym typeface="Salesforce Sans"/>
            </a:endParaRPr>
          </a:p>
        </p:txBody>
      </p:sp>
      <p:sp>
        <p:nvSpPr>
          <p:cNvPr id="5200" name="Google Shape;5200;p170"/>
          <p:cNvSpPr txBox="1"/>
          <p:nvPr/>
        </p:nvSpPr>
        <p:spPr>
          <a:xfrm>
            <a:off x="3209568" y="579331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Card Fraud Detection</a:t>
            </a:r>
            <a:endParaRPr i="0" sz="800" u="none" cap="none" strike="noStrike">
              <a:latin typeface="Salesforce Sans"/>
              <a:ea typeface="Salesforce Sans"/>
              <a:cs typeface="Salesforce Sans"/>
              <a:sym typeface="Salesforce Sans"/>
            </a:endParaRPr>
          </a:p>
        </p:txBody>
      </p:sp>
      <p:sp>
        <p:nvSpPr>
          <p:cNvPr id="5201" name="Google Shape;5201;p170"/>
          <p:cNvSpPr txBox="1"/>
          <p:nvPr/>
        </p:nvSpPr>
        <p:spPr>
          <a:xfrm>
            <a:off x="3209568" y="65429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Takeover Detection</a:t>
            </a:r>
            <a:endParaRPr i="0" sz="800" u="none" cap="none" strike="noStrike">
              <a:latin typeface="Salesforce Sans"/>
              <a:ea typeface="Salesforce Sans"/>
              <a:cs typeface="Salesforce Sans"/>
              <a:sym typeface="Salesforce Sans"/>
            </a:endParaRPr>
          </a:p>
        </p:txBody>
      </p:sp>
      <p:sp>
        <p:nvSpPr>
          <p:cNvPr id="5202" name="Google Shape;5202;p170"/>
          <p:cNvSpPr txBox="1"/>
          <p:nvPr/>
        </p:nvSpPr>
        <p:spPr>
          <a:xfrm>
            <a:off x="3209568" y="670018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Fraud Alert</a:t>
            </a:r>
            <a:endParaRPr i="0" sz="800" u="none" cap="none" strike="noStrike">
              <a:latin typeface="Salesforce Sans"/>
              <a:ea typeface="Salesforce Sans"/>
              <a:cs typeface="Salesforce Sans"/>
              <a:sym typeface="Salesforce Sans"/>
            </a:endParaRPr>
          </a:p>
        </p:txBody>
      </p:sp>
      <p:sp>
        <p:nvSpPr>
          <p:cNvPr id="5203" name="Google Shape;5203;p170"/>
          <p:cNvSpPr/>
          <p:nvPr/>
        </p:nvSpPr>
        <p:spPr>
          <a:xfrm>
            <a:off x="3054012" y="2949387"/>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4" name="Google Shape;5204;p170"/>
          <p:cNvSpPr txBox="1"/>
          <p:nvPr/>
        </p:nvSpPr>
        <p:spPr>
          <a:xfrm>
            <a:off x="3209568" y="292493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Meeting Live Response </a:t>
            </a:r>
            <a:endParaRPr i="0" sz="800" u="none" cap="none" strike="noStrike">
              <a:latin typeface="Salesforce Sans"/>
              <a:ea typeface="Salesforce Sans"/>
              <a:cs typeface="Salesforce Sans"/>
              <a:sym typeface="Salesforce Sans"/>
            </a:endParaRPr>
          </a:p>
        </p:txBody>
      </p:sp>
      <p:sp>
        <p:nvSpPr>
          <p:cNvPr id="5205" name="Google Shape;5205;p170"/>
          <p:cNvSpPr/>
          <p:nvPr/>
        </p:nvSpPr>
        <p:spPr>
          <a:xfrm>
            <a:off x="3054012" y="310587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6" name="Google Shape;5206;p170"/>
          <p:cNvSpPr txBox="1"/>
          <p:nvPr/>
        </p:nvSpPr>
        <p:spPr>
          <a:xfrm>
            <a:off x="3209568" y="308142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Follow-up</a:t>
            </a:r>
            <a:endParaRPr i="0" sz="800" u="none" cap="none" strike="noStrike">
              <a:latin typeface="Salesforce Sans"/>
              <a:ea typeface="Salesforce Sans"/>
              <a:cs typeface="Salesforce Sans"/>
              <a:sym typeface="Salesforce Sans"/>
            </a:endParaRPr>
          </a:p>
        </p:txBody>
      </p:sp>
      <p:sp>
        <p:nvSpPr>
          <p:cNvPr id="5207" name="Google Shape;5207;p170"/>
          <p:cNvSpPr txBox="1"/>
          <p:nvPr/>
        </p:nvSpPr>
        <p:spPr>
          <a:xfrm>
            <a:off x="3209568" y="34685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 </a:t>
            </a:r>
            <a:endParaRPr i="0" sz="800" u="none" cap="none" strike="noStrike">
              <a:latin typeface="Salesforce Sans"/>
              <a:ea typeface="Salesforce Sans"/>
              <a:cs typeface="Salesforce Sans"/>
              <a:sym typeface="Salesforce Sans"/>
            </a:endParaRPr>
          </a:p>
        </p:txBody>
      </p:sp>
      <p:sp>
        <p:nvSpPr>
          <p:cNvPr id="5208" name="Google Shape;5208;p170"/>
          <p:cNvSpPr/>
          <p:nvPr/>
        </p:nvSpPr>
        <p:spPr>
          <a:xfrm>
            <a:off x="3054012" y="455984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9" name="Google Shape;5209;p170"/>
          <p:cNvSpPr txBox="1"/>
          <p:nvPr/>
        </p:nvSpPr>
        <p:spPr>
          <a:xfrm>
            <a:off x="3209568" y="453539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5210" name="Google Shape;5210;p170"/>
          <p:cNvSpPr/>
          <p:nvPr/>
        </p:nvSpPr>
        <p:spPr>
          <a:xfrm>
            <a:off x="3054012" y="47170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1" name="Google Shape;5211;p170"/>
          <p:cNvSpPr txBox="1"/>
          <p:nvPr/>
        </p:nvSpPr>
        <p:spPr>
          <a:xfrm>
            <a:off x="3209568" y="46926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5212" name="Google Shape;5212;p170"/>
          <p:cNvSpPr/>
          <p:nvPr/>
        </p:nvSpPr>
        <p:spPr>
          <a:xfrm>
            <a:off x="3054012" y="495293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3" name="Google Shape;5213;p170"/>
          <p:cNvSpPr txBox="1"/>
          <p:nvPr/>
        </p:nvSpPr>
        <p:spPr>
          <a:xfrm>
            <a:off x="3209568" y="492848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14" name="Google Shape;5214;p170"/>
          <p:cNvSpPr/>
          <p:nvPr/>
        </p:nvSpPr>
        <p:spPr>
          <a:xfrm>
            <a:off x="3054012" y="511018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5" name="Google Shape;5215;p170"/>
          <p:cNvSpPr txBox="1"/>
          <p:nvPr/>
        </p:nvSpPr>
        <p:spPr>
          <a:xfrm>
            <a:off x="3209568" y="508573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Enrichment</a:t>
            </a:r>
            <a:endParaRPr i="0" sz="800" u="none" cap="none" strike="noStrike">
              <a:latin typeface="Salesforce Sans"/>
              <a:ea typeface="Salesforce Sans"/>
              <a:cs typeface="Salesforce Sans"/>
              <a:sym typeface="Salesforce Sans"/>
            </a:endParaRPr>
          </a:p>
        </p:txBody>
      </p:sp>
      <p:sp>
        <p:nvSpPr>
          <p:cNvPr id="5216" name="Google Shape;5216;p170"/>
          <p:cNvSpPr/>
          <p:nvPr/>
        </p:nvSpPr>
        <p:spPr>
          <a:xfrm>
            <a:off x="3054012" y="526425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7" name="Google Shape;5217;p170"/>
          <p:cNvSpPr txBox="1"/>
          <p:nvPr/>
        </p:nvSpPr>
        <p:spPr>
          <a:xfrm>
            <a:off x="3209568" y="5239801"/>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Screening</a:t>
            </a:r>
            <a:endParaRPr i="0" sz="800" u="none" cap="none" strike="noStrike">
              <a:latin typeface="Salesforce Sans"/>
              <a:ea typeface="Salesforce Sans"/>
              <a:cs typeface="Salesforce Sans"/>
              <a:sym typeface="Salesforce Sans"/>
            </a:endParaRPr>
          </a:p>
        </p:txBody>
      </p:sp>
      <p:sp>
        <p:nvSpPr>
          <p:cNvPr id="5218" name="Google Shape;5218;p170"/>
          <p:cNvSpPr/>
          <p:nvPr/>
        </p:nvSpPr>
        <p:spPr>
          <a:xfrm>
            <a:off x="3054012" y="542149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9" name="Google Shape;5219;p170"/>
          <p:cNvSpPr txBox="1"/>
          <p:nvPr/>
        </p:nvSpPr>
        <p:spPr>
          <a:xfrm>
            <a:off x="3209568" y="539704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KYC Memo </a:t>
            </a:r>
            <a:endParaRPr i="0" sz="800" u="none" cap="none" strike="noStrike">
              <a:latin typeface="Salesforce Sans"/>
              <a:ea typeface="Salesforce Sans"/>
              <a:cs typeface="Salesforce Sans"/>
              <a:sym typeface="Salesforce Sans"/>
            </a:endParaRPr>
          </a:p>
        </p:txBody>
      </p:sp>
      <p:sp>
        <p:nvSpPr>
          <p:cNvPr id="5220" name="Google Shape;5220;p170"/>
          <p:cNvSpPr txBox="1"/>
          <p:nvPr/>
        </p:nvSpPr>
        <p:spPr>
          <a:xfrm>
            <a:off x="3209568" y="595055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Application Fraud Detection</a:t>
            </a:r>
            <a:endParaRPr i="0" sz="800" u="none" cap="none" strike="noStrike">
              <a:latin typeface="Salesforce Sans"/>
              <a:ea typeface="Salesforce Sans"/>
              <a:cs typeface="Salesforce Sans"/>
              <a:sym typeface="Salesforce Sans"/>
            </a:endParaRPr>
          </a:p>
        </p:txBody>
      </p:sp>
      <p:sp>
        <p:nvSpPr>
          <p:cNvPr id="5221" name="Google Shape;5221;p170"/>
          <p:cNvSpPr txBox="1"/>
          <p:nvPr/>
        </p:nvSpPr>
        <p:spPr>
          <a:xfrm>
            <a:off x="3209568" y="638569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AML Detection</a:t>
            </a:r>
            <a:endParaRPr i="0" sz="800" u="none" cap="none" strike="noStrike">
              <a:latin typeface="Salesforce Sans"/>
              <a:ea typeface="Salesforce Sans"/>
              <a:cs typeface="Salesforce Sans"/>
              <a:sym typeface="Salesforce Sans"/>
            </a:endParaRPr>
          </a:p>
        </p:txBody>
      </p:sp>
      <p:sp>
        <p:nvSpPr>
          <p:cNvPr id="5222" name="Google Shape;5222;p170"/>
          <p:cNvSpPr txBox="1"/>
          <p:nvPr/>
        </p:nvSpPr>
        <p:spPr>
          <a:xfrm>
            <a:off x="3209568" y="6104627"/>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Behavioral / Biometric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Fraud Detection</a:t>
            </a:r>
            <a:endParaRPr i="0" sz="800" u="none" cap="none" strike="noStrike">
              <a:latin typeface="Salesforce Sans"/>
              <a:ea typeface="Salesforce Sans"/>
              <a:cs typeface="Salesforce Sans"/>
              <a:sym typeface="Salesforce Sans"/>
            </a:endParaRPr>
          </a:p>
        </p:txBody>
      </p:sp>
      <p:sp>
        <p:nvSpPr>
          <p:cNvPr id="5223" name="Google Shape;5223;p170"/>
          <p:cNvSpPr txBox="1"/>
          <p:nvPr/>
        </p:nvSpPr>
        <p:spPr>
          <a:xfrm>
            <a:off x="3209568" y="685742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Investigation</a:t>
            </a:r>
            <a:endParaRPr i="0" sz="800" u="none" cap="none" strike="noStrike">
              <a:latin typeface="Salesforce Sans"/>
              <a:ea typeface="Salesforce Sans"/>
              <a:cs typeface="Salesforce Sans"/>
              <a:sym typeface="Salesforce Sans"/>
            </a:endParaRPr>
          </a:p>
        </p:txBody>
      </p:sp>
      <p:sp>
        <p:nvSpPr>
          <p:cNvPr id="5224" name="Google Shape;5224;p170"/>
          <p:cNvSpPr txBox="1"/>
          <p:nvPr/>
        </p:nvSpPr>
        <p:spPr>
          <a:xfrm>
            <a:off x="3209568" y="737910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Interpretation</a:t>
            </a:r>
            <a:endParaRPr i="0" sz="800" u="none" cap="none" strike="noStrike">
              <a:latin typeface="Salesforce Sans"/>
              <a:ea typeface="Salesforce Sans"/>
              <a:cs typeface="Salesforce Sans"/>
              <a:sym typeface="Salesforce Sans"/>
            </a:endParaRPr>
          </a:p>
        </p:txBody>
      </p:sp>
      <p:sp>
        <p:nvSpPr>
          <p:cNvPr id="5225" name="Google Shape;5225;p170"/>
          <p:cNvSpPr/>
          <p:nvPr/>
        </p:nvSpPr>
        <p:spPr>
          <a:xfrm>
            <a:off x="3054012" y="759890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26" name="Google Shape;5226;p170"/>
          <p:cNvSpPr txBox="1"/>
          <p:nvPr/>
        </p:nvSpPr>
        <p:spPr>
          <a:xfrm>
            <a:off x="3209568" y="757445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Filing</a:t>
            </a:r>
            <a:endParaRPr i="0" sz="800" u="none" cap="none" strike="noStrike">
              <a:latin typeface="Salesforce Sans"/>
              <a:ea typeface="Salesforce Sans"/>
              <a:cs typeface="Salesforce Sans"/>
              <a:sym typeface="Salesforce Sans"/>
            </a:endParaRPr>
          </a:p>
        </p:txBody>
      </p:sp>
      <p:sp>
        <p:nvSpPr>
          <p:cNvPr id="5227" name="Google Shape;5227;p170"/>
          <p:cNvSpPr txBox="1"/>
          <p:nvPr/>
        </p:nvSpPr>
        <p:spPr>
          <a:xfrm>
            <a:off x="3209568" y="809454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Analysis And Stress Testing</a:t>
            </a:r>
            <a:endParaRPr i="0" sz="800" u="none" cap="none" strike="noStrike">
              <a:latin typeface="Salesforce Sans"/>
              <a:ea typeface="Salesforce Sans"/>
              <a:cs typeface="Salesforce Sans"/>
              <a:sym typeface="Salesforce Sans"/>
            </a:endParaRPr>
          </a:p>
        </p:txBody>
      </p:sp>
      <p:sp>
        <p:nvSpPr>
          <p:cNvPr id="5228" name="Google Shape;5228;p170"/>
          <p:cNvSpPr txBox="1"/>
          <p:nvPr/>
        </p:nvSpPr>
        <p:spPr>
          <a:xfrm>
            <a:off x="3209568" y="7093278"/>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management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Monitoring</a:t>
            </a:r>
            <a:endParaRPr i="0" sz="800" u="none" cap="none" strike="noStrike">
              <a:latin typeface="Salesforce Sans"/>
              <a:ea typeface="Salesforce Sans"/>
              <a:cs typeface="Salesforce Sans"/>
              <a:sym typeface="Salesforce Sans"/>
            </a:endParaRPr>
          </a:p>
        </p:txBody>
      </p:sp>
      <p:sp>
        <p:nvSpPr>
          <p:cNvPr id="5229" name="Google Shape;5229;p170"/>
          <p:cNvSpPr/>
          <p:nvPr/>
        </p:nvSpPr>
        <p:spPr>
          <a:xfrm>
            <a:off x="1789208" y="3861781"/>
            <a:ext cx="8466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Dynamic Deal Scoring</a:t>
            </a:r>
            <a:endParaRPr b="1" i="0" sz="900" u="none" cap="none" strike="noStrike">
              <a:solidFill>
                <a:srgbClr val="066AFE"/>
              </a:solidFill>
              <a:latin typeface="Salesforce Sans"/>
              <a:ea typeface="Salesforce Sans"/>
              <a:cs typeface="Salesforce Sans"/>
              <a:sym typeface="Salesforce Sans"/>
            </a:endParaRPr>
          </a:p>
        </p:txBody>
      </p:sp>
      <p:sp>
        <p:nvSpPr>
          <p:cNvPr id="5230" name="Google Shape;5230;p170"/>
          <p:cNvSpPr/>
          <p:nvPr/>
        </p:nvSpPr>
        <p:spPr>
          <a:xfrm>
            <a:off x="1789208" y="2466358"/>
            <a:ext cx="815400" cy="415200"/>
          </a:xfrm>
          <a:prstGeom prst="roundRect">
            <a:avLst>
              <a:gd fmla="val 0" name="adj"/>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Banking Relationship</a:t>
            </a:r>
            <a:endParaRPr b="1" i="0" sz="900" u="none" cap="none" strike="noStrike">
              <a:solidFill>
                <a:srgbClr val="066AFE"/>
              </a:solidFill>
              <a:latin typeface="Salesforce Sans"/>
              <a:ea typeface="Salesforce Sans"/>
              <a:cs typeface="Salesforce Sans"/>
              <a:sym typeface="Salesforce Sans"/>
            </a:endParaRPr>
          </a:p>
        </p:txBody>
      </p:sp>
      <p:sp>
        <p:nvSpPr>
          <p:cNvPr id="5231" name="Google Shape;5231;p170"/>
          <p:cNvSpPr/>
          <p:nvPr/>
        </p:nvSpPr>
        <p:spPr>
          <a:xfrm>
            <a:off x="1789219" y="3321250"/>
            <a:ext cx="11049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Engagement, Cross-Selling and Customer Retention</a:t>
            </a:r>
            <a:endParaRPr b="1" i="0" sz="900" u="none" cap="none" strike="noStrike">
              <a:solidFill>
                <a:srgbClr val="066AFE"/>
              </a:solidFill>
              <a:latin typeface="Salesforce Sans"/>
              <a:ea typeface="Salesforce Sans"/>
              <a:cs typeface="Salesforce Sans"/>
              <a:sym typeface="Salesforce Sans"/>
            </a:endParaRPr>
          </a:p>
        </p:txBody>
      </p:sp>
      <p:sp>
        <p:nvSpPr>
          <p:cNvPr id="5232" name="Google Shape;5232;p170"/>
          <p:cNvSpPr/>
          <p:nvPr/>
        </p:nvSpPr>
        <p:spPr>
          <a:xfrm>
            <a:off x="1789208" y="425244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Frontline Sales Coaching</a:t>
            </a:r>
            <a:endParaRPr b="1" i="0" sz="900" u="none" cap="none" strike="noStrike">
              <a:solidFill>
                <a:srgbClr val="066AFE"/>
              </a:solidFill>
              <a:latin typeface="Salesforce Sans"/>
              <a:ea typeface="Salesforce Sans"/>
              <a:cs typeface="Salesforce Sans"/>
              <a:sym typeface="Salesforce Sans"/>
            </a:endParaRPr>
          </a:p>
        </p:txBody>
      </p:sp>
      <p:sp>
        <p:nvSpPr>
          <p:cNvPr id="5233" name="Google Shape;5233;p170"/>
          <p:cNvSpPr/>
          <p:nvPr/>
        </p:nvSpPr>
        <p:spPr>
          <a:xfrm>
            <a:off x="1789208" y="4934067"/>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K</a:t>
            </a:r>
            <a:r>
              <a:rPr b="1" lang="en" sz="900">
                <a:solidFill>
                  <a:srgbClr val="066AFE"/>
                </a:solidFill>
                <a:latin typeface="Salesforce Sans"/>
                <a:ea typeface="Salesforce Sans"/>
                <a:cs typeface="Salesforce Sans"/>
                <a:sym typeface="Salesforce Sans"/>
              </a:rPr>
              <a:t>now Your Customer</a:t>
            </a:r>
            <a:endParaRPr b="1" i="0" sz="900" u="none" cap="none" strike="noStrike">
              <a:solidFill>
                <a:srgbClr val="066AFE"/>
              </a:solidFill>
              <a:latin typeface="Salesforce Sans"/>
              <a:ea typeface="Salesforce Sans"/>
              <a:cs typeface="Salesforce Sans"/>
              <a:sym typeface="Salesforce Sans"/>
            </a:endParaRPr>
          </a:p>
        </p:txBody>
      </p:sp>
      <p:sp>
        <p:nvSpPr>
          <p:cNvPr id="5234" name="Google Shape;5234;p170"/>
          <p:cNvSpPr/>
          <p:nvPr/>
        </p:nvSpPr>
        <p:spPr>
          <a:xfrm>
            <a:off x="1789208" y="5793127"/>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Fraud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5235" name="Google Shape;5235;p170"/>
          <p:cNvSpPr/>
          <p:nvPr/>
        </p:nvSpPr>
        <p:spPr>
          <a:xfrm>
            <a:off x="1789208" y="7093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Regulatory Reporting</a:t>
            </a:r>
            <a:endParaRPr b="1" i="0" sz="900" u="none" cap="none" strike="noStrike">
              <a:solidFill>
                <a:srgbClr val="066AFE"/>
              </a:solidFill>
              <a:latin typeface="Salesforce Sans"/>
              <a:ea typeface="Salesforce Sans"/>
              <a:cs typeface="Salesforce Sans"/>
              <a:sym typeface="Salesforce Sans"/>
            </a:endParaRPr>
          </a:p>
        </p:txBody>
      </p:sp>
      <p:sp>
        <p:nvSpPr>
          <p:cNvPr id="5236" name="Google Shape;5236;p170"/>
          <p:cNvSpPr/>
          <p:nvPr/>
        </p:nvSpPr>
        <p:spPr>
          <a:xfrm>
            <a:off x="1789208" y="7811894"/>
            <a:ext cx="8154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 &amp; Liquidity Risk Monitoring</a:t>
            </a:r>
            <a:endParaRPr b="1" i="0" sz="900" u="none" cap="none" strike="noStrike">
              <a:solidFill>
                <a:srgbClr val="066AFE"/>
              </a:solidFill>
              <a:latin typeface="Salesforce Sans"/>
              <a:ea typeface="Salesforce Sans"/>
              <a:cs typeface="Salesforce Sans"/>
              <a:sym typeface="Salesforce Sans"/>
            </a:endParaRPr>
          </a:p>
        </p:txBody>
      </p:sp>
      <p:sp>
        <p:nvSpPr>
          <p:cNvPr id="5237" name="Google Shape;5237;p170"/>
          <p:cNvSpPr txBox="1"/>
          <p:nvPr/>
        </p:nvSpPr>
        <p:spPr>
          <a:xfrm>
            <a:off x="3209568" y="82565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Limit Monitoring Management</a:t>
            </a:r>
            <a:endParaRPr i="0" sz="800" u="none" cap="none" strike="noStrike">
              <a:latin typeface="Salesforce Sans"/>
              <a:ea typeface="Salesforce Sans"/>
              <a:cs typeface="Salesforce Sans"/>
              <a:sym typeface="Salesforce Sans"/>
            </a:endParaRPr>
          </a:p>
        </p:txBody>
      </p:sp>
      <p:sp>
        <p:nvSpPr>
          <p:cNvPr id="5238" name="Google Shape;5238;p170"/>
          <p:cNvSpPr/>
          <p:nvPr/>
        </p:nvSpPr>
        <p:spPr>
          <a:xfrm>
            <a:off x="3054012" y="82809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39" name="Google Shape;5239;p170"/>
          <p:cNvSpPr txBox="1"/>
          <p:nvPr/>
        </p:nvSpPr>
        <p:spPr>
          <a:xfrm>
            <a:off x="431325"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240" name="Google Shape;5240;p170"/>
          <p:cNvSpPr txBox="1"/>
          <p:nvPr/>
        </p:nvSpPr>
        <p:spPr>
          <a:xfrm>
            <a:off x="1794423"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241" name="Google Shape;5241;p170"/>
          <p:cNvGrpSpPr/>
          <p:nvPr/>
        </p:nvGrpSpPr>
        <p:grpSpPr>
          <a:xfrm>
            <a:off x="316638" y="1635959"/>
            <a:ext cx="1322400" cy="449700"/>
            <a:chOff x="755165" y="1828821"/>
            <a:chExt cx="1322400" cy="449700"/>
          </a:xfrm>
        </p:grpSpPr>
        <p:sp>
          <p:nvSpPr>
            <p:cNvPr id="5242" name="Google Shape;524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243" name="Google Shape;524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 </a:t>
              </a:r>
              <a:endParaRPr sz="900">
                <a:solidFill>
                  <a:srgbClr val="FFFFFF"/>
                </a:solidFill>
                <a:latin typeface="Avant Garde Demi SFDC"/>
                <a:ea typeface="Avant Garde Demi SFDC"/>
                <a:cs typeface="Avant Garde Demi SFDC"/>
                <a:sym typeface="Avant Garde Demi SFDC"/>
              </a:endParaRPr>
            </a:p>
          </p:txBody>
        </p:sp>
      </p:grpSp>
      <p:sp>
        <p:nvSpPr>
          <p:cNvPr id="5244" name="Google Shape;5244;p170"/>
          <p:cNvSpPr txBox="1"/>
          <p:nvPr/>
        </p:nvSpPr>
        <p:spPr>
          <a:xfrm>
            <a:off x="3211954"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245" name="Google Shape;5245;p170"/>
          <p:cNvSpPr txBox="1"/>
          <p:nvPr/>
        </p:nvSpPr>
        <p:spPr>
          <a:xfrm>
            <a:off x="1789208"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Marketing Personalization</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246" name="Google Shape;5246;p170"/>
          <p:cNvGrpSpPr/>
          <p:nvPr/>
        </p:nvGrpSpPr>
        <p:grpSpPr>
          <a:xfrm>
            <a:off x="316638" y="4963046"/>
            <a:ext cx="1322400" cy="449700"/>
            <a:chOff x="755165" y="1828821"/>
            <a:chExt cx="1322400" cy="449700"/>
          </a:xfrm>
        </p:grpSpPr>
        <p:sp>
          <p:nvSpPr>
            <p:cNvPr id="5247" name="Google Shape;524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248" name="Google Shape;524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5249" name="Google Shape;5249;p170"/>
          <p:cNvSpPr/>
          <p:nvPr/>
        </p:nvSpPr>
        <p:spPr>
          <a:xfrm>
            <a:off x="7653242" y="460475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50" name="Google Shape;5250;p170"/>
          <p:cNvSpPr/>
          <p:nvPr/>
        </p:nvSpPr>
        <p:spPr>
          <a:xfrm>
            <a:off x="7653242" y="4296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1" name="Google Shape;5251;p170"/>
          <p:cNvSpPr txBox="1"/>
          <p:nvPr/>
        </p:nvSpPr>
        <p:spPr>
          <a:xfrm>
            <a:off x="7811494" y="192417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 Monitoring</a:t>
            </a:r>
            <a:endParaRPr i="0" sz="800" u="none" cap="none" strike="noStrike">
              <a:latin typeface="Salesforce Sans"/>
              <a:ea typeface="Salesforce Sans"/>
              <a:cs typeface="Salesforce Sans"/>
              <a:sym typeface="Salesforce Sans"/>
            </a:endParaRPr>
          </a:p>
        </p:txBody>
      </p:sp>
      <p:sp>
        <p:nvSpPr>
          <p:cNvPr id="5252" name="Google Shape;5252;p170"/>
          <p:cNvSpPr/>
          <p:nvPr/>
        </p:nvSpPr>
        <p:spPr>
          <a:xfrm>
            <a:off x="7653242" y="218274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3" name="Google Shape;5253;p170"/>
          <p:cNvSpPr txBox="1"/>
          <p:nvPr/>
        </p:nvSpPr>
        <p:spPr>
          <a:xfrm>
            <a:off x="7811494" y="215814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Customer Research</a:t>
            </a:r>
            <a:endParaRPr i="0" sz="800" u="none" cap="none" strike="noStrike">
              <a:latin typeface="Salesforce Sans"/>
              <a:ea typeface="Salesforce Sans"/>
              <a:cs typeface="Salesforce Sans"/>
              <a:sym typeface="Salesforce Sans"/>
            </a:endParaRPr>
          </a:p>
        </p:txBody>
      </p:sp>
      <p:sp>
        <p:nvSpPr>
          <p:cNvPr id="5254" name="Google Shape;5254;p170"/>
          <p:cNvSpPr/>
          <p:nvPr/>
        </p:nvSpPr>
        <p:spPr>
          <a:xfrm>
            <a:off x="7653242" y="234011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5" name="Google Shape;5255;p170"/>
          <p:cNvSpPr txBox="1"/>
          <p:nvPr/>
        </p:nvSpPr>
        <p:spPr>
          <a:xfrm>
            <a:off x="7811494" y="231551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Ideation</a:t>
            </a:r>
            <a:endParaRPr i="0" sz="800" u="none" cap="none" strike="noStrike">
              <a:latin typeface="Salesforce Sans"/>
              <a:ea typeface="Salesforce Sans"/>
              <a:cs typeface="Salesforce Sans"/>
              <a:sym typeface="Salesforce Sans"/>
            </a:endParaRPr>
          </a:p>
        </p:txBody>
      </p:sp>
      <p:sp>
        <p:nvSpPr>
          <p:cNvPr id="5256" name="Google Shape;5256;p170"/>
          <p:cNvSpPr/>
          <p:nvPr/>
        </p:nvSpPr>
        <p:spPr>
          <a:xfrm>
            <a:off x="7653242" y="2658030"/>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57" name="Google Shape;5257;p170"/>
          <p:cNvSpPr txBox="1"/>
          <p:nvPr/>
        </p:nvSpPr>
        <p:spPr>
          <a:xfrm>
            <a:off x="7811494" y="263343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Profitability Modeling</a:t>
            </a:r>
            <a:endParaRPr i="0" sz="800" u="none" cap="none" strike="noStrike">
              <a:latin typeface="Salesforce Sans"/>
              <a:ea typeface="Salesforce Sans"/>
              <a:cs typeface="Salesforce Sans"/>
              <a:sym typeface="Salesforce Sans"/>
            </a:endParaRPr>
          </a:p>
        </p:txBody>
      </p:sp>
      <p:sp>
        <p:nvSpPr>
          <p:cNvPr id="5258" name="Google Shape;5258;p170"/>
          <p:cNvSpPr txBox="1"/>
          <p:nvPr/>
        </p:nvSpPr>
        <p:spPr>
          <a:xfrm>
            <a:off x="7811494" y="286739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t>
            </a:r>
            <a:r>
              <a:rPr i="0" lang="en" sz="800" u="none" cap="none" strike="noStrike">
                <a:latin typeface="Salesforce Sans"/>
                <a:ea typeface="Salesforce Sans"/>
                <a:cs typeface="Salesforce Sans"/>
                <a:sym typeface="Salesforce Sans"/>
              </a:rPr>
              <a:t>eature Build</a:t>
            </a:r>
            <a:endParaRPr i="0" sz="800" u="none" cap="none" strike="noStrike">
              <a:latin typeface="Salesforce Sans"/>
              <a:ea typeface="Salesforce Sans"/>
              <a:cs typeface="Salesforce Sans"/>
              <a:sym typeface="Salesforce Sans"/>
            </a:endParaRPr>
          </a:p>
        </p:txBody>
      </p:sp>
      <p:sp>
        <p:nvSpPr>
          <p:cNvPr id="5259" name="Google Shape;5259;p170"/>
          <p:cNvSpPr/>
          <p:nvPr/>
        </p:nvSpPr>
        <p:spPr>
          <a:xfrm>
            <a:off x="7653242" y="304936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60" name="Google Shape;5260;p170"/>
          <p:cNvSpPr txBox="1"/>
          <p:nvPr/>
        </p:nvSpPr>
        <p:spPr>
          <a:xfrm>
            <a:off x="7811494" y="302476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&amp; Compliance Review</a:t>
            </a:r>
            <a:endParaRPr i="0" sz="800" u="none" cap="none" strike="noStrike">
              <a:latin typeface="Salesforce Sans"/>
              <a:ea typeface="Salesforce Sans"/>
              <a:cs typeface="Salesforce Sans"/>
              <a:sym typeface="Salesforce Sans"/>
            </a:endParaRPr>
          </a:p>
        </p:txBody>
      </p:sp>
      <p:sp>
        <p:nvSpPr>
          <p:cNvPr id="5261" name="Google Shape;5261;p170"/>
          <p:cNvSpPr/>
          <p:nvPr/>
        </p:nvSpPr>
        <p:spPr>
          <a:xfrm>
            <a:off x="7653242" y="250065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2" name="Google Shape;5262;p170"/>
          <p:cNvSpPr txBox="1"/>
          <p:nvPr/>
        </p:nvSpPr>
        <p:spPr>
          <a:xfrm>
            <a:off x="7811494" y="247605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Feature Definition</a:t>
            </a:r>
            <a:endParaRPr i="0" sz="800" u="none" cap="none" strike="noStrike">
              <a:latin typeface="Salesforce Sans"/>
              <a:ea typeface="Salesforce Sans"/>
              <a:cs typeface="Salesforce Sans"/>
              <a:sym typeface="Salesforce Sans"/>
            </a:endParaRPr>
          </a:p>
        </p:txBody>
      </p:sp>
      <p:sp>
        <p:nvSpPr>
          <p:cNvPr id="5263" name="Google Shape;5263;p170"/>
          <p:cNvSpPr/>
          <p:nvPr/>
        </p:nvSpPr>
        <p:spPr>
          <a:xfrm>
            <a:off x="7653242" y="445338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64" name="Google Shape;5264;p170"/>
          <p:cNvSpPr txBox="1"/>
          <p:nvPr/>
        </p:nvSpPr>
        <p:spPr>
          <a:xfrm>
            <a:off x="7811494" y="442878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Facility Letter</a:t>
            </a:r>
            <a:endParaRPr i="0" sz="800" u="none" cap="none" strike="noStrike">
              <a:latin typeface="Salesforce Sans"/>
              <a:ea typeface="Salesforce Sans"/>
              <a:cs typeface="Salesforce Sans"/>
              <a:sym typeface="Salesforce Sans"/>
            </a:endParaRPr>
          </a:p>
        </p:txBody>
      </p:sp>
      <p:sp>
        <p:nvSpPr>
          <p:cNvPr id="5265" name="Google Shape;5265;p170"/>
          <p:cNvSpPr/>
          <p:nvPr/>
        </p:nvSpPr>
        <p:spPr>
          <a:xfrm>
            <a:off x="7653242" y="414181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6" name="Google Shape;5266;p170"/>
          <p:cNvSpPr txBox="1"/>
          <p:nvPr/>
        </p:nvSpPr>
        <p:spPr>
          <a:xfrm>
            <a:off x="7811494" y="411721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67" name="Google Shape;5267;p170"/>
          <p:cNvSpPr txBox="1"/>
          <p:nvPr/>
        </p:nvSpPr>
        <p:spPr>
          <a:xfrm>
            <a:off x="7811494" y="458615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Collections &amp; Recovery </a:t>
            </a:r>
            <a:endParaRPr i="0" sz="800" u="none" cap="none" strike="noStrike">
              <a:latin typeface="Salesforce Sans"/>
              <a:ea typeface="Salesforce Sans"/>
              <a:cs typeface="Salesforce Sans"/>
              <a:sym typeface="Salesforce Sans"/>
            </a:endParaRPr>
          </a:p>
        </p:txBody>
      </p:sp>
      <p:sp>
        <p:nvSpPr>
          <p:cNvPr id="5268" name="Google Shape;5268;p170"/>
          <p:cNvSpPr/>
          <p:nvPr/>
        </p:nvSpPr>
        <p:spPr>
          <a:xfrm>
            <a:off x="7653242" y="4847896"/>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9" name="Google Shape;5269;p170"/>
          <p:cNvSpPr txBox="1"/>
          <p:nvPr/>
        </p:nvSpPr>
        <p:spPr>
          <a:xfrm>
            <a:off x="7811494" y="4823296"/>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70" name="Google Shape;5270;p170"/>
          <p:cNvSpPr/>
          <p:nvPr/>
        </p:nvSpPr>
        <p:spPr>
          <a:xfrm>
            <a:off x="7653242" y="500225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71" name="Google Shape;5271;p170"/>
          <p:cNvSpPr txBox="1"/>
          <p:nvPr/>
        </p:nvSpPr>
        <p:spPr>
          <a:xfrm>
            <a:off x="7811494" y="497765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Deposit Processing</a:t>
            </a:r>
            <a:endParaRPr i="0" sz="800" u="none" cap="none" strike="noStrike">
              <a:latin typeface="Salesforce Sans"/>
              <a:ea typeface="Salesforce Sans"/>
              <a:cs typeface="Salesforce Sans"/>
              <a:sym typeface="Salesforce Sans"/>
            </a:endParaRPr>
          </a:p>
        </p:txBody>
      </p:sp>
      <p:sp>
        <p:nvSpPr>
          <p:cNvPr id="5272" name="Google Shape;5272;p170"/>
          <p:cNvSpPr/>
          <p:nvPr/>
        </p:nvSpPr>
        <p:spPr>
          <a:xfrm>
            <a:off x="7653242" y="320356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73" name="Google Shape;5273;p170"/>
          <p:cNvSpPr txBox="1"/>
          <p:nvPr/>
        </p:nvSpPr>
        <p:spPr>
          <a:xfrm>
            <a:off x="7811494" y="317896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 Rate-Setting</a:t>
            </a:r>
            <a:endParaRPr i="0" sz="800" u="none" cap="none" strike="noStrike">
              <a:latin typeface="Salesforce Sans"/>
              <a:ea typeface="Salesforce Sans"/>
              <a:cs typeface="Salesforce Sans"/>
              <a:sym typeface="Salesforce Sans"/>
            </a:endParaRPr>
          </a:p>
        </p:txBody>
      </p:sp>
      <p:sp>
        <p:nvSpPr>
          <p:cNvPr id="5274" name="Google Shape;5274;p170"/>
          <p:cNvSpPr txBox="1"/>
          <p:nvPr/>
        </p:nvSpPr>
        <p:spPr>
          <a:xfrm>
            <a:off x="7811494" y="42714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Credit Memo</a:t>
            </a:r>
            <a:endParaRPr i="0" sz="800" u="none" cap="none" strike="noStrike">
              <a:latin typeface="Salesforce Sans"/>
              <a:ea typeface="Salesforce Sans"/>
              <a:cs typeface="Salesforce Sans"/>
              <a:sym typeface="Salesforce Sans"/>
            </a:endParaRPr>
          </a:p>
        </p:txBody>
      </p:sp>
      <p:sp>
        <p:nvSpPr>
          <p:cNvPr id="5275" name="Google Shape;5275;p170"/>
          <p:cNvSpPr/>
          <p:nvPr/>
        </p:nvSpPr>
        <p:spPr>
          <a:xfrm>
            <a:off x="7653242" y="5622600"/>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76" name="Google Shape;5276;p170"/>
          <p:cNvSpPr txBox="1"/>
          <p:nvPr/>
        </p:nvSpPr>
        <p:spPr>
          <a:xfrm>
            <a:off x="7811494" y="565132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 Payment Matching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and Reconciliation</a:t>
            </a:r>
            <a:endParaRPr i="0" sz="800" u="none" cap="none" strike="noStrike">
              <a:latin typeface="Salesforce Sans"/>
              <a:ea typeface="Salesforce Sans"/>
              <a:cs typeface="Salesforce Sans"/>
              <a:sym typeface="Salesforce Sans"/>
            </a:endParaRPr>
          </a:p>
        </p:txBody>
      </p:sp>
      <p:sp>
        <p:nvSpPr>
          <p:cNvPr id="5277" name="Google Shape;5277;p170"/>
          <p:cNvSpPr/>
          <p:nvPr/>
        </p:nvSpPr>
        <p:spPr>
          <a:xfrm>
            <a:off x="7653242" y="589571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78" name="Google Shape;5278;p170"/>
          <p:cNvSpPr txBox="1"/>
          <p:nvPr/>
        </p:nvSpPr>
        <p:spPr>
          <a:xfrm>
            <a:off x="7811494" y="587111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Adjustment and Posting</a:t>
            </a:r>
            <a:endParaRPr i="0" sz="800" u="none" cap="none" strike="noStrike">
              <a:latin typeface="Salesforce Sans"/>
              <a:ea typeface="Salesforce Sans"/>
              <a:cs typeface="Salesforce Sans"/>
              <a:sym typeface="Salesforce Sans"/>
            </a:endParaRPr>
          </a:p>
        </p:txBody>
      </p:sp>
      <p:sp>
        <p:nvSpPr>
          <p:cNvPr id="5279" name="Google Shape;5279;p170"/>
          <p:cNvSpPr txBox="1"/>
          <p:nvPr/>
        </p:nvSpPr>
        <p:spPr>
          <a:xfrm>
            <a:off x="7811494" y="341293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Performance Visibility</a:t>
            </a:r>
            <a:endParaRPr i="0" sz="800" u="none" cap="none" strike="noStrike">
              <a:latin typeface="Salesforce Sans"/>
              <a:ea typeface="Salesforce Sans"/>
              <a:cs typeface="Salesforce Sans"/>
              <a:sym typeface="Salesforce Sans"/>
            </a:endParaRPr>
          </a:p>
        </p:txBody>
      </p:sp>
      <p:sp>
        <p:nvSpPr>
          <p:cNvPr id="5280" name="Google Shape;5280;p170"/>
          <p:cNvSpPr txBox="1"/>
          <p:nvPr/>
        </p:nvSpPr>
        <p:spPr>
          <a:xfrm>
            <a:off x="7811494" y="372767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Activation</a:t>
            </a:r>
            <a:endParaRPr i="0" sz="800" u="none" cap="none" strike="noStrike">
              <a:latin typeface="Salesforce Sans"/>
              <a:ea typeface="Salesforce Sans"/>
              <a:cs typeface="Salesforce Sans"/>
              <a:sym typeface="Salesforce Sans"/>
            </a:endParaRPr>
          </a:p>
        </p:txBody>
      </p:sp>
      <p:sp>
        <p:nvSpPr>
          <p:cNvPr id="5281" name="Google Shape;5281;p170"/>
          <p:cNvSpPr/>
          <p:nvPr/>
        </p:nvSpPr>
        <p:spPr>
          <a:xfrm>
            <a:off x="7653242" y="52356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82" name="Google Shape;5282;p170"/>
          <p:cNvSpPr txBox="1"/>
          <p:nvPr/>
        </p:nvSpPr>
        <p:spPr>
          <a:xfrm>
            <a:off x="7811494" y="52110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Payment Processing</a:t>
            </a:r>
            <a:endParaRPr i="0" sz="800" u="none" cap="none" strike="noStrike">
              <a:latin typeface="Salesforce Sans"/>
              <a:ea typeface="Salesforce Sans"/>
              <a:cs typeface="Salesforce Sans"/>
              <a:sym typeface="Salesforce Sans"/>
            </a:endParaRPr>
          </a:p>
        </p:txBody>
      </p:sp>
      <p:sp>
        <p:nvSpPr>
          <p:cNvPr id="5283" name="Google Shape;5283;p170"/>
          <p:cNvSpPr/>
          <p:nvPr/>
        </p:nvSpPr>
        <p:spPr>
          <a:xfrm>
            <a:off x="6401215" y="286739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Dev &amp; Build</a:t>
            </a:r>
            <a:endParaRPr b="1" i="0" sz="900" u="none" cap="none" strike="noStrike">
              <a:solidFill>
                <a:srgbClr val="066AFE"/>
              </a:solidFill>
              <a:latin typeface="Salesforce Sans"/>
              <a:ea typeface="Salesforce Sans"/>
              <a:cs typeface="Salesforce Sans"/>
              <a:sym typeface="Salesforce Sans"/>
            </a:endParaRPr>
          </a:p>
        </p:txBody>
      </p:sp>
      <p:sp>
        <p:nvSpPr>
          <p:cNvPr id="5284" name="Google Shape;5284;p170"/>
          <p:cNvSpPr/>
          <p:nvPr/>
        </p:nvSpPr>
        <p:spPr>
          <a:xfrm>
            <a:off x="6401215" y="2158141"/>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Value Prop Strategy &amp; Design</a:t>
            </a:r>
            <a:endParaRPr b="1" i="0" sz="900" u="none" cap="none" strike="noStrike">
              <a:solidFill>
                <a:srgbClr val="066AFE"/>
              </a:solidFill>
              <a:latin typeface="Salesforce Sans"/>
              <a:ea typeface="Salesforce Sans"/>
              <a:cs typeface="Salesforce Sans"/>
              <a:sym typeface="Salesforce Sans"/>
            </a:endParaRPr>
          </a:p>
        </p:txBody>
      </p:sp>
      <p:sp>
        <p:nvSpPr>
          <p:cNvPr id="5285" name="Google Shape;5285;p170"/>
          <p:cNvSpPr/>
          <p:nvPr/>
        </p:nvSpPr>
        <p:spPr>
          <a:xfrm>
            <a:off x="6401214" y="5594469"/>
            <a:ext cx="1116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Reconciliations</a:t>
            </a:r>
            <a:endParaRPr b="1" i="0" sz="900" u="none" cap="none" strike="noStrike">
              <a:solidFill>
                <a:srgbClr val="066AFE"/>
              </a:solidFill>
              <a:latin typeface="Salesforce Sans"/>
              <a:ea typeface="Salesforce Sans"/>
              <a:cs typeface="Salesforce Sans"/>
              <a:sym typeface="Salesforce Sans"/>
            </a:endParaRPr>
          </a:p>
        </p:txBody>
      </p:sp>
      <p:sp>
        <p:nvSpPr>
          <p:cNvPr id="5286" name="Google Shape;5286;p170"/>
          <p:cNvSpPr/>
          <p:nvPr/>
        </p:nvSpPr>
        <p:spPr>
          <a:xfrm>
            <a:off x="6401215" y="412038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Lending Operations</a:t>
            </a:r>
            <a:endParaRPr b="1" i="0" sz="900" u="none" cap="none" strike="noStrike">
              <a:solidFill>
                <a:srgbClr val="066AFE"/>
              </a:solidFill>
              <a:latin typeface="Salesforce Sans"/>
              <a:ea typeface="Salesforce Sans"/>
              <a:cs typeface="Salesforce Sans"/>
              <a:sym typeface="Salesforce Sans"/>
            </a:endParaRPr>
          </a:p>
        </p:txBody>
      </p:sp>
      <p:sp>
        <p:nvSpPr>
          <p:cNvPr id="5287" name="Google Shape;5287;p170"/>
          <p:cNvSpPr/>
          <p:nvPr/>
        </p:nvSpPr>
        <p:spPr>
          <a:xfrm>
            <a:off x="6401215" y="482329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Deposit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5288" name="Google Shape;5288;p170"/>
          <p:cNvSpPr/>
          <p:nvPr/>
        </p:nvSpPr>
        <p:spPr>
          <a:xfrm>
            <a:off x="6401214" y="5214200"/>
            <a:ext cx="1253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Payment &amp;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Trans</a:t>
            </a:r>
            <a:r>
              <a:rPr b="1" lang="en" sz="900">
                <a:solidFill>
                  <a:srgbClr val="066AFE"/>
                </a:solidFill>
                <a:latin typeface="Salesforce Sans"/>
                <a:ea typeface="Salesforce Sans"/>
                <a:cs typeface="Salesforce Sans"/>
                <a:sym typeface="Salesforce Sans"/>
              </a:rPr>
              <a:t>fer Operations</a:t>
            </a:r>
            <a:endParaRPr b="1" i="0" sz="900" u="none" cap="none" strike="noStrike">
              <a:solidFill>
                <a:srgbClr val="066AFE"/>
              </a:solidFill>
              <a:latin typeface="Salesforce Sans"/>
              <a:ea typeface="Salesforce Sans"/>
              <a:cs typeface="Salesforce Sans"/>
              <a:sym typeface="Salesforce Sans"/>
            </a:endParaRPr>
          </a:p>
        </p:txBody>
      </p:sp>
      <p:sp>
        <p:nvSpPr>
          <p:cNvPr id="5289" name="Google Shape;5289;p170"/>
          <p:cNvSpPr/>
          <p:nvPr/>
        </p:nvSpPr>
        <p:spPr>
          <a:xfrm>
            <a:off x="6401215" y="3412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Onboarding</a:t>
            </a:r>
            <a:endParaRPr b="1" i="0" sz="900" u="none" cap="none" strike="noStrike">
              <a:solidFill>
                <a:srgbClr val="066AFE"/>
              </a:solidFill>
              <a:latin typeface="Salesforce Sans"/>
              <a:ea typeface="Salesforce Sans"/>
              <a:cs typeface="Salesforce Sans"/>
              <a:sym typeface="Salesforce Sans"/>
            </a:endParaRPr>
          </a:p>
        </p:txBody>
      </p:sp>
      <p:sp>
        <p:nvSpPr>
          <p:cNvPr id="5290" name="Google Shape;5290;p170"/>
          <p:cNvSpPr/>
          <p:nvPr/>
        </p:nvSpPr>
        <p:spPr>
          <a:xfrm>
            <a:off x="7653242" y="769282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1" name="Google Shape;5291;p170"/>
          <p:cNvSpPr txBox="1"/>
          <p:nvPr/>
        </p:nvSpPr>
        <p:spPr>
          <a:xfrm>
            <a:off x="7805144" y="766822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Translation</a:t>
            </a:r>
            <a:endParaRPr i="0" sz="800" u="none" cap="none" strike="noStrike">
              <a:latin typeface="Salesforce Sans"/>
              <a:ea typeface="Salesforce Sans"/>
              <a:cs typeface="Salesforce Sans"/>
              <a:sym typeface="Salesforce Sans"/>
            </a:endParaRPr>
          </a:p>
        </p:txBody>
      </p:sp>
      <p:sp>
        <p:nvSpPr>
          <p:cNvPr id="5292" name="Google Shape;5292;p170"/>
          <p:cNvSpPr/>
          <p:nvPr/>
        </p:nvSpPr>
        <p:spPr>
          <a:xfrm>
            <a:off x="7653242" y="79267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93" name="Google Shape;5293;p170"/>
          <p:cNvSpPr txBox="1"/>
          <p:nvPr/>
        </p:nvSpPr>
        <p:spPr>
          <a:xfrm>
            <a:off x="7811494" y="790218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Intake</a:t>
            </a:r>
            <a:endParaRPr i="0" sz="800" u="none" cap="none" strike="noStrike">
              <a:latin typeface="Salesforce Sans"/>
              <a:ea typeface="Salesforce Sans"/>
              <a:cs typeface="Salesforce Sans"/>
              <a:sym typeface="Salesforce Sans"/>
            </a:endParaRPr>
          </a:p>
        </p:txBody>
      </p:sp>
      <p:sp>
        <p:nvSpPr>
          <p:cNvPr id="5294" name="Google Shape;5294;p170"/>
          <p:cNvSpPr/>
          <p:nvPr/>
        </p:nvSpPr>
        <p:spPr>
          <a:xfrm>
            <a:off x="7653242" y="722070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95" name="Google Shape;5295;p170"/>
          <p:cNvSpPr txBox="1"/>
          <p:nvPr/>
        </p:nvSpPr>
        <p:spPr>
          <a:xfrm>
            <a:off x="7801969" y="718449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Requirements</a:t>
            </a:r>
            <a:endParaRPr i="0" sz="800" u="none" cap="none" strike="noStrike">
              <a:latin typeface="Salesforce Sans"/>
              <a:ea typeface="Salesforce Sans"/>
              <a:cs typeface="Salesforce Sans"/>
              <a:sym typeface="Salesforce Sans"/>
            </a:endParaRPr>
          </a:p>
        </p:txBody>
      </p:sp>
      <p:sp>
        <p:nvSpPr>
          <p:cNvPr id="5296" name="Google Shape;5296;p170"/>
          <p:cNvSpPr/>
          <p:nvPr/>
        </p:nvSpPr>
        <p:spPr>
          <a:xfrm>
            <a:off x="7653242" y="73780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7" name="Google Shape;5297;p170"/>
          <p:cNvSpPr txBox="1"/>
          <p:nvPr/>
        </p:nvSpPr>
        <p:spPr>
          <a:xfrm>
            <a:off x="7805144" y="735348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Documentation </a:t>
            </a:r>
            <a:endParaRPr i="0" sz="800" u="none" cap="none" strike="noStrike">
              <a:latin typeface="Salesforce Sans"/>
              <a:ea typeface="Salesforce Sans"/>
              <a:cs typeface="Salesforce Sans"/>
              <a:sym typeface="Salesforce Sans"/>
            </a:endParaRPr>
          </a:p>
        </p:txBody>
      </p:sp>
      <p:sp>
        <p:nvSpPr>
          <p:cNvPr id="5298" name="Google Shape;5298;p170"/>
          <p:cNvSpPr/>
          <p:nvPr/>
        </p:nvSpPr>
        <p:spPr>
          <a:xfrm>
            <a:off x="7653242" y="753545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9" name="Google Shape;5299;p170"/>
          <p:cNvSpPr txBox="1"/>
          <p:nvPr/>
        </p:nvSpPr>
        <p:spPr>
          <a:xfrm>
            <a:off x="7811494" y="751085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a:t>
            </a:r>
            <a:endParaRPr i="0" sz="800" u="none" cap="none" strike="noStrike">
              <a:latin typeface="Salesforce Sans"/>
              <a:ea typeface="Salesforce Sans"/>
              <a:cs typeface="Salesforce Sans"/>
              <a:sym typeface="Salesforce Sans"/>
            </a:endParaRPr>
          </a:p>
        </p:txBody>
      </p:sp>
      <p:sp>
        <p:nvSpPr>
          <p:cNvPr id="5300" name="Google Shape;5300;p170"/>
          <p:cNvSpPr/>
          <p:nvPr/>
        </p:nvSpPr>
        <p:spPr>
          <a:xfrm>
            <a:off x="7653242" y="810103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01" name="Google Shape;5301;p170"/>
          <p:cNvSpPr txBox="1"/>
          <p:nvPr/>
        </p:nvSpPr>
        <p:spPr>
          <a:xfrm>
            <a:off x="7801975" y="8076432"/>
            <a:ext cx="2089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&amp; Troubleshooting</a:t>
            </a:r>
            <a:endParaRPr i="0" sz="800" u="none" cap="none" strike="noStrike">
              <a:latin typeface="Salesforce Sans"/>
              <a:ea typeface="Salesforce Sans"/>
              <a:cs typeface="Salesforce Sans"/>
              <a:sym typeface="Salesforce Sans"/>
            </a:endParaRPr>
          </a:p>
        </p:txBody>
      </p:sp>
      <p:sp>
        <p:nvSpPr>
          <p:cNvPr id="5302" name="Google Shape;5302;p170"/>
          <p:cNvSpPr/>
          <p:nvPr/>
        </p:nvSpPr>
        <p:spPr>
          <a:xfrm>
            <a:off x="7653242" y="82752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03" name="Google Shape;5303;p170"/>
          <p:cNvSpPr txBox="1"/>
          <p:nvPr/>
        </p:nvSpPr>
        <p:spPr>
          <a:xfrm>
            <a:off x="7801969" y="825067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Knowledge</a:t>
            </a:r>
            <a:endParaRPr i="0" sz="800" u="none" cap="none" strike="noStrike">
              <a:latin typeface="Salesforce Sans"/>
              <a:ea typeface="Salesforce Sans"/>
              <a:cs typeface="Salesforce Sans"/>
              <a:sym typeface="Salesforce Sans"/>
            </a:endParaRPr>
          </a:p>
        </p:txBody>
      </p:sp>
      <p:sp>
        <p:nvSpPr>
          <p:cNvPr id="5304" name="Google Shape;5304;p170"/>
          <p:cNvSpPr/>
          <p:nvPr/>
        </p:nvSpPr>
        <p:spPr>
          <a:xfrm>
            <a:off x="6401215" y="790382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5305" name="Google Shape;5305;p170"/>
          <p:cNvSpPr/>
          <p:nvPr/>
        </p:nvSpPr>
        <p:spPr>
          <a:xfrm>
            <a:off x="6401215" y="7196106"/>
            <a:ext cx="892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Technology Modernization</a:t>
            </a:r>
            <a:endParaRPr b="1" i="0" sz="900" u="none" cap="none" strike="noStrike">
              <a:solidFill>
                <a:srgbClr val="066AFE"/>
              </a:solidFill>
              <a:latin typeface="Salesforce Sans"/>
              <a:ea typeface="Salesforce Sans"/>
              <a:cs typeface="Salesforce Sans"/>
              <a:sym typeface="Salesforce Sans"/>
            </a:endParaRPr>
          </a:p>
        </p:txBody>
      </p:sp>
      <p:sp>
        <p:nvSpPr>
          <p:cNvPr id="5306" name="Google Shape;5306;p170"/>
          <p:cNvSpPr txBox="1"/>
          <p:nvPr/>
        </p:nvSpPr>
        <p:spPr>
          <a:xfrm>
            <a:off x="7811494" y="388414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Compliance Guardrails</a:t>
            </a:r>
            <a:endParaRPr i="0" sz="800" u="none" cap="none" strike="noStrike">
              <a:latin typeface="Salesforce Sans"/>
              <a:ea typeface="Salesforce Sans"/>
              <a:cs typeface="Salesforce Sans"/>
              <a:sym typeface="Salesforce Sans"/>
            </a:endParaRPr>
          </a:p>
        </p:txBody>
      </p:sp>
      <p:sp>
        <p:nvSpPr>
          <p:cNvPr id="5307" name="Google Shape;5307;p170"/>
          <p:cNvSpPr txBox="1"/>
          <p:nvPr/>
        </p:nvSpPr>
        <p:spPr>
          <a:xfrm>
            <a:off x="7811494" y="357030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Onboarding </a:t>
            </a:r>
            <a:endParaRPr i="0" sz="800" u="none" cap="none" strike="noStrike">
              <a:latin typeface="Salesforce Sans"/>
              <a:ea typeface="Salesforce Sans"/>
              <a:cs typeface="Salesforce Sans"/>
              <a:sym typeface="Salesforce Sans"/>
            </a:endParaRPr>
          </a:p>
        </p:txBody>
      </p:sp>
      <p:sp>
        <p:nvSpPr>
          <p:cNvPr id="5308" name="Google Shape;5308;p170"/>
          <p:cNvSpPr/>
          <p:nvPr/>
        </p:nvSpPr>
        <p:spPr>
          <a:xfrm>
            <a:off x="7653242" y="359490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09" name="Google Shape;5309;p170"/>
          <p:cNvSpPr txBox="1"/>
          <p:nvPr/>
        </p:nvSpPr>
        <p:spPr>
          <a:xfrm>
            <a:off x="7811294" y="6260866"/>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Disaster Recovery</a:t>
            </a:r>
            <a:endParaRPr i="0" sz="800" u="none" cap="none" strike="noStrike">
              <a:latin typeface="Salesforce Sans"/>
              <a:ea typeface="Salesforce Sans"/>
              <a:cs typeface="Salesforce Sans"/>
              <a:sym typeface="Salesforce Sans"/>
            </a:endParaRPr>
          </a:p>
        </p:txBody>
      </p:sp>
      <p:sp>
        <p:nvSpPr>
          <p:cNvPr id="5310" name="Google Shape;5310;p170"/>
          <p:cNvSpPr txBox="1"/>
          <p:nvPr/>
        </p:nvSpPr>
        <p:spPr>
          <a:xfrm>
            <a:off x="7823994" y="641788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5311" name="Google Shape;5311;p170"/>
          <p:cNvSpPr txBox="1"/>
          <p:nvPr/>
        </p:nvSpPr>
        <p:spPr>
          <a:xfrm>
            <a:off x="7811294" y="610384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Continuity Planning</a:t>
            </a:r>
            <a:endParaRPr i="0" sz="800" u="none" cap="none" strike="noStrike">
              <a:latin typeface="Salesforce Sans"/>
              <a:ea typeface="Salesforce Sans"/>
              <a:cs typeface="Salesforce Sans"/>
              <a:sym typeface="Salesforce Sans"/>
            </a:endParaRPr>
          </a:p>
        </p:txBody>
      </p:sp>
      <p:sp>
        <p:nvSpPr>
          <p:cNvPr id="5312" name="Google Shape;5312;p170"/>
          <p:cNvSpPr txBox="1"/>
          <p:nvPr/>
        </p:nvSpPr>
        <p:spPr>
          <a:xfrm>
            <a:off x="7823994" y="657491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5313" name="Google Shape;5313;p170"/>
          <p:cNvSpPr txBox="1"/>
          <p:nvPr/>
        </p:nvSpPr>
        <p:spPr>
          <a:xfrm>
            <a:off x="7807494" y="6964910"/>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Offensive Security Testing</a:t>
            </a:r>
            <a:endParaRPr i="0" sz="800" u="none" cap="none" strike="noStrike">
              <a:latin typeface="Salesforce Sans"/>
              <a:ea typeface="Salesforce Sans"/>
              <a:cs typeface="Salesforce Sans"/>
              <a:sym typeface="Salesforce Sans"/>
            </a:endParaRPr>
          </a:p>
        </p:txBody>
      </p:sp>
      <p:sp>
        <p:nvSpPr>
          <p:cNvPr id="5314" name="Google Shape;5314;p170"/>
          <p:cNvSpPr txBox="1"/>
          <p:nvPr/>
        </p:nvSpPr>
        <p:spPr>
          <a:xfrm>
            <a:off x="7813844" y="680753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Access &amp; Security Policy Creation</a:t>
            </a:r>
            <a:endParaRPr i="0" sz="800" u="none" cap="none" strike="noStrike">
              <a:latin typeface="Salesforce Sans"/>
              <a:ea typeface="Salesforce Sans"/>
              <a:cs typeface="Salesforce Sans"/>
              <a:sym typeface="Salesforce Sans"/>
            </a:endParaRPr>
          </a:p>
        </p:txBody>
      </p:sp>
      <p:sp>
        <p:nvSpPr>
          <p:cNvPr id="5315" name="Google Shape;5315;p170"/>
          <p:cNvSpPr/>
          <p:nvPr/>
        </p:nvSpPr>
        <p:spPr>
          <a:xfrm>
            <a:off x="6401215" y="6113367"/>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Infra Operations</a:t>
            </a:r>
            <a:endParaRPr b="1" i="0" sz="900" u="none" cap="none" strike="noStrike">
              <a:solidFill>
                <a:srgbClr val="066AFE"/>
              </a:solidFill>
              <a:latin typeface="Salesforce Sans"/>
              <a:ea typeface="Salesforce Sans"/>
              <a:cs typeface="Salesforce Sans"/>
              <a:sym typeface="Salesforce Sans"/>
            </a:endParaRPr>
          </a:p>
        </p:txBody>
      </p:sp>
      <p:sp>
        <p:nvSpPr>
          <p:cNvPr id="5316" name="Google Shape;5316;p170"/>
          <p:cNvSpPr/>
          <p:nvPr/>
        </p:nvSpPr>
        <p:spPr>
          <a:xfrm>
            <a:off x="6401215" y="6813888"/>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a:t>
            </a:r>
            <a:r>
              <a:rPr b="1" lang="en" sz="900">
                <a:solidFill>
                  <a:srgbClr val="066AFE"/>
                </a:solidFill>
                <a:latin typeface="Salesforce Sans"/>
                <a:ea typeface="Salesforce Sans"/>
                <a:cs typeface="Salesforce Sans"/>
                <a:sym typeface="Salesforce Sans"/>
              </a:rPr>
              <a:t> Security</a:t>
            </a:r>
            <a:endParaRPr b="1" i="0" sz="900" u="none" cap="none" strike="noStrike">
              <a:solidFill>
                <a:srgbClr val="066AFE"/>
              </a:solidFill>
              <a:latin typeface="Salesforce Sans"/>
              <a:ea typeface="Salesforce Sans"/>
              <a:cs typeface="Salesforce Sans"/>
              <a:sym typeface="Salesforce Sans"/>
            </a:endParaRPr>
          </a:p>
        </p:txBody>
      </p:sp>
      <p:sp>
        <p:nvSpPr>
          <p:cNvPr id="5317" name="Google Shape;5317;p170"/>
          <p:cNvSpPr txBox="1"/>
          <p:nvPr/>
        </p:nvSpPr>
        <p:spPr>
          <a:xfrm>
            <a:off x="5042141"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318" name="Google Shape;5318;p170"/>
          <p:cNvSpPr txBox="1"/>
          <p:nvPr/>
        </p:nvSpPr>
        <p:spPr>
          <a:xfrm>
            <a:off x="7814431" y="176824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Development</a:t>
            </a:r>
            <a:endParaRPr sz="800">
              <a:latin typeface="Salesforce Sans"/>
              <a:ea typeface="Salesforce Sans"/>
              <a:cs typeface="Salesforce Sans"/>
              <a:sym typeface="Salesforce Sans"/>
            </a:endParaRPr>
          </a:p>
        </p:txBody>
      </p:sp>
      <p:sp>
        <p:nvSpPr>
          <p:cNvPr id="5319" name="Google Shape;5319;p170"/>
          <p:cNvSpPr txBox="1"/>
          <p:nvPr/>
        </p:nvSpPr>
        <p:spPr>
          <a:xfrm>
            <a:off x="7814431" y="1611400"/>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Inventory management</a:t>
            </a:r>
            <a:endParaRPr sz="800">
              <a:latin typeface="Salesforce Sans"/>
              <a:ea typeface="Salesforce Sans"/>
              <a:cs typeface="Salesforce Sans"/>
              <a:sym typeface="Salesforce Sans"/>
            </a:endParaRPr>
          </a:p>
        </p:txBody>
      </p:sp>
      <p:sp>
        <p:nvSpPr>
          <p:cNvPr id="5320" name="Google Shape;5320;p170"/>
          <p:cNvSpPr txBox="1"/>
          <p:nvPr/>
        </p:nvSpPr>
        <p:spPr>
          <a:xfrm>
            <a:off x="6406430"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321" name="Google Shape;5321;p170"/>
          <p:cNvGrpSpPr/>
          <p:nvPr/>
        </p:nvGrpSpPr>
        <p:grpSpPr>
          <a:xfrm>
            <a:off x="4927454" y="1635959"/>
            <a:ext cx="1322400" cy="449700"/>
            <a:chOff x="755165" y="1828821"/>
            <a:chExt cx="1322400" cy="449700"/>
          </a:xfrm>
        </p:grpSpPr>
        <p:sp>
          <p:nvSpPr>
            <p:cNvPr id="5322" name="Google Shape;532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23" name="Google Shape;532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5324" name="Google Shape;5324;p170"/>
          <p:cNvSpPr txBox="1"/>
          <p:nvPr/>
        </p:nvSpPr>
        <p:spPr>
          <a:xfrm>
            <a:off x="7816818"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325" name="Google Shape;5325;p170"/>
          <p:cNvSpPr txBox="1"/>
          <p:nvPr/>
        </p:nvSpPr>
        <p:spPr>
          <a:xfrm>
            <a:off x="6401215"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Model Risk Management</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326" name="Google Shape;5326;p170"/>
          <p:cNvGrpSpPr/>
          <p:nvPr/>
        </p:nvGrpSpPr>
        <p:grpSpPr>
          <a:xfrm>
            <a:off x="4927454" y="2134746"/>
            <a:ext cx="1322400" cy="449700"/>
            <a:chOff x="755165" y="1828821"/>
            <a:chExt cx="1322400" cy="449700"/>
          </a:xfrm>
        </p:grpSpPr>
        <p:sp>
          <p:nvSpPr>
            <p:cNvPr id="5327" name="Google Shape;532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28" name="Google Shape;532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Products</a:t>
              </a:r>
              <a:endParaRPr sz="900">
                <a:solidFill>
                  <a:srgbClr val="FFFFFF"/>
                </a:solidFill>
                <a:latin typeface="Avant Garde Demi SFDC"/>
                <a:ea typeface="Avant Garde Demi SFDC"/>
                <a:cs typeface="Avant Garde Demi SFDC"/>
                <a:sym typeface="Avant Garde Demi SFDC"/>
              </a:endParaRPr>
            </a:p>
          </p:txBody>
        </p:sp>
      </p:grpSp>
      <p:grpSp>
        <p:nvGrpSpPr>
          <p:cNvPr id="5329" name="Google Shape;5329;p170"/>
          <p:cNvGrpSpPr/>
          <p:nvPr/>
        </p:nvGrpSpPr>
        <p:grpSpPr>
          <a:xfrm>
            <a:off x="4927454" y="4150296"/>
            <a:ext cx="1322400" cy="449700"/>
            <a:chOff x="755165" y="1828821"/>
            <a:chExt cx="1322400" cy="449700"/>
          </a:xfrm>
        </p:grpSpPr>
        <p:sp>
          <p:nvSpPr>
            <p:cNvPr id="5330" name="Google Shape;5330;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31" name="Google Shape;5331;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grpSp>
        <p:nvGrpSpPr>
          <p:cNvPr id="5332" name="Google Shape;5332;p170"/>
          <p:cNvGrpSpPr/>
          <p:nvPr/>
        </p:nvGrpSpPr>
        <p:grpSpPr>
          <a:xfrm>
            <a:off x="4927454" y="6136146"/>
            <a:ext cx="1322400" cy="449700"/>
            <a:chOff x="755165" y="1828821"/>
            <a:chExt cx="1322400" cy="449700"/>
          </a:xfrm>
        </p:grpSpPr>
        <p:sp>
          <p:nvSpPr>
            <p:cNvPr id="5333" name="Google Shape;5333;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34" name="Google Shape;5334;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Technology</a:t>
              </a:r>
              <a:endParaRPr sz="900">
                <a:solidFill>
                  <a:srgbClr val="FFFFFF"/>
                </a:solidFill>
                <a:latin typeface="Avant Garde Demi SFDC"/>
                <a:ea typeface="Avant Garde Demi SFDC"/>
                <a:cs typeface="Avant Garde Demi SFDC"/>
                <a:sym typeface="Avant Garde Demi SFDC"/>
              </a:endParaRPr>
            </a:p>
          </p:txBody>
        </p:sp>
      </p:grpSp>
      <p:sp>
        <p:nvSpPr>
          <p:cNvPr id="5335" name="Google Shape;5335;p170"/>
          <p:cNvSpPr txBox="1"/>
          <p:nvPr/>
        </p:nvSpPr>
        <p:spPr>
          <a:xfrm>
            <a:off x="9617033"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336" name="Google Shape;5336;p170"/>
          <p:cNvSpPr/>
          <p:nvPr/>
        </p:nvSpPr>
        <p:spPr>
          <a:xfrm>
            <a:off x="12013084" y="939798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37" name="Google Shape;5337;p170"/>
          <p:cNvSpPr txBox="1"/>
          <p:nvPr/>
        </p:nvSpPr>
        <p:spPr>
          <a:xfrm>
            <a:off x="12177393" y="9364517"/>
            <a:ext cx="18684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5338" name="Google Shape;5338;p170"/>
          <p:cNvSpPr/>
          <p:nvPr/>
        </p:nvSpPr>
        <p:spPr>
          <a:xfrm>
            <a:off x="12013084" y="78927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39" name="Google Shape;5339;p170"/>
          <p:cNvSpPr/>
          <p:nvPr/>
        </p:nvSpPr>
        <p:spPr>
          <a:xfrm>
            <a:off x="12013084" y="881779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0" name="Google Shape;5340;p170"/>
          <p:cNvSpPr/>
          <p:nvPr/>
        </p:nvSpPr>
        <p:spPr>
          <a:xfrm>
            <a:off x="12013084" y="8485387"/>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1" name="Google Shape;5341;p170"/>
          <p:cNvSpPr/>
          <p:nvPr/>
        </p:nvSpPr>
        <p:spPr>
          <a:xfrm>
            <a:off x="12013084" y="923012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42" name="Google Shape;5342;p170"/>
          <p:cNvSpPr/>
          <p:nvPr/>
        </p:nvSpPr>
        <p:spPr>
          <a:xfrm>
            <a:off x="12013084" y="8257270"/>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3" name="Google Shape;5343;p170"/>
          <p:cNvSpPr/>
          <p:nvPr/>
        </p:nvSpPr>
        <p:spPr>
          <a:xfrm>
            <a:off x="12013084" y="8651591"/>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4" name="Google Shape;5344;p170"/>
          <p:cNvSpPr txBox="1"/>
          <p:nvPr/>
        </p:nvSpPr>
        <p:spPr>
          <a:xfrm>
            <a:off x="12177400" y="7367810"/>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Skills Assessment</a:t>
            </a:r>
            <a:endParaRPr i="0" sz="800" u="none" cap="none" strike="noStrike">
              <a:latin typeface="Salesforce Sans"/>
              <a:ea typeface="Salesforce Sans"/>
              <a:cs typeface="Salesforce Sans"/>
              <a:sym typeface="Salesforce Sans"/>
            </a:endParaRPr>
          </a:p>
        </p:txBody>
      </p:sp>
      <p:sp>
        <p:nvSpPr>
          <p:cNvPr id="5345" name="Google Shape;5345;p170"/>
          <p:cNvSpPr txBox="1"/>
          <p:nvPr/>
        </p:nvSpPr>
        <p:spPr>
          <a:xfrm>
            <a:off x="12177400" y="764996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5346" name="Google Shape;5346;p170"/>
          <p:cNvSpPr txBox="1"/>
          <p:nvPr/>
        </p:nvSpPr>
        <p:spPr>
          <a:xfrm>
            <a:off x="12177400" y="785930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Reporting</a:t>
            </a:r>
            <a:endParaRPr i="0" sz="800" u="none" cap="none" strike="noStrike">
              <a:latin typeface="Salesforce Sans"/>
              <a:ea typeface="Salesforce Sans"/>
              <a:cs typeface="Salesforce Sans"/>
              <a:sym typeface="Salesforce Sans"/>
            </a:endParaRPr>
          </a:p>
        </p:txBody>
      </p:sp>
      <p:sp>
        <p:nvSpPr>
          <p:cNvPr id="5347" name="Google Shape;5347;p170"/>
          <p:cNvSpPr txBox="1"/>
          <p:nvPr/>
        </p:nvSpPr>
        <p:spPr>
          <a:xfrm>
            <a:off x="12177400" y="8778718"/>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5348" name="Google Shape;5348;p170"/>
          <p:cNvSpPr txBox="1"/>
          <p:nvPr/>
        </p:nvSpPr>
        <p:spPr>
          <a:xfrm>
            <a:off x="12177400" y="8450042"/>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5349" name="Google Shape;5349;p170"/>
          <p:cNvSpPr txBox="1"/>
          <p:nvPr/>
        </p:nvSpPr>
        <p:spPr>
          <a:xfrm>
            <a:off x="12177400" y="9196663"/>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5350" name="Google Shape;5350;p170"/>
          <p:cNvSpPr txBox="1"/>
          <p:nvPr/>
        </p:nvSpPr>
        <p:spPr>
          <a:xfrm>
            <a:off x="12177400" y="9019276"/>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5351" name="Google Shape;5351;p170"/>
          <p:cNvSpPr txBox="1"/>
          <p:nvPr/>
        </p:nvSpPr>
        <p:spPr>
          <a:xfrm>
            <a:off x="12177400" y="822379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5352" name="Google Shape;5352;p170"/>
          <p:cNvSpPr txBox="1"/>
          <p:nvPr/>
        </p:nvSpPr>
        <p:spPr>
          <a:xfrm>
            <a:off x="12177400" y="8614380"/>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5353" name="Google Shape;5353;p170"/>
          <p:cNvSpPr/>
          <p:nvPr/>
        </p:nvSpPr>
        <p:spPr>
          <a:xfrm>
            <a:off x="10976107" y="737407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354" name="Google Shape;5354;p170"/>
          <p:cNvSpPr/>
          <p:nvPr/>
        </p:nvSpPr>
        <p:spPr>
          <a:xfrm>
            <a:off x="10976107" y="9030426"/>
            <a:ext cx="8736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M</a:t>
            </a:r>
            <a:r>
              <a:rPr b="1" lang="en" sz="900">
                <a:solidFill>
                  <a:srgbClr val="066AFE"/>
                </a:solidFill>
                <a:latin typeface="Salesforce Sans"/>
                <a:ea typeface="Salesforce Sans"/>
                <a:cs typeface="Salesforce Sans"/>
                <a:sym typeface="Salesforce Sans"/>
              </a:rPr>
              <a:t>anagement &amp;</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5355" name="Google Shape;5355;p170"/>
          <p:cNvSpPr/>
          <p:nvPr/>
        </p:nvSpPr>
        <p:spPr>
          <a:xfrm>
            <a:off x="10976107" y="8233907"/>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5356" name="Google Shape;5356;p170"/>
          <p:cNvSpPr/>
          <p:nvPr/>
        </p:nvSpPr>
        <p:spPr>
          <a:xfrm>
            <a:off x="12013084" y="242894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7" name="Google Shape;5357;p170"/>
          <p:cNvSpPr/>
          <p:nvPr/>
        </p:nvSpPr>
        <p:spPr>
          <a:xfrm>
            <a:off x="12013084" y="302183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8" name="Google Shape;5358;p170"/>
          <p:cNvSpPr/>
          <p:nvPr/>
        </p:nvSpPr>
        <p:spPr>
          <a:xfrm>
            <a:off x="12013084" y="330399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9" name="Google Shape;5359;p170"/>
          <p:cNvSpPr/>
          <p:nvPr/>
        </p:nvSpPr>
        <p:spPr>
          <a:xfrm>
            <a:off x="12013084" y="272538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60" name="Google Shape;5360;p170"/>
          <p:cNvSpPr txBox="1"/>
          <p:nvPr/>
        </p:nvSpPr>
        <p:spPr>
          <a:xfrm>
            <a:off x="12177400" y="2404977"/>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Authentication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Access Mgmt. </a:t>
            </a:r>
            <a:endParaRPr i="0" sz="800" u="none" cap="none" strike="noStrike">
              <a:latin typeface="Salesforce Sans"/>
              <a:ea typeface="Salesforce Sans"/>
              <a:cs typeface="Salesforce Sans"/>
              <a:sym typeface="Salesforce Sans"/>
            </a:endParaRPr>
          </a:p>
        </p:txBody>
      </p:sp>
      <p:sp>
        <p:nvSpPr>
          <p:cNvPr id="5361" name="Google Shape;5361;p170"/>
          <p:cNvSpPr txBox="1"/>
          <p:nvPr/>
        </p:nvSpPr>
        <p:spPr>
          <a:xfrm>
            <a:off x="12177400" y="304549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Personalized Engagement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Recommendations</a:t>
            </a:r>
            <a:endParaRPr i="0" sz="800" u="none" cap="none" strike="noStrike">
              <a:latin typeface="Salesforce Sans"/>
              <a:ea typeface="Salesforce Sans"/>
              <a:cs typeface="Salesforce Sans"/>
              <a:sym typeface="Salesforce Sans"/>
            </a:endParaRPr>
          </a:p>
        </p:txBody>
      </p:sp>
      <p:sp>
        <p:nvSpPr>
          <p:cNvPr id="5362" name="Google Shape;5362;p170"/>
          <p:cNvSpPr txBox="1"/>
          <p:nvPr/>
        </p:nvSpPr>
        <p:spPr>
          <a:xfrm>
            <a:off x="12177400" y="327050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Feedback &amp; Monitoring </a:t>
            </a:r>
            <a:endParaRPr i="0" sz="800" u="none" cap="none" strike="noStrike">
              <a:latin typeface="Salesforce Sans"/>
              <a:ea typeface="Salesforce Sans"/>
              <a:cs typeface="Salesforce Sans"/>
              <a:sym typeface="Salesforce Sans"/>
            </a:endParaRPr>
          </a:p>
        </p:txBody>
      </p:sp>
      <p:sp>
        <p:nvSpPr>
          <p:cNvPr id="5363" name="Google Shape;5363;p170"/>
          <p:cNvSpPr txBox="1"/>
          <p:nvPr/>
        </p:nvSpPr>
        <p:spPr>
          <a:xfrm>
            <a:off x="12177400" y="2691899"/>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Execution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Service Requests</a:t>
            </a:r>
            <a:endParaRPr i="0" sz="800" u="none" cap="none" strike="noStrike">
              <a:latin typeface="Salesforce Sans"/>
              <a:ea typeface="Salesforce Sans"/>
              <a:cs typeface="Salesforce Sans"/>
              <a:sym typeface="Salesforce Sans"/>
            </a:endParaRPr>
          </a:p>
        </p:txBody>
      </p:sp>
      <p:sp>
        <p:nvSpPr>
          <p:cNvPr id="5364" name="Google Shape;5364;p170"/>
          <p:cNvSpPr/>
          <p:nvPr/>
        </p:nvSpPr>
        <p:spPr>
          <a:xfrm>
            <a:off x="12013084"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5" name="Google Shape;5365;p170"/>
          <p:cNvSpPr/>
          <p:nvPr/>
        </p:nvSpPr>
        <p:spPr>
          <a:xfrm>
            <a:off x="12013084" y="181780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6" name="Google Shape;5366;p170"/>
          <p:cNvSpPr/>
          <p:nvPr/>
        </p:nvSpPr>
        <p:spPr>
          <a:xfrm>
            <a:off x="12013084" y="21869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7" name="Google Shape;5367;p170"/>
          <p:cNvSpPr/>
          <p:nvPr/>
        </p:nvSpPr>
        <p:spPr>
          <a:xfrm>
            <a:off x="12013084" y="200817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8" name="Google Shape;5368;p170"/>
          <p:cNvSpPr txBox="1"/>
          <p:nvPr/>
        </p:nvSpPr>
        <p:spPr>
          <a:xfrm>
            <a:off x="12177400" y="1593917"/>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5369" name="Google Shape;5369;p170"/>
          <p:cNvSpPr txBox="1"/>
          <p:nvPr/>
        </p:nvSpPr>
        <p:spPr>
          <a:xfrm>
            <a:off x="12177400" y="1779653"/>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 </a:t>
            </a:r>
            <a:endParaRPr i="0" sz="800" u="none" cap="none" strike="noStrike">
              <a:latin typeface="Salesforce Sans"/>
              <a:ea typeface="Salesforce Sans"/>
              <a:cs typeface="Salesforce Sans"/>
              <a:sym typeface="Salesforce Sans"/>
            </a:endParaRPr>
          </a:p>
        </p:txBody>
      </p:sp>
      <p:sp>
        <p:nvSpPr>
          <p:cNvPr id="5370" name="Google Shape;5370;p170"/>
          <p:cNvSpPr txBox="1"/>
          <p:nvPr/>
        </p:nvSpPr>
        <p:spPr>
          <a:xfrm>
            <a:off x="12177400" y="2151124"/>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5371" name="Google Shape;5371;p170"/>
          <p:cNvSpPr txBox="1"/>
          <p:nvPr/>
        </p:nvSpPr>
        <p:spPr>
          <a:xfrm>
            <a:off x="12177400" y="1965389"/>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Sentiment Analysis</a:t>
            </a:r>
            <a:endParaRPr i="0" sz="800" u="none" cap="none" strike="noStrike">
              <a:latin typeface="Salesforce Sans"/>
              <a:ea typeface="Salesforce Sans"/>
              <a:cs typeface="Salesforce Sans"/>
              <a:sym typeface="Salesforce Sans"/>
            </a:endParaRPr>
          </a:p>
        </p:txBody>
      </p:sp>
      <p:sp>
        <p:nvSpPr>
          <p:cNvPr id="5372" name="Google Shape;5372;p170"/>
          <p:cNvSpPr/>
          <p:nvPr/>
        </p:nvSpPr>
        <p:spPr>
          <a:xfrm>
            <a:off x="10976107" y="3517445"/>
            <a:ext cx="841200" cy="692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n" sz="900">
                <a:solidFill>
                  <a:srgbClr val="066AFE"/>
                </a:solidFill>
                <a:latin typeface="Salesforce Sans"/>
                <a:ea typeface="Salesforce Sans"/>
                <a:cs typeface="Salesforce Sans"/>
                <a:sym typeface="Salesforce Sans"/>
              </a:rPr>
              <a:t>Banking Service</a:t>
            </a:r>
            <a:endParaRPr b="1" i="0" sz="900" u="none" cap="none" strike="noStrike">
              <a:solidFill>
                <a:srgbClr val="066AFE"/>
              </a:solidFill>
              <a:latin typeface="Salesforce Sans"/>
              <a:ea typeface="Salesforce Sans"/>
              <a:cs typeface="Salesforce Sans"/>
              <a:sym typeface="Salesforce Sans"/>
            </a:endParaRPr>
          </a:p>
        </p:txBody>
      </p:sp>
      <p:sp>
        <p:nvSpPr>
          <p:cNvPr id="5373" name="Google Shape;5373;p170"/>
          <p:cNvSpPr/>
          <p:nvPr/>
        </p:nvSpPr>
        <p:spPr>
          <a:xfrm>
            <a:off x="12013084" y="354449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4" name="Google Shape;5374;p170"/>
          <p:cNvSpPr txBox="1"/>
          <p:nvPr/>
        </p:nvSpPr>
        <p:spPr>
          <a:xfrm>
            <a:off x="12177400" y="35109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Frequently Asked Questions</a:t>
            </a:r>
            <a:endParaRPr i="0" sz="800" u="none" cap="none" strike="noStrike">
              <a:latin typeface="Salesforce Sans"/>
              <a:ea typeface="Salesforce Sans"/>
              <a:cs typeface="Salesforce Sans"/>
              <a:sym typeface="Salesforce Sans"/>
            </a:endParaRPr>
          </a:p>
        </p:txBody>
      </p:sp>
      <p:sp>
        <p:nvSpPr>
          <p:cNvPr id="5375" name="Google Shape;5375;p170"/>
          <p:cNvSpPr/>
          <p:nvPr/>
        </p:nvSpPr>
        <p:spPr>
          <a:xfrm>
            <a:off x="12013084" y="37298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6" name="Google Shape;5376;p170"/>
          <p:cNvSpPr txBox="1"/>
          <p:nvPr/>
        </p:nvSpPr>
        <p:spPr>
          <a:xfrm>
            <a:off x="12177400" y="369633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View Balances &amp; Transactions</a:t>
            </a:r>
            <a:endParaRPr i="0" sz="800" u="none" cap="none" strike="noStrike">
              <a:latin typeface="Salesforce Sans"/>
              <a:ea typeface="Salesforce Sans"/>
              <a:cs typeface="Salesforce Sans"/>
              <a:sym typeface="Salesforce Sans"/>
            </a:endParaRPr>
          </a:p>
        </p:txBody>
      </p:sp>
      <p:sp>
        <p:nvSpPr>
          <p:cNvPr id="5377" name="Google Shape;5377;p170"/>
          <p:cNvSpPr/>
          <p:nvPr/>
        </p:nvSpPr>
        <p:spPr>
          <a:xfrm>
            <a:off x="12013084" y="39054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8" name="Google Shape;5378;p170"/>
          <p:cNvSpPr txBox="1"/>
          <p:nvPr/>
        </p:nvSpPr>
        <p:spPr>
          <a:xfrm>
            <a:off x="12177400" y="387199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Transfer Funds</a:t>
            </a:r>
            <a:endParaRPr i="0" sz="800" u="none" cap="none" strike="noStrike">
              <a:latin typeface="Salesforce Sans"/>
              <a:ea typeface="Salesforce Sans"/>
              <a:cs typeface="Salesforce Sans"/>
              <a:sym typeface="Salesforce Sans"/>
            </a:endParaRPr>
          </a:p>
        </p:txBody>
      </p:sp>
      <p:sp>
        <p:nvSpPr>
          <p:cNvPr id="5379" name="Google Shape;5379;p170"/>
          <p:cNvSpPr/>
          <p:nvPr/>
        </p:nvSpPr>
        <p:spPr>
          <a:xfrm>
            <a:off x="12013084" y="40908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0" name="Google Shape;5380;p170"/>
          <p:cNvSpPr txBox="1"/>
          <p:nvPr/>
        </p:nvSpPr>
        <p:spPr>
          <a:xfrm>
            <a:off x="12177400" y="40573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Credit Card Bill Payment</a:t>
            </a:r>
            <a:endParaRPr i="0" sz="800" u="none" cap="none" strike="noStrike">
              <a:latin typeface="Salesforce Sans"/>
              <a:ea typeface="Salesforce Sans"/>
              <a:cs typeface="Salesforce Sans"/>
              <a:sym typeface="Salesforce Sans"/>
            </a:endParaRPr>
          </a:p>
        </p:txBody>
      </p:sp>
      <p:sp>
        <p:nvSpPr>
          <p:cNvPr id="5381" name="Google Shape;5381;p170"/>
          <p:cNvSpPr/>
          <p:nvPr/>
        </p:nvSpPr>
        <p:spPr>
          <a:xfrm>
            <a:off x="12013084" y="428622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2" name="Google Shape;5382;p170"/>
          <p:cNvSpPr txBox="1"/>
          <p:nvPr/>
        </p:nvSpPr>
        <p:spPr>
          <a:xfrm>
            <a:off x="12177400" y="42527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Loan Payment</a:t>
            </a:r>
            <a:endParaRPr i="0" sz="800" u="none" cap="none" strike="noStrike">
              <a:latin typeface="Salesforce Sans"/>
              <a:ea typeface="Salesforce Sans"/>
              <a:cs typeface="Salesforce Sans"/>
              <a:sym typeface="Salesforce Sans"/>
            </a:endParaRPr>
          </a:p>
        </p:txBody>
      </p:sp>
      <p:sp>
        <p:nvSpPr>
          <p:cNvPr id="5383" name="Google Shape;5383;p170"/>
          <p:cNvSpPr/>
          <p:nvPr/>
        </p:nvSpPr>
        <p:spPr>
          <a:xfrm>
            <a:off x="12013084" y="447156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4" name="Google Shape;5384;p170"/>
          <p:cNvSpPr txBox="1"/>
          <p:nvPr/>
        </p:nvSpPr>
        <p:spPr>
          <a:xfrm>
            <a:off x="12177400" y="443806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Payment</a:t>
            </a:r>
            <a:endParaRPr i="0" sz="800" u="none" cap="none" strike="noStrike">
              <a:latin typeface="Salesforce Sans"/>
              <a:ea typeface="Salesforce Sans"/>
              <a:cs typeface="Salesforce Sans"/>
              <a:sym typeface="Salesforce Sans"/>
            </a:endParaRPr>
          </a:p>
        </p:txBody>
      </p:sp>
      <p:sp>
        <p:nvSpPr>
          <p:cNvPr id="5385" name="Google Shape;5385;p170"/>
          <p:cNvSpPr/>
          <p:nvPr/>
        </p:nvSpPr>
        <p:spPr>
          <a:xfrm>
            <a:off x="12013084" y="464721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6" name="Google Shape;5386;p170"/>
          <p:cNvSpPr txBox="1"/>
          <p:nvPr/>
        </p:nvSpPr>
        <p:spPr>
          <a:xfrm>
            <a:off x="12177400" y="461372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ACH-Deposit</a:t>
            </a:r>
            <a:endParaRPr i="0" sz="800" u="none" cap="none" strike="noStrike">
              <a:latin typeface="Salesforce Sans"/>
              <a:ea typeface="Salesforce Sans"/>
              <a:cs typeface="Salesforce Sans"/>
              <a:sym typeface="Salesforce Sans"/>
            </a:endParaRPr>
          </a:p>
        </p:txBody>
      </p:sp>
      <p:sp>
        <p:nvSpPr>
          <p:cNvPr id="5387" name="Google Shape;5387;p170"/>
          <p:cNvSpPr/>
          <p:nvPr/>
        </p:nvSpPr>
        <p:spPr>
          <a:xfrm>
            <a:off x="12013084" y="483255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8" name="Google Shape;5388;p170"/>
          <p:cNvSpPr txBox="1"/>
          <p:nvPr/>
        </p:nvSpPr>
        <p:spPr>
          <a:xfrm>
            <a:off x="12177400" y="479906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Dispute Intake</a:t>
            </a:r>
            <a:endParaRPr i="0" sz="800" u="none" cap="none" strike="noStrike">
              <a:latin typeface="Salesforce Sans"/>
              <a:ea typeface="Salesforce Sans"/>
              <a:cs typeface="Salesforce Sans"/>
              <a:sym typeface="Salesforce Sans"/>
            </a:endParaRPr>
          </a:p>
        </p:txBody>
      </p:sp>
      <p:sp>
        <p:nvSpPr>
          <p:cNvPr id="5389" name="Google Shape;5389;p170"/>
          <p:cNvSpPr/>
          <p:nvPr/>
        </p:nvSpPr>
        <p:spPr>
          <a:xfrm>
            <a:off x="12013084" y="502664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0" name="Google Shape;5390;p170"/>
          <p:cNvSpPr txBox="1"/>
          <p:nvPr/>
        </p:nvSpPr>
        <p:spPr>
          <a:xfrm>
            <a:off x="12177400" y="499315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Secure PIN Services</a:t>
            </a:r>
            <a:endParaRPr i="0" sz="800" u="none" cap="none" strike="noStrike">
              <a:latin typeface="Salesforce Sans"/>
              <a:ea typeface="Salesforce Sans"/>
              <a:cs typeface="Salesforce Sans"/>
              <a:sym typeface="Salesforce Sans"/>
            </a:endParaRPr>
          </a:p>
        </p:txBody>
      </p:sp>
      <p:sp>
        <p:nvSpPr>
          <p:cNvPr id="5391" name="Google Shape;5391;p170"/>
          <p:cNvSpPr/>
          <p:nvPr/>
        </p:nvSpPr>
        <p:spPr>
          <a:xfrm>
            <a:off x="12013084" y="521197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2" name="Google Shape;5392;p170"/>
          <p:cNvSpPr txBox="1"/>
          <p:nvPr/>
        </p:nvSpPr>
        <p:spPr>
          <a:xfrm>
            <a:off x="12177400" y="51784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Request Loan Payoff</a:t>
            </a:r>
            <a:endParaRPr i="0" sz="800" u="none" cap="none" strike="noStrike">
              <a:latin typeface="Salesforce Sans"/>
              <a:ea typeface="Salesforce Sans"/>
              <a:cs typeface="Salesforce Sans"/>
              <a:sym typeface="Salesforce Sans"/>
            </a:endParaRPr>
          </a:p>
        </p:txBody>
      </p:sp>
      <p:sp>
        <p:nvSpPr>
          <p:cNvPr id="5393" name="Google Shape;5393;p170"/>
          <p:cNvSpPr/>
          <p:nvPr/>
        </p:nvSpPr>
        <p:spPr>
          <a:xfrm>
            <a:off x="12013084" y="538763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4" name="Google Shape;5394;p170"/>
          <p:cNvSpPr txBox="1"/>
          <p:nvPr/>
        </p:nvSpPr>
        <p:spPr>
          <a:xfrm>
            <a:off x="12177400" y="535414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Card Security Lock / Unlock</a:t>
            </a:r>
            <a:endParaRPr i="0" sz="800" u="none" cap="none" strike="noStrike">
              <a:latin typeface="Salesforce Sans"/>
              <a:ea typeface="Salesforce Sans"/>
              <a:cs typeface="Salesforce Sans"/>
              <a:sym typeface="Salesforce Sans"/>
            </a:endParaRPr>
          </a:p>
        </p:txBody>
      </p:sp>
      <p:sp>
        <p:nvSpPr>
          <p:cNvPr id="5395" name="Google Shape;5395;p170"/>
          <p:cNvSpPr/>
          <p:nvPr/>
        </p:nvSpPr>
        <p:spPr>
          <a:xfrm>
            <a:off x="12013084" y="557297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6" name="Google Shape;5396;p170"/>
          <p:cNvSpPr txBox="1"/>
          <p:nvPr/>
        </p:nvSpPr>
        <p:spPr>
          <a:xfrm>
            <a:off x="12177400" y="553948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Report Lost Card</a:t>
            </a:r>
            <a:endParaRPr i="0" sz="800" u="none" cap="none" strike="noStrike">
              <a:latin typeface="Salesforce Sans"/>
              <a:ea typeface="Salesforce Sans"/>
              <a:cs typeface="Salesforce Sans"/>
              <a:sym typeface="Salesforce Sans"/>
            </a:endParaRPr>
          </a:p>
        </p:txBody>
      </p:sp>
      <p:sp>
        <p:nvSpPr>
          <p:cNvPr id="5397" name="Google Shape;5397;p170"/>
          <p:cNvSpPr/>
          <p:nvPr/>
        </p:nvSpPr>
        <p:spPr>
          <a:xfrm>
            <a:off x="12013084" y="576909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8" name="Google Shape;5398;p170"/>
          <p:cNvSpPr txBox="1"/>
          <p:nvPr/>
        </p:nvSpPr>
        <p:spPr>
          <a:xfrm>
            <a:off x="12177400" y="57356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Travel Notification</a:t>
            </a:r>
            <a:endParaRPr i="0" sz="800" u="none" cap="none" strike="noStrike">
              <a:latin typeface="Salesforce Sans"/>
              <a:ea typeface="Salesforce Sans"/>
              <a:cs typeface="Salesforce Sans"/>
              <a:sym typeface="Salesforce Sans"/>
            </a:endParaRPr>
          </a:p>
        </p:txBody>
      </p:sp>
      <p:sp>
        <p:nvSpPr>
          <p:cNvPr id="5399" name="Google Shape;5399;p170"/>
          <p:cNvSpPr/>
          <p:nvPr/>
        </p:nvSpPr>
        <p:spPr>
          <a:xfrm>
            <a:off x="12013084" y="59447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0" name="Google Shape;5400;p170"/>
          <p:cNvSpPr txBox="1"/>
          <p:nvPr/>
        </p:nvSpPr>
        <p:spPr>
          <a:xfrm>
            <a:off x="12177400" y="591126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Flexible Billing Management</a:t>
            </a:r>
            <a:endParaRPr i="0" sz="800" u="none" cap="none" strike="noStrike">
              <a:latin typeface="Salesforce Sans"/>
              <a:ea typeface="Salesforce Sans"/>
              <a:cs typeface="Salesforce Sans"/>
              <a:sym typeface="Salesforce Sans"/>
            </a:endParaRPr>
          </a:p>
        </p:txBody>
      </p:sp>
      <p:sp>
        <p:nvSpPr>
          <p:cNvPr id="5401" name="Google Shape;5401;p170"/>
          <p:cNvSpPr/>
          <p:nvPr/>
        </p:nvSpPr>
        <p:spPr>
          <a:xfrm>
            <a:off x="12013084" y="61300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2" name="Google Shape;5402;p170"/>
          <p:cNvSpPr txBox="1"/>
          <p:nvPr/>
        </p:nvSpPr>
        <p:spPr>
          <a:xfrm>
            <a:off x="12177400" y="609659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Statement Services</a:t>
            </a:r>
            <a:endParaRPr i="0" sz="800" u="none" cap="none" strike="noStrike">
              <a:latin typeface="Salesforce Sans"/>
              <a:ea typeface="Salesforce Sans"/>
              <a:cs typeface="Salesforce Sans"/>
              <a:sym typeface="Salesforce Sans"/>
            </a:endParaRPr>
          </a:p>
        </p:txBody>
      </p:sp>
      <p:sp>
        <p:nvSpPr>
          <p:cNvPr id="5403" name="Google Shape;5403;p170"/>
          <p:cNvSpPr/>
          <p:nvPr/>
        </p:nvSpPr>
        <p:spPr>
          <a:xfrm>
            <a:off x="12013084" y="63146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4" name="Google Shape;5404;p170"/>
          <p:cNvSpPr txBox="1"/>
          <p:nvPr/>
        </p:nvSpPr>
        <p:spPr>
          <a:xfrm>
            <a:off x="12177400" y="628116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Fee Reversal</a:t>
            </a:r>
            <a:endParaRPr i="0" sz="800" u="none" cap="none" strike="noStrike">
              <a:latin typeface="Salesforce Sans"/>
              <a:ea typeface="Salesforce Sans"/>
              <a:cs typeface="Salesforce Sans"/>
              <a:sym typeface="Salesforce Sans"/>
            </a:endParaRPr>
          </a:p>
        </p:txBody>
      </p:sp>
      <p:sp>
        <p:nvSpPr>
          <p:cNvPr id="5405" name="Google Shape;5405;p170"/>
          <p:cNvSpPr/>
          <p:nvPr/>
        </p:nvSpPr>
        <p:spPr>
          <a:xfrm>
            <a:off x="12013084" y="651427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6" name="Google Shape;5406;p170"/>
          <p:cNvSpPr txBox="1"/>
          <p:nvPr/>
        </p:nvSpPr>
        <p:spPr>
          <a:xfrm>
            <a:off x="12177400" y="648078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Address Update</a:t>
            </a:r>
            <a:endParaRPr i="0" sz="800" u="none" cap="none" strike="noStrike">
              <a:latin typeface="Salesforce Sans"/>
              <a:ea typeface="Salesforce Sans"/>
              <a:cs typeface="Salesforce Sans"/>
              <a:sym typeface="Salesforce Sans"/>
            </a:endParaRPr>
          </a:p>
        </p:txBody>
      </p:sp>
      <p:sp>
        <p:nvSpPr>
          <p:cNvPr id="5407" name="Google Shape;5407;p170"/>
          <p:cNvSpPr/>
          <p:nvPr/>
        </p:nvSpPr>
        <p:spPr>
          <a:xfrm>
            <a:off x="12013084" y="668992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8" name="Google Shape;5408;p170"/>
          <p:cNvSpPr txBox="1"/>
          <p:nvPr/>
        </p:nvSpPr>
        <p:spPr>
          <a:xfrm>
            <a:off x="12177400" y="665644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Stop Check Payment</a:t>
            </a:r>
            <a:endParaRPr i="0" sz="800" u="none" cap="none" strike="noStrike">
              <a:latin typeface="Salesforce Sans"/>
              <a:ea typeface="Salesforce Sans"/>
              <a:cs typeface="Salesforce Sans"/>
              <a:sym typeface="Salesforce Sans"/>
            </a:endParaRPr>
          </a:p>
        </p:txBody>
      </p:sp>
      <p:sp>
        <p:nvSpPr>
          <p:cNvPr id="5409" name="Google Shape;5409;p170"/>
          <p:cNvSpPr/>
          <p:nvPr/>
        </p:nvSpPr>
        <p:spPr>
          <a:xfrm>
            <a:off x="12013084" y="68752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10" name="Google Shape;5410;p170"/>
          <p:cNvSpPr txBox="1"/>
          <p:nvPr/>
        </p:nvSpPr>
        <p:spPr>
          <a:xfrm>
            <a:off x="12177400" y="684178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Checkbook</a:t>
            </a:r>
            <a:endParaRPr i="0" sz="800" u="none" cap="none" strike="noStrike">
              <a:latin typeface="Salesforce Sans"/>
              <a:ea typeface="Salesforce Sans"/>
              <a:cs typeface="Salesforce Sans"/>
              <a:sym typeface="Salesforce Sans"/>
            </a:endParaRPr>
          </a:p>
        </p:txBody>
      </p:sp>
      <p:sp>
        <p:nvSpPr>
          <p:cNvPr id="5411" name="Google Shape;5411;p170"/>
          <p:cNvSpPr/>
          <p:nvPr/>
        </p:nvSpPr>
        <p:spPr>
          <a:xfrm>
            <a:off x="12013084" y="705783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12" name="Google Shape;5412;p170"/>
          <p:cNvSpPr txBox="1"/>
          <p:nvPr/>
        </p:nvSpPr>
        <p:spPr>
          <a:xfrm>
            <a:off x="12177400" y="7008832"/>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Complaint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Resolution Assistance</a:t>
            </a:r>
            <a:endParaRPr i="0" sz="800" u="none" cap="none" strike="noStrike">
              <a:latin typeface="Salesforce Sans"/>
              <a:ea typeface="Salesforce Sans"/>
              <a:cs typeface="Salesforce Sans"/>
              <a:sym typeface="Salesforce Sans"/>
            </a:endParaRPr>
          </a:p>
        </p:txBody>
      </p:sp>
      <p:sp>
        <p:nvSpPr>
          <p:cNvPr id="5413" name="Google Shape;5413;p170"/>
          <p:cNvSpPr/>
          <p:nvPr/>
        </p:nvSpPr>
        <p:spPr>
          <a:xfrm>
            <a:off x="12013084" y="768323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14" name="Google Shape;5414;p170"/>
          <p:cNvSpPr/>
          <p:nvPr/>
        </p:nvSpPr>
        <p:spPr>
          <a:xfrm>
            <a:off x="10976107" y="239192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Digital Self Service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66AFE"/>
              </a:solidFill>
              <a:latin typeface="Salesforce Sans"/>
              <a:ea typeface="Salesforce Sans"/>
              <a:cs typeface="Salesforce Sans"/>
              <a:sym typeface="Salesforce Sans"/>
            </a:endParaRPr>
          </a:p>
        </p:txBody>
      </p:sp>
      <p:sp>
        <p:nvSpPr>
          <p:cNvPr id="5415" name="Google Shape;5415;p170"/>
          <p:cNvSpPr txBox="1"/>
          <p:nvPr/>
        </p:nvSpPr>
        <p:spPr>
          <a:xfrm>
            <a:off x="10981321"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416" name="Google Shape;5416;p170"/>
          <p:cNvGrpSpPr/>
          <p:nvPr/>
        </p:nvGrpSpPr>
        <p:grpSpPr>
          <a:xfrm>
            <a:off x="9502346" y="1635959"/>
            <a:ext cx="1322400" cy="449700"/>
            <a:chOff x="755165" y="1828821"/>
            <a:chExt cx="1322400" cy="449700"/>
          </a:xfrm>
        </p:grpSpPr>
        <p:sp>
          <p:nvSpPr>
            <p:cNvPr id="5417" name="Google Shape;541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18" name="Google Shape;541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Servicing</a:t>
              </a:r>
              <a:endParaRPr sz="900">
                <a:solidFill>
                  <a:srgbClr val="FFFFFF"/>
                </a:solidFill>
                <a:latin typeface="Avant Garde Demi SFDC"/>
                <a:ea typeface="Avant Garde Demi SFDC"/>
                <a:cs typeface="Avant Garde Demi SFDC"/>
                <a:sym typeface="Avant Garde Demi SFDC"/>
              </a:endParaRPr>
            </a:p>
          </p:txBody>
        </p:sp>
      </p:grpSp>
      <p:sp>
        <p:nvSpPr>
          <p:cNvPr id="5419" name="Google Shape;5419;p170"/>
          <p:cNvSpPr txBox="1"/>
          <p:nvPr/>
        </p:nvSpPr>
        <p:spPr>
          <a:xfrm>
            <a:off x="12179626"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420" name="Google Shape;5420;p170"/>
          <p:cNvSpPr txBox="1"/>
          <p:nvPr/>
        </p:nvSpPr>
        <p:spPr>
          <a:xfrm>
            <a:off x="10976102" y="1610700"/>
            <a:ext cx="929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Assisted Service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Via Contact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Center</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421" name="Google Shape;5421;p170"/>
          <p:cNvGrpSpPr/>
          <p:nvPr/>
        </p:nvGrpSpPr>
        <p:grpSpPr>
          <a:xfrm>
            <a:off x="9502346" y="7402283"/>
            <a:ext cx="1322400" cy="449700"/>
            <a:chOff x="755165" y="1828821"/>
            <a:chExt cx="1322400" cy="449700"/>
          </a:xfrm>
        </p:grpSpPr>
        <p:sp>
          <p:nvSpPr>
            <p:cNvPr id="5422" name="Google Shape;542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23" name="Google Shape;542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424" name="Google Shape;5424;p170"/>
          <p:cNvSpPr/>
          <p:nvPr/>
        </p:nvSpPr>
        <p:spPr>
          <a:xfrm>
            <a:off x="15184789" y="5637635"/>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Contract Lifecycle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5425" name="Google Shape;5425;p170"/>
          <p:cNvSpPr/>
          <p:nvPr/>
        </p:nvSpPr>
        <p:spPr>
          <a:xfrm>
            <a:off x="15184789" y="354082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Finance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5426" name="Google Shape;5426;p170"/>
          <p:cNvSpPr/>
          <p:nvPr/>
        </p:nvSpPr>
        <p:spPr>
          <a:xfrm>
            <a:off x="15184789" y="2755050"/>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427" name="Google Shape;5427;p170"/>
          <p:cNvSpPr/>
          <p:nvPr/>
        </p:nvSpPr>
        <p:spPr>
          <a:xfrm>
            <a:off x="15184789" y="6282095"/>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&amp; Dispute</a:t>
            </a:r>
            <a:endParaRPr b="1" i="0" sz="900" u="none" cap="none" strike="noStrike">
              <a:solidFill>
                <a:srgbClr val="066AFE"/>
              </a:solidFill>
              <a:latin typeface="Salesforce Sans"/>
              <a:ea typeface="Salesforce Sans"/>
              <a:cs typeface="Salesforce Sans"/>
              <a:sym typeface="Salesforce Sans"/>
            </a:endParaRPr>
          </a:p>
        </p:txBody>
      </p:sp>
      <p:sp>
        <p:nvSpPr>
          <p:cNvPr id="5428" name="Google Shape;5428;p170"/>
          <p:cNvSpPr/>
          <p:nvPr/>
        </p:nvSpPr>
        <p:spPr>
          <a:xfrm>
            <a:off x="15184789" y="4238872"/>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Comp</a:t>
            </a:r>
            <a:r>
              <a:rPr b="1" lang="en" sz="900">
                <a:solidFill>
                  <a:srgbClr val="066AFE"/>
                </a:solidFill>
                <a:latin typeface="Salesforce Sans"/>
                <a:ea typeface="Salesforce Sans"/>
                <a:cs typeface="Salesforce Sans"/>
                <a:sym typeface="Salesforce Sans"/>
              </a:rPr>
              <a:t>liance</a:t>
            </a:r>
            <a:endParaRPr b="1" i="0" sz="900" u="none" cap="none" strike="noStrike">
              <a:solidFill>
                <a:srgbClr val="066AFE"/>
              </a:solidFill>
              <a:latin typeface="Salesforce Sans"/>
              <a:ea typeface="Salesforce Sans"/>
              <a:cs typeface="Salesforce Sans"/>
              <a:sym typeface="Salesforce Sans"/>
            </a:endParaRPr>
          </a:p>
        </p:txBody>
      </p:sp>
      <p:sp>
        <p:nvSpPr>
          <p:cNvPr id="5429" name="Google Shape;5429;p170"/>
          <p:cNvSpPr/>
          <p:nvPr/>
        </p:nvSpPr>
        <p:spPr>
          <a:xfrm>
            <a:off x="15184789" y="5190103"/>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5430" name="Google Shape;5430;p170"/>
          <p:cNvSpPr/>
          <p:nvPr/>
        </p:nvSpPr>
        <p:spPr>
          <a:xfrm>
            <a:off x="15184789" y="684081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Selection</a:t>
            </a:r>
            <a:endParaRPr b="1" i="0" sz="900" u="none" cap="none" strike="noStrike">
              <a:solidFill>
                <a:srgbClr val="066AFE"/>
              </a:solidFill>
              <a:latin typeface="Salesforce Sans"/>
              <a:ea typeface="Salesforce Sans"/>
              <a:cs typeface="Salesforce Sans"/>
              <a:sym typeface="Salesforce Sans"/>
            </a:endParaRPr>
          </a:p>
        </p:txBody>
      </p:sp>
      <p:sp>
        <p:nvSpPr>
          <p:cNvPr id="5431" name="Google Shape;5431;p170"/>
          <p:cNvSpPr/>
          <p:nvPr/>
        </p:nvSpPr>
        <p:spPr>
          <a:xfrm>
            <a:off x="15184789" y="736451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Onboarding</a:t>
            </a:r>
            <a:endParaRPr b="1" i="0" sz="900" u="none" cap="none" strike="noStrike">
              <a:solidFill>
                <a:srgbClr val="066AFE"/>
              </a:solidFill>
              <a:latin typeface="Salesforce Sans"/>
              <a:ea typeface="Salesforce Sans"/>
              <a:cs typeface="Salesforce Sans"/>
              <a:sym typeface="Salesforce Sans"/>
            </a:endParaRPr>
          </a:p>
        </p:txBody>
      </p:sp>
      <p:sp>
        <p:nvSpPr>
          <p:cNvPr id="5432" name="Google Shape;5432;p170"/>
          <p:cNvSpPr/>
          <p:nvPr/>
        </p:nvSpPr>
        <p:spPr>
          <a:xfrm>
            <a:off x="15184789" y="789706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Collections &amp; Recovery</a:t>
            </a:r>
            <a:endParaRPr b="1" i="0" sz="900" u="none" cap="none" strike="noStrike">
              <a:solidFill>
                <a:srgbClr val="066AFE"/>
              </a:solidFill>
              <a:latin typeface="Salesforce Sans"/>
              <a:ea typeface="Salesforce Sans"/>
              <a:cs typeface="Salesforce Sans"/>
              <a:sym typeface="Salesforce Sans"/>
            </a:endParaRPr>
          </a:p>
        </p:txBody>
      </p:sp>
      <p:sp>
        <p:nvSpPr>
          <p:cNvPr id="5433" name="Google Shape;5433;p170"/>
          <p:cNvSpPr txBox="1"/>
          <p:nvPr/>
        </p:nvSpPr>
        <p:spPr>
          <a:xfrm>
            <a:off x="16339882" y="9381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Extension Requests</a:t>
            </a:r>
            <a:endParaRPr i="0" sz="800" u="none" cap="none" strike="noStrike">
              <a:latin typeface="Salesforce Sans"/>
              <a:ea typeface="Salesforce Sans"/>
              <a:cs typeface="Salesforce Sans"/>
              <a:sym typeface="Salesforce Sans"/>
            </a:endParaRPr>
          </a:p>
        </p:txBody>
      </p:sp>
      <p:sp>
        <p:nvSpPr>
          <p:cNvPr id="5434" name="Google Shape;5434;p170"/>
          <p:cNvSpPr/>
          <p:nvPr/>
        </p:nvSpPr>
        <p:spPr>
          <a:xfrm>
            <a:off x="15184789" y="4961804"/>
            <a:ext cx="841200" cy="17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Tax &amp; Comp</a:t>
            </a:r>
            <a:endParaRPr b="1" i="0" sz="900" u="none" cap="none" strike="noStrike">
              <a:solidFill>
                <a:srgbClr val="066AFE"/>
              </a:solidFill>
              <a:latin typeface="Salesforce Sans"/>
              <a:ea typeface="Salesforce Sans"/>
              <a:cs typeface="Salesforce Sans"/>
              <a:sym typeface="Salesforce Sans"/>
            </a:endParaRPr>
          </a:p>
        </p:txBody>
      </p:sp>
      <p:sp>
        <p:nvSpPr>
          <p:cNvPr id="5435" name="Google Shape;5435;p170"/>
          <p:cNvSpPr txBox="1"/>
          <p:nvPr/>
        </p:nvSpPr>
        <p:spPr>
          <a:xfrm>
            <a:off x="13825720"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436" name="Google Shape;5436;p170"/>
          <p:cNvSpPr/>
          <p:nvPr/>
        </p:nvSpPr>
        <p:spPr>
          <a:xfrm>
            <a:off x="16175571" y="792612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37" name="Google Shape;5437;p170"/>
          <p:cNvSpPr/>
          <p:nvPr/>
        </p:nvSpPr>
        <p:spPr>
          <a:xfrm>
            <a:off x="16175571" y="87273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38" name="Google Shape;5438;p170"/>
          <p:cNvSpPr/>
          <p:nvPr/>
        </p:nvSpPr>
        <p:spPr>
          <a:xfrm>
            <a:off x="16175571" y="820012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39" name="Google Shape;5439;p170"/>
          <p:cNvSpPr/>
          <p:nvPr/>
        </p:nvSpPr>
        <p:spPr>
          <a:xfrm>
            <a:off x="16175571" y="84669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0" name="Google Shape;5440;p170"/>
          <p:cNvSpPr txBox="1"/>
          <p:nvPr/>
        </p:nvSpPr>
        <p:spPr>
          <a:xfrm>
            <a:off x="16339887" y="766901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Management</a:t>
            </a:r>
            <a:endParaRPr sz="800">
              <a:latin typeface="Salesforce Sans"/>
              <a:ea typeface="Salesforce Sans"/>
              <a:cs typeface="Salesforce Sans"/>
              <a:sym typeface="Salesforce Sans"/>
            </a:endParaRPr>
          </a:p>
        </p:txBody>
      </p:sp>
      <p:sp>
        <p:nvSpPr>
          <p:cNvPr id="5441" name="Google Shape;5441;p170"/>
          <p:cNvSpPr txBox="1"/>
          <p:nvPr/>
        </p:nvSpPr>
        <p:spPr>
          <a:xfrm>
            <a:off x="16339887" y="7892644"/>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Management for Collections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2" name="Google Shape;5442;p170"/>
          <p:cNvSpPr txBox="1"/>
          <p:nvPr/>
        </p:nvSpPr>
        <p:spPr>
          <a:xfrm>
            <a:off x="16339887" y="868823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Call Script for Collections</a:t>
            </a:r>
            <a:endParaRPr sz="800">
              <a:latin typeface="Salesforce Sans"/>
              <a:ea typeface="Salesforce Sans"/>
              <a:cs typeface="Salesforce Sans"/>
              <a:sym typeface="Salesforce Sans"/>
            </a:endParaRPr>
          </a:p>
        </p:txBody>
      </p:sp>
      <p:sp>
        <p:nvSpPr>
          <p:cNvPr id="5443" name="Google Shape;5443;p170"/>
          <p:cNvSpPr txBox="1"/>
          <p:nvPr/>
        </p:nvSpPr>
        <p:spPr>
          <a:xfrm>
            <a:off x="16339887" y="8166641"/>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Promise-to-Pay Agreements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4" name="Google Shape;5444;p170"/>
          <p:cNvSpPr txBox="1"/>
          <p:nvPr/>
        </p:nvSpPr>
        <p:spPr>
          <a:xfrm>
            <a:off x="16339887" y="842976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Link for Collection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5" name="Google Shape;5445;p170"/>
          <p:cNvSpPr/>
          <p:nvPr/>
        </p:nvSpPr>
        <p:spPr>
          <a:xfrm>
            <a:off x="16175571" y="277184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6" name="Google Shape;5446;p170"/>
          <p:cNvSpPr/>
          <p:nvPr/>
        </p:nvSpPr>
        <p:spPr>
          <a:xfrm>
            <a:off x="16175571" y="333449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7" name="Google Shape;5447;p170"/>
          <p:cNvSpPr/>
          <p:nvPr/>
        </p:nvSpPr>
        <p:spPr>
          <a:xfrm>
            <a:off x="16175571" y="35659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8" name="Google Shape;5448;p170"/>
          <p:cNvSpPr/>
          <p:nvPr/>
        </p:nvSpPr>
        <p:spPr>
          <a:xfrm>
            <a:off x="16175571" y="3068286"/>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9" name="Google Shape;5449;p170"/>
          <p:cNvSpPr txBox="1"/>
          <p:nvPr/>
        </p:nvSpPr>
        <p:spPr>
          <a:xfrm>
            <a:off x="16339887" y="2747877"/>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50" name="Google Shape;5450;p170"/>
          <p:cNvSpPr txBox="1"/>
          <p:nvPr/>
        </p:nvSpPr>
        <p:spPr>
          <a:xfrm>
            <a:off x="16339887" y="3309890"/>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5451" name="Google Shape;5451;p170"/>
          <p:cNvSpPr txBox="1"/>
          <p:nvPr/>
        </p:nvSpPr>
        <p:spPr>
          <a:xfrm>
            <a:off x="16339888" y="3532438"/>
            <a:ext cx="14184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 </a:t>
            </a:r>
            <a:endParaRPr sz="800">
              <a:latin typeface="Salesforce Sans"/>
              <a:ea typeface="Salesforce Sans"/>
              <a:cs typeface="Salesforce Sans"/>
              <a:sym typeface="Salesforce Sans"/>
            </a:endParaRPr>
          </a:p>
        </p:txBody>
      </p:sp>
      <p:sp>
        <p:nvSpPr>
          <p:cNvPr id="5452" name="Google Shape;5452;p170"/>
          <p:cNvSpPr txBox="1"/>
          <p:nvPr/>
        </p:nvSpPr>
        <p:spPr>
          <a:xfrm>
            <a:off x="16339887" y="3034799"/>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a:p>
            <a:pPr indent="0" lvl="0" marL="0" rtl="0" algn="l">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53" name="Google Shape;5453;p170"/>
          <p:cNvSpPr/>
          <p:nvPr/>
        </p:nvSpPr>
        <p:spPr>
          <a:xfrm>
            <a:off x="16175571"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4" name="Google Shape;5454;p170"/>
          <p:cNvSpPr/>
          <p:nvPr/>
        </p:nvSpPr>
        <p:spPr>
          <a:xfrm>
            <a:off x="16175571" y="1903529"/>
            <a:ext cx="79200" cy="79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5" name="Google Shape;5455;p170"/>
          <p:cNvSpPr/>
          <p:nvPr/>
        </p:nvSpPr>
        <p:spPr>
          <a:xfrm>
            <a:off x="16175571" y="2174863"/>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6" name="Google Shape;5456;p170"/>
          <p:cNvSpPr txBox="1"/>
          <p:nvPr/>
        </p:nvSpPr>
        <p:spPr>
          <a:xfrm>
            <a:off x="16339888" y="1593925"/>
            <a:ext cx="13239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Benefit Management</a:t>
            </a:r>
            <a:endParaRPr sz="800">
              <a:latin typeface="Salesforce Sans"/>
              <a:ea typeface="Salesforce Sans"/>
              <a:cs typeface="Salesforce Sans"/>
              <a:sym typeface="Salesforce Sans"/>
            </a:endParaRPr>
          </a:p>
        </p:txBody>
      </p:sp>
      <p:sp>
        <p:nvSpPr>
          <p:cNvPr id="5457" name="Google Shape;5457;p170"/>
          <p:cNvSpPr txBox="1"/>
          <p:nvPr/>
        </p:nvSpPr>
        <p:spPr>
          <a:xfrm>
            <a:off x="16339888" y="1865375"/>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Health Monitoring</a:t>
            </a:r>
            <a:endParaRPr sz="800">
              <a:latin typeface="Salesforce Sans"/>
              <a:ea typeface="Salesforce Sans"/>
              <a:cs typeface="Salesforce Sans"/>
              <a:sym typeface="Salesforce Sans"/>
            </a:endParaRPr>
          </a:p>
        </p:txBody>
      </p:sp>
      <p:sp>
        <p:nvSpPr>
          <p:cNvPr id="5458" name="Google Shape;5458;p170"/>
          <p:cNvSpPr txBox="1"/>
          <p:nvPr/>
        </p:nvSpPr>
        <p:spPr>
          <a:xfrm>
            <a:off x="16339888" y="2403550"/>
            <a:ext cx="112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Relations Monitoring</a:t>
            </a:r>
            <a:endParaRPr sz="800">
              <a:latin typeface="Salesforce Sans"/>
              <a:ea typeface="Salesforce Sans"/>
              <a:cs typeface="Salesforce Sans"/>
              <a:sym typeface="Salesforce Sans"/>
            </a:endParaRPr>
          </a:p>
        </p:txBody>
      </p:sp>
      <p:sp>
        <p:nvSpPr>
          <p:cNvPr id="5459" name="Google Shape;5459;p170"/>
          <p:cNvSpPr txBox="1"/>
          <p:nvPr/>
        </p:nvSpPr>
        <p:spPr>
          <a:xfrm>
            <a:off x="16339888" y="2132088"/>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Monitoring</a:t>
            </a:r>
            <a:endParaRPr sz="800">
              <a:latin typeface="Salesforce Sans"/>
              <a:ea typeface="Salesforce Sans"/>
              <a:cs typeface="Salesforce Sans"/>
              <a:sym typeface="Salesforce Sans"/>
            </a:endParaRPr>
          </a:p>
        </p:txBody>
      </p:sp>
      <p:grpSp>
        <p:nvGrpSpPr>
          <p:cNvPr id="5460" name="Google Shape;5460;p170"/>
          <p:cNvGrpSpPr/>
          <p:nvPr/>
        </p:nvGrpSpPr>
        <p:grpSpPr>
          <a:xfrm>
            <a:off x="16175571" y="3720707"/>
            <a:ext cx="1653816" cy="147291"/>
            <a:chOff x="16170809" y="4177907"/>
            <a:chExt cx="1653816" cy="147291"/>
          </a:xfrm>
        </p:grpSpPr>
        <p:sp>
          <p:nvSpPr>
            <p:cNvPr id="5461" name="Google Shape;5461;p170"/>
            <p:cNvSpPr/>
            <p:nvPr/>
          </p:nvSpPr>
          <p:spPr>
            <a:xfrm>
              <a:off x="16170809" y="4177907"/>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5462" name="Google Shape;5462;p170"/>
            <p:cNvSpPr txBox="1"/>
            <p:nvPr/>
          </p:nvSpPr>
          <p:spPr>
            <a:xfrm>
              <a:off x="16335125" y="41967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grpSp>
      <p:sp>
        <p:nvSpPr>
          <p:cNvPr id="5463" name="Google Shape;5463;p170"/>
          <p:cNvSpPr/>
          <p:nvPr/>
        </p:nvSpPr>
        <p:spPr>
          <a:xfrm>
            <a:off x="16175571" y="3982243"/>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4" name="Google Shape;5464;p170"/>
          <p:cNvSpPr txBox="1"/>
          <p:nvPr/>
        </p:nvSpPr>
        <p:spPr>
          <a:xfrm>
            <a:off x="16339887" y="3948747"/>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5465" name="Google Shape;5465;p170"/>
          <p:cNvSpPr/>
          <p:nvPr/>
        </p:nvSpPr>
        <p:spPr>
          <a:xfrm>
            <a:off x="16175571" y="42579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6" name="Google Shape;5466;p170"/>
          <p:cNvSpPr txBox="1"/>
          <p:nvPr/>
        </p:nvSpPr>
        <p:spPr>
          <a:xfrm>
            <a:off x="16339887" y="422441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Extraction</a:t>
            </a:r>
            <a:endParaRPr i="0" sz="800" u="none" cap="none" strike="noStrike">
              <a:latin typeface="Salesforce Sans"/>
              <a:ea typeface="Salesforce Sans"/>
              <a:cs typeface="Salesforce Sans"/>
              <a:sym typeface="Salesforce Sans"/>
            </a:endParaRPr>
          </a:p>
        </p:txBody>
      </p:sp>
      <p:sp>
        <p:nvSpPr>
          <p:cNvPr id="5467" name="Google Shape;5467;p170"/>
          <p:cNvSpPr/>
          <p:nvPr/>
        </p:nvSpPr>
        <p:spPr>
          <a:xfrm>
            <a:off x="16175571" y="44051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8" name="Google Shape;5468;p170"/>
          <p:cNvSpPr txBox="1"/>
          <p:nvPr/>
        </p:nvSpPr>
        <p:spPr>
          <a:xfrm>
            <a:off x="16339887" y="437165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Impact Analysis</a:t>
            </a:r>
            <a:endParaRPr i="0" sz="800" u="none" cap="none" strike="noStrike">
              <a:latin typeface="Salesforce Sans"/>
              <a:ea typeface="Salesforce Sans"/>
              <a:cs typeface="Salesforce Sans"/>
              <a:sym typeface="Salesforce Sans"/>
            </a:endParaRPr>
          </a:p>
        </p:txBody>
      </p:sp>
      <p:grpSp>
        <p:nvGrpSpPr>
          <p:cNvPr id="5469" name="Google Shape;5469;p170"/>
          <p:cNvGrpSpPr/>
          <p:nvPr/>
        </p:nvGrpSpPr>
        <p:grpSpPr>
          <a:xfrm>
            <a:off x="16175571" y="4519431"/>
            <a:ext cx="1653816" cy="128400"/>
            <a:chOff x="16170809" y="4938531"/>
            <a:chExt cx="1653816" cy="128400"/>
          </a:xfrm>
        </p:grpSpPr>
        <p:sp>
          <p:nvSpPr>
            <p:cNvPr id="5470" name="Google Shape;5470;p170"/>
            <p:cNvSpPr/>
            <p:nvPr/>
          </p:nvSpPr>
          <p:spPr>
            <a:xfrm>
              <a:off x="16170809" y="49631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5471" name="Google Shape;5471;p170"/>
            <p:cNvSpPr txBox="1"/>
            <p:nvPr/>
          </p:nvSpPr>
          <p:spPr>
            <a:xfrm>
              <a:off x="16335125" y="49385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Frontline Compliance</a:t>
              </a:r>
              <a:endParaRPr i="0" sz="800" u="none" cap="none" strike="noStrike">
                <a:latin typeface="Salesforce Sans"/>
                <a:ea typeface="Salesforce Sans"/>
                <a:cs typeface="Salesforce Sans"/>
                <a:sym typeface="Salesforce Sans"/>
              </a:endParaRPr>
            </a:p>
          </p:txBody>
        </p:sp>
      </p:grpSp>
      <p:sp>
        <p:nvSpPr>
          <p:cNvPr id="5472" name="Google Shape;5472;p170"/>
          <p:cNvSpPr/>
          <p:nvPr/>
        </p:nvSpPr>
        <p:spPr>
          <a:xfrm>
            <a:off x="16175571" y="470492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73" name="Google Shape;5473;p170"/>
          <p:cNvSpPr txBox="1"/>
          <p:nvPr/>
        </p:nvSpPr>
        <p:spPr>
          <a:xfrm>
            <a:off x="16339887" y="4671430"/>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Natural Language Policy Controls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74" name="Google Shape;5474;p170"/>
          <p:cNvSpPr txBox="1"/>
          <p:nvPr/>
        </p:nvSpPr>
        <p:spPr>
          <a:xfrm>
            <a:off x="16339887" y="489471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t/>
            </a:r>
            <a:endParaRPr i="0" sz="800" u="none" cap="none" strike="noStrike">
              <a:latin typeface="Salesforce Sans"/>
              <a:ea typeface="Salesforce Sans"/>
              <a:cs typeface="Salesforce Sans"/>
              <a:sym typeface="Salesforce Sans"/>
            </a:endParaRPr>
          </a:p>
        </p:txBody>
      </p:sp>
      <p:sp>
        <p:nvSpPr>
          <p:cNvPr id="5475" name="Google Shape;5475;p170"/>
          <p:cNvSpPr txBox="1"/>
          <p:nvPr/>
        </p:nvSpPr>
        <p:spPr>
          <a:xfrm>
            <a:off x="16339887" y="494908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5476" name="Google Shape;5476;p170"/>
          <p:cNvSpPr/>
          <p:nvPr/>
        </p:nvSpPr>
        <p:spPr>
          <a:xfrm>
            <a:off x="16175571" y="5654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77" name="Google Shape;5477;p170"/>
          <p:cNvSpPr txBox="1"/>
          <p:nvPr/>
        </p:nvSpPr>
        <p:spPr>
          <a:xfrm>
            <a:off x="16339887" y="562052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5478" name="Google Shape;5478;p170"/>
          <p:cNvSpPr txBox="1"/>
          <p:nvPr/>
        </p:nvSpPr>
        <p:spPr>
          <a:xfrm>
            <a:off x="16339887" y="5768083"/>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79" name="Google Shape;5479;p170"/>
          <p:cNvSpPr/>
          <p:nvPr/>
        </p:nvSpPr>
        <p:spPr>
          <a:xfrm>
            <a:off x="16175571" y="607389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0" name="Google Shape;5480;p170"/>
          <p:cNvSpPr txBox="1"/>
          <p:nvPr/>
        </p:nvSpPr>
        <p:spPr>
          <a:xfrm>
            <a:off x="16339887" y="60404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5481" name="Google Shape;5481;p170"/>
          <p:cNvSpPr txBox="1"/>
          <p:nvPr/>
        </p:nvSpPr>
        <p:spPr>
          <a:xfrm>
            <a:off x="16339887" y="62636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 Agent</a:t>
            </a:r>
            <a:endParaRPr sz="800">
              <a:latin typeface="Salesforce Sans"/>
              <a:ea typeface="Salesforce Sans"/>
              <a:cs typeface="Salesforce Sans"/>
              <a:sym typeface="Salesforce Sans"/>
            </a:endParaRPr>
          </a:p>
        </p:txBody>
      </p:sp>
      <p:sp>
        <p:nvSpPr>
          <p:cNvPr id="5482" name="Google Shape;5482;p170"/>
          <p:cNvSpPr txBox="1"/>
          <p:nvPr/>
        </p:nvSpPr>
        <p:spPr>
          <a:xfrm>
            <a:off x="16339887" y="644902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 Agent</a:t>
            </a:r>
            <a:endParaRPr sz="800">
              <a:latin typeface="Salesforce Sans"/>
              <a:ea typeface="Salesforce Sans"/>
              <a:cs typeface="Salesforce Sans"/>
              <a:sym typeface="Salesforce Sans"/>
            </a:endParaRPr>
          </a:p>
        </p:txBody>
      </p:sp>
      <p:sp>
        <p:nvSpPr>
          <p:cNvPr id="5483" name="Google Shape;5483;p170"/>
          <p:cNvSpPr txBox="1"/>
          <p:nvPr/>
        </p:nvSpPr>
        <p:spPr>
          <a:xfrm>
            <a:off x="16339887" y="663358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 Agent</a:t>
            </a:r>
            <a:endParaRPr sz="800">
              <a:latin typeface="Salesforce Sans"/>
              <a:ea typeface="Salesforce Sans"/>
              <a:cs typeface="Salesforce Sans"/>
              <a:sym typeface="Salesforce Sans"/>
            </a:endParaRPr>
          </a:p>
        </p:txBody>
      </p:sp>
      <p:sp>
        <p:nvSpPr>
          <p:cNvPr id="5484" name="Google Shape;5484;p170"/>
          <p:cNvSpPr/>
          <p:nvPr/>
        </p:nvSpPr>
        <p:spPr>
          <a:xfrm>
            <a:off x="16175571" y="686669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5" name="Google Shape;5485;p170"/>
          <p:cNvSpPr txBox="1"/>
          <p:nvPr/>
        </p:nvSpPr>
        <p:spPr>
          <a:xfrm>
            <a:off x="16339887" y="6833210"/>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a:latin typeface="Salesforce Sans"/>
              <a:ea typeface="Salesforce Sans"/>
              <a:cs typeface="Salesforce Sans"/>
              <a:sym typeface="Salesforce Sans"/>
            </a:endParaRPr>
          </a:p>
        </p:txBody>
      </p:sp>
      <p:sp>
        <p:nvSpPr>
          <p:cNvPr id="5486" name="Google Shape;5486;p170"/>
          <p:cNvSpPr/>
          <p:nvPr/>
        </p:nvSpPr>
        <p:spPr>
          <a:xfrm>
            <a:off x="16175571" y="701377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7" name="Google Shape;5487;p170"/>
          <p:cNvSpPr txBox="1"/>
          <p:nvPr/>
        </p:nvSpPr>
        <p:spPr>
          <a:xfrm>
            <a:off x="16339887" y="698029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a:latin typeface="Salesforce Sans"/>
              <a:ea typeface="Salesforce Sans"/>
              <a:cs typeface="Salesforce Sans"/>
              <a:sym typeface="Salesforce Sans"/>
            </a:endParaRPr>
          </a:p>
        </p:txBody>
      </p:sp>
      <p:sp>
        <p:nvSpPr>
          <p:cNvPr id="5488" name="Google Shape;5488;p170"/>
          <p:cNvSpPr/>
          <p:nvPr/>
        </p:nvSpPr>
        <p:spPr>
          <a:xfrm>
            <a:off x="16175571" y="71610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9" name="Google Shape;5489;p170"/>
          <p:cNvSpPr txBox="1"/>
          <p:nvPr/>
        </p:nvSpPr>
        <p:spPr>
          <a:xfrm>
            <a:off x="16339887" y="7127531"/>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5490" name="Google Shape;5490;p170"/>
          <p:cNvSpPr txBox="1"/>
          <p:nvPr/>
        </p:nvSpPr>
        <p:spPr>
          <a:xfrm>
            <a:off x="16339887" y="7359132"/>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Enablement</a:t>
            </a:r>
            <a:endParaRPr sz="800">
              <a:latin typeface="Salesforce Sans"/>
              <a:ea typeface="Salesforce Sans"/>
              <a:cs typeface="Salesforce Sans"/>
              <a:sym typeface="Salesforce Sans"/>
            </a:endParaRPr>
          </a:p>
        </p:txBody>
      </p:sp>
      <p:sp>
        <p:nvSpPr>
          <p:cNvPr id="5491" name="Google Shape;5491;p170"/>
          <p:cNvSpPr/>
          <p:nvPr/>
        </p:nvSpPr>
        <p:spPr>
          <a:xfrm>
            <a:off x="16175571" y="77022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92" name="Google Shape;5492;p170"/>
          <p:cNvSpPr txBox="1"/>
          <p:nvPr/>
        </p:nvSpPr>
        <p:spPr>
          <a:xfrm>
            <a:off x="15190009"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493" name="Google Shape;5493;p170"/>
          <p:cNvGrpSpPr/>
          <p:nvPr/>
        </p:nvGrpSpPr>
        <p:grpSpPr>
          <a:xfrm>
            <a:off x="13711033" y="1635959"/>
            <a:ext cx="1322400" cy="449700"/>
            <a:chOff x="755165" y="1828821"/>
            <a:chExt cx="1322400" cy="449700"/>
          </a:xfrm>
        </p:grpSpPr>
        <p:sp>
          <p:nvSpPr>
            <p:cNvPr id="5494" name="Google Shape;5494;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95" name="Google Shape;5495;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496" name="Google Shape;5496;p170"/>
          <p:cNvSpPr txBox="1"/>
          <p:nvPr/>
        </p:nvSpPr>
        <p:spPr>
          <a:xfrm>
            <a:off x="16342114"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497" name="Google Shape;5497;p170"/>
          <p:cNvSpPr txBox="1"/>
          <p:nvPr/>
        </p:nvSpPr>
        <p:spPr>
          <a:xfrm>
            <a:off x="15184789" y="1610700"/>
            <a:ext cx="9633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Operations</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498" name="Google Shape;5498;p170"/>
          <p:cNvGrpSpPr/>
          <p:nvPr/>
        </p:nvGrpSpPr>
        <p:grpSpPr>
          <a:xfrm>
            <a:off x="13711033" y="7918896"/>
            <a:ext cx="1322400" cy="449700"/>
            <a:chOff x="755165" y="1828821"/>
            <a:chExt cx="1322400" cy="449700"/>
          </a:xfrm>
        </p:grpSpPr>
        <p:sp>
          <p:nvSpPr>
            <p:cNvPr id="5499" name="Google Shape;5499;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500" name="Google Shape;5500;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Collections &amp; Recover</a:t>
              </a:r>
              <a:endParaRPr sz="900">
                <a:solidFill>
                  <a:srgbClr val="FFFFFF"/>
                </a:solidFill>
                <a:latin typeface="Avant Garde Demi SFDC"/>
                <a:ea typeface="Avant Garde Demi SFDC"/>
                <a:cs typeface="Avant Garde Demi SFDC"/>
                <a:sym typeface="Avant Garde Demi SFDC"/>
              </a:endParaRPr>
            </a:p>
          </p:txBody>
        </p:sp>
      </p:grpSp>
      <p:sp>
        <p:nvSpPr>
          <p:cNvPr id="5501" name="Google Shape;5501;p170"/>
          <p:cNvSpPr/>
          <p:nvPr/>
        </p:nvSpPr>
        <p:spPr>
          <a:xfrm>
            <a:off x="16175571" y="520296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2" name="Google Shape;5502;p170"/>
          <p:cNvSpPr txBox="1"/>
          <p:nvPr/>
        </p:nvSpPr>
        <p:spPr>
          <a:xfrm>
            <a:off x="16339887" y="516947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a:latin typeface="Salesforce Sans"/>
              <a:ea typeface="Salesforce Sans"/>
              <a:cs typeface="Salesforce Sans"/>
              <a:sym typeface="Salesforce Sans"/>
            </a:endParaRPr>
          </a:p>
        </p:txBody>
      </p:sp>
      <p:sp>
        <p:nvSpPr>
          <p:cNvPr id="5503" name="Google Shape;5503;p170"/>
          <p:cNvSpPr txBox="1"/>
          <p:nvPr/>
        </p:nvSpPr>
        <p:spPr>
          <a:xfrm>
            <a:off x="16339887" y="531975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a:latin typeface="Salesforce Sans"/>
              <a:ea typeface="Salesforce Sans"/>
              <a:cs typeface="Salesforce Sans"/>
              <a:sym typeface="Salesforce Sans"/>
            </a:endParaRPr>
          </a:p>
        </p:txBody>
      </p:sp>
      <p:sp>
        <p:nvSpPr>
          <p:cNvPr id="5504" name="Google Shape;5504;p170"/>
          <p:cNvSpPr/>
          <p:nvPr/>
        </p:nvSpPr>
        <p:spPr>
          <a:xfrm>
            <a:off x="16175571" y="754773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05" name="Google Shape;5505;p170"/>
          <p:cNvSpPr txBox="1"/>
          <p:nvPr/>
        </p:nvSpPr>
        <p:spPr>
          <a:xfrm>
            <a:off x="16339887" y="751425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06" name="Google Shape;5506;p170"/>
          <p:cNvSpPr/>
          <p:nvPr/>
        </p:nvSpPr>
        <p:spPr>
          <a:xfrm>
            <a:off x="16175571" y="887325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7" name="Google Shape;5507;p170"/>
          <p:cNvSpPr txBox="1"/>
          <p:nvPr/>
        </p:nvSpPr>
        <p:spPr>
          <a:xfrm>
            <a:off x="16339887" y="8836042"/>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Information and Query Support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08" name="Google Shape;5508;p170"/>
          <p:cNvSpPr/>
          <p:nvPr/>
        </p:nvSpPr>
        <p:spPr>
          <a:xfrm>
            <a:off x="16175571" y="91447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9" name="Google Shape;5509;p170"/>
          <p:cNvSpPr txBox="1"/>
          <p:nvPr/>
        </p:nvSpPr>
        <p:spPr>
          <a:xfrm>
            <a:off x="16339887" y="910751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Representative Contact Update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10" name="Google Shape;5510;p170"/>
          <p:cNvSpPr/>
          <p:nvPr/>
        </p:nvSpPr>
        <p:spPr>
          <a:xfrm>
            <a:off x="16175571" y="9406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5511" name="Google Shape;5511;p170"/>
          <p:cNvGrpSpPr/>
          <p:nvPr/>
        </p:nvGrpSpPr>
        <p:grpSpPr>
          <a:xfrm>
            <a:off x="16175571" y="9526048"/>
            <a:ext cx="2530136" cy="128400"/>
            <a:chOff x="16170809" y="9954673"/>
            <a:chExt cx="2530136" cy="128400"/>
          </a:xfrm>
        </p:grpSpPr>
        <p:sp>
          <p:nvSpPr>
            <p:cNvPr id="5512" name="Google Shape;5512;p170"/>
            <p:cNvSpPr txBox="1"/>
            <p:nvPr/>
          </p:nvSpPr>
          <p:spPr>
            <a:xfrm>
              <a:off x="16335145" y="9954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Customer Verification</a:t>
              </a:r>
              <a:endParaRPr i="0" sz="800" u="none" cap="none" strike="noStrike">
                <a:latin typeface="Salesforce Sans"/>
                <a:ea typeface="Salesforce Sans"/>
                <a:cs typeface="Salesforce Sans"/>
                <a:sym typeface="Salesforce Sans"/>
              </a:endParaRPr>
            </a:p>
          </p:txBody>
        </p:sp>
        <p:sp>
          <p:nvSpPr>
            <p:cNvPr id="5513" name="Google Shape;5513;p170"/>
            <p:cNvSpPr/>
            <p:nvPr/>
          </p:nvSpPr>
          <p:spPr>
            <a:xfrm>
              <a:off x="16170809" y="9979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grpSp>
      <p:sp>
        <p:nvSpPr>
          <p:cNvPr id="5514" name="Google Shape;5514;p170"/>
          <p:cNvSpPr txBox="1"/>
          <p:nvPr/>
        </p:nvSpPr>
        <p:spPr>
          <a:xfrm>
            <a:off x="9694269" y="9906521"/>
            <a:ext cx="8385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harma" showMasterSp="0">
  <p:cSld name="TITLE_AND_BODY_5_1_1_1_1">
    <p:spTree>
      <p:nvGrpSpPr>
        <p:cNvPr id="5515" name="Shape 5515"/>
        <p:cNvGrpSpPr/>
        <p:nvPr/>
      </p:nvGrpSpPr>
      <p:grpSpPr>
        <a:xfrm>
          <a:off x="0" y="0"/>
          <a:ext cx="0" cy="0"/>
          <a:chOff x="0" y="0"/>
          <a:chExt cx="0" cy="0"/>
        </a:xfrm>
      </p:grpSpPr>
      <p:sp>
        <p:nvSpPr>
          <p:cNvPr id="5516" name="Google Shape;5516;p171"/>
          <p:cNvSpPr txBox="1"/>
          <p:nvPr/>
        </p:nvSpPr>
        <p:spPr>
          <a:xfrm>
            <a:off x="857250"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pharma workflows</a:t>
            </a:r>
            <a:endParaRPr sz="4200">
              <a:solidFill>
                <a:schemeClr val="dk1"/>
              </a:solidFill>
              <a:latin typeface="Avant Garde Demi SFDC"/>
              <a:ea typeface="Avant Garde Demi SFDC"/>
              <a:cs typeface="Avant Garde Demi SFDC"/>
              <a:sym typeface="Avant Garde Demi SFDC"/>
            </a:endParaRPr>
          </a:p>
        </p:txBody>
      </p:sp>
      <p:grpSp>
        <p:nvGrpSpPr>
          <p:cNvPr id="5517" name="Google Shape;5517;p171"/>
          <p:cNvGrpSpPr/>
          <p:nvPr/>
        </p:nvGrpSpPr>
        <p:grpSpPr>
          <a:xfrm>
            <a:off x="5987400" y="1143000"/>
            <a:ext cx="6313200" cy="307800"/>
            <a:chOff x="10935900" y="1111148"/>
            <a:chExt cx="6313200" cy="307800"/>
          </a:xfrm>
        </p:grpSpPr>
        <p:grpSp>
          <p:nvGrpSpPr>
            <p:cNvPr id="5518" name="Google Shape;5518;p171"/>
            <p:cNvGrpSpPr/>
            <p:nvPr/>
          </p:nvGrpSpPr>
          <p:grpSpPr>
            <a:xfrm>
              <a:off x="10935900" y="1111148"/>
              <a:ext cx="6313200" cy="307800"/>
              <a:chOff x="11238000" y="958400"/>
              <a:chExt cx="6313200" cy="307800"/>
            </a:xfrm>
          </p:grpSpPr>
          <p:sp>
            <p:nvSpPr>
              <p:cNvPr id="5519" name="Google Shape;5519;p171"/>
              <p:cNvSpPr/>
              <p:nvPr/>
            </p:nvSpPr>
            <p:spPr>
              <a:xfrm>
                <a:off x="11238000" y="9614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520" name="Google Shape;5520;p171"/>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1" name="Google Shape;5521;p171"/>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22" name="Google Shape;5522;p171"/>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3" name="Google Shape;5523;p171"/>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4" name="Google Shape;5524;p171"/>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525" name="Google Shape;5525;p171"/>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526" name="Google Shape;5526;p171"/>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5527" name="Google Shape;5527;p171"/>
            <p:cNvSpPr txBox="1"/>
            <p:nvPr/>
          </p:nvSpPr>
          <p:spPr>
            <a:xfrm>
              <a:off x="16504798" y="1185550"/>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5528" name="Google Shape;5528;p171"/>
          <p:cNvGrpSpPr/>
          <p:nvPr/>
        </p:nvGrpSpPr>
        <p:grpSpPr>
          <a:xfrm>
            <a:off x="439619" y="1524000"/>
            <a:ext cx="4336282" cy="8401512"/>
            <a:chOff x="478339" y="1521600"/>
            <a:chExt cx="4336282" cy="8401512"/>
          </a:xfrm>
        </p:grpSpPr>
        <p:sp>
          <p:nvSpPr>
            <p:cNvPr id="5529" name="Google Shape;5529;p171"/>
            <p:cNvSpPr/>
            <p:nvPr/>
          </p:nvSpPr>
          <p:spPr>
            <a:xfrm>
              <a:off x="1601900" y="2618605"/>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Early Disease Research </a:t>
              </a:r>
              <a:endParaRPr b="1" i="0" sz="945" u="none" cap="none" strike="noStrike">
                <a:solidFill>
                  <a:srgbClr val="066AFE"/>
                </a:solidFill>
                <a:latin typeface="Salesforce Sans"/>
                <a:ea typeface="Salesforce Sans"/>
                <a:cs typeface="Salesforce Sans"/>
                <a:sym typeface="Salesforce Sans"/>
              </a:endParaRPr>
            </a:p>
          </p:txBody>
        </p:sp>
        <p:sp>
          <p:nvSpPr>
            <p:cNvPr id="5530" name="Google Shape;5530;p171"/>
            <p:cNvSpPr/>
            <p:nvPr/>
          </p:nvSpPr>
          <p:spPr>
            <a:xfrm>
              <a:off x="1601900" y="9464113"/>
              <a:ext cx="14577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a:t>
              </a:r>
              <a:r>
                <a:rPr b="1" lang="en" sz="945">
                  <a:solidFill>
                    <a:srgbClr val="066AFE"/>
                  </a:solidFill>
                  <a:latin typeface="Salesforce Sans"/>
                  <a:ea typeface="Salesforce Sans"/>
                  <a:cs typeface="Salesforce Sans"/>
                  <a:sym typeface="Salesforce Sans"/>
                </a:rPr>
                <a:t> </a:t>
              </a:r>
              <a:br>
                <a:rPr b="1" lang="en" sz="945">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Intelligence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Monitoring </a:t>
              </a:r>
              <a:endParaRPr b="1" i="0" sz="945" u="none" cap="none" strike="noStrike">
                <a:solidFill>
                  <a:srgbClr val="066AFE"/>
                </a:solidFill>
                <a:latin typeface="Salesforce Sans"/>
                <a:ea typeface="Salesforce Sans"/>
                <a:cs typeface="Salesforce Sans"/>
                <a:sym typeface="Salesforce Sans"/>
              </a:endParaRPr>
            </a:p>
          </p:txBody>
        </p:sp>
        <p:sp>
          <p:nvSpPr>
            <p:cNvPr id="5531" name="Google Shape;5531;p171"/>
            <p:cNvSpPr/>
            <p:nvPr/>
          </p:nvSpPr>
          <p:spPr>
            <a:xfrm>
              <a:off x="1601900" y="3693863"/>
              <a:ext cx="12960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Drug / Compound Identification </a:t>
              </a:r>
              <a:endParaRPr b="1" i="0" sz="945" u="none" cap="none" strike="noStrike">
                <a:solidFill>
                  <a:srgbClr val="066AFE"/>
                </a:solidFill>
                <a:latin typeface="Salesforce Sans"/>
                <a:ea typeface="Salesforce Sans"/>
                <a:cs typeface="Salesforce Sans"/>
                <a:sym typeface="Salesforce Sans"/>
              </a:endParaRPr>
            </a:p>
          </p:txBody>
        </p:sp>
        <p:sp>
          <p:nvSpPr>
            <p:cNvPr id="5532" name="Google Shape;5532;p171"/>
            <p:cNvSpPr/>
            <p:nvPr/>
          </p:nvSpPr>
          <p:spPr>
            <a:xfrm>
              <a:off x="1601900" y="3158862"/>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Target Discovery </a:t>
              </a:r>
              <a:endParaRPr b="1" i="0" sz="945" u="none" cap="none" strike="noStrike">
                <a:solidFill>
                  <a:srgbClr val="066AFE"/>
                </a:solidFill>
                <a:latin typeface="Salesforce Sans"/>
                <a:ea typeface="Salesforce Sans"/>
                <a:cs typeface="Salesforce Sans"/>
                <a:sym typeface="Salesforce Sans"/>
              </a:endParaRPr>
            </a:p>
          </p:txBody>
        </p:sp>
        <p:sp>
          <p:nvSpPr>
            <p:cNvPr id="5533" name="Google Shape;5533;p171"/>
            <p:cNvSpPr/>
            <p:nvPr/>
          </p:nvSpPr>
          <p:spPr>
            <a:xfrm>
              <a:off x="1601900" y="4084100"/>
              <a:ext cx="11211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Biochemical Simulation &amp; Modelling</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highlight>
                  <a:srgbClr val="FFFF00"/>
                </a:highlight>
                <a:latin typeface="Salesforce Sans"/>
                <a:ea typeface="Salesforce Sans"/>
                <a:cs typeface="Salesforce Sans"/>
                <a:sym typeface="Salesforce Sans"/>
              </a:endParaRPr>
            </a:p>
          </p:txBody>
        </p:sp>
        <p:sp>
          <p:nvSpPr>
            <p:cNvPr id="5534" name="Google Shape;5534;p171"/>
            <p:cNvSpPr/>
            <p:nvPr/>
          </p:nvSpPr>
          <p:spPr>
            <a:xfrm>
              <a:off x="1601900" y="4562067"/>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Protocol Design </a:t>
              </a:r>
              <a:endParaRPr b="1" i="0" sz="945" u="none" cap="none" strike="noStrike">
                <a:solidFill>
                  <a:srgbClr val="066AFE"/>
                </a:solidFill>
                <a:latin typeface="Salesforce Sans"/>
                <a:ea typeface="Salesforce Sans"/>
                <a:cs typeface="Salesforce Sans"/>
                <a:sym typeface="Salesforce Sans"/>
              </a:endParaRPr>
            </a:p>
          </p:txBody>
        </p:sp>
        <p:sp>
          <p:nvSpPr>
            <p:cNvPr id="5535" name="Google Shape;5535;p171"/>
            <p:cNvSpPr/>
            <p:nvPr/>
          </p:nvSpPr>
          <p:spPr>
            <a:xfrm>
              <a:off x="1601900" y="5363200"/>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Comparative Analysis </a:t>
              </a:r>
              <a:endParaRPr b="1" i="0" sz="945" u="none" cap="none" strike="noStrike">
                <a:solidFill>
                  <a:srgbClr val="066AFE"/>
                </a:solidFill>
                <a:latin typeface="Salesforce Sans"/>
                <a:ea typeface="Salesforce Sans"/>
                <a:cs typeface="Salesforce Sans"/>
                <a:sym typeface="Salesforce Sans"/>
              </a:endParaRPr>
            </a:p>
          </p:txBody>
        </p:sp>
        <p:sp>
          <p:nvSpPr>
            <p:cNvPr id="5536" name="Google Shape;5536;p171"/>
            <p:cNvSpPr/>
            <p:nvPr/>
          </p:nvSpPr>
          <p:spPr>
            <a:xfrm>
              <a:off x="1601900" y="6256263"/>
              <a:ext cx="11835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Pre-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Approval</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5537" name="Google Shape;5537;p171"/>
            <p:cNvSpPr/>
            <p:nvPr/>
          </p:nvSpPr>
          <p:spPr>
            <a:xfrm>
              <a:off x="1601900" y="7298388"/>
              <a:ext cx="10920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Data Analysis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&amp; Results</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5538" name="Google Shape;5538;p171"/>
            <p:cNvSpPr/>
            <p:nvPr/>
          </p:nvSpPr>
          <p:spPr>
            <a:xfrm>
              <a:off x="1601900" y="6629419"/>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Execution </a:t>
              </a:r>
              <a:endParaRPr b="1" i="0" sz="945" u="none" cap="none" strike="noStrike">
                <a:solidFill>
                  <a:srgbClr val="066AFE"/>
                </a:solidFill>
                <a:latin typeface="Salesforce Sans"/>
                <a:ea typeface="Salesforce Sans"/>
                <a:cs typeface="Salesforce Sans"/>
                <a:sym typeface="Salesforce Sans"/>
              </a:endParaRPr>
            </a:p>
          </p:txBody>
        </p:sp>
        <p:sp>
          <p:nvSpPr>
            <p:cNvPr id="5539" name="Google Shape;5539;p171"/>
            <p:cNvSpPr/>
            <p:nvPr/>
          </p:nvSpPr>
          <p:spPr>
            <a:xfrm>
              <a:off x="1601900" y="5727840"/>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Startup </a:t>
              </a:r>
              <a:endParaRPr b="1" i="0" sz="945" u="none" cap="none" strike="noStrike">
                <a:solidFill>
                  <a:srgbClr val="066AFE"/>
                </a:solidFill>
                <a:latin typeface="Salesforce Sans"/>
                <a:ea typeface="Salesforce Sans"/>
                <a:cs typeface="Salesforce Sans"/>
                <a:sym typeface="Salesforce Sans"/>
              </a:endParaRPr>
            </a:p>
          </p:txBody>
        </p:sp>
        <p:sp>
          <p:nvSpPr>
            <p:cNvPr id="5540" name="Google Shape;5540;p171"/>
            <p:cNvSpPr/>
            <p:nvPr/>
          </p:nvSpPr>
          <p:spPr>
            <a:xfrm>
              <a:off x="1601900" y="7641472"/>
              <a:ext cx="10749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Initial</a:t>
              </a:r>
              <a:r>
                <a:rPr b="1" lang="en" sz="945">
                  <a:solidFill>
                    <a:srgbClr val="066AFE"/>
                  </a:solidFill>
                  <a:latin typeface="Salesforce Sans"/>
                  <a:ea typeface="Salesforce Sans"/>
                  <a:cs typeface="Salesforce Sans"/>
                  <a:sym typeface="Salesforce Sans"/>
                </a:rPr>
                <a:t> </a:t>
              </a:r>
              <a:r>
                <a:rPr b="1" i="0" lang="en" sz="945" u="none" cap="none" strike="noStrike">
                  <a:solidFill>
                    <a:srgbClr val="066AFE"/>
                  </a:solidFill>
                  <a:latin typeface="Salesforce Sans"/>
                  <a:ea typeface="Salesforce Sans"/>
                  <a:cs typeface="Salesforce Sans"/>
                  <a:sym typeface="Salesforce Sans"/>
                </a:rPr>
                <a:t>Regulatory Reporting </a:t>
              </a:r>
              <a:endParaRPr b="1" i="0" sz="945" u="none" cap="none" strike="noStrike">
                <a:solidFill>
                  <a:srgbClr val="066AFE"/>
                </a:solidFill>
                <a:latin typeface="Salesforce Sans"/>
                <a:ea typeface="Salesforce Sans"/>
                <a:cs typeface="Salesforce Sans"/>
                <a:sym typeface="Salesforce Sans"/>
              </a:endParaRPr>
            </a:p>
          </p:txBody>
        </p:sp>
        <p:sp>
          <p:nvSpPr>
            <p:cNvPr id="5541" name="Google Shape;5541;p171"/>
            <p:cNvSpPr/>
            <p:nvPr/>
          </p:nvSpPr>
          <p:spPr>
            <a:xfrm>
              <a:off x="1601900" y="82988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Inquiry </a:t>
              </a:r>
              <a:endParaRPr b="1" i="0" sz="945" u="none" cap="none" strike="noStrike">
                <a:solidFill>
                  <a:srgbClr val="066AFE"/>
                </a:solidFill>
                <a:latin typeface="Salesforce Sans"/>
                <a:ea typeface="Salesforce Sans"/>
                <a:cs typeface="Salesforce Sans"/>
                <a:sym typeface="Salesforce Sans"/>
              </a:endParaRPr>
            </a:p>
          </p:txBody>
        </p:sp>
        <p:sp>
          <p:nvSpPr>
            <p:cNvPr id="5542" name="Google Shape;5542;p171"/>
            <p:cNvSpPr/>
            <p:nvPr/>
          </p:nvSpPr>
          <p:spPr>
            <a:xfrm>
              <a:off x="1601900" y="8659599"/>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Post-Marketing Surveillance </a:t>
              </a:r>
              <a:endParaRPr b="1" i="0" sz="945" u="none" cap="none" strike="noStrike">
                <a:solidFill>
                  <a:srgbClr val="066AFE"/>
                </a:solidFill>
                <a:latin typeface="Salesforce Sans"/>
                <a:ea typeface="Salesforce Sans"/>
                <a:cs typeface="Salesforce Sans"/>
                <a:sym typeface="Salesforce Sans"/>
              </a:endParaRPr>
            </a:p>
          </p:txBody>
        </p:sp>
        <p:sp>
          <p:nvSpPr>
            <p:cNvPr id="5543" name="Google Shape;5543;p171"/>
            <p:cNvSpPr txBox="1"/>
            <p:nvPr/>
          </p:nvSpPr>
          <p:spPr>
            <a:xfrm>
              <a:off x="3048821" y="29421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Preparation</a:t>
              </a:r>
              <a:endParaRPr i="0" sz="800" u="none" cap="none" strike="noStrike">
                <a:latin typeface="Salesforce Sans"/>
                <a:ea typeface="Salesforce Sans"/>
                <a:cs typeface="Salesforce Sans"/>
                <a:sym typeface="Salesforce Sans"/>
              </a:endParaRPr>
            </a:p>
          </p:txBody>
        </p:sp>
        <p:sp>
          <p:nvSpPr>
            <p:cNvPr id="5544" name="Google Shape;5544;p171"/>
            <p:cNvSpPr txBox="1"/>
            <p:nvPr/>
          </p:nvSpPr>
          <p:spPr>
            <a:xfrm>
              <a:off x="3048821" y="31572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Identification</a:t>
              </a:r>
              <a:endParaRPr sz="800">
                <a:latin typeface="Salesforce Sans"/>
                <a:ea typeface="Salesforce Sans"/>
                <a:cs typeface="Salesforce Sans"/>
                <a:sym typeface="Salesforce Sans"/>
              </a:endParaRPr>
            </a:p>
          </p:txBody>
        </p:sp>
        <p:sp>
          <p:nvSpPr>
            <p:cNvPr id="5545" name="Google Shape;5545;p171"/>
            <p:cNvSpPr txBox="1"/>
            <p:nvPr/>
          </p:nvSpPr>
          <p:spPr>
            <a:xfrm>
              <a:off x="3048821" y="331296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Validation</a:t>
              </a:r>
              <a:endParaRPr sz="800">
                <a:latin typeface="Salesforce Sans"/>
                <a:ea typeface="Salesforce Sans"/>
                <a:cs typeface="Salesforce Sans"/>
                <a:sym typeface="Salesforce Sans"/>
              </a:endParaRPr>
            </a:p>
          </p:txBody>
        </p:sp>
        <p:sp>
          <p:nvSpPr>
            <p:cNvPr id="5546" name="Google Shape;5546;p171"/>
            <p:cNvSpPr txBox="1"/>
            <p:nvPr/>
          </p:nvSpPr>
          <p:spPr>
            <a:xfrm>
              <a:off x="3048821" y="38679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Formulation Development</a:t>
              </a:r>
              <a:endParaRPr sz="800">
                <a:latin typeface="Salesforce Sans"/>
                <a:ea typeface="Salesforce Sans"/>
                <a:cs typeface="Salesforce Sans"/>
                <a:sym typeface="Salesforce Sans"/>
              </a:endParaRPr>
            </a:p>
          </p:txBody>
        </p:sp>
        <p:sp>
          <p:nvSpPr>
            <p:cNvPr id="5547" name="Google Shape;5547;p171"/>
            <p:cNvSpPr txBox="1"/>
            <p:nvPr/>
          </p:nvSpPr>
          <p:spPr>
            <a:xfrm>
              <a:off x="3048821" y="34749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Prioritization</a:t>
              </a:r>
              <a:endParaRPr sz="800">
                <a:latin typeface="Salesforce Sans"/>
                <a:ea typeface="Salesforce Sans"/>
                <a:cs typeface="Salesforce Sans"/>
                <a:sym typeface="Salesforce Sans"/>
              </a:endParaRPr>
            </a:p>
          </p:txBody>
        </p:sp>
        <p:sp>
          <p:nvSpPr>
            <p:cNvPr id="5548" name="Google Shape;5548;p171"/>
            <p:cNvSpPr txBox="1"/>
            <p:nvPr/>
          </p:nvSpPr>
          <p:spPr>
            <a:xfrm>
              <a:off x="3048821" y="4714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Selection</a:t>
              </a:r>
              <a:endParaRPr i="0" sz="800" u="none" cap="none" strike="noStrike">
                <a:latin typeface="Salesforce Sans"/>
                <a:ea typeface="Salesforce Sans"/>
                <a:cs typeface="Salesforce Sans"/>
                <a:sym typeface="Salesforce Sans"/>
              </a:endParaRPr>
            </a:p>
          </p:txBody>
        </p:sp>
        <p:sp>
          <p:nvSpPr>
            <p:cNvPr id="5549" name="Google Shape;5549;p171"/>
            <p:cNvSpPr txBox="1"/>
            <p:nvPr/>
          </p:nvSpPr>
          <p:spPr>
            <a:xfrm>
              <a:off x="3048821" y="45589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Type Designation</a:t>
              </a:r>
              <a:endParaRPr sz="800">
                <a:latin typeface="Salesforce Sans"/>
                <a:ea typeface="Salesforce Sans"/>
                <a:cs typeface="Salesforce Sans"/>
                <a:sym typeface="Salesforce Sans"/>
              </a:endParaRPr>
            </a:p>
          </p:txBody>
        </p:sp>
        <p:sp>
          <p:nvSpPr>
            <p:cNvPr id="5550" name="Google Shape;5550;p171"/>
            <p:cNvSpPr txBox="1"/>
            <p:nvPr/>
          </p:nvSpPr>
          <p:spPr>
            <a:xfrm>
              <a:off x="3048821" y="514764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 Vitro Validation</a:t>
              </a:r>
              <a:endParaRPr sz="800">
                <a:latin typeface="Salesforce Sans"/>
                <a:ea typeface="Salesforce Sans"/>
                <a:cs typeface="Salesforce Sans"/>
                <a:sym typeface="Salesforce Sans"/>
              </a:endParaRPr>
            </a:p>
          </p:txBody>
        </p:sp>
        <p:sp>
          <p:nvSpPr>
            <p:cNvPr id="5551" name="Google Shape;5551;p171"/>
            <p:cNvSpPr txBox="1"/>
            <p:nvPr/>
          </p:nvSpPr>
          <p:spPr>
            <a:xfrm>
              <a:off x="3048821" y="5364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Synthesis</a:t>
              </a:r>
              <a:endParaRPr sz="800">
                <a:latin typeface="Salesforce Sans"/>
                <a:ea typeface="Salesforce Sans"/>
                <a:cs typeface="Salesforce Sans"/>
                <a:sym typeface="Salesforce Sans"/>
              </a:endParaRPr>
            </a:p>
          </p:txBody>
        </p:sp>
        <p:sp>
          <p:nvSpPr>
            <p:cNvPr id="5552" name="Google Shape;5552;p171"/>
            <p:cNvSpPr txBox="1"/>
            <p:nvPr/>
          </p:nvSpPr>
          <p:spPr>
            <a:xfrm>
              <a:off x="3048821" y="55177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H2H Benchmarking</a:t>
              </a:r>
              <a:endParaRPr sz="800">
                <a:latin typeface="Salesforce Sans"/>
                <a:ea typeface="Salesforce Sans"/>
                <a:cs typeface="Salesforce Sans"/>
                <a:sym typeface="Salesforce Sans"/>
              </a:endParaRPr>
            </a:p>
          </p:txBody>
        </p:sp>
        <p:sp>
          <p:nvSpPr>
            <p:cNvPr id="5553" name="Google Shape;5553;p171"/>
            <p:cNvSpPr txBox="1"/>
            <p:nvPr/>
          </p:nvSpPr>
          <p:spPr>
            <a:xfrm>
              <a:off x="3048821" y="58875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Feasibility</a:t>
              </a:r>
              <a:endParaRPr sz="800">
                <a:latin typeface="Salesforce Sans"/>
                <a:ea typeface="Salesforce Sans"/>
                <a:cs typeface="Salesforce Sans"/>
                <a:sym typeface="Salesforce Sans"/>
              </a:endParaRPr>
            </a:p>
          </p:txBody>
        </p:sp>
        <p:sp>
          <p:nvSpPr>
            <p:cNvPr id="5554" name="Google Shape;5554;p171"/>
            <p:cNvSpPr txBox="1"/>
            <p:nvPr/>
          </p:nvSpPr>
          <p:spPr>
            <a:xfrm>
              <a:off x="3048821" y="62629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Country &amp; Admin Regulations</a:t>
              </a:r>
              <a:endParaRPr sz="800">
                <a:latin typeface="Salesforce Sans"/>
                <a:ea typeface="Salesforce Sans"/>
                <a:cs typeface="Salesforce Sans"/>
                <a:sym typeface="Salesforce Sans"/>
              </a:endParaRPr>
            </a:p>
          </p:txBody>
        </p:sp>
        <p:sp>
          <p:nvSpPr>
            <p:cNvPr id="5555" name="Google Shape;5555;p171"/>
            <p:cNvSpPr txBox="1"/>
            <p:nvPr/>
          </p:nvSpPr>
          <p:spPr>
            <a:xfrm>
              <a:off x="3048821" y="64163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Core Document Authoring</a:t>
              </a:r>
              <a:endParaRPr sz="800">
                <a:latin typeface="Salesforce Sans"/>
                <a:ea typeface="Salesforce Sans"/>
                <a:cs typeface="Salesforce Sans"/>
                <a:sym typeface="Salesforce Sans"/>
              </a:endParaRPr>
            </a:p>
          </p:txBody>
        </p:sp>
        <p:sp>
          <p:nvSpPr>
            <p:cNvPr id="5556" name="Google Shape;5556;p171"/>
            <p:cNvSpPr txBox="1"/>
            <p:nvPr/>
          </p:nvSpPr>
          <p:spPr>
            <a:xfrm>
              <a:off x="3048821" y="57317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Regional Identification</a:t>
              </a:r>
              <a:endParaRPr sz="800">
                <a:latin typeface="Salesforce Sans"/>
                <a:ea typeface="Salesforce Sans"/>
                <a:cs typeface="Salesforce Sans"/>
                <a:sym typeface="Salesforce Sans"/>
              </a:endParaRPr>
            </a:p>
          </p:txBody>
        </p:sp>
        <p:sp>
          <p:nvSpPr>
            <p:cNvPr id="5557" name="Google Shape;5557;p171"/>
            <p:cNvSpPr txBox="1"/>
            <p:nvPr/>
          </p:nvSpPr>
          <p:spPr>
            <a:xfrm>
              <a:off x="3048821" y="6624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Finding</a:t>
              </a:r>
              <a:endParaRPr i="0" sz="800" u="none" cap="none" strike="noStrike">
                <a:latin typeface="Salesforce Sans"/>
                <a:ea typeface="Salesforce Sans"/>
                <a:cs typeface="Salesforce Sans"/>
                <a:sym typeface="Salesforce Sans"/>
              </a:endParaRPr>
            </a:p>
          </p:txBody>
        </p:sp>
        <p:sp>
          <p:nvSpPr>
            <p:cNvPr id="5558" name="Google Shape;5558;p171"/>
            <p:cNvSpPr txBox="1"/>
            <p:nvPr/>
          </p:nvSpPr>
          <p:spPr>
            <a:xfrm>
              <a:off x="3048821" y="67800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Visit Scheduling</a:t>
              </a:r>
              <a:endParaRPr i="0" sz="800" u="none" cap="none" strike="noStrike">
                <a:latin typeface="Salesforce Sans"/>
                <a:ea typeface="Salesforce Sans"/>
                <a:cs typeface="Salesforce Sans"/>
                <a:sym typeface="Salesforce Sans"/>
              </a:endParaRPr>
            </a:p>
          </p:txBody>
        </p:sp>
        <p:sp>
          <p:nvSpPr>
            <p:cNvPr id="5559" name="Google Shape;5559;p171"/>
            <p:cNvSpPr txBox="1"/>
            <p:nvPr/>
          </p:nvSpPr>
          <p:spPr>
            <a:xfrm>
              <a:off x="3048821" y="693584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Monitoring</a:t>
              </a:r>
              <a:endParaRPr i="0" sz="800" u="none" cap="none" strike="noStrike">
                <a:latin typeface="Salesforce Sans"/>
                <a:ea typeface="Salesforce Sans"/>
                <a:cs typeface="Salesforce Sans"/>
                <a:sym typeface="Salesforce Sans"/>
              </a:endParaRPr>
            </a:p>
          </p:txBody>
        </p:sp>
        <p:sp>
          <p:nvSpPr>
            <p:cNvPr id="5560" name="Google Shape;5560;p171"/>
            <p:cNvSpPr txBox="1"/>
            <p:nvPr/>
          </p:nvSpPr>
          <p:spPr>
            <a:xfrm>
              <a:off x="3048821" y="486982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Validation (e.g., Controls, Doses, Endpoints)</a:t>
              </a:r>
              <a:endParaRPr sz="800">
                <a:latin typeface="Salesforce Sans"/>
                <a:ea typeface="Salesforce Sans"/>
                <a:cs typeface="Salesforce Sans"/>
                <a:sym typeface="Salesforce Sans"/>
              </a:endParaRPr>
            </a:p>
          </p:txBody>
        </p:sp>
        <p:sp>
          <p:nvSpPr>
            <p:cNvPr id="5561" name="Google Shape;5561;p171"/>
            <p:cNvSpPr txBox="1"/>
            <p:nvPr/>
          </p:nvSpPr>
          <p:spPr>
            <a:xfrm>
              <a:off x="3048821" y="77911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Safety Case</a:t>
              </a:r>
              <a:endParaRPr i="0" sz="800" u="none" cap="none" strike="noStrike">
                <a:latin typeface="Salesforce Sans"/>
                <a:ea typeface="Salesforce Sans"/>
                <a:cs typeface="Salesforce Sans"/>
                <a:sym typeface="Salesforce Sans"/>
              </a:endParaRPr>
            </a:p>
          </p:txBody>
        </p:sp>
        <p:sp>
          <p:nvSpPr>
            <p:cNvPr id="5562" name="Google Shape;5562;p171"/>
            <p:cNvSpPr txBox="1"/>
            <p:nvPr/>
          </p:nvSpPr>
          <p:spPr>
            <a:xfrm>
              <a:off x="3048821" y="8088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Submission Readiness</a:t>
              </a:r>
              <a:endParaRPr i="0" sz="800" u="none" cap="none" strike="noStrike">
                <a:latin typeface="Salesforce Sans"/>
                <a:ea typeface="Salesforce Sans"/>
                <a:cs typeface="Salesforce Sans"/>
                <a:sym typeface="Salesforce Sans"/>
              </a:endParaRPr>
            </a:p>
          </p:txBody>
        </p:sp>
        <p:sp>
          <p:nvSpPr>
            <p:cNvPr id="5563" name="Google Shape;5563;p171"/>
            <p:cNvSpPr txBox="1"/>
            <p:nvPr/>
          </p:nvSpPr>
          <p:spPr>
            <a:xfrm>
              <a:off x="3048821" y="793973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 Generation</a:t>
              </a:r>
              <a:endParaRPr i="0" sz="800" u="none" cap="none" strike="noStrike">
                <a:latin typeface="Salesforce Sans"/>
                <a:ea typeface="Salesforce Sans"/>
                <a:cs typeface="Salesforce Sans"/>
                <a:sym typeface="Salesforce Sans"/>
              </a:endParaRPr>
            </a:p>
          </p:txBody>
        </p:sp>
        <p:sp>
          <p:nvSpPr>
            <p:cNvPr id="5564" name="Google Shape;5564;p171"/>
            <p:cNvSpPr txBox="1"/>
            <p:nvPr/>
          </p:nvSpPr>
          <p:spPr>
            <a:xfrm>
              <a:off x="3048821" y="84512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Response Generation</a:t>
              </a:r>
              <a:endParaRPr i="0" sz="800" u="none" cap="none" strike="noStrike">
                <a:latin typeface="Salesforce Sans"/>
                <a:ea typeface="Salesforce Sans"/>
                <a:cs typeface="Salesforce Sans"/>
                <a:sym typeface="Salesforce Sans"/>
              </a:endParaRPr>
            </a:p>
          </p:txBody>
        </p:sp>
        <p:sp>
          <p:nvSpPr>
            <p:cNvPr id="5565" name="Google Shape;5565;p171"/>
            <p:cNvSpPr txBox="1"/>
            <p:nvPr/>
          </p:nvSpPr>
          <p:spPr>
            <a:xfrm>
              <a:off x="3048821" y="865988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Design</a:t>
              </a:r>
              <a:endParaRPr i="0" sz="800" u="none" cap="none" strike="noStrike">
                <a:latin typeface="Salesforce Sans"/>
                <a:ea typeface="Salesforce Sans"/>
                <a:cs typeface="Salesforce Sans"/>
                <a:sym typeface="Salesforce Sans"/>
              </a:endParaRPr>
            </a:p>
          </p:txBody>
        </p:sp>
        <p:sp>
          <p:nvSpPr>
            <p:cNvPr id="5566" name="Google Shape;5566;p171"/>
            <p:cNvSpPr txBox="1"/>
            <p:nvPr/>
          </p:nvSpPr>
          <p:spPr>
            <a:xfrm>
              <a:off x="3048821" y="88084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Execution</a:t>
              </a:r>
              <a:endParaRPr i="0" sz="800" u="none" cap="none" strike="noStrike">
                <a:latin typeface="Salesforce Sans"/>
                <a:ea typeface="Salesforce Sans"/>
                <a:cs typeface="Salesforce Sans"/>
                <a:sym typeface="Salesforce Sans"/>
              </a:endParaRPr>
            </a:p>
          </p:txBody>
        </p:sp>
        <p:sp>
          <p:nvSpPr>
            <p:cNvPr id="5567" name="Google Shape;5567;p171"/>
            <p:cNvSpPr txBox="1"/>
            <p:nvPr/>
          </p:nvSpPr>
          <p:spPr>
            <a:xfrm>
              <a:off x="3048821" y="89571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Periodic Reporting</a:t>
              </a:r>
              <a:endParaRPr i="0" sz="800" u="none" cap="none" strike="noStrike">
                <a:latin typeface="Salesforce Sans"/>
                <a:ea typeface="Salesforce Sans"/>
                <a:cs typeface="Salesforce Sans"/>
                <a:sym typeface="Salesforce Sans"/>
              </a:endParaRPr>
            </a:p>
          </p:txBody>
        </p:sp>
        <p:sp>
          <p:nvSpPr>
            <p:cNvPr id="5568" name="Google Shape;5568;p171"/>
            <p:cNvSpPr txBox="1"/>
            <p:nvPr/>
          </p:nvSpPr>
          <p:spPr>
            <a:xfrm>
              <a:off x="3048821" y="91083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Labelling</a:t>
              </a:r>
              <a:endParaRPr i="0" sz="800" u="none" cap="none" strike="noStrike">
                <a:latin typeface="Salesforce Sans"/>
                <a:ea typeface="Salesforce Sans"/>
                <a:cs typeface="Salesforce Sans"/>
                <a:sym typeface="Salesforce Sans"/>
              </a:endParaRPr>
            </a:p>
          </p:txBody>
        </p:sp>
        <p:sp>
          <p:nvSpPr>
            <p:cNvPr id="5569" name="Google Shape;5569;p171"/>
            <p:cNvSpPr txBox="1"/>
            <p:nvPr/>
          </p:nvSpPr>
          <p:spPr>
            <a:xfrm>
              <a:off x="3048821" y="92481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Case Database</a:t>
              </a:r>
              <a:endParaRPr i="0" sz="800" u="none" cap="none" strike="noStrike">
                <a:latin typeface="Salesforce Sans"/>
                <a:ea typeface="Salesforce Sans"/>
                <a:cs typeface="Salesforce Sans"/>
                <a:sym typeface="Salesforce Sans"/>
              </a:endParaRPr>
            </a:p>
          </p:txBody>
        </p:sp>
        <p:sp>
          <p:nvSpPr>
            <p:cNvPr id="5570" name="Google Shape;5570;p171"/>
            <p:cNvSpPr txBox="1"/>
            <p:nvPr/>
          </p:nvSpPr>
          <p:spPr>
            <a:xfrm>
              <a:off x="3048821" y="70898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Management</a:t>
              </a:r>
              <a:endParaRPr i="0" sz="800" u="none" cap="none" strike="noStrike">
                <a:latin typeface="Salesforce Sans"/>
                <a:ea typeface="Salesforce Sans"/>
                <a:cs typeface="Salesforce Sans"/>
                <a:sym typeface="Salesforce Sans"/>
              </a:endParaRPr>
            </a:p>
          </p:txBody>
        </p:sp>
        <p:sp>
          <p:nvSpPr>
            <p:cNvPr id="5571" name="Google Shape;5571;p171"/>
            <p:cNvSpPr txBox="1"/>
            <p:nvPr/>
          </p:nvSpPr>
          <p:spPr>
            <a:xfrm>
              <a:off x="3048821" y="72998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Cleaning</a:t>
              </a:r>
              <a:endParaRPr i="0" sz="800" u="none" cap="none" strike="noStrike">
                <a:latin typeface="Salesforce Sans"/>
                <a:ea typeface="Salesforce Sans"/>
                <a:cs typeface="Salesforce Sans"/>
                <a:sym typeface="Salesforce Sans"/>
              </a:endParaRPr>
            </a:p>
          </p:txBody>
        </p:sp>
        <p:sp>
          <p:nvSpPr>
            <p:cNvPr id="5572" name="Google Shape;5572;p171"/>
            <p:cNvSpPr txBox="1"/>
            <p:nvPr/>
          </p:nvSpPr>
          <p:spPr>
            <a:xfrm>
              <a:off x="3048821" y="7430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a:t>
              </a:r>
              <a:endParaRPr i="0" sz="800" u="none" cap="none" strike="noStrike">
                <a:latin typeface="Salesforce Sans"/>
                <a:ea typeface="Salesforce Sans"/>
                <a:cs typeface="Salesforce Sans"/>
                <a:sym typeface="Salesforce Sans"/>
              </a:endParaRPr>
            </a:p>
          </p:txBody>
        </p:sp>
        <p:sp>
          <p:nvSpPr>
            <p:cNvPr id="5573" name="Google Shape;5573;p171"/>
            <p:cNvSpPr txBox="1"/>
            <p:nvPr/>
          </p:nvSpPr>
          <p:spPr>
            <a:xfrm>
              <a:off x="3048821" y="76425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Preparation</a:t>
              </a:r>
              <a:endParaRPr i="0" sz="800" u="none" cap="none" strike="noStrike">
                <a:latin typeface="Salesforce Sans"/>
                <a:ea typeface="Salesforce Sans"/>
                <a:cs typeface="Salesforce Sans"/>
                <a:sym typeface="Salesforce Sans"/>
              </a:endParaRPr>
            </a:p>
          </p:txBody>
        </p:sp>
        <p:sp>
          <p:nvSpPr>
            <p:cNvPr id="5574" name="Google Shape;5574;p171"/>
            <p:cNvSpPr/>
            <p:nvPr/>
          </p:nvSpPr>
          <p:spPr>
            <a:xfrm>
              <a:off x="2912773" y="3498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75" name="Google Shape;5575;p171"/>
            <p:cNvSpPr/>
            <p:nvPr/>
          </p:nvSpPr>
          <p:spPr>
            <a:xfrm>
              <a:off x="2912773" y="57503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76" name="Google Shape;5576;p171"/>
            <p:cNvSpPr/>
            <p:nvPr/>
          </p:nvSpPr>
          <p:spPr>
            <a:xfrm>
              <a:off x="2912773" y="67986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77" name="Google Shape;5577;p171"/>
            <p:cNvSpPr txBox="1"/>
            <p:nvPr/>
          </p:nvSpPr>
          <p:spPr>
            <a:xfrm>
              <a:off x="3048821" y="176598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Candidates Matching</a:t>
              </a:r>
              <a:endParaRPr sz="800">
                <a:latin typeface="Salesforce Sans"/>
                <a:ea typeface="Salesforce Sans"/>
                <a:cs typeface="Salesforce Sans"/>
                <a:sym typeface="Salesforce Sans"/>
              </a:endParaRPr>
            </a:p>
          </p:txBody>
        </p:sp>
        <p:sp>
          <p:nvSpPr>
            <p:cNvPr id="5578" name="Google Shape;5578;p171"/>
            <p:cNvSpPr/>
            <p:nvPr/>
          </p:nvSpPr>
          <p:spPr>
            <a:xfrm>
              <a:off x="2912773" y="17844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79" name="Google Shape;5579;p171"/>
            <p:cNvSpPr txBox="1"/>
            <p:nvPr/>
          </p:nvSpPr>
          <p:spPr>
            <a:xfrm>
              <a:off x="3048821" y="1921000"/>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Clinical Trial Site Filter and Search </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80" name="Google Shape;5580;p171"/>
            <p:cNvSpPr/>
            <p:nvPr/>
          </p:nvSpPr>
          <p:spPr>
            <a:xfrm>
              <a:off x="2912773" y="19394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81" name="Google Shape;5581;p171"/>
            <p:cNvSpPr txBox="1"/>
            <p:nvPr/>
          </p:nvSpPr>
          <p:spPr>
            <a:xfrm>
              <a:off x="3048821" y="20760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Investigator Filter and Search </a:t>
              </a:r>
              <a:endParaRPr sz="800">
                <a:latin typeface="Salesforce Sans"/>
                <a:ea typeface="Salesforce Sans"/>
                <a:cs typeface="Salesforce Sans"/>
                <a:sym typeface="Salesforce Sans"/>
              </a:endParaRPr>
            </a:p>
          </p:txBody>
        </p:sp>
        <p:sp>
          <p:nvSpPr>
            <p:cNvPr id="5582" name="Google Shape;5582;p171"/>
            <p:cNvSpPr/>
            <p:nvPr/>
          </p:nvSpPr>
          <p:spPr>
            <a:xfrm>
              <a:off x="2912773" y="20944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3" name="Google Shape;5583;p171"/>
            <p:cNvSpPr txBox="1"/>
            <p:nvPr/>
          </p:nvSpPr>
          <p:spPr>
            <a:xfrm>
              <a:off x="3048821" y="22367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a:latin typeface="Salesforce Sans"/>
                <a:ea typeface="Salesforce Sans"/>
                <a:cs typeface="Salesforce Sans"/>
                <a:sym typeface="Salesforce Sans"/>
              </a:endParaRPr>
            </a:p>
          </p:txBody>
        </p:sp>
        <p:sp>
          <p:nvSpPr>
            <p:cNvPr id="5584" name="Google Shape;5584;p171"/>
            <p:cNvSpPr/>
            <p:nvPr/>
          </p:nvSpPr>
          <p:spPr>
            <a:xfrm>
              <a:off x="2912773" y="225524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5" name="Google Shape;5585;p171"/>
            <p:cNvSpPr txBox="1"/>
            <p:nvPr/>
          </p:nvSpPr>
          <p:spPr>
            <a:xfrm>
              <a:off x="3048821" y="24020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a:latin typeface="Salesforce Sans"/>
                <a:ea typeface="Salesforce Sans"/>
                <a:cs typeface="Salesforce Sans"/>
                <a:sym typeface="Salesforce Sans"/>
              </a:endParaRPr>
            </a:p>
          </p:txBody>
        </p:sp>
        <p:sp>
          <p:nvSpPr>
            <p:cNvPr id="5586" name="Google Shape;5586;p171"/>
            <p:cNvSpPr/>
            <p:nvPr/>
          </p:nvSpPr>
          <p:spPr>
            <a:xfrm>
              <a:off x="2912773" y="24205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7" name="Google Shape;5587;p171"/>
            <p:cNvSpPr txBox="1"/>
            <p:nvPr/>
          </p:nvSpPr>
          <p:spPr>
            <a:xfrm>
              <a:off x="3048821" y="27733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Validation</a:t>
              </a:r>
              <a:endParaRPr sz="800">
                <a:latin typeface="Salesforce Sans"/>
                <a:ea typeface="Salesforce Sans"/>
                <a:cs typeface="Salesforce Sans"/>
                <a:sym typeface="Salesforce Sans"/>
              </a:endParaRPr>
            </a:p>
          </p:txBody>
        </p:sp>
        <p:sp>
          <p:nvSpPr>
            <p:cNvPr id="5588" name="Google Shape;5588;p171"/>
            <p:cNvSpPr/>
            <p:nvPr/>
          </p:nvSpPr>
          <p:spPr>
            <a:xfrm>
              <a:off x="2912773" y="27917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9" name="Google Shape;5589;p171"/>
            <p:cNvSpPr/>
            <p:nvPr/>
          </p:nvSpPr>
          <p:spPr>
            <a:xfrm>
              <a:off x="2912773" y="2960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0" name="Google Shape;5590;p171"/>
            <p:cNvSpPr/>
            <p:nvPr/>
          </p:nvSpPr>
          <p:spPr>
            <a:xfrm>
              <a:off x="2912773" y="31756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1" name="Google Shape;5591;p171"/>
            <p:cNvSpPr txBox="1"/>
            <p:nvPr/>
          </p:nvSpPr>
          <p:spPr>
            <a:xfrm>
              <a:off x="3048821" y="2619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Literature Analysis</a:t>
              </a:r>
              <a:endParaRPr sz="800">
                <a:latin typeface="Salesforce Sans"/>
                <a:ea typeface="Salesforce Sans"/>
                <a:cs typeface="Salesforce Sans"/>
                <a:sym typeface="Salesforce Sans"/>
              </a:endParaRPr>
            </a:p>
          </p:txBody>
        </p:sp>
        <p:sp>
          <p:nvSpPr>
            <p:cNvPr id="5592" name="Google Shape;5592;p171"/>
            <p:cNvSpPr/>
            <p:nvPr/>
          </p:nvSpPr>
          <p:spPr>
            <a:xfrm>
              <a:off x="2912773" y="26383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3" name="Google Shape;5593;p171"/>
            <p:cNvSpPr/>
            <p:nvPr/>
          </p:nvSpPr>
          <p:spPr>
            <a:xfrm>
              <a:off x="2912773" y="38864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94" name="Google Shape;5594;p171"/>
            <p:cNvSpPr/>
            <p:nvPr/>
          </p:nvSpPr>
          <p:spPr>
            <a:xfrm>
              <a:off x="2912773" y="45775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95" name="Google Shape;5595;p171"/>
            <p:cNvSpPr/>
            <p:nvPr/>
          </p:nvSpPr>
          <p:spPr>
            <a:xfrm>
              <a:off x="2912773" y="55363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596" name="Google Shape;5596;p171"/>
            <p:cNvSpPr/>
            <p:nvPr/>
          </p:nvSpPr>
          <p:spPr>
            <a:xfrm>
              <a:off x="2912773" y="66429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7" name="Google Shape;5597;p171"/>
            <p:cNvSpPr/>
            <p:nvPr/>
          </p:nvSpPr>
          <p:spPr>
            <a:xfrm>
              <a:off x="2912773" y="84698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98" name="Google Shape;5598;p171"/>
            <p:cNvSpPr/>
            <p:nvPr/>
          </p:nvSpPr>
          <p:spPr>
            <a:xfrm>
              <a:off x="2912773" y="88270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9" name="Google Shape;5599;p171"/>
            <p:cNvSpPr/>
            <p:nvPr/>
          </p:nvSpPr>
          <p:spPr>
            <a:xfrm>
              <a:off x="2912773" y="897570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0" name="Google Shape;5600;p171"/>
            <p:cNvSpPr/>
            <p:nvPr/>
          </p:nvSpPr>
          <p:spPr>
            <a:xfrm>
              <a:off x="2912773" y="91269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1" name="Google Shape;5601;p171"/>
            <p:cNvSpPr/>
            <p:nvPr/>
          </p:nvSpPr>
          <p:spPr>
            <a:xfrm>
              <a:off x="2912773" y="92667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2" name="Google Shape;5602;p171"/>
            <p:cNvSpPr/>
            <p:nvPr/>
          </p:nvSpPr>
          <p:spPr>
            <a:xfrm>
              <a:off x="2912773" y="71084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3" name="Google Shape;5603;p171"/>
            <p:cNvSpPr/>
            <p:nvPr/>
          </p:nvSpPr>
          <p:spPr>
            <a:xfrm>
              <a:off x="2912773" y="7958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4" name="Google Shape;5604;p171"/>
            <p:cNvSpPr/>
            <p:nvPr/>
          </p:nvSpPr>
          <p:spPr>
            <a:xfrm>
              <a:off x="2912773" y="47332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05" name="Google Shape;5605;p171"/>
            <p:cNvSpPr/>
            <p:nvPr/>
          </p:nvSpPr>
          <p:spPr>
            <a:xfrm>
              <a:off x="2912773" y="4888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6" name="Google Shape;5606;p171"/>
            <p:cNvSpPr/>
            <p:nvPr/>
          </p:nvSpPr>
          <p:spPr>
            <a:xfrm>
              <a:off x="2912773" y="5166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7" name="Google Shape;5607;p171"/>
            <p:cNvSpPr/>
            <p:nvPr/>
          </p:nvSpPr>
          <p:spPr>
            <a:xfrm>
              <a:off x="2912773" y="33315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8" name="Google Shape;5608;p171"/>
            <p:cNvSpPr txBox="1"/>
            <p:nvPr/>
          </p:nvSpPr>
          <p:spPr>
            <a:xfrm>
              <a:off x="3048821" y="36943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Optimization</a:t>
              </a:r>
              <a:endParaRPr sz="800">
                <a:latin typeface="Salesforce Sans"/>
                <a:ea typeface="Salesforce Sans"/>
                <a:cs typeface="Salesforce Sans"/>
                <a:sym typeface="Salesforce Sans"/>
              </a:endParaRPr>
            </a:p>
          </p:txBody>
        </p:sp>
        <p:sp>
          <p:nvSpPr>
            <p:cNvPr id="5609" name="Google Shape;5609;p171"/>
            <p:cNvSpPr/>
            <p:nvPr/>
          </p:nvSpPr>
          <p:spPr>
            <a:xfrm>
              <a:off x="2912773" y="371284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0" name="Google Shape;5610;p171"/>
            <p:cNvSpPr/>
            <p:nvPr/>
          </p:nvSpPr>
          <p:spPr>
            <a:xfrm>
              <a:off x="2912773" y="5382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611" name="Google Shape;5611;p171"/>
            <p:cNvSpPr/>
            <p:nvPr/>
          </p:nvSpPr>
          <p:spPr>
            <a:xfrm>
              <a:off x="2912773" y="5906140"/>
              <a:ext cx="91200" cy="91200"/>
            </a:xfrm>
            <a:prstGeom prst="ellipse">
              <a:avLst/>
            </a:prstGeom>
            <a:solidFill>
              <a:srgbClr val="1560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12" name="Google Shape;5612;p171"/>
            <p:cNvSpPr/>
            <p:nvPr/>
          </p:nvSpPr>
          <p:spPr>
            <a:xfrm>
              <a:off x="2912773" y="64349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3" name="Google Shape;5613;p171"/>
            <p:cNvSpPr/>
            <p:nvPr/>
          </p:nvSpPr>
          <p:spPr>
            <a:xfrm>
              <a:off x="2912773" y="62815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4" name="Google Shape;5614;p171"/>
            <p:cNvSpPr/>
            <p:nvPr/>
          </p:nvSpPr>
          <p:spPr>
            <a:xfrm>
              <a:off x="2912773" y="695444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15" name="Google Shape;5615;p171"/>
            <p:cNvSpPr/>
            <p:nvPr/>
          </p:nvSpPr>
          <p:spPr>
            <a:xfrm>
              <a:off x="2912773" y="73184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6" name="Google Shape;5616;p171"/>
            <p:cNvSpPr/>
            <p:nvPr/>
          </p:nvSpPr>
          <p:spPr>
            <a:xfrm>
              <a:off x="2912773" y="7809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7" name="Google Shape;5617;p171"/>
            <p:cNvSpPr/>
            <p:nvPr/>
          </p:nvSpPr>
          <p:spPr>
            <a:xfrm>
              <a:off x="2912773" y="76611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8" name="Google Shape;5618;p171"/>
            <p:cNvSpPr/>
            <p:nvPr/>
          </p:nvSpPr>
          <p:spPr>
            <a:xfrm>
              <a:off x="2912773" y="8106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9" name="Google Shape;5619;p171"/>
            <p:cNvSpPr/>
            <p:nvPr/>
          </p:nvSpPr>
          <p:spPr>
            <a:xfrm>
              <a:off x="2912773" y="86784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20" name="Google Shape;5620;p171"/>
            <p:cNvSpPr txBox="1"/>
            <p:nvPr/>
          </p:nvSpPr>
          <p:spPr>
            <a:xfrm>
              <a:off x="3048821" y="605125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Activation</a:t>
              </a:r>
              <a:endParaRPr sz="800">
                <a:latin typeface="Salesforce Sans"/>
                <a:ea typeface="Salesforce Sans"/>
                <a:cs typeface="Salesforce Sans"/>
                <a:sym typeface="Salesforce Sans"/>
              </a:endParaRPr>
            </a:p>
          </p:txBody>
        </p:sp>
        <p:sp>
          <p:nvSpPr>
            <p:cNvPr id="5621" name="Google Shape;5621;p171"/>
            <p:cNvSpPr/>
            <p:nvPr/>
          </p:nvSpPr>
          <p:spPr>
            <a:xfrm>
              <a:off x="2910959" y="60698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22" name="Google Shape;5622;p171"/>
            <p:cNvSpPr txBox="1"/>
            <p:nvPr/>
          </p:nvSpPr>
          <p:spPr>
            <a:xfrm>
              <a:off x="3048821" y="82956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Management</a:t>
              </a:r>
              <a:endParaRPr sz="800">
                <a:latin typeface="Salesforce Sans"/>
                <a:ea typeface="Salesforce Sans"/>
                <a:cs typeface="Salesforce Sans"/>
                <a:sym typeface="Salesforce Sans"/>
              </a:endParaRPr>
            </a:p>
          </p:txBody>
        </p:sp>
        <p:sp>
          <p:nvSpPr>
            <p:cNvPr id="5623" name="Google Shape;5623;p171"/>
            <p:cNvSpPr/>
            <p:nvPr/>
          </p:nvSpPr>
          <p:spPr>
            <a:xfrm>
              <a:off x="2910948" y="83142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5624" name="Google Shape;5624;p171"/>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625" name="Google Shape;5625;p171"/>
            <p:cNvSpPr txBox="1"/>
            <p:nvPr/>
          </p:nvSpPr>
          <p:spPr>
            <a:xfrm>
              <a:off x="16019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626" name="Google Shape;5626;p171"/>
            <p:cNvGrpSpPr/>
            <p:nvPr/>
          </p:nvGrpSpPr>
          <p:grpSpPr>
            <a:xfrm>
              <a:off x="497950" y="1791256"/>
              <a:ext cx="952566" cy="449700"/>
              <a:chOff x="755108" y="1946374"/>
              <a:chExt cx="1322458" cy="449700"/>
            </a:xfrm>
          </p:grpSpPr>
          <p:sp>
            <p:nvSpPr>
              <p:cNvPr id="5627" name="Google Shape;5627;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28" name="Google Shape;5628;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sp>
          <p:nvSpPr>
            <p:cNvPr id="5629" name="Google Shape;5629;p171"/>
            <p:cNvSpPr txBox="1"/>
            <p:nvPr/>
          </p:nvSpPr>
          <p:spPr>
            <a:xfrm>
              <a:off x="305064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630" name="Google Shape;5630;p171"/>
            <p:cNvSpPr txBox="1"/>
            <p:nvPr/>
          </p:nvSpPr>
          <p:spPr>
            <a:xfrm>
              <a:off x="1601900" y="1769425"/>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Agentforce Life Sciences Pre-built Clinical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631" name="Google Shape;5631;p171"/>
            <p:cNvGrpSpPr/>
            <p:nvPr/>
          </p:nvGrpSpPr>
          <p:grpSpPr>
            <a:xfrm>
              <a:off x="497991" y="5752646"/>
              <a:ext cx="952525" cy="449700"/>
              <a:chOff x="755165" y="1951713"/>
              <a:chExt cx="1322400" cy="449700"/>
            </a:xfrm>
          </p:grpSpPr>
          <p:sp>
            <p:nvSpPr>
              <p:cNvPr id="5632" name="Google Shape;5632;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33" name="Google Shape;5633;p171"/>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grpSp>
          <p:nvGrpSpPr>
            <p:cNvPr id="5634" name="Google Shape;5634;p171"/>
            <p:cNvGrpSpPr/>
            <p:nvPr/>
          </p:nvGrpSpPr>
          <p:grpSpPr>
            <a:xfrm>
              <a:off x="497991" y="2647426"/>
              <a:ext cx="952525" cy="449700"/>
              <a:chOff x="755165" y="1951713"/>
              <a:chExt cx="1322400" cy="449700"/>
            </a:xfrm>
          </p:grpSpPr>
          <p:sp>
            <p:nvSpPr>
              <p:cNvPr id="5635" name="Google Shape;5635;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36" name="Google Shape;5636;p171"/>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sp>
          <p:nvSpPr>
            <p:cNvPr id="5637" name="Google Shape;5637;p171"/>
            <p:cNvSpPr txBox="1"/>
            <p:nvPr/>
          </p:nvSpPr>
          <p:spPr>
            <a:xfrm>
              <a:off x="3048821" y="4241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Pathway Mapping</a:t>
              </a:r>
              <a:endParaRPr sz="800">
                <a:latin typeface="Salesforce Sans"/>
                <a:ea typeface="Salesforce Sans"/>
                <a:cs typeface="Salesforce Sans"/>
                <a:sym typeface="Salesforce Sans"/>
              </a:endParaRPr>
            </a:p>
          </p:txBody>
        </p:sp>
        <p:sp>
          <p:nvSpPr>
            <p:cNvPr id="5638" name="Google Shape;5638;p171"/>
            <p:cNvSpPr txBox="1"/>
            <p:nvPr/>
          </p:nvSpPr>
          <p:spPr>
            <a:xfrm>
              <a:off x="3048821" y="40854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Endpoint Simulation</a:t>
              </a:r>
              <a:endParaRPr sz="800">
                <a:latin typeface="Salesforce Sans"/>
                <a:ea typeface="Salesforce Sans"/>
                <a:cs typeface="Salesforce Sans"/>
                <a:sym typeface="Salesforce Sans"/>
              </a:endParaRPr>
            </a:p>
          </p:txBody>
        </p:sp>
        <p:sp>
          <p:nvSpPr>
            <p:cNvPr id="5639" name="Google Shape;5639;p171"/>
            <p:cNvSpPr/>
            <p:nvPr/>
          </p:nvSpPr>
          <p:spPr>
            <a:xfrm>
              <a:off x="2912773" y="41040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40" name="Google Shape;5640;p171"/>
            <p:cNvSpPr/>
            <p:nvPr/>
          </p:nvSpPr>
          <p:spPr>
            <a:xfrm>
              <a:off x="2912773" y="4259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41" name="Google Shape;5641;p171"/>
            <p:cNvSpPr txBox="1"/>
            <p:nvPr/>
          </p:nvSpPr>
          <p:spPr>
            <a:xfrm>
              <a:off x="3048821" y="9474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Global Reg. Update Tracker</a:t>
              </a:r>
              <a:endParaRPr i="0" sz="800" u="none" cap="none" strike="noStrike">
                <a:latin typeface="Salesforce Sans"/>
                <a:ea typeface="Salesforce Sans"/>
                <a:cs typeface="Salesforce Sans"/>
                <a:sym typeface="Salesforce Sans"/>
              </a:endParaRPr>
            </a:p>
          </p:txBody>
        </p:sp>
        <p:sp>
          <p:nvSpPr>
            <p:cNvPr id="5642" name="Google Shape;5642;p171"/>
            <p:cNvSpPr txBox="1"/>
            <p:nvPr/>
          </p:nvSpPr>
          <p:spPr>
            <a:xfrm>
              <a:off x="3048821" y="96260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Guidance Impact Asmt. Log</a:t>
              </a:r>
              <a:endParaRPr i="0" sz="800" u="none" cap="none" strike="noStrike">
                <a:latin typeface="Salesforce Sans"/>
                <a:ea typeface="Salesforce Sans"/>
                <a:cs typeface="Salesforce Sans"/>
                <a:sym typeface="Salesforce Sans"/>
              </a:endParaRPr>
            </a:p>
          </p:txBody>
        </p:sp>
        <p:sp>
          <p:nvSpPr>
            <p:cNvPr id="5643" name="Google Shape;5643;p171"/>
            <p:cNvSpPr txBox="1"/>
            <p:nvPr/>
          </p:nvSpPr>
          <p:spPr>
            <a:xfrm>
              <a:off x="3048821" y="97658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 Intel Knowledge Base</a:t>
              </a:r>
              <a:endParaRPr i="0" sz="800" u="none" cap="none" strike="noStrike">
                <a:latin typeface="Salesforce Sans"/>
                <a:ea typeface="Salesforce Sans"/>
                <a:cs typeface="Salesforce Sans"/>
                <a:sym typeface="Salesforce Sans"/>
              </a:endParaRPr>
            </a:p>
          </p:txBody>
        </p:sp>
        <p:sp>
          <p:nvSpPr>
            <p:cNvPr id="5644" name="Google Shape;5644;p171"/>
            <p:cNvSpPr/>
            <p:nvPr/>
          </p:nvSpPr>
          <p:spPr>
            <a:xfrm>
              <a:off x="2912773" y="94934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45" name="Google Shape;5645;p171"/>
            <p:cNvSpPr/>
            <p:nvPr/>
          </p:nvSpPr>
          <p:spPr>
            <a:xfrm>
              <a:off x="2912773" y="96446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46" name="Google Shape;5646;p171"/>
            <p:cNvSpPr/>
            <p:nvPr/>
          </p:nvSpPr>
          <p:spPr>
            <a:xfrm>
              <a:off x="2912773" y="978445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sp>
        <p:nvSpPr>
          <p:cNvPr id="5647" name="Google Shape;5647;p171"/>
          <p:cNvSpPr/>
          <p:nvPr/>
        </p:nvSpPr>
        <p:spPr>
          <a:xfrm>
            <a:off x="5862391" y="2797656"/>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Strategy </a:t>
            </a:r>
            <a:endParaRPr b="1" i="0" sz="900" u="none" cap="none" strike="noStrike">
              <a:solidFill>
                <a:srgbClr val="066AFE"/>
              </a:solidFill>
              <a:latin typeface="Salesforce Sans"/>
              <a:ea typeface="Salesforce Sans"/>
              <a:cs typeface="Salesforce Sans"/>
              <a:sym typeface="Salesforce Sans"/>
            </a:endParaRPr>
          </a:p>
        </p:txBody>
      </p:sp>
      <p:sp>
        <p:nvSpPr>
          <p:cNvPr id="5648" name="Google Shape;5648;p171"/>
          <p:cNvSpPr/>
          <p:nvPr/>
        </p:nvSpPr>
        <p:spPr>
          <a:xfrm>
            <a:off x="5862392" y="3312375"/>
            <a:ext cx="11286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Operations </a:t>
            </a:r>
            <a:endParaRPr b="1" i="0" sz="900" u="none" cap="none" strike="noStrike">
              <a:solidFill>
                <a:srgbClr val="066AFE"/>
              </a:solidFill>
              <a:latin typeface="Salesforce Sans"/>
              <a:ea typeface="Salesforce Sans"/>
              <a:cs typeface="Salesforce Sans"/>
              <a:sym typeface="Salesforce Sans"/>
            </a:endParaRPr>
          </a:p>
        </p:txBody>
      </p:sp>
      <p:sp>
        <p:nvSpPr>
          <p:cNvPr id="5649" name="Google Shape;5649;p171"/>
          <p:cNvSpPr/>
          <p:nvPr/>
        </p:nvSpPr>
        <p:spPr>
          <a:xfrm>
            <a:off x="5862391" y="4265350"/>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Field Rep Outreach </a:t>
            </a:r>
            <a:endParaRPr b="1" i="0" sz="900" u="none" cap="none" strike="noStrike">
              <a:solidFill>
                <a:srgbClr val="066AFE"/>
              </a:solidFill>
              <a:latin typeface="Salesforce Sans"/>
              <a:ea typeface="Salesforce Sans"/>
              <a:cs typeface="Salesforce Sans"/>
              <a:sym typeface="Salesforce Sans"/>
            </a:endParaRPr>
          </a:p>
        </p:txBody>
      </p:sp>
      <p:sp>
        <p:nvSpPr>
          <p:cNvPr id="5650" name="Google Shape;5650;p171"/>
          <p:cNvSpPr/>
          <p:nvPr/>
        </p:nvSpPr>
        <p:spPr>
          <a:xfrm>
            <a:off x="5862391" y="4903650"/>
            <a:ext cx="12285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Contract Development </a:t>
            </a:r>
            <a:endParaRPr b="1" i="0" sz="900" u="none" cap="none" strike="noStrike">
              <a:solidFill>
                <a:srgbClr val="066AFE"/>
              </a:solidFill>
              <a:latin typeface="Salesforce Sans"/>
              <a:ea typeface="Salesforce Sans"/>
              <a:cs typeface="Salesforce Sans"/>
              <a:sym typeface="Salesforce Sans"/>
            </a:endParaRPr>
          </a:p>
        </p:txBody>
      </p:sp>
      <p:sp>
        <p:nvSpPr>
          <p:cNvPr id="5651" name="Google Shape;5651;p171"/>
          <p:cNvSpPr/>
          <p:nvPr/>
        </p:nvSpPr>
        <p:spPr>
          <a:xfrm>
            <a:off x="5862391" y="5420900"/>
            <a:ext cx="12717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Pricing and Reimbursement Modeling</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5652" name="Google Shape;5652;p171"/>
          <p:cNvSpPr/>
          <p:nvPr/>
        </p:nvSpPr>
        <p:spPr>
          <a:xfrm>
            <a:off x="5862391" y="5914950"/>
            <a:ext cx="12987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Marketing</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Campaign Creation </a:t>
            </a:r>
            <a:endParaRPr b="1" i="0" sz="900" u="none" cap="none" strike="noStrike">
              <a:solidFill>
                <a:srgbClr val="066AFE"/>
              </a:solidFill>
              <a:latin typeface="Salesforce Sans"/>
              <a:ea typeface="Salesforce Sans"/>
              <a:cs typeface="Salesforce Sans"/>
              <a:sym typeface="Salesforce Sans"/>
            </a:endParaRPr>
          </a:p>
        </p:txBody>
      </p:sp>
      <p:sp>
        <p:nvSpPr>
          <p:cNvPr id="5653" name="Google Shape;5653;p171"/>
          <p:cNvSpPr/>
          <p:nvPr/>
        </p:nvSpPr>
        <p:spPr>
          <a:xfrm>
            <a:off x="5862391" y="6571825"/>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MLR Review Autom. </a:t>
            </a:r>
            <a:endParaRPr b="1" i="0" sz="900" u="none" cap="none" strike="noStrike">
              <a:solidFill>
                <a:srgbClr val="066AFE"/>
              </a:solidFill>
              <a:latin typeface="Salesforce Sans"/>
              <a:ea typeface="Salesforce Sans"/>
              <a:cs typeface="Salesforce Sans"/>
              <a:sym typeface="Salesforce Sans"/>
            </a:endParaRPr>
          </a:p>
        </p:txBody>
      </p:sp>
      <p:sp>
        <p:nvSpPr>
          <p:cNvPr id="5654" name="Google Shape;5654;p171"/>
          <p:cNvSpPr/>
          <p:nvPr/>
        </p:nvSpPr>
        <p:spPr>
          <a:xfrm>
            <a:off x="5862391" y="7056125"/>
            <a:ext cx="12450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Campaign</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Performance Tracking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Opt. </a:t>
            </a:r>
            <a:endParaRPr b="1" i="0" sz="900" u="none" cap="none" strike="noStrike">
              <a:solidFill>
                <a:srgbClr val="066AFE"/>
              </a:solidFill>
              <a:latin typeface="Salesforce Sans"/>
              <a:ea typeface="Salesforce Sans"/>
              <a:cs typeface="Salesforce Sans"/>
              <a:sym typeface="Salesforce Sans"/>
            </a:endParaRPr>
          </a:p>
        </p:txBody>
      </p:sp>
      <p:sp>
        <p:nvSpPr>
          <p:cNvPr id="5655" name="Google Shape;5655;p171"/>
          <p:cNvSpPr/>
          <p:nvPr/>
        </p:nvSpPr>
        <p:spPr>
          <a:xfrm>
            <a:off x="5862391" y="7542075"/>
            <a:ext cx="987900" cy="22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Patient Support</a:t>
            </a:r>
            <a:endParaRPr b="1" i="0" sz="900" u="none" cap="none" strike="noStrike">
              <a:solidFill>
                <a:srgbClr val="066AFE"/>
              </a:solidFill>
              <a:latin typeface="Salesforce Sans"/>
              <a:ea typeface="Salesforce Sans"/>
              <a:cs typeface="Salesforce Sans"/>
              <a:sym typeface="Salesforce Sans"/>
            </a:endParaRPr>
          </a:p>
        </p:txBody>
      </p:sp>
      <p:sp>
        <p:nvSpPr>
          <p:cNvPr id="5656" name="Google Shape;5656;p171"/>
          <p:cNvSpPr/>
          <p:nvPr/>
        </p:nvSpPr>
        <p:spPr>
          <a:xfrm>
            <a:off x="5862391" y="8591105"/>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Support Cases </a:t>
            </a:r>
            <a:endParaRPr b="1" i="0" sz="900" u="none" cap="none" strike="noStrike">
              <a:solidFill>
                <a:srgbClr val="066AFE"/>
              </a:solidFill>
              <a:latin typeface="Salesforce Sans"/>
              <a:ea typeface="Salesforce Sans"/>
              <a:cs typeface="Salesforce Sans"/>
              <a:sym typeface="Salesforce Sans"/>
            </a:endParaRPr>
          </a:p>
        </p:txBody>
      </p:sp>
      <p:sp>
        <p:nvSpPr>
          <p:cNvPr id="5657" name="Google Shape;5657;p171"/>
          <p:cNvSpPr/>
          <p:nvPr/>
        </p:nvSpPr>
        <p:spPr>
          <a:xfrm>
            <a:off x="5862391" y="2271225"/>
            <a:ext cx="11286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66AFE"/>
                </a:solidFill>
                <a:latin typeface="Salesforce Sans"/>
                <a:ea typeface="Salesforce Sans"/>
                <a:cs typeface="Salesforce Sans"/>
                <a:sym typeface="Salesforce Sans"/>
              </a:rPr>
              <a:t>Agentforce Life Sciences Pre-built Commercial </a:t>
            </a:r>
            <a:endParaRPr b="1" i="0" sz="900" u="none" cap="none" strike="noStrike">
              <a:solidFill>
                <a:srgbClr val="066AFE"/>
              </a:solidFill>
              <a:latin typeface="Salesforce Sans"/>
              <a:ea typeface="Salesforce Sans"/>
              <a:cs typeface="Salesforce Sans"/>
              <a:sym typeface="Salesforce Sans"/>
            </a:endParaRPr>
          </a:p>
        </p:txBody>
      </p:sp>
      <p:sp>
        <p:nvSpPr>
          <p:cNvPr id="5658" name="Google Shape;5658;p171"/>
          <p:cNvSpPr txBox="1"/>
          <p:nvPr/>
        </p:nvSpPr>
        <p:spPr>
          <a:xfrm>
            <a:off x="7363519" y="2947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Value Proposition</a:t>
            </a:r>
            <a:endParaRPr i="0" sz="800" u="none" cap="none" strike="noStrike">
              <a:latin typeface="Salesforce Sans"/>
              <a:ea typeface="Salesforce Sans"/>
              <a:cs typeface="Salesforce Sans"/>
              <a:sym typeface="Salesforce Sans"/>
            </a:endParaRPr>
          </a:p>
        </p:txBody>
      </p:sp>
      <p:sp>
        <p:nvSpPr>
          <p:cNvPr id="5659" name="Google Shape;5659;p171"/>
          <p:cNvSpPr txBox="1"/>
          <p:nvPr/>
        </p:nvSpPr>
        <p:spPr>
          <a:xfrm>
            <a:off x="7363519" y="30929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a:latin typeface="Salesforce Sans"/>
              <a:ea typeface="Salesforce Sans"/>
              <a:cs typeface="Salesforce Sans"/>
              <a:sym typeface="Salesforce Sans"/>
            </a:endParaRPr>
          </a:p>
        </p:txBody>
      </p:sp>
      <p:sp>
        <p:nvSpPr>
          <p:cNvPr id="5660" name="Google Shape;5660;p171"/>
          <p:cNvSpPr txBox="1"/>
          <p:nvPr/>
        </p:nvSpPr>
        <p:spPr>
          <a:xfrm>
            <a:off x="7363519" y="33058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Quota Planning</a:t>
            </a:r>
            <a:endParaRPr sz="800">
              <a:latin typeface="Salesforce Sans"/>
              <a:ea typeface="Salesforce Sans"/>
              <a:cs typeface="Salesforce Sans"/>
              <a:sym typeface="Salesforce Sans"/>
            </a:endParaRPr>
          </a:p>
        </p:txBody>
      </p:sp>
      <p:sp>
        <p:nvSpPr>
          <p:cNvPr id="5661" name="Google Shape;5661;p171"/>
          <p:cNvSpPr txBox="1"/>
          <p:nvPr/>
        </p:nvSpPr>
        <p:spPr>
          <a:xfrm>
            <a:off x="7363519" y="3752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Onboarding</a:t>
            </a:r>
            <a:endParaRPr sz="800">
              <a:latin typeface="Salesforce Sans"/>
              <a:ea typeface="Salesforce Sans"/>
              <a:cs typeface="Salesforce Sans"/>
              <a:sym typeface="Salesforce Sans"/>
            </a:endParaRPr>
          </a:p>
        </p:txBody>
      </p:sp>
      <p:sp>
        <p:nvSpPr>
          <p:cNvPr id="5662" name="Google Shape;5662;p171"/>
          <p:cNvSpPr txBox="1"/>
          <p:nvPr/>
        </p:nvSpPr>
        <p:spPr>
          <a:xfrm>
            <a:off x="7363519" y="34551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SDR</a:t>
            </a:r>
            <a:endParaRPr sz="800">
              <a:latin typeface="Salesforce Sans"/>
              <a:ea typeface="Salesforce Sans"/>
              <a:cs typeface="Salesforce Sans"/>
              <a:sym typeface="Salesforce Sans"/>
            </a:endParaRPr>
          </a:p>
        </p:txBody>
      </p:sp>
      <p:sp>
        <p:nvSpPr>
          <p:cNvPr id="5663" name="Google Shape;5663;p171"/>
          <p:cNvSpPr txBox="1"/>
          <p:nvPr/>
        </p:nvSpPr>
        <p:spPr>
          <a:xfrm>
            <a:off x="7363519" y="44059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i="0" sz="800" u="none" cap="none" strike="noStrike">
              <a:latin typeface="Salesforce Sans"/>
              <a:ea typeface="Salesforce Sans"/>
              <a:cs typeface="Salesforce Sans"/>
              <a:sym typeface="Salesforce Sans"/>
            </a:endParaRPr>
          </a:p>
        </p:txBody>
      </p:sp>
      <p:sp>
        <p:nvSpPr>
          <p:cNvPr id="5664" name="Google Shape;5664;p171"/>
          <p:cNvSpPr txBox="1"/>
          <p:nvPr/>
        </p:nvSpPr>
        <p:spPr>
          <a:xfrm>
            <a:off x="7363519" y="42596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a:latin typeface="Salesforce Sans"/>
              <a:ea typeface="Salesforce Sans"/>
              <a:cs typeface="Salesforce Sans"/>
              <a:sym typeface="Salesforce Sans"/>
            </a:endParaRPr>
          </a:p>
        </p:txBody>
      </p:sp>
      <p:sp>
        <p:nvSpPr>
          <p:cNvPr id="5665" name="Google Shape;5665;p171"/>
          <p:cNvSpPr txBox="1"/>
          <p:nvPr/>
        </p:nvSpPr>
        <p:spPr>
          <a:xfrm>
            <a:off x="7363519" y="4700220"/>
            <a:ext cx="1457700" cy="11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745">
                <a:latin typeface="Salesforce Sans"/>
                <a:ea typeface="Salesforce Sans"/>
                <a:cs typeface="Salesforce Sans"/>
                <a:sym typeface="Salesforce Sans"/>
              </a:rPr>
              <a:t>Meeting Follow-up</a:t>
            </a:r>
            <a:endParaRPr sz="800">
              <a:latin typeface="Salesforce Sans"/>
              <a:ea typeface="Salesforce Sans"/>
              <a:cs typeface="Salesforce Sans"/>
              <a:sym typeface="Salesforce Sans"/>
            </a:endParaRPr>
          </a:p>
        </p:txBody>
      </p:sp>
      <p:sp>
        <p:nvSpPr>
          <p:cNvPr id="5666" name="Google Shape;5666;p171"/>
          <p:cNvSpPr txBox="1"/>
          <p:nvPr/>
        </p:nvSpPr>
        <p:spPr>
          <a:xfrm>
            <a:off x="7363519" y="49047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5667" name="Google Shape;5667;p171"/>
          <p:cNvSpPr txBox="1"/>
          <p:nvPr/>
        </p:nvSpPr>
        <p:spPr>
          <a:xfrm>
            <a:off x="7363519" y="505338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Intelligence</a:t>
            </a:r>
            <a:endParaRPr sz="800">
              <a:latin typeface="Salesforce Sans"/>
              <a:ea typeface="Salesforce Sans"/>
              <a:cs typeface="Salesforce Sans"/>
              <a:sym typeface="Salesforce Sans"/>
            </a:endParaRPr>
          </a:p>
        </p:txBody>
      </p:sp>
      <p:sp>
        <p:nvSpPr>
          <p:cNvPr id="5668" name="Google Shape;5668;p171"/>
          <p:cNvSpPr txBox="1"/>
          <p:nvPr/>
        </p:nvSpPr>
        <p:spPr>
          <a:xfrm>
            <a:off x="7363519" y="54136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Modeling</a:t>
            </a:r>
            <a:endParaRPr sz="800">
              <a:latin typeface="Salesforce Sans"/>
              <a:ea typeface="Salesforce Sans"/>
              <a:cs typeface="Salesforce Sans"/>
              <a:sym typeface="Salesforce Sans"/>
            </a:endParaRPr>
          </a:p>
        </p:txBody>
      </p:sp>
      <p:sp>
        <p:nvSpPr>
          <p:cNvPr id="5669" name="Google Shape;5669;p171"/>
          <p:cNvSpPr txBox="1"/>
          <p:nvPr/>
        </p:nvSpPr>
        <p:spPr>
          <a:xfrm>
            <a:off x="7363519" y="57065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Governance</a:t>
            </a:r>
            <a:endParaRPr sz="800">
              <a:latin typeface="Salesforce Sans"/>
              <a:ea typeface="Salesforce Sans"/>
              <a:cs typeface="Salesforce Sans"/>
              <a:sym typeface="Salesforce Sans"/>
            </a:endParaRPr>
          </a:p>
        </p:txBody>
      </p:sp>
      <p:sp>
        <p:nvSpPr>
          <p:cNvPr id="5670" name="Google Shape;5670;p171"/>
          <p:cNvSpPr txBox="1"/>
          <p:nvPr/>
        </p:nvSpPr>
        <p:spPr>
          <a:xfrm>
            <a:off x="7363519" y="59173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The Customer</a:t>
            </a:r>
            <a:endParaRPr sz="800">
              <a:latin typeface="Salesforce Sans"/>
              <a:ea typeface="Salesforce Sans"/>
              <a:cs typeface="Salesforce Sans"/>
              <a:sym typeface="Salesforce Sans"/>
            </a:endParaRPr>
          </a:p>
        </p:txBody>
      </p:sp>
      <p:sp>
        <p:nvSpPr>
          <p:cNvPr id="5671" name="Google Shape;5671;p171"/>
          <p:cNvSpPr txBox="1"/>
          <p:nvPr/>
        </p:nvSpPr>
        <p:spPr>
          <a:xfrm>
            <a:off x="7363519" y="52007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Auditing</a:t>
            </a:r>
            <a:endParaRPr sz="800">
              <a:latin typeface="Salesforce Sans"/>
              <a:ea typeface="Salesforce Sans"/>
              <a:cs typeface="Salesforce Sans"/>
              <a:sym typeface="Salesforce Sans"/>
            </a:endParaRPr>
          </a:p>
        </p:txBody>
      </p:sp>
      <p:sp>
        <p:nvSpPr>
          <p:cNvPr id="5672" name="Google Shape;5672;p171"/>
          <p:cNvSpPr txBox="1"/>
          <p:nvPr/>
        </p:nvSpPr>
        <p:spPr>
          <a:xfrm>
            <a:off x="7363519" y="60647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5673" name="Google Shape;5673;p171"/>
          <p:cNvSpPr txBox="1"/>
          <p:nvPr/>
        </p:nvSpPr>
        <p:spPr>
          <a:xfrm>
            <a:off x="7363519" y="62109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Msg Personalization</a:t>
            </a:r>
            <a:endParaRPr i="0" sz="800" u="none" cap="none" strike="noStrike">
              <a:latin typeface="Salesforce Sans"/>
              <a:ea typeface="Salesforce Sans"/>
              <a:cs typeface="Salesforce Sans"/>
              <a:sym typeface="Salesforce Sans"/>
            </a:endParaRPr>
          </a:p>
        </p:txBody>
      </p:sp>
      <p:sp>
        <p:nvSpPr>
          <p:cNvPr id="5674" name="Google Shape;5674;p171"/>
          <p:cNvSpPr txBox="1"/>
          <p:nvPr/>
        </p:nvSpPr>
        <p:spPr>
          <a:xfrm>
            <a:off x="7363519" y="45515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Live Response</a:t>
            </a:r>
            <a:endParaRPr sz="800">
              <a:latin typeface="Salesforce Sans"/>
              <a:ea typeface="Salesforce Sans"/>
              <a:cs typeface="Salesforce Sans"/>
              <a:sym typeface="Salesforce Sans"/>
            </a:endParaRPr>
          </a:p>
        </p:txBody>
      </p:sp>
      <p:sp>
        <p:nvSpPr>
          <p:cNvPr id="5675" name="Google Shape;5675;p171"/>
          <p:cNvSpPr txBox="1"/>
          <p:nvPr/>
        </p:nvSpPr>
        <p:spPr>
          <a:xfrm>
            <a:off x="7363519" y="7206146"/>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Optimization Recommendation</a:t>
            </a:r>
            <a:endParaRPr i="0" sz="800" u="none" cap="none" strike="noStrike">
              <a:latin typeface="Salesforce Sans"/>
              <a:ea typeface="Salesforce Sans"/>
              <a:cs typeface="Salesforce Sans"/>
              <a:sym typeface="Salesforce Sans"/>
            </a:endParaRPr>
          </a:p>
        </p:txBody>
      </p:sp>
      <p:sp>
        <p:nvSpPr>
          <p:cNvPr id="5676" name="Google Shape;5676;p171"/>
          <p:cNvSpPr txBox="1"/>
          <p:nvPr/>
        </p:nvSpPr>
        <p:spPr>
          <a:xfrm>
            <a:off x="7363519" y="7684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Program Enrollment</a:t>
            </a:r>
            <a:endParaRPr i="0" sz="800" u="none" cap="none" strike="noStrike">
              <a:latin typeface="Salesforce Sans"/>
              <a:ea typeface="Salesforce Sans"/>
              <a:cs typeface="Salesforce Sans"/>
              <a:sym typeface="Salesforce Sans"/>
            </a:endParaRPr>
          </a:p>
        </p:txBody>
      </p:sp>
      <p:sp>
        <p:nvSpPr>
          <p:cNvPr id="5677" name="Google Shape;5677;p171"/>
          <p:cNvSpPr txBox="1"/>
          <p:nvPr/>
        </p:nvSpPr>
        <p:spPr>
          <a:xfrm>
            <a:off x="7363519" y="75420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Awareness and Education</a:t>
            </a:r>
            <a:endParaRPr i="0" sz="800" u="none" cap="none" strike="noStrike">
              <a:latin typeface="Salesforce Sans"/>
              <a:ea typeface="Salesforce Sans"/>
              <a:cs typeface="Salesforce Sans"/>
              <a:sym typeface="Salesforce Sans"/>
            </a:endParaRPr>
          </a:p>
        </p:txBody>
      </p:sp>
      <p:sp>
        <p:nvSpPr>
          <p:cNvPr id="5678" name="Google Shape;5678;p171"/>
          <p:cNvSpPr txBox="1"/>
          <p:nvPr/>
        </p:nvSpPr>
        <p:spPr>
          <a:xfrm>
            <a:off x="7363519" y="7983736"/>
            <a:ext cx="14577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Management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679" name="Google Shape;5679;p171"/>
          <p:cNvSpPr txBox="1"/>
          <p:nvPr/>
        </p:nvSpPr>
        <p:spPr>
          <a:xfrm>
            <a:off x="7363525" y="825587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Personalized Engagement and Recommendations</a:t>
            </a:r>
            <a:endParaRPr sz="800">
              <a:latin typeface="Salesforce Sans"/>
              <a:ea typeface="Salesforce Sans"/>
              <a:cs typeface="Salesforce Sans"/>
              <a:sym typeface="Salesforce Sans"/>
            </a:endParaRPr>
          </a:p>
        </p:txBody>
      </p:sp>
      <p:sp>
        <p:nvSpPr>
          <p:cNvPr id="5680" name="Google Shape;5680;p171"/>
          <p:cNvSpPr txBox="1"/>
          <p:nvPr/>
        </p:nvSpPr>
        <p:spPr>
          <a:xfrm>
            <a:off x="7363519" y="85912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Monitoring</a:t>
            </a:r>
            <a:endParaRPr i="0" sz="800" u="none" cap="none" strike="noStrike">
              <a:latin typeface="Salesforce Sans"/>
              <a:ea typeface="Salesforce Sans"/>
              <a:cs typeface="Salesforce Sans"/>
              <a:sym typeface="Salesforce Sans"/>
            </a:endParaRPr>
          </a:p>
        </p:txBody>
      </p:sp>
      <p:sp>
        <p:nvSpPr>
          <p:cNvPr id="5681" name="Google Shape;5681;p171"/>
          <p:cNvSpPr txBox="1"/>
          <p:nvPr/>
        </p:nvSpPr>
        <p:spPr>
          <a:xfrm>
            <a:off x="7363519" y="87424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Intake</a:t>
            </a:r>
            <a:endParaRPr i="0" sz="800" u="none" cap="none" strike="noStrike">
              <a:latin typeface="Salesforce Sans"/>
              <a:ea typeface="Salesforce Sans"/>
              <a:cs typeface="Salesforce Sans"/>
              <a:sym typeface="Salesforce Sans"/>
            </a:endParaRPr>
          </a:p>
        </p:txBody>
      </p:sp>
      <p:sp>
        <p:nvSpPr>
          <p:cNvPr id="5682" name="Google Shape;5682;p171"/>
          <p:cNvSpPr txBox="1"/>
          <p:nvPr/>
        </p:nvSpPr>
        <p:spPr>
          <a:xfrm>
            <a:off x="7363519" y="8882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5683" name="Google Shape;5683;p171"/>
          <p:cNvSpPr txBox="1"/>
          <p:nvPr/>
        </p:nvSpPr>
        <p:spPr>
          <a:xfrm>
            <a:off x="7363532" y="6571575"/>
            <a:ext cx="18543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Submission and Routing Tracker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684" name="Google Shape;5684;p171"/>
          <p:cNvSpPr txBox="1"/>
          <p:nvPr/>
        </p:nvSpPr>
        <p:spPr>
          <a:xfrm>
            <a:off x="7363519" y="68420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Review Feedback Log</a:t>
            </a:r>
            <a:endParaRPr sz="800">
              <a:latin typeface="Salesforce Sans"/>
              <a:ea typeface="Salesforce Sans"/>
              <a:cs typeface="Salesforce Sans"/>
              <a:sym typeface="Salesforce Sans"/>
            </a:endParaRPr>
          </a:p>
        </p:txBody>
      </p:sp>
      <p:sp>
        <p:nvSpPr>
          <p:cNvPr id="5685" name="Google Shape;5685;p171"/>
          <p:cNvSpPr txBox="1"/>
          <p:nvPr/>
        </p:nvSpPr>
        <p:spPr>
          <a:xfrm>
            <a:off x="7363519" y="70534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5686" name="Google Shape;5686;p171"/>
          <p:cNvSpPr/>
          <p:nvPr/>
        </p:nvSpPr>
        <p:spPr>
          <a:xfrm>
            <a:off x="7227472" y="347817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highlight>
                <a:srgbClr val="022AC0"/>
              </a:highlight>
              <a:latin typeface="Salesforce Sans"/>
              <a:ea typeface="Salesforce Sans"/>
              <a:cs typeface="Salesforce Sans"/>
              <a:sym typeface="Salesforce Sans"/>
            </a:endParaRPr>
          </a:p>
        </p:txBody>
      </p:sp>
      <p:sp>
        <p:nvSpPr>
          <p:cNvPr id="5687" name="Google Shape;5687;p171"/>
          <p:cNvSpPr/>
          <p:nvPr/>
        </p:nvSpPr>
        <p:spPr>
          <a:xfrm>
            <a:off x="7227472" y="52193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88" name="Google Shape;5688;p171"/>
          <p:cNvSpPr/>
          <p:nvPr/>
        </p:nvSpPr>
        <p:spPr>
          <a:xfrm>
            <a:off x="7227472" y="62295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89" name="Google Shape;5689;p171"/>
          <p:cNvSpPr txBox="1"/>
          <p:nvPr/>
        </p:nvSpPr>
        <p:spPr>
          <a:xfrm>
            <a:off x="7363519"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Manufacturing Standards</a:t>
            </a:r>
            <a:endParaRPr sz="800">
              <a:latin typeface="Salesforce Sans"/>
              <a:ea typeface="Salesforce Sans"/>
              <a:cs typeface="Salesforce Sans"/>
              <a:sym typeface="Salesforce Sans"/>
            </a:endParaRPr>
          </a:p>
        </p:txBody>
      </p:sp>
      <p:sp>
        <p:nvSpPr>
          <p:cNvPr id="5690" name="Google Shape;5690;p171"/>
          <p:cNvSpPr/>
          <p:nvPr/>
        </p:nvSpPr>
        <p:spPr>
          <a:xfrm>
            <a:off x="722747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1" name="Google Shape;5691;p171"/>
          <p:cNvSpPr txBox="1"/>
          <p:nvPr/>
        </p:nvSpPr>
        <p:spPr>
          <a:xfrm>
            <a:off x="7363519" y="19202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Design and Manufacturing Process</a:t>
            </a:r>
            <a:endParaRPr sz="800">
              <a:latin typeface="Salesforce Sans"/>
              <a:ea typeface="Salesforce Sans"/>
              <a:cs typeface="Salesforce Sans"/>
              <a:sym typeface="Salesforce Sans"/>
            </a:endParaRPr>
          </a:p>
        </p:txBody>
      </p:sp>
      <p:sp>
        <p:nvSpPr>
          <p:cNvPr id="5692" name="Google Shape;5692;p171"/>
          <p:cNvSpPr/>
          <p:nvPr/>
        </p:nvSpPr>
        <p:spPr>
          <a:xfrm>
            <a:off x="722747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93" name="Google Shape;5693;p171"/>
          <p:cNvSpPr txBox="1"/>
          <p:nvPr/>
        </p:nvSpPr>
        <p:spPr>
          <a:xfrm>
            <a:off x="7363519" y="206888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Periodic Reporting</a:t>
            </a:r>
            <a:endParaRPr sz="800">
              <a:latin typeface="Salesforce Sans"/>
              <a:ea typeface="Salesforce Sans"/>
              <a:cs typeface="Salesforce Sans"/>
              <a:sym typeface="Salesforce Sans"/>
            </a:endParaRPr>
          </a:p>
        </p:txBody>
      </p:sp>
      <p:sp>
        <p:nvSpPr>
          <p:cNvPr id="5694" name="Google Shape;5694;p171"/>
          <p:cNvSpPr/>
          <p:nvPr/>
        </p:nvSpPr>
        <p:spPr>
          <a:xfrm>
            <a:off x="7227472" y="2087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5" name="Google Shape;5695;p171"/>
          <p:cNvSpPr txBox="1"/>
          <p:nvPr/>
        </p:nvSpPr>
        <p:spPr>
          <a:xfrm>
            <a:off x="7363531" y="2277300"/>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 Summarization | Assistive</a:t>
            </a:r>
            <a:endParaRPr sz="800">
              <a:latin typeface="Salesforce Sans"/>
              <a:ea typeface="Salesforce Sans"/>
              <a:cs typeface="Salesforce Sans"/>
              <a:sym typeface="Salesforce Sans"/>
            </a:endParaRPr>
          </a:p>
        </p:txBody>
      </p:sp>
      <p:sp>
        <p:nvSpPr>
          <p:cNvPr id="5696" name="Google Shape;5696;p171"/>
          <p:cNvSpPr/>
          <p:nvPr/>
        </p:nvSpPr>
        <p:spPr>
          <a:xfrm>
            <a:off x="7227472" y="229573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7" name="Google Shape;5697;p171"/>
          <p:cNvSpPr txBox="1"/>
          <p:nvPr/>
        </p:nvSpPr>
        <p:spPr>
          <a:xfrm>
            <a:off x="7363529" y="2426700"/>
            <a:ext cx="1801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 | Assistive</a:t>
            </a:r>
            <a:endParaRPr sz="800">
              <a:latin typeface="Salesforce Sans"/>
              <a:ea typeface="Salesforce Sans"/>
              <a:cs typeface="Salesforce Sans"/>
              <a:sym typeface="Salesforce Sans"/>
            </a:endParaRPr>
          </a:p>
        </p:txBody>
      </p:sp>
      <p:sp>
        <p:nvSpPr>
          <p:cNvPr id="5698" name="Google Shape;5698;p171"/>
          <p:cNvSpPr/>
          <p:nvPr/>
        </p:nvSpPr>
        <p:spPr>
          <a:xfrm>
            <a:off x="7227472" y="2445143"/>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9" name="Google Shape;5699;p171"/>
          <p:cNvSpPr txBox="1"/>
          <p:nvPr/>
        </p:nvSpPr>
        <p:spPr>
          <a:xfrm>
            <a:off x="7363519" y="27979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 &amp; Comp. Analysis</a:t>
            </a:r>
            <a:endParaRPr sz="800">
              <a:latin typeface="Salesforce Sans"/>
              <a:ea typeface="Salesforce Sans"/>
              <a:cs typeface="Salesforce Sans"/>
              <a:sym typeface="Salesforce Sans"/>
            </a:endParaRPr>
          </a:p>
        </p:txBody>
      </p:sp>
      <p:sp>
        <p:nvSpPr>
          <p:cNvPr id="5700" name="Google Shape;5700;p171"/>
          <p:cNvSpPr/>
          <p:nvPr/>
        </p:nvSpPr>
        <p:spPr>
          <a:xfrm>
            <a:off x="7227472" y="28163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1" name="Google Shape;5701;p171"/>
          <p:cNvSpPr/>
          <p:nvPr/>
        </p:nvSpPr>
        <p:spPr>
          <a:xfrm>
            <a:off x="7227472" y="29662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2" name="Google Shape;5702;p171"/>
          <p:cNvSpPr/>
          <p:nvPr/>
        </p:nvSpPr>
        <p:spPr>
          <a:xfrm>
            <a:off x="7227472" y="31113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3" name="Google Shape;5703;p171"/>
          <p:cNvSpPr txBox="1"/>
          <p:nvPr/>
        </p:nvSpPr>
        <p:spPr>
          <a:xfrm>
            <a:off x="7363532" y="2588825"/>
            <a:ext cx="18543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Briefings: Podcasts &amp; Visuals | Assistive</a:t>
            </a:r>
            <a:endParaRPr sz="800">
              <a:latin typeface="Salesforce Sans"/>
              <a:ea typeface="Salesforce Sans"/>
              <a:cs typeface="Salesforce Sans"/>
              <a:sym typeface="Salesforce Sans"/>
            </a:endParaRPr>
          </a:p>
        </p:txBody>
      </p:sp>
      <p:sp>
        <p:nvSpPr>
          <p:cNvPr id="5704" name="Google Shape;5704;p171"/>
          <p:cNvSpPr/>
          <p:nvPr/>
        </p:nvSpPr>
        <p:spPr>
          <a:xfrm>
            <a:off x="7227472" y="26072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5" name="Google Shape;5705;p171"/>
          <p:cNvSpPr/>
          <p:nvPr/>
        </p:nvSpPr>
        <p:spPr>
          <a:xfrm>
            <a:off x="7227472" y="37713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06" name="Google Shape;5706;p171"/>
          <p:cNvSpPr/>
          <p:nvPr/>
        </p:nvSpPr>
        <p:spPr>
          <a:xfrm>
            <a:off x="7227472" y="427829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07" name="Google Shape;5707;p171"/>
          <p:cNvSpPr/>
          <p:nvPr/>
        </p:nvSpPr>
        <p:spPr>
          <a:xfrm>
            <a:off x="7227472" y="50719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708" name="Google Shape;5708;p171"/>
          <p:cNvSpPr/>
          <p:nvPr/>
        </p:nvSpPr>
        <p:spPr>
          <a:xfrm>
            <a:off x="7227472" y="60833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9" name="Google Shape;5709;p171"/>
          <p:cNvSpPr/>
          <p:nvPr/>
        </p:nvSpPr>
        <p:spPr>
          <a:xfrm>
            <a:off x="7227472" y="80023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0" name="Google Shape;5710;p171"/>
          <p:cNvSpPr/>
          <p:nvPr/>
        </p:nvSpPr>
        <p:spPr>
          <a:xfrm>
            <a:off x="7227472" y="86098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1" name="Google Shape;5711;p171"/>
          <p:cNvSpPr/>
          <p:nvPr/>
        </p:nvSpPr>
        <p:spPr>
          <a:xfrm>
            <a:off x="7227472" y="87610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2" name="Google Shape;5712;p171"/>
          <p:cNvSpPr/>
          <p:nvPr/>
        </p:nvSpPr>
        <p:spPr>
          <a:xfrm>
            <a:off x="7227472" y="89008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3" name="Google Shape;5713;p171"/>
          <p:cNvSpPr/>
          <p:nvPr/>
        </p:nvSpPr>
        <p:spPr>
          <a:xfrm>
            <a:off x="7227472" y="6590174"/>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4" name="Google Shape;5714;p171"/>
          <p:cNvSpPr/>
          <p:nvPr/>
        </p:nvSpPr>
        <p:spPr>
          <a:xfrm>
            <a:off x="7227472" y="7560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5" name="Google Shape;5715;p171"/>
          <p:cNvSpPr/>
          <p:nvPr/>
        </p:nvSpPr>
        <p:spPr>
          <a:xfrm>
            <a:off x="7227472" y="442452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16" name="Google Shape;5716;p171"/>
          <p:cNvSpPr/>
          <p:nvPr/>
        </p:nvSpPr>
        <p:spPr>
          <a:xfrm>
            <a:off x="7227472" y="4570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7" name="Google Shape;5717;p171"/>
          <p:cNvSpPr/>
          <p:nvPr/>
        </p:nvSpPr>
        <p:spPr>
          <a:xfrm>
            <a:off x="7227472" y="4718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8" name="Google Shape;5718;p171"/>
          <p:cNvSpPr/>
          <p:nvPr/>
        </p:nvSpPr>
        <p:spPr>
          <a:xfrm>
            <a:off x="7227472" y="33244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9" name="Google Shape;5719;p171"/>
          <p:cNvSpPr txBox="1"/>
          <p:nvPr/>
        </p:nvSpPr>
        <p:spPr>
          <a:xfrm>
            <a:off x="7363519" y="36047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Reimbursement</a:t>
            </a:r>
            <a:endParaRPr sz="800">
              <a:latin typeface="Salesforce Sans"/>
              <a:ea typeface="Salesforce Sans"/>
              <a:cs typeface="Salesforce Sans"/>
              <a:sym typeface="Salesforce Sans"/>
            </a:endParaRPr>
          </a:p>
        </p:txBody>
      </p:sp>
      <p:sp>
        <p:nvSpPr>
          <p:cNvPr id="5720" name="Google Shape;5720;p171"/>
          <p:cNvSpPr/>
          <p:nvPr/>
        </p:nvSpPr>
        <p:spPr>
          <a:xfrm>
            <a:off x="7227472" y="36231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1" name="Google Shape;5721;p171"/>
          <p:cNvSpPr/>
          <p:nvPr/>
        </p:nvSpPr>
        <p:spPr>
          <a:xfrm>
            <a:off x="7227472" y="49231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722" name="Google Shape;5722;p171"/>
          <p:cNvSpPr/>
          <p:nvPr/>
        </p:nvSpPr>
        <p:spPr>
          <a:xfrm>
            <a:off x="7227472" y="54322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23" name="Google Shape;5723;p171"/>
          <p:cNvSpPr/>
          <p:nvPr/>
        </p:nvSpPr>
        <p:spPr>
          <a:xfrm>
            <a:off x="7227472" y="5935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4" name="Google Shape;5724;p171"/>
          <p:cNvSpPr/>
          <p:nvPr/>
        </p:nvSpPr>
        <p:spPr>
          <a:xfrm>
            <a:off x="7227472" y="57251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5" name="Google Shape;5725;p171"/>
          <p:cNvSpPr/>
          <p:nvPr/>
        </p:nvSpPr>
        <p:spPr>
          <a:xfrm>
            <a:off x="7227472" y="686062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6" name="Google Shape;5726;p171"/>
          <p:cNvSpPr/>
          <p:nvPr/>
        </p:nvSpPr>
        <p:spPr>
          <a:xfrm>
            <a:off x="7227472" y="722474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7" name="Google Shape;5727;p171"/>
          <p:cNvSpPr/>
          <p:nvPr/>
        </p:nvSpPr>
        <p:spPr>
          <a:xfrm>
            <a:off x="7227472" y="70720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8" name="Google Shape;5728;p171"/>
          <p:cNvSpPr/>
          <p:nvPr/>
        </p:nvSpPr>
        <p:spPr>
          <a:xfrm>
            <a:off x="7227472" y="7702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9" name="Google Shape;5729;p171"/>
          <p:cNvSpPr/>
          <p:nvPr/>
        </p:nvSpPr>
        <p:spPr>
          <a:xfrm>
            <a:off x="7227472" y="82744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30" name="Google Shape;5730;p171"/>
          <p:cNvSpPr txBox="1"/>
          <p:nvPr/>
        </p:nvSpPr>
        <p:spPr>
          <a:xfrm>
            <a:off x="7363519" y="55583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Gtm Strategy</a:t>
            </a:r>
            <a:endParaRPr sz="800">
              <a:latin typeface="Salesforce Sans"/>
              <a:ea typeface="Salesforce Sans"/>
              <a:cs typeface="Salesforce Sans"/>
              <a:sym typeface="Salesforce Sans"/>
            </a:endParaRPr>
          </a:p>
        </p:txBody>
      </p:sp>
      <p:sp>
        <p:nvSpPr>
          <p:cNvPr id="5731" name="Google Shape;5731;p171"/>
          <p:cNvSpPr/>
          <p:nvPr/>
        </p:nvSpPr>
        <p:spPr>
          <a:xfrm>
            <a:off x="7225657" y="55769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32" name="Google Shape;5732;p171"/>
          <p:cNvSpPr txBox="1"/>
          <p:nvPr/>
        </p:nvSpPr>
        <p:spPr>
          <a:xfrm>
            <a:off x="7363519" y="78345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Support</a:t>
            </a:r>
            <a:endParaRPr sz="800">
              <a:latin typeface="Salesforce Sans"/>
              <a:ea typeface="Salesforce Sans"/>
              <a:cs typeface="Salesforce Sans"/>
              <a:sym typeface="Salesforce Sans"/>
            </a:endParaRPr>
          </a:p>
        </p:txBody>
      </p:sp>
      <p:sp>
        <p:nvSpPr>
          <p:cNvPr id="5733" name="Google Shape;5733;p171"/>
          <p:cNvSpPr/>
          <p:nvPr/>
        </p:nvSpPr>
        <p:spPr>
          <a:xfrm>
            <a:off x="7225647" y="78531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5734" name="Google Shape;5734;p171"/>
          <p:cNvSpPr txBox="1"/>
          <p:nvPr/>
        </p:nvSpPr>
        <p:spPr>
          <a:xfrm>
            <a:off x="4738830"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735" name="Google Shape;5735;p171"/>
          <p:cNvSpPr txBox="1"/>
          <p:nvPr/>
        </p:nvSpPr>
        <p:spPr>
          <a:xfrm>
            <a:off x="58623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736" name="Google Shape;5736;p171"/>
          <p:cNvGrpSpPr/>
          <p:nvPr/>
        </p:nvGrpSpPr>
        <p:grpSpPr>
          <a:xfrm>
            <a:off x="4758441" y="1793656"/>
            <a:ext cx="952566" cy="449700"/>
            <a:chOff x="755108" y="1946374"/>
            <a:chExt cx="1322458" cy="449700"/>
          </a:xfrm>
        </p:grpSpPr>
        <p:sp>
          <p:nvSpPr>
            <p:cNvPr id="5737" name="Google Shape;5737;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738" name="Google Shape;5738;p171"/>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Post-Clinical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&amp; Regulatory</a:t>
              </a:r>
              <a:endParaRPr sz="900">
                <a:solidFill>
                  <a:srgbClr val="FFFFFF"/>
                </a:solidFill>
                <a:latin typeface="Avant Garde Demi SFDC"/>
                <a:ea typeface="Avant Garde Demi SFDC"/>
                <a:cs typeface="Avant Garde Demi SFDC"/>
                <a:sym typeface="Avant Garde Demi SFDC"/>
              </a:endParaRPr>
            </a:p>
          </p:txBody>
        </p:sp>
      </p:grpSp>
      <p:sp>
        <p:nvSpPr>
          <p:cNvPr id="5739" name="Google Shape;5739;p171"/>
          <p:cNvSpPr txBox="1"/>
          <p:nvPr/>
        </p:nvSpPr>
        <p:spPr>
          <a:xfrm>
            <a:off x="7365348"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740" name="Google Shape;5740;p171"/>
          <p:cNvSpPr txBox="1"/>
          <p:nvPr/>
        </p:nvSpPr>
        <p:spPr>
          <a:xfrm>
            <a:off x="5862391" y="17718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CMC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741" name="Google Shape;5741;p171"/>
          <p:cNvGrpSpPr/>
          <p:nvPr/>
        </p:nvGrpSpPr>
        <p:grpSpPr>
          <a:xfrm>
            <a:off x="4758483" y="2298575"/>
            <a:ext cx="952525" cy="449700"/>
            <a:chOff x="755165" y="1951713"/>
            <a:chExt cx="1322400" cy="449700"/>
          </a:xfrm>
        </p:grpSpPr>
        <p:sp>
          <p:nvSpPr>
            <p:cNvPr id="5742" name="Google Shape;5742;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743" name="Google Shape;5743;p171"/>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5744" name="Google Shape;5744;p171"/>
          <p:cNvSpPr txBox="1"/>
          <p:nvPr/>
        </p:nvSpPr>
        <p:spPr>
          <a:xfrm>
            <a:off x="7363519" y="40499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Sales Performance</a:t>
            </a:r>
            <a:endParaRPr sz="800">
              <a:latin typeface="Salesforce Sans"/>
              <a:ea typeface="Salesforce Sans"/>
              <a:cs typeface="Salesforce Sans"/>
              <a:sym typeface="Salesforce Sans"/>
            </a:endParaRPr>
          </a:p>
        </p:txBody>
      </p:sp>
      <p:sp>
        <p:nvSpPr>
          <p:cNvPr id="5745" name="Google Shape;5745;p171"/>
          <p:cNvSpPr txBox="1"/>
          <p:nvPr/>
        </p:nvSpPr>
        <p:spPr>
          <a:xfrm>
            <a:off x="7363519" y="39036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Incentive</a:t>
            </a:r>
            <a:endParaRPr sz="800">
              <a:latin typeface="Salesforce Sans"/>
              <a:ea typeface="Salesforce Sans"/>
              <a:cs typeface="Salesforce Sans"/>
              <a:sym typeface="Salesforce Sans"/>
            </a:endParaRPr>
          </a:p>
        </p:txBody>
      </p:sp>
      <p:sp>
        <p:nvSpPr>
          <p:cNvPr id="5746" name="Google Shape;5746;p171"/>
          <p:cNvSpPr/>
          <p:nvPr/>
        </p:nvSpPr>
        <p:spPr>
          <a:xfrm>
            <a:off x="7227472" y="39222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47" name="Google Shape;5747;p171"/>
          <p:cNvSpPr/>
          <p:nvPr/>
        </p:nvSpPr>
        <p:spPr>
          <a:xfrm>
            <a:off x="7227472" y="40684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48" name="Google Shape;5748;p171"/>
          <p:cNvSpPr txBox="1"/>
          <p:nvPr/>
        </p:nvSpPr>
        <p:spPr>
          <a:xfrm>
            <a:off x="7363519" y="90327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Resolution and Case Closure</a:t>
            </a:r>
            <a:endParaRPr i="0" sz="800" u="none" cap="none" strike="noStrike">
              <a:latin typeface="Salesforce Sans"/>
              <a:ea typeface="Salesforce Sans"/>
              <a:cs typeface="Salesforce Sans"/>
              <a:sym typeface="Salesforce Sans"/>
            </a:endParaRPr>
          </a:p>
        </p:txBody>
      </p:sp>
      <p:sp>
        <p:nvSpPr>
          <p:cNvPr id="5749" name="Google Shape;5749;p171"/>
          <p:cNvSpPr/>
          <p:nvPr/>
        </p:nvSpPr>
        <p:spPr>
          <a:xfrm>
            <a:off x="7227472" y="905135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50" name="Google Shape;5750;p171"/>
          <p:cNvSpPr txBox="1"/>
          <p:nvPr/>
        </p:nvSpPr>
        <p:spPr>
          <a:xfrm>
            <a:off x="12692075" y="9253412"/>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5751" name="Google Shape;5751;p171"/>
          <p:cNvSpPr txBox="1"/>
          <p:nvPr/>
        </p:nvSpPr>
        <p:spPr>
          <a:xfrm>
            <a:off x="11943450" y="38721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KOL (Audience Mapping)</a:t>
            </a:r>
            <a:endParaRPr sz="800">
              <a:latin typeface="Salesforce Sans"/>
              <a:ea typeface="Salesforce Sans"/>
              <a:cs typeface="Salesforce Sans"/>
              <a:sym typeface="Salesforce Sans"/>
            </a:endParaRPr>
          </a:p>
        </p:txBody>
      </p:sp>
      <p:sp>
        <p:nvSpPr>
          <p:cNvPr id="5752" name="Google Shape;5752;p171"/>
          <p:cNvSpPr txBox="1"/>
          <p:nvPr/>
        </p:nvSpPr>
        <p:spPr>
          <a:xfrm>
            <a:off x="11943450" y="3725875"/>
            <a:ext cx="720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MSL Support</a:t>
            </a:r>
            <a:endParaRPr sz="800">
              <a:latin typeface="Salesforce Sans"/>
              <a:ea typeface="Salesforce Sans"/>
              <a:cs typeface="Salesforce Sans"/>
              <a:sym typeface="Salesforce Sans"/>
            </a:endParaRPr>
          </a:p>
        </p:txBody>
      </p:sp>
      <p:sp>
        <p:nvSpPr>
          <p:cNvPr id="5753" name="Google Shape;5753;p171"/>
          <p:cNvSpPr/>
          <p:nvPr/>
        </p:nvSpPr>
        <p:spPr>
          <a:xfrm>
            <a:off x="11807402" y="3744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54" name="Google Shape;5754;p171"/>
          <p:cNvSpPr/>
          <p:nvPr/>
        </p:nvSpPr>
        <p:spPr>
          <a:xfrm>
            <a:off x="11807402" y="3890697"/>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55" name="Google Shape;5755;p171"/>
          <p:cNvSpPr/>
          <p:nvPr/>
        </p:nvSpPr>
        <p:spPr>
          <a:xfrm>
            <a:off x="10457798" y="2260900"/>
            <a:ext cx="12198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Real-World Evidence and Data Generation </a:t>
            </a:r>
            <a:endParaRPr b="1" i="0" sz="845" u="none" cap="none" strike="noStrike">
              <a:solidFill>
                <a:srgbClr val="086AFE"/>
              </a:solidFill>
              <a:latin typeface="Salesforce Sans"/>
              <a:ea typeface="Salesforce Sans"/>
              <a:cs typeface="Salesforce Sans"/>
              <a:sym typeface="Salesforce Sans"/>
            </a:endParaRPr>
          </a:p>
        </p:txBody>
      </p:sp>
      <p:sp>
        <p:nvSpPr>
          <p:cNvPr id="5756" name="Google Shape;5756;p171"/>
          <p:cNvSpPr/>
          <p:nvPr/>
        </p:nvSpPr>
        <p:spPr>
          <a:xfrm>
            <a:off x="10457798" y="274448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Advisory Board and Congress Management </a:t>
            </a:r>
            <a:endParaRPr b="1" i="0" sz="845" u="none" cap="none" strike="noStrike">
              <a:solidFill>
                <a:srgbClr val="086AFE"/>
              </a:solidFill>
              <a:latin typeface="Salesforce Sans"/>
              <a:ea typeface="Salesforce Sans"/>
              <a:cs typeface="Salesforce Sans"/>
              <a:sym typeface="Salesforce Sans"/>
            </a:endParaRPr>
          </a:p>
        </p:txBody>
      </p:sp>
      <p:sp>
        <p:nvSpPr>
          <p:cNvPr id="5757" name="Google Shape;5757;p171"/>
          <p:cNvSpPr/>
          <p:nvPr/>
        </p:nvSpPr>
        <p:spPr>
          <a:xfrm>
            <a:off x="10457798" y="3371300"/>
            <a:ext cx="10749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Internal Training &amp; </a:t>
            </a:r>
            <a:r>
              <a:rPr b="1" lang="en" sz="845">
                <a:solidFill>
                  <a:srgbClr val="086AFE"/>
                </a:solidFill>
                <a:latin typeface="Salesforce Sans"/>
                <a:ea typeface="Salesforce Sans"/>
                <a:cs typeface="Salesforce Sans"/>
                <a:sym typeface="Salesforce Sans"/>
              </a:rPr>
              <a:t>Enablement</a:t>
            </a:r>
            <a:r>
              <a:rPr b="1" i="0" lang="en" sz="845" u="none" cap="none" strike="noStrike">
                <a:solidFill>
                  <a:srgbClr val="086AFE"/>
                </a:solidFill>
                <a:latin typeface="Salesforce Sans"/>
                <a:ea typeface="Salesforce Sans"/>
                <a:cs typeface="Salesforce Sans"/>
                <a:sym typeface="Salesforce Sans"/>
              </a:rPr>
              <a:t> </a:t>
            </a:r>
            <a:endParaRPr b="1" i="0" sz="845" u="none" cap="none" strike="noStrike">
              <a:solidFill>
                <a:srgbClr val="086AFE"/>
              </a:solidFill>
              <a:latin typeface="Salesforce Sans"/>
              <a:ea typeface="Salesforce Sans"/>
              <a:cs typeface="Salesforce Sans"/>
              <a:sym typeface="Salesforce Sans"/>
            </a:endParaRPr>
          </a:p>
        </p:txBody>
      </p:sp>
      <p:sp>
        <p:nvSpPr>
          <p:cNvPr id="5758" name="Google Shape;5758;p171"/>
          <p:cNvSpPr/>
          <p:nvPr/>
        </p:nvSpPr>
        <p:spPr>
          <a:xfrm>
            <a:off x="10457798" y="37301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Scientific Communication </a:t>
            </a:r>
            <a:endParaRPr b="1" i="0" sz="845" u="none" cap="none" strike="noStrike">
              <a:solidFill>
                <a:srgbClr val="086AFE"/>
              </a:solidFill>
              <a:latin typeface="Salesforce Sans"/>
              <a:ea typeface="Salesforce Sans"/>
              <a:cs typeface="Salesforce Sans"/>
              <a:sym typeface="Salesforce Sans"/>
            </a:endParaRPr>
          </a:p>
        </p:txBody>
      </p:sp>
      <p:sp>
        <p:nvSpPr>
          <p:cNvPr id="5759" name="Google Shape;5759;p171"/>
          <p:cNvSpPr/>
          <p:nvPr/>
        </p:nvSpPr>
        <p:spPr>
          <a:xfrm>
            <a:off x="10457798" y="4383219"/>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Med. Insight Mgmt. </a:t>
            </a:r>
            <a:endParaRPr b="1" i="0" sz="845" u="none" cap="none" strike="noStrike">
              <a:solidFill>
                <a:srgbClr val="086AFE"/>
              </a:solidFill>
              <a:latin typeface="Salesforce Sans"/>
              <a:ea typeface="Salesforce Sans"/>
              <a:cs typeface="Salesforce Sans"/>
              <a:sym typeface="Salesforce Sans"/>
            </a:endParaRPr>
          </a:p>
        </p:txBody>
      </p:sp>
      <p:sp>
        <p:nvSpPr>
          <p:cNvPr id="5760" name="Google Shape;5760;p171"/>
          <p:cNvSpPr/>
          <p:nvPr/>
        </p:nvSpPr>
        <p:spPr>
          <a:xfrm>
            <a:off x="10457798" y="4738050"/>
            <a:ext cx="11286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Production Planning &amp; Scheduling </a:t>
            </a:r>
            <a:endParaRPr b="1" i="0" sz="845" u="none" cap="none" strike="noStrike">
              <a:solidFill>
                <a:srgbClr val="086AFE"/>
              </a:solidFill>
              <a:latin typeface="Salesforce Sans"/>
              <a:ea typeface="Salesforce Sans"/>
              <a:cs typeface="Salesforce Sans"/>
              <a:sym typeface="Salesforce Sans"/>
            </a:endParaRPr>
          </a:p>
        </p:txBody>
      </p:sp>
      <p:sp>
        <p:nvSpPr>
          <p:cNvPr id="5761" name="Google Shape;5761;p171"/>
          <p:cNvSpPr/>
          <p:nvPr/>
        </p:nvSpPr>
        <p:spPr>
          <a:xfrm>
            <a:off x="10457798" y="5241380"/>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Manufacturing Execution </a:t>
            </a:r>
            <a:endParaRPr b="1" i="0" sz="845" u="none" cap="none" strike="noStrike">
              <a:solidFill>
                <a:srgbClr val="086AFE"/>
              </a:solidFill>
              <a:latin typeface="Salesforce Sans"/>
              <a:ea typeface="Salesforce Sans"/>
              <a:cs typeface="Salesforce Sans"/>
              <a:sym typeface="Salesforce Sans"/>
            </a:endParaRPr>
          </a:p>
        </p:txBody>
      </p:sp>
      <p:sp>
        <p:nvSpPr>
          <p:cNvPr id="5762" name="Google Shape;5762;p171"/>
          <p:cNvSpPr/>
          <p:nvPr/>
        </p:nvSpPr>
        <p:spPr>
          <a:xfrm>
            <a:off x="10457798" y="600086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Quality Management and Control </a:t>
            </a:r>
            <a:endParaRPr b="1" i="0" sz="845" u="none" cap="none" strike="noStrike">
              <a:solidFill>
                <a:srgbClr val="086AFE"/>
              </a:solidFill>
              <a:latin typeface="Salesforce Sans"/>
              <a:ea typeface="Salesforce Sans"/>
              <a:cs typeface="Salesforce Sans"/>
              <a:sym typeface="Salesforce Sans"/>
            </a:endParaRPr>
          </a:p>
        </p:txBody>
      </p:sp>
      <p:sp>
        <p:nvSpPr>
          <p:cNvPr id="5763" name="Google Shape;5763;p171"/>
          <p:cNvSpPr/>
          <p:nvPr/>
        </p:nvSpPr>
        <p:spPr>
          <a:xfrm>
            <a:off x="10457798" y="6627127"/>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Supply Chain and Procurement </a:t>
            </a:r>
            <a:endParaRPr b="1" i="0" sz="845" u="none" cap="none" strike="noStrike">
              <a:solidFill>
                <a:srgbClr val="086AFE"/>
              </a:solidFill>
              <a:latin typeface="Salesforce Sans"/>
              <a:ea typeface="Salesforce Sans"/>
              <a:cs typeface="Salesforce Sans"/>
              <a:sym typeface="Salesforce Sans"/>
            </a:endParaRPr>
          </a:p>
        </p:txBody>
      </p:sp>
      <p:sp>
        <p:nvSpPr>
          <p:cNvPr id="5764" name="Google Shape;5764;p171"/>
          <p:cNvSpPr/>
          <p:nvPr/>
        </p:nvSpPr>
        <p:spPr>
          <a:xfrm>
            <a:off x="10457798" y="7253118"/>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Logistics Management and Delivery </a:t>
            </a:r>
            <a:endParaRPr b="1" i="0" sz="845" u="none" cap="none" strike="noStrike">
              <a:solidFill>
                <a:srgbClr val="086AFE"/>
              </a:solidFill>
              <a:latin typeface="Salesforce Sans"/>
              <a:ea typeface="Salesforce Sans"/>
              <a:cs typeface="Salesforce Sans"/>
              <a:sym typeface="Salesforce Sans"/>
            </a:endParaRPr>
          </a:p>
        </p:txBody>
      </p:sp>
      <p:sp>
        <p:nvSpPr>
          <p:cNvPr id="5765" name="Google Shape;5765;p171"/>
          <p:cNvSpPr/>
          <p:nvPr/>
        </p:nvSpPr>
        <p:spPr>
          <a:xfrm>
            <a:off x="10457798" y="8028211"/>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Maint. &amp; Asset Reliability </a:t>
            </a:r>
            <a:endParaRPr b="1" i="0" sz="845" u="none" cap="none" strike="noStrike">
              <a:solidFill>
                <a:srgbClr val="086AFE"/>
              </a:solidFill>
              <a:latin typeface="Salesforce Sans"/>
              <a:ea typeface="Salesforce Sans"/>
              <a:cs typeface="Salesforce Sans"/>
              <a:sym typeface="Salesforce Sans"/>
            </a:endParaRPr>
          </a:p>
        </p:txBody>
      </p:sp>
      <p:sp>
        <p:nvSpPr>
          <p:cNvPr id="5766" name="Google Shape;5766;p171"/>
          <p:cNvSpPr/>
          <p:nvPr/>
        </p:nvSpPr>
        <p:spPr>
          <a:xfrm>
            <a:off x="10457798" y="8391075"/>
            <a:ext cx="11211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Digital </a:t>
            </a:r>
            <a:br>
              <a:rPr b="1" i="0" lang="en" sz="845" u="none" cap="none" strike="noStrike">
                <a:solidFill>
                  <a:srgbClr val="086AFE"/>
                </a:solidFill>
                <a:latin typeface="Salesforce Sans"/>
                <a:ea typeface="Salesforce Sans"/>
                <a:cs typeface="Salesforce Sans"/>
                <a:sym typeface="Salesforce Sans"/>
              </a:rPr>
            </a:br>
            <a:r>
              <a:rPr b="1" i="0" lang="en" sz="845" u="none" cap="none" strike="noStrike">
                <a:solidFill>
                  <a:srgbClr val="086AFE"/>
                </a:solidFill>
                <a:latin typeface="Salesforce Sans"/>
                <a:ea typeface="Salesforce Sans"/>
                <a:cs typeface="Salesforce Sans"/>
                <a:sym typeface="Salesforce Sans"/>
              </a:rPr>
              <a:t>Enablement </a:t>
            </a:r>
            <a:endParaRPr b="1" i="0" sz="845" u="none" cap="none" strike="noStrike">
              <a:solidFill>
                <a:srgbClr val="086AFE"/>
              </a:solidFill>
              <a:latin typeface="Salesforce Sans"/>
              <a:ea typeface="Salesforce Sans"/>
              <a:cs typeface="Salesforce Sans"/>
              <a:sym typeface="Salesforce Sans"/>
            </a:endParaRPr>
          </a:p>
        </p:txBody>
      </p:sp>
      <p:sp>
        <p:nvSpPr>
          <p:cNvPr id="5767" name="Google Shape;5767;p171"/>
          <p:cNvSpPr txBox="1"/>
          <p:nvPr/>
        </p:nvSpPr>
        <p:spPr>
          <a:xfrm>
            <a:off x="11943450" y="2887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Agenda &amp; Material Dev</a:t>
            </a:r>
            <a:endParaRPr i="0" sz="800" u="none" cap="none" strike="noStrike">
              <a:latin typeface="Salesforce Sans"/>
              <a:ea typeface="Salesforce Sans"/>
              <a:cs typeface="Salesforce Sans"/>
              <a:sym typeface="Salesforce Sans"/>
            </a:endParaRPr>
          </a:p>
        </p:txBody>
      </p:sp>
      <p:sp>
        <p:nvSpPr>
          <p:cNvPr id="5768" name="Google Shape;5768;p171"/>
          <p:cNvSpPr txBox="1"/>
          <p:nvPr/>
        </p:nvSpPr>
        <p:spPr>
          <a:xfrm>
            <a:off x="11943450" y="303261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Facilitation and Insight Synthesis</a:t>
            </a:r>
            <a:endParaRPr sz="800">
              <a:latin typeface="Salesforce Sans"/>
              <a:ea typeface="Salesforce Sans"/>
              <a:cs typeface="Salesforce Sans"/>
              <a:sym typeface="Salesforce Sans"/>
            </a:endParaRPr>
          </a:p>
        </p:txBody>
      </p:sp>
      <p:sp>
        <p:nvSpPr>
          <p:cNvPr id="5769" name="Google Shape;5769;p171"/>
          <p:cNvSpPr txBox="1"/>
          <p:nvPr/>
        </p:nvSpPr>
        <p:spPr>
          <a:xfrm>
            <a:off x="11943450" y="35147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Learning Delivery</a:t>
            </a:r>
            <a:endParaRPr sz="800">
              <a:latin typeface="Salesforce Sans"/>
              <a:ea typeface="Salesforce Sans"/>
              <a:cs typeface="Salesforce Sans"/>
              <a:sym typeface="Salesforce Sans"/>
            </a:endParaRPr>
          </a:p>
        </p:txBody>
      </p:sp>
      <p:sp>
        <p:nvSpPr>
          <p:cNvPr id="5770" name="Google Shape;5770;p171"/>
          <p:cNvSpPr txBox="1"/>
          <p:nvPr/>
        </p:nvSpPr>
        <p:spPr>
          <a:xfrm>
            <a:off x="11943450" y="4379545"/>
            <a:ext cx="1457700" cy="26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800">
                <a:latin typeface="Salesforce Sans"/>
                <a:ea typeface="Salesforce Sans"/>
                <a:cs typeface="Salesforce Sans"/>
                <a:sym typeface="Salesforce Sans"/>
              </a:rPr>
              <a:t>Insight Collection &amp; Categorization</a:t>
            </a:r>
            <a:endParaRPr sz="800">
              <a:latin typeface="Salesforce Sans"/>
              <a:ea typeface="Salesforce Sans"/>
              <a:cs typeface="Salesforce Sans"/>
              <a:sym typeface="Salesforce Sans"/>
            </a:endParaRPr>
          </a:p>
        </p:txBody>
      </p:sp>
      <p:sp>
        <p:nvSpPr>
          <p:cNvPr id="5771" name="Google Shape;5771;p171"/>
          <p:cNvSpPr txBox="1"/>
          <p:nvPr/>
        </p:nvSpPr>
        <p:spPr>
          <a:xfrm>
            <a:off x="11943450" y="473326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5772" name="Google Shape;5772;p171"/>
          <p:cNvSpPr txBox="1"/>
          <p:nvPr/>
        </p:nvSpPr>
        <p:spPr>
          <a:xfrm>
            <a:off x="11943450" y="48819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Scheduling &amp; Seq.</a:t>
            </a:r>
            <a:endParaRPr sz="800">
              <a:latin typeface="Salesforce Sans"/>
              <a:ea typeface="Salesforce Sans"/>
              <a:cs typeface="Salesforce Sans"/>
              <a:sym typeface="Salesforce Sans"/>
            </a:endParaRPr>
          </a:p>
        </p:txBody>
      </p:sp>
      <p:sp>
        <p:nvSpPr>
          <p:cNvPr id="5773" name="Google Shape;5773;p171"/>
          <p:cNvSpPr txBox="1"/>
          <p:nvPr/>
        </p:nvSpPr>
        <p:spPr>
          <a:xfrm>
            <a:off x="11943450" y="52390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Manufacturing</a:t>
            </a:r>
            <a:endParaRPr sz="800">
              <a:latin typeface="Salesforce Sans"/>
              <a:ea typeface="Salesforce Sans"/>
              <a:cs typeface="Salesforce Sans"/>
              <a:sym typeface="Salesforce Sans"/>
            </a:endParaRPr>
          </a:p>
        </p:txBody>
      </p:sp>
      <p:sp>
        <p:nvSpPr>
          <p:cNvPr id="5774" name="Google Shape;5774;p171"/>
          <p:cNvSpPr txBox="1"/>
          <p:nvPr/>
        </p:nvSpPr>
        <p:spPr>
          <a:xfrm>
            <a:off x="11943450" y="565892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Training and Coaching</a:t>
            </a:r>
            <a:endParaRPr sz="800">
              <a:latin typeface="Salesforce Sans"/>
              <a:ea typeface="Salesforce Sans"/>
              <a:cs typeface="Salesforce Sans"/>
              <a:sym typeface="Salesforce Sans"/>
            </a:endParaRPr>
          </a:p>
        </p:txBody>
      </p:sp>
      <p:sp>
        <p:nvSpPr>
          <p:cNvPr id="5775" name="Google Shape;5775;p171"/>
          <p:cNvSpPr txBox="1"/>
          <p:nvPr/>
        </p:nvSpPr>
        <p:spPr>
          <a:xfrm>
            <a:off x="11943450" y="59935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Deviation Management</a:t>
            </a:r>
            <a:endParaRPr sz="800">
              <a:latin typeface="Salesforce Sans"/>
              <a:ea typeface="Salesforce Sans"/>
              <a:cs typeface="Salesforce Sans"/>
              <a:sym typeface="Salesforce Sans"/>
            </a:endParaRPr>
          </a:p>
        </p:txBody>
      </p:sp>
      <p:sp>
        <p:nvSpPr>
          <p:cNvPr id="5776" name="Google Shape;5776;p171"/>
          <p:cNvSpPr txBox="1"/>
          <p:nvPr/>
        </p:nvSpPr>
        <p:spPr>
          <a:xfrm>
            <a:off x="11943450" y="5029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 Readiness Verification</a:t>
            </a:r>
            <a:endParaRPr sz="800">
              <a:latin typeface="Salesforce Sans"/>
              <a:ea typeface="Salesforce Sans"/>
              <a:cs typeface="Salesforce Sans"/>
              <a:sym typeface="Salesforce Sans"/>
            </a:endParaRPr>
          </a:p>
        </p:txBody>
      </p:sp>
      <p:sp>
        <p:nvSpPr>
          <p:cNvPr id="5777" name="Google Shape;5777;p171"/>
          <p:cNvSpPr txBox="1"/>
          <p:nvPr/>
        </p:nvSpPr>
        <p:spPr>
          <a:xfrm>
            <a:off x="11943450" y="61409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 and Change Control</a:t>
            </a:r>
            <a:endParaRPr i="0" sz="800" u="none" cap="none" strike="noStrike">
              <a:latin typeface="Salesforce Sans"/>
              <a:ea typeface="Salesforce Sans"/>
              <a:cs typeface="Salesforce Sans"/>
              <a:sym typeface="Salesforce Sans"/>
            </a:endParaRPr>
          </a:p>
        </p:txBody>
      </p:sp>
      <p:sp>
        <p:nvSpPr>
          <p:cNvPr id="5778" name="Google Shape;5778;p171"/>
          <p:cNvSpPr txBox="1"/>
          <p:nvPr/>
        </p:nvSpPr>
        <p:spPr>
          <a:xfrm>
            <a:off x="11943450" y="629036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 and Inspection Response</a:t>
            </a:r>
            <a:endParaRPr sz="800">
              <a:latin typeface="Salesforce Sans"/>
              <a:ea typeface="Salesforce Sans"/>
              <a:cs typeface="Salesforce Sans"/>
              <a:sym typeface="Salesforce Sans"/>
            </a:endParaRPr>
          </a:p>
        </p:txBody>
      </p:sp>
      <p:sp>
        <p:nvSpPr>
          <p:cNvPr id="5779" name="Google Shape;5779;p171"/>
          <p:cNvSpPr/>
          <p:nvPr/>
        </p:nvSpPr>
        <p:spPr>
          <a:xfrm>
            <a:off x="11807402" y="5047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80" name="Google Shape;5780;p171"/>
          <p:cNvSpPr/>
          <p:nvPr/>
        </p:nvSpPr>
        <p:spPr>
          <a:xfrm>
            <a:off x="11807402" y="63089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81" name="Google Shape;5781;p171"/>
          <p:cNvSpPr txBox="1"/>
          <p:nvPr/>
        </p:nvSpPr>
        <p:spPr>
          <a:xfrm>
            <a:off x="11943450"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Publication Development</a:t>
            </a:r>
            <a:endParaRPr sz="800">
              <a:latin typeface="Salesforce Sans"/>
              <a:ea typeface="Salesforce Sans"/>
              <a:cs typeface="Salesforce Sans"/>
              <a:sym typeface="Salesforce Sans"/>
            </a:endParaRPr>
          </a:p>
        </p:txBody>
      </p:sp>
      <p:sp>
        <p:nvSpPr>
          <p:cNvPr id="5782" name="Google Shape;5782;p171"/>
          <p:cNvSpPr/>
          <p:nvPr/>
        </p:nvSpPr>
        <p:spPr>
          <a:xfrm>
            <a:off x="1180740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3" name="Google Shape;5783;p171"/>
          <p:cNvSpPr txBox="1"/>
          <p:nvPr/>
        </p:nvSpPr>
        <p:spPr>
          <a:xfrm>
            <a:off x="11943450" y="1920225"/>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Peer Review and Submission </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Management</a:t>
            </a:r>
            <a:endParaRPr sz="800">
              <a:latin typeface="Salesforce Sans"/>
              <a:ea typeface="Salesforce Sans"/>
              <a:cs typeface="Salesforce Sans"/>
              <a:sym typeface="Salesforce Sans"/>
            </a:endParaRPr>
          </a:p>
        </p:txBody>
      </p:sp>
      <p:sp>
        <p:nvSpPr>
          <p:cNvPr id="5784" name="Google Shape;5784;p171"/>
          <p:cNvSpPr/>
          <p:nvPr/>
        </p:nvSpPr>
        <p:spPr>
          <a:xfrm>
            <a:off x="1180740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85" name="Google Shape;5785;p171"/>
          <p:cNvSpPr txBox="1"/>
          <p:nvPr/>
        </p:nvSpPr>
        <p:spPr>
          <a:xfrm>
            <a:off x="11943462" y="2255075"/>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HEOR</a:t>
            </a:r>
            <a:endParaRPr sz="800">
              <a:latin typeface="Salesforce Sans"/>
              <a:ea typeface="Salesforce Sans"/>
              <a:cs typeface="Salesforce Sans"/>
              <a:sym typeface="Salesforce Sans"/>
            </a:endParaRPr>
          </a:p>
        </p:txBody>
      </p:sp>
      <p:sp>
        <p:nvSpPr>
          <p:cNvPr id="5786" name="Google Shape;5786;p171"/>
          <p:cNvSpPr/>
          <p:nvPr/>
        </p:nvSpPr>
        <p:spPr>
          <a:xfrm>
            <a:off x="11807402" y="2273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7" name="Google Shape;5787;p171"/>
          <p:cNvSpPr txBox="1"/>
          <p:nvPr/>
        </p:nvSpPr>
        <p:spPr>
          <a:xfrm>
            <a:off x="11943460" y="2404475"/>
            <a:ext cx="1801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and Reporting</a:t>
            </a:r>
            <a:endParaRPr sz="800">
              <a:latin typeface="Salesforce Sans"/>
              <a:ea typeface="Salesforce Sans"/>
              <a:cs typeface="Salesforce Sans"/>
              <a:sym typeface="Salesforce Sans"/>
            </a:endParaRPr>
          </a:p>
        </p:txBody>
      </p:sp>
      <p:sp>
        <p:nvSpPr>
          <p:cNvPr id="5788" name="Google Shape;5788;p171"/>
          <p:cNvSpPr/>
          <p:nvPr/>
        </p:nvSpPr>
        <p:spPr>
          <a:xfrm>
            <a:off x="11807402" y="2422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9" name="Google Shape;5789;p171"/>
          <p:cNvSpPr txBox="1"/>
          <p:nvPr/>
        </p:nvSpPr>
        <p:spPr>
          <a:xfrm>
            <a:off x="11943450" y="2737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Advisor Selection &amp; Cont</a:t>
            </a:r>
            <a:endParaRPr sz="800">
              <a:latin typeface="Salesforce Sans"/>
              <a:ea typeface="Salesforce Sans"/>
              <a:cs typeface="Salesforce Sans"/>
              <a:sym typeface="Salesforce Sans"/>
            </a:endParaRPr>
          </a:p>
        </p:txBody>
      </p:sp>
      <p:sp>
        <p:nvSpPr>
          <p:cNvPr id="5790" name="Google Shape;5790;p171"/>
          <p:cNvSpPr/>
          <p:nvPr/>
        </p:nvSpPr>
        <p:spPr>
          <a:xfrm>
            <a:off x="11807402" y="27560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1" name="Google Shape;5791;p171"/>
          <p:cNvSpPr/>
          <p:nvPr/>
        </p:nvSpPr>
        <p:spPr>
          <a:xfrm>
            <a:off x="11807402" y="2905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2" name="Google Shape;5792;p171"/>
          <p:cNvSpPr/>
          <p:nvPr/>
        </p:nvSpPr>
        <p:spPr>
          <a:xfrm>
            <a:off x="11807402" y="30510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3" name="Google Shape;5793;p171"/>
          <p:cNvSpPr/>
          <p:nvPr/>
        </p:nvSpPr>
        <p:spPr>
          <a:xfrm>
            <a:off x="11807402" y="353322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94" name="Google Shape;5794;p171"/>
          <p:cNvSpPr/>
          <p:nvPr/>
        </p:nvSpPr>
        <p:spPr>
          <a:xfrm>
            <a:off x="11807402" y="4900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795" name="Google Shape;5795;p171"/>
          <p:cNvSpPr/>
          <p:nvPr/>
        </p:nvSpPr>
        <p:spPr>
          <a:xfrm>
            <a:off x="11807402" y="61595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6" name="Google Shape;5796;p171"/>
          <p:cNvSpPr/>
          <p:nvPr/>
        </p:nvSpPr>
        <p:spPr>
          <a:xfrm>
            <a:off x="11807402" y="4398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97" name="Google Shape;5797;p171"/>
          <p:cNvSpPr txBox="1"/>
          <p:nvPr/>
        </p:nvSpPr>
        <p:spPr>
          <a:xfrm>
            <a:off x="11943450" y="33665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Curriculum</a:t>
            </a:r>
            <a:endParaRPr sz="800">
              <a:latin typeface="Salesforce Sans"/>
              <a:ea typeface="Salesforce Sans"/>
              <a:cs typeface="Salesforce Sans"/>
              <a:sym typeface="Salesforce Sans"/>
            </a:endParaRPr>
          </a:p>
        </p:txBody>
      </p:sp>
      <p:sp>
        <p:nvSpPr>
          <p:cNvPr id="5798" name="Google Shape;5798;p171"/>
          <p:cNvSpPr/>
          <p:nvPr/>
        </p:nvSpPr>
        <p:spPr>
          <a:xfrm>
            <a:off x="11807402" y="338504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9" name="Google Shape;5799;p171"/>
          <p:cNvSpPr/>
          <p:nvPr/>
        </p:nvSpPr>
        <p:spPr>
          <a:xfrm>
            <a:off x="11807402" y="47517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800" name="Google Shape;5800;p171"/>
          <p:cNvSpPr/>
          <p:nvPr/>
        </p:nvSpPr>
        <p:spPr>
          <a:xfrm>
            <a:off x="11807402" y="52576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01" name="Google Shape;5801;p171"/>
          <p:cNvSpPr/>
          <p:nvPr/>
        </p:nvSpPr>
        <p:spPr>
          <a:xfrm>
            <a:off x="11807402" y="6012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2" name="Google Shape;5802;p171"/>
          <p:cNvSpPr/>
          <p:nvPr/>
        </p:nvSpPr>
        <p:spPr>
          <a:xfrm>
            <a:off x="11807402" y="56775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3" name="Google Shape;5803;p171"/>
          <p:cNvSpPr txBox="1"/>
          <p:nvPr/>
        </p:nvSpPr>
        <p:spPr>
          <a:xfrm>
            <a:off x="11943450" y="538690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Setup &amp; Monitoring</a:t>
            </a:r>
            <a:endParaRPr sz="800">
              <a:latin typeface="Salesforce Sans"/>
              <a:ea typeface="Salesforce Sans"/>
              <a:cs typeface="Salesforce Sans"/>
              <a:sym typeface="Salesforce Sans"/>
            </a:endParaRPr>
          </a:p>
        </p:txBody>
      </p:sp>
      <p:sp>
        <p:nvSpPr>
          <p:cNvPr id="5804" name="Google Shape;5804;p171"/>
          <p:cNvSpPr/>
          <p:nvPr/>
        </p:nvSpPr>
        <p:spPr>
          <a:xfrm>
            <a:off x="11805588" y="54055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5" name="Google Shape;5805;p171"/>
          <p:cNvSpPr txBox="1"/>
          <p:nvPr/>
        </p:nvSpPr>
        <p:spPr>
          <a:xfrm>
            <a:off x="933424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806" name="Google Shape;5806;p171"/>
          <p:cNvSpPr txBox="1"/>
          <p:nvPr/>
        </p:nvSpPr>
        <p:spPr>
          <a:xfrm>
            <a:off x="104577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807" name="Google Shape;5807;p171"/>
          <p:cNvGrpSpPr/>
          <p:nvPr/>
        </p:nvGrpSpPr>
        <p:grpSpPr>
          <a:xfrm>
            <a:off x="9353860" y="1793656"/>
            <a:ext cx="952566" cy="449700"/>
            <a:chOff x="755108" y="1946374"/>
            <a:chExt cx="1322458" cy="449700"/>
          </a:xfrm>
        </p:grpSpPr>
        <p:sp>
          <p:nvSpPr>
            <p:cNvPr id="5808" name="Google Shape;5808;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09" name="Google Shape;5809;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Medical Affairs</a:t>
              </a:r>
              <a:endParaRPr sz="900">
                <a:solidFill>
                  <a:srgbClr val="FFFFFF"/>
                </a:solidFill>
                <a:latin typeface="Avant Garde Demi SFDC"/>
                <a:ea typeface="Avant Garde Demi SFDC"/>
                <a:cs typeface="Avant Garde Demi SFDC"/>
                <a:sym typeface="Avant Garde Demi SFDC"/>
              </a:endParaRPr>
            </a:p>
          </p:txBody>
        </p:sp>
      </p:grpSp>
      <p:sp>
        <p:nvSpPr>
          <p:cNvPr id="5810" name="Google Shape;5810;p171"/>
          <p:cNvSpPr txBox="1"/>
          <p:nvPr/>
        </p:nvSpPr>
        <p:spPr>
          <a:xfrm>
            <a:off x="11945279"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811" name="Google Shape;5811;p171"/>
          <p:cNvSpPr txBox="1"/>
          <p:nvPr/>
        </p:nvSpPr>
        <p:spPr>
          <a:xfrm>
            <a:off x="10457798"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Scientific Publication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812" name="Google Shape;5812;p171"/>
          <p:cNvGrpSpPr/>
          <p:nvPr/>
        </p:nvGrpSpPr>
        <p:grpSpPr>
          <a:xfrm>
            <a:off x="9353860" y="4763556"/>
            <a:ext cx="952566" cy="449700"/>
            <a:chOff x="755108" y="1946374"/>
            <a:chExt cx="1322458" cy="449700"/>
          </a:xfrm>
        </p:grpSpPr>
        <p:sp>
          <p:nvSpPr>
            <p:cNvPr id="5813" name="Google Shape;5813;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14" name="Google Shape;5814;p171"/>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Manufacturing and Supply</a:t>
              </a:r>
              <a:endParaRPr sz="900">
                <a:solidFill>
                  <a:srgbClr val="FFFFFF"/>
                </a:solidFill>
                <a:latin typeface="Avant Garde Demi SFDC"/>
                <a:ea typeface="Avant Garde Demi SFDC"/>
                <a:cs typeface="Avant Garde Demi SFDC"/>
                <a:sym typeface="Avant Garde Demi SFDC"/>
              </a:endParaRPr>
            </a:p>
          </p:txBody>
        </p:sp>
      </p:grpSp>
      <p:sp>
        <p:nvSpPr>
          <p:cNvPr id="5815" name="Google Shape;5815;p171"/>
          <p:cNvSpPr txBox="1"/>
          <p:nvPr/>
        </p:nvSpPr>
        <p:spPr>
          <a:xfrm>
            <a:off x="11943450" y="41692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Medical Inquiry</a:t>
            </a:r>
            <a:endParaRPr sz="800">
              <a:latin typeface="Salesforce Sans"/>
              <a:ea typeface="Salesforce Sans"/>
              <a:cs typeface="Salesforce Sans"/>
              <a:sym typeface="Salesforce Sans"/>
            </a:endParaRPr>
          </a:p>
        </p:txBody>
      </p:sp>
      <p:sp>
        <p:nvSpPr>
          <p:cNvPr id="5816" name="Google Shape;5816;p171"/>
          <p:cNvSpPr txBox="1"/>
          <p:nvPr/>
        </p:nvSpPr>
        <p:spPr>
          <a:xfrm>
            <a:off x="11943450" y="40198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a:latin typeface="Salesforce Sans"/>
              <a:ea typeface="Salesforce Sans"/>
              <a:cs typeface="Salesforce Sans"/>
              <a:sym typeface="Salesforce Sans"/>
            </a:endParaRPr>
          </a:p>
        </p:txBody>
      </p:sp>
      <p:sp>
        <p:nvSpPr>
          <p:cNvPr id="5817" name="Google Shape;5817;p171"/>
          <p:cNvSpPr/>
          <p:nvPr/>
        </p:nvSpPr>
        <p:spPr>
          <a:xfrm>
            <a:off x="11807402" y="4038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18" name="Google Shape;5818;p171"/>
          <p:cNvSpPr/>
          <p:nvPr/>
        </p:nvSpPr>
        <p:spPr>
          <a:xfrm>
            <a:off x="11807402" y="418787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19" name="Google Shape;5819;p171"/>
          <p:cNvSpPr txBox="1"/>
          <p:nvPr/>
        </p:nvSpPr>
        <p:spPr>
          <a:xfrm>
            <a:off x="11943450" y="662231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 and Contracting</a:t>
            </a:r>
            <a:endParaRPr sz="800">
              <a:latin typeface="Salesforce Sans"/>
              <a:ea typeface="Salesforce Sans"/>
              <a:cs typeface="Salesforce Sans"/>
              <a:sym typeface="Salesforce Sans"/>
            </a:endParaRPr>
          </a:p>
        </p:txBody>
      </p:sp>
      <p:sp>
        <p:nvSpPr>
          <p:cNvPr id="5820" name="Google Shape;5820;p171"/>
          <p:cNvSpPr txBox="1"/>
          <p:nvPr/>
        </p:nvSpPr>
        <p:spPr>
          <a:xfrm>
            <a:off x="11943450" y="68904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and Negotiation</a:t>
            </a:r>
            <a:endParaRPr i="0" sz="800" u="none" cap="none" strike="noStrike">
              <a:latin typeface="Salesforce Sans"/>
              <a:ea typeface="Salesforce Sans"/>
              <a:cs typeface="Salesforce Sans"/>
              <a:sym typeface="Salesforce Sans"/>
            </a:endParaRPr>
          </a:p>
        </p:txBody>
      </p:sp>
      <p:sp>
        <p:nvSpPr>
          <p:cNvPr id="5821" name="Google Shape;5821;p171"/>
          <p:cNvSpPr txBox="1"/>
          <p:nvPr/>
        </p:nvSpPr>
        <p:spPr>
          <a:xfrm>
            <a:off x="11943450" y="7039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Perf. Monitoring</a:t>
            </a:r>
            <a:endParaRPr i="0" sz="800" u="none" cap="none" strike="noStrike">
              <a:latin typeface="Salesforce Sans"/>
              <a:ea typeface="Salesforce Sans"/>
              <a:cs typeface="Salesforce Sans"/>
              <a:sym typeface="Salesforce Sans"/>
            </a:endParaRPr>
          </a:p>
        </p:txBody>
      </p:sp>
      <p:sp>
        <p:nvSpPr>
          <p:cNvPr id="5822" name="Google Shape;5822;p171"/>
          <p:cNvSpPr/>
          <p:nvPr/>
        </p:nvSpPr>
        <p:spPr>
          <a:xfrm>
            <a:off x="11807402" y="7058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23" name="Google Shape;5823;p171"/>
          <p:cNvSpPr/>
          <p:nvPr/>
        </p:nvSpPr>
        <p:spPr>
          <a:xfrm>
            <a:off x="11807402" y="69090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24" name="Google Shape;5824;p171"/>
          <p:cNvSpPr/>
          <p:nvPr/>
        </p:nvSpPr>
        <p:spPr>
          <a:xfrm>
            <a:off x="11807402" y="6640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25" name="Google Shape;5825;p171"/>
          <p:cNvSpPr txBox="1"/>
          <p:nvPr/>
        </p:nvSpPr>
        <p:spPr>
          <a:xfrm>
            <a:off x="11943450" y="724836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and Warehouse Optimization</a:t>
            </a:r>
            <a:endParaRPr sz="800">
              <a:latin typeface="Salesforce Sans"/>
              <a:ea typeface="Salesforce Sans"/>
              <a:cs typeface="Salesforce Sans"/>
              <a:sym typeface="Salesforce Sans"/>
            </a:endParaRPr>
          </a:p>
        </p:txBody>
      </p:sp>
      <p:sp>
        <p:nvSpPr>
          <p:cNvPr id="5826" name="Google Shape;5826;p171"/>
          <p:cNvSpPr txBox="1"/>
          <p:nvPr/>
        </p:nvSpPr>
        <p:spPr>
          <a:xfrm>
            <a:off x="11943450" y="751963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Distribution Control</a:t>
            </a:r>
            <a:endParaRPr i="0" sz="800" u="none" cap="none" strike="noStrike">
              <a:latin typeface="Salesforce Sans"/>
              <a:ea typeface="Salesforce Sans"/>
              <a:cs typeface="Salesforce Sans"/>
              <a:sym typeface="Salesforce Sans"/>
            </a:endParaRPr>
          </a:p>
        </p:txBody>
      </p:sp>
      <p:sp>
        <p:nvSpPr>
          <p:cNvPr id="5827" name="Google Shape;5827;p171"/>
          <p:cNvSpPr txBox="1"/>
          <p:nvPr/>
        </p:nvSpPr>
        <p:spPr>
          <a:xfrm>
            <a:off x="11943450" y="76658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Transportation Planning</a:t>
            </a:r>
            <a:endParaRPr i="0" sz="800" u="none" cap="none" strike="noStrike">
              <a:latin typeface="Salesforce Sans"/>
              <a:ea typeface="Salesforce Sans"/>
              <a:cs typeface="Salesforce Sans"/>
              <a:sym typeface="Salesforce Sans"/>
            </a:endParaRPr>
          </a:p>
        </p:txBody>
      </p:sp>
      <p:sp>
        <p:nvSpPr>
          <p:cNvPr id="5828" name="Google Shape;5828;p171"/>
          <p:cNvSpPr/>
          <p:nvPr/>
        </p:nvSpPr>
        <p:spPr>
          <a:xfrm>
            <a:off x="11807402" y="76844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29" name="Google Shape;5829;p171"/>
          <p:cNvSpPr/>
          <p:nvPr/>
        </p:nvSpPr>
        <p:spPr>
          <a:xfrm>
            <a:off x="11807402" y="75382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30" name="Google Shape;5830;p171"/>
          <p:cNvSpPr/>
          <p:nvPr/>
        </p:nvSpPr>
        <p:spPr>
          <a:xfrm>
            <a:off x="11807402" y="72669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31" name="Google Shape;5831;p171"/>
          <p:cNvSpPr txBox="1"/>
          <p:nvPr/>
        </p:nvSpPr>
        <p:spPr>
          <a:xfrm>
            <a:off x="11943450" y="7813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Returns and Reporting</a:t>
            </a:r>
            <a:endParaRPr i="0" sz="800" u="none" cap="none" strike="noStrike">
              <a:latin typeface="Salesforce Sans"/>
              <a:ea typeface="Salesforce Sans"/>
              <a:cs typeface="Salesforce Sans"/>
              <a:sym typeface="Salesforce Sans"/>
            </a:endParaRPr>
          </a:p>
        </p:txBody>
      </p:sp>
      <p:sp>
        <p:nvSpPr>
          <p:cNvPr id="5832" name="Google Shape;5832;p171"/>
          <p:cNvSpPr/>
          <p:nvPr/>
        </p:nvSpPr>
        <p:spPr>
          <a:xfrm>
            <a:off x="11807402" y="7832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3" name="Google Shape;5833;p171"/>
          <p:cNvSpPr txBox="1"/>
          <p:nvPr/>
        </p:nvSpPr>
        <p:spPr>
          <a:xfrm>
            <a:off x="11943450" y="8023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Maintenance Scheduling</a:t>
            </a:r>
            <a:endParaRPr i="0" sz="800" u="none" cap="none" strike="noStrike">
              <a:latin typeface="Salesforce Sans"/>
              <a:ea typeface="Salesforce Sans"/>
              <a:cs typeface="Salesforce Sans"/>
              <a:sym typeface="Salesforce Sans"/>
            </a:endParaRPr>
          </a:p>
        </p:txBody>
      </p:sp>
      <p:sp>
        <p:nvSpPr>
          <p:cNvPr id="5834" name="Google Shape;5834;p171"/>
          <p:cNvSpPr/>
          <p:nvPr/>
        </p:nvSpPr>
        <p:spPr>
          <a:xfrm>
            <a:off x="11807402" y="80422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5" name="Google Shape;5835;p171"/>
          <p:cNvSpPr txBox="1"/>
          <p:nvPr/>
        </p:nvSpPr>
        <p:spPr>
          <a:xfrm>
            <a:off x="11943450" y="81744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Reliability Tracking &amp; Analytics</a:t>
            </a:r>
            <a:endParaRPr i="0" sz="800" u="none" cap="none" strike="noStrike">
              <a:latin typeface="Salesforce Sans"/>
              <a:ea typeface="Salesforce Sans"/>
              <a:cs typeface="Salesforce Sans"/>
              <a:sym typeface="Salesforce Sans"/>
            </a:endParaRPr>
          </a:p>
        </p:txBody>
      </p:sp>
      <p:sp>
        <p:nvSpPr>
          <p:cNvPr id="5836" name="Google Shape;5836;p171"/>
          <p:cNvSpPr/>
          <p:nvPr/>
        </p:nvSpPr>
        <p:spPr>
          <a:xfrm>
            <a:off x="11807402" y="819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7" name="Google Shape;5837;p171"/>
          <p:cNvSpPr txBox="1"/>
          <p:nvPr/>
        </p:nvSpPr>
        <p:spPr>
          <a:xfrm>
            <a:off x="11943450" y="838558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Workflow Digitization</a:t>
            </a:r>
            <a:endParaRPr i="0" sz="800" u="none" cap="none" strike="noStrike">
              <a:latin typeface="Salesforce Sans"/>
              <a:ea typeface="Salesforce Sans"/>
              <a:cs typeface="Salesforce Sans"/>
              <a:sym typeface="Salesforce Sans"/>
            </a:endParaRPr>
          </a:p>
        </p:txBody>
      </p:sp>
      <p:sp>
        <p:nvSpPr>
          <p:cNvPr id="5838" name="Google Shape;5838;p171"/>
          <p:cNvSpPr txBox="1"/>
          <p:nvPr/>
        </p:nvSpPr>
        <p:spPr>
          <a:xfrm>
            <a:off x="11943450" y="8531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Sop and Record Management</a:t>
            </a:r>
            <a:endParaRPr i="0" sz="800" u="none" cap="none" strike="noStrike">
              <a:latin typeface="Salesforce Sans"/>
              <a:ea typeface="Salesforce Sans"/>
              <a:cs typeface="Salesforce Sans"/>
              <a:sym typeface="Salesforce Sans"/>
            </a:endParaRPr>
          </a:p>
        </p:txBody>
      </p:sp>
      <p:sp>
        <p:nvSpPr>
          <p:cNvPr id="5839" name="Google Shape;5839;p171"/>
          <p:cNvSpPr/>
          <p:nvPr/>
        </p:nvSpPr>
        <p:spPr>
          <a:xfrm>
            <a:off x="11807402" y="8550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40" name="Google Shape;5840;p171"/>
          <p:cNvSpPr/>
          <p:nvPr/>
        </p:nvSpPr>
        <p:spPr>
          <a:xfrm>
            <a:off x="11807402" y="84041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5841" name="Google Shape;5841;p171"/>
          <p:cNvGrpSpPr/>
          <p:nvPr/>
        </p:nvGrpSpPr>
        <p:grpSpPr>
          <a:xfrm>
            <a:off x="13511249" y="1524000"/>
            <a:ext cx="4643641" cy="7611424"/>
            <a:chOff x="13511249" y="1521600"/>
            <a:chExt cx="4643641" cy="7611424"/>
          </a:xfrm>
        </p:grpSpPr>
        <p:sp>
          <p:nvSpPr>
            <p:cNvPr id="5842" name="Google Shape;5842;p171"/>
            <p:cNvSpPr txBox="1"/>
            <p:nvPr/>
          </p:nvSpPr>
          <p:spPr>
            <a:xfrm>
              <a:off x="15954375" y="89424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Care Program Outcome Summary</a:t>
              </a:r>
              <a:endParaRPr sz="800">
                <a:latin typeface="Salesforce Sans"/>
                <a:ea typeface="Salesforce Sans"/>
                <a:cs typeface="Salesforce Sans"/>
                <a:sym typeface="Salesforce Sans"/>
              </a:endParaRPr>
            </a:p>
          </p:txBody>
        </p:sp>
        <p:sp>
          <p:nvSpPr>
            <p:cNvPr id="5843" name="Google Shape;5843;p171"/>
            <p:cNvSpPr/>
            <p:nvPr/>
          </p:nvSpPr>
          <p:spPr>
            <a:xfrm>
              <a:off x="15818327" y="89610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44" name="Google Shape;5844;p171"/>
            <p:cNvSpPr/>
            <p:nvPr/>
          </p:nvSpPr>
          <p:spPr>
            <a:xfrm>
              <a:off x="14634810" y="2273975"/>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5845" name="Google Shape;5845;p171"/>
            <p:cNvSpPr/>
            <p:nvPr/>
          </p:nvSpPr>
          <p:spPr>
            <a:xfrm>
              <a:off x="14634810" y="2923992"/>
              <a:ext cx="1022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Mgmt. &amp; Develop. </a:t>
              </a:r>
              <a:endParaRPr b="1" i="0" sz="900" u="none" cap="none" strike="noStrike">
                <a:solidFill>
                  <a:srgbClr val="086AFE"/>
                </a:solidFill>
                <a:latin typeface="Salesforce Sans"/>
                <a:ea typeface="Salesforce Sans"/>
                <a:cs typeface="Salesforce Sans"/>
                <a:sym typeface="Salesforce Sans"/>
              </a:endParaRPr>
            </a:p>
          </p:txBody>
        </p:sp>
        <p:sp>
          <p:nvSpPr>
            <p:cNvPr id="5846" name="Google Shape;5846;p171"/>
            <p:cNvSpPr/>
            <p:nvPr/>
          </p:nvSpPr>
          <p:spPr>
            <a:xfrm>
              <a:off x="14634810" y="3431510"/>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5847" name="Google Shape;5847;p171"/>
            <p:cNvSpPr/>
            <p:nvPr/>
          </p:nvSpPr>
          <p:spPr>
            <a:xfrm>
              <a:off x="14634810" y="4597148"/>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5848" name="Google Shape;5848;p171"/>
            <p:cNvSpPr/>
            <p:nvPr/>
          </p:nvSpPr>
          <p:spPr>
            <a:xfrm>
              <a:off x="14634796" y="5615263"/>
              <a:ext cx="10920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Tax and Compl. </a:t>
              </a:r>
              <a:endParaRPr b="1" i="0" sz="900" u="none" cap="none" strike="noStrike">
                <a:solidFill>
                  <a:srgbClr val="086AFE"/>
                </a:solidFill>
                <a:latin typeface="Salesforce Sans"/>
                <a:ea typeface="Salesforce Sans"/>
                <a:cs typeface="Salesforce Sans"/>
                <a:sym typeface="Salesforce Sans"/>
              </a:endParaRPr>
            </a:p>
          </p:txBody>
        </p:sp>
        <p:sp>
          <p:nvSpPr>
            <p:cNvPr id="5849" name="Google Shape;5849;p171"/>
            <p:cNvSpPr/>
            <p:nvPr/>
          </p:nvSpPr>
          <p:spPr>
            <a:xfrm>
              <a:off x="14634797" y="5972725"/>
              <a:ext cx="10749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IT Helpdesk </a:t>
              </a:r>
              <a:endParaRPr b="1" i="0" sz="900" u="none" cap="none" strike="noStrike">
                <a:solidFill>
                  <a:srgbClr val="086AFE"/>
                </a:solidFill>
                <a:latin typeface="Salesforce Sans"/>
                <a:ea typeface="Salesforce Sans"/>
                <a:cs typeface="Salesforce Sans"/>
                <a:sym typeface="Salesforce Sans"/>
              </a:endParaRPr>
            </a:p>
          </p:txBody>
        </p:sp>
        <p:sp>
          <p:nvSpPr>
            <p:cNvPr id="5850" name="Google Shape;5850;p171"/>
            <p:cNvSpPr/>
            <p:nvPr/>
          </p:nvSpPr>
          <p:spPr>
            <a:xfrm>
              <a:off x="14634795" y="7114150"/>
              <a:ext cx="1163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Infra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Application Mgmt. </a:t>
              </a:r>
              <a:endParaRPr b="1" i="0" sz="900" u="none" cap="none" strike="noStrike">
                <a:solidFill>
                  <a:srgbClr val="086AFE"/>
                </a:solidFill>
                <a:latin typeface="Salesforce Sans"/>
                <a:ea typeface="Salesforce Sans"/>
                <a:cs typeface="Salesforce Sans"/>
                <a:sym typeface="Salesforce Sans"/>
              </a:endParaRPr>
            </a:p>
          </p:txBody>
        </p:sp>
        <p:sp>
          <p:nvSpPr>
            <p:cNvPr id="5851" name="Google Shape;5851;p171"/>
            <p:cNvSpPr/>
            <p:nvPr/>
          </p:nvSpPr>
          <p:spPr>
            <a:xfrm>
              <a:off x="14634810" y="525384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Treasury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5852" name="Google Shape;5852;p171"/>
            <p:cNvSpPr/>
            <p:nvPr/>
          </p:nvSpPr>
          <p:spPr>
            <a:xfrm>
              <a:off x="14634798" y="81430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Litigation &amp; </a:t>
              </a:r>
              <a:r>
                <a:rPr b="1" lang="en" sz="900">
                  <a:solidFill>
                    <a:srgbClr val="086AFE"/>
                  </a:solidFill>
                  <a:latin typeface="Salesforce Sans"/>
                  <a:ea typeface="Salesforce Sans"/>
                  <a:cs typeface="Salesforce Sans"/>
                  <a:sym typeface="Salesforce Sans"/>
                </a:rPr>
                <a:t>IP</a:t>
              </a:r>
              <a:r>
                <a:rPr b="1" i="0" lang="en" sz="900" u="none" cap="none" strike="noStrike">
                  <a:solidFill>
                    <a:srgbClr val="086AFE"/>
                  </a:solidFill>
                  <a:latin typeface="Salesforce Sans"/>
                  <a:ea typeface="Salesforce Sans"/>
                  <a:cs typeface="Salesforce Sans"/>
                  <a:sym typeface="Salesforce Sans"/>
                </a:rPr>
                <a:t> Protection</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5853" name="Google Shape;5853;p171"/>
            <p:cNvSpPr/>
            <p:nvPr/>
          </p:nvSpPr>
          <p:spPr>
            <a:xfrm>
              <a:off x="14634810" y="7613234"/>
              <a:ext cx="9873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Generation </a:t>
              </a:r>
              <a:endParaRPr b="1" i="0" sz="900" u="none" cap="none" strike="noStrike">
                <a:solidFill>
                  <a:srgbClr val="086AFE"/>
                </a:solidFill>
                <a:latin typeface="Salesforce Sans"/>
                <a:ea typeface="Salesforce Sans"/>
                <a:cs typeface="Salesforce Sans"/>
                <a:sym typeface="Salesforce Sans"/>
              </a:endParaRPr>
            </a:p>
          </p:txBody>
        </p:sp>
        <p:sp>
          <p:nvSpPr>
            <p:cNvPr id="5854" name="Google Shape;5854;p171"/>
            <p:cNvSpPr/>
            <p:nvPr/>
          </p:nvSpPr>
          <p:spPr>
            <a:xfrm>
              <a:off x="14634810" y="4092746"/>
              <a:ext cx="9873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Financial Strategy &amp; Planning</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5855" name="Google Shape;5855;p171"/>
            <p:cNvSpPr/>
            <p:nvPr/>
          </p:nvSpPr>
          <p:spPr>
            <a:xfrm>
              <a:off x="14634810" y="8502725"/>
              <a:ext cx="987300" cy="63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5856" name="Google Shape;5856;p171"/>
            <p:cNvSpPr txBox="1"/>
            <p:nvPr/>
          </p:nvSpPr>
          <p:spPr>
            <a:xfrm>
              <a:off x="1351124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857" name="Google Shape;5857;p171"/>
            <p:cNvSpPr txBox="1"/>
            <p:nvPr/>
          </p:nvSpPr>
          <p:spPr>
            <a:xfrm>
              <a:off x="1463481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858" name="Google Shape;5858;p171"/>
            <p:cNvGrpSpPr/>
            <p:nvPr/>
          </p:nvGrpSpPr>
          <p:grpSpPr>
            <a:xfrm>
              <a:off x="13530860" y="1791256"/>
              <a:ext cx="952566" cy="449700"/>
              <a:chOff x="755108" y="1946374"/>
              <a:chExt cx="1322458" cy="449700"/>
            </a:xfrm>
          </p:grpSpPr>
          <p:sp>
            <p:nvSpPr>
              <p:cNvPr id="5859" name="Google Shape;5859;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60" name="Google Shape;5860;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861" name="Google Shape;5861;p171"/>
            <p:cNvSpPr txBox="1"/>
            <p:nvPr/>
          </p:nvSpPr>
          <p:spPr>
            <a:xfrm>
              <a:off x="1595439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862" name="Google Shape;5862;p171"/>
            <p:cNvSpPr txBox="1"/>
            <p:nvPr/>
          </p:nvSpPr>
          <p:spPr>
            <a:xfrm>
              <a:off x="14634810" y="176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Strategy &amp;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5863" name="Google Shape;5863;p171"/>
            <p:cNvSpPr txBox="1"/>
            <p:nvPr/>
          </p:nvSpPr>
          <p:spPr>
            <a:xfrm>
              <a:off x="15954375" y="47447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5864" name="Google Shape;5864;p171"/>
            <p:cNvSpPr txBox="1"/>
            <p:nvPr/>
          </p:nvSpPr>
          <p:spPr>
            <a:xfrm>
              <a:off x="15954375" y="45984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Monitoring</a:t>
              </a:r>
              <a:endParaRPr sz="800">
                <a:latin typeface="Salesforce Sans"/>
                <a:ea typeface="Salesforce Sans"/>
                <a:cs typeface="Salesforce Sans"/>
                <a:sym typeface="Salesforce Sans"/>
              </a:endParaRPr>
            </a:p>
          </p:txBody>
        </p:sp>
        <p:sp>
          <p:nvSpPr>
            <p:cNvPr id="5865" name="Google Shape;5865;p171"/>
            <p:cNvSpPr/>
            <p:nvPr/>
          </p:nvSpPr>
          <p:spPr>
            <a:xfrm>
              <a:off x="15818327" y="4617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66" name="Google Shape;5866;p171"/>
            <p:cNvSpPr/>
            <p:nvPr/>
          </p:nvSpPr>
          <p:spPr>
            <a:xfrm>
              <a:off x="15818327" y="4763298"/>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67" name="Google Shape;5867;p171"/>
            <p:cNvSpPr txBox="1"/>
            <p:nvPr/>
          </p:nvSpPr>
          <p:spPr>
            <a:xfrm>
              <a:off x="15954375" y="30754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5868" name="Google Shape;5868;p171"/>
            <p:cNvSpPr txBox="1"/>
            <p:nvPr/>
          </p:nvSpPr>
          <p:spPr>
            <a:xfrm>
              <a:off x="15954375" y="3220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5869" name="Google Shape;5869;p171"/>
            <p:cNvSpPr txBox="1"/>
            <p:nvPr/>
          </p:nvSpPr>
          <p:spPr>
            <a:xfrm>
              <a:off x="15954375" y="56132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5870" name="Google Shape;5870;p171"/>
            <p:cNvSpPr txBox="1"/>
            <p:nvPr/>
          </p:nvSpPr>
          <p:spPr>
            <a:xfrm>
              <a:off x="15954375" y="5760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Reporting</a:t>
              </a:r>
              <a:endParaRPr sz="800">
                <a:latin typeface="Salesforce Sans"/>
                <a:ea typeface="Salesforce Sans"/>
                <a:cs typeface="Salesforce Sans"/>
                <a:sym typeface="Salesforce Sans"/>
              </a:endParaRPr>
            </a:p>
          </p:txBody>
        </p:sp>
        <p:sp>
          <p:nvSpPr>
            <p:cNvPr id="5871" name="Google Shape;5871;p171"/>
            <p:cNvSpPr/>
            <p:nvPr/>
          </p:nvSpPr>
          <p:spPr>
            <a:xfrm>
              <a:off x="15818327" y="57792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72" name="Google Shape;5872;p171"/>
            <p:cNvSpPr txBox="1"/>
            <p:nvPr/>
          </p:nvSpPr>
          <p:spPr>
            <a:xfrm>
              <a:off x="15954375" y="29257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a:latin typeface="Salesforce Sans"/>
                <a:ea typeface="Salesforce Sans"/>
                <a:cs typeface="Salesforce Sans"/>
                <a:sym typeface="Salesforce Sans"/>
              </a:endParaRPr>
            </a:p>
          </p:txBody>
        </p:sp>
        <p:sp>
          <p:nvSpPr>
            <p:cNvPr id="5873" name="Google Shape;5873;p171"/>
            <p:cNvSpPr/>
            <p:nvPr/>
          </p:nvSpPr>
          <p:spPr>
            <a:xfrm>
              <a:off x="15818327" y="29441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4" name="Google Shape;5874;p171"/>
            <p:cNvSpPr/>
            <p:nvPr/>
          </p:nvSpPr>
          <p:spPr>
            <a:xfrm>
              <a:off x="15818327" y="30940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5" name="Google Shape;5875;p171"/>
            <p:cNvSpPr/>
            <p:nvPr/>
          </p:nvSpPr>
          <p:spPr>
            <a:xfrm>
              <a:off x="15818327" y="32391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6" name="Google Shape;5876;p171"/>
            <p:cNvSpPr/>
            <p:nvPr/>
          </p:nvSpPr>
          <p:spPr>
            <a:xfrm>
              <a:off x="15818327" y="5631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877" name="Google Shape;5877;p171"/>
            <p:cNvSpPr txBox="1"/>
            <p:nvPr/>
          </p:nvSpPr>
          <p:spPr>
            <a:xfrm>
              <a:off x="15954375" y="50418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5878" name="Google Shape;5878;p171"/>
            <p:cNvSpPr txBox="1"/>
            <p:nvPr/>
          </p:nvSpPr>
          <p:spPr>
            <a:xfrm>
              <a:off x="15954390" y="4892475"/>
              <a:ext cx="2200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a:latin typeface="Salesforce Sans"/>
                <a:ea typeface="Salesforce Sans"/>
                <a:cs typeface="Salesforce Sans"/>
                <a:sym typeface="Salesforce Sans"/>
              </a:endParaRPr>
            </a:p>
          </p:txBody>
        </p:sp>
        <p:sp>
          <p:nvSpPr>
            <p:cNvPr id="5879" name="Google Shape;5879;p171"/>
            <p:cNvSpPr/>
            <p:nvPr/>
          </p:nvSpPr>
          <p:spPr>
            <a:xfrm>
              <a:off x="15818327" y="4911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80" name="Google Shape;5880;p171"/>
            <p:cNvSpPr/>
            <p:nvPr/>
          </p:nvSpPr>
          <p:spPr>
            <a:xfrm>
              <a:off x="15818327" y="50604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81" name="Google Shape;5881;p171"/>
            <p:cNvSpPr txBox="1"/>
            <p:nvPr/>
          </p:nvSpPr>
          <p:spPr>
            <a:xfrm>
              <a:off x="15954375" y="7614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5882" name="Google Shape;5882;p171"/>
            <p:cNvSpPr txBox="1"/>
            <p:nvPr/>
          </p:nvSpPr>
          <p:spPr>
            <a:xfrm>
              <a:off x="15954375" y="7761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5883" name="Google Shape;5883;p171"/>
            <p:cNvSpPr/>
            <p:nvPr/>
          </p:nvSpPr>
          <p:spPr>
            <a:xfrm>
              <a:off x="15818327" y="7779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84" name="Google Shape;5884;p171"/>
            <p:cNvSpPr/>
            <p:nvPr/>
          </p:nvSpPr>
          <p:spPr>
            <a:xfrm>
              <a:off x="15818327" y="7633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85" name="Google Shape;5885;p171"/>
            <p:cNvSpPr txBox="1"/>
            <p:nvPr/>
          </p:nvSpPr>
          <p:spPr>
            <a:xfrm>
              <a:off x="15954375" y="8139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Registration</a:t>
              </a:r>
              <a:endParaRPr i="0" sz="800" u="none" cap="none" strike="noStrike">
                <a:latin typeface="Salesforce Sans"/>
                <a:ea typeface="Salesforce Sans"/>
                <a:cs typeface="Salesforce Sans"/>
                <a:sym typeface="Salesforce Sans"/>
              </a:endParaRPr>
            </a:p>
          </p:txBody>
        </p:sp>
        <p:sp>
          <p:nvSpPr>
            <p:cNvPr id="5886" name="Google Shape;5886;p171"/>
            <p:cNvSpPr txBox="1"/>
            <p:nvPr/>
          </p:nvSpPr>
          <p:spPr>
            <a:xfrm>
              <a:off x="15954375" y="8286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Enforcement</a:t>
              </a:r>
              <a:endParaRPr i="0" sz="800" u="none" cap="none" strike="noStrike">
                <a:latin typeface="Salesforce Sans"/>
                <a:ea typeface="Salesforce Sans"/>
                <a:cs typeface="Salesforce Sans"/>
                <a:sym typeface="Salesforce Sans"/>
              </a:endParaRPr>
            </a:p>
          </p:txBody>
        </p:sp>
        <p:sp>
          <p:nvSpPr>
            <p:cNvPr id="5887" name="Google Shape;5887;p171"/>
            <p:cNvSpPr/>
            <p:nvPr/>
          </p:nvSpPr>
          <p:spPr>
            <a:xfrm>
              <a:off x="15818327" y="8304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88" name="Google Shape;5888;p171"/>
            <p:cNvSpPr/>
            <p:nvPr/>
          </p:nvSpPr>
          <p:spPr>
            <a:xfrm>
              <a:off x="15818327" y="8158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5889" name="Google Shape;5889;p171"/>
            <p:cNvGrpSpPr/>
            <p:nvPr/>
          </p:nvGrpSpPr>
          <p:grpSpPr>
            <a:xfrm>
              <a:off x="13530860" y="8529418"/>
              <a:ext cx="952566" cy="488922"/>
              <a:chOff x="755108" y="1946374"/>
              <a:chExt cx="1322458" cy="488922"/>
            </a:xfrm>
          </p:grpSpPr>
          <p:sp>
            <p:nvSpPr>
              <p:cNvPr id="5890" name="Google Shape;5890;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91" name="Google Shape;5891;p171"/>
              <p:cNvSpPr txBox="1"/>
              <p:nvPr/>
            </p:nvSpPr>
            <p:spPr>
              <a:xfrm>
                <a:off x="755108" y="2061196"/>
                <a:ext cx="1322400" cy="3741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a:p>
                <a:pPr indent="0" lvl="0" marL="0" marR="0" rtl="0" algn="l">
                  <a:lnSpc>
                    <a:spcPct val="90000"/>
                  </a:lnSpc>
                  <a:spcBef>
                    <a:spcPts val="0"/>
                  </a:spcBef>
                  <a:spcAft>
                    <a:spcPts val="0"/>
                  </a:spcAft>
                  <a:buClr>
                    <a:srgbClr val="FFFFFF"/>
                  </a:buClr>
                  <a:buSzPts val="900"/>
                  <a:buFont typeface="Questrial"/>
                  <a:buNone/>
                </a:pPr>
                <a:r>
                  <a:t/>
                </a:r>
                <a:endParaRPr sz="900">
                  <a:solidFill>
                    <a:srgbClr val="FFFFFF"/>
                  </a:solidFill>
                  <a:latin typeface="Avant Garde Demi SFDC"/>
                  <a:ea typeface="Avant Garde Demi SFDC"/>
                  <a:cs typeface="Avant Garde Demi SFDC"/>
                  <a:sym typeface="Avant Garde Demi SFDC"/>
                </a:endParaRPr>
              </a:p>
            </p:txBody>
          </p:sp>
        </p:grpSp>
        <p:sp>
          <p:nvSpPr>
            <p:cNvPr id="5892" name="Google Shape;5892;p171"/>
            <p:cNvSpPr txBox="1"/>
            <p:nvPr/>
          </p:nvSpPr>
          <p:spPr>
            <a:xfrm>
              <a:off x="15954375" y="864523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Summarize Patient Response</a:t>
              </a:r>
              <a:endParaRPr sz="800">
                <a:latin typeface="Salesforce Sans"/>
                <a:ea typeface="Salesforce Sans"/>
                <a:cs typeface="Salesforce Sans"/>
                <a:sym typeface="Salesforce Sans"/>
              </a:endParaRPr>
            </a:p>
          </p:txBody>
        </p:sp>
        <p:sp>
          <p:nvSpPr>
            <p:cNvPr id="5893" name="Google Shape;5893;p171"/>
            <p:cNvSpPr txBox="1"/>
            <p:nvPr/>
          </p:nvSpPr>
          <p:spPr>
            <a:xfrm>
              <a:off x="15954387" y="8499000"/>
              <a:ext cx="176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a:latin typeface="Salesforce Sans"/>
                <a:ea typeface="Salesforce Sans"/>
                <a:cs typeface="Salesforce Sans"/>
                <a:sym typeface="Salesforce Sans"/>
              </a:endParaRPr>
            </a:p>
          </p:txBody>
        </p:sp>
        <p:sp>
          <p:nvSpPr>
            <p:cNvPr id="5894" name="Google Shape;5894;p171"/>
            <p:cNvSpPr/>
            <p:nvPr/>
          </p:nvSpPr>
          <p:spPr>
            <a:xfrm>
              <a:off x="15818327" y="8517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5" name="Google Shape;5895;p171"/>
            <p:cNvSpPr/>
            <p:nvPr/>
          </p:nvSpPr>
          <p:spPr>
            <a:xfrm>
              <a:off x="15818327" y="866383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6" name="Google Shape;5896;p171"/>
            <p:cNvSpPr txBox="1"/>
            <p:nvPr/>
          </p:nvSpPr>
          <p:spPr>
            <a:xfrm>
              <a:off x="15954375" y="87930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a:latin typeface="Salesforce Sans"/>
                <a:ea typeface="Salesforce Sans"/>
                <a:cs typeface="Salesforce Sans"/>
                <a:sym typeface="Salesforce Sans"/>
              </a:endParaRPr>
            </a:p>
          </p:txBody>
        </p:sp>
        <p:sp>
          <p:nvSpPr>
            <p:cNvPr id="5897" name="Google Shape;5897;p171"/>
            <p:cNvSpPr/>
            <p:nvPr/>
          </p:nvSpPr>
          <p:spPr>
            <a:xfrm>
              <a:off x="15818327" y="8811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8" name="Google Shape;5898;p171"/>
            <p:cNvSpPr txBox="1"/>
            <p:nvPr/>
          </p:nvSpPr>
          <p:spPr>
            <a:xfrm>
              <a:off x="15954388" y="7107500"/>
              <a:ext cx="193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&amp; Infra Lifecycle Management</a:t>
              </a:r>
              <a:endParaRPr sz="800">
                <a:latin typeface="Salesforce Sans"/>
                <a:ea typeface="Salesforce Sans"/>
                <a:cs typeface="Salesforce Sans"/>
                <a:sym typeface="Salesforce Sans"/>
              </a:endParaRPr>
            </a:p>
          </p:txBody>
        </p:sp>
        <p:sp>
          <p:nvSpPr>
            <p:cNvPr id="5899" name="Google Shape;5899;p171"/>
            <p:cNvSpPr txBox="1"/>
            <p:nvPr/>
          </p:nvSpPr>
          <p:spPr>
            <a:xfrm>
              <a:off x="15954375" y="7256184"/>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Development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900" name="Google Shape;5900;p171"/>
            <p:cNvSpPr txBox="1"/>
            <p:nvPr/>
          </p:nvSpPr>
          <p:spPr>
            <a:xfrm>
              <a:off x="15954375" y="74035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Testing</a:t>
              </a:r>
              <a:endParaRPr sz="800">
                <a:latin typeface="Salesforce Sans"/>
                <a:ea typeface="Salesforce Sans"/>
                <a:cs typeface="Salesforce Sans"/>
                <a:sym typeface="Salesforce Sans"/>
              </a:endParaRPr>
            </a:p>
          </p:txBody>
        </p:sp>
        <p:sp>
          <p:nvSpPr>
            <p:cNvPr id="5901" name="Google Shape;5901;p171"/>
            <p:cNvSpPr/>
            <p:nvPr/>
          </p:nvSpPr>
          <p:spPr>
            <a:xfrm>
              <a:off x="15818327" y="74221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02" name="Google Shape;5902;p171"/>
            <p:cNvSpPr/>
            <p:nvPr/>
          </p:nvSpPr>
          <p:spPr>
            <a:xfrm>
              <a:off x="15818327" y="72747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03" name="Google Shape;5903;p171"/>
            <p:cNvSpPr/>
            <p:nvPr/>
          </p:nvSpPr>
          <p:spPr>
            <a:xfrm>
              <a:off x="15818327" y="71259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04" name="Google Shape;5904;p171"/>
            <p:cNvSpPr txBox="1"/>
            <p:nvPr/>
          </p:nvSpPr>
          <p:spPr>
            <a:xfrm>
              <a:off x="15954375" y="65986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5905" name="Google Shape;5905;p171"/>
            <p:cNvSpPr txBox="1"/>
            <p:nvPr/>
          </p:nvSpPr>
          <p:spPr>
            <a:xfrm>
              <a:off x="15954375" y="67473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Incident Response</a:t>
              </a:r>
              <a:endParaRPr sz="800">
                <a:latin typeface="Salesforce Sans"/>
                <a:ea typeface="Salesforce Sans"/>
                <a:cs typeface="Salesforce Sans"/>
                <a:sym typeface="Salesforce Sans"/>
              </a:endParaRPr>
            </a:p>
          </p:txBody>
        </p:sp>
        <p:sp>
          <p:nvSpPr>
            <p:cNvPr id="5906" name="Google Shape;5906;p171"/>
            <p:cNvSpPr txBox="1"/>
            <p:nvPr/>
          </p:nvSpPr>
          <p:spPr>
            <a:xfrm>
              <a:off x="15954386" y="6894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&amp; Security Policy Creation</a:t>
              </a:r>
              <a:endParaRPr sz="800">
                <a:latin typeface="Salesforce Sans"/>
                <a:ea typeface="Salesforce Sans"/>
                <a:cs typeface="Salesforce Sans"/>
                <a:sym typeface="Salesforce Sans"/>
              </a:endParaRPr>
            </a:p>
          </p:txBody>
        </p:sp>
        <p:sp>
          <p:nvSpPr>
            <p:cNvPr id="5907" name="Google Shape;5907;p171"/>
            <p:cNvSpPr/>
            <p:nvPr/>
          </p:nvSpPr>
          <p:spPr>
            <a:xfrm>
              <a:off x="15818327" y="691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08" name="Google Shape;5908;p171"/>
            <p:cNvSpPr/>
            <p:nvPr/>
          </p:nvSpPr>
          <p:spPr>
            <a:xfrm>
              <a:off x="15818327" y="676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09" name="Google Shape;5909;p171"/>
            <p:cNvSpPr/>
            <p:nvPr/>
          </p:nvSpPr>
          <p:spPr>
            <a:xfrm>
              <a:off x="15818327" y="661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10" name="Google Shape;5910;p171"/>
            <p:cNvSpPr txBox="1"/>
            <p:nvPr/>
          </p:nvSpPr>
          <p:spPr>
            <a:xfrm>
              <a:off x="15954375" y="59723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Ticket Intake</a:t>
              </a:r>
              <a:endParaRPr sz="800">
                <a:latin typeface="Salesforce Sans"/>
                <a:ea typeface="Salesforce Sans"/>
                <a:cs typeface="Salesforce Sans"/>
                <a:sym typeface="Salesforce Sans"/>
              </a:endParaRPr>
            </a:p>
          </p:txBody>
        </p:sp>
        <p:sp>
          <p:nvSpPr>
            <p:cNvPr id="5911" name="Google Shape;5911;p171"/>
            <p:cNvSpPr txBox="1"/>
            <p:nvPr/>
          </p:nvSpPr>
          <p:spPr>
            <a:xfrm>
              <a:off x="15954375" y="61210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Troubleshooting</a:t>
              </a:r>
              <a:endParaRPr sz="800">
                <a:latin typeface="Salesforce Sans"/>
                <a:ea typeface="Salesforce Sans"/>
                <a:cs typeface="Salesforce Sans"/>
                <a:sym typeface="Salesforce Sans"/>
              </a:endParaRPr>
            </a:p>
          </p:txBody>
        </p:sp>
        <p:sp>
          <p:nvSpPr>
            <p:cNvPr id="5912" name="Google Shape;5912;p171"/>
            <p:cNvSpPr/>
            <p:nvPr/>
          </p:nvSpPr>
          <p:spPr>
            <a:xfrm>
              <a:off x="15818327" y="61396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13" name="Google Shape;5913;p171"/>
            <p:cNvSpPr/>
            <p:nvPr/>
          </p:nvSpPr>
          <p:spPr>
            <a:xfrm>
              <a:off x="15818327" y="59907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14" name="Google Shape;5914;p171"/>
            <p:cNvSpPr txBox="1"/>
            <p:nvPr/>
          </p:nvSpPr>
          <p:spPr>
            <a:xfrm>
              <a:off x="15954375" y="52525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Cash &amp; Liquidity Management</a:t>
              </a:r>
              <a:endParaRPr sz="800">
                <a:latin typeface="Salesforce Sans"/>
                <a:ea typeface="Salesforce Sans"/>
                <a:cs typeface="Salesforce Sans"/>
                <a:sym typeface="Salesforce Sans"/>
              </a:endParaRPr>
            </a:p>
          </p:txBody>
        </p:sp>
        <p:sp>
          <p:nvSpPr>
            <p:cNvPr id="5915" name="Google Shape;5915;p171"/>
            <p:cNvSpPr txBox="1"/>
            <p:nvPr/>
          </p:nvSpPr>
          <p:spPr>
            <a:xfrm>
              <a:off x="15954375" y="53999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Risk Management</a:t>
              </a:r>
              <a:endParaRPr sz="800">
                <a:latin typeface="Salesforce Sans"/>
                <a:ea typeface="Salesforce Sans"/>
                <a:cs typeface="Salesforce Sans"/>
                <a:sym typeface="Salesforce Sans"/>
              </a:endParaRPr>
            </a:p>
          </p:txBody>
        </p:sp>
        <p:sp>
          <p:nvSpPr>
            <p:cNvPr id="5916" name="Google Shape;5916;p171"/>
            <p:cNvSpPr/>
            <p:nvPr/>
          </p:nvSpPr>
          <p:spPr>
            <a:xfrm>
              <a:off x="15818327" y="54185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17" name="Google Shape;5917;p171"/>
            <p:cNvSpPr/>
            <p:nvPr/>
          </p:nvSpPr>
          <p:spPr>
            <a:xfrm>
              <a:off x="15818327" y="52711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18" name="Google Shape;5918;p171"/>
            <p:cNvSpPr txBox="1"/>
            <p:nvPr/>
          </p:nvSpPr>
          <p:spPr>
            <a:xfrm>
              <a:off x="15954386" y="4088650"/>
              <a:ext cx="1626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5919" name="Google Shape;5919;p171"/>
            <p:cNvSpPr txBox="1"/>
            <p:nvPr/>
          </p:nvSpPr>
          <p:spPr>
            <a:xfrm>
              <a:off x="15954384" y="4237325"/>
              <a:ext cx="206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 Forecasting &amp; Scenario Modeling</a:t>
              </a:r>
              <a:endParaRPr sz="800">
                <a:latin typeface="Salesforce Sans"/>
                <a:ea typeface="Salesforce Sans"/>
                <a:cs typeface="Salesforce Sans"/>
                <a:sym typeface="Salesforce Sans"/>
              </a:endParaRPr>
            </a:p>
          </p:txBody>
        </p:sp>
        <p:sp>
          <p:nvSpPr>
            <p:cNvPr id="5920" name="Google Shape;5920;p171"/>
            <p:cNvSpPr txBox="1"/>
            <p:nvPr/>
          </p:nvSpPr>
          <p:spPr>
            <a:xfrm>
              <a:off x="15954388" y="4384725"/>
              <a:ext cx="1902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 Management &amp; KPI Monitoring</a:t>
              </a:r>
              <a:endParaRPr sz="800">
                <a:latin typeface="Salesforce Sans"/>
                <a:ea typeface="Salesforce Sans"/>
                <a:cs typeface="Salesforce Sans"/>
                <a:sym typeface="Salesforce Sans"/>
              </a:endParaRPr>
            </a:p>
          </p:txBody>
        </p:sp>
        <p:sp>
          <p:nvSpPr>
            <p:cNvPr id="5921" name="Google Shape;5921;p171"/>
            <p:cNvSpPr/>
            <p:nvPr/>
          </p:nvSpPr>
          <p:spPr>
            <a:xfrm>
              <a:off x="15818327" y="440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2" name="Google Shape;5922;p171"/>
            <p:cNvSpPr/>
            <p:nvPr/>
          </p:nvSpPr>
          <p:spPr>
            <a:xfrm>
              <a:off x="15818327" y="425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23" name="Google Shape;5923;p171"/>
            <p:cNvSpPr/>
            <p:nvPr/>
          </p:nvSpPr>
          <p:spPr>
            <a:xfrm>
              <a:off x="15818327" y="410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24" name="Google Shape;5924;p171"/>
            <p:cNvSpPr txBox="1"/>
            <p:nvPr/>
          </p:nvSpPr>
          <p:spPr>
            <a:xfrm>
              <a:off x="15954375" y="35790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EX &amp; Health Monitoring</a:t>
              </a:r>
              <a:endParaRPr sz="800">
                <a:latin typeface="Salesforce Sans"/>
                <a:ea typeface="Salesforce Sans"/>
                <a:cs typeface="Salesforce Sans"/>
                <a:sym typeface="Salesforce Sans"/>
              </a:endParaRPr>
            </a:p>
          </p:txBody>
        </p:sp>
        <p:sp>
          <p:nvSpPr>
            <p:cNvPr id="5925" name="Google Shape;5925;p171"/>
            <p:cNvSpPr txBox="1"/>
            <p:nvPr/>
          </p:nvSpPr>
          <p:spPr>
            <a:xfrm>
              <a:off x="15954385" y="3432775"/>
              <a:ext cx="1864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 &amp; Benefit Creation &amp; Delivery</a:t>
              </a:r>
              <a:endParaRPr sz="800">
                <a:latin typeface="Salesforce Sans"/>
                <a:ea typeface="Salesforce Sans"/>
                <a:cs typeface="Salesforce Sans"/>
                <a:sym typeface="Salesforce Sans"/>
              </a:endParaRPr>
            </a:p>
          </p:txBody>
        </p:sp>
        <p:sp>
          <p:nvSpPr>
            <p:cNvPr id="5926" name="Google Shape;5926;p171"/>
            <p:cNvSpPr/>
            <p:nvPr/>
          </p:nvSpPr>
          <p:spPr>
            <a:xfrm>
              <a:off x="15818327" y="3451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7" name="Google Shape;5927;p171"/>
            <p:cNvSpPr/>
            <p:nvPr/>
          </p:nvSpPr>
          <p:spPr>
            <a:xfrm>
              <a:off x="15818327" y="3597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8" name="Google Shape;5928;p171"/>
            <p:cNvSpPr txBox="1"/>
            <p:nvPr/>
          </p:nvSpPr>
          <p:spPr>
            <a:xfrm>
              <a:off x="15954375" y="3876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Compliance &amp; Labor Relations</a:t>
              </a:r>
              <a:endParaRPr sz="800">
                <a:latin typeface="Salesforce Sans"/>
                <a:ea typeface="Salesforce Sans"/>
                <a:cs typeface="Salesforce Sans"/>
                <a:sym typeface="Salesforce Sans"/>
              </a:endParaRPr>
            </a:p>
          </p:txBody>
        </p:sp>
        <p:sp>
          <p:nvSpPr>
            <p:cNvPr id="5929" name="Google Shape;5929;p171"/>
            <p:cNvSpPr txBox="1"/>
            <p:nvPr/>
          </p:nvSpPr>
          <p:spPr>
            <a:xfrm>
              <a:off x="15954375" y="37267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5930" name="Google Shape;5930;p171"/>
            <p:cNvSpPr/>
            <p:nvPr/>
          </p:nvSpPr>
          <p:spPr>
            <a:xfrm>
              <a:off x="15818327" y="3745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1" name="Google Shape;5931;p171"/>
            <p:cNvSpPr/>
            <p:nvPr/>
          </p:nvSpPr>
          <p:spPr>
            <a:xfrm>
              <a:off x="15818327" y="3894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2" name="Google Shape;5932;p171"/>
            <p:cNvSpPr txBox="1"/>
            <p:nvPr/>
          </p:nvSpPr>
          <p:spPr>
            <a:xfrm>
              <a:off x="15954375" y="241842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Outreach</a:t>
              </a:r>
              <a:endParaRPr sz="800">
                <a:latin typeface="Salesforce Sans"/>
                <a:ea typeface="Salesforce Sans"/>
                <a:cs typeface="Salesforce Sans"/>
                <a:sym typeface="Salesforce Sans"/>
              </a:endParaRPr>
            </a:p>
          </p:txBody>
        </p:sp>
        <p:sp>
          <p:nvSpPr>
            <p:cNvPr id="5933" name="Google Shape;5933;p171"/>
            <p:cNvSpPr txBox="1"/>
            <p:nvPr/>
          </p:nvSpPr>
          <p:spPr>
            <a:xfrm>
              <a:off x="15954386" y="2272200"/>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a:latin typeface="Salesforce Sans"/>
                <a:ea typeface="Salesforce Sans"/>
                <a:cs typeface="Salesforce Sans"/>
                <a:sym typeface="Salesforce Sans"/>
              </a:endParaRPr>
            </a:p>
          </p:txBody>
        </p:sp>
        <p:sp>
          <p:nvSpPr>
            <p:cNvPr id="5934" name="Google Shape;5934;p171"/>
            <p:cNvSpPr/>
            <p:nvPr/>
          </p:nvSpPr>
          <p:spPr>
            <a:xfrm>
              <a:off x="15818327" y="2290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5" name="Google Shape;5935;p171"/>
            <p:cNvSpPr/>
            <p:nvPr/>
          </p:nvSpPr>
          <p:spPr>
            <a:xfrm>
              <a:off x="15818327" y="243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6" name="Google Shape;5936;p171"/>
            <p:cNvSpPr txBox="1"/>
            <p:nvPr/>
          </p:nvSpPr>
          <p:spPr>
            <a:xfrm>
              <a:off x="15954375" y="27156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Onboarding</a:t>
              </a:r>
              <a:endParaRPr sz="800">
                <a:latin typeface="Salesforce Sans"/>
                <a:ea typeface="Salesforce Sans"/>
                <a:cs typeface="Salesforce Sans"/>
                <a:sym typeface="Salesforce Sans"/>
              </a:endParaRPr>
            </a:p>
          </p:txBody>
        </p:sp>
        <p:sp>
          <p:nvSpPr>
            <p:cNvPr id="5937" name="Google Shape;5937;p171"/>
            <p:cNvSpPr txBox="1"/>
            <p:nvPr/>
          </p:nvSpPr>
          <p:spPr>
            <a:xfrm>
              <a:off x="15954375" y="2566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5938" name="Google Shape;5938;p171"/>
            <p:cNvSpPr/>
            <p:nvPr/>
          </p:nvSpPr>
          <p:spPr>
            <a:xfrm>
              <a:off x="15818327" y="2584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9" name="Google Shape;5939;p171"/>
            <p:cNvSpPr/>
            <p:nvPr/>
          </p:nvSpPr>
          <p:spPr>
            <a:xfrm>
              <a:off x="15818327" y="27341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40" name="Google Shape;5940;p171"/>
            <p:cNvSpPr txBox="1"/>
            <p:nvPr/>
          </p:nvSpPr>
          <p:spPr>
            <a:xfrm>
              <a:off x="15954386" y="1764625"/>
              <a:ext cx="164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of Future &amp; Skills Asmt.</a:t>
              </a:r>
              <a:endParaRPr sz="800">
                <a:latin typeface="Salesforce Sans"/>
                <a:ea typeface="Salesforce Sans"/>
                <a:cs typeface="Salesforce Sans"/>
                <a:sym typeface="Salesforce Sans"/>
              </a:endParaRPr>
            </a:p>
          </p:txBody>
        </p:sp>
        <p:sp>
          <p:nvSpPr>
            <p:cNvPr id="5941" name="Google Shape;5941;p171"/>
            <p:cNvSpPr txBox="1"/>
            <p:nvPr/>
          </p:nvSpPr>
          <p:spPr>
            <a:xfrm>
              <a:off x="15954375" y="19133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5942" name="Google Shape;5942;p171"/>
            <p:cNvSpPr txBox="1"/>
            <p:nvPr/>
          </p:nvSpPr>
          <p:spPr>
            <a:xfrm>
              <a:off x="15954386" y="2060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a:latin typeface="Salesforce Sans"/>
                <a:ea typeface="Salesforce Sans"/>
                <a:cs typeface="Salesforce Sans"/>
                <a:sym typeface="Salesforce Sans"/>
              </a:endParaRPr>
            </a:p>
          </p:txBody>
        </p:sp>
        <p:sp>
          <p:nvSpPr>
            <p:cNvPr id="5943" name="Google Shape;5943;p171"/>
            <p:cNvSpPr/>
            <p:nvPr/>
          </p:nvSpPr>
          <p:spPr>
            <a:xfrm>
              <a:off x="15818327" y="20793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44" name="Google Shape;5944;p171"/>
            <p:cNvSpPr/>
            <p:nvPr/>
          </p:nvSpPr>
          <p:spPr>
            <a:xfrm>
              <a:off x="15818327" y="19319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45" name="Google Shape;5945;p171"/>
            <p:cNvSpPr/>
            <p:nvPr/>
          </p:nvSpPr>
          <p:spPr>
            <a:xfrm>
              <a:off x="15818327" y="178308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46" name="Google Shape;5946;p171"/>
            <p:cNvSpPr/>
            <p:nvPr/>
          </p:nvSpPr>
          <p:spPr>
            <a:xfrm>
              <a:off x="14634810" y="660133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Cyber </a:t>
              </a:r>
              <a:endParaRPr b="1" i="0" sz="900" u="none" cap="none" strike="noStrike">
                <a:solidFill>
                  <a:srgbClr val="086AFE"/>
                </a:solidFill>
                <a:latin typeface="Salesforce Sans"/>
                <a:ea typeface="Salesforce Sans"/>
                <a:cs typeface="Salesforce Sans"/>
                <a:sym typeface="Salesforce Sans"/>
              </a:endParaRPr>
            </a:p>
          </p:txBody>
        </p:sp>
      </p:gr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edTech" showMasterSp="0">
  <p:cSld name="TITLE_AND_BODY_5_1_1_1_1_1">
    <p:spTree>
      <p:nvGrpSpPr>
        <p:cNvPr id="5947" name="Shape 5947"/>
        <p:cNvGrpSpPr/>
        <p:nvPr/>
      </p:nvGrpSpPr>
      <p:grpSpPr>
        <a:xfrm>
          <a:off x="0" y="0"/>
          <a:ext cx="0" cy="0"/>
          <a:chOff x="0" y="0"/>
          <a:chExt cx="0" cy="0"/>
        </a:xfrm>
      </p:grpSpPr>
      <p:sp>
        <p:nvSpPr>
          <p:cNvPr id="5948" name="Google Shape;5948;p172"/>
          <p:cNvSpPr txBox="1"/>
          <p:nvPr/>
        </p:nvSpPr>
        <p:spPr>
          <a:xfrm>
            <a:off x="676603"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medtech workflows</a:t>
            </a:r>
            <a:endParaRPr sz="4200">
              <a:solidFill>
                <a:schemeClr val="dk1"/>
              </a:solidFill>
              <a:latin typeface="Avant Garde Demi SFDC"/>
              <a:ea typeface="Avant Garde Demi SFDC"/>
              <a:cs typeface="Avant Garde Demi SFDC"/>
              <a:sym typeface="Avant Garde Demi SFDC"/>
            </a:endParaRPr>
          </a:p>
        </p:txBody>
      </p:sp>
      <p:grpSp>
        <p:nvGrpSpPr>
          <p:cNvPr id="5949" name="Google Shape;5949;p172"/>
          <p:cNvGrpSpPr/>
          <p:nvPr/>
        </p:nvGrpSpPr>
        <p:grpSpPr>
          <a:xfrm>
            <a:off x="6307400" y="1143000"/>
            <a:ext cx="6313200" cy="307800"/>
            <a:chOff x="22663550" y="1349273"/>
            <a:chExt cx="6313200" cy="307800"/>
          </a:xfrm>
        </p:grpSpPr>
        <p:grpSp>
          <p:nvGrpSpPr>
            <p:cNvPr id="5950" name="Google Shape;5950;p172"/>
            <p:cNvGrpSpPr/>
            <p:nvPr/>
          </p:nvGrpSpPr>
          <p:grpSpPr>
            <a:xfrm>
              <a:off x="22663550" y="1349273"/>
              <a:ext cx="6313200" cy="307800"/>
              <a:chOff x="11238000" y="958400"/>
              <a:chExt cx="6313200" cy="307800"/>
            </a:xfrm>
          </p:grpSpPr>
          <p:sp>
            <p:nvSpPr>
              <p:cNvPr id="5951" name="Google Shape;5951;p172"/>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952" name="Google Shape;5952;p172"/>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3" name="Google Shape;5953;p172"/>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54" name="Google Shape;5954;p172"/>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5" name="Google Shape;5955;p172"/>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6" name="Google Shape;5956;p172"/>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957" name="Google Shape;5957;p172"/>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958" name="Google Shape;5958;p172"/>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5959" name="Google Shape;5959;p172"/>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5960" name="Google Shape;5960;p172"/>
          <p:cNvGrpSpPr/>
          <p:nvPr/>
        </p:nvGrpSpPr>
        <p:grpSpPr>
          <a:xfrm>
            <a:off x="1735561" y="1752600"/>
            <a:ext cx="5042870" cy="7465163"/>
            <a:chOff x="468329" y="1524000"/>
            <a:chExt cx="5042870" cy="7465163"/>
          </a:xfrm>
        </p:grpSpPr>
        <p:sp>
          <p:nvSpPr>
            <p:cNvPr id="5961" name="Google Shape;5961;p172"/>
            <p:cNvSpPr txBox="1"/>
            <p:nvPr/>
          </p:nvSpPr>
          <p:spPr>
            <a:xfrm>
              <a:off x="3016756" y="334237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5962" name="Google Shape;5962;p172"/>
            <p:cNvSpPr/>
            <p:nvPr/>
          </p:nvSpPr>
          <p:spPr>
            <a:xfrm>
              <a:off x="1668090" y="2459079"/>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3" name="Google Shape;5963;p172"/>
            <p:cNvSpPr/>
            <p:nvPr/>
          </p:nvSpPr>
          <p:spPr>
            <a:xfrm>
              <a:off x="1668090" y="3563049"/>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 Training </a:t>
              </a:r>
              <a:endParaRPr b="1" sz="945">
                <a:solidFill>
                  <a:srgbClr val="066AFE"/>
                </a:solidFill>
                <a:latin typeface="Salesforce Sans"/>
                <a:ea typeface="Salesforce Sans"/>
                <a:cs typeface="Salesforce Sans"/>
                <a:sym typeface="Salesforce Sans"/>
              </a:endParaRPr>
            </a:p>
          </p:txBody>
        </p:sp>
        <p:sp>
          <p:nvSpPr>
            <p:cNvPr id="5964" name="Google Shape;5964;p172"/>
            <p:cNvSpPr/>
            <p:nvPr/>
          </p:nvSpPr>
          <p:spPr>
            <a:xfrm>
              <a:off x="1668090" y="5113187"/>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Clinical Specialists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5" name="Google Shape;5965;p172"/>
            <p:cNvSpPr/>
            <p:nvPr/>
          </p:nvSpPr>
          <p:spPr>
            <a:xfrm>
              <a:off x="1668090" y="62176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Medical Affairs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6" name="Google Shape;5966;p172"/>
            <p:cNvSpPr/>
            <p:nvPr/>
          </p:nvSpPr>
          <p:spPr>
            <a:xfrm>
              <a:off x="1668090" y="7346461"/>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Field Inventory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7" name="Google Shape;5967;p172"/>
            <p:cNvSpPr txBox="1"/>
            <p:nvPr/>
          </p:nvSpPr>
          <p:spPr>
            <a:xfrm>
              <a:off x="3010101" y="24665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Territory Optimization</a:t>
              </a:r>
              <a:endParaRPr i="0" sz="800" u="none" cap="none" strike="noStrike">
                <a:latin typeface="Salesforce Sans"/>
                <a:ea typeface="Salesforce Sans"/>
                <a:cs typeface="Salesforce Sans"/>
                <a:sym typeface="Salesforce Sans"/>
              </a:endParaRPr>
            </a:p>
          </p:txBody>
        </p:sp>
        <p:sp>
          <p:nvSpPr>
            <p:cNvPr id="5968" name="Google Shape;5968;p172"/>
            <p:cNvSpPr txBox="1"/>
            <p:nvPr/>
          </p:nvSpPr>
          <p:spPr>
            <a:xfrm>
              <a:off x="3010101" y="261518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Virtual Sales Assistant</a:t>
              </a:r>
              <a:endParaRPr i="0" sz="800" u="none" cap="none" strike="noStrike">
                <a:latin typeface="Salesforce Sans"/>
                <a:ea typeface="Salesforce Sans"/>
                <a:cs typeface="Salesforce Sans"/>
                <a:sym typeface="Salesforce Sans"/>
              </a:endParaRPr>
            </a:p>
          </p:txBody>
        </p:sp>
        <p:sp>
          <p:nvSpPr>
            <p:cNvPr id="5969" name="Google Shape;5969;p172"/>
            <p:cNvSpPr txBox="1"/>
            <p:nvPr/>
          </p:nvSpPr>
          <p:spPr>
            <a:xfrm>
              <a:off x="3010101" y="27637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RFP &amp; Quote Generation</a:t>
              </a:r>
              <a:endParaRPr i="0" sz="800" u="none" cap="none" strike="noStrike">
                <a:latin typeface="Salesforce Sans"/>
                <a:ea typeface="Salesforce Sans"/>
                <a:cs typeface="Salesforce Sans"/>
                <a:sym typeface="Salesforce Sans"/>
              </a:endParaRPr>
            </a:p>
          </p:txBody>
        </p:sp>
        <p:sp>
          <p:nvSpPr>
            <p:cNvPr id="5970" name="Google Shape;5970;p172"/>
            <p:cNvSpPr txBox="1"/>
            <p:nvPr/>
          </p:nvSpPr>
          <p:spPr>
            <a:xfrm>
              <a:off x="3010101" y="29150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5971" name="Google Shape;5971;p172"/>
            <p:cNvSpPr txBox="1"/>
            <p:nvPr/>
          </p:nvSpPr>
          <p:spPr>
            <a:xfrm>
              <a:off x="3010099" y="305480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Science Liaison Support</a:t>
              </a:r>
              <a:endParaRPr i="0" sz="800" u="none" cap="none" strike="noStrike">
                <a:latin typeface="Salesforce Sans"/>
                <a:ea typeface="Salesforce Sans"/>
                <a:cs typeface="Salesforce Sans"/>
                <a:sym typeface="Salesforce Sans"/>
              </a:endParaRPr>
            </a:p>
          </p:txBody>
        </p:sp>
        <p:sp>
          <p:nvSpPr>
            <p:cNvPr id="5972" name="Google Shape;5972;p172"/>
            <p:cNvSpPr txBox="1"/>
            <p:nvPr/>
          </p:nvSpPr>
          <p:spPr>
            <a:xfrm>
              <a:off x="301010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Proactive Recall Management</a:t>
              </a:r>
              <a:endParaRPr sz="800">
                <a:latin typeface="Salesforce Sans"/>
                <a:ea typeface="Salesforce Sans"/>
                <a:cs typeface="Salesforce Sans"/>
                <a:sym typeface="Salesforce Sans"/>
              </a:endParaRPr>
            </a:p>
          </p:txBody>
        </p:sp>
        <p:sp>
          <p:nvSpPr>
            <p:cNvPr id="5973" name="Google Shape;5973;p172"/>
            <p:cNvSpPr/>
            <p:nvPr/>
          </p:nvSpPr>
          <p:spPr>
            <a:xfrm>
              <a:off x="2874053" y="178683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74" name="Google Shape;5974;p172"/>
            <p:cNvSpPr txBox="1"/>
            <p:nvPr/>
          </p:nvSpPr>
          <p:spPr>
            <a:xfrm>
              <a:off x="3010100" y="1923400"/>
              <a:ext cx="2388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Selection + Patient Recruitment </a:t>
              </a:r>
              <a:endParaRPr sz="800">
                <a:latin typeface="Salesforce Sans"/>
                <a:ea typeface="Salesforce Sans"/>
                <a:cs typeface="Salesforce Sans"/>
                <a:sym typeface="Salesforce Sans"/>
              </a:endParaRPr>
            </a:p>
          </p:txBody>
        </p:sp>
        <p:sp>
          <p:nvSpPr>
            <p:cNvPr id="5975" name="Google Shape;5975;p172"/>
            <p:cNvSpPr/>
            <p:nvPr/>
          </p:nvSpPr>
          <p:spPr>
            <a:xfrm>
              <a:off x="2874053" y="19418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976" name="Google Shape;5976;p172"/>
            <p:cNvSpPr txBox="1"/>
            <p:nvPr/>
          </p:nvSpPr>
          <p:spPr>
            <a:xfrm>
              <a:off x="301010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Regulatory Submission Dossier</a:t>
              </a:r>
              <a:endParaRPr sz="800">
                <a:latin typeface="Salesforce Sans"/>
                <a:ea typeface="Salesforce Sans"/>
                <a:cs typeface="Salesforce Sans"/>
                <a:sym typeface="Salesforce Sans"/>
              </a:endParaRPr>
            </a:p>
          </p:txBody>
        </p:sp>
        <p:sp>
          <p:nvSpPr>
            <p:cNvPr id="5977" name="Google Shape;5977;p172"/>
            <p:cNvSpPr/>
            <p:nvPr/>
          </p:nvSpPr>
          <p:spPr>
            <a:xfrm>
              <a:off x="2874053" y="209685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78" name="Google Shape;5978;p172"/>
            <p:cNvSpPr txBox="1"/>
            <p:nvPr/>
          </p:nvSpPr>
          <p:spPr>
            <a:xfrm>
              <a:off x="301010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Automated Literature &amp; IP Analysis</a:t>
              </a:r>
              <a:endParaRPr sz="800">
                <a:latin typeface="Salesforce Sans"/>
                <a:ea typeface="Salesforce Sans"/>
                <a:cs typeface="Salesforce Sans"/>
                <a:sym typeface="Salesforce Sans"/>
              </a:endParaRPr>
            </a:p>
          </p:txBody>
        </p:sp>
        <p:sp>
          <p:nvSpPr>
            <p:cNvPr id="5979" name="Google Shape;5979;p172"/>
            <p:cNvSpPr/>
            <p:nvPr/>
          </p:nvSpPr>
          <p:spPr>
            <a:xfrm>
              <a:off x="2874053" y="2257639"/>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0" name="Google Shape;5980;p172"/>
            <p:cNvSpPr/>
            <p:nvPr/>
          </p:nvSpPr>
          <p:spPr>
            <a:xfrm>
              <a:off x="2874053" y="263378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1" name="Google Shape;5981;p172"/>
            <p:cNvSpPr/>
            <p:nvPr/>
          </p:nvSpPr>
          <p:spPr>
            <a:xfrm>
              <a:off x="2874053" y="278239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982" name="Google Shape;5982;p172"/>
            <p:cNvSpPr/>
            <p:nvPr/>
          </p:nvSpPr>
          <p:spPr>
            <a:xfrm>
              <a:off x="2874053" y="29336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3" name="Google Shape;5983;p172"/>
            <p:cNvSpPr/>
            <p:nvPr/>
          </p:nvSpPr>
          <p:spPr>
            <a:xfrm>
              <a:off x="2874053" y="307339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4" name="Google Shape;5984;p172"/>
            <p:cNvSpPr/>
            <p:nvPr/>
          </p:nvSpPr>
          <p:spPr>
            <a:xfrm>
              <a:off x="2874053" y="24851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5" name="Google Shape;5985;p172"/>
            <p:cNvSpPr txBox="1"/>
            <p:nvPr/>
          </p:nvSpPr>
          <p:spPr>
            <a:xfrm>
              <a:off x="46832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986" name="Google Shape;5986;p172"/>
            <p:cNvSpPr txBox="1"/>
            <p:nvPr/>
          </p:nvSpPr>
          <p:spPr>
            <a:xfrm>
              <a:off x="166809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987" name="Google Shape;5987;p172"/>
            <p:cNvGrpSpPr/>
            <p:nvPr/>
          </p:nvGrpSpPr>
          <p:grpSpPr>
            <a:xfrm>
              <a:off x="487940" y="1793656"/>
              <a:ext cx="952566" cy="449700"/>
              <a:chOff x="755108" y="1946374"/>
              <a:chExt cx="1322458" cy="449700"/>
            </a:xfrm>
          </p:grpSpPr>
          <p:sp>
            <p:nvSpPr>
              <p:cNvPr id="5988" name="Google Shape;5988;p172"/>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89" name="Google Shape;5989;p172"/>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PLM</a:t>
                </a:r>
                <a:endParaRPr sz="900">
                  <a:solidFill>
                    <a:srgbClr val="FFFFFF"/>
                  </a:solidFill>
                  <a:latin typeface="Avant Garde Demi SFDC"/>
                  <a:ea typeface="Avant Garde Demi SFDC"/>
                  <a:cs typeface="Avant Garde Demi SFDC"/>
                  <a:sym typeface="Avant Garde Demi SFDC"/>
                </a:endParaRPr>
              </a:p>
            </p:txBody>
          </p:sp>
        </p:grpSp>
        <p:sp>
          <p:nvSpPr>
            <p:cNvPr id="5990" name="Google Shape;5990;p172"/>
            <p:cNvSpPr txBox="1"/>
            <p:nvPr/>
          </p:nvSpPr>
          <p:spPr>
            <a:xfrm>
              <a:off x="301193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991" name="Google Shape;5991;p172"/>
            <p:cNvSpPr txBox="1"/>
            <p:nvPr/>
          </p:nvSpPr>
          <p:spPr>
            <a:xfrm>
              <a:off x="1668090"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R&amp;D + Product Lifecycle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992" name="Google Shape;5992;p172"/>
            <p:cNvGrpSpPr/>
            <p:nvPr/>
          </p:nvGrpSpPr>
          <p:grpSpPr>
            <a:xfrm>
              <a:off x="487981" y="3594708"/>
              <a:ext cx="952525" cy="449700"/>
              <a:chOff x="755165" y="1951713"/>
              <a:chExt cx="1322400" cy="449700"/>
            </a:xfrm>
          </p:grpSpPr>
          <p:sp>
            <p:nvSpPr>
              <p:cNvPr id="5993" name="Google Shape;5993;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94" name="Google Shape;5994;p172"/>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Enablement</a:t>
                </a:r>
                <a:endParaRPr sz="900">
                  <a:solidFill>
                    <a:srgbClr val="FFFFFF"/>
                  </a:solidFill>
                  <a:latin typeface="Avant Garde Demi SFDC"/>
                  <a:ea typeface="Avant Garde Demi SFDC"/>
                  <a:cs typeface="Avant Garde Demi SFDC"/>
                  <a:sym typeface="Avant Garde Demi SFDC"/>
                </a:endParaRPr>
              </a:p>
            </p:txBody>
          </p:sp>
        </p:grpSp>
        <p:grpSp>
          <p:nvGrpSpPr>
            <p:cNvPr id="5995" name="Google Shape;5995;p172"/>
            <p:cNvGrpSpPr/>
            <p:nvPr/>
          </p:nvGrpSpPr>
          <p:grpSpPr>
            <a:xfrm>
              <a:off x="487981" y="2487900"/>
              <a:ext cx="952525" cy="449700"/>
              <a:chOff x="755165" y="1951713"/>
              <a:chExt cx="1322400" cy="449700"/>
            </a:xfrm>
          </p:grpSpPr>
          <p:sp>
            <p:nvSpPr>
              <p:cNvPr id="5996" name="Google Shape;5996;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97" name="Google Shape;5997;p172"/>
              <p:cNvSpPr txBox="1"/>
              <p:nvPr/>
            </p:nvSpPr>
            <p:spPr>
              <a:xfrm>
                <a:off x="761315" y="2114163"/>
                <a:ext cx="1310100" cy="124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5998" name="Google Shape;5998;p172"/>
            <p:cNvSpPr txBox="1"/>
            <p:nvPr/>
          </p:nvSpPr>
          <p:spPr>
            <a:xfrm>
              <a:off x="3010101" y="3205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5999" name="Google Shape;5999;p172"/>
            <p:cNvSpPr/>
            <p:nvPr/>
          </p:nvSpPr>
          <p:spPr>
            <a:xfrm>
              <a:off x="2874053" y="32239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6000" name="Google Shape;6000;p172"/>
            <p:cNvGrpSpPr/>
            <p:nvPr/>
          </p:nvGrpSpPr>
          <p:grpSpPr>
            <a:xfrm>
              <a:off x="487981" y="5143496"/>
              <a:ext cx="952525" cy="449700"/>
              <a:chOff x="755165" y="1951713"/>
              <a:chExt cx="1322400" cy="449700"/>
            </a:xfrm>
          </p:grpSpPr>
          <p:sp>
            <p:nvSpPr>
              <p:cNvPr id="6001" name="Google Shape;6001;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02" name="Google Shape;6002;p172"/>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Affairs</a:t>
                </a:r>
                <a:endParaRPr sz="900">
                  <a:solidFill>
                    <a:srgbClr val="FFFFFF"/>
                  </a:solidFill>
                  <a:latin typeface="Avant Garde Demi SFDC"/>
                  <a:ea typeface="Avant Garde Demi SFDC"/>
                  <a:cs typeface="Avant Garde Demi SFDC"/>
                  <a:sym typeface="Avant Garde Demi SFDC"/>
                </a:endParaRPr>
              </a:p>
            </p:txBody>
          </p:sp>
        </p:grpSp>
        <p:grpSp>
          <p:nvGrpSpPr>
            <p:cNvPr id="6003" name="Google Shape;6003;p172"/>
            <p:cNvGrpSpPr/>
            <p:nvPr/>
          </p:nvGrpSpPr>
          <p:grpSpPr>
            <a:xfrm>
              <a:off x="487981" y="7376208"/>
              <a:ext cx="952525" cy="449700"/>
              <a:chOff x="755165" y="1951713"/>
              <a:chExt cx="1322400" cy="449700"/>
            </a:xfrm>
          </p:grpSpPr>
          <p:sp>
            <p:nvSpPr>
              <p:cNvPr id="6004" name="Google Shape;6004;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05" name="Google Shape;6005;p172"/>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sp>
          <p:nvSpPr>
            <p:cNvPr id="6006" name="Google Shape;6006;p172"/>
            <p:cNvSpPr txBox="1"/>
            <p:nvPr/>
          </p:nvSpPr>
          <p:spPr>
            <a:xfrm>
              <a:off x="3010101" y="35726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6007" name="Google Shape;6007;p172"/>
            <p:cNvSpPr txBox="1"/>
            <p:nvPr/>
          </p:nvSpPr>
          <p:spPr>
            <a:xfrm>
              <a:off x="3010101" y="37212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6008" name="Google Shape;6008;p172"/>
            <p:cNvSpPr txBox="1"/>
            <p:nvPr/>
          </p:nvSpPr>
          <p:spPr>
            <a:xfrm>
              <a:off x="3010101" y="38698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Competitive Analysis</a:t>
              </a:r>
              <a:endParaRPr i="0" sz="800" u="none" cap="none" strike="noStrike">
                <a:latin typeface="Salesforce Sans"/>
                <a:ea typeface="Salesforce Sans"/>
                <a:cs typeface="Salesforce Sans"/>
                <a:sym typeface="Salesforce Sans"/>
              </a:endParaRPr>
            </a:p>
          </p:txBody>
        </p:sp>
        <p:sp>
          <p:nvSpPr>
            <p:cNvPr id="6009" name="Google Shape;6009;p172"/>
            <p:cNvSpPr txBox="1"/>
            <p:nvPr/>
          </p:nvSpPr>
          <p:spPr>
            <a:xfrm>
              <a:off x="3010101" y="40210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Customer</a:t>
              </a:r>
              <a:endParaRPr i="0" sz="800" u="none" cap="none" strike="noStrike">
                <a:latin typeface="Salesforce Sans"/>
                <a:ea typeface="Salesforce Sans"/>
                <a:cs typeface="Salesforce Sans"/>
                <a:sym typeface="Salesforce Sans"/>
              </a:endParaRPr>
            </a:p>
          </p:txBody>
        </p:sp>
        <p:sp>
          <p:nvSpPr>
            <p:cNvPr id="6010" name="Google Shape;6010;p172"/>
            <p:cNvSpPr txBox="1"/>
            <p:nvPr/>
          </p:nvSpPr>
          <p:spPr>
            <a:xfrm>
              <a:off x="3010101" y="41608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HCP Content Personalization</a:t>
              </a:r>
              <a:endParaRPr i="0" sz="800" u="none" cap="none" strike="noStrike">
                <a:latin typeface="Salesforce Sans"/>
                <a:ea typeface="Salesforce Sans"/>
                <a:cs typeface="Salesforce Sans"/>
                <a:sym typeface="Salesforce Sans"/>
              </a:endParaRPr>
            </a:p>
          </p:txBody>
        </p:sp>
        <p:sp>
          <p:nvSpPr>
            <p:cNvPr id="6011" name="Google Shape;6011;p172"/>
            <p:cNvSpPr/>
            <p:nvPr/>
          </p:nvSpPr>
          <p:spPr>
            <a:xfrm>
              <a:off x="2874053" y="37398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2" name="Google Shape;6012;p172"/>
            <p:cNvSpPr/>
            <p:nvPr/>
          </p:nvSpPr>
          <p:spPr>
            <a:xfrm>
              <a:off x="2874053" y="38884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13" name="Google Shape;6013;p172"/>
            <p:cNvSpPr/>
            <p:nvPr/>
          </p:nvSpPr>
          <p:spPr>
            <a:xfrm>
              <a:off x="2874053" y="4039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4" name="Google Shape;6014;p172"/>
            <p:cNvSpPr/>
            <p:nvPr/>
          </p:nvSpPr>
          <p:spPr>
            <a:xfrm>
              <a:off x="2874053" y="41794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5" name="Google Shape;6015;p172"/>
            <p:cNvSpPr/>
            <p:nvPr/>
          </p:nvSpPr>
          <p:spPr>
            <a:xfrm>
              <a:off x="2874053" y="35912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6" name="Google Shape;6016;p172"/>
            <p:cNvSpPr txBox="1"/>
            <p:nvPr/>
          </p:nvSpPr>
          <p:spPr>
            <a:xfrm>
              <a:off x="3010101" y="4311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6017" name="Google Shape;6017;p172"/>
            <p:cNvSpPr txBox="1"/>
            <p:nvPr/>
          </p:nvSpPr>
          <p:spPr>
            <a:xfrm>
              <a:off x="3010099" y="446258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Skills &amp; Knowledge Gap Assessment</a:t>
              </a:r>
              <a:endParaRPr i="0" sz="800" u="none" cap="none" strike="noStrike">
                <a:latin typeface="Salesforce Sans"/>
                <a:ea typeface="Salesforce Sans"/>
                <a:cs typeface="Salesforce Sans"/>
                <a:sym typeface="Salesforce Sans"/>
              </a:endParaRPr>
            </a:p>
          </p:txBody>
        </p:sp>
        <p:sp>
          <p:nvSpPr>
            <p:cNvPr id="6018" name="Google Shape;6018;p172"/>
            <p:cNvSpPr txBox="1"/>
            <p:nvPr/>
          </p:nvSpPr>
          <p:spPr>
            <a:xfrm>
              <a:off x="3010099" y="460236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L&amp;D Content Recommendation</a:t>
              </a:r>
              <a:endParaRPr i="0" sz="800" u="none" cap="none" strike="noStrike">
                <a:latin typeface="Salesforce Sans"/>
                <a:ea typeface="Salesforce Sans"/>
                <a:cs typeface="Salesforce Sans"/>
                <a:sym typeface="Salesforce Sans"/>
              </a:endParaRPr>
            </a:p>
          </p:txBody>
        </p:sp>
        <p:sp>
          <p:nvSpPr>
            <p:cNvPr id="6019" name="Google Shape;6019;p172"/>
            <p:cNvSpPr/>
            <p:nvPr/>
          </p:nvSpPr>
          <p:spPr>
            <a:xfrm>
              <a:off x="2874053" y="43299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20" name="Google Shape;6020;p172"/>
            <p:cNvSpPr/>
            <p:nvPr/>
          </p:nvSpPr>
          <p:spPr>
            <a:xfrm>
              <a:off x="2874053" y="44811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1" name="Google Shape;6021;p172"/>
            <p:cNvSpPr/>
            <p:nvPr/>
          </p:nvSpPr>
          <p:spPr>
            <a:xfrm>
              <a:off x="2874053" y="46209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2" name="Google Shape;6022;p172"/>
            <p:cNvSpPr txBox="1"/>
            <p:nvPr/>
          </p:nvSpPr>
          <p:spPr>
            <a:xfrm>
              <a:off x="3010101" y="473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6023" name="Google Shape;6023;p172"/>
            <p:cNvSpPr/>
            <p:nvPr/>
          </p:nvSpPr>
          <p:spPr>
            <a:xfrm>
              <a:off x="2874053" y="47576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4" name="Google Shape;6024;p172"/>
            <p:cNvSpPr txBox="1"/>
            <p:nvPr/>
          </p:nvSpPr>
          <p:spPr>
            <a:xfrm>
              <a:off x="3016756" y="48853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25" name="Google Shape;6025;p172"/>
            <p:cNvSpPr txBox="1"/>
            <p:nvPr/>
          </p:nvSpPr>
          <p:spPr>
            <a:xfrm>
              <a:off x="3010101" y="510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Specialist Enablement</a:t>
              </a:r>
              <a:endParaRPr i="0" sz="800" u="none" cap="none" strike="noStrike">
                <a:latin typeface="Salesforce Sans"/>
                <a:ea typeface="Salesforce Sans"/>
                <a:cs typeface="Salesforce Sans"/>
                <a:sym typeface="Salesforce Sans"/>
              </a:endParaRPr>
            </a:p>
          </p:txBody>
        </p:sp>
        <p:sp>
          <p:nvSpPr>
            <p:cNvPr id="6026" name="Google Shape;6026;p172"/>
            <p:cNvSpPr txBox="1"/>
            <p:nvPr/>
          </p:nvSpPr>
          <p:spPr>
            <a:xfrm>
              <a:off x="3010100" y="5257700"/>
              <a:ext cx="1785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24/7 Clinical &amp; Technical Support</a:t>
              </a:r>
              <a:endParaRPr i="0" sz="800" u="none" cap="none" strike="noStrike">
                <a:latin typeface="Salesforce Sans"/>
                <a:ea typeface="Salesforce Sans"/>
                <a:cs typeface="Salesforce Sans"/>
                <a:sym typeface="Salesforce Sans"/>
              </a:endParaRPr>
            </a:p>
          </p:txBody>
        </p:sp>
        <p:sp>
          <p:nvSpPr>
            <p:cNvPr id="6027" name="Google Shape;6027;p172"/>
            <p:cNvSpPr txBox="1"/>
            <p:nvPr/>
          </p:nvSpPr>
          <p:spPr>
            <a:xfrm>
              <a:off x="3010100" y="5406325"/>
              <a:ext cx="1958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Proactive Services &amp; Consumable</a:t>
              </a:r>
              <a:endParaRPr i="0" sz="800" u="none" cap="none" strike="noStrike">
                <a:latin typeface="Salesforce Sans"/>
                <a:ea typeface="Salesforce Sans"/>
                <a:cs typeface="Salesforce Sans"/>
                <a:sym typeface="Salesforce Sans"/>
              </a:endParaRPr>
            </a:p>
          </p:txBody>
        </p:sp>
        <p:sp>
          <p:nvSpPr>
            <p:cNvPr id="6028" name="Google Shape;6028;p172"/>
            <p:cNvSpPr txBox="1"/>
            <p:nvPr/>
          </p:nvSpPr>
          <p:spPr>
            <a:xfrm>
              <a:off x="3010100" y="5557525"/>
              <a:ext cx="193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&amp; Compliant Intake</a:t>
              </a:r>
              <a:endParaRPr i="0" sz="800" u="none" cap="none" strike="noStrike">
                <a:latin typeface="Salesforce Sans"/>
                <a:ea typeface="Salesforce Sans"/>
                <a:cs typeface="Salesforce Sans"/>
                <a:sym typeface="Salesforce Sans"/>
              </a:endParaRPr>
            </a:p>
          </p:txBody>
        </p:sp>
        <p:sp>
          <p:nvSpPr>
            <p:cNvPr id="6029" name="Google Shape;6029;p172"/>
            <p:cNvSpPr txBox="1"/>
            <p:nvPr/>
          </p:nvSpPr>
          <p:spPr>
            <a:xfrm>
              <a:off x="3010101" y="56973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Management</a:t>
              </a:r>
              <a:endParaRPr i="0" sz="800" u="none" cap="none" strike="noStrike">
                <a:latin typeface="Salesforce Sans"/>
                <a:ea typeface="Salesforce Sans"/>
                <a:cs typeface="Salesforce Sans"/>
                <a:sym typeface="Salesforce Sans"/>
              </a:endParaRPr>
            </a:p>
          </p:txBody>
        </p:sp>
        <p:sp>
          <p:nvSpPr>
            <p:cNvPr id="6030" name="Google Shape;6030;p172"/>
            <p:cNvSpPr/>
            <p:nvPr/>
          </p:nvSpPr>
          <p:spPr>
            <a:xfrm>
              <a:off x="2874053" y="52763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1" name="Google Shape;6031;p172"/>
            <p:cNvSpPr/>
            <p:nvPr/>
          </p:nvSpPr>
          <p:spPr>
            <a:xfrm>
              <a:off x="2874053" y="5424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32" name="Google Shape;6032;p172"/>
            <p:cNvSpPr/>
            <p:nvPr/>
          </p:nvSpPr>
          <p:spPr>
            <a:xfrm>
              <a:off x="2874053" y="55761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3" name="Google Shape;6033;p172"/>
            <p:cNvSpPr/>
            <p:nvPr/>
          </p:nvSpPr>
          <p:spPr>
            <a:xfrm>
              <a:off x="2874053" y="57159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4" name="Google Shape;6034;p172"/>
            <p:cNvSpPr/>
            <p:nvPr/>
          </p:nvSpPr>
          <p:spPr>
            <a:xfrm>
              <a:off x="2874053" y="51276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5" name="Google Shape;6035;p172"/>
            <p:cNvSpPr txBox="1"/>
            <p:nvPr/>
          </p:nvSpPr>
          <p:spPr>
            <a:xfrm>
              <a:off x="3010101" y="58478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6036" name="Google Shape;6036;p172"/>
            <p:cNvSpPr/>
            <p:nvPr/>
          </p:nvSpPr>
          <p:spPr>
            <a:xfrm>
              <a:off x="2874053" y="5866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37" name="Google Shape;6037;p172"/>
            <p:cNvSpPr txBox="1"/>
            <p:nvPr/>
          </p:nvSpPr>
          <p:spPr>
            <a:xfrm>
              <a:off x="3010099" y="622162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Key Opinion Leader</a:t>
              </a:r>
              <a:endParaRPr i="0" sz="800" u="none" cap="none" strike="noStrike">
                <a:latin typeface="Salesforce Sans"/>
                <a:ea typeface="Salesforce Sans"/>
                <a:cs typeface="Salesforce Sans"/>
                <a:sym typeface="Salesforce Sans"/>
              </a:endParaRPr>
            </a:p>
          </p:txBody>
        </p:sp>
        <p:sp>
          <p:nvSpPr>
            <p:cNvPr id="6038" name="Google Shape;6038;p172"/>
            <p:cNvSpPr txBox="1"/>
            <p:nvPr/>
          </p:nvSpPr>
          <p:spPr>
            <a:xfrm>
              <a:off x="3010099" y="637023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Evidence &amp; Scientific Engagement</a:t>
              </a:r>
              <a:endParaRPr i="0" sz="800" u="none" cap="none" strike="noStrike">
                <a:latin typeface="Salesforce Sans"/>
                <a:ea typeface="Salesforce Sans"/>
                <a:cs typeface="Salesforce Sans"/>
                <a:sym typeface="Salesforce Sans"/>
              </a:endParaRPr>
            </a:p>
          </p:txBody>
        </p:sp>
        <p:sp>
          <p:nvSpPr>
            <p:cNvPr id="6039" name="Google Shape;6039;p172"/>
            <p:cNvSpPr txBox="1"/>
            <p:nvPr/>
          </p:nvSpPr>
          <p:spPr>
            <a:xfrm>
              <a:off x="3010099" y="651884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KOL Engagement &amp; Scientific Strategy</a:t>
              </a:r>
              <a:endParaRPr i="0" sz="800" u="none" cap="none" strike="noStrike">
                <a:latin typeface="Salesforce Sans"/>
                <a:ea typeface="Salesforce Sans"/>
                <a:cs typeface="Salesforce Sans"/>
                <a:sym typeface="Salesforce Sans"/>
              </a:endParaRPr>
            </a:p>
          </p:txBody>
        </p:sp>
        <p:sp>
          <p:nvSpPr>
            <p:cNvPr id="6040" name="Google Shape;6040;p172"/>
            <p:cNvSpPr txBox="1"/>
            <p:nvPr/>
          </p:nvSpPr>
          <p:spPr>
            <a:xfrm>
              <a:off x="3010099" y="66700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RWE Intelligence</a:t>
              </a:r>
              <a:endParaRPr i="0" sz="800" u="none" cap="none" strike="noStrike">
                <a:latin typeface="Salesforce Sans"/>
                <a:ea typeface="Salesforce Sans"/>
                <a:cs typeface="Salesforce Sans"/>
                <a:sym typeface="Salesforce Sans"/>
              </a:endParaRPr>
            </a:p>
          </p:txBody>
        </p:sp>
        <p:sp>
          <p:nvSpPr>
            <p:cNvPr id="6041" name="Google Shape;6041;p172"/>
            <p:cNvSpPr txBox="1"/>
            <p:nvPr/>
          </p:nvSpPr>
          <p:spPr>
            <a:xfrm>
              <a:off x="3010099" y="6809833"/>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Education &amp; HCP Enablement</a:t>
              </a:r>
              <a:endParaRPr i="0" sz="800" u="none" cap="none" strike="noStrike">
                <a:latin typeface="Salesforce Sans"/>
                <a:ea typeface="Salesforce Sans"/>
                <a:cs typeface="Salesforce Sans"/>
                <a:sym typeface="Salesforce Sans"/>
              </a:endParaRPr>
            </a:p>
          </p:txBody>
        </p:sp>
        <p:sp>
          <p:nvSpPr>
            <p:cNvPr id="6042" name="Google Shape;6042;p172"/>
            <p:cNvSpPr/>
            <p:nvPr/>
          </p:nvSpPr>
          <p:spPr>
            <a:xfrm>
              <a:off x="2874053" y="63888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3" name="Google Shape;6043;p172"/>
            <p:cNvSpPr/>
            <p:nvPr/>
          </p:nvSpPr>
          <p:spPr>
            <a:xfrm>
              <a:off x="2874053" y="65374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44" name="Google Shape;6044;p172"/>
            <p:cNvSpPr/>
            <p:nvPr/>
          </p:nvSpPr>
          <p:spPr>
            <a:xfrm>
              <a:off x="2874053" y="6688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5" name="Google Shape;6045;p172"/>
            <p:cNvSpPr/>
            <p:nvPr/>
          </p:nvSpPr>
          <p:spPr>
            <a:xfrm>
              <a:off x="2874053" y="6828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6" name="Google Shape;6046;p172"/>
            <p:cNvSpPr/>
            <p:nvPr/>
          </p:nvSpPr>
          <p:spPr>
            <a:xfrm>
              <a:off x="2874053" y="6240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7" name="Google Shape;6047;p172"/>
            <p:cNvSpPr txBox="1"/>
            <p:nvPr/>
          </p:nvSpPr>
          <p:spPr>
            <a:xfrm>
              <a:off x="3010099" y="696037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Insight Collection &amp; Strategic Feedback </a:t>
              </a:r>
              <a:endParaRPr sz="800">
                <a:latin typeface="Salesforce Sans"/>
                <a:ea typeface="Salesforce Sans"/>
                <a:cs typeface="Salesforce Sans"/>
                <a:sym typeface="Salesforce Sans"/>
              </a:endParaRPr>
            </a:p>
          </p:txBody>
        </p:sp>
        <p:sp>
          <p:nvSpPr>
            <p:cNvPr id="6048" name="Google Shape;6048;p172"/>
            <p:cNvSpPr/>
            <p:nvPr/>
          </p:nvSpPr>
          <p:spPr>
            <a:xfrm>
              <a:off x="2874053" y="6978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49" name="Google Shape;6049;p172"/>
            <p:cNvSpPr txBox="1"/>
            <p:nvPr/>
          </p:nvSpPr>
          <p:spPr>
            <a:xfrm>
              <a:off x="3016756" y="599412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50" name="Google Shape;6050;p172"/>
            <p:cNvSpPr txBox="1"/>
            <p:nvPr/>
          </p:nvSpPr>
          <p:spPr>
            <a:xfrm>
              <a:off x="3016756" y="7129550"/>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51" name="Google Shape;6051;p172"/>
            <p:cNvSpPr txBox="1"/>
            <p:nvPr/>
          </p:nvSpPr>
          <p:spPr>
            <a:xfrm>
              <a:off x="3010099" y="795313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Supply Chain Orchestration</a:t>
              </a:r>
              <a:endParaRPr i="0" sz="800" u="none" cap="none" strike="noStrike">
                <a:latin typeface="Salesforce Sans"/>
                <a:ea typeface="Salesforce Sans"/>
                <a:cs typeface="Salesforce Sans"/>
                <a:sym typeface="Salesforce Sans"/>
              </a:endParaRPr>
            </a:p>
          </p:txBody>
        </p:sp>
        <p:sp>
          <p:nvSpPr>
            <p:cNvPr id="6052" name="Google Shape;6052;p172"/>
            <p:cNvSpPr txBox="1"/>
            <p:nvPr/>
          </p:nvSpPr>
          <p:spPr>
            <a:xfrm>
              <a:off x="3010099" y="81017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Focus Group &amp; Survey Synthesis</a:t>
              </a:r>
              <a:endParaRPr i="0" sz="800" u="none" cap="none" strike="noStrike">
                <a:latin typeface="Salesforce Sans"/>
                <a:ea typeface="Salesforce Sans"/>
                <a:cs typeface="Salesforce Sans"/>
                <a:sym typeface="Salesforce Sans"/>
              </a:endParaRPr>
            </a:p>
          </p:txBody>
        </p:sp>
        <p:sp>
          <p:nvSpPr>
            <p:cNvPr id="6053" name="Google Shape;6053;p172"/>
            <p:cNvSpPr txBox="1"/>
            <p:nvPr/>
          </p:nvSpPr>
          <p:spPr>
            <a:xfrm>
              <a:off x="3010099" y="82503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Status Live Tracking</a:t>
              </a:r>
              <a:endParaRPr i="0" sz="800" u="none" cap="none" strike="noStrike">
                <a:latin typeface="Salesforce Sans"/>
                <a:ea typeface="Salesforce Sans"/>
                <a:cs typeface="Salesforce Sans"/>
                <a:sym typeface="Salesforce Sans"/>
              </a:endParaRPr>
            </a:p>
          </p:txBody>
        </p:sp>
        <p:sp>
          <p:nvSpPr>
            <p:cNvPr id="6054" name="Google Shape;6054;p172"/>
            <p:cNvSpPr txBox="1"/>
            <p:nvPr/>
          </p:nvSpPr>
          <p:spPr>
            <a:xfrm>
              <a:off x="3010099" y="84015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Out of Stock Alert &amp; Prediction</a:t>
              </a:r>
              <a:endParaRPr i="0" sz="800" u="none" cap="none" strike="noStrike">
                <a:latin typeface="Salesforce Sans"/>
                <a:ea typeface="Salesforce Sans"/>
                <a:cs typeface="Salesforce Sans"/>
                <a:sym typeface="Salesforce Sans"/>
              </a:endParaRPr>
            </a:p>
          </p:txBody>
        </p:sp>
        <p:sp>
          <p:nvSpPr>
            <p:cNvPr id="6055" name="Google Shape;6055;p172"/>
            <p:cNvSpPr txBox="1"/>
            <p:nvPr/>
          </p:nvSpPr>
          <p:spPr>
            <a:xfrm>
              <a:off x="3010099" y="8541346"/>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Fulfilment &amp; Routing Exception</a:t>
              </a:r>
              <a:endParaRPr i="0" sz="800" u="none" cap="none" strike="noStrike">
                <a:latin typeface="Salesforce Sans"/>
                <a:ea typeface="Salesforce Sans"/>
                <a:cs typeface="Salesforce Sans"/>
                <a:sym typeface="Salesforce Sans"/>
              </a:endParaRPr>
            </a:p>
          </p:txBody>
        </p:sp>
        <p:sp>
          <p:nvSpPr>
            <p:cNvPr id="6056" name="Google Shape;6056;p172"/>
            <p:cNvSpPr/>
            <p:nvPr/>
          </p:nvSpPr>
          <p:spPr>
            <a:xfrm>
              <a:off x="2874053" y="8120345"/>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57" name="Google Shape;6057;p172"/>
            <p:cNvSpPr/>
            <p:nvPr/>
          </p:nvSpPr>
          <p:spPr>
            <a:xfrm>
              <a:off x="2874053" y="82689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58" name="Google Shape;6058;p172"/>
            <p:cNvSpPr/>
            <p:nvPr/>
          </p:nvSpPr>
          <p:spPr>
            <a:xfrm>
              <a:off x="2874053" y="8420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59" name="Google Shape;6059;p172"/>
            <p:cNvSpPr/>
            <p:nvPr/>
          </p:nvSpPr>
          <p:spPr>
            <a:xfrm>
              <a:off x="2874053" y="85599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0" name="Google Shape;6060;p172"/>
            <p:cNvSpPr/>
            <p:nvPr/>
          </p:nvSpPr>
          <p:spPr>
            <a:xfrm>
              <a:off x="2874053" y="79717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1" name="Google Shape;6061;p172"/>
            <p:cNvSpPr txBox="1"/>
            <p:nvPr/>
          </p:nvSpPr>
          <p:spPr>
            <a:xfrm>
              <a:off x="3010099" y="869189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Tracking &amp; Communication</a:t>
              </a:r>
              <a:endParaRPr sz="800">
                <a:latin typeface="Salesforce Sans"/>
                <a:ea typeface="Salesforce Sans"/>
                <a:cs typeface="Salesforce Sans"/>
                <a:sym typeface="Salesforce Sans"/>
              </a:endParaRPr>
            </a:p>
          </p:txBody>
        </p:sp>
        <p:sp>
          <p:nvSpPr>
            <p:cNvPr id="6062" name="Google Shape;6062;p172"/>
            <p:cNvSpPr/>
            <p:nvPr/>
          </p:nvSpPr>
          <p:spPr>
            <a:xfrm>
              <a:off x="2874053" y="87105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63" name="Google Shape;6063;p172"/>
            <p:cNvSpPr txBox="1"/>
            <p:nvPr/>
          </p:nvSpPr>
          <p:spPr>
            <a:xfrm>
              <a:off x="3016756" y="88610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64" name="Google Shape;6064;p172"/>
            <p:cNvSpPr txBox="1"/>
            <p:nvPr/>
          </p:nvSpPr>
          <p:spPr>
            <a:xfrm>
              <a:off x="3010099" y="73528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6065" name="Google Shape;6065;p172"/>
            <p:cNvSpPr txBox="1"/>
            <p:nvPr/>
          </p:nvSpPr>
          <p:spPr>
            <a:xfrm>
              <a:off x="3010099" y="75014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Inventory Visibility &amp; Optimization</a:t>
              </a:r>
              <a:endParaRPr i="0" sz="800" u="none" cap="none" strike="noStrike">
                <a:latin typeface="Salesforce Sans"/>
                <a:ea typeface="Salesforce Sans"/>
                <a:cs typeface="Salesforce Sans"/>
                <a:sym typeface="Salesforce Sans"/>
              </a:endParaRPr>
            </a:p>
          </p:txBody>
        </p:sp>
        <p:sp>
          <p:nvSpPr>
            <p:cNvPr id="6066" name="Google Shape;6066;p172"/>
            <p:cNvSpPr txBox="1"/>
            <p:nvPr/>
          </p:nvSpPr>
          <p:spPr>
            <a:xfrm>
              <a:off x="3010099" y="76500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i="0" sz="800" u="none" cap="none" strike="noStrike">
                <a:latin typeface="Salesforce Sans"/>
                <a:ea typeface="Salesforce Sans"/>
                <a:cs typeface="Salesforce Sans"/>
                <a:sym typeface="Salesforce Sans"/>
              </a:endParaRPr>
            </a:p>
          </p:txBody>
        </p:sp>
        <p:sp>
          <p:nvSpPr>
            <p:cNvPr id="6067" name="Google Shape;6067;p172"/>
            <p:cNvSpPr txBox="1"/>
            <p:nvPr/>
          </p:nvSpPr>
          <p:spPr>
            <a:xfrm>
              <a:off x="3010099" y="78012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i="0" sz="800" u="none" cap="none" strike="noStrike">
                <a:latin typeface="Salesforce Sans"/>
                <a:ea typeface="Salesforce Sans"/>
                <a:cs typeface="Salesforce Sans"/>
                <a:sym typeface="Salesforce Sans"/>
              </a:endParaRPr>
            </a:p>
          </p:txBody>
        </p:sp>
        <p:sp>
          <p:nvSpPr>
            <p:cNvPr id="6068" name="Google Shape;6068;p172"/>
            <p:cNvSpPr/>
            <p:nvPr/>
          </p:nvSpPr>
          <p:spPr>
            <a:xfrm>
              <a:off x="2874053" y="75200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9" name="Google Shape;6069;p172"/>
            <p:cNvSpPr/>
            <p:nvPr/>
          </p:nvSpPr>
          <p:spPr>
            <a:xfrm>
              <a:off x="2874053" y="766866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70" name="Google Shape;6070;p172"/>
            <p:cNvSpPr/>
            <p:nvPr/>
          </p:nvSpPr>
          <p:spPr>
            <a:xfrm>
              <a:off x="2874053" y="78198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71" name="Google Shape;6071;p172"/>
            <p:cNvSpPr/>
            <p:nvPr/>
          </p:nvSpPr>
          <p:spPr>
            <a:xfrm>
              <a:off x="2874053" y="73714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6072" name="Google Shape;6072;p172"/>
          <p:cNvGrpSpPr/>
          <p:nvPr/>
        </p:nvGrpSpPr>
        <p:grpSpPr>
          <a:xfrm>
            <a:off x="7088611" y="1752600"/>
            <a:ext cx="5094171" cy="6865800"/>
            <a:chOff x="5821379" y="1524000"/>
            <a:chExt cx="5094171" cy="6865800"/>
          </a:xfrm>
        </p:grpSpPr>
        <p:sp>
          <p:nvSpPr>
            <p:cNvPr id="6073" name="Google Shape;6073;p172"/>
            <p:cNvSpPr txBox="1"/>
            <p:nvPr/>
          </p:nvSpPr>
          <p:spPr>
            <a:xfrm>
              <a:off x="83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6074" name="Google Shape;6074;p172"/>
            <p:cNvSpPr txBox="1"/>
            <p:nvPr/>
          </p:nvSpPr>
          <p:spPr>
            <a:xfrm>
              <a:off x="83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6075" name="Google Shape;6075;p172"/>
            <p:cNvSpPr txBox="1"/>
            <p:nvPr/>
          </p:nvSpPr>
          <p:spPr>
            <a:xfrm>
              <a:off x="83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6076" name="Google Shape;6076;p172"/>
            <p:cNvSpPr txBox="1"/>
            <p:nvPr/>
          </p:nvSpPr>
          <p:spPr>
            <a:xfrm>
              <a:off x="83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 Summarization</a:t>
              </a:r>
              <a:endParaRPr i="0" sz="800" u="none" cap="none" strike="noStrike">
                <a:latin typeface="Salesforce Sans"/>
                <a:ea typeface="Salesforce Sans"/>
                <a:cs typeface="Salesforce Sans"/>
                <a:sym typeface="Salesforce Sans"/>
              </a:endParaRPr>
            </a:p>
          </p:txBody>
        </p:sp>
        <p:sp>
          <p:nvSpPr>
            <p:cNvPr id="6077" name="Google Shape;6077;p172"/>
            <p:cNvSpPr txBox="1"/>
            <p:nvPr/>
          </p:nvSpPr>
          <p:spPr>
            <a:xfrm>
              <a:off x="83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a:t>
              </a:r>
              <a:endParaRPr i="0" sz="800" u="none" cap="none" strike="noStrike">
                <a:latin typeface="Salesforce Sans"/>
                <a:ea typeface="Salesforce Sans"/>
                <a:cs typeface="Salesforce Sans"/>
                <a:sym typeface="Salesforce Sans"/>
              </a:endParaRPr>
            </a:p>
          </p:txBody>
        </p:sp>
        <p:sp>
          <p:nvSpPr>
            <p:cNvPr id="6078" name="Google Shape;6078;p172"/>
            <p:cNvSpPr txBox="1"/>
            <p:nvPr/>
          </p:nvSpPr>
          <p:spPr>
            <a:xfrm>
              <a:off x="83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Lead Identification</a:t>
              </a:r>
              <a:endParaRPr sz="800">
                <a:latin typeface="Salesforce Sans"/>
                <a:ea typeface="Salesforce Sans"/>
                <a:cs typeface="Salesforce Sans"/>
                <a:sym typeface="Salesforce Sans"/>
              </a:endParaRPr>
            </a:p>
          </p:txBody>
        </p:sp>
        <p:sp>
          <p:nvSpPr>
            <p:cNvPr id="6079" name="Google Shape;6079;p172"/>
            <p:cNvSpPr/>
            <p:nvPr/>
          </p:nvSpPr>
          <p:spPr>
            <a:xfrm>
              <a:off x="8227103" y="17868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0" name="Google Shape;6080;p172"/>
            <p:cNvSpPr txBox="1"/>
            <p:nvPr/>
          </p:nvSpPr>
          <p:spPr>
            <a:xfrm>
              <a:off x="8363150" y="1923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a:latin typeface="Salesforce Sans"/>
                <a:ea typeface="Salesforce Sans"/>
                <a:cs typeface="Salesforce Sans"/>
                <a:sym typeface="Salesforce Sans"/>
              </a:endParaRPr>
            </a:p>
          </p:txBody>
        </p:sp>
        <p:sp>
          <p:nvSpPr>
            <p:cNvPr id="6081" name="Google Shape;6081;p172"/>
            <p:cNvSpPr/>
            <p:nvPr/>
          </p:nvSpPr>
          <p:spPr>
            <a:xfrm>
              <a:off x="8227103" y="19418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82" name="Google Shape;6082;p172"/>
            <p:cNvSpPr txBox="1"/>
            <p:nvPr/>
          </p:nvSpPr>
          <p:spPr>
            <a:xfrm>
              <a:off x="83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Forecast to Opportunity</a:t>
              </a:r>
              <a:endParaRPr sz="800">
                <a:latin typeface="Salesforce Sans"/>
                <a:ea typeface="Salesforce Sans"/>
                <a:cs typeface="Salesforce Sans"/>
                <a:sym typeface="Salesforce Sans"/>
              </a:endParaRPr>
            </a:p>
          </p:txBody>
        </p:sp>
        <p:sp>
          <p:nvSpPr>
            <p:cNvPr id="6083" name="Google Shape;6083;p172"/>
            <p:cNvSpPr/>
            <p:nvPr/>
          </p:nvSpPr>
          <p:spPr>
            <a:xfrm>
              <a:off x="8227103" y="209685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4" name="Google Shape;6084;p172"/>
            <p:cNvSpPr txBox="1"/>
            <p:nvPr/>
          </p:nvSpPr>
          <p:spPr>
            <a:xfrm>
              <a:off x="83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a:latin typeface="Salesforce Sans"/>
                <a:ea typeface="Salesforce Sans"/>
                <a:cs typeface="Salesforce Sans"/>
                <a:sym typeface="Salesforce Sans"/>
              </a:endParaRPr>
            </a:p>
          </p:txBody>
        </p:sp>
        <p:sp>
          <p:nvSpPr>
            <p:cNvPr id="6085" name="Google Shape;6085;p172"/>
            <p:cNvSpPr/>
            <p:nvPr/>
          </p:nvSpPr>
          <p:spPr>
            <a:xfrm>
              <a:off x="8227103" y="22576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6" name="Google Shape;6086;p172"/>
            <p:cNvSpPr/>
            <p:nvPr/>
          </p:nvSpPr>
          <p:spPr>
            <a:xfrm>
              <a:off x="8227103" y="256710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7" name="Google Shape;6087;p172"/>
            <p:cNvSpPr/>
            <p:nvPr/>
          </p:nvSpPr>
          <p:spPr>
            <a:xfrm>
              <a:off x="8227103" y="27157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88" name="Google Shape;6088;p172"/>
            <p:cNvSpPr/>
            <p:nvPr/>
          </p:nvSpPr>
          <p:spPr>
            <a:xfrm>
              <a:off x="8227103" y="28669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9" name="Google Shape;6089;p172"/>
            <p:cNvSpPr/>
            <p:nvPr/>
          </p:nvSpPr>
          <p:spPr>
            <a:xfrm>
              <a:off x="8227103" y="30067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90" name="Google Shape;6090;p172"/>
            <p:cNvSpPr/>
            <p:nvPr/>
          </p:nvSpPr>
          <p:spPr>
            <a:xfrm>
              <a:off x="8227103" y="24184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91" name="Google Shape;6091;p172"/>
            <p:cNvSpPr txBox="1"/>
            <p:nvPr/>
          </p:nvSpPr>
          <p:spPr>
            <a:xfrm>
              <a:off x="582137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092" name="Google Shape;6092;p172"/>
            <p:cNvSpPr txBox="1"/>
            <p:nvPr/>
          </p:nvSpPr>
          <p:spPr>
            <a:xfrm>
              <a:off x="702114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093" name="Google Shape;6093;p172"/>
            <p:cNvGrpSpPr/>
            <p:nvPr/>
          </p:nvGrpSpPr>
          <p:grpSpPr>
            <a:xfrm>
              <a:off x="5840990" y="1793656"/>
              <a:ext cx="952541" cy="449700"/>
              <a:chOff x="5812280" y="1793656"/>
              <a:chExt cx="952541" cy="449700"/>
            </a:xfrm>
          </p:grpSpPr>
          <p:sp>
            <p:nvSpPr>
              <p:cNvPr id="6094" name="Google Shape;6094;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95" name="Google Shape;6095;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Marketing</a:t>
                </a:r>
                <a:endParaRPr sz="900">
                  <a:solidFill>
                    <a:srgbClr val="FFFFFF"/>
                  </a:solidFill>
                  <a:latin typeface="Avant Garde Demi SFDC"/>
                  <a:ea typeface="Avant Garde Demi SFDC"/>
                  <a:cs typeface="Avant Garde Demi SFDC"/>
                  <a:sym typeface="Avant Garde Demi SFDC"/>
                </a:endParaRPr>
              </a:p>
            </p:txBody>
          </p:sp>
        </p:grpSp>
        <p:sp>
          <p:nvSpPr>
            <p:cNvPr id="6096" name="Google Shape;6096;p172"/>
            <p:cNvSpPr txBox="1"/>
            <p:nvPr/>
          </p:nvSpPr>
          <p:spPr>
            <a:xfrm>
              <a:off x="83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097" name="Google Shape;6097;p172"/>
            <p:cNvSpPr txBox="1"/>
            <p:nvPr/>
          </p:nvSpPr>
          <p:spPr>
            <a:xfrm>
              <a:off x="7021140" y="1771825"/>
              <a:ext cx="1022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Sales &amp; Marketing </a:t>
              </a:r>
              <a:endParaRPr b="1" sz="900">
                <a:solidFill>
                  <a:srgbClr val="066AFE"/>
                </a:solidFill>
                <a:latin typeface="Salesforce Sans"/>
                <a:ea typeface="Salesforce Sans"/>
                <a:cs typeface="Salesforce Sans"/>
                <a:sym typeface="Salesforce Sans"/>
              </a:endParaRPr>
            </a:p>
          </p:txBody>
        </p:sp>
        <p:sp>
          <p:nvSpPr>
            <p:cNvPr id="6098" name="Google Shape;6098;p172"/>
            <p:cNvSpPr txBox="1"/>
            <p:nvPr/>
          </p:nvSpPr>
          <p:spPr>
            <a:xfrm>
              <a:off x="83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Briefings: Podcasts</a:t>
              </a:r>
              <a:endParaRPr i="0" sz="800" u="none" cap="none" strike="noStrike">
                <a:latin typeface="Salesforce Sans"/>
                <a:ea typeface="Salesforce Sans"/>
                <a:cs typeface="Salesforce Sans"/>
                <a:sym typeface="Salesforce Sans"/>
              </a:endParaRPr>
            </a:p>
          </p:txBody>
        </p:sp>
        <p:sp>
          <p:nvSpPr>
            <p:cNvPr id="6099" name="Google Shape;6099;p172"/>
            <p:cNvSpPr/>
            <p:nvPr/>
          </p:nvSpPr>
          <p:spPr>
            <a:xfrm>
              <a:off x="8227103" y="31572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00" name="Google Shape;6100;p172"/>
            <p:cNvSpPr txBox="1"/>
            <p:nvPr/>
          </p:nvSpPr>
          <p:spPr>
            <a:xfrm>
              <a:off x="8363151" y="328686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Orchestration</a:t>
              </a:r>
              <a:endParaRPr i="0" sz="800" u="none" cap="none" strike="noStrike">
                <a:latin typeface="Salesforce Sans"/>
                <a:ea typeface="Salesforce Sans"/>
                <a:cs typeface="Salesforce Sans"/>
                <a:sym typeface="Salesforce Sans"/>
              </a:endParaRPr>
            </a:p>
          </p:txBody>
        </p:sp>
        <p:sp>
          <p:nvSpPr>
            <p:cNvPr id="6101" name="Google Shape;6101;p172"/>
            <p:cNvSpPr txBox="1"/>
            <p:nvPr/>
          </p:nvSpPr>
          <p:spPr>
            <a:xfrm>
              <a:off x="8363151" y="3435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to Sales Alignment</a:t>
              </a:r>
              <a:endParaRPr i="0" sz="800" u="none" cap="none" strike="noStrike">
                <a:latin typeface="Salesforce Sans"/>
                <a:ea typeface="Salesforce Sans"/>
                <a:cs typeface="Salesforce Sans"/>
                <a:sym typeface="Salesforce Sans"/>
              </a:endParaRPr>
            </a:p>
          </p:txBody>
        </p:sp>
        <p:sp>
          <p:nvSpPr>
            <p:cNvPr id="6102" name="Google Shape;6102;p172"/>
            <p:cNvSpPr txBox="1"/>
            <p:nvPr/>
          </p:nvSpPr>
          <p:spPr>
            <a:xfrm>
              <a:off x="8363151" y="35840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Spend Optimization</a:t>
              </a:r>
              <a:endParaRPr i="0" sz="800" u="none" cap="none" strike="noStrike">
                <a:latin typeface="Salesforce Sans"/>
                <a:ea typeface="Salesforce Sans"/>
                <a:cs typeface="Salesforce Sans"/>
                <a:sym typeface="Salesforce Sans"/>
              </a:endParaRPr>
            </a:p>
          </p:txBody>
        </p:sp>
        <p:sp>
          <p:nvSpPr>
            <p:cNvPr id="6103" name="Google Shape;6103;p172"/>
            <p:cNvSpPr txBox="1"/>
            <p:nvPr/>
          </p:nvSpPr>
          <p:spPr>
            <a:xfrm>
              <a:off x="8363151" y="37352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Product Launch Marketing</a:t>
              </a:r>
              <a:endParaRPr i="0" sz="800" u="none" cap="none" strike="noStrike">
                <a:latin typeface="Salesforce Sans"/>
                <a:ea typeface="Salesforce Sans"/>
                <a:cs typeface="Salesforce Sans"/>
                <a:sym typeface="Salesforce Sans"/>
              </a:endParaRPr>
            </a:p>
          </p:txBody>
        </p:sp>
        <p:sp>
          <p:nvSpPr>
            <p:cNvPr id="6104" name="Google Shape;6104;p172"/>
            <p:cNvSpPr txBox="1"/>
            <p:nvPr/>
          </p:nvSpPr>
          <p:spPr>
            <a:xfrm>
              <a:off x="8363149" y="38750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Performance Intelligence</a:t>
              </a:r>
              <a:endParaRPr i="0" sz="800" u="none" cap="none" strike="noStrike">
                <a:latin typeface="Salesforce Sans"/>
                <a:ea typeface="Salesforce Sans"/>
                <a:cs typeface="Salesforce Sans"/>
                <a:sym typeface="Salesforce Sans"/>
              </a:endParaRPr>
            </a:p>
          </p:txBody>
        </p:sp>
        <p:sp>
          <p:nvSpPr>
            <p:cNvPr id="6105" name="Google Shape;6105;p172"/>
            <p:cNvSpPr/>
            <p:nvPr/>
          </p:nvSpPr>
          <p:spPr>
            <a:xfrm>
              <a:off x="8227103" y="34540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6" name="Google Shape;6106;p172"/>
            <p:cNvSpPr/>
            <p:nvPr/>
          </p:nvSpPr>
          <p:spPr>
            <a:xfrm>
              <a:off x="8227103" y="3602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07" name="Google Shape;6107;p172"/>
            <p:cNvSpPr/>
            <p:nvPr/>
          </p:nvSpPr>
          <p:spPr>
            <a:xfrm>
              <a:off x="8227103" y="37538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8" name="Google Shape;6108;p172"/>
            <p:cNvSpPr/>
            <p:nvPr/>
          </p:nvSpPr>
          <p:spPr>
            <a:xfrm>
              <a:off x="8227103" y="38936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9" name="Google Shape;6109;p172"/>
            <p:cNvSpPr/>
            <p:nvPr/>
          </p:nvSpPr>
          <p:spPr>
            <a:xfrm>
              <a:off x="8227103" y="33054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0" name="Google Shape;6110;p172"/>
            <p:cNvSpPr txBox="1"/>
            <p:nvPr/>
          </p:nvSpPr>
          <p:spPr>
            <a:xfrm>
              <a:off x="8363151" y="40256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Insights</a:t>
              </a:r>
              <a:endParaRPr i="0" sz="800" u="none" cap="none" strike="noStrike">
                <a:latin typeface="Salesforce Sans"/>
                <a:ea typeface="Salesforce Sans"/>
                <a:cs typeface="Salesforce Sans"/>
                <a:sym typeface="Salesforce Sans"/>
              </a:endParaRPr>
            </a:p>
          </p:txBody>
        </p:sp>
        <p:sp>
          <p:nvSpPr>
            <p:cNvPr id="6111" name="Google Shape;6111;p172"/>
            <p:cNvSpPr txBox="1"/>
            <p:nvPr/>
          </p:nvSpPr>
          <p:spPr>
            <a:xfrm>
              <a:off x="8363149" y="417683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112" name="Google Shape;6112;p172"/>
            <p:cNvSpPr txBox="1"/>
            <p:nvPr/>
          </p:nvSpPr>
          <p:spPr>
            <a:xfrm>
              <a:off x="8363149" y="431661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Creative Strategy &amp; Briefing </a:t>
              </a:r>
              <a:endParaRPr i="0" sz="800" u="none" cap="none" strike="noStrike">
                <a:latin typeface="Salesforce Sans"/>
                <a:ea typeface="Salesforce Sans"/>
                <a:cs typeface="Salesforce Sans"/>
                <a:sym typeface="Salesforce Sans"/>
              </a:endParaRPr>
            </a:p>
          </p:txBody>
        </p:sp>
        <p:sp>
          <p:nvSpPr>
            <p:cNvPr id="6113" name="Google Shape;6113;p172"/>
            <p:cNvSpPr/>
            <p:nvPr/>
          </p:nvSpPr>
          <p:spPr>
            <a:xfrm>
              <a:off x="8227103" y="404422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14" name="Google Shape;6114;p172"/>
            <p:cNvSpPr/>
            <p:nvPr/>
          </p:nvSpPr>
          <p:spPr>
            <a:xfrm>
              <a:off x="8227103" y="419543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5" name="Google Shape;6115;p172"/>
            <p:cNvSpPr/>
            <p:nvPr/>
          </p:nvSpPr>
          <p:spPr>
            <a:xfrm>
              <a:off x="8227103" y="433522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6" name="Google Shape;6116;p172"/>
            <p:cNvSpPr txBox="1"/>
            <p:nvPr/>
          </p:nvSpPr>
          <p:spPr>
            <a:xfrm>
              <a:off x="8363152" y="4542363"/>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6117" name="Google Shape;6117;p172"/>
            <p:cNvSpPr txBox="1"/>
            <p:nvPr/>
          </p:nvSpPr>
          <p:spPr>
            <a:xfrm>
              <a:off x="8363150" y="4690962"/>
              <a:ext cx="2326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6118" name="Google Shape;6118;p172"/>
            <p:cNvSpPr txBox="1"/>
            <p:nvPr/>
          </p:nvSpPr>
          <p:spPr>
            <a:xfrm>
              <a:off x="8363150" y="4839585"/>
              <a:ext cx="2552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Recovery &amp; Follow Up</a:t>
              </a:r>
              <a:endParaRPr i="0" sz="800" u="none" cap="none" strike="noStrike">
                <a:latin typeface="Salesforce Sans"/>
                <a:ea typeface="Salesforce Sans"/>
                <a:cs typeface="Salesforce Sans"/>
                <a:sym typeface="Salesforce Sans"/>
              </a:endParaRPr>
            </a:p>
          </p:txBody>
        </p:sp>
        <p:sp>
          <p:nvSpPr>
            <p:cNvPr id="6119" name="Google Shape;6119;p172"/>
            <p:cNvSpPr txBox="1"/>
            <p:nvPr/>
          </p:nvSpPr>
          <p:spPr>
            <a:xfrm>
              <a:off x="8363150" y="4990782"/>
              <a:ext cx="2521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Health &amp; Retention</a:t>
              </a:r>
              <a:endParaRPr i="0" sz="800" u="none" cap="none" strike="noStrike">
                <a:latin typeface="Salesforce Sans"/>
                <a:ea typeface="Salesforce Sans"/>
                <a:cs typeface="Salesforce Sans"/>
                <a:sym typeface="Salesforce Sans"/>
              </a:endParaRPr>
            </a:p>
          </p:txBody>
        </p:sp>
        <p:sp>
          <p:nvSpPr>
            <p:cNvPr id="6120" name="Google Shape;6120;p172"/>
            <p:cNvSpPr txBox="1"/>
            <p:nvPr/>
          </p:nvSpPr>
          <p:spPr>
            <a:xfrm>
              <a:off x="8363152" y="5130571"/>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Preventative Service Scheduling</a:t>
              </a:r>
              <a:endParaRPr i="0" sz="800" u="none" cap="none" strike="noStrike">
                <a:latin typeface="Salesforce Sans"/>
                <a:ea typeface="Salesforce Sans"/>
                <a:cs typeface="Salesforce Sans"/>
                <a:sym typeface="Salesforce Sans"/>
              </a:endParaRPr>
            </a:p>
          </p:txBody>
        </p:sp>
        <p:sp>
          <p:nvSpPr>
            <p:cNvPr id="6121" name="Google Shape;6121;p172"/>
            <p:cNvSpPr/>
            <p:nvPr/>
          </p:nvSpPr>
          <p:spPr>
            <a:xfrm>
              <a:off x="8227103" y="4709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2" name="Google Shape;6122;p172"/>
            <p:cNvSpPr/>
            <p:nvPr/>
          </p:nvSpPr>
          <p:spPr>
            <a:xfrm>
              <a:off x="8227103" y="48581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23" name="Google Shape;6123;p172"/>
            <p:cNvSpPr/>
            <p:nvPr/>
          </p:nvSpPr>
          <p:spPr>
            <a:xfrm>
              <a:off x="8227103" y="50093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4" name="Google Shape;6124;p172"/>
            <p:cNvSpPr/>
            <p:nvPr/>
          </p:nvSpPr>
          <p:spPr>
            <a:xfrm>
              <a:off x="8227103" y="51491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5" name="Google Shape;6125;p172"/>
            <p:cNvSpPr/>
            <p:nvPr/>
          </p:nvSpPr>
          <p:spPr>
            <a:xfrm>
              <a:off x="8227103" y="4560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6" name="Google Shape;6126;p172"/>
            <p:cNvSpPr txBox="1"/>
            <p:nvPr/>
          </p:nvSpPr>
          <p:spPr>
            <a:xfrm>
              <a:off x="8363152" y="5281115"/>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6127" name="Google Shape;6127;p172"/>
            <p:cNvSpPr/>
            <p:nvPr/>
          </p:nvSpPr>
          <p:spPr>
            <a:xfrm>
              <a:off x="8227103" y="529972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28" name="Google Shape;6128;p172"/>
            <p:cNvSpPr txBox="1"/>
            <p:nvPr/>
          </p:nvSpPr>
          <p:spPr>
            <a:xfrm>
              <a:off x="8363149" y="55072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Triage &amp; Dispatch</a:t>
              </a:r>
              <a:endParaRPr i="0" sz="800" u="none" cap="none" strike="noStrike">
                <a:latin typeface="Salesforce Sans"/>
                <a:ea typeface="Salesforce Sans"/>
                <a:cs typeface="Salesforce Sans"/>
                <a:sym typeface="Salesforce Sans"/>
              </a:endParaRPr>
            </a:p>
          </p:txBody>
        </p:sp>
        <p:sp>
          <p:nvSpPr>
            <p:cNvPr id="6129" name="Google Shape;6129;p172"/>
            <p:cNvSpPr txBox="1"/>
            <p:nvPr/>
          </p:nvSpPr>
          <p:spPr>
            <a:xfrm>
              <a:off x="8363149" y="56558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6130" name="Google Shape;6130;p172"/>
            <p:cNvSpPr txBox="1"/>
            <p:nvPr/>
          </p:nvSpPr>
          <p:spPr>
            <a:xfrm>
              <a:off x="8363149" y="58044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Diagnostics</a:t>
              </a:r>
              <a:endParaRPr i="0" sz="800" u="none" cap="none" strike="noStrike">
                <a:latin typeface="Salesforce Sans"/>
                <a:ea typeface="Salesforce Sans"/>
                <a:cs typeface="Salesforce Sans"/>
                <a:sym typeface="Salesforce Sans"/>
              </a:endParaRPr>
            </a:p>
          </p:txBody>
        </p:sp>
        <p:sp>
          <p:nvSpPr>
            <p:cNvPr id="6131" name="Google Shape;6131;p172"/>
            <p:cNvSpPr txBox="1"/>
            <p:nvPr/>
          </p:nvSpPr>
          <p:spPr>
            <a:xfrm>
              <a:off x="8363149" y="59556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Technical Copilot</a:t>
              </a:r>
              <a:endParaRPr i="0" sz="800" u="none" cap="none" strike="noStrike">
                <a:latin typeface="Salesforce Sans"/>
                <a:ea typeface="Salesforce Sans"/>
                <a:cs typeface="Salesforce Sans"/>
                <a:sym typeface="Salesforce Sans"/>
              </a:endParaRPr>
            </a:p>
          </p:txBody>
        </p:sp>
        <p:sp>
          <p:nvSpPr>
            <p:cNvPr id="6132" name="Google Shape;6132;p172"/>
            <p:cNvSpPr txBox="1"/>
            <p:nvPr/>
          </p:nvSpPr>
          <p:spPr>
            <a:xfrm>
              <a:off x="8363149" y="60954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Parts &amp; Inventory Coordination</a:t>
              </a:r>
              <a:endParaRPr i="0" sz="800" u="none" cap="none" strike="noStrike">
                <a:latin typeface="Salesforce Sans"/>
                <a:ea typeface="Salesforce Sans"/>
                <a:cs typeface="Salesforce Sans"/>
                <a:sym typeface="Salesforce Sans"/>
              </a:endParaRPr>
            </a:p>
          </p:txBody>
        </p:sp>
        <p:sp>
          <p:nvSpPr>
            <p:cNvPr id="6133" name="Google Shape;6133;p172"/>
            <p:cNvSpPr/>
            <p:nvPr/>
          </p:nvSpPr>
          <p:spPr>
            <a:xfrm>
              <a:off x="8227103" y="56744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4" name="Google Shape;6134;p172"/>
            <p:cNvSpPr/>
            <p:nvPr/>
          </p:nvSpPr>
          <p:spPr>
            <a:xfrm>
              <a:off x="8227103" y="582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35" name="Google Shape;6135;p172"/>
            <p:cNvSpPr/>
            <p:nvPr/>
          </p:nvSpPr>
          <p:spPr>
            <a:xfrm>
              <a:off x="8227103" y="59742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6" name="Google Shape;6136;p172"/>
            <p:cNvSpPr/>
            <p:nvPr/>
          </p:nvSpPr>
          <p:spPr>
            <a:xfrm>
              <a:off x="8227103" y="6114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7" name="Google Shape;6137;p172"/>
            <p:cNvSpPr/>
            <p:nvPr/>
          </p:nvSpPr>
          <p:spPr>
            <a:xfrm>
              <a:off x="8227103" y="55258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8" name="Google Shape;6138;p172"/>
            <p:cNvSpPr txBox="1"/>
            <p:nvPr/>
          </p:nvSpPr>
          <p:spPr>
            <a:xfrm>
              <a:off x="8363149" y="624600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Installed Base Intelligence</a:t>
              </a:r>
              <a:endParaRPr sz="800">
                <a:latin typeface="Salesforce Sans"/>
                <a:ea typeface="Salesforce Sans"/>
                <a:cs typeface="Salesforce Sans"/>
                <a:sym typeface="Salesforce Sans"/>
              </a:endParaRPr>
            </a:p>
          </p:txBody>
        </p:sp>
        <p:sp>
          <p:nvSpPr>
            <p:cNvPr id="6139" name="Google Shape;6139;p172"/>
            <p:cNvSpPr/>
            <p:nvPr/>
          </p:nvSpPr>
          <p:spPr>
            <a:xfrm>
              <a:off x="8227103" y="62646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40" name="Google Shape;6140;p172"/>
            <p:cNvSpPr txBox="1"/>
            <p:nvPr/>
          </p:nvSpPr>
          <p:spPr>
            <a:xfrm>
              <a:off x="8363150" y="767349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S&amp;OP Orchestration</a:t>
              </a:r>
              <a:endParaRPr i="0" sz="800" u="none" cap="none" strike="noStrike">
                <a:latin typeface="Salesforce Sans"/>
                <a:ea typeface="Salesforce Sans"/>
                <a:cs typeface="Salesforce Sans"/>
                <a:sym typeface="Salesforce Sans"/>
              </a:endParaRPr>
            </a:p>
          </p:txBody>
        </p:sp>
        <p:sp>
          <p:nvSpPr>
            <p:cNvPr id="6141" name="Google Shape;6141;p172"/>
            <p:cNvSpPr txBox="1"/>
            <p:nvPr/>
          </p:nvSpPr>
          <p:spPr>
            <a:xfrm>
              <a:off x="8363150" y="7822104"/>
              <a:ext cx="1644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Spare Parts Readiness</a:t>
              </a:r>
              <a:endParaRPr i="0" sz="800" u="none" cap="none" strike="noStrike">
                <a:latin typeface="Salesforce Sans"/>
                <a:ea typeface="Salesforce Sans"/>
                <a:cs typeface="Salesforce Sans"/>
                <a:sym typeface="Salesforce Sans"/>
              </a:endParaRPr>
            </a:p>
          </p:txBody>
        </p:sp>
        <p:sp>
          <p:nvSpPr>
            <p:cNvPr id="6142" name="Google Shape;6142;p172"/>
            <p:cNvSpPr txBox="1"/>
            <p:nvPr/>
          </p:nvSpPr>
          <p:spPr>
            <a:xfrm>
              <a:off x="8363150" y="7970706"/>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Cold Chain Compliance</a:t>
              </a:r>
              <a:endParaRPr i="0" sz="800" u="none" cap="none" strike="noStrike">
                <a:latin typeface="Salesforce Sans"/>
                <a:ea typeface="Salesforce Sans"/>
                <a:cs typeface="Salesforce Sans"/>
                <a:sym typeface="Salesforce Sans"/>
              </a:endParaRPr>
            </a:p>
          </p:txBody>
        </p:sp>
        <p:sp>
          <p:nvSpPr>
            <p:cNvPr id="6143" name="Google Shape;6143;p172"/>
            <p:cNvSpPr txBox="1"/>
            <p:nvPr/>
          </p:nvSpPr>
          <p:spPr>
            <a:xfrm>
              <a:off x="8363150" y="81219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Execution</a:t>
              </a:r>
              <a:endParaRPr i="0" sz="800" u="none" cap="none" strike="noStrike">
                <a:latin typeface="Salesforce Sans"/>
                <a:ea typeface="Salesforce Sans"/>
                <a:cs typeface="Salesforce Sans"/>
                <a:sym typeface="Salesforce Sans"/>
              </a:endParaRPr>
            </a:p>
          </p:txBody>
        </p:sp>
        <p:sp>
          <p:nvSpPr>
            <p:cNvPr id="6144" name="Google Shape;6144;p172"/>
            <p:cNvSpPr txBox="1"/>
            <p:nvPr/>
          </p:nvSpPr>
          <p:spPr>
            <a:xfrm>
              <a:off x="8363150" y="82617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a:t>
              </a:r>
              <a:endParaRPr i="0" sz="800" u="none" cap="none" strike="noStrike">
                <a:latin typeface="Salesforce Sans"/>
                <a:ea typeface="Salesforce Sans"/>
                <a:cs typeface="Salesforce Sans"/>
                <a:sym typeface="Salesforce Sans"/>
              </a:endParaRPr>
            </a:p>
          </p:txBody>
        </p:sp>
        <p:sp>
          <p:nvSpPr>
            <p:cNvPr id="6145" name="Google Shape;6145;p172"/>
            <p:cNvSpPr/>
            <p:nvPr/>
          </p:nvSpPr>
          <p:spPr>
            <a:xfrm>
              <a:off x="8227103" y="78406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6" name="Google Shape;6146;p172"/>
            <p:cNvSpPr/>
            <p:nvPr/>
          </p:nvSpPr>
          <p:spPr>
            <a:xfrm>
              <a:off x="8227103" y="79893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47" name="Google Shape;6147;p172"/>
            <p:cNvSpPr/>
            <p:nvPr/>
          </p:nvSpPr>
          <p:spPr>
            <a:xfrm>
              <a:off x="8227103" y="8140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8" name="Google Shape;6148;p172"/>
            <p:cNvSpPr/>
            <p:nvPr/>
          </p:nvSpPr>
          <p:spPr>
            <a:xfrm>
              <a:off x="8227103" y="82803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9" name="Google Shape;6149;p172"/>
            <p:cNvSpPr/>
            <p:nvPr/>
          </p:nvSpPr>
          <p:spPr>
            <a:xfrm>
              <a:off x="8227103" y="76920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0" name="Google Shape;6150;p172"/>
            <p:cNvSpPr txBox="1"/>
            <p:nvPr/>
          </p:nvSpPr>
          <p:spPr>
            <a:xfrm>
              <a:off x="8363150" y="707320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151" name="Google Shape;6151;p172"/>
            <p:cNvSpPr txBox="1"/>
            <p:nvPr/>
          </p:nvSpPr>
          <p:spPr>
            <a:xfrm>
              <a:off x="8363150" y="72218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Manufacturing Planning</a:t>
              </a:r>
              <a:endParaRPr i="0" sz="800" u="none" cap="none" strike="noStrike">
                <a:latin typeface="Salesforce Sans"/>
                <a:ea typeface="Salesforce Sans"/>
                <a:cs typeface="Salesforce Sans"/>
                <a:sym typeface="Salesforce Sans"/>
              </a:endParaRPr>
            </a:p>
          </p:txBody>
        </p:sp>
        <p:sp>
          <p:nvSpPr>
            <p:cNvPr id="6152" name="Google Shape;6152;p172"/>
            <p:cNvSpPr txBox="1"/>
            <p:nvPr/>
          </p:nvSpPr>
          <p:spPr>
            <a:xfrm>
              <a:off x="8363150" y="737041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6153" name="Google Shape;6153;p172"/>
            <p:cNvSpPr txBox="1"/>
            <p:nvPr/>
          </p:nvSpPr>
          <p:spPr>
            <a:xfrm>
              <a:off x="8363150" y="75216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Logistics Coordination</a:t>
              </a:r>
              <a:endParaRPr i="0" sz="800" u="none" cap="none" strike="noStrike">
                <a:latin typeface="Salesforce Sans"/>
                <a:ea typeface="Salesforce Sans"/>
                <a:cs typeface="Salesforce Sans"/>
                <a:sym typeface="Salesforce Sans"/>
              </a:endParaRPr>
            </a:p>
          </p:txBody>
        </p:sp>
        <p:sp>
          <p:nvSpPr>
            <p:cNvPr id="6154" name="Google Shape;6154;p172"/>
            <p:cNvSpPr/>
            <p:nvPr/>
          </p:nvSpPr>
          <p:spPr>
            <a:xfrm>
              <a:off x="8227103" y="72404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5" name="Google Shape;6155;p172"/>
            <p:cNvSpPr/>
            <p:nvPr/>
          </p:nvSpPr>
          <p:spPr>
            <a:xfrm>
              <a:off x="8227103" y="73890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56" name="Google Shape;6156;p172"/>
            <p:cNvSpPr/>
            <p:nvPr/>
          </p:nvSpPr>
          <p:spPr>
            <a:xfrm>
              <a:off x="8227103" y="75402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7" name="Google Shape;6157;p172"/>
            <p:cNvSpPr/>
            <p:nvPr/>
          </p:nvSpPr>
          <p:spPr>
            <a:xfrm>
              <a:off x="8227103" y="709179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158" name="Google Shape;6158;p172"/>
            <p:cNvGrpSpPr/>
            <p:nvPr/>
          </p:nvGrpSpPr>
          <p:grpSpPr>
            <a:xfrm>
              <a:off x="5840990" y="4576768"/>
              <a:ext cx="952541" cy="449700"/>
              <a:chOff x="5812280" y="1793656"/>
              <a:chExt cx="952541" cy="449700"/>
            </a:xfrm>
          </p:grpSpPr>
          <p:sp>
            <p:nvSpPr>
              <p:cNvPr id="6159" name="Google Shape;6159;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160" name="Google Shape;6160;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a:t>
                </a:r>
                <a:endParaRPr sz="900">
                  <a:solidFill>
                    <a:srgbClr val="FFFFFF"/>
                  </a:solidFill>
                  <a:latin typeface="Avant Garde Demi SFDC"/>
                  <a:ea typeface="Avant Garde Demi SFDC"/>
                  <a:cs typeface="Avant Garde Demi SFDC"/>
                  <a:sym typeface="Avant Garde Demi SFDC"/>
                </a:endParaRPr>
              </a:p>
            </p:txBody>
          </p:sp>
        </p:grpSp>
        <p:grpSp>
          <p:nvGrpSpPr>
            <p:cNvPr id="6161" name="Google Shape;6161;p172"/>
            <p:cNvGrpSpPr/>
            <p:nvPr/>
          </p:nvGrpSpPr>
          <p:grpSpPr>
            <a:xfrm>
              <a:off x="5840990" y="7099131"/>
              <a:ext cx="952541" cy="449700"/>
              <a:chOff x="5812280" y="1793656"/>
              <a:chExt cx="952541" cy="449700"/>
            </a:xfrm>
          </p:grpSpPr>
          <p:sp>
            <p:nvSpPr>
              <p:cNvPr id="6162" name="Google Shape;616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163" name="Google Shape;616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6164" name="Google Shape;6164;p172"/>
            <p:cNvSpPr txBox="1"/>
            <p:nvPr/>
          </p:nvSpPr>
          <p:spPr>
            <a:xfrm>
              <a:off x="7021140" y="4547262"/>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Post Sales &amp;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5" name="Google Shape;6165;p172"/>
            <p:cNvSpPr txBox="1"/>
            <p:nvPr/>
          </p:nvSpPr>
          <p:spPr>
            <a:xfrm>
              <a:off x="7021140" y="551477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Technical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6" name="Google Shape;6166;p172"/>
            <p:cNvSpPr txBox="1"/>
            <p:nvPr/>
          </p:nvSpPr>
          <p:spPr>
            <a:xfrm>
              <a:off x="7021140" y="7071050"/>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Manufacturing, Supply Chain &amp; Logistics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7" name="Google Shape;6167;p172"/>
            <p:cNvSpPr txBox="1"/>
            <p:nvPr/>
          </p:nvSpPr>
          <p:spPr>
            <a:xfrm>
              <a:off x="8363149" y="64058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Service Documentation</a:t>
              </a:r>
              <a:endParaRPr i="0" sz="800" u="none" cap="none" strike="noStrike">
                <a:latin typeface="Salesforce Sans"/>
                <a:ea typeface="Salesforce Sans"/>
                <a:cs typeface="Salesforce Sans"/>
                <a:sym typeface="Salesforce Sans"/>
              </a:endParaRPr>
            </a:p>
          </p:txBody>
        </p:sp>
        <p:sp>
          <p:nvSpPr>
            <p:cNvPr id="6168" name="Google Shape;6168;p172"/>
            <p:cNvSpPr txBox="1"/>
            <p:nvPr/>
          </p:nvSpPr>
          <p:spPr>
            <a:xfrm>
              <a:off x="8363149" y="65570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Experience</a:t>
              </a:r>
              <a:endParaRPr i="0" sz="800" u="none" cap="none" strike="noStrike">
                <a:latin typeface="Salesforce Sans"/>
                <a:ea typeface="Salesforce Sans"/>
                <a:cs typeface="Salesforce Sans"/>
                <a:sym typeface="Salesforce Sans"/>
              </a:endParaRPr>
            </a:p>
          </p:txBody>
        </p:sp>
        <p:sp>
          <p:nvSpPr>
            <p:cNvPr id="6169" name="Google Shape;6169;p172"/>
            <p:cNvSpPr txBox="1"/>
            <p:nvPr/>
          </p:nvSpPr>
          <p:spPr>
            <a:xfrm>
              <a:off x="8363150" y="669685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&amp; Service Contract</a:t>
              </a:r>
              <a:endParaRPr i="0" sz="800" u="none" cap="none" strike="noStrike">
                <a:latin typeface="Salesforce Sans"/>
                <a:ea typeface="Salesforce Sans"/>
                <a:cs typeface="Salesforce Sans"/>
                <a:sym typeface="Salesforce Sans"/>
              </a:endParaRPr>
            </a:p>
          </p:txBody>
        </p:sp>
        <p:sp>
          <p:nvSpPr>
            <p:cNvPr id="6170" name="Google Shape;6170;p172"/>
            <p:cNvSpPr/>
            <p:nvPr/>
          </p:nvSpPr>
          <p:spPr>
            <a:xfrm>
              <a:off x="8227103" y="64244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71" name="Google Shape;6171;p172"/>
            <p:cNvSpPr/>
            <p:nvPr/>
          </p:nvSpPr>
          <p:spPr>
            <a:xfrm>
              <a:off x="8227103" y="657566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72" name="Google Shape;6172;p172"/>
            <p:cNvSpPr/>
            <p:nvPr/>
          </p:nvSpPr>
          <p:spPr>
            <a:xfrm>
              <a:off x="8227103" y="67154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73" name="Google Shape;6173;p172"/>
            <p:cNvSpPr txBox="1"/>
            <p:nvPr/>
          </p:nvSpPr>
          <p:spPr>
            <a:xfrm>
              <a:off x="8363150" y="684739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&amp; Safety Action</a:t>
              </a:r>
              <a:endParaRPr sz="800">
                <a:latin typeface="Salesforce Sans"/>
                <a:ea typeface="Salesforce Sans"/>
                <a:cs typeface="Salesforce Sans"/>
                <a:sym typeface="Salesforce Sans"/>
              </a:endParaRPr>
            </a:p>
          </p:txBody>
        </p:sp>
        <p:sp>
          <p:nvSpPr>
            <p:cNvPr id="6174" name="Google Shape;6174;p172"/>
            <p:cNvSpPr/>
            <p:nvPr/>
          </p:nvSpPr>
          <p:spPr>
            <a:xfrm>
              <a:off x="8227103" y="6866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
        <p:nvSpPr>
          <p:cNvPr id="6175" name="Google Shape;6175;p172"/>
          <p:cNvSpPr txBox="1"/>
          <p:nvPr/>
        </p:nvSpPr>
        <p:spPr>
          <a:xfrm>
            <a:off x="12116850" y="9144000"/>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grpSp>
        <p:nvGrpSpPr>
          <p:cNvPr id="6176" name="Google Shape;6176;p172"/>
          <p:cNvGrpSpPr/>
          <p:nvPr/>
        </p:nvGrpSpPr>
        <p:grpSpPr>
          <a:xfrm>
            <a:off x="12373539" y="1752600"/>
            <a:ext cx="4906068" cy="6868238"/>
            <a:chOff x="11106306" y="1524000"/>
            <a:chExt cx="4906068" cy="6868238"/>
          </a:xfrm>
        </p:grpSpPr>
        <p:sp>
          <p:nvSpPr>
            <p:cNvPr id="6177" name="Google Shape;6177;p172"/>
            <p:cNvSpPr/>
            <p:nvPr/>
          </p:nvSpPr>
          <p:spPr>
            <a:xfrm>
              <a:off x="12306062" y="3358775"/>
              <a:ext cx="1164000" cy="6870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Revenue Protection &amp; Reimbursement Enablement </a:t>
              </a:r>
              <a:endParaRPr b="1" i="0" sz="900" u="none" cap="none" strike="noStrike">
                <a:solidFill>
                  <a:srgbClr val="086AFE"/>
                </a:solidFill>
                <a:latin typeface="Salesforce Sans"/>
                <a:ea typeface="Salesforce Sans"/>
                <a:cs typeface="Salesforce Sans"/>
                <a:sym typeface="Salesforce Sans"/>
              </a:endParaRPr>
            </a:p>
          </p:txBody>
        </p:sp>
        <p:sp>
          <p:nvSpPr>
            <p:cNvPr id="6178" name="Google Shape;6178;p172"/>
            <p:cNvSpPr/>
            <p:nvPr/>
          </p:nvSpPr>
          <p:spPr>
            <a:xfrm>
              <a:off x="12306067" y="5048665"/>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People Operations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86AFE"/>
                </a:solidFill>
                <a:latin typeface="Salesforce Sans"/>
                <a:ea typeface="Salesforce Sans"/>
                <a:cs typeface="Salesforce Sans"/>
                <a:sym typeface="Salesforce Sans"/>
              </a:endParaRPr>
            </a:p>
          </p:txBody>
        </p:sp>
        <p:sp>
          <p:nvSpPr>
            <p:cNvPr id="6179" name="Google Shape;6179;p172"/>
            <p:cNvSpPr/>
            <p:nvPr/>
          </p:nvSpPr>
          <p:spPr>
            <a:xfrm>
              <a:off x="12306067" y="6955912"/>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Agentforce Life Sciences Pre-built Clinical </a:t>
              </a:r>
              <a:endParaRPr b="1" sz="900">
                <a:solidFill>
                  <a:srgbClr val="086AFE"/>
                </a:solidFill>
                <a:latin typeface="Salesforce Sans"/>
                <a:ea typeface="Salesforce Sans"/>
                <a:cs typeface="Salesforce Sans"/>
                <a:sym typeface="Salesforce Sans"/>
              </a:endParaRPr>
            </a:p>
          </p:txBody>
        </p:sp>
        <p:sp>
          <p:nvSpPr>
            <p:cNvPr id="6180" name="Google Shape;6180;p172"/>
            <p:cNvSpPr/>
            <p:nvPr/>
          </p:nvSpPr>
          <p:spPr>
            <a:xfrm>
              <a:off x="12306067" y="7629938"/>
              <a:ext cx="1164000" cy="76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6181" name="Google Shape;6181;p172"/>
            <p:cNvSpPr txBox="1"/>
            <p:nvPr/>
          </p:nvSpPr>
          <p:spPr>
            <a:xfrm>
              <a:off x="136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a:t>
              </a:r>
              <a:endParaRPr i="0" sz="800" u="none" cap="none" strike="noStrike">
                <a:latin typeface="Salesforce Sans"/>
                <a:ea typeface="Salesforce Sans"/>
                <a:cs typeface="Salesforce Sans"/>
                <a:sym typeface="Salesforce Sans"/>
              </a:endParaRPr>
            </a:p>
          </p:txBody>
        </p:sp>
        <p:sp>
          <p:nvSpPr>
            <p:cNvPr id="6182" name="Google Shape;6182;p172"/>
            <p:cNvSpPr txBox="1"/>
            <p:nvPr/>
          </p:nvSpPr>
          <p:spPr>
            <a:xfrm>
              <a:off x="136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Change Impact Assessment </a:t>
              </a:r>
              <a:endParaRPr i="0" sz="800" u="none" cap="none" strike="noStrike">
                <a:latin typeface="Salesforce Sans"/>
                <a:ea typeface="Salesforce Sans"/>
                <a:cs typeface="Salesforce Sans"/>
                <a:sym typeface="Salesforce Sans"/>
              </a:endParaRPr>
            </a:p>
          </p:txBody>
        </p:sp>
        <p:sp>
          <p:nvSpPr>
            <p:cNvPr id="6183" name="Google Shape;6183;p172"/>
            <p:cNvSpPr txBox="1"/>
            <p:nvPr/>
          </p:nvSpPr>
          <p:spPr>
            <a:xfrm>
              <a:off x="136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 Market Surveillance</a:t>
              </a:r>
              <a:endParaRPr i="0" sz="800" u="none" cap="none" strike="noStrike">
                <a:latin typeface="Salesforce Sans"/>
                <a:ea typeface="Salesforce Sans"/>
                <a:cs typeface="Salesforce Sans"/>
                <a:sym typeface="Salesforce Sans"/>
              </a:endParaRPr>
            </a:p>
          </p:txBody>
        </p:sp>
        <p:sp>
          <p:nvSpPr>
            <p:cNvPr id="6184" name="Google Shape;6184;p172"/>
            <p:cNvSpPr txBox="1"/>
            <p:nvPr/>
          </p:nvSpPr>
          <p:spPr>
            <a:xfrm>
              <a:off x="136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Trend Intelligence</a:t>
              </a:r>
              <a:endParaRPr i="0" sz="800" u="none" cap="none" strike="noStrike">
                <a:latin typeface="Salesforce Sans"/>
                <a:ea typeface="Salesforce Sans"/>
                <a:cs typeface="Salesforce Sans"/>
                <a:sym typeface="Salesforce Sans"/>
              </a:endParaRPr>
            </a:p>
          </p:txBody>
        </p:sp>
        <p:sp>
          <p:nvSpPr>
            <p:cNvPr id="6185" name="Google Shape;6185;p172"/>
            <p:cNvSpPr txBox="1"/>
            <p:nvPr/>
          </p:nvSpPr>
          <p:spPr>
            <a:xfrm>
              <a:off x="136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Submission</a:t>
              </a:r>
              <a:endParaRPr i="0" sz="800" u="none" cap="none" strike="noStrike">
                <a:latin typeface="Salesforce Sans"/>
                <a:ea typeface="Salesforce Sans"/>
                <a:cs typeface="Salesforce Sans"/>
                <a:sym typeface="Salesforce Sans"/>
              </a:endParaRPr>
            </a:p>
          </p:txBody>
        </p:sp>
        <p:sp>
          <p:nvSpPr>
            <p:cNvPr id="6186" name="Google Shape;6186;p172"/>
            <p:cNvSpPr txBox="1"/>
            <p:nvPr/>
          </p:nvSpPr>
          <p:spPr>
            <a:xfrm>
              <a:off x="136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CAPA Management</a:t>
              </a:r>
              <a:endParaRPr sz="800">
                <a:latin typeface="Salesforce Sans"/>
                <a:ea typeface="Salesforce Sans"/>
                <a:cs typeface="Salesforce Sans"/>
                <a:sym typeface="Salesforce Sans"/>
              </a:endParaRPr>
            </a:p>
          </p:txBody>
        </p:sp>
        <p:sp>
          <p:nvSpPr>
            <p:cNvPr id="6187" name="Google Shape;6187;p172"/>
            <p:cNvSpPr/>
            <p:nvPr/>
          </p:nvSpPr>
          <p:spPr>
            <a:xfrm>
              <a:off x="13527103"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88" name="Google Shape;6188;p172"/>
            <p:cNvSpPr txBox="1"/>
            <p:nvPr/>
          </p:nvSpPr>
          <p:spPr>
            <a:xfrm>
              <a:off x="13663150" y="1923400"/>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Compliant Intake &amp; Triage</a:t>
              </a:r>
              <a:endParaRPr sz="800">
                <a:latin typeface="Salesforce Sans"/>
                <a:ea typeface="Salesforce Sans"/>
                <a:cs typeface="Salesforce Sans"/>
                <a:sym typeface="Salesforce Sans"/>
              </a:endParaRPr>
            </a:p>
          </p:txBody>
        </p:sp>
        <p:sp>
          <p:nvSpPr>
            <p:cNvPr id="6189" name="Google Shape;6189;p172"/>
            <p:cNvSpPr/>
            <p:nvPr/>
          </p:nvSpPr>
          <p:spPr>
            <a:xfrm>
              <a:off x="13527103" y="1941847"/>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90" name="Google Shape;6190;p172"/>
            <p:cNvSpPr txBox="1"/>
            <p:nvPr/>
          </p:nvSpPr>
          <p:spPr>
            <a:xfrm>
              <a:off x="136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Adverse Event Detection</a:t>
              </a:r>
              <a:endParaRPr sz="800">
                <a:latin typeface="Salesforce Sans"/>
                <a:ea typeface="Salesforce Sans"/>
                <a:cs typeface="Salesforce Sans"/>
                <a:sym typeface="Salesforce Sans"/>
              </a:endParaRPr>
            </a:p>
          </p:txBody>
        </p:sp>
        <p:sp>
          <p:nvSpPr>
            <p:cNvPr id="6191" name="Google Shape;6191;p172"/>
            <p:cNvSpPr/>
            <p:nvPr/>
          </p:nvSpPr>
          <p:spPr>
            <a:xfrm>
              <a:off x="13527103" y="209685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2" name="Google Shape;6192;p172"/>
            <p:cNvSpPr txBox="1"/>
            <p:nvPr/>
          </p:nvSpPr>
          <p:spPr>
            <a:xfrm>
              <a:off x="136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EU MDR Documentation</a:t>
              </a:r>
              <a:endParaRPr sz="800">
                <a:latin typeface="Salesforce Sans"/>
                <a:ea typeface="Salesforce Sans"/>
                <a:cs typeface="Salesforce Sans"/>
                <a:sym typeface="Salesforce Sans"/>
              </a:endParaRPr>
            </a:p>
          </p:txBody>
        </p:sp>
        <p:sp>
          <p:nvSpPr>
            <p:cNvPr id="6193" name="Google Shape;6193;p172"/>
            <p:cNvSpPr/>
            <p:nvPr/>
          </p:nvSpPr>
          <p:spPr>
            <a:xfrm>
              <a:off x="13527103" y="2257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4" name="Google Shape;6194;p172"/>
            <p:cNvSpPr/>
            <p:nvPr/>
          </p:nvSpPr>
          <p:spPr>
            <a:xfrm>
              <a:off x="13527103" y="2567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5" name="Google Shape;6195;p172"/>
            <p:cNvSpPr/>
            <p:nvPr/>
          </p:nvSpPr>
          <p:spPr>
            <a:xfrm>
              <a:off x="13527103" y="2715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96" name="Google Shape;6196;p172"/>
            <p:cNvSpPr/>
            <p:nvPr/>
          </p:nvSpPr>
          <p:spPr>
            <a:xfrm>
              <a:off x="13527103" y="286692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7" name="Google Shape;6197;p172"/>
            <p:cNvSpPr/>
            <p:nvPr/>
          </p:nvSpPr>
          <p:spPr>
            <a:xfrm>
              <a:off x="13527103" y="30067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8" name="Google Shape;6198;p172"/>
            <p:cNvSpPr/>
            <p:nvPr/>
          </p:nvSpPr>
          <p:spPr>
            <a:xfrm>
              <a:off x="13527103" y="24184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9" name="Google Shape;6199;p172"/>
            <p:cNvSpPr txBox="1"/>
            <p:nvPr/>
          </p:nvSpPr>
          <p:spPr>
            <a:xfrm>
              <a:off x="11106306"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200" name="Google Shape;6200;p172"/>
            <p:cNvSpPr txBox="1"/>
            <p:nvPr/>
          </p:nvSpPr>
          <p:spPr>
            <a:xfrm>
              <a:off x="12306075"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201" name="Google Shape;6201;p172"/>
            <p:cNvGrpSpPr/>
            <p:nvPr/>
          </p:nvGrpSpPr>
          <p:grpSpPr>
            <a:xfrm>
              <a:off x="11125917" y="1793656"/>
              <a:ext cx="952541" cy="449700"/>
              <a:chOff x="5812280" y="1793656"/>
              <a:chExt cx="952541" cy="449700"/>
            </a:xfrm>
          </p:grpSpPr>
          <p:sp>
            <p:nvSpPr>
              <p:cNvPr id="6202" name="Google Shape;620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03" name="Google Shape;620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Quality &amp; Regulatory Affairs</a:t>
                </a:r>
                <a:endParaRPr sz="900">
                  <a:solidFill>
                    <a:srgbClr val="FFFFFF"/>
                  </a:solidFill>
                  <a:latin typeface="Avant Garde Demi SFDC"/>
                  <a:ea typeface="Avant Garde Demi SFDC"/>
                  <a:cs typeface="Avant Garde Demi SFDC"/>
                  <a:sym typeface="Avant Garde Demi SFDC"/>
                </a:endParaRPr>
              </a:p>
            </p:txBody>
          </p:sp>
        </p:grpSp>
        <p:sp>
          <p:nvSpPr>
            <p:cNvPr id="6204" name="Google Shape;6204;p172"/>
            <p:cNvSpPr txBox="1"/>
            <p:nvPr/>
          </p:nvSpPr>
          <p:spPr>
            <a:xfrm>
              <a:off x="136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205" name="Google Shape;6205;p172"/>
            <p:cNvSpPr txBox="1"/>
            <p:nvPr/>
          </p:nvSpPr>
          <p:spPr>
            <a:xfrm>
              <a:off x="12306067"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86AFE"/>
                  </a:solidFill>
                  <a:latin typeface="Salesforce Sans"/>
                  <a:ea typeface="Salesforce Sans"/>
                  <a:cs typeface="Salesforce Sans"/>
                  <a:sym typeface="Salesforce Sans"/>
                </a:rPr>
                <a:t>Quality &amp; Regulatory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86AFE"/>
                </a:solidFill>
                <a:latin typeface="Salesforce Sans"/>
                <a:ea typeface="Salesforce Sans"/>
                <a:cs typeface="Salesforce Sans"/>
                <a:sym typeface="Salesforce Sans"/>
              </a:endParaRPr>
            </a:p>
          </p:txBody>
        </p:sp>
        <p:sp>
          <p:nvSpPr>
            <p:cNvPr id="6206" name="Google Shape;6206;p172"/>
            <p:cNvSpPr txBox="1"/>
            <p:nvPr/>
          </p:nvSpPr>
          <p:spPr>
            <a:xfrm>
              <a:off x="136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Labeling &amp; IFU Compliance</a:t>
              </a:r>
              <a:endParaRPr i="0" sz="800" u="none" cap="none" strike="noStrike">
                <a:latin typeface="Salesforce Sans"/>
                <a:ea typeface="Salesforce Sans"/>
                <a:cs typeface="Salesforce Sans"/>
                <a:sym typeface="Salesforce Sans"/>
              </a:endParaRPr>
            </a:p>
          </p:txBody>
        </p:sp>
        <p:sp>
          <p:nvSpPr>
            <p:cNvPr id="6207" name="Google Shape;6207;p172"/>
            <p:cNvSpPr/>
            <p:nvPr/>
          </p:nvSpPr>
          <p:spPr>
            <a:xfrm>
              <a:off x="13527103" y="31572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08" name="Google Shape;6208;p172"/>
            <p:cNvSpPr txBox="1"/>
            <p:nvPr/>
          </p:nvSpPr>
          <p:spPr>
            <a:xfrm>
              <a:off x="13672676" y="68353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Candidate Matching</a:t>
              </a:r>
              <a:endParaRPr i="0" sz="800" u="none" cap="none" strike="noStrike">
                <a:latin typeface="Salesforce Sans"/>
                <a:ea typeface="Salesforce Sans"/>
                <a:cs typeface="Salesforce Sans"/>
                <a:sym typeface="Salesforce Sans"/>
              </a:endParaRPr>
            </a:p>
          </p:txBody>
        </p:sp>
        <p:sp>
          <p:nvSpPr>
            <p:cNvPr id="6209" name="Google Shape;6209;p172"/>
            <p:cNvSpPr txBox="1"/>
            <p:nvPr/>
          </p:nvSpPr>
          <p:spPr>
            <a:xfrm>
              <a:off x="13672674" y="697508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Filter and Search</a:t>
              </a:r>
              <a:endParaRPr i="0" sz="800" u="none" cap="none" strike="noStrike">
                <a:latin typeface="Salesforce Sans"/>
                <a:ea typeface="Salesforce Sans"/>
                <a:cs typeface="Salesforce Sans"/>
                <a:sym typeface="Salesforce Sans"/>
              </a:endParaRPr>
            </a:p>
          </p:txBody>
        </p:sp>
        <p:sp>
          <p:nvSpPr>
            <p:cNvPr id="6210" name="Google Shape;6210;p172"/>
            <p:cNvSpPr/>
            <p:nvPr/>
          </p:nvSpPr>
          <p:spPr>
            <a:xfrm>
              <a:off x="13536628" y="68539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1" name="Google Shape;6211;p172"/>
            <p:cNvSpPr/>
            <p:nvPr/>
          </p:nvSpPr>
          <p:spPr>
            <a:xfrm>
              <a:off x="13536628" y="69936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2" name="Google Shape;6212;p172"/>
            <p:cNvSpPr txBox="1"/>
            <p:nvPr/>
          </p:nvSpPr>
          <p:spPr>
            <a:xfrm>
              <a:off x="13672676" y="71256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Filter and Search</a:t>
              </a:r>
              <a:endParaRPr i="0" sz="800" u="none" cap="none" strike="noStrike">
                <a:latin typeface="Salesforce Sans"/>
                <a:ea typeface="Salesforce Sans"/>
                <a:cs typeface="Salesforce Sans"/>
                <a:sym typeface="Salesforce Sans"/>
              </a:endParaRPr>
            </a:p>
          </p:txBody>
        </p:sp>
        <p:sp>
          <p:nvSpPr>
            <p:cNvPr id="6213" name="Google Shape;6213;p172"/>
            <p:cNvSpPr txBox="1"/>
            <p:nvPr/>
          </p:nvSpPr>
          <p:spPr>
            <a:xfrm>
              <a:off x="13672674" y="7276850"/>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i="0" sz="800" u="none" cap="none" strike="noStrike">
                <a:latin typeface="Salesforce Sans"/>
                <a:ea typeface="Salesforce Sans"/>
                <a:cs typeface="Salesforce Sans"/>
                <a:sym typeface="Salesforce Sans"/>
              </a:endParaRPr>
            </a:p>
          </p:txBody>
        </p:sp>
        <p:sp>
          <p:nvSpPr>
            <p:cNvPr id="6214" name="Google Shape;6214;p172"/>
            <p:cNvSpPr txBox="1"/>
            <p:nvPr/>
          </p:nvSpPr>
          <p:spPr>
            <a:xfrm>
              <a:off x="13672674" y="7416625"/>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i="0" sz="800" u="none" cap="none" strike="noStrike">
                <a:latin typeface="Salesforce Sans"/>
                <a:ea typeface="Salesforce Sans"/>
                <a:cs typeface="Salesforce Sans"/>
                <a:sym typeface="Salesforce Sans"/>
              </a:endParaRPr>
            </a:p>
          </p:txBody>
        </p:sp>
        <p:sp>
          <p:nvSpPr>
            <p:cNvPr id="6215" name="Google Shape;6215;p172"/>
            <p:cNvSpPr/>
            <p:nvPr/>
          </p:nvSpPr>
          <p:spPr>
            <a:xfrm>
              <a:off x="13536628" y="71442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16" name="Google Shape;6216;p172"/>
            <p:cNvSpPr/>
            <p:nvPr/>
          </p:nvSpPr>
          <p:spPr>
            <a:xfrm>
              <a:off x="13536628" y="729544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7" name="Google Shape;6217;p172"/>
            <p:cNvSpPr/>
            <p:nvPr/>
          </p:nvSpPr>
          <p:spPr>
            <a:xfrm>
              <a:off x="13536628" y="74352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218" name="Google Shape;6218;p172"/>
            <p:cNvGrpSpPr/>
            <p:nvPr/>
          </p:nvGrpSpPr>
          <p:grpSpPr>
            <a:xfrm>
              <a:off x="11135442" y="3521656"/>
              <a:ext cx="952541" cy="449700"/>
              <a:chOff x="5812280" y="1793656"/>
              <a:chExt cx="952541" cy="449700"/>
            </a:xfrm>
          </p:grpSpPr>
          <p:sp>
            <p:nvSpPr>
              <p:cNvPr id="6219" name="Google Shape;6219;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0" name="Google Shape;6220;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Finance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 Access</a:t>
                </a:r>
                <a:endParaRPr sz="900">
                  <a:solidFill>
                    <a:srgbClr val="FFFFFF"/>
                  </a:solidFill>
                  <a:latin typeface="Avant Garde Demi SFDC"/>
                  <a:ea typeface="Avant Garde Demi SFDC"/>
                  <a:cs typeface="Avant Garde Demi SFDC"/>
                  <a:sym typeface="Avant Garde Demi SFDC"/>
                </a:endParaRPr>
              </a:p>
            </p:txBody>
          </p:sp>
        </p:grpSp>
        <p:grpSp>
          <p:nvGrpSpPr>
            <p:cNvPr id="6221" name="Google Shape;6221;p172"/>
            <p:cNvGrpSpPr/>
            <p:nvPr/>
          </p:nvGrpSpPr>
          <p:grpSpPr>
            <a:xfrm>
              <a:off x="11135442" y="5120481"/>
              <a:ext cx="952541" cy="449700"/>
              <a:chOff x="5812280" y="1793656"/>
              <a:chExt cx="952541" cy="449700"/>
            </a:xfrm>
          </p:grpSpPr>
          <p:sp>
            <p:nvSpPr>
              <p:cNvPr id="6222" name="Google Shape;622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3" name="Google Shape;622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grpSp>
          <p:nvGrpSpPr>
            <p:cNvPr id="6224" name="Google Shape;6224;p172"/>
            <p:cNvGrpSpPr/>
            <p:nvPr/>
          </p:nvGrpSpPr>
          <p:grpSpPr>
            <a:xfrm>
              <a:off x="11135442" y="6869256"/>
              <a:ext cx="952541" cy="449700"/>
              <a:chOff x="5812280" y="1793656"/>
              <a:chExt cx="952541" cy="449700"/>
            </a:xfrm>
          </p:grpSpPr>
          <p:sp>
            <p:nvSpPr>
              <p:cNvPr id="6225" name="Google Shape;6225;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6" name="Google Shape;6226;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grpSp>
          <p:nvGrpSpPr>
            <p:cNvPr id="6227" name="Google Shape;6227;p172"/>
            <p:cNvGrpSpPr/>
            <p:nvPr/>
          </p:nvGrpSpPr>
          <p:grpSpPr>
            <a:xfrm>
              <a:off x="11135442" y="7661443"/>
              <a:ext cx="952541" cy="449700"/>
              <a:chOff x="5812280" y="1793656"/>
              <a:chExt cx="952541" cy="449700"/>
            </a:xfrm>
          </p:grpSpPr>
          <p:sp>
            <p:nvSpPr>
              <p:cNvPr id="6228" name="Google Shape;6228;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9" name="Google Shape;6229;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p:txBody>
          </p:sp>
        </p:grpSp>
        <p:sp>
          <p:nvSpPr>
            <p:cNvPr id="6230" name="Google Shape;6230;p172"/>
            <p:cNvSpPr txBox="1"/>
            <p:nvPr/>
          </p:nvSpPr>
          <p:spPr>
            <a:xfrm>
              <a:off x="13664981" y="32824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231" name="Google Shape;6231;p172"/>
            <p:cNvSpPr txBox="1"/>
            <p:nvPr/>
          </p:nvSpPr>
          <p:spPr>
            <a:xfrm>
              <a:off x="13672674" y="7639163"/>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i="0" sz="800" u="none" cap="none" strike="noStrike">
                <a:latin typeface="Salesforce Sans"/>
                <a:ea typeface="Salesforce Sans"/>
                <a:cs typeface="Salesforce Sans"/>
                <a:sym typeface="Salesforce Sans"/>
              </a:endParaRPr>
            </a:p>
          </p:txBody>
        </p:sp>
        <p:sp>
          <p:nvSpPr>
            <p:cNvPr id="6232" name="Google Shape;6232;p172"/>
            <p:cNvSpPr/>
            <p:nvPr/>
          </p:nvSpPr>
          <p:spPr>
            <a:xfrm>
              <a:off x="13536628" y="7657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3" name="Google Shape;6233;p172"/>
            <p:cNvSpPr txBox="1"/>
            <p:nvPr/>
          </p:nvSpPr>
          <p:spPr>
            <a:xfrm>
              <a:off x="13672676" y="7789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Patient Response</a:t>
              </a:r>
              <a:endParaRPr i="0" sz="800" u="none" cap="none" strike="noStrike">
                <a:latin typeface="Salesforce Sans"/>
                <a:ea typeface="Salesforce Sans"/>
                <a:cs typeface="Salesforce Sans"/>
                <a:sym typeface="Salesforce Sans"/>
              </a:endParaRPr>
            </a:p>
          </p:txBody>
        </p:sp>
        <p:sp>
          <p:nvSpPr>
            <p:cNvPr id="6234" name="Google Shape;6234;p172"/>
            <p:cNvSpPr txBox="1"/>
            <p:nvPr/>
          </p:nvSpPr>
          <p:spPr>
            <a:xfrm>
              <a:off x="13672674" y="7940925"/>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i="0" sz="800" u="none" cap="none" strike="noStrike">
                <a:latin typeface="Salesforce Sans"/>
                <a:ea typeface="Salesforce Sans"/>
                <a:cs typeface="Salesforce Sans"/>
                <a:sym typeface="Salesforce Sans"/>
              </a:endParaRPr>
            </a:p>
          </p:txBody>
        </p:sp>
        <p:sp>
          <p:nvSpPr>
            <p:cNvPr id="6235" name="Google Shape;6235;p172"/>
            <p:cNvSpPr txBox="1"/>
            <p:nvPr/>
          </p:nvSpPr>
          <p:spPr>
            <a:xfrm>
              <a:off x="13672674" y="8080700"/>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Summary</a:t>
              </a:r>
              <a:endParaRPr i="0" sz="800" u="none" cap="none" strike="noStrike">
                <a:latin typeface="Salesforce Sans"/>
                <a:ea typeface="Salesforce Sans"/>
                <a:cs typeface="Salesforce Sans"/>
                <a:sym typeface="Salesforce Sans"/>
              </a:endParaRPr>
            </a:p>
          </p:txBody>
        </p:sp>
        <p:sp>
          <p:nvSpPr>
            <p:cNvPr id="6236" name="Google Shape;6236;p172"/>
            <p:cNvSpPr/>
            <p:nvPr/>
          </p:nvSpPr>
          <p:spPr>
            <a:xfrm>
              <a:off x="13536628" y="780831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37" name="Google Shape;6237;p172"/>
            <p:cNvSpPr/>
            <p:nvPr/>
          </p:nvSpPr>
          <p:spPr>
            <a:xfrm>
              <a:off x="13536628" y="795952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8" name="Google Shape;6238;p172"/>
            <p:cNvSpPr/>
            <p:nvPr/>
          </p:nvSpPr>
          <p:spPr>
            <a:xfrm>
              <a:off x="13536628" y="80993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9" name="Google Shape;6239;p172"/>
            <p:cNvSpPr txBox="1"/>
            <p:nvPr/>
          </p:nvSpPr>
          <p:spPr>
            <a:xfrm>
              <a:off x="13672676" y="57286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IT Service Desk</a:t>
              </a:r>
              <a:endParaRPr i="0" sz="800" u="none" cap="none" strike="noStrike">
                <a:latin typeface="Salesforce Sans"/>
                <a:ea typeface="Salesforce Sans"/>
                <a:cs typeface="Salesforce Sans"/>
                <a:sym typeface="Salesforce Sans"/>
              </a:endParaRPr>
            </a:p>
          </p:txBody>
        </p:sp>
        <p:sp>
          <p:nvSpPr>
            <p:cNvPr id="6240" name="Google Shape;6240;p172"/>
            <p:cNvSpPr txBox="1"/>
            <p:nvPr/>
          </p:nvSpPr>
          <p:spPr>
            <a:xfrm>
              <a:off x="13672676" y="58772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Expenses Management</a:t>
              </a:r>
              <a:endParaRPr i="0" sz="800" u="none" cap="none" strike="noStrike">
                <a:latin typeface="Salesforce Sans"/>
                <a:ea typeface="Salesforce Sans"/>
                <a:cs typeface="Salesforce Sans"/>
                <a:sym typeface="Salesforce Sans"/>
              </a:endParaRPr>
            </a:p>
          </p:txBody>
        </p:sp>
        <p:sp>
          <p:nvSpPr>
            <p:cNvPr id="6241" name="Google Shape;6241;p172"/>
            <p:cNvSpPr txBox="1"/>
            <p:nvPr/>
          </p:nvSpPr>
          <p:spPr>
            <a:xfrm>
              <a:off x="13672676" y="60258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Facilities &amp; Asset</a:t>
              </a:r>
              <a:endParaRPr i="0" sz="800" u="none" cap="none" strike="noStrike">
                <a:latin typeface="Salesforce Sans"/>
                <a:ea typeface="Salesforce Sans"/>
                <a:cs typeface="Salesforce Sans"/>
                <a:sym typeface="Salesforce Sans"/>
              </a:endParaRPr>
            </a:p>
          </p:txBody>
        </p:sp>
        <p:sp>
          <p:nvSpPr>
            <p:cNvPr id="6242" name="Google Shape;6242;p172"/>
            <p:cNvSpPr txBox="1"/>
            <p:nvPr/>
          </p:nvSpPr>
          <p:spPr>
            <a:xfrm>
              <a:off x="13672676" y="61770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HR Onboarding</a:t>
              </a:r>
              <a:endParaRPr i="0" sz="800" u="none" cap="none" strike="noStrike">
                <a:latin typeface="Salesforce Sans"/>
                <a:ea typeface="Salesforce Sans"/>
                <a:cs typeface="Salesforce Sans"/>
                <a:sym typeface="Salesforce Sans"/>
              </a:endParaRPr>
            </a:p>
          </p:txBody>
        </p:sp>
        <p:sp>
          <p:nvSpPr>
            <p:cNvPr id="6243" name="Google Shape;6243;p172"/>
            <p:cNvSpPr txBox="1"/>
            <p:nvPr/>
          </p:nvSpPr>
          <p:spPr>
            <a:xfrm>
              <a:off x="13672674" y="63168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Ethics and Compliance</a:t>
              </a:r>
              <a:endParaRPr i="0" sz="800" u="none" cap="none" strike="noStrike">
                <a:latin typeface="Salesforce Sans"/>
                <a:ea typeface="Salesforce Sans"/>
                <a:cs typeface="Salesforce Sans"/>
                <a:sym typeface="Salesforce Sans"/>
              </a:endParaRPr>
            </a:p>
          </p:txBody>
        </p:sp>
        <p:sp>
          <p:nvSpPr>
            <p:cNvPr id="6244" name="Google Shape;6244;p172"/>
            <p:cNvSpPr txBox="1"/>
            <p:nvPr/>
          </p:nvSpPr>
          <p:spPr>
            <a:xfrm>
              <a:off x="13672676" y="50971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6245" name="Google Shape;6245;p172"/>
            <p:cNvSpPr/>
            <p:nvPr/>
          </p:nvSpPr>
          <p:spPr>
            <a:xfrm>
              <a:off x="13536628" y="51155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46" name="Google Shape;6246;p172"/>
            <p:cNvSpPr txBox="1"/>
            <p:nvPr/>
          </p:nvSpPr>
          <p:spPr>
            <a:xfrm>
              <a:off x="13672675" y="52521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Technician Certification</a:t>
              </a:r>
              <a:endParaRPr sz="800">
                <a:latin typeface="Salesforce Sans"/>
                <a:ea typeface="Salesforce Sans"/>
                <a:cs typeface="Salesforce Sans"/>
                <a:sym typeface="Salesforce Sans"/>
              </a:endParaRPr>
            </a:p>
          </p:txBody>
        </p:sp>
        <p:sp>
          <p:nvSpPr>
            <p:cNvPr id="6247" name="Google Shape;6247;p172"/>
            <p:cNvSpPr/>
            <p:nvPr/>
          </p:nvSpPr>
          <p:spPr>
            <a:xfrm>
              <a:off x="13536628" y="52705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48" name="Google Shape;6248;p172"/>
            <p:cNvSpPr txBox="1"/>
            <p:nvPr/>
          </p:nvSpPr>
          <p:spPr>
            <a:xfrm>
              <a:off x="13672676" y="54071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Procurement Optimization</a:t>
              </a:r>
              <a:endParaRPr sz="800">
                <a:latin typeface="Salesforce Sans"/>
                <a:ea typeface="Salesforce Sans"/>
                <a:cs typeface="Salesforce Sans"/>
                <a:sym typeface="Salesforce Sans"/>
              </a:endParaRPr>
            </a:p>
          </p:txBody>
        </p:sp>
        <p:sp>
          <p:nvSpPr>
            <p:cNvPr id="6249" name="Google Shape;6249;p172"/>
            <p:cNvSpPr/>
            <p:nvPr/>
          </p:nvSpPr>
          <p:spPr>
            <a:xfrm>
              <a:off x="13536628" y="542558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0" name="Google Shape;6250;p172"/>
            <p:cNvSpPr txBox="1"/>
            <p:nvPr/>
          </p:nvSpPr>
          <p:spPr>
            <a:xfrm>
              <a:off x="13672675" y="55679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Contract Intelligence</a:t>
              </a:r>
              <a:endParaRPr sz="800">
                <a:latin typeface="Salesforce Sans"/>
                <a:ea typeface="Salesforce Sans"/>
                <a:cs typeface="Salesforce Sans"/>
                <a:sym typeface="Salesforce Sans"/>
              </a:endParaRPr>
            </a:p>
          </p:txBody>
        </p:sp>
        <p:sp>
          <p:nvSpPr>
            <p:cNvPr id="6251" name="Google Shape;6251;p172"/>
            <p:cNvSpPr/>
            <p:nvPr/>
          </p:nvSpPr>
          <p:spPr>
            <a:xfrm>
              <a:off x="13536628" y="55863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2" name="Google Shape;6252;p172"/>
            <p:cNvSpPr/>
            <p:nvPr/>
          </p:nvSpPr>
          <p:spPr>
            <a:xfrm>
              <a:off x="13536628" y="58958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3" name="Google Shape;6253;p172"/>
            <p:cNvSpPr/>
            <p:nvPr/>
          </p:nvSpPr>
          <p:spPr>
            <a:xfrm>
              <a:off x="13536628" y="60444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54" name="Google Shape;6254;p172"/>
            <p:cNvSpPr/>
            <p:nvPr/>
          </p:nvSpPr>
          <p:spPr>
            <a:xfrm>
              <a:off x="13536628" y="6195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5" name="Google Shape;6255;p172"/>
            <p:cNvSpPr/>
            <p:nvPr/>
          </p:nvSpPr>
          <p:spPr>
            <a:xfrm>
              <a:off x="13536628" y="6335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6" name="Google Shape;6256;p172"/>
            <p:cNvSpPr/>
            <p:nvPr/>
          </p:nvSpPr>
          <p:spPr>
            <a:xfrm>
              <a:off x="13536628" y="57472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7" name="Google Shape;6257;p172"/>
            <p:cNvSpPr txBox="1"/>
            <p:nvPr/>
          </p:nvSpPr>
          <p:spPr>
            <a:xfrm>
              <a:off x="13672676" y="64673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Executive Insights</a:t>
              </a:r>
              <a:endParaRPr i="0" sz="800" u="none" cap="none" strike="noStrike">
                <a:latin typeface="Salesforce Sans"/>
                <a:ea typeface="Salesforce Sans"/>
                <a:cs typeface="Salesforce Sans"/>
                <a:sym typeface="Salesforce Sans"/>
              </a:endParaRPr>
            </a:p>
          </p:txBody>
        </p:sp>
        <p:sp>
          <p:nvSpPr>
            <p:cNvPr id="6258" name="Google Shape;6258;p172"/>
            <p:cNvSpPr/>
            <p:nvPr/>
          </p:nvSpPr>
          <p:spPr>
            <a:xfrm>
              <a:off x="13536628" y="6485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59" name="Google Shape;6259;p172"/>
            <p:cNvSpPr txBox="1"/>
            <p:nvPr/>
          </p:nvSpPr>
          <p:spPr>
            <a:xfrm>
              <a:off x="13674506" y="66111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260" name="Google Shape;6260;p172"/>
            <p:cNvSpPr txBox="1"/>
            <p:nvPr/>
          </p:nvSpPr>
          <p:spPr>
            <a:xfrm>
              <a:off x="13672676" y="41284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Working Capital</a:t>
              </a:r>
              <a:endParaRPr i="0" sz="800" u="none" cap="none" strike="noStrike">
                <a:latin typeface="Salesforce Sans"/>
                <a:ea typeface="Salesforce Sans"/>
                <a:cs typeface="Salesforce Sans"/>
                <a:sym typeface="Salesforce Sans"/>
              </a:endParaRPr>
            </a:p>
          </p:txBody>
        </p:sp>
        <p:sp>
          <p:nvSpPr>
            <p:cNvPr id="6261" name="Google Shape;6261;p172"/>
            <p:cNvSpPr txBox="1"/>
            <p:nvPr/>
          </p:nvSpPr>
          <p:spPr>
            <a:xfrm>
              <a:off x="13672676" y="42770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Tender Strategy</a:t>
              </a:r>
              <a:endParaRPr i="0" sz="800" u="none" cap="none" strike="noStrike">
                <a:latin typeface="Salesforce Sans"/>
                <a:ea typeface="Salesforce Sans"/>
                <a:cs typeface="Salesforce Sans"/>
                <a:sym typeface="Salesforce Sans"/>
              </a:endParaRPr>
            </a:p>
          </p:txBody>
        </p:sp>
        <p:sp>
          <p:nvSpPr>
            <p:cNvPr id="6262" name="Google Shape;6262;p172"/>
            <p:cNvSpPr txBox="1"/>
            <p:nvPr/>
          </p:nvSpPr>
          <p:spPr>
            <a:xfrm>
              <a:off x="13672676" y="44256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Dispute Resolution</a:t>
              </a:r>
              <a:endParaRPr i="0" sz="800" u="none" cap="none" strike="noStrike">
                <a:latin typeface="Salesforce Sans"/>
                <a:ea typeface="Salesforce Sans"/>
                <a:cs typeface="Salesforce Sans"/>
                <a:sym typeface="Salesforce Sans"/>
              </a:endParaRPr>
            </a:p>
          </p:txBody>
        </p:sp>
        <p:sp>
          <p:nvSpPr>
            <p:cNvPr id="6263" name="Google Shape;6263;p172"/>
            <p:cNvSpPr txBox="1"/>
            <p:nvPr/>
          </p:nvSpPr>
          <p:spPr>
            <a:xfrm>
              <a:off x="13672676" y="45768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Strategy</a:t>
              </a:r>
              <a:endParaRPr i="0" sz="800" u="none" cap="none" strike="noStrike">
                <a:latin typeface="Salesforce Sans"/>
                <a:ea typeface="Salesforce Sans"/>
                <a:cs typeface="Salesforce Sans"/>
                <a:sym typeface="Salesforce Sans"/>
              </a:endParaRPr>
            </a:p>
          </p:txBody>
        </p:sp>
        <p:sp>
          <p:nvSpPr>
            <p:cNvPr id="6264" name="Google Shape;6264;p172"/>
            <p:cNvSpPr txBox="1"/>
            <p:nvPr/>
          </p:nvSpPr>
          <p:spPr>
            <a:xfrm>
              <a:off x="13672674" y="47166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a:t>
              </a:r>
              <a:endParaRPr i="0" sz="800" u="none" cap="none" strike="noStrike">
                <a:latin typeface="Salesforce Sans"/>
                <a:ea typeface="Salesforce Sans"/>
                <a:cs typeface="Salesforce Sans"/>
                <a:sym typeface="Salesforce Sans"/>
              </a:endParaRPr>
            </a:p>
          </p:txBody>
        </p:sp>
        <p:sp>
          <p:nvSpPr>
            <p:cNvPr id="6265" name="Google Shape;6265;p172"/>
            <p:cNvSpPr txBox="1"/>
            <p:nvPr/>
          </p:nvSpPr>
          <p:spPr>
            <a:xfrm>
              <a:off x="13672676" y="34969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6266" name="Google Shape;6266;p172"/>
            <p:cNvSpPr/>
            <p:nvPr/>
          </p:nvSpPr>
          <p:spPr>
            <a:xfrm>
              <a:off x="13536628" y="35153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67" name="Google Shape;6267;p172"/>
            <p:cNvSpPr txBox="1"/>
            <p:nvPr/>
          </p:nvSpPr>
          <p:spPr>
            <a:xfrm>
              <a:off x="13672675" y="36519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Compliance</a:t>
              </a:r>
              <a:endParaRPr sz="800">
                <a:latin typeface="Salesforce Sans"/>
                <a:ea typeface="Salesforce Sans"/>
                <a:cs typeface="Salesforce Sans"/>
                <a:sym typeface="Salesforce Sans"/>
              </a:endParaRPr>
            </a:p>
          </p:txBody>
        </p:sp>
        <p:sp>
          <p:nvSpPr>
            <p:cNvPr id="6268" name="Google Shape;6268;p172"/>
            <p:cNvSpPr/>
            <p:nvPr/>
          </p:nvSpPr>
          <p:spPr>
            <a:xfrm>
              <a:off x="13536628" y="36703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69" name="Google Shape;6269;p172"/>
            <p:cNvSpPr txBox="1"/>
            <p:nvPr/>
          </p:nvSpPr>
          <p:spPr>
            <a:xfrm>
              <a:off x="13672676" y="38069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Revenue Recognition</a:t>
              </a:r>
              <a:endParaRPr sz="800">
                <a:latin typeface="Salesforce Sans"/>
                <a:ea typeface="Salesforce Sans"/>
                <a:cs typeface="Salesforce Sans"/>
                <a:sym typeface="Salesforce Sans"/>
              </a:endParaRPr>
            </a:p>
          </p:txBody>
        </p:sp>
        <p:sp>
          <p:nvSpPr>
            <p:cNvPr id="6270" name="Google Shape;6270;p172"/>
            <p:cNvSpPr/>
            <p:nvPr/>
          </p:nvSpPr>
          <p:spPr>
            <a:xfrm>
              <a:off x="13536628" y="382538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1" name="Google Shape;6271;p172"/>
            <p:cNvSpPr txBox="1"/>
            <p:nvPr/>
          </p:nvSpPr>
          <p:spPr>
            <a:xfrm>
              <a:off x="13672675" y="39677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Reimbursement Intelligence</a:t>
              </a:r>
              <a:endParaRPr sz="800">
                <a:latin typeface="Salesforce Sans"/>
                <a:ea typeface="Salesforce Sans"/>
                <a:cs typeface="Salesforce Sans"/>
                <a:sym typeface="Salesforce Sans"/>
              </a:endParaRPr>
            </a:p>
          </p:txBody>
        </p:sp>
        <p:sp>
          <p:nvSpPr>
            <p:cNvPr id="6272" name="Google Shape;6272;p172"/>
            <p:cNvSpPr/>
            <p:nvPr/>
          </p:nvSpPr>
          <p:spPr>
            <a:xfrm>
              <a:off x="13536628" y="3986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3" name="Google Shape;6273;p172"/>
            <p:cNvSpPr/>
            <p:nvPr/>
          </p:nvSpPr>
          <p:spPr>
            <a:xfrm>
              <a:off x="13536628" y="42956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4" name="Google Shape;6274;p172"/>
            <p:cNvSpPr/>
            <p:nvPr/>
          </p:nvSpPr>
          <p:spPr>
            <a:xfrm>
              <a:off x="13536628" y="4444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75" name="Google Shape;6275;p172"/>
            <p:cNvSpPr/>
            <p:nvPr/>
          </p:nvSpPr>
          <p:spPr>
            <a:xfrm>
              <a:off x="13536628" y="45954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6" name="Google Shape;6276;p172"/>
            <p:cNvSpPr/>
            <p:nvPr/>
          </p:nvSpPr>
          <p:spPr>
            <a:xfrm>
              <a:off x="13536628" y="47352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7" name="Google Shape;6277;p172"/>
            <p:cNvSpPr/>
            <p:nvPr/>
          </p:nvSpPr>
          <p:spPr>
            <a:xfrm>
              <a:off x="13536628" y="414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8" name="Google Shape;6278;p172"/>
            <p:cNvSpPr txBox="1"/>
            <p:nvPr/>
          </p:nvSpPr>
          <p:spPr>
            <a:xfrm>
              <a:off x="13672676" y="48671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Revenue Optimization</a:t>
              </a:r>
              <a:endParaRPr i="0" sz="800" u="none" cap="none" strike="noStrike">
                <a:latin typeface="Salesforce Sans"/>
                <a:ea typeface="Salesforce Sans"/>
                <a:cs typeface="Salesforce Sans"/>
                <a:sym typeface="Salesforce Sans"/>
              </a:endParaRPr>
            </a:p>
          </p:txBody>
        </p:sp>
        <p:sp>
          <p:nvSpPr>
            <p:cNvPr id="6279" name="Google Shape;6279;p172"/>
            <p:cNvSpPr/>
            <p:nvPr/>
          </p:nvSpPr>
          <p:spPr>
            <a:xfrm>
              <a:off x="13536628" y="488578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Communications" showMasterSp="0">
  <p:cSld name="TITLE_AND_BODY_5_1_1_1_1_1_1">
    <p:spTree>
      <p:nvGrpSpPr>
        <p:cNvPr id="6280" name="Shape 6280"/>
        <p:cNvGrpSpPr/>
        <p:nvPr/>
      </p:nvGrpSpPr>
      <p:grpSpPr>
        <a:xfrm>
          <a:off x="0" y="0"/>
          <a:ext cx="0" cy="0"/>
          <a:chOff x="0" y="0"/>
          <a:chExt cx="0" cy="0"/>
        </a:xfrm>
      </p:grpSpPr>
      <p:sp>
        <p:nvSpPr>
          <p:cNvPr id="6281" name="Google Shape;6281;p173"/>
          <p:cNvSpPr txBox="1"/>
          <p:nvPr/>
        </p:nvSpPr>
        <p:spPr>
          <a:xfrm>
            <a:off x="571500" y="190500"/>
            <a:ext cx="17191200" cy="1246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02775"/>
              </a:buClr>
              <a:buSzPts val="5400"/>
              <a:buFont typeface="Arial"/>
              <a:buNone/>
            </a:pPr>
            <a:r>
              <a:rPr lang="en" sz="4500">
                <a:solidFill>
                  <a:srgbClr val="002775"/>
                </a:solidFill>
                <a:latin typeface="Avant Garde Demi SFDC"/>
                <a:ea typeface="Avant Garde Demi SFDC"/>
                <a:cs typeface="Avant Garde Demi SFDC"/>
                <a:sym typeface="Avant Garde Demi SFDC"/>
              </a:rPr>
              <a:t>Grow revenue and reduce churn across your communications business with 135+ agentic workflows </a:t>
            </a:r>
            <a:endParaRPr sz="4500">
              <a:solidFill>
                <a:srgbClr val="002775"/>
              </a:solidFill>
              <a:latin typeface="Avant Garde Demi SFDC"/>
              <a:ea typeface="Avant Garde Demi SFDC"/>
              <a:cs typeface="Avant Garde Demi SFDC"/>
              <a:sym typeface="Avant Garde Demi SFDC"/>
            </a:endParaRPr>
          </a:p>
        </p:txBody>
      </p:sp>
      <p:grpSp>
        <p:nvGrpSpPr>
          <p:cNvPr id="6282" name="Google Shape;6282;p173"/>
          <p:cNvGrpSpPr/>
          <p:nvPr/>
        </p:nvGrpSpPr>
        <p:grpSpPr>
          <a:xfrm>
            <a:off x="11416650" y="987281"/>
            <a:ext cx="6313200" cy="308305"/>
            <a:chOff x="11238000" y="957895"/>
            <a:chExt cx="6313200" cy="308305"/>
          </a:xfrm>
        </p:grpSpPr>
        <p:sp>
          <p:nvSpPr>
            <p:cNvPr id="6283" name="Google Shape;6283;p173"/>
            <p:cNvSpPr/>
            <p:nvPr/>
          </p:nvSpPr>
          <p:spPr>
            <a:xfrm>
              <a:off x="11238000" y="957895"/>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6284" name="Google Shape;6284;p173"/>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5" name="Google Shape;6285;p173"/>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86" name="Google Shape;6286;p173"/>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7" name="Google Shape;6287;p173"/>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8" name="Google Shape;6288;p173"/>
            <p:cNvSpPr txBox="1"/>
            <p:nvPr/>
          </p:nvSpPr>
          <p:spPr>
            <a:xfrm>
              <a:off x="16806898" y="1012344"/>
              <a:ext cx="521400" cy="1869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sp>
          <p:nvSpPr>
            <p:cNvPr id="6289" name="Google Shape;6289;p173"/>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6290" name="Google Shape;6290;p173"/>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6291" name="Google Shape;6291;p173"/>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6292" name="Google Shape;6292;p173"/>
          <p:cNvSpPr/>
          <p:nvPr/>
        </p:nvSpPr>
        <p:spPr>
          <a:xfrm>
            <a:off x="13069425" y="9848851"/>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b="1" sz="800">
              <a:latin typeface="Salesforce Sans"/>
              <a:ea typeface="Salesforce Sans"/>
              <a:cs typeface="Salesforce Sans"/>
              <a:sym typeface="Salesforce Sans"/>
            </a:endParaRPr>
          </a:p>
        </p:txBody>
      </p:sp>
      <p:sp>
        <p:nvSpPr>
          <p:cNvPr id="6293" name="Google Shape;6293;p173"/>
          <p:cNvSpPr/>
          <p:nvPr/>
        </p:nvSpPr>
        <p:spPr>
          <a:xfrm>
            <a:off x="1678107" y="867504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Customer Service </a:t>
            </a:r>
            <a:endParaRPr b="1" i="0" sz="900" u="none" cap="none" strike="noStrike">
              <a:solidFill>
                <a:srgbClr val="066AFE"/>
              </a:solidFill>
              <a:latin typeface="Salesforce Sans"/>
              <a:ea typeface="Salesforce Sans"/>
              <a:cs typeface="Salesforce Sans"/>
              <a:sym typeface="Salesforce Sans"/>
            </a:endParaRPr>
          </a:p>
        </p:txBody>
      </p:sp>
      <p:sp>
        <p:nvSpPr>
          <p:cNvPr id="6294" name="Google Shape;6294;p173"/>
          <p:cNvSpPr/>
          <p:nvPr/>
        </p:nvSpPr>
        <p:spPr>
          <a:xfrm>
            <a:off x="1678107" y="7641756"/>
            <a:ext cx="8154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Field Service </a:t>
            </a:r>
            <a:endParaRPr b="1" i="0" sz="900" u="none" cap="none" strike="noStrike">
              <a:solidFill>
                <a:srgbClr val="066AFE"/>
              </a:solidFill>
              <a:latin typeface="Salesforce Sans"/>
              <a:ea typeface="Salesforce Sans"/>
              <a:cs typeface="Salesforce Sans"/>
              <a:sym typeface="Salesforce Sans"/>
            </a:endParaRPr>
          </a:p>
        </p:txBody>
      </p:sp>
      <p:sp>
        <p:nvSpPr>
          <p:cNvPr id="6295" name="Google Shape;6295;p173"/>
          <p:cNvSpPr/>
          <p:nvPr/>
        </p:nvSpPr>
        <p:spPr>
          <a:xfrm>
            <a:off x="1678107" y="344130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In-person Retail Sales</a:t>
            </a:r>
            <a:endParaRPr b="1" i="0" sz="900" u="none" cap="none" strike="noStrike">
              <a:solidFill>
                <a:srgbClr val="066AFE"/>
              </a:solidFill>
              <a:latin typeface="Salesforce Sans"/>
              <a:ea typeface="Salesforce Sans"/>
              <a:cs typeface="Salesforce Sans"/>
              <a:sym typeface="Salesforce Sans"/>
            </a:endParaRPr>
          </a:p>
        </p:txBody>
      </p:sp>
      <p:sp>
        <p:nvSpPr>
          <p:cNvPr id="6296" name="Google Shape;6296;p173"/>
          <p:cNvSpPr/>
          <p:nvPr/>
        </p:nvSpPr>
        <p:spPr>
          <a:xfrm>
            <a:off x="1678102" y="2958581"/>
            <a:ext cx="1022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Retail Opening and Strategy </a:t>
            </a:r>
            <a:endParaRPr b="1" i="0" sz="900" u="none" cap="none" strike="noStrike">
              <a:solidFill>
                <a:srgbClr val="066AFE"/>
              </a:solidFill>
              <a:latin typeface="Salesforce Sans"/>
              <a:ea typeface="Salesforce Sans"/>
              <a:cs typeface="Salesforce Sans"/>
              <a:sym typeface="Salesforce Sans"/>
            </a:endParaRPr>
          </a:p>
        </p:txBody>
      </p:sp>
      <p:sp>
        <p:nvSpPr>
          <p:cNvPr id="6297" name="Google Shape;6297;p173"/>
          <p:cNvSpPr/>
          <p:nvPr/>
        </p:nvSpPr>
        <p:spPr>
          <a:xfrm>
            <a:off x="1678107" y="2322500"/>
            <a:ext cx="9525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Forecasting and Analytics </a:t>
            </a:r>
            <a:endParaRPr b="1" i="0" sz="900" u="none" cap="none" strike="noStrike">
              <a:solidFill>
                <a:srgbClr val="066AFE"/>
              </a:solidFill>
              <a:latin typeface="Salesforce Sans"/>
              <a:ea typeface="Salesforce Sans"/>
              <a:cs typeface="Salesforce Sans"/>
              <a:sym typeface="Salesforce Sans"/>
            </a:endParaRPr>
          </a:p>
        </p:txBody>
      </p:sp>
      <p:sp>
        <p:nvSpPr>
          <p:cNvPr id="6298" name="Google Shape;6298;p173"/>
          <p:cNvSpPr/>
          <p:nvPr/>
        </p:nvSpPr>
        <p:spPr>
          <a:xfrm>
            <a:off x="1678107" y="659735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Wholesaler Management </a:t>
            </a:r>
            <a:endParaRPr b="1" i="0" sz="900" u="none" cap="none" strike="noStrike">
              <a:solidFill>
                <a:srgbClr val="066AFE"/>
              </a:solidFill>
              <a:latin typeface="Salesforce Sans"/>
              <a:ea typeface="Salesforce Sans"/>
              <a:cs typeface="Salesforce Sans"/>
              <a:sym typeface="Salesforce Sans"/>
            </a:endParaRPr>
          </a:p>
        </p:txBody>
      </p:sp>
      <p:sp>
        <p:nvSpPr>
          <p:cNvPr id="6299" name="Google Shape;6299;p173"/>
          <p:cNvSpPr/>
          <p:nvPr/>
        </p:nvSpPr>
        <p:spPr>
          <a:xfrm>
            <a:off x="1678107" y="7022837"/>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Onboarding and Activation </a:t>
            </a:r>
            <a:endParaRPr b="1" i="0" sz="900" u="none" cap="none" strike="noStrike">
              <a:solidFill>
                <a:srgbClr val="066AFE"/>
              </a:solidFill>
              <a:latin typeface="Salesforce Sans"/>
              <a:ea typeface="Salesforce Sans"/>
              <a:cs typeface="Salesforce Sans"/>
              <a:sym typeface="Salesforce Sans"/>
            </a:endParaRPr>
          </a:p>
        </p:txBody>
      </p:sp>
      <p:sp>
        <p:nvSpPr>
          <p:cNvPr id="6300" name="Google Shape;6300;p173"/>
          <p:cNvSpPr/>
          <p:nvPr/>
        </p:nvSpPr>
        <p:spPr>
          <a:xfrm>
            <a:off x="1678107" y="4683367"/>
            <a:ext cx="8466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Reseller M</a:t>
            </a:r>
            <a:r>
              <a:rPr b="1" lang="en" sz="900">
                <a:solidFill>
                  <a:srgbClr val="066AFE"/>
                </a:solidFill>
                <a:latin typeface="Salesforce Sans"/>
                <a:ea typeface="Salesforce Sans"/>
                <a:cs typeface="Salesforce Sans"/>
                <a:sym typeface="Salesforce Sans"/>
              </a:rPr>
              <a:t>gmt </a:t>
            </a:r>
            <a:endParaRPr b="1" i="0" sz="900" u="none" cap="none" strike="noStrike">
              <a:solidFill>
                <a:srgbClr val="066AFE"/>
              </a:solidFill>
              <a:latin typeface="Salesforce Sans"/>
              <a:ea typeface="Salesforce Sans"/>
              <a:cs typeface="Salesforce Sans"/>
              <a:sym typeface="Salesforce Sans"/>
            </a:endParaRPr>
          </a:p>
        </p:txBody>
      </p:sp>
      <p:sp>
        <p:nvSpPr>
          <p:cNvPr id="6301" name="Google Shape;6301;p173"/>
          <p:cNvSpPr/>
          <p:nvPr/>
        </p:nvSpPr>
        <p:spPr>
          <a:xfrm>
            <a:off x="1678107" y="5010253"/>
            <a:ext cx="8154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B2C Quoting &amp; Contracting </a:t>
            </a:r>
            <a:endParaRPr b="1" i="0" sz="900" u="none" cap="none" strike="noStrike">
              <a:solidFill>
                <a:srgbClr val="066AFE"/>
              </a:solidFill>
              <a:latin typeface="Salesforce Sans"/>
              <a:ea typeface="Salesforce Sans"/>
              <a:cs typeface="Salesforce Sans"/>
              <a:sym typeface="Salesforce Sans"/>
            </a:endParaRPr>
          </a:p>
        </p:txBody>
      </p:sp>
      <p:sp>
        <p:nvSpPr>
          <p:cNvPr id="6302" name="Google Shape;6302;p173"/>
          <p:cNvSpPr/>
          <p:nvPr/>
        </p:nvSpPr>
        <p:spPr>
          <a:xfrm>
            <a:off x="1678107" y="3889267"/>
            <a:ext cx="815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a:t>
            </a:r>
            <a:r>
              <a:rPr b="1" lang="en" sz="900">
                <a:solidFill>
                  <a:srgbClr val="066AFE"/>
                </a:solidFill>
                <a:latin typeface="Salesforce Sans"/>
                <a:ea typeface="Salesforce Sans"/>
                <a:cs typeface="Salesforce Sans"/>
                <a:sym typeface="Salesforce Sans"/>
              </a:rPr>
              <a:t>B</a:t>
            </a:r>
            <a:r>
              <a:rPr b="1" i="0" lang="en" sz="900" u="none" cap="none" strike="noStrike">
                <a:solidFill>
                  <a:srgbClr val="066AFE"/>
                </a:solidFill>
                <a:latin typeface="Salesforce Sans"/>
                <a:ea typeface="Salesforce Sans"/>
                <a:cs typeface="Salesforce Sans"/>
                <a:sym typeface="Salesforce Sans"/>
              </a:rPr>
              <a:t> Acquisition </a:t>
            </a:r>
            <a:endParaRPr b="1" i="0" sz="900" u="none" cap="none" strike="noStrike">
              <a:solidFill>
                <a:srgbClr val="066AFE"/>
              </a:solidFill>
              <a:latin typeface="Salesforce Sans"/>
              <a:ea typeface="Salesforce Sans"/>
              <a:cs typeface="Salesforce Sans"/>
              <a:sym typeface="Salesforce Sans"/>
            </a:endParaRPr>
          </a:p>
        </p:txBody>
      </p:sp>
      <p:sp>
        <p:nvSpPr>
          <p:cNvPr id="6303" name="Google Shape;6303;p173"/>
          <p:cNvSpPr/>
          <p:nvPr/>
        </p:nvSpPr>
        <p:spPr>
          <a:xfrm>
            <a:off x="1678107" y="564406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B2B Deal Management </a:t>
            </a:r>
            <a:endParaRPr b="1" i="0" sz="900" u="none" cap="none" strike="noStrike">
              <a:solidFill>
                <a:srgbClr val="066AFE"/>
              </a:solidFill>
              <a:latin typeface="Salesforce Sans"/>
              <a:ea typeface="Salesforce Sans"/>
              <a:cs typeface="Salesforce Sans"/>
              <a:sym typeface="Salesforce Sans"/>
            </a:endParaRPr>
          </a:p>
        </p:txBody>
      </p:sp>
      <p:sp>
        <p:nvSpPr>
          <p:cNvPr id="6304" name="Google Shape;6304;p173"/>
          <p:cNvSpPr txBox="1"/>
          <p:nvPr/>
        </p:nvSpPr>
        <p:spPr>
          <a:xfrm>
            <a:off x="2936457" y="29538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Launch Planning</a:t>
            </a:r>
            <a:endParaRPr i="0" sz="800" u="none" cap="none" strike="noStrike">
              <a:latin typeface="Salesforce Sans"/>
              <a:ea typeface="Salesforce Sans"/>
              <a:cs typeface="Salesforce Sans"/>
              <a:sym typeface="Salesforce Sans"/>
            </a:endParaRPr>
          </a:p>
        </p:txBody>
      </p:sp>
      <p:sp>
        <p:nvSpPr>
          <p:cNvPr id="6305" name="Google Shape;6305;p173"/>
          <p:cNvSpPr txBox="1"/>
          <p:nvPr/>
        </p:nvSpPr>
        <p:spPr>
          <a:xfrm>
            <a:off x="2936457" y="31095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6306" name="Google Shape;6306;p173"/>
          <p:cNvSpPr txBox="1"/>
          <p:nvPr/>
        </p:nvSpPr>
        <p:spPr>
          <a:xfrm>
            <a:off x="2936457" y="3265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Asset Deployment</a:t>
            </a:r>
            <a:endParaRPr i="0" sz="800" u="none" cap="none" strike="noStrike">
              <a:latin typeface="Salesforce Sans"/>
              <a:ea typeface="Salesforce Sans"/>
              <a:cs typeface="Salesforce Sans"/>
              <a:sym typeface="Salesforce Sans"/>
            </a:endParaRPr>
          </a:p>
        </p:txBody>
      </p:sp>
      <p:sp>
        <p:nvSpPr>
          <p:cNvPr id="6307" name="Google Shape;6307;p173"/>
          <p:cNvSpPr txBox="1"/>
          <p:nvPr/>
        </p:nvSpPr>
        <p:spPr>
          <a:xfrm>
            <a:off x="2936457" y="38870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6308" name="Google Shape;6308;p173"/>
          <p:cNvSpPr txBox="1"/>
          <p:nvPr/>
        </p:nvSpPr>
        <p:spPr>
          <a:xfrm>
            <a:off x="2936465" y="343687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Shopping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Product Recommendations</a:t>
            </a:r>
            <a:endParaRPr i="0" sz="800" u="none" cap="none" strike="noStrike">
              <a:latin typeface="Salesforce Sans"/>
              <a:ea typeface="Salesforce Sans"/>
              <a:cs typeface="Salesforce Sans"/>
              <a:sym typeface="Salesforce Sans"/>
            </a:endParaRPr>
          </a:p>
        </p:txBody>
      </p:sp>
      <p:sp>
        <p:nvSpPr>
          <p:cNvPr id="6309" name="Google Shape;6309;p173"/>
          <p:cNvSpPr txBox="1"/>
          <p:nvPr/>
        </p:nvSpPr>
        <p:spPr>
          <a:xfrm>
            <a:off x="2936457" y="41961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Summary &amp; Agenda</a:t>
            </a:r>
            <a:endParaRPr i="0" sz="800" u="none" cap="none" strike="noStrike">
              <a:latin typeface="Salesforce Sans"/>
              <a:ea typeface="Salesforce Sans"/>
              <a:cs typeface="Salesforce Sans"/>
              <a:sym typeface="Salesforce Sans"/>
            </a:endParaRPr>
          </a:p>
        </p:txBody>
      </p:sp>
      <p:sp>
        <p:nvSpPr>
          <p:cNvPr id="6310" name="Google Shape;6310;p173"/>
          <p:cNvSpPr txBox="1"/>
          <p:nvPr/>
        </p:nvSpPr>
        <p:spPr>
          <a:xfrm>
            <a:off x="2936457" y="40403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6311" name="Google Shape;6311;p173"/>
          <p:cNvSpPr txBox="1"/>
          <p:nvPr/>
        </p:nvSpPr>
        <p:spPr>
          <a:xfrm>
            <a:off x="2936457" y="45052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Prioritize Opportunities</a:t>
            </a:r>
            <a:endParaRPr i="0" sz="800" u="none" cap="none" strike="noStrike">
              <a:latin typeface="Salesforce Sans"/>
              <a:ea typeface="Salesforce Sans"/>
              <a:cs typeface="Salesforce Sans"/>
              <a:sym typeface="Salesforce Sans"/>
            </a:endParaRPr>
          </a:p>
        </p:txBody>
      </p:sp>
      <p:sp>
        <p:nvSpPr>
          <p:cNvPr id="6312" name="Google Shape;6312;p173"/>
          <p:cNvSpPr txBox="1"/>
          <p:nvPr/>
        </p:nvSpPr>
        <p:spPr>
          <a:xfrm>
            <a:off x="2936457" y="43495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SDR</a:t>
            </a:r>
            <a:endParaRPr i="0" sz="800" u="none" cap="none" strike="noStrike">
              <a:latin typeface="Salesforce Sans"/>
              <a:ea typeface="Salesforce Sans"/>
              <a:cs typeface="Salesforce Sans"/>
              <a:sym typeface="Salesforce Sans"/>
            </a:endParaRPr>
          </a:p>
        </p:txBody>
      </p:sp>
      <p:sp>
        <p:nvSpPr>
          <p:cNvPr id="6313" name="Google Shape;6313;p173"/>
          <p:cNvSpPr txBox="1"/>
          <p:nvPr/>
        </p:nvSpPr>
        <p:spPr>
          <a:xfrm>
            <a:off x="2936457" y="4833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6314" name="Google Shape;6314;p173"/>
          <p:cNvSpPr txBox="1"/>
          <p:nvPr/>
        </p:nvSpPr>
        <p:spPr>
          <a:xfrm>
            <a:off x="2936457" y="500832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a:t>
            </a:r>
            <a:endParaRPr i="0" sz="800" u="none" cap="none" strike="noStrike">
              <a:latin typeface="Salesforce Sans"/>
              <a:ea typeface="Salesforce Sans"/>
              <a:cs typeface="Salesforce Sans"/>
              <a:sym typeface="Salesforce Sans"/>
            </a:endParaRPr>
          </a:p>
        </p:txBody>
      </p:sp>
      <p:sp>
        <p:nvSpPr>
          <p:cNvPr id="6315" name="Google Shape;6315;p173"/>
          <p:cNvSpPr txBox="1"/>
          <p:nvPr/>
        </p:nvSpPr>
        <p:spPr>
          <a:xfrm>
            <a:off x="2936457" y="51616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Ordering </a:t>
            </a:r>
            <a:endParaRPr i="0" sz="800" u="none" cap="none" strike="noStrike">
              <a:latin typeface="Salesforce Sans"/>
              <a:ea typeface="Salesforce Sans"/>
              <a:cs typeface="Salesforce Sans"/>
              <a:sym typeface="Salesforce Sans"/>
            </a:endParaRPr>
          </a:p>
        </p:txBody>
      </p:sp>
      <p:sp>
        <p:nvSpPr>
          <p:cNvPr id="6316" name="Google Shape;6316;p173"/>
          <p:cNvSpPr txBox="1"/>
          <p:nvPr/>
        </p:nvSpPr>
        <p:spPr>
          <a:xfrm>
            <a:off x="2936457" y="5473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6317" name="Google Shape;6317;p173"/>
          <p:cNvSpPr txBox="1"/>
          <p:nvPr/>
        </p:nvSpPr>
        <p:spPr>
          <a:xfrm>
            <a:off x="2936457" y="58010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6318" name="Google Shape;6318;p173"/>
          <p:cNvSpPr txBox="1"/>
          <p:nvPr/>
        </p:nvSpPr>
        <p:spPr>
          <a:xfrm>
            <a:off x="2936457" y="59543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Deal Optimization</a:t>
            </a:r>
            <a:endParaRPr i="0" sz="800" u="none" cap="none" strike="noStrike">
              <a:latin typeface="Salesforce Sans"/>
              <a:ea typeface="Salesforce Sans"/>
              <a:cs typeface="Salesforce Sans"/>
              <a:sym typeface="Salesforce Sans"/>
            </a:endParaRPr>
          </a:p>
        </p:txBody>
      </p:sp>
      <p:sp>
        <p:nvSpPr>
          <p:cNvPr id="6319" name="Google Shape;6319;p173"/>
          <p:cNvSpPr txBox="1"/>
          <p:nvPr/>
        </p:nvSpPr>
        <p:spPr>
          <a:xfrm>
            <a:off x="2936457" y="53174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6320" name="Google Shape;6320;p173"/>
          <p:cNvSpPr txBox="1"/>
          <p:nvPr/>
        </p:nvSpPr>
        <p:spPr>
          <a:xfrm>
            <a:off x="2936457" y="61101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Quoting And Ordering</a:t>
            </a:r>
            <a:endParaRPr i="0" sz="800" u="none" cap="none" strike="noStrike">
              <a:latin typeface="Salesforce Sans"/>
              <a:ea typeface="Salesforce Sans"/>
              <a:cs typeface="Salesforce Sans"/>
              <a:sym typeface="Salesforce Sans"/>
            </a:endParaRPr>
          </a:p>
        </p:txBody>
      </p:sp>
      <p:sp>
        <p:nvSpPr>
          <p:cNvPr id="6321" name="Google Shape;6321;p173"/>
          <p:cNvSpPr txBox="1"/>
          <p:nvPr/>
        </p:nvSpPr>
        <p:spPr>
          <a:xfrm>
            <a:off x="2936457" y="62658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Creation</a:t>
            </a:r>
            <a:endParaRPr i="0" sz="800" u="none" cap="none" strike="noStrike">
              <a:latin typeface="Salesforce Sans"/>
              <a:ea typeface="Salesforce Sans"/>
              <a:cs typeface="Salesforce Sans"/>
              <a:sym typeface="Salesforce Sans"/>
            </a:endParaRPr>
          </a:p>
        </p:txBody>
      </p:sp>
      <p:sp>
        <p:nvSpPr>
          <p:cNvPr id="6322" name="Google Shape;6322;p173"/>
          <p:cNvSpPr txBox="1"/>
          <p:nvPr/>
        </p:nvSpPr>
        <p:spPr>
          <a:xfrm>
            <a:off x="2936457" y="64216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6323" name="Google Shape;6323;p173"/>
          <p:cNvSpPr txBox="1"/>
          <p:nvPr/>
        </p:nvSpPr>
        <p:spPr>
          <a:xfrm>
            <a:off x="2936457" y="46794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6324" name="Google Shape;6324;p173"/>
          <p:cNvSpPr txBox="1"/>
          <p:nvPr/>
        </p:nvSpPr>
        <p:spPr>
          <a:xfrm>
            <a:off x="2936457" y="71721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Intent</a:t>
            </a:r>
            <a:endParaRPr i="0" sz="800" u="none" cap="none" strike="noStrike">
              <a:latin typeface="Salesforce Sans"/>
              <a:ea typeface="Salesforce Sans"/>
              <a:cs typeface="Salesforce Sans"/>
              <a:sym typeface="Salesforce Sans"/>
            </a:endParaRPr>
          </a:p>
        </p:txBody>
      </p:sp>
      <p:sp>
        <p:nvSpPr>
          <p:cNvPr id="6325" name="Google Shape;6325;p173"/>
          <p:cNvSpPr txBox="1"/>
          <p:nvPr/>
        </p:nvSpPr>
        <p:spPr>
          <a:xfrm>
            <a:off x="2936457" y="746935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First Use Enablement</a:t>
            </a:r>
            <a:endParaRPr i="0" sz="800" u="none" cap="none" strike="noStrike">
              <a:latin typeface="Salesforce Sans"/>
              <a:ea typeface="Salesforce Sans"/>
              <a:cs typeface="Salesforce Sans"/>
              <a:sym typeface="Salesforce Sans"/>
            </a:endParaRPr>
          </a:p>
        </p:txBody>
      </p:sp>
      <p:sp>
        <p:nvSpPr>
          <p:cNvPr id="6326" name="Google Shape;6326;p173"/>
          <p:cNvSpPr txBox="1"/>
          <p:nvPr/>
        </p:nvSpPr>
        <p:spPr>
          <a:xfrm>
            <a:off x="2936457" y="73207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a:t>
            </a:r>
            <a:endParaRPr i="0" sz="800" u="none" cap="none" strike="noStrike">
              <a:latin typeface="Salesforce Sans"/>
              <a:ea typeface="Salesforce Sans"/>
              <a:cs typeface="Salesforce Sans"/>
              <a:sym typeface="Salesforce Sans"/>
            </a:endParaRPr>
          </a:p>
        </p:txBody>
      </p:sp>
      <p:sp>
        <p:nvSpPr>
          <p:cNvPr id="6327" name="Google Shape;6327;p173"/>
          <p:cNvSpPr txBox="1"/>
          <p:nvPr/>
        </p:nvSpPr>
        <p:spPr>
          <a:xfrm>
            <a:off x="2936457" y="77938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6328" name="Google Shape;6328;p173"/>
          <p:cNvSpPr txBox="1"/>
          <p:nvPr/>
        </p:nvSpPr>
        <p:spPr>
          <a:xfrm>
            <a:off x="2936457" y="794249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Triage</a:t>
            </a:r>
            <a:endParaRPr i="0" sz="800" u="none" cap="none" strike="noStrike">
              <a:latin typeface="Salesforce Sans"/>
              <a:ea typeface="Salesforce Sans"/>
              <a:cs typeface="Salesforce Sans"/>
              <a:sym typeface="Salesforce Sans"/>
            </a:endParaRPr>
          </a:p>
        </p:txBody>
      </p:sp>
      <p:sp>
        <p:nvSpPr>
          <p:cNvPr id="6329" name="Google Shape;6329;p173"/>
          <p:cNvSpPr txBox="1"/>
          <p:nvPr/>
        </p:nvSpPr>
        <p:spPr>
          <a:xfrm>
            <a:off x="2936457" y="80911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 Fulfillment</a:t>
            </a:r>
            <a:endParaRPr i="0" sz="800" u="none" cap="none" strike="noStrike">
              <a:latin typeface="Salesforce Sans"/>
              <a:ea typeface="Salesforce Sans"/>
              <a:cs typeface="Salesforce Sans"/>
              <a:sym typeface="Salesforce Sans"/>
            </a:endParaRPr>
          </a:p>
        </p:txBody>
      </p:sp>
      <p:sp>
        <p:nvSpPr>
          <p:cNvPr id="6330" name="Google Shape;6330;p173"/>
          <p:cNvSpPr txBox="1"/>
          <p:nvPr/>
        </p:nvSpPr>
        <p:spPr>
          <a:xfrm>
            <a:off x="2936457" y="823971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6331" name="Google Shape;6331;p173"/>
          <p:cNvSpPr txBox="1"/>
          <p:nvPr/>
        </p:nvSpPr>
        <p:spPr>
          <a:xfrm>
            <a:off x="2936457" y="86734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and Product Inquiry</a:t>
            </a:r>
            <a:endParaRPr i="0" sz="800" u="none" cap="none" strike="noStrike">
              <a:latin typeface="Salesforce Sans"/>
              <a:ea typeface="Salesforce Sans"/>
              <a:cs typeface="Salesforce Sans"/>
              <a:sym typeface="Salesforce Sans"/>
            </a:endParaRPr>
          </a:p>
        </p:txBody>
      </p:sp>
      <p:sp>
        <p:nvSpPr>
          <p:cNvPr id="6332" name="Google Shape;6332;p173"/>
          <p:cNvSpPr txBox="1"/>
          <p:nvPr/>
        </p:nvSpPr>
        <p:spPr>
          <a:xfrm>
            <a:off x="2936457" y="838832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Pre-Work Brief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Post Work Summary</a:t>
            </a:r>
            <a:endParaRPr i="0" sz="800" u="none" cap="none" strike="noStrike">
              <a:latin typeface="Salesforce Sans"/>
              <a:ea typeface="Salesforce Sans"/>
              <a:cs typeface="Salesforce Sans"/>
              <a:sym typeface="Salesforce Sans"/>
            </a:endParaRPr>
          </a:p>
        </p:txBody>
      </p:sp>
      <p:sp>
        <p:nvSpPr>
          <p:cNvPr id="6333" name="Google Shape;6333;p173"/>
          <p:cNvSpPr txBox="1"/>
          <p:nvPr/>
        </p:nvSpPr>
        <p:spPr>
          <a:xfrm>
            <a:off x="2936457" y="88131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MACD</a:t>
            </a:r>
            <a:endParaRPr i="0" sz="800" u="none" cap="none" strike="noStrike">
              <a:latin typeface="Salesforce Sans"/>
              <a:ea typeface="Salesforce Sans"/>
              <a:cs typeface="Salesforce Sans"/>
              <a:sym typeface="Salesforce Sans"/>
            </a:endParaRPr>
          </a:p>
        </p:txBody>
      </p:sp>
      <p:sp>
        <p:nvSpPr>
          <p:cNvPr id="6334" name="Google Shape;6334;p173"/>
          <p:cNvSpPr txBox="1"/>
          <p:nvPr/>
        </p:nvSpPr>
        <p:spPr>
          <a:xfrm>
            <a:off x="2936457" y="89529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Billing </a:t>
            </a:r>
            <a:r>
              <a:rPr lang="en" sz="800">
                <a:latin typeface="Salesforce Sans"/>
                <a:ea typeface="Salesforce Sans"/>
                <a:cs typeface="Salesforce Sans"/>
                <a:sym typeface="Salesforce Sans"/>
              </a:rPr>
              <a:t>Resolution</a:t>
            </a:r>
            <a:endParaRPr i="0" sz="800" u="none" cap="none" strike="noStrike">
              <a:latin typeface="Salesforce Sans"/>
              <a:ea typeface="Salesforce Sans"/>
              <a:cs typeface="Salesforce Sans"/>
              <a:sym typeface="Salesforce Sans"/>
            </a:endParaRPr>
          </a:p>
        </p:txBody>
      </p:sp>
      <p:sp>
        <p:nvSpPr>
          <p:cNvPr id="6335" name="Google Shape;6335;p173"/>
          <p:cNvSpPr txBox="1"/>
          <p:nvPr/>
        </p:nvSpPr>
        <p:spPr>
          <a:xfrm>
            <a:off x="2936457" y="92325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Service Assistant</a:t>
            </a:r>
            <a:endParaRPr i="0" sz="800" u="none" cap="none" strike="noStrike">
              <a:latin typeface="Salesforce Sans"/>
              <a:ea typeface="Salesforce Sans"/>
              <a:cs typeface="Salesforce Sans"/>
              <a:sym typeface="Salesforce Sans"/>
            </a:endParaRPr>
          </a:p>
        </p:txBody>
      </p:sp>
      <p:sp>
        <p:nvSpPr>
          <p:cNvPr id="6336" name="Google Shape;6336;p173"/>
          <p:cNvSpPr txBox="1"/>
          <p:nvPr/>
        </p:nvSpPr>
        <p:spPr>
          <a:xfrm>
            <a:off x="2936457" y="937235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General FAQ &amp; Knowledge</a:t>
            </a:r>
            <a:endParaRPr i="0" sz="800" u="none" cap="none" strike="noStrike">
              <a:latin typeface="Salesforce Sans"/>
              <a:ea typeface="Salesforce Sans"/>
              <a:cs typeface="Salesforce Sans"/>
              <a:sym typeface="Salesforce Sans"/>
            </a:endParaRPr>
          </a:p>
        </p:txBody>
      </p:sp>
      <p:sp>
        <p:nvSpPr>
          <p:cNvPr id="6337" name="Google Shape;6337;p173"/>
          <p:cNvSpPr txBox="1"/>
          <p:nvPr/>
        </p:nvSpPr>
        <p:spPr>
          <a:xfrm>
            <a:off x="2936457" y="90927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a:t>
            </a:r>
            <a:endParaRPr i="0" sz="800" u="none" cap="none" strike="noStrike">
              <a:latin typeface="Salesforce Sans"/>
              <a:ea typeface="Salesforce Sans"/>
              <a:cs typeface="Salesforce Sans"/>
              <a:sym typeface="Salesforce Sans"/>
            </a:endParaRPr>
          </a:p>
        </p:txBody>
      </p:sp>
      <p:sp>
        <p:nvSpPr>
          <p:cNvPr id="6338" name="Google Shape;6338;p173"/>
          <p:cNvSpPr txBox="1"/>
          <p:nvPr/>
        </p:nvSpPr>
        <p:spPr>
          <a:xfrm>
            <a:off x="2936457" y="65939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 And Activation</a:t>
            </a:r>
            <a:endParaRPr i="0" sz="800" u="none" cap="none" strike="noStrike">
              <a:latin typeface="Salesforce Sans"/>
              <a:ea typeface="Salesforce Sans"/>
              <a:cs typeface="Salesforce Sans"/>
              <a:sym typeface="Salesforce Sans"/>
            </a:endParaRPr>
          </a:p>
        </p:txBody>
      </p:sp>
      <p:sp>
        <p:nvSpPr>
          <p:cNvPr id="6339" name="Google Shape;6339;p173"/>
          <p:cNvSpPr txBox="1"/>
          <p:nvPr/>
        </p:nvSpPr>
        <p:spPr>
          <a:xfrm>
            <a:off x="2936457" y="672489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6340" name="Google Shape;6340;p173"/>
          <p:cNvSpPr txBox="1"/>
          <p:nvPr/>
        </p:nvSpPr>
        <p:spPr>
          <a:xfrm>
            <a:off x="2936457" y="68558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6341" name="Google Shape;6341;p173"/>
          <p:cNvSpPr txBox="1"/>
          <p:nvPr/>
        </p:nvSpPr>
        <p:spPr>
          <a:xfrm>
            <a:off x="2936457" y="70235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Verification</a:t>
            </a:r>
            <a:endParaRPr i="0" sz="800" u="none" cap="none" strike="noStrike">
              <a:latin typeface="Salesforce Sans"/>
              <a:ea typeface="Salesforce Sans"/>
              <a:cs typeface="Salesforce Sans"/>
              <a:sym typeface="Salesforce Sans"/>
            </a:endParaRPr>
          </a:p>
        </p:txBody>
      </p:sp>
      <p:sp>
        <p:nvSpPr>
          <p:cNvPr id="6342" name="Google Shape;6342;p173"/>
          <p:cNvSpPr/>
          <p:nvPr/>
        </p:nvSpPr>
        <p:spPr>
          <a:xfrm>
            <a:off x="2799092" y="34599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3" name="Google Shape;6343;p173"/>
          <p:cNvSpPr/>
          <p:nvPr/>
        </p:nvSpPr>
        <p:spPr>
          <a:xfrm>
            <a:off x="2799092" y="53360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44" name="Google Shape;6344;p173"/>
          <p:cNvSpPr/>
          <p:nvPr/>
        </p:nvSpPr>
        <p:spPr>
          <a:xfrm>
            <a:off x="2799092" y="6284479"/>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5" name="Google Shape;6345;p173"/>
          <p:cNvSpPr/>
          <p:nvPr/>
        </p:nvSpPr>
        <p:spPr>
          <a:xfrm>
            <a:off x="2799092" y="9111372"/>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6" name="Google Shape;6346;p173"/>
          <p:cNvSpPr txBox="1"/>
          <p:nvPr/>
        </p:nvSpPr>
        <p:spPr>
          <a:xfrm>
            <a:off x="2936457" y="18421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Sales Revenue</a:t>
            </a:r>
            <a:endParaRPr i="0" sz="800" u="none" cap="none" strike="noStrike">
              <a:latin typeface="Salesforce Sans"/>
              <a:ea typeface="Salesforce Sans"/>
              <a:cs typeface="Salesforce Sans"/>
              <a:sym typeface="Salesforce Sans"/>
            </a:endParaRPr>
          </a:p>
        </p:txBody>
      </p:sp>
      <p:sp>
        <p:nvSpPr>
          <p:cNvPr id="6347" name="Google Shape;6347;p173"/>
          <p:cNvSpPr/>
          <p:nvPr/>
        </p:nvSpPr>
        <p:spPr>
          <a:xfrm>
            <a:off x="2799092" y="18606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48" name="Google Shape;6348;p173"/>
          <p:cNvSpPr txBox="1"/>
          <p:nvPr/>
        </p:nvSpPr>
        <p:spPr>
          <a:xfrm>
            <a:off x="2936457" y="1997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t>
            </a:r>
            <a:r>
              <a:rPr lang="en" sz="800">
                <a:latin typeface="Salesforce Sans"/>
                <a:ea typeface="Salesforce Sans"/>
                <a:cs typeface="Salesforce Sans"/>
                <a:sym typeface="Salesforce Sans"/>
              </a:rPr>
              <a:t>Coach</a:t>
            </a:r>
            <a:endParaRPr i="0" sz="800" u="none" cap="none" strike="noStrike">
              <a:latin typeface="Salesforce Sans"/>
              <a:ea typeface="Salesforce Sans"/>
              <a:cs typeface="Salesforce Sans"/>
              <a:sym typeface="Salesforce Sans"/>
            </a:endParaRPr>
          </a:p>
        </p:txBody>
      </p:sp>
      <p:sp>
        <p:nvSpPr>
          <p:cNvPr id="6349" name="Google Shape;6349;p173"/>
          <p:cNvSpPr/>
          <p:nvPr/>
        </p:nvSpPr>
        <p:spPr>
          <a:xfrm>
            <a:off x="2799092" y="20156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50" name="Google Shape;6350;p173"/>
          <p:cNvSpPr txBox="1"/>
          <p:nvPr/>
        </p:nvSpPr>
        <p:spPr>
          <a:xfrm>
            <a:off x="2936457" y="215220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Manage Deals</a:t>
            </a:r>
            <a:endParaRPr i="0" sz="800" u="none" cap="none" strike="noStrike">
              <a:latin typeface="Salesforce Sans"/>
              <a:ea typeface="Salesforce Sans"/>
              <a:cs typeface="Salesforce Sans"/>
              <a:sym typeface="Salesforce Sans"/>
            </a:endParaRPr>
          </a:p>
        </p:txBody>
      </p:sp>
      <p:sp>
        <p:nvSpPr>
          <p:cNvPr id="6351" name="Google Shape;6351;p173"/>
          <p:cNvSpPr/>
          <p:nvPr/>
        </p:nvSpPr>
        <p:spPr>
          <a:xfrm>
            <a:off x="2799092" y="21706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2" name="Google Shape;6352;p173"/>
          <p:cNvSpPr txBox="1"/>
          <p:nvPr/>
        </p:nvSpPr>
        <p:spPr>
          <a:xfrm>
            <a:off x="2936457" y="23225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Forecast Guidance</a:t>
            </a:r>
            <a:endParaRPr i="0" sz="800" u="none" cap="none" strike="noStrike">
              <a:latin typeface="Salesforce Sans"/>
              <a:ea typeface="Salesforce Sans"/>
              <a:cs typeface="Salesforce Sans"/>
              <a:sym typeface="Salesforce Sans"/>
            </a:endParaRPr>
          </a:p>
        </p:txBody>
      </p:sp>
      <p:sp>
        <p:nvSpPr>
          <p:cNvPr id="6353" name="Google Shape;6353;p173"/>
          <p:cNvSpPr/>
          <p:nvPr/>
        </p:nvSpPr>
        <p:spPr>
          <a:xfrm>
            <a:off x="2799092" y="234096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4" name="Google Shape;6354;p173"/>
          <p:cNvSpPr txBox="1"/>
          <p:nvPr/>
        </p:nvSpPr>
        <p:spPr>
          <a:xfrm>
            <a:off x="2936457" y="24782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355" name="Google Shape;6355;p173"/>
          <p:cNvSpPr/>
          <p:nvPr/>
        </p:nvSpPr>
        <p:spPr>
          <a:xfrm>
            <a:off x="2799092" y="2496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6" name="Google Shape;6356;p173"/>
          <p:cNvSpPr txBox="1"/>
          <p:nvPr/>
        </p:nvSpPr>
        <p:spPr>
          <a:xfrm>
            <a:off x="2936457" y="27850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Scenario Modelling</a:t>
            </a:r>
            <a:endParaRPr i="0" sz="800" u="none" cap="none" strike="noStrike">
              <a:latin typeface="Salesforce Sans"/>
              <a:ea typeface="Salesforce Sans"/>
              <a:cs typeface="Salesforce Sans"/>
              <a:sym typeface="Salesforce Sans"/>
            </a:endParaRPr>
          </a:p>
        </p:txBody>
      </p:sp>
      <p:sp>
        <p:nvSpPr>
          <p:cNvPr id="6357" name="Google Shape;6357;p173"/>
          <p:cNvSpPr/>
          <p:nvPr/>
        </p:nvSpPr>
        <p:spPr>
          <a:xfrm>
            <a:off x="2799092" y="2803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8" name="Google Shape;6358;p173"/>
          <p:cNvSpPr/>
          <p:nvPr/>
        </p:nvSpPr>
        <p:spPr>
          <a:xfrm>
            <a:off x="2799092" y="29724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9" name="Google Shape;6359;p173"/>
          <p:cNvSpPr/>
          <p:nvPr/>
        </p:nvSpPr>
        <p:spPr>
          <a:xfrm>
            <a:off x="2799092" y="3128037"/>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0" name="Google Shape;6360;p173"/>
          <p:cNvSpPr txBox="1"/>
          <p:nvPr/>
        </p:nvSpPr>
        <p:spPr>
          <a:xfrm>
            <a:off x="2936457" y="26316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6361" name="Google Shape;6361;p173"/>
          <p:cNvSpPr/>
          <p:nvPr/>
        </p:nvSpPr>
        <p:spPr>
          <a:xfrm>
            <a:off x="2799092" y="265009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2" name="Google Shape;6362;p173"/>
          <p:cNvSpPr/>
          <p:nvPr/>
        </p:nvSpPr>
        <p:spPr>
          <a:xfrm>
            <a:off x="2799092" y="39054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3" name="Google Shape;6363;p173"/>
          <p:cNvSpPr/>
          <p:nvPr/>
        </p:nvSpPr>
        <p:spPr>
          <a:xfrm>
            <a:off x="2799092" y="421474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4" name="Google Shape;6364;p173"/>
          <p:cNvSpPr/>
          <p:nvPr/>
        </p:nvSpPr>
        <p:spPr>
          <a:xfrm>
            <a:off x="2799092" y="405899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5" name="Google Shape;6365;p173"/>
          <p:cNvSpPr/>
          <p:nvPr/>
        </p:nvSpPr>
        <p:spPr>
          <a:xfrm>
            <a:off x="2799092" y="436811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6" name="Google Shape;6366;p173"/>
          <p:cNvSpPr/>
          <p:nvPr/>
        </p:nvSpPr>
        <p:spPr>
          <a:xfrm>
            <a:off x="2799092" y="518029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6367" name="Google Shape;6367;p173"/>
          <p:cNvSpPr/>
          <p:nvPr/>
        </p:nvSpPr>
        <p:spPr>
          <a:xfrm>
            <a:off x="2799092" y="612872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8" name="Google Shape;6368;p173"/>
          <p:cNvSpPr/>
          <p:nvPr/>
        </p:nvSpPr>
        <p:spPr>
          <a:xfrm>
            <a:off x="2799092" y="7812490"/>
            <a:ext cx="91200" cy="91200"/>
          </a:xfrm>
          <a:prstGeom prst="ellipse">
            <a:avLst/>
          </a:prstGeom>
          <a:solidFill>
            <a:srgbClr val="08ABED"/>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69" name="Google Shape;6369;p173"/>
          <p:cNvSpPr/>
          <p:nvPr/>
        </p:nvSpPr>
        <p:spPr>
          <a:xfrm>
            <a:off x="2799092" y="810971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0" name="Google Shape;6370;p173"/>
          <p:cNvSpPr/>
          <p:nvPr/>
        </p:nvSpPr>
        <p:spPr>
          <a:xfrm>
            <a:off x="2799092" y="825832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1" name="Google Shape;6371;p173"/>
          <p:cNvSpPr/>
          <p:nvPr/>
        </p:nvSpPr>
        <p:spPr>
          <a:xfrm>
            <a:off x="2799092" y="86920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2" name="Google Shape;6372;p173"/>
          <p:cNvSpPr/>
          <p:nvPr/>
        </p:nvSpPr>
        <p:spPr>
          <a:xfrm>
            <a:off x="2799092" y="840693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3" name="Google Shape;6373;p173"/>
          <p:cNvSpPr/>
          <p:nvPr/>
        </p:nvSpPr>
        <p:spPr>
          <a:xfrm>
            <a:off x="2799092" y="8831791"/>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4" name="Google Shape;6374;p173"/>
          <p:cNvSpPr/>
          <p:nvPr/>
        </p:nvSpPr>
        <p:spPr>
          <a:xfrm>
            <a:off x="2799092" y="897158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5" name="Google Shape;6375;p173"/>
          <p:cNvSpPr/>
          <p:nvPr/>
        </p:nvSpPr>
        <p:spPr>
          <a:xfrm>
            <a:off x="2799092" y="939095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6" name="Google Shape;6376;p173"/>
          <p:cNvSpPr/>
          <p:nvPr/>
        </p:nvSpPr>
        <p:spPr>
          <a:xfrm>
            <a:off x="2799092" y="66125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7" name="Google Shape;6377;p173"/>
          <p:cNvSpPr/>
          <p:nvPr/>
        </p:nvSpPr>
        <p:spPr>
          <a:xfrm>
            <a:off x="2799092" y="73393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8" name="Google Shape;6378;p173"/>
          <p:cNvSpPr/>
          <p:nvPr/>
        </p:nvSpPr>
        <p:spPr>
          <a:xfrm>
            <a:off x="2799092" y="45238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79" name="Google Shape;6379;p173"/>
          <p:cNvSpPr/>
          <p:nvPr/>
        </p:nvSpPr>
        <p:spPr>
          <a:xfrm>
            <a:off x="2799092" y="4698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0" name="Google Shape;6380;p173"/>
          <p:cNvSpPr/>
          <p:nvPr/>
        </p:nvSpPr>
        <p:spPr>
          <a:xfrm>
            <a:off x="2799092" y="4852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1" name="Google Shape;6381;p173"/>
          <p:cNvSpPr/>
          <p:nvPr/>
        </p:nvSpPr>
        <p:spPr>
          <a:xfrm>
            <a:off x="2799092" y="32839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2" name="Google Shape;6382;p173"/>
          <p:cNvSpPr txBox="1"/>
          <p:nvPr/>
        </p:nvSpPr>
        <p:spPr>
          <a:xfrm>
            <a:off x="2936457" y="37134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Store Performance</a:t>
            </a:r>
            <a:endParaRPr i="0" sz="800" u="none" cap="none" strike="noStrike">
              <a:latin typeface="Salesforce Sans"/>
              <a:ea typeface="Salesforce Sans"/>
              <a:cs typeface="Salesforce Sans"/>
              <a:sym typeface="Salesforce Sans"/>
            </a:endParaRPr>
          </a:p>
        </p:txBody>
      </p:sp>
      <p:sp>
        <p:nvSpPr>
          <p:cNvPr id="6383" name="Google Shape;6383;p173"/>
          <p:cNvSpPr/>
          <p:nvPr/>
        </p:nvSpPr>
        <p:spPr>
          <a:xfrm>
            <a:off x="2799092" y="37318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4" name="Google Shape;6384;p173"/>
          <p:cNvSpPr/>
          <p:nvPr/>
        </p:nvSpPr>
        <p:spPr>
          <a:xfrm>
            <a:off x="2799092" y="502692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highlight>
                <a:srgbClr val="022AC0"/>
              </a:highlight>
              <a:latin typeface="Salesforce Sans"/>
              <a:ea typeface="Salesforce Sans"/>
              <a:cs typeface="Salesforce Sans"/>
              <a:sym typeface="Salesforce Sans"/>
            </a:endParaRPr>
          </a:p>
        </p:txBody>
      </p:sp>
      <p:sp>
        <p:nvSpPr>
          <p:cNvPr id="6385" name="Google Shape;6385;p173"/>
          <p:cNvSpPr/>
          <p:nvPr/>
        </p:nvSpPr>
        <p:spPr>
          <a:xfrm>
            <a:off x="2799092" y="549180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6" name="Google Shape;6386;p173"/>
          <p:cNvSpPr/>
          <p:nvPr/>
        </p:nvSpPr>
        <p:spPr>
          <a:xfrm>
            <a:off x="2799092" y="5972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7" name="Google Shape;6387;p173"/>
          <p:cNvSpPr/>
          <p:nvPr/>
        </p:nvSpPr>
        <p:spPr>
          <a:xfrm>
            <a:off x="2799092" y="581959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8" name="Google Shape;6388;p173"/>
          <p:cNvSpPr/>
          <p:nvPr/>
        </p:nvSpPr>
        <p:spPr>
          <a:xfrm>
            <a:off x="2799092" y="64402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9" name="Google Shape;6389;p173"/>
          <p:cNvSpPr/>
          <p:nvPr/>
        </p:nvSpPr>
        <p:spPr>
          <a:xfrm>
            <a:off x="2799092" y="67434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0" name="Google Shape;6390;p173"/>
          <p:cNvSpPr/>
          <p:nvPr/>
        </p:nvSpPr>
        <p:spPr>
          <a:xfrm>
            <a:off x="2799092" y="68744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1" name="Google Shape;6391;p173"/>
          <p:cNvSpPr/>
          <p:nvPr/>
        </p:nvSpPr>
        <p:spPr>
          <a:xfrm>
            <a:off x="2799092" y="71907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2" name="Google Shape;6392;p173"/>
          <p:cNvSpPr/>
          <p:nvPr/>
        </p:nvSpPr>
        <p:spPr>
          <a:xfrm>
            <a:off x="2799092" y="704212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3" name="Google Shape;6393;p173"/>
          <p:cNvSpPr/>
          <p:nvPr/>
        </p:nvSpPr>
        <p:spPr>
          <a:xfrm>
            <a:off x="2799092" y="74879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4" name="Google Shape;6394;p173"/>
          <p:cNvSpPr/>
          <p:nvPr/>
        </p:nvSpPr>
        <p:spPr>
          <a:xfrm>
            <a:off x="2799092" y="79611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5" name="Google Shape;6395;p173"/>
          <p:cNvSpPr/>
          <p:nvPr/>
        </p:nvSpPr>
        <p:spPr>
          <a:xfrm>
            <a:off x="2799092" y="925116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96" name="Google Shape;6396;p173"/>
          <p:cNvSpPr txBox="1"/>
          <p:nvPr/>
        </p:nvSpPr>
        <p:spPr>
          <a:xfrm>
            <a:off x="2935148" y="56464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Grouping</a:t>
            </a:r>
            <a:endParaRPr i="0" sz="800" u="none" cap="none" strike="noStrike">
              <a:latin typeface="Salesforce Sans"/>
              <a:ea typeface="Salesforce Sans"/>
              <a:cs typeface="Salesforce Sans"/>
              <a:sym typeface="Salesforce Sans"/>
            </a:endParaRPr>
          </a:p>
        </p:txBody>
      </p:sp>
      <p:sp>
        <p:nvSpPr>
          <p:cNvPr id="6397" name="Google Shape;6397;p173"/>
          <p:cNvSpPr/>
          <p:nvPr/>
        </p:nvSpPr>
        <p:spPr>
          <a:xfrm>
            <a:off x="2797278" y="5665044"/>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8" name="Google Shape;6398;p173"/>
          <p:cNvSpPr txBox="1"/>
          <p:nvPr/>
        </p:nvSpPr>
        <p:spPr>
          <a:xfrm>
            <a:off x="2935140" y="76383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Selling</a:t>
            </a:r>
            <a:endParaRPr i="0" sz="800" u="none" cap="none" strike="noStrike">
              <a:latin typeface="Salesforce Sans"/>
              <a:ea typeface="Salesforce Sans"/>
              <a:cs typeface="Salesforce Sans"/>
              <a:sym typeface="Salesforce Sans"/>
            </a:endParaRPr>
          </a:p>
        </p:txBody>
      </p:sp>
      <p:sp>
        <p:nvSpPr>
          <p:cNvPr id="6399" name="Google Shape;6399;p173"/>
          <p:cNvSpPr/>
          <p:nvPr/>
        </p:nvSpPr>
        <p:spPr>
          <a:xfrm>
            <a:off x="2797267" y="765693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6400" name="Google Shape;6400;p173"/>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401" name="Google Shape;6401;p173"/>
          <p:cNvSpPr txBox="1"/>
          <p:nvPr/>
        </p:nvSpPr>
        <p:spPr>
          <a:xfrm>
            <a:off x="16781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402" name="Google Shape;6402;p173"/>
          <p:cNvGrpSpPr/>
          <p:nvPr/>
        </p:nvGrpSpPr>
        <p:grpSpPr>
          <a:xfrm>
            <a:off x="497950" y="1867456"/>
            <a:ext cx="952566" cy="449700"/>
            <a:chOff x="755108" y="1946374"/>
            <a:chExt cx="1322458" cy="449700"/>
          </a:xfrm>
        </p:grpSpPr>
        <p:sp>
          <p:nvSpPr>
            <p:cNvPr id="6403" name="Google Shape;6403;p173"/>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04" name="Google Shape;6404;p173"/>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a:t>
              </a:r>
              <a:endParaRPr sz="1600">
                <a:latin typeface="Avant Garde Demi SFDC"/>
                <a:ea typeface="Avant Garde Demi SFDC"/>
                <a:cs typeface="Avant Garde Demi SFDC"/>
                <a:sym typeface="Avant Garde Demi SFDC"/>
              </a:endParaRPr>
            </a:p>
          </p:txBody>
        </p:sp>
      </p:grpSp>
      <p:sp>
        <p:nvSpPr>
          <p:cNvPr id="6405" name="Google Shape;6405;p173"/>
          <p:cNvSpPr txBox="1"/>
          <p:nvPr/>
        </p:nvSpPr>
        <p:spPr>
          <a:xfrm>
            <a:off x="293696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406" name="Google Shape;6406;p173"/>
          <p:cNvSpPr txBox="1"/>
          <p:nvPr/>
        </p:nvSpPr>
        <p:spPr>
          <a:xfrm>
            <a:off x="1678102" y="1845619"/>
            <a:ext cx="9525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GTM Operations</a:t>
            </a:r>
            <a:endParaRPr sz="1600"/>
          </a:p>
        </p:txBody>
      </p:sp>
      <p:grpSp>
        <p:nvGrpSpPr>
          <p:cNvPr id="6407" name="Google Shape;6407;p173"/>
          <p:cNvGrpSpPr/>
          <p:nvPr/>
        </p:nvGrpSpPr>
        <p:grpSpPr>
          <a:xfrm>
            <a:off x="497991" y="7043359"/>
            <a:ext cx="952525" cy="449700"/>
            <a:chOff x="755165" y="1951713"/>
            <a:chExt cx="1322400" cy="449700"/>
          </a:xfrm>
        </p:grpSpPr>
        <p:sp>
          <p:nvSpPr>
            <p:cNvPr id="6408" name="Google Shape;6408;p173"/>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09" name="Google Shape;6409;p173"/>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Customer Care</a:t>
              </a:r>
              <a:endParaRPr sz="1600">
                <a:latin typeface="Avant Garde Demi SFDC"/>
                <a:ea typeface="Avant Garde Demi SFDC"/>
                <a:cs typeface="Avant Garde Demi SFDC"/>
                <a:sym typeface="Avant Garde Demi SFDC"/>
              </a:endParaRPr>
            </a:p>
          </p:txBody>
        </p:sp>
      </p:grpSp>
      <p:sp>
        <p:nvSpPr>
          <p:cNvPr id="6410" name="Google Shape;6410;p173"/>
          <p:cNvSpPr/>
          <p:nvPr/>
        </p:nvSpPr>
        <p:spPr>
          <a:xfrm>
            <a:off x="1678107" y="9544491"/>
            <a:ext cx="9732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Strategy </a:t>
            </a:r>
            <a:r>
              <a:rPr b="1" lang="en" sz="900">
                <a:solidFill>
                  <a:srgbClr val="066AFE"/>
                </a:solidFill>
                <a:latin typeface="Salesforce Sans"/>
                <a:ea typeface="Salesforce Sans"/>
                <a:cs typeface="Salesforce Sans"/>
                <a:sym typeface="Salesforce Sans"/>
              </a:rPr>
              <a:t>&amp;</a:t>
            </a:r>
            <a:r>
              <a:rPr b="1" i="0" lang="en" sz="900" u="none" cap="none" strike="noStrike">
                <a:solidFill>
                  <a:srgbClr val="066AFE"/>
                </a:solidFill>
                <a:latin typeface="Salesforce Sans"/>
                <a:ea typeface="Salesforce Sans"/>
                <a:cs typeface="Salesforce Sans"/>
                <a:sym typeface="Salesforce Sans"/>
              </a:rPr>
              <a:t> Direction </a:t>
            </a:r>
            <a:endParaRPr b="1" i="0" sz="900" u="none" cap="none" strike="noStrike">
              <a:solidFill>
                <a:srgbClr val="066AFE"/>
              </a:solidFill>
              <a:latin typeface="Salesforce Sans"/>
              <a:ea typeface="Salesforce Sans"/>
              <a:cs typeface="Salesforce Sans"/>
              <a:sym typeface="Salesforce Sans"/>
            </a:endParaRPr>
          </a:p>
        </p:txBody>
      </p:sp>
      <p:sp>
        <p:nvSpPr>
          <p:cNvPr id="6411" name="Google Shape;6411;p173"/>
          <p:cNvSpPr txBox="1"/>
          <p:nvPr/>
        </p:nvSpPr>
        <p:spPr>
          <a:xfrm>
            <a:off x="2936457" y="9543964"/>
            <a:ext cx="1492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Competitive Analysis</a:t>
            </a:r>
            <a:endParaRPr i="0" sz="800" u="none" cap="none" strike="noStrike">
              <a:latin typeface="Salesforce Sans"/>
              <a:ea typeface="Salesforce Sans"/>
              <a:cs typeface="Salesforce Sans"/>
              <a:sym typeface="Salesforce Sans"/>
            </a:endParaRPr>
          </a:p>
        </p:txBody>
      </p:sp>
      <p:sp>
        <p:nvSpPr>
          <p:cNvPr id="6412" name="Google Shape;6412;p173"/>
          <p:cNvSpPr txBox="1"/>
          <p:nvPr/>
        </p:nvSpPr>
        <p:spPr>
          <a:xfrm>
            <a:off x="2936457" y="96836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Strategy Modeling</a:t>
            </a:r>
            <a:endParaRPr i="0" sz="800" u="none" cap="none" strike="noStrike">
              <a:latin typeface="Salesforce Sans"/>
              <a:ea typeface="Salesforce Sans"/>
              <a:cs typeface="Salesforce Sans"/>
              <a:sym typeface="Salesforce Sans"/>
            </a:endParaRPr>
          </a:p>
        </p:txBody>
      </p:sp>
      <p:sp>
        <p:nvSpPr>
          <p:cNvPr id="6413" name="Google Shape;6413;p173"/>
          <p:cNvSpPr txBox="1"/>
          <p:nvPr/>
        </p:nvSpPr>
        <p:spPr>
          <a:xfrm>
            <a:off x="2936457" y="98233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Initiative Planning</a:t>
            </a:r>
            <a:endParaRPr i="0" sz="800" u="none" cap="none" strike="noStrike">
              <a:latin typeface="Salesforce Sans"/>
              <a:ea typeface="Salesforce Sans"/>
              <a:cs typeface="Salesforce Sans"/>
              <a:sym typeface="Salesforce Sans"/>
            </a:endParaRPr>
          </a:p>
        </p:txBody>
      </p:sp>
      <p:sp>
        <p:nvSpPr>
          <p:cNvPr id="6414" name="Google Shape;6414;p173"/>
          <p:cNvSpPr/>
          <p:nvPr/>
        </p:nvSpPr>
        <p:spPr>
          <a:xfrm>
            <a:off x="2799092" y="97021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415" name="Google Shape;6415;p173"/>
          <p:cNvSpPr/>
          <p:nvPr/>
        </p:nvSpPr>
        <p:spPr>
          <a:xfrm>
            <a:off x="2799092" y="9562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416" name="Google Shape;6416;p173"/>
          <p:cNvSpPr/>
          <p:nvPr/>
        </p:nvSpPr>
        <p:spPr>
          <a:xfrm>
            <a:off x="2799092" y="98419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6417" name="Google Shape;6417;p173"/>
          <p:cNvGrpSpPr/>
          <p:nvPr/>
        </p:nvGrpSpPr>
        <p:grpSpPr>
          <a:xfrm>
            <a:off x="497991" y="9571870"/>
            <a:ext cx="952525" cy="449700"/>
            <a:chOff x="755165" y="1979727"/>
            <a:chExt cx="1322400" cy="449700"/>
          </a:xfrm>
        </p:grpSpPr>
        <p:sp>
          <p:nvSpPr>
            <p:cNvPr id="6418" name="Google Shape;6418;p173"/>
            <p:cNvSpPr/>
            <p:nvPr/>
          </p:nvSpPr>
          <p:spPr>
            <a:xfrm>
              <a:off x="755165" y="197972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19" name="Google Shape;6419;p173"/>
            <p:cNvSpPr txBox="1"/>
            <p:nvPr/>
          </p:nvSpPr>
          <p:spPr>
            <a:xfrm>
              <a:off x="888815" y="214217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1600">
                <a:latin typeface="Avant Garde Demi SFDC"/>
                <a:ea typeface="Avant Garde Demi SFDC"/>
                <a:cs typeface="Avant Garde Demi SFDC"/>
                <a:sym typeface="Avant Garde Demi SFDC"/>
              </a:endParaRPr>
            </a:p>
          </p:txBody>
        </p:sp>
      </p:grpSp>
      <p:sp>
        <p:nvSpPr>
          <p:cNvPr id="6420" name="Google Shape;6420;p173"/>
          <p:cNvSpPr/>
          <p:nvPr/>
        </p:nvSpPr>
        <p:spPr>
          <a:xfrm>
            <a:off x="5922089" y="2456259"/>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Promotions Design </a:t>
            </a:r>
            <a:endParaRPr b="1" i="0" sz="900" u="none" cap="none" strike="noStrike">
              <a:solidFill>
                <a:srgbClr val="066AFE"/>
              </a:solidFill>
              <a:latin typeface="Salesforce Sans"/>
              <a:ea typeface="Salesforce Sans"/>
              <a:cs typeface="Salesforce Sans"/>
              <a:sym typeface="Salesforce Sans"/>
            </a:endParaRPr>
          </a:p>
        </p:txBody>
      </p:sp>
      <p:sp>
        <p:nvSpPr>
          <p:cNvPr id="6421" name="Google Shape;6421;p173"/>
          <p:cNvSpPr/>
          <p:nvPr/>
        </p:nvSpPr>
        <p:spPr>
          <a:xfrm>
            <a:off x="5922089" y="3238833"/>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Performance Marketing </a:t>
            </a:r>
            <a:endParaRPr b="1" i="0" sz="900" u="none" cap="none" strike="noStrike">
              <a:solidFill>
                <a:srgbClr val="066AFE"/>
              </a:solidFill>
              <a:latin typeface="Salesforce Sans"/>
              <a:ea typeface="Salesforce Sans"/>
              <a:cs typeface="Salesforce Sans"/>
              <a:sym typeface="Salesforce Sans"/>
            </a:endParaRPr>
          </a:p>
        </p:txBody>
      </p:sp>
      <p:sp>
        <p:nvSpPr>
          <p:cNvPr id="6422" name="Google Shape;6422;p173"/>
          <p:cNvSpPr/>
          <p:nvPr/>
        </p:nvSpPr>
        <p:spPr>
          <a:xfrm>
            <a:off x="5922089" y="397854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Brand Marketing </a:t>
            </a:r>
            <a:endParaRPr b="1" i="0" sz="900" u="none" cap="none" strike="noStrike">
              <a:solidFill>
                <a:srgbClr val="066AFE"/>
              </a:solidFill>
              <a:latin typeface="Salesforce Sans"/>
              <a:ea typeface="Salesforce Sans"/>
              <a:cs typeface="Salesforce Sans"/>
              <a:sym typeface="Salesforce Sans"/>
            </a:endParaRPr>
          </a:p>
        </p:txBody>
      </p:sp>
      <p:sp>
        <p:nvSpPr>
          <p:cNvPr id="6423" name="Google Shape;6423;p173"/>
          <p:cNvSpPr/>
          <p:nvPr/>
        </p:nvSpPr>
        <p:spPr>
          <a:xfrm>
            <a:off x="5922099" y="4600700"/>
            <a:ext cx="973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Digital Platform &amp; Ops </a:t>
            </a:r>
            <a:endParaRPr b="1" i="0" sz="900" u="none" cap="none" strike="noStrike">
              <a:solidFill>
                <a:srgbClr val="066AFE"/>
              </a:solidFill>
              <a:latin typeface="Salesforce Sans"/>
              <a:ea typeface="Salesforce Sans"/>
              <a:cs typeface="Salesforce Sans"/>
              <a:sym typeface="Salesforce Sans"/>
            </a:endParaRPr>
          </a:p>
        </p:txBody>
      </p:sp>
      <p:sp>
        <p:nvSpPr>
          <p:cNvPr id="6424" name="Google Shape;6424;p173"/>
          <p:cNvSpPr/>
          <p:nvPr/>
        </p:nvSpPr>
        <p:spPr>
          <a:xfrm>
            <a:off x="5922089" y="508020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Agency Mgmt. </a:t>
            </a:r>
            <a:endParaRPr b="1" i="0" sz="900" u="none" cap="none" strike="noStrike">
              <a:solidFill>
                <a:srgbClr val="066AFE"/>
              </a:solidFill>
              <a:latin typeface="Salesforce Sans"/>
              <a:ea typeface="Salesforce Sans"/>
              <a:cs typeface="Salesforce Sans"/>
              <a:sym typeface="Salesforce Sans"/>
            </a:endParaRPr>
          </a:p>
        </p:txBody>
      </p:sp>
      <p:sp>
        <p:nvSpPr>
          <p:cNvPr id="6425" name="Google Shape;6425;p173"/>
          <p:cNvSpPr/>
          <p:nvPr/>
        </p:nvSpPr>
        <p:spPr>
          <a:xfrm>
            <a:off x="5922089" y="5534911"/>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Base Management </a:t>
            </a:r>
            <a:endParaRPr b="1" i="0" sz="900" u="none" cap="none" strike="noStrike">
              <a:solidFill>
                <a:srgbClr val="066AFE"/>
              </a:solidFill>
              <a:latin typeface="Salesforce Sans"/>
              <a:ea typeface="Salesforce Sans"/>
              <a:cs typeface="Salesforce Sans"/>
              <a:sym typeface="Salesforce Sans"/>
            </a:endParaRPr>
          </a:p>
        </p:txBody>
      </p:sp>
      <p:sp>
        <p:nvSpPr>
          <p:cNvPr id="6426" name="Google Shape;6426;p173"/>
          <p:cNvSpPr/>
          <p:nvPr/>
        </p:nvSpPr>
        <p:spPr>
          <a:xfrm>
            <a:off x="5922089" y="6157032"/>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Portfolio Strategy </a:t>
            </a:r>
            <a:endParaRPr b="1" i="0" sz="900" u="none" cap="none" strike="noStrike">
              <a:solidFill>
                <a:srgbClr val="066AFE"/>
              </a:solidFill>
              <a:latin typeface="Salesforce Sans"/>
              <a:ea typeface="Salesforce Sans"/>
              <a:cs typeface="Salesforce Sans"/>
              <a:sym typeface="Salesforce Sans"/>
            </a:endParaRPr>
          </a:p>
        </p:txBody>
      </p:sp>
      <p:sp>
        <p:nvSpPr>
          <p:cNvPr id="6427" name="Google Shape;6427;p173"/>
          <p:cNvSpPr/>
          <p:nvPr/>
        </p:nvSpPr>
        <p:spPr>
          <a:xfrm>
            <a:off x="5922089" y="676163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Mobile Plan Development &amp; Mgmt</a:t>
            </a:r>
            <a:endParaRPr b="1" i="0" sz="900" u="none" cap="none" strike="noStrike">
              <a:solidFill>
                <a:srgbClr val="066AFE"/>
              </a:solidFill>
              <a:latin typeface="Salesforce Sans"/>
              <a:ea typeface="Salesforce Sans"/>
              <a:cs typeface="Salesforce Sans"/>
              <a:sym typeface="Salesforce Sans"/>
            </a:endParaRPr>
          </a:p>
        </p:txBody>
      </p:sp>
      <p:sp>
        <p:nvSpPr>
          <p:cNvPr id="6428" name="Google Shape;6428;p173"/>
          <p:cNvSpPr/>
          <p:nvPr/>
        </p:nvSpPr>
        <p:spPr>
          <a:xfrm>
            <a:off x="5922089" y="7376513"/>
            <a:ext cx="815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Add-Ons Deve</a:t>
            </a:r>
            <a:r>
              <a:rPr b="1" lang="en" sz="900">
                <a:solidFill>
                  <a:srgbClr val="066AFE"/>
                </a:solidFill>
                <a:latin typeface="Salesforce Sans"/>
                <a:ea typeface="Salesforce Sans"/>
                <a:cs typeface="Salesforce Sans"/>
                <a:sym typeface="Salesforce Sans"/>
              </a:rPr>
              <a:t>lopment</a:t>
            </a:r>
            <a:r>
              <a:rPr b="1" i="0" lang="en" sz="900" u="none" cap="none" strike="noStrike">
                <a:solidFill>
                  <a:srgbClr val="066AFE"/>
                </a:solidFill>
                <a:latin typeface="Salesforce Sans"/>
                <a:ea typeface="Salesforce Sans"/>
                <a:cs typeface="Salesforce Sans"/>
                <a:sym typeface="Salesforce Sans"/>
              </a:rPr>
              <a:t> &amp; Mgmt </a:t>
            </a:r>
            <a:endParaRPr b="1" i="0" sz="900" u="none" cap="none" strike="noStrike">
              <a:solidFill>
                <a:srgbClr val="066AFE"/>
              </a:solidFill>
              <a:latin typeface="Salesforce Sans"/>
              <a:ea typeface="Salesforce Sans"/>
              <a:cs typeface="Salesforce Sans"/>
              <a:sym typeface="Salesforce Sans"/>
            </a:endParaRPr>
          </a:p>
        </p:txBody>
      </p:sp>
      <p:sp>
        <p:nvSpPr>
          <p:cNvPr id="6429" name="Google Shape;6429;p173"/>
          <p:cNvSpPr/>
          <p:nvPr/>
        </p:nvSpPr>
        <p:spPr>
          <a:xfrm>
            <a:off x="5922089" y="7998514"/>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Device Portfolio Dev &amp; Mgmt </a:t>
            </a:r>
            <a:endParaRPr b="1" i="0" sz="900" u="none" cap="none" strike="noStrike">
              <a:solidFill>
                <a:srgbClr val="066AFE"/>
              </a:solidFill>
              <a:latin typeface="Salesforce Sans"/>
              <a:ea typeface="Salesforce Sans"/>
              <a:cs typeface="Salesforce Sans"/>
              <a:sym typeface="Salesforce Sans"/>
            </a:endParaRPr>
          </a:p>
        </p:txBody>
      </p:sp>
      <p:sp>
        <p:nvSpPr>
          <p:cNvPr id="6430" name="Google Shape;6430;p173"/>
          <p:cNvSpPr/>
          <p:nvPr/>
        </p:nvSpPr>
        <p:spPr>
          <a:xfrm>
            <a:off x="5922089" y="8606391"/>
            <a:ext cx="815400" cy="53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Broadband Development &amp; Mgmt </a:t>
            </a:r>
            <a:endParaRPr b="1" i="0" sz="900" u="none" cap="none" strike="noStrike">
              <a:solidFill>
                <a:srgbClr val="066AFE"/>
              </a:solidFill>
              <a:latin typeface="Salesforce Sans"/>
              <a:ea typeface="Salesforce Sans"/>
              <a:cs typeface="Salesforce Sans"/>
              <a:sym typeface="Salesforce Sans"/>
            </a:endParaRPr>
          </a:p>
        </p:txBody>
      </p:sp>
      <p:sp>
        <p:nvSpPr>
          <p:cNvPr id="6431" name="Google Shape;6431;p173"/>
          <p:cNvSpPr/>
          <p:nvPr/>
        </p:nvSpPr>
        <p:spPr>
          <a:xfrm>
            <a:off x="5922089" y="921165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Research and Innovation </a:t>
            </a:r>
            <a:endParaRPr b="1" i="0" sz="900" u="none" cap="none" strike="noStrike">
              <a:solidFill>
                <a:srgbClr val="066AFE"/>
              </a:solidFill>
              <a:latin typeface="Salesforce Sans"/>
              <a:ea typeface="Salesforce Sans"/>
              <a:cs typeface="Salesforce Sans"/>
              <a:sym typeface="Salesforce Sans"/>
            </a:endParaRPr>
          </a:p>
        </p:txBody>
      </p:sp>
      <p:sp>
        <p:nvSpPr>
          <p:cNvPr id="6432" name="Google Shape;6432;p173"/>
          <p:cNvSpPr txBox="1"/>
          <p:nvPr/>
        </p:nvSpPr>
        <p:spPr>
          <a:xfrm>
            <a:off x="7180022" y="199435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Score for Lead Record ID</a:t>
            </a:r>
            <a:endParaRPr i="0" sz="800" u="none" cap="none" strike="noStrike">
              <a:latin typeface="Salesforce Sans"/>
              <a:ea typeface="Salesforce Sans"/>
              <a:cs typeface="Salesforce Sans"/>
              <a:sym typeface="Salesforce Sans"/>
            </a:endParaRPr>
          </a:p>
        </p:txBody>
      </p:sp>
      <p:sp>
        <p:nvSpPr>
          <p:cNvPr id="6433" name="Google Shape;6433;p173"/>
          <p:cNvSpPr txBox="1"/>
          <p:nvPr/>
        </p:nvSpPr>
        <p:spPr>
          <a:xfrm>
            <a:off x="7180022" y="21477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6434" name="Google Shape;6434;p173"/>
          <p:cNvSpPr txBox="1"/>
          <p:nvPr/>
        </p:nvSpPr>
        <p:spPr>
          <a:xfrm>
            <a:off x="7180022" y="229166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6435" name="Google Shape;6435;p173"/>
          <p:cNvSpPr txBox="1"/>
          <p:nvPr/>
        </p:nvSpPr>
        <p:spPr>
          <a:xfrm>
            <a:off x="7180022" y="245104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36" name="Google Shape;6436;p173"/>
          <p:cNvSpPr txBox="1"/>
          <p:nvPr/>
        </p:nvSpPr>
        <p:spPr>
          <a:xfrm>
            <a:off x="7180022" y="274835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Price Allocation</a:t>
            </a:r>
            <a:endParaRPr i="0" sz="800" u="none" cap="none" strike="noStrike">
              <a:latin typeface="Salesforce Sans"/>
              <a:ea typeface="Salesforce Sans"/>
              <a:cs typeface="Salesforce Sans"/>
              <a:sym typeface="Salesforce Sans"/>
            </a:endParaRPr>
          </a:p>
        </p:txBody>
      </p:sp>
      <p:sp>
        <p:nvSpPr>
          <p:cNvPr id="6437" name="Google Shape;6437;p173"/>
          <p:cNvSpPr txBox="1"/>
          <p:nvPr/>
        </p:nvSpPr>
        <p:spPr>
          <a:xfrm>
            <a:off x="7180022" y="289700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6438" name="Google Shape;6438;p173"/>
          <p:cNvSpPr txBox="1"/>
          <p:nvPr/>
        </p:nvSpPr>
        <p:spPr>
          <a:xfrm>
            <a:off x="7180022" y="304565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i="0" sz="800" u="none" cap="none" strike="noStrike">
              <a:latin typeface="Salesforce Sans"/>
              <a:ea typeface="Salesforce Sans"/>
              <a:cs typeface="Salesforce Sans"/>
              <a:sym typeface="Salesforce Sans"/>
            </a:endParaRPr>
          </a:p>
        </p:txBody>
      </p:sp>
      <p:sp>
        <p:nvSpPr>
          <p:cNvPr id="6439" name="Google Shape;6439;p173"/>
          <p:cNvSpPr txBox="1"/>
          <p:nvPr/>
        </p:nvSpPr>
        <p:spPr>
          <a:xfrm>
            <a:off x="7180022" y="259969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6440" name="Google Shape;6440;p173"/>
          <p:cNvSpPr txBox="1"/>
          <p:nvPr/>
        </p:nvSpPr>
        <p:spPr>
          <a:xfrm>
            <a:off x="7180022" y="32240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41" name="Google Shape;6441;p173"/>
          <p:cNvSpPr txBox="1"/>
          <p:nvPr/>
        </p:nvSpPr>
        <p:spPr>
          <a:xfrm>
            <a:off x="7180022" y="352140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6442" name="Google Shape;6442;p173"/>
          <p:cNvSpPr txBox="1"/>
          <p:nvPr/>
        </p:nvSpPr>
        <p:spPr>
          <a:xfrm>
            <a:off x="7180022" y="365745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Draft a Campaign Brief</a:t>
            </a:r>
            <a:endParaRPr i="0" sz="800" u="none" cap="none" strike="noStrike">
              <a:latin typeface="Salesforce Sans"/>
              <a:ea typeface="Salesforce Sans"/>
              <a:cs typeface="Salesforce Sans"/>
              <a:sym typeface="Salesforce Sans"/>
            </a:endParaRPr>
          </a:p>
        </p:txBody>
      </p:sp>
      <p:sp>
        <p:nvSpPr>
          <p:cNvPr id="6443" name="Google Shape;6443;p173"/>
          <p:cNvSpPr txBox="1"/>
          <p:nvPr/>
        </p:nvSpPr>
        <p:spPr>
          <a:xfrm>
            <a:off x="7180022" y="33728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6444" name="Google Shape;6444;p173"/>
          <p:cNvSpPr txBox="1"/>
          <p:nvPr/>
        </p:nvSpPr>
        <p:spPr>
          <a:xfrm>
            <a:off x="7180022" y="39802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Voice Of The Customer</a:t>
            </a:r>
            <a:endParaRPr i="0" sz="800" u="none" cap="none" strike="noStrike">
              <a:latin typeface="Salesforce Sans"/>
              <a:ea typeface="Salesforce Sans"/>
              <a:cs typeface="Salesforce Sans"/>
              <a:sym typeface="Salesforce Sans"/>
            </a:endParaRPr>
          </a:p>
        </p:txBody>
      </p:sp>
      <p:sp>
        <p:nvSpPr>
          <p:cNvPr id="6445" name="Google Shape;6445;p173"/>
          <p:cNvSpPr txBox="1"/>
          <p:nvPr/>
        </p:nvSpPr>
        <p:spPr>
          <a:xfrm>
            <a:off x="7180022" y="37823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Journey Decisioning</a:t>
            </a:r>
            <a:endParaRPr i="0" sz="800" u="none" cap="none" strike="noStrike">
              <a:latin typeface="Salesforce Sans"/>
              <a:ea typeface="Salesforce Sans"/>
              <a:cs typeface="Salesforce Sans"/>
              <a:sym typeface="Salesforce Sans"/>
            </a:endParaRPr>
          </a:p>
        </p:txBody>
      </p:sp>
      <p:sp>
        <p:nvSpPr>
          <p:cNvPr id="6446" name="Google Shape;6446;p173"/>
          <p:cNvSpPr txBox="1"/>
          <p:nvPr/>
        </p:nvSpPr>
        <p:spPr>
          <a:xfrm>
            <a:off x="7180022" y="42849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6447" name="Google Shape;6447;p173"/>
          <p:cNvSpPr txBox="1"/>
          <p:nvPr/>
        </p:nvSpPr>
        <p:spPr>
          <a:xfrm>
            <a:off x="7180022" y="44337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Paid Media Optimization</a:t>
            </a:r>
            <a:endParaRPr i="0" sz="800" u="none" cap="none" strike="noStrike">
              <a:latin typeface="Salesforce Sans"/>
              <a:ea typeface="Salesforce Sans"/>
              <a:cs typeface="Salesforce Sans"/>
              <a:sym typeface="Salesforce Sans"/>
            </a:endParaRPr>
          </a:p>
        </p:txBody>
      </p:sp>
      <p:sp>
        <p:nvSpPr>
          <p:cNvPr id="6448" name="Google Shape;6448;p173"/>
          <p:cNvSpPr txBox="1"/>
          <p:nvPr/>
        </p:nvSpPr>
        <p:spPr>
          <a:xfrm>
            <a:off x="7180022" y="18416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a:t>
            </a:r>
            <a:r>
              <a:rPr i="0" lang="en" sz="800" u="none" cap="none" strike="noStrike">
                <a:latin typeface="Salesforce Sans"/>
                <a:ea typeface="Salesforce Sans"/>
                <a:cs typeface="Salesforce Sans"/>
                <a:sym typeface="Salesforce Sans"/>
              </a:rPr>
              <a:t>Identification</a:t>
            </a:r>
            <a:endParaRPr i="0" sz="800" u="none" cap="none" strike="noStrike">
              <a:latin typeface="Salesforce Sans"/>
              <a:ea typeface="Salesforce Sans"/>
              <a:cs typeface="Salesforce Sans"/>
              <a:sym typeface="Salesforce Sans"/>
            </a:endParaRPr>
          </a:p>
        </p:txBody>
      </p:sp>
      <p:sp>
        <p:nvSpPr>
          <p:cNvPr id="6449" name="Google Shape;6449;p173"/>
          <p:cNvSpPr txBox="1"/>
          <p:nvPr/>
        </p:nvSpPr>
        <p:spPr>
          <a:xfrm>
            <a:off x="7180022" y="41362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Brand Builder</a:t>
            </a:r>
            <a:endParaRPr i="0" sz="800" u="none" cap="none" strike="noStrike">
              <a:latin typeface="Salesforce Sans"/>
              <a:ea typeface="Salesforce Sans"/>
              <a:cs typeface="Salesforce Sans"/>
              <a:sym typeface="Salesforce Sans"/>
            </a:endParaRPr>
          </a:p>
        </p:txBody>
      </p:sp>
      <p:sp>
        <p:nvSpPr>
          <p:cNvPr id="6450" name="Google Shape;6450;p173"/>
          <p:cNvSpPr txBox="1"/>
          <p:nvPr/>
        </p:nvSpPr>
        <p:spPr>
          <a:xfrm>
            <a:off x="7180022" y="47512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6451" name="Google Shape;6451;p173"/>
          <p:cNvSpPr txBox="1"/>
          <p:nvPr/>
        </p:nvSpPr>
        <p:spPr>
          <a:xfrm>
            <a:off x="7180022" y="489979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Experience Testing</a:t>
            </a:r>
            <a:endParaRPr i="0" sz="800" u="none" cap="none" strike="noStrike">
              <a:latin typeface="Salesforce Sans"/>
              <a:ea typeface="Salesforce Sans"/>
              <a:cs typeface="Salesforce Sans"/>
              <a:sym typeface="Salesforce Sans"/>
            </a:endParaRPr>
          </a:p>
        </p:txBody>
      </p:sp>
      <p:sp>
        <p:nvSpPr>
          <p:cNvPr id="6452" name="Google Shape;6452;p173"/>
          <p:cNvSpPr txBox="1"/>
          <p:nvPr/>
        </p:nvSpPr>
        <p:spPr>
          <a:xfrm>
            <a:off x="7180022" y="50687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Discovery</a:t>
            </a:r>
            <a:endParaRPr i="0" sz="800" u="none" cap="none" strike="noStrike">
              <a:latin typeface="Salesforce Sans"/>
              <a:ea typeface="Salesforce Sans"/>
              <a:cs typeface="Salesforce Sans"/>
              <a:sym typeface="Salesforce Sans"/>
            </a:endParaRPr>
          </a:p>
        </p:txBody>
      </p:sp>
      <p:sp>
        <p:nvSpPr>
          <p:cNvPr id="6453" name="Google Shape;6453;p173"/>
          <p:cNvSpPr txBox="1"/>
          <p:nvPr/>
        </p:nvSpPr>
        <p:spPr>
          <a:xfrm>
            <a:off x="7180022" y="52175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Partnership Dev</a:t>
            </a:r>
            <a:endParaRPr i="0" sz="800" u="none" cap="none" strike="noStrike">
              <a:latin typeface="Salesforce Sans"/>
              <a:ea typeface="Salesforce Sans"/>
              <a:cs typeface="Salesforce Sans"/>
              <a:sym typeface="Salesforce Sans"/>
            </a:endParaRPr>
          </a:p>
        </p:txBody>
      </p:sp>
      <p:sp>
        <p:nvSpPr>
          <p:cNvPr id="6454" name="Google Shape;6454;p173"/>
          <p:cNvSpPr txBox="1"/>
          <p:nvPr/>
        </p:nvSpPr>
        <p:spPr>
          <a:xfrm>
            <a:off x="7180022" y="553506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a:t>
            </a:r>
            <a:endParaRPr i="0" sz="800" u="none" cap="none" strike="noStrike">
              <a:latin typeface="Salesforce Sans"/>
              <a:ea typeface="Salesforce Sans"/>
              <a:cs typeface="Salesforce Sans"/>
              <a:sym typeface="Salesforce Sans"/>
            </a:endParaRPr>
          </a:p>
        </p:txBody>
      </p:sp>
      <p:sp>
        <p:nvSpPr>
          <p:cNvPr id="6455" name="Google Shape;6455;p173"/>
          <p:cNvSpPr txBox="1"/>
          <p:nvPr/>
        </p:nvSpPr>
        <p:spPr>
          <a:xfrm>
            <a:off x="7180022" y="568357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6456" name="Google Shape;6456;p173"/>
          <p:cNvSpPr txBox="1"/>
          <p:nvPr/>
        </p:nvSpPr>
        <p:spPr>
          <a:xfrm>
            <a:off x="7180022" y="583222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6457" name="Google Shape;6457;p173"/>
          <p:cNvSpPr txBox="1"/>
          <p:nvPr/>
        </p:nvSpPr>
        <p:spPr>
          <a:xfrm>
            <a:off x="7180022" y="5366155"/>
            <a:ext cx="166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Performance</a:t>
            </a:r>
            <a:endParaRPr i="0" sz="800" u="none" cap="none" strike="noStrike">
              <a:latin typeface="Salesforce Sans"/>
              <a:ea typeface="Salesforce Sans"/>
              <a:cs typeface="Salesforce Sans"/>
              <a:sym typeface="Salesforce Sans"/>
            </a:endParaRPr>
          </a:p>
        </p:txBody>
      </p:sp>
      <p:sp>
        <p:nvSpPr>
          <p:cNvPr id="6458" name="Google Shape;6458;p173"/>
          <p:cNvSpPr txBox="1"/>
          <p:nvPr/>
        </p:nvSpPr>
        <p:spPr>
          <a:xfrm>
            <a:off x="7180022" y="5980878"/>
            <a:ext cx="16254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459" name="Google Shape;6459;p173"/>
          <p:cNvSpPr txBox="1"/>
          <p:nvPr/>
        </p:nvSpPr>
        <p:spPr>
          <a:xfrm>
            <a:off x="7180022" y="614978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Insights</a:t>
            </a:r>
            <a:endParaRPr i="0" sz="800" u="none" cap="none" strike="noStrike">
              <a:latin typeface="Salesforce Sans"/>
              <a:ea typeface="Salesforce Sans"/>
              <a:cs typeface="Salesforce Sans"/>
              <a:sym typeface="Salesforce Sans"/>
            </a:endParaRPr>
          </a:p>
        </p:txBody>
      </p:sp>
      <p:sp>
        <p:nvSpPr>
          <p:cNvPr id="6460" name="Google Shape;6460;p173"/>
          <p:cNvSpPr txBox="1"/>
          <p:nvPr/>
        </p:nvSpPr>
        <p:spPr>
          <a:xfrm>
            <a:off x="7180022" y="629844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Portfolio Positioning</a:t>
            </a:r>
            <a:endParaRPr i="0" sz="800" u="none" cap="none" strike="noStrike">
              <a:latin typeface="Salesforce Sans"/>
              <a:ea typeface="Salesforce Sans"/>
              <a:cs typeface="Salesforce Sans"/>
              <a:sym typeface="Salesforce Sans"/>
            </a:endParaRPr>
          </a:p>
        </p:txBody>
      </p:sp>
      <p:sp>
        <p:nvSpPr>
          <p:cNvPr id="6461" name="Google Shape;6461;p173"/>
          <p:cNvSpPr txBox="1"/>
          <p:nvPr/>
        </p:nvSpPr>
        <p:spPr>
          <a:xfrm>
            <a:off x="7180022" y="64470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Roadmap</a:t>
            </a:r>
            <a:endParaRPr i="0" sz="800" u="none" cap="none" strike="noStrike">
              <a:latin typeface="Salesforce Sans"/>
              <a:ea typeface="Salesforce Sans"/>
              <a:cs typeface="Salesforce Sans"/>
              <a:sym typeface="Salesforce Sans"/>
            </a:endParaRPr>
          </a:p>
        </p:txBody>
      </p:sp>
      <p:sp>
        <p:nvSpPr>
          <p:cNvPr id="6462" name="Google Shape;6462;p173"/>
          <p:cNvSpPr txBox="1"/>
          <p:nvPr/>
        </p:nvSpPr>
        <p:spPr>
          <a:xfrm>
            <a:off x="7180022" y="46024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Digital Experience</a:t>
            </a:r>
            <a:endParaRPr i="0" sz="800" u="none" cap="none" strike="noStrike">
              <a:latin typeface="Salesforce Sans"/>
              <a:ea typeface="Salesforce Sans"/>
              <a:cs typeface="Salesforce Sans"/>
              <a:sym typeface="Salesforce Sans"/>
            </a:endParaRPr>
          </a:p>
        </p:txBody>
      </p:sp>
      <p:sp>
        <p:nvSpPr>
          <p:cNvPr id="6463" name="Google Shape;6463;p173"/>
          <p:cNvSpPr txBox="1"/>
          <p:nvPr/>
        </p:nvSpPr>
        <p:spPr>
          <a:xfrm>
            <a:off x="7180022" y="67646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64" name="Google Shape;6464;p173"/>
          <p:cNvSpPr txBox="1"/>
          <p:nvPr/>
        </p:nvSpPr>
        <p:spPr>
          <a:xfrm>
            <a:off x="7180022" y="659574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Case</a:t>
            </a:r>
            <a:endParaRPr i="0" sz="800" u="none" cap="none" strike="noStrike">
              <a:latin typeface="Salesforce Sans"/>
              <a:ea typeface="Salesforce Sans"/>
              <a:cs typeface="Salesforce Sans"/>
              <a:sym typeface="Salesforce Sans"/>
            </a:endParaRPr>
          </a:p>
        </p:txBody>
      </p:sp>
      <p:sp>
        <p:nvSpPr>
          <p:cNvPr id="6465" name="Google Shape;6465;p173"/>
          <p:cNvSpPr txBox="1"/>
          <p:nvPr/>
        </p:nvSpPr>
        <p:spPr>
          <a:xfrm>
            <a:off x="7180022" y="691331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Plan Configuration</a:t>
            </a:r>
            <a:endParaRPr i="0" sz="800" u="none" cap="none" strike="noStrike">
              <a:latin typeface="Salesforce Sans"/>
              <a:ea typeface="Salesforce Sans"/>
              <a:cs typeface="Salesforce Sans"/>
              <a:sym typeface="Salesforce Sans"/>
            </a:endParaRPr>
          </a:p>
        </p:txBody>
      </p:sp>
      <p:sp>
        <p:nvSpPr>
          <p:cNvPr id="6466" name="Google Shape;6466;p173"/>
          <p:cNvSpPr txBox="1"/>
          <p:nvPr/>
        </p:nvSpPr>
        <p:spPr>
          <a:xfrm>
            <a:off x="7180022" y="70619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Promotions</a:t>
            </a:r>
            <a:endParaRPr i="0" sz="800" u="none" cap="none" strike="noStrike">
              <a:latin typeface="Salesforce Sans"/>
              <a:ea typeface="Salesforce Sans"/>
              <a:cs typeface="Salesforce Sans"/>
              <a:sym typeface="Salesforce Sans"/>
            </a:endParaRPr>
          </a:p>
        </p:txBody>
      </p:sp>
      <p:sp>
        <p:nvSpPr>
          <p:cNvPr id="6467" name="Google Shape;6467;p173"/>
          <p:cNvSpPr txBox="1"/>
          <p:nvPr/>
        </p:nvSpPr>
        <p:spPr>
          <a:xfrm>
            <a:off x="7180022" y="721061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68" name="Google Shape;6468;p173"/>
          <p:cNvSpPr txBox="1"/>
          <p:nvPr/>
        </p:nvSpPr>
        <p:spPr>
          <a:xfrm>
            <a:off x="7180022" y="737952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Insights</a:t>
            </a:r>
            <a:endParaRPr i="0" sz="800" u="none" cap="none" strike="noStrike">
              <a:latin typeface="Salesforce Sans"/>
              <a:ea typeface="Salesforce Sans"/>
              <a:cs typeface="Salesforce Sans"/>
              <a:sym typeface="Salesforce Sans"/>
            </a:endParaRPr>
          </a:p>
        </p:txBody>
      </p:sp>
      <p:sp>
        <p:nvSpPr>
          <p:cNvPr id="6469" name="Google Shape;6469;p173"/>
          <p:cNvSpPr txBox="1"/>
          <p:nvPr/>
        </p:nvSpPr>
        <p:spPr>
          <a:xfrm>
            <a:off x="7180022" y="767683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0" name="Google Shape;6470;p173"/>
          <p:cNvSpPr txBox="1"/>
          <p:nvPr/>
        </p:nvSpPr>
        <p:spPr>
          <a:xfrm>
            <a:off x="7180022" y="752818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Add-On Configuration</a:t>
            </a:r>
            <a:endParaRPr i="0" sz="800" u="none" cap="none" strike="noStrike">
              <a:latin typeface="Salesforce Sans"/>
              <a:ea typeface="Salesforce Sans"/>
              <a:cs typeface="Salesforce Sans"/>
              <a:sym typeface="Salesforce Sans"/>
            </a:endParaRPr>
          </a:p>
        </p:txBody>
      </p:sp>
      <p:sp>
        <p:nvSpPr>
          <p:cNvPr id="6471" name="Google Shape;6471;p173"/>
          <p:cNvSpPr txBox="1"/>
          <p:nvPr/>
        </p:nvSpPr>
        <p:spPr>
          <a:xfrm>
            <a:off x="7180022" y="782548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72" name="Google Shape;6472;p173"/>
          <p:cNvSpPr txBox="1"/>
          <p:nvPr/>
        </p:nvSpPr>
        <p:spPr>
          <a:xfrm>
            <a:off x="7180022" y="79943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473" name="Google Shape;6473;p173"/>
          <p:cNvSpPr txBox="1"/>
          <p:nvPr/>
        </p:nvSpPr>
        <p:spPr>
          <a:xfrm>
            <a:off x="7180022" y="82740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4" name="Google Shape;6474;p173"/>
          <p:cNvSpPr txBox="1"/>
          <p:nvPr/>
        </p:nvSpPr>
        <p:spPr>
          <a:xfrm>
            <a:off x="7180022" y="84138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Lifecycle</a:t>
            </a:r>
            <a:endParaRPr i="0" sz="800" u="none" cap="none" strike="noStrike">
              <a:latin typeface="Salesforce Sans"/>
              <a:ea typeface="Salesforce Sans"/>
              <a:cs typeface="Salesforce Sans"/>
              <a:sym typeface="Salesforce Sans"/>
            </a:endParaRPr>
          </a:p>
        </p:txBody>
      </p:sp>
      <p:sp>
        <p:nvSpPr>
          <p:cNvPr id="6475" name="Google Shape;6475;p173"/>
          <p:cNvSpPr txBox="1"/>
          <p:nvPr/>
        </p:nvSpPr>
        <p:spPr>
          <a:xfrm>
            <a:off x="7180022" y="813423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Portfolio</a:t>
            </a:r>
            <a:endParaRPr i="0" sz="800" u="none" cap="none" strike="noStrike">
              <a:latin typeface="Salesforce Sans"/>
              <a:ea typeface="Salesforce Sans"/>
              <a:cs typeface="Salesforce Sans"/>
              <a:sym typeface="Salesforce Sans"/>
            </a:endParaRPr>
          </a:p>
        </p:txBody>
      </p:sp>
      <p:sp>
        <p:nvSpPr>
          <p:cNvPr id="6476" name="Google Shape;6476;p173"/>
          <p:cNvSpPr txBox="1"/>
          <p:nvPr/>
        </p:nvSpPr>
        <p:spPr>
          <a:xfrm>
            <a:off x="7180022" y="860926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477" name="Google Shape;6477;p173"/>
          <p:cNvSpPr txBox="1"/>
          <p:nvPr/>
        </p:nvSpPr>
        <p:spPr>
          <a:xfrm>
            <a:off x="7180022" y="87490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Broadband Configuration</a:t>
            </a:r>
            <a:endParaRPr i="0" sz="800" u="none" cap="none" strike="noStrike">
              <a:latin typeface="Salesforce Sans"/>
              <a:ea typeface="Salesforce Sans"/>
              <a:cs typeface="Salesforce Sans"/>
              <a:sym typeface="Salesforce Sans"/>
            </a:endParaRPr>
          </a:p>
        </p:txBody>
      </p:sp>
      <p:sp>
        <p:nvSpPr>
          <p:cNvPr id="6478" name="Google Shape;6478;p173"/>
          <p:cNvSpPr txBox="1"/>
          <p:nvPr/>
        </p:nvSpPr>
        <p:spPr>
          <a:xfrm>
            <a:off x="7180022" y="888893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9" name="Google Shape;6479;p173"/>
          <p:cNvSpPr txBox="1"/>
          <p:nvPr/>
        </p:nvSpPr>
        <p:spPr>
          <a:xfrm>
            <a:off x="7180022" y="90296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80" name="Google Shape;6480;p173"/>
          <p:cNvSpPr txBox="1"/>
          <p:nvPr/>
        </p:nvSpPr>
        <p:spPr>
          <a:xfrm>
            <a:off x="7180022" y="933525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Concept Design</a:t>
            </a:r>
            <a:endParaRPr i="0" sz="800" u="none" cap="none" strike="noStrike">
              <a:latin typeface="Salesforce Sans"/>
              <a:ea typeface="Salesforce Sans"/>
              <a:cs typeface="Salesforce Sans"/>
              <a:sym typeface="Salesforce Sans"/>
            </a:endParaRPr>
          </a:p>
        </p:txBody>
      </p:sp>
      <p:sp>
        <p:nvSpPr>
          <p:cNvPr id="6481" name="Google Shape;6481;p173"/>
          <p:cNvSpPr txBox="1"/>
          <p:nvPr/>
        </p:nvSpPr>
        <p:spPr>
          <a:xfrm>
            <a:off x="7180022" y="95927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 (FAQ)</a:t>
            </a:r>
            <a:endParaRPr i="0" sz="800" u="none" cap="none" strike="noStrike">
              <a:latin typeface="Salesforce Sans"/>
              <a:ea typeface="Salesforce Sans"/>
              <a:cs typeface="Salesforce Sans"/>
              <a:sym typeface="Salesforce Sans"/>
            </a:endParaRPr>
          </a:p>
        </p:txBody>
      </p:sp>
      <p:sp>
        <p:nvSpPr>
          <p:cNvPr id="6482" name="Google Shape;6482;p173"/>
          <p:cNvSpPr txBox="1"/>
          <p:nvPr/>
        </p:nvSpPr>
        <p:spPr>
          <a:xfrm>
            <a:off x="7180022" y="920649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Trend Intelligence</a:t>
            </a:r>
            <a:endParaRPr i="0" sz="800" u="none" cap="none" strike="noStrike">
              <a:latin typeface="Salesforce Sans"/>
              <a:ea typeface="Salesforce Sans"/>
              <a:cs typeface="Salesforce Sans"/>
              <a:sym typeface="Salesforce Sans"/>
            </a:endParaRPr>
          </a:p>
        </p:txBody>
      </p:sp>
      <p:sp>
        <p:nvSpPr>
          <p:cNvPr id="6483" name="Google Shape;6483;p173"/>
          <p:cNvSpPr txBox="1"/>
          <p:nvPr/>
        </p:nvSpPr>
        <p:spPr>
          <a:xfrm>
            <a:off x="7180022" y="946401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Innovation Evaluation</a:t>
            </a:r>
            <a:endParaRPr i="0" sz="800" u="none" cap="none" strike="noStrike">
              <a:latin typeface="Salesforce Sans"/>
              <a:ea typeface="Salesforce Sans"/>
              <a:cs typeface="Salesforce Sans"/>
              <a:sym typeface="Salesforce Sans"/>
            </a:endParaRPr>
          </a:p>
        </p:txBody>
      </p:sp>
      <p:sp>
        <p:nvSpPr>
          <p:cNvPr id="6484" name="Google Shape;6484;p173"/>
          <p:cNvSpPr/>
          <p:nvPr/>
        </p:nvSpPr>
        <p:spPr>
          <a:xfrm>
            <a:off x="7046687" y="201339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5" name="Google Shape;6485;p173"/>
          <p:cNvSpPr/>
          <p:nvPr/>
        </p:nvSpPr>
        <p:spPr>
          <a:xfrm>
            <a:off x="7046687" y="216681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86" name="Google Shape;6486;p173"/>
          <p:cNvSpPr/>
          <p:nvPr/>
        </p:nvSpPr>
        <p:spPr>
          <a:xfrm>
            <a:off x="7046687" y="231070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7" name="Google Shape;6487;p173"/>
          <p:cNvSpPr/>
          <p:nvPr/>
        </p:nvSpPr>
        <p:spPr>
          <a:xfrm>
            <a:off x="7046687" y="2470084"/>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8" name="Google Shape;6488;p173"/>
          <p:cNvSpPr/>
          <p:nvPr/>
        </p:nvSpPr>
        <p:spPr>
          <a:xfrm>
            <a:off x="7046687" y="2767392"/>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9" name="Google Shape;6489;p173"/>
          <p:cNvSpPr/>
          <p:nvPr/>
        </p:nvSpPr>
        <p:spPr>
          <a:xfrm>
            <a:off x="7046687" y="2916046"/>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0" name="Google Shape;6490;p173"/>
          <p:cNvSpPr/>
          <p:nvPr/>
        </p:nvSpPr>
        <p:spPr>
          <a:xfrm>
            <a:off x="7046687" y="306470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1" name="Google Shape;6491;p173"/>
          <p:cNvSpPr/>
          <p:nvPr/>
        </p:nvSpPr>
        <p:spPr>
          <a:xfrm>
            <a:off x="7046687" y="261873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2" name="Google Shape;6492;p173"/>
          <p:cNvSpPr/>
          <p:nvPr/>
        </p:nvSpPr>
        <p:spPr>
          <a:xfrm>
            <a:off x="7046687" y="3243133"/>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3" name="Google Shape;6493;p173"/>
          <p:cNvSpPr/>
          <p:nvPr/>
        </p:nvSpPr>
        <p:spPr>
          <a:xfrm>
            <a:off x="7046687" y="354044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4" name="Google Shape;6494;p173"/>
          <p:cNvSpPr/>
          <p:nvPr/>
        </p:nvSpPr>
        <p:spPr>
          <a:xfrm>
            <a:off x="7046687" y="367590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95" name="Google Shape;6495;p173"/>
          <p:cNvSpPr/>
          <p:nvPr/>
        </p:nvSpPr>
        <p:spPr>
          <a:xfrm>
            <a:off x="7046687" y="339178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6" name="Google Shape;6496;p173"/>
          <p:cNvSpPr/>
          <p:nvPr/>
        </p:nvSpPr>
        <p:spPr>
          <a:xfrm>
            <a:off x="7046687" y="399757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6497" name="Google Shape;6497;p173"/>
          <p:cNvSpPr/>
          <p:nvPr/>
        </p:nvSpPr>
        <p:spPr>
          <a:xfrm>
            <a:off x="7046687" y="382866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98" name="Google Shape;6498;p173"/>
          <p:cNvSpPr/>
          <p:nvPr/>
        </p:nvSpPr>
        <p:spPr>
          <a:xfrm>
            <a:off x="7046687" y="430396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6499" name="Google Shape;6499;p173"/>
          <p:cNvSpPr/>
          <p:nvPr/>
        </p:nvSpPr>
        <p:spPr>
          <a:xfrm>
            <a:off x="7046687" y="4452619"/>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B827C"/>
                </a:solidFill>
                <a:latin typeface="Salesforce Sans"/>
                <a:ea typeface="Salesforce Sans"/>
                <a:cs typeface="Salesforce Sans"/>
                <a:sym typeface="Salesforce Sans"/>
              </a:rPr>
              <a:t> </a:t>
            </a:r>
            <a:endParaRPr i="0" sz="800" u="none" cap="none" strike="noStrike">
              <a:solidFill>
                <a:srgbClr val="0B827C"/>
              </a:solidFill>
              <a:latin typeface="Salesforce Sans"/>
              <a:ea typeface="Salesforce Sans"/>
              <a:cs typeface="Salesforce Sans"/>
              <a:sym typeface="Salesforce Sans"/>
            </a:endParaRPr>
          </a:p>
        </p:txBody>
      </p:sp>
      <p:sp>
        <p:nvSpPr>
          <p:cNvPr id="6500" name="Google Shape;6500;p173"/>
          <p:cNvSpPr/>
          <p:nvPr/>
        </p:nvSpPr>
        <p:spPr>
          <a:xfrm>
            <a:off x="7046687" y="186065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1" name="Google Shape;6501;p173"/>
          <p:cNvSpPr/>
          <p:nvPr/>
        </p:nvSpPr>
        <p:spPr>
          <a:xfrm>
            <a:off x="7046687" y="4155311"/>
            <a:ext cx="91200" cy="91200"/>
          </a:xfrm>
          <a:prstGeom prst="ellipse">
            <a:avLst/>
          </a:prstGeom>
          <a:solidFill>
            <a:srgbClr val="F6922C"/>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2" name="Google Shape;6502;p173"/>
          <p:cNvSpPr/>
          <p:nvPr/>
        </p:nvSpPr>
        <p:spPr>
          <a:xfrm>
            <a:off x="7046687" y="477018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3" name="Google Shape;6503;p173"/>
          <p:cNvSpPr/>
          <p:nvPr/>
        </p:nvSpPr>
        <p:spPr>
          <a:xfrm>
            <a:off x="7046687" y="491883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504" name="Google Shape;6504;p173"/>
          <p:cNvSpPr/>
          <p:nvPr/>
        </p:nvSpPr>
        <p:spPr>
          <a:xfrm>
            <a:off x="7046687" y="50877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5" name="Google Shape;6505;p173"/>
          <p:cNvSpPr/>
          <p:nvPr/>
        </p:nvSpPr>
        <p:spPr>
          <a:xfrm>
            <a:off x="7046687" y="523639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6" name="Google Shape;6506;p173"/>
          <p:cNvSpPr/>
          <p:nvPr/>
        </p:nvSpPr>
        <p:spPr>
          <a:xfrm>
            <a:off x="7046687" y="555395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7" name="Google Shape;6507;p173"/>
          <p:cNvSpPr/>
          <p:nvPr/>
        </p:nvSpPr>
        <p:spPr>
          <a:xfrm>
            <a:off x="7046687" y="570261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8" name="Google Shape;6508;p173"/>
          <p:cNvSpPr/>
          <p:nvPr/>
        </p:nvSpPr>
        <p:spPr>
          <a:xfrm>
            <a:off x="7046687" y="585126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9" name="Google Shape;6509;p173"/>
          <p:cNvSpPr/>
          <p:nvPr/>
        </p:nvSpPr>
        <p:spPr>
          <a:xfrm>
            <a:off x="7046687" y="5385051"/>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0" name="Google Shape;6510;p173"/>
          <p:cNvSpPr/>
          <p:nvPr/>
        </p:nvSpPr>
        <p:spPr>
          <a:xfrm>
            <a:off x="7046687" y="599992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1" name="Google Shape;6511;p173"/>
          <p:cNvSpPr/>
          <p:nvPr/>
        </p:nvSpPr>
        <p:spPr>
          <a:xfrm>
            <a:off x="7046687" y="616882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2" name="Google Shape;6512;p173"/>
          <p:cNvSpPr/>
          <p:nvPr/>
        </p:nvSpPr>
        <p:spPr>
          <a:xfrm>
            <a:off x="7046687" y="631748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3" name="Google Shape;6513;p173"/>
          <p:cNvSpPr/>
          <p:nvPr/>
        </p:nvSpPr>
        <p:spPr>
          <a:xfrm>
            <a:off x="7046687" y="646613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4" name="Google Shape;6514;p173"/>
          <p:cNvSpPr/>
          <p:nvPr/>
        </p:nvSpPr>
        <p:spPr>
          <a:xfrm>
            <a:off x="7046687" y="462152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5" name="Google Shape;6515;p173"/>
          <p:cNvSpPr/>
          <p:nvPr/>
        </p:nvSpPr>
        <p:spPr>
          <a:xfrm>
            <a:off x="7046687" y="6783699"/>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6" name="Google Shape;6516;p173"/>
          <p:cNvSpPr/>
          <p:nvPr/>
        </p:nvSpPr>
        <p:spPr>
          <a:xfrm>
            <a:off x="7046687" y="661479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7" name="Google Shape;6517;p173"/>
          <p:cNvSpPr/>
          <p:nvPr/>
        </p:nvSpPr>
        <p:spPr>
          <a:xfrm>
            <a:off x="7046687" y="6932353"/>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8" name="Google Shape;6518;p173"/>
          <p:cNvSpPr/>
          <p:nvPr/>
        </p:nvSpPr>
        <p:spPr>
          <a:xfrm>
            <a:off x="7046687" y="7081007"/>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9" name="Google Shape;6519;p173"/>
          <p:cNvSpPr/>
          <p:nvPr/>
        </p:nvSpPr>
        <p:spPr>
          <a:xfrm>
            <a:off x="7046687" y="722966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0" name="Google Shape;6520;p173"/>
          <p:cNvSpPr/>
          <p:nvPr/>
        </p:nvSpPr>
        <p:spPr>
          <a:xfrm>
            <a:off x="7046687" y="739856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1" name="Google Shape;6521;p173"/>
          <p:cNvSpPr/>
          <p:nvPr/>
        </p:nvSpPr>
        <p:spPr>
          <a:xfrm>
            <a:off x="7046687" y="769587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2" name="Google Shape;6522;p173"/>
          <p:cNvSpPr/>
          <p:nvPr/>
        </p:nvSpPr>
        <p:spPr>
          <a:xfrm>
            <a:off x="7046687" y="754722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3" name="Google Shape;6523;p173"/>
          <p:cNvSpPr/>
          <p:nvPr/>
        </p:nvSpPr>
        <p:spPr>
          <a:xfrm>
            <a:off x="7046687" y="784453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4" name="Google Shape;6524;p173"/>
          <p:cNvSpPr/>
          <p:nvPr/>
        </p:nvSpPr>
        <p:spPr>
          <a:xfrm>
            <a:off x="7046687" y="80134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5" name="Google Shape;6525;p173"/>
          <p:cNvSpPr/>
          <p:nvPr/>
        </p:nvSpPr>
        <p:spPr>
          <a:xfrm>
            <a:off x="7046687" y="829310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6" name="Google Shape;6526;p173"/>
          <p:cNvSpPr/>
          <p:nvPr/>
        </p:nvSpPr>
        <p:spPr>
          <a:xfrm>
            <a:off x="7046687" y="84329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7" name="Google Shape;6527;p173"/>
          <p:cNvSpPr/>
          <p:nvPr/>
        </p:nvSpPr>
        <p:spPr>
          <a:xfrm>
            <a:off x="7046687" y="8153274"/>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8" name="Google Shape;6528;p173"/>
          <p:cNvSpPr/>
          <p:nvPr/>
        </p:nvSpPr>
        <p:spPr>
          <a:xfrm>
            <a:off x="7046687" y="862830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9" name="Google Shape;6529;p173"/>
          <p:cNvSpPr/>
          <p:nvPr/>
        </p:nvSpPr>
        <p:spPr>
          <a:xfrm>
            <a:off x="7046687" y="876814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0" name="Google Shape;6530;p173"/>
          <p:cNvSpPr/>
          <p:nvPr/>
        </p:nvSpPr>
        <p:spPr>
          <a:xfrm>
            <a:off x="7046687" y="890797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1" name="Google Shape;6531;p173"/>
          <p:cNvSpPr/>
          <p:nvPr/>
        </p:nvSpPr>
        <p:spPr>
          <a:xfrm>
            <a:off x="7046687" y="90487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2" name="Google Shape;6532;p173"/>
          <p:cNvSpPr/>
          <p:nvPr/>
        </p:nvSpPr>
        <p:spPr>
          <a:xfrm>
            <a:off x="7046687" y="939183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3" name="Google Shape;6533;p173"/>
          <p:cNvSpPr/>
          <p:nvPr/>
        </p:nvSpPr>
        <p:spPr>
          <a:xfrm>
            <a:off x="7046687" y="962057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4" name="Google Shape;6534;p173"/>
          <p:cNvSpPr/>
          <p:nvPr/>
        </p:nvSpPr>
        <p:spPr>
          <a:xfrm>
            <a:off x="7046687" y="9243179"/>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5" name="Google Shape;6535;p173"/>
          <p:cNvSpPr/>
          <p:nvPr/>
        </p:nvSpPr>
        <p:spPr>
          <a:xfrm>
            <a:off x="7046687" y="948305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6" name="Google Shape;6536;p173"/>
          <p:cNvSpPr/>
          <p:nvPr/>
        </p:nvSpPr>
        <p:spPr>
          <a:xfrm>
            <a:off x="7046687" y="570262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7" name="Google Shape;6537;p173"/>
          <p:cNvSpPr/>
          <p:nvPr/>
        </p:nvSpPr>
        <p:spPr>
          <a:xfrm>
            <a:off x="7046687" y="585127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8" name="Google Shape;6538;p173"/>
          <p:cNvSpPr txBox="1"/>
          <p:nvPr/>
        </p:nvSpPr>
        <p:spPr>
          <a:xfrm>
            <a:off x="472232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539" name="Google Shape;6539;p173"/>
          <p:cNvSpPr txBox="1"/>
          <p:nvPr/>
        </p:nvSpPr>
        <p:spPr>
          <a:xfrm>
            <a:off x="592208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540" name="Google Shape;6540;p173"/>
          <p:cNvGrpSpPr/>
          <p:nvPr/>
        </p:nvGrpSpPr>
        <p:grpSpPr>
          <a:xfrm>
            <a:off x="4741973" y="1867456"/>
            <a:ext cx="952525" cy="449700"/>
            <a:chOff x="755165" y="1938890"/>
            <a:chExt cx="1322400" cy="449700"/>
          </a:xfrm>
        </p:grpSpPr>
        <p:sp>
          <p:nvSpPr>
            <p:cNvPr id="6541" name="Google Shape;6541;p173"/>
            <p:cNvSpPr/>
            <p:nvPr/>
          </p:nvSpPr>
          <p:spPr>
            <a:xfrm>
              <a:off x="755165" y="1938890"/>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42" name="Google Shape;6542;p173"/>
            <p:cNvSpPr txBox="1"/>
            <p:nvPr/>
          </p:nvSpPr>
          <p:spPr>
            <a:xfrm>
              <a:off x="888815" y="2101340"/>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900">
                <a:solidFill>
                  <a:srgbClr val="FFFFFF"/>
                </a:solidFill>
                <a:latin typeface="Avant Garde Demi SFDC"/>
                <a:ea typeface="Avant Garde Demi SFDC"/>
                <a:cs typeface="Avant Garde Demi SFDC"/>
                <a:sym typeface="Avant Garde Demi SFDC"/>
              </a:endParaRPr>
            </a:p>
          </p:txBody>
        </p:sp>
      </p:grpSp>
      <p:sp>
        <p:nvSpPr>
          <p:cNvPr id="6543" name="Google Shape;6543;p173"/>
          <p:cNvSpPr txBox="1"/>
          <p:nvPr/>
        </p:nvSpPr>
        <p:spPr>
          <a:xfrm>
            <a:off x="718095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544" name="Google Shape;6544;p173"/>
          <p:cNvSpPr txBox="1"/>
          <p:nvPr/>
        </p:nvSpPr>
        <p:spPr>
          <a:xfrm>
            <a:off x="5922089" y="1843238"/>
            <a:ext cx="121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Lead Management </a:t>
            </a:r>
            <a:endParaRPr b="1" sz="900">
              <a:solidFill>
                <a:srgbClr val="066AFE"/>
              </a:solidFill>
              <a:latin typeface="Salesforce Sans"/>
              <a:ea typeface="Salesforce Sans"/>
              <a:cs typeface="Salesforce Sans"/>
              <a:sym typeface="Salesforce Sans"/>
            </a:endParaRPr>
          </a:p>
        </p:txBody>
      </p:sp>
      <p:grpSp>
        <p:nvGrpSpPr>
          <p:cNvPr id="6545" name="Google Shape;6545;p173"/>
          <p:cNvGrpSpPr/>
          <p:nvPr/>
        </p:nvGrpSpPr>
        <p:grpSpPr>
          <a:xfrm>
            <a:off x="4741973" y="6193420"/>
            <a:ext cx="952525" cy="449700"/>
            <a:chOff x="755165" y="1866174"/>
            <a:chExt cx="1322400" cy="449700"/>
          </a:xfrm>
        </p:grpSpPr>
        <p:sp>
          <p:nvSpPr>
            <p:cNvPr id="6546" name="Google Shape;6546;p173"/>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47" name="Google Shape;6547;p173"/>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a:t>
              </a:r>
              <a:endParaRPr sz="900">
                <a:solidFill>
                  <a:srgbClr val="FFFFFF"/>
                </a:solidFill>
                <a:latin typeface="Avant Garde Demi SFDC"/>
                <a:ea typeface="Avant Garde Demi SFDC"/>
                <a:cs typeface="Avant Garde Demi SFDC"/>
                <a:sym typeface="Avant Garde Demi SFDC"/>
              </a:endParaRPr>
            </a:p>
          </p:txBody>
        </p:sp>
      </p:grpSp>
      <p:grpSp>
        <p:nvGrpSpPr>
          <p:cNvPr id="6548" name="Google Shape;6548;p173"/>
          <p:cNvGrpSpPr/>
          <p:nvPr/>
        </p:nvGrpSpPr>
        <p:grpSpPr>
          <a:xfrm>
            <a:off x="4741973" y="9230466"/>
            <a:ext cx="952525" cy="449700"/>
            <a:chOff x="755165" y="1886345"/>
            <a:chExt cx="1322400" cy="449700"/>
          </a:xfrm>
        </p:grpSpPr>
        <p:sp>
          <p:nvSpPr>
            <p:cNvPr id="6549" name="Google Shape;6549;p173"/>
            <p:cNvSpPr/>
            <p:nvPr/>
          </p:nvSpPr>
          <p:spPr>
            <a:xfrm>
              <a:off x="755165" y="1886345"/>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50" name="Google Shape;6550;p173"/>
            <p:cNvSpPr txBox="1"/>
            <p:nvPr/>
          </p:nvSpPr>
          <p:spPr>
            <a:xfrm>
              <a:off x="888815" y="2048795"/>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1600">
                <a:latin typeface="Avant Garde Demi SFDC"/>
                <a:ea typeface="Avant Garde Demi SFDC"/>
                <a:cs typeface="Avant Garde Demi SFDC"/>
                <a:sym typeface="Avant Garde Demi SFDC"/>
              </a:endParaRPr>
            </a:p>
          </p:txBody>
        </p:sp>
      </p:grpSp>
      <p:sp>
        <p:nvSpPr>
          <p:cNvPr id="6551" name="Google Shape;6551;p173"/>
          <p:cNvSpPr/>
          <p:nvPr/>
        </p:nvSpPr>
        <p:spPr>
          <a:xfrm>
            <a:off x="10174977" y="2750625"/>
            <a:ext cx="1105200" cy="615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Planning and Design </a:t>
            </a:r>
            <a:endParaRPr b="1" i="0" sz="900" u="none" cap="none" strike="noStrike">
              <a:solidFill>
                <a:srgbClr val="066AFE"/>
              </a:solidFill>
              <a:latin typeface="Salesforce Sans"/>
              <a:ea typeface="Salesforce Sans"/>
              <a:cs typeface="Salesforce Sans"/>
              <a:sym typeface="Salesforce Sans"/>
            </a:endParaRPr>
          </a:p>
        </p:txBody>
      </p:sp>
      <p:sp>
        <p:nvSpPr>
          <p:cNvPr id="6552" name="Google Shape;6552;p173"/>
          <p:cNvSpPr/>
          <p:nvPr/>
        </p:nvSpPr>
        <p:spPr>
          <a:xfrm>
            <a:off x="10174977" y="3518578"/>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Core and Access Build &amp; Deployment </a:t>
            </a:r>
            <a:endParaRPr b="1" i="0" sz="900" u="none" cap="none" strike="noStrike">
              <a:solidFill>
                <a:srgbClr val="066AFE"/>
              </a:solidFill>
              <a:latin typeface="Salesforce Sans"/>
              <a:ea typeface="Salesforce Sans"/>
              <a:cs typeface="Salesforce Sans"/>
              <a:sym typeface="Salesforce Sans"/>
            </a:endParaRPr>
          </a:p>
        </p:txBody>
      </p:sp>
      <p:sp>
        <p:nvSpPr>
          <p:cNvPr id="6553" name="Google Shape;6553;p173"/>
          <p:cNvSpPr/>
          <p:nvPr/>
        </p:nvSpPr>
        <p:spPr>
          <a:xfrm>
            <a:off x="10174977" y="4120271"/>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Build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6554" name="Google Shape;6554;p173"/>
          <p:cNvSpPr/>
          <p:nvPr/>
        </p:nvSpPr>
        <p:spPr>
          <a:xfrm>
            <a:off x="10174977" y="4739816"/>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Spectrum Management</a:t>
            </a:r>
            <a:endParaRPr b="1" i="0" sz="900" u="none" cap="none" strike="noStrike">
              <a:solidFill>
                <a:srgbClr val="066AFE"/>
              </a:solidFill>
              <a:latin typeface="Salesforce Sans"/>
              <a:ea typeface="Salesforce Sans"/>
              <a:cs typeface="Salesforce Sans"/>
              <a:sym typeface="Salesforce Sans"/>
            </a:endParaRPr>
          </a:p>
        </p:txBody>
      </p:sp>
      <p:sp>
        <p:nvSpPr>
          <p:cNvPr id="6555" name="Google Shape;6555;p173"/>
          <p:cNvSpPr/>
          <p:nvPr/>
        </p:nvSpPr>
        <p:spPr>
          <a:xfrm>
            <a:off x="10174977" y="55018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Supply Chain </a:t>
            </a:r>
            <a:endParaRPr b="1" i="0" sz="900" u="none" cap="none" strike="noStrike">
              <a:solidFill>
                <a:srgbClr val="066AFE"/>
              </a:solidFill>
              <a:latin typeface="Salesforce Sans"/>
              <a:ea typeface="Salesforce Sans"/>
              <a:cs typeface="Salesforce Sans"/>
              <a:sym typeface="Salesforce Sans"/>
            </a:endParaRPr>
          </a:p>
        </p:txBody>
      </p:sp>
      <p:sp>
        <p:nvSpPr>
          <p:cNvPr id="6556" name="Google Shape;6556;p173"/>
          <p:cNvSpPr/>
          <p:nvPr/>
        </p:nvSpPr>
        <p:spPr>
          <a:xfrm>
            <a:off x="10174977" y="61154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Maintenance </a:t>
            </a:r>
            <a:endParaRPr b="1" i="0" sz="900" u="none" cap="none" strike="noStrike">
              <a:solidFill>
                <a:srgbClr val="066AFE"/>
              </a:solidFill>
              <a:latin typeface="Salesforce Sans"/>
              <a:ea typeface="Salesforce Sans"/>
              <a:cs typeface="Salesforce Sans"/>
              <a:sym typeface="Salesforce Sans"/>
            </a:endParaRPr>
          </a:p>
        </p:txBody>
      </p:sp>
      <p:sp>
        <p:nvSpPr>
          <p:cNvPr id="6557" name="Google Shape;6557;p173"/>
          <p:cNvSpPr/>
          <p:nvPr/>
        </p:nvSpPr>
        <p:spPr>
          <a:xfrm>
            <a:off x="10174977" y="6723069"/>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Energy &amp; Sustainability Mgmt </a:t>
            </a:r>
            <a:endParaRPr b="1" i="0" sz="900" u="none" cap="none" strike="noStrike">
              <a:solidFill>
                <a:srgbClr val="066AFE"/>
              </a:solidFill>
              <a:latin typeface="Salesforce Sans"/>
              <a:ea typeface="Salesforce Sans"/>
              <a:cs typeface="Salesforce Sans"/>
              <a:sym typeface="Salesforce Sans"/>
            </a:endParaRPr>
          </a:p>
        </p:txBody>
      </p:sp>
      <p:sp>
        <p:nvSpPr>
          <p:cNvPr id="6558" name="Google Shape;6558;p173"/>
          <p:cNvSpPr/>
          <p:nvPr/>
        </p:nvSpPr>
        <p:spPr>
          <a:xfrm>
            <a:off x="10174977" y="7200055"/>
            <a:ext cx="1105200" cy="15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trategy</a:t>
            </a:r>
            <a:endParaRPr b="1" i="0" sz="900" u="none" cap="none" strike="noStrike">
              <a:solidFill>
                <a:srgbClr val="066AFE"/>
              </a:solidFill>
              <a:latin typeface="Salesforce Sans"/>
              <a:ea typeface="Salesforce Sans"/>
              <a:cs typeface="Salesforce Sans"/>
              <a:sym typeface="Salesforce Sans"/>
            </a:endParaRPr>
          </a:p>
        </p:txBody>
      </p:sp>
      <p:sp>
        <p:nvSpPr>
          <p:cNvPr id="6559" name="Google Shape;6559;p173"/>
          <p:cNvSpPr/>
          <p:nvPr/>
        </p:nvSpPr>
        <p:spPr>
          <a:xfrm>
            <a:off x="10174977" y="7647411"/>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Issue Resolution </a:t>
            </a:r>
            <a:endParaRPr b="1" i="0" sz="900" u="none" cap="none" strike="noStrike">
              <a:solidFill>
                <a:srgbClr val="066AFE"/>
              </a:solidFill>
              <a:latin typeface="Salesforce Sans"/>
              <a:ea typeface="Salesforce Sans"/>
              <a:cs typeface="Salesforce Sans"/>
              <a:sym typeface="Salesforce Sans"/>
            </a:endParaRPr>
          </a:p>
        </p:txBody>
      </p:sp>
      <p:sp>
        <p:nvSpPr>
          <p:cNvPr id="6560" name="Google Shape;6560;p173"/>
          <p:cNvSpPr/>
          <p:nvPr/>
        </p:nvSpPr>
        <p:spPr>
          <a:xfrm>
            <a:off x="10174977" y="8094823"/>
            <a:ext cx="1105200" cy="24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Governance </a:t>
            </a:r>
            <a:endParaRPr b="1" i="0" sz="900" u="none" cap="none" strike="noStrike">
              <a:solidFill>
                <a:srgbClr val="066AFE"/>
              </a:solidFill>
              <a:latin typeface="Salesforce Sans"/>
              <a:ea typeface="Salesforce Sans"/>
              <a:cs typeface="Salesforce Sans"/>
              <a:sym typeface="Salesforce Sans"/>
            </a:endParaRPr>
          </a:p>
        </p:txBody>
      </p:sp>
      <p:sp>
        <p:nvSpPr>
          <p:cNvPr id="6561" name="Google Shape;6561;p173"/>
          <p:cNvSpPr/>
          <p:nvPr/>
        </p:nvSpPr>
        <p:spPr>
          <a:xfrm>
            <a:off x="10174977" y="8409934"/>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Software Development </a:t>
            </a:r>
            <a:endParaRPr b="1" i="0" sz="900" u="none" cap="none" strike="noStrike">
              <a:solidFill>
                <a:srgbClr val="066AFE"/>
              </a:solidFill>
              <a:latin typeface="Salesforce Sans"/>
              <a:ea typeface="Salesforce Sans"/>
              <a:cs typeface="Salesforce Sans"/>
              <a:sym typeface="Salesforce Sans"/>
            </a:endParaRPr>
          </a:p>
        </p:txBody>
      </p:sp>
      <p:sp>
        <p:nvSpPr>
          <p:cNvPr id="6562" name="Google Shape;6562;p173"/>
          <p:cNvSpPr/>
          <p:nvPr/>
        </p:nvSpPr>
        <p:spPr>
          <a:xfrm>
            <a:off x="10174977" y="8869242"/>
            <a:ext cx="10008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Testing, QA &amp; Automation </a:t>
            </a:r>
            <a:endParaRPr b="1" i="0" sz="900" u="none" cap="none" strike="noStrike">
              <a:solidFill>
                <a:srgbClr val="066AFE"/>
              </a:solidFill>
              <a:latin typeface="Salesforce Sans"/>
              <a:ea typeface="Salesforce Sans"/>
              <a:cs typeface="Salesforce Sans"/>
              <a:sym typeface="Salesforce Sans"/>
            </a:endParaRPr>
          </a:p>
        </p:txBody>
      </p:sp>
      <p:sp>
        <p:nvSpPr>
          <p:cNvPr id="6563" name="Google Shape;6563;p173"/>
          <p:cNvSpPr/>
          <p:nvPr/>
        </p:nvSpPr>
        <p:spPr>
          <a:xfrm>
            <a:off x="10174977" y="9316350"/>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 Threat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Response </a:t>
            </a:r>
            <a:endParaRPr b="1" i="0" sz="900" u="none" cap="none" strike="noStrike">
              <a:solidFill>
                <a:srgbClr val="066AFE"/>
              </a:solidFill>
              <a:latin typeface="Salesforce Sans"/>
              <a:ea typeface="Salesforce Sans"/>
              <a:cs typeface="Salesforce Sans"/>
              <a:sym typeface="Salesforce Sans"/>
            </a:endParaRPr>
          </a:p>
        </p:txBody>
      </p:sp>
      <p:sp>
        <p:nvSpPr>
          <p:cNvPr id="6564" name="Google Shape;6564;p173"/>
          <p:cNvSpPr txBox="1"/>
          <p:nvPr/>
        </p:nvSpPr>
        <p:spPr>
          <a:xfrm>
            <a:off x="11432855" y="198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6565" name="Google Shape;6565;p173"/>
          <p:cNvSpPr txBox="1"/>
          <p:nvPr/>
        </p:nvSpPr>
        <p:spPr>
          <a:xfrm>
            <a:off x="11432855" y="2137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6566" name="Google Shape;6566;p173"/>
          <p:cNvSpPr txBox="1"/>
          <p:nvPr/>
        </p:nvSpPr>
        <p:spPr>
          <a:xfrm>
            <a:off x="11432855" y="2286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6567" name="Google Shape;6567;p173"/>
          <p:cNvSpPr txBox="1"/>
          <p:nvPr/>
        </p:nvSpPr>
        <p:spPr>
          <a:xfrm>
            <a:off x="11432855" y="2434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6568" name="Google Shape;6568;p173"/>
          <p:cNvSpPr txBox="1"/>
          <p:nvPr/>
        </p:nvSpPr>
        <p:spPr>
          <a:xfrm>
            <a:off x="11432855" y="2751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569" name="Google Shape;6569;p173"/>
          <p:cNvSpPr txBox="1"/>
          <p:nvPr/>
        </p:nvSpPr>
        <p:spPr>
          <a:xfrm>
            <a:off x="11432855" y="2899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6570" name="Google Shape;6570;p173"/>
          <p:cNvSpPr txBox="1"/>
          <p:nvPr/>
        </p:nvSpPr>
        <p:spPr>
          <a:xfrm>
            <a:off x="11432855" y="3048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6571" name="Google Shape;6571;p173"/>
          <p:cNvSpPr txBox="1"/>
          <p:nvPr/>
        </p:nvSpPr>
        <p:spPr>
          <a:xfrm>
            <a:off x="11432855" y="2583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6572" name="Google Shape;6572;p173"/>
          <p:cNvSpPr txBox="1"/>
          <p:nvPr/>
        </p:nvSpPr>
        <p:spPr>
          <a:xfrm>
            <a:off x="11432855" y="3196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6573" name="Google Shape;6573;p173"/>
          <p:cNvSpPr txBox="1"/>
          <p:nvPr/>
        </p:nvSpPr>
        <p:spPr>
          <a:xfrm>
            <a:off x="11432855" y="3513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6574" name="Google Shape;6574;p173"/>
          <p:cNvSpPr txBox="1"/>
          <p:nvPr/>
        </p:nvSpPr>
        <p:spPr>
          <a:xfrm>
            <a:off x="11432855" y="3661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Installation and Configuration</a:t>
            </a:r>
            <a:endParaRPr i="0" sz="800" u="none" cap="none" strike="noStrike">
              <a:latin typeface="Salesforce Sans"/>
              <a:ea typeface="Salesforce Sans"/>
              <a:cs typeface="Salesforce Sans"/>
              <a:sym typeface="Salesforce Sans"/>
            </a:endParaRPr>
          </a:p>
        </p:txBody>
      </p:sp>
      <p:sp>
        <p:nvSpPr>
          <p:cNvPr id="6575" name="Google Shape;6575;p173"/>
          <p:cNvSpPr txBox="1"/>
          <p:nvPr/>
        </p:nvSpPr>
        <p:spPr>
          <a:xfrm>
            <a:off x="11432855" y="3345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6576" name="Google Shape;6576;p173"/>
          <p:cNvSpPr txBox="1"/>
          <p:nvPr/>
        </p:nvSpPr>
        <p:spPr>
          <a:xfrm>
            <a:off x="11432855" y="3958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6577" name="Google Shape;6577;p173"/>
          <p:cNvSpPr txBox="1"/>
          <p:nvPr/>
        </p:nvSpPr>
        <p:spPr>
          <a:xfrm>
            <a:off x="11432855" y="3810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6578" name="Google Shape;6578;p173"/>
          <p:cNvSpPr txBox="1"/>
          <p:nvPr/>
        </p:nvSpPr>
        <p:spPr>
          <a:xfrm>
            <a:off x="11432855" y="4275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Deployment and Configuration</a:t>
            </a:r>
            <a:endParaRPr i="0" sz="800" u="none" cap="none" strike="noStrike">
              <a:latin typeface="Salesforce Sans"/>
              <a:ea typeface="Salesforce Sans"/>
              <a:cs typeface="Salesforce Sans"/>
              <a:sym typeface="Salesforce Sans"/>
            </a:endParaRPr>
          </a:p>
        </p:txBody>
      </p:sp>
      <p:sp>
        <p:nvSpPr>
          <p:cNvPr id="6579" name="Google Shape;6579;p173"/>
          <p:cNvSpPr txBox="1"/>
          <p:nvPr/>
        </p:nvSpPr>
        <p:spPr>
          <a:xfrm>
            <a:off x="11432855" y="4423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6580" name="Google Shape;6580;p173"/>
          <p:cNvSpPr txBox="1"/>
          <p:nvPr/>
        </p:nvSpPr>
        <p:spPr>
          <a:xfrm>
            <a:off x="11432855" y="4127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6581" name="Google Shape;6581;p173"/>
          <p:cNvSpPr txBox="1"/>
          <p:nvPr/>
        </p:nvSpPr>
        <p:spPr>
          <a:xfrm>
            <a:off x="11432855" y="4740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582" name="Google Shape;6582;p173"/>
          <p:cNvSpPr txBox="1"/>
          <p:nvPr/>
        </p:nvSpPr>
        <p:spPr>
          <a:xfrm>
            <a:off x="11432855" y="4889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Valuation</a:t>
            </a:r>
            <a:endParaRPr i="0" sz="800" u="none" cap="none" strike="noStrike">
              <a:latin typeface="Salesforce Sans"/>
              <a:ea typeface="Salesforce Sans"/>
              <a:cs typeface="Salesforce Sans"/>
              <a:sym typeface="Salesforce Sans"/>
            </a:endParaRPr>
          </a:p>
        </p:txBody>
      </p:sp>
      <p:sp>
        <p:nvSpPr>
          <p:cNvPr id="6583" name="Google Shape;6583;p173"/>
          <p:cNvSpPr txBox="1"/>
          <p:nvPr/>
        </p:nvSpPr>
        <p:spPr>
          <a:xfrm>
            <a:off x="11432855" y="5037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Allocation</a:t>
            </a:r>
            <a:endParaRPr i="0" sz="800" u="none" cap="none" strike="noStrike">
              <a:latin typeface="Salesforce Sans"/>
              <a:ea typeface="Salesforce Sans"/>
              <a:cs typeface="Salesforce Sans"/>
              <a:sym typeface="Salesforce Sans"/>
            </a:endParaRPr>
          </a:p>
        </p:txBody>
      </p:sp>
      <p:sp>
        <p:nvSpPr>
          <p:cNvPr id="6584" name="Google Shape;6584;p173"/>
          <p:cNvSpPr txBox="1"/>
          <p:nvPr/>
        </p:nvSpPr>
        <p:spPr>
          <a:xfrm>
            <a:off x="11432855" y="5185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Monitoring</a:t>
            </a:r>
            <a:endParaRPr i="0" sz="800" u="none" cap="none" strike="noStrike">
              <a:latin typeface="Salesforce Sans"/>
              <a:ea typeface="Salesforce Sans"/>
              <a:cs typeface="Salesforce Sans"/>
              <a:sym typeface="Salesforce Sans"/>
            </a:endParaRPr>
          </a:p>
        </p:txBody>
      </p:sp>
      <p:sp>
        <p:nvSpPr>
          <p:cNvPr id="6585" name="Google Shape;6585;p173"/>
          <p:cNvSpPr txBox="1"/>
          <p:nvPr/>
        </p:nvSpPr>
        <p:spPr>
          <a:xfrm>
            <a:off x="11432855" y="5502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Forecasting</a:t>
            </a:r>
            <a:endParaRPr i="0" sz="800" u="none" cap="none" strike="noStrike">
              <a:latin typeface="Salesforce Sans"/>
              <a:ea typeface="Salesforce Sans"/>
              <a:cs typeface="Salesforce Sans"/>
              <a:sym typeface="Salesforce Sans"/>
            </a:endParaRPr>
          </a:p>
        </p:txBody>
      </p:sp>
      <p:sp>
        <p:nvSpPr>
          <p:cNvPr id="6586" name="Google Shape;6586;p173"/>
          <p:cNvSpPr txBox="1"/>
          <p:nvPr/>
        </p:nvSpPr>
        <p:spPr>
          <a:xfrm>
            <a:off x="11432855" y="5651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Selection</a:t>
            </a:r>
            <a:endParaRPr i="0" sz="800" u="none" cap="none" strike="noStrike">
              <a:latin typeface="Salesforce Sans"/>
              <a:ea typeface="Salesforce Sans"/>
              <a:cs typeface="Salesforce Sans"/>
              <a:sym typeface="Salesforce Sans"/>
            </a:endParaRPr>
          </a:p>
        </p:txBody>
      </p:sp>
      <p:sp>
        <p:nvSpPr>
          <p:cNvPr id="6587" name="Google Shape;6587;p173"/>
          <p:cNvSpPr txBox="1"/>
          <p:nvPr/>
        </p:nvSpPr>
        <p:spPr>
          <a:xfrm>
            <a:off x="11432855" y="579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Execution</a:t>
            </a:r>
            <a:endParaRPr i="0" sz="800" u="none" cap="none" strike="noStrike">
              <a:latin typeface="Salesforce Sans"/>
              <a:ea typeface="Salesforce Sans"/>
              <a:cs typeface="Salesforce Sans"/>
              <a:sym typeface="Salesforce Sans"/>
            </a:endParaRPr>
          </a:p>
        </p:txBody>
      </p:sp>
      <p:sp>
        <p:nvSpPr>
          <p:cNvPr id="6588" name="Google Shape;6588;p173"/>
          <p:cNvSpPr txBox="1"/>
          <p:nvPr/>
        </p:nvSpPr>
        <p:spPr>
          <a:xfrm>
            <a:off x="11432855" y="5334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a:t>
            </a:r>
            <a:r>
              <a:rPr lang="en" sz="800">
                <a:latin typeface="Salesforce Sans"/>
                <a:ea typeface="Salesforce Sans"/>
                <a:cs typeface="Salesforce Sans"/>
                <a:sym typeface="Salesforce Sans"/>
              </a:rPr>
              <a:t>Adherence</a:t>
            </a:r>
            <a:endParaRPr i="0" sz="800" u="none" cap="none" strike="noStrike">
              <a:latin typeface="Salesforce Sans"/>
              <a:ea typeface="Salesforce Sans"/>
              <a:cs typeface="Salesforce Sans"/>
              <a:sym typeface="Salesforce Sans"/>
            </a:endParaRPr>
          </a:p>
        </p:txBody>
      </p:sp>
      <p:sp>
        <p:nvSpPr>
          <p:cNvPr id="6589" name="Google Shape;6589;p173"/>
          <p:cNvSpPr txBox="1"/>
          <p:nvPr/>
        </p:nvSpPr>
        <p:spPr>
          <a:xfrm>
            <a:off x="11432855" y="594804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Logistics and Inventory</a:t>
            </a:r>
            <a:endParaRPr i="0" sz="800" u="none" cap="none" strike="noStrike">
              <a:latin typeface="Salesforce Sans"/>
              <a:ea typeface="Salesforce Sans"/>
              <a:cs typeface="Salesforce Sans"/>
              <a:sym typeface="Salesforce Sans"/>
            </a:endParaRPr>
          </a:p>
        </p:txBody>
      </p:sp>
      <p:sp>
        <p:nvSpPr>
          <p:cNvPr id="6590" name="Google Shape;6590;p173"/>
          <p:cNvSpPr txBox="1"/>
          <p:nvPr/>
        </p:nvSpPr>
        <p:spPr>
          <a:xfrm>
            <a:off x="11432855" y="6116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Monitoring</a:t>
            </a:r>
            <a:endParaRPr i="0" sz="800" u="none" cap="none" strike="noStrike">
              <a:latin typeface="Salesforce Sans"/>
              <a:ea typeface="Salesforce Sans"/>
              <a:cs typeface="Salesforce Sans"/>
              <a:sym typeface="Salesforce Sans"/>
            </a:endParaRPr>
          </a:p>
        </p:txBody>
      </p:sp>
      <p:sp>
        <p:nvSpPr>
          <p:cNvPr id="6591" name="Google Shape;6591;p173"/>
          <p:cNvSpPr txBox="1"/>
          <p:nvPr/>
        </p:nvSpPr>
        <p:spPr>
          <a:xfrm>
            <a:off x="11432855" y="6264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6592" name="Google Shape;6592;p173"/>
          <p:cNvSpPr txBox="1"/>
          <p:nvPr/>
        </p:nvSpPr>
        <p:spPr>
          <a:xfrm>
            <a:off x="11432855" y="64131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Configuration Update</a:t>
            </a:r>
            <a:endParaRPr i="0" sz="800" u="none" cap="none" strike="noStrike">
              <a:latin typeface="Salesforce Sans"/>
              <a:ea typeface="Salesforce Sans"/>
              <a:cs typeface="Salesforce Sans"/>
              <a:sym typeface="Salesforce Sans"/>
            </a:endParaRPr>
          </a:p>
        </p:txBody>
      </p:sp>
      <p:sp>
        <p:nvSpPr>
          <p:cNvPr id="6593" name="Google Shape;6593;p173"/>
          <p:cNvSpPr txBox="1"/>
          <p:nvPr/>
        </p:nvSpPr>
        <p:spPr>
          <a:xfrm>
            <a:off x="11432855" y="4572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6594" name="Google Shape;6594;p173"/>
          <p:cNvSpPr txBox="1"/>
          <p:nvPr/>
        </p:nvSpPr>
        <p:spPr>
          <a:xfrm>
            <a:off x="11432855" y="67299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Consumption Monitoring</a:t>
            </a:r>
            <a:endParaRPr i="0" sz="800" u="none" cap="none" strike="noStrike">
              <a:latin typeface="Salesforce Sans"/>
              <a:ea typeface="Salesforce Sans"/>
              <a:cs typeface="Salesforce Sans"/>
              <a:sym typeface="Salesforce Sans"/>
            </a:endParaRPr>
          </a:p>
        </p:txBody>
      </p:sp>
      <p:sp>
        <p:nvSpPr>
          <p:cNvPr id="6595" name="Google Shape;6595;p173"/>
          <p:cNvSpPr txBox="1"/>
          <p:nvPr/>
        </p:nvSpPr>
        <p:spPr>
          <a:xfrm>
            <a:off x="11432855" y="65615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Optimization</a:t>
            </a:r>
            <a:endParaRPr i="0" sz="800" u="none" cap="none" strike="noStrike">
              <a:latin typeface="Salesforce Sans"/>
              <a:ea typeface="Salesforce Sans"/>
              <a:cs typeface="Salesforce Sans"/>
              <a:sym typeface="Salesforce Sans"/>
            </a:endParaRPr>
          </a:p>
        </p:txBody>
      </p:sp>
      <p:sp>
        <p:nvSpPr>
          <p:cNvPr id="6596" name="Google Shape;6596;p173"/>
          <p:cNvSpPr txBox="1"/>
          <p:nvPr/>
        </p:nvSpPr>
        <p:spPr>
          <a:xfrm>
            <a:off x="11432855" y="6878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Optimization</a:t>
            </a:r>
            <a:endParaRPr i="0" sz="800" u="none" cap="none" strike="noStrike">
              <a:latin typeface="Salesforce Sans"/>
              <a:ea typeface="Salesforce Sans"/>
              <a:cs typeface="Salesforce Sans"/>
              <a:sym typeface="Salesforce Sans"/>
            </a:endParaRPr>
          </a:p>
        </p:txBody>
      </p:sp>
      <p:sp>
        <p:nvSpPr>
          <p:cNvPr id="6597" name="Google Shape;6597;p173"/>
          <p:cNvSpPr txBox="1"/>
          <p:nvPr/>
        </p:nvSpPr>
        <p:spPr>
          <a:xfrm>
            <a:off x="11432855" y="7026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Sustainability Management</a:t>
            </a:r>
            <a:endParaRPr i="0" sz="800" u="none" cap="none" strike="noStrike">
              <a:latin typeface="Salesforce Sans"/>
              <a:ea typeface="Salesforce Sans"/>
              <a:cs typeface="Salesforce Sans"/>
              <a:sym typeface="Salesforce Sans"/>
            </a:endParaRPr>
          </a:p>
        </p:txBody>
      </p:sp>
      <p:sp>
        <p:nvSpPr>
          <p:cNvPr id="6598" name="Google Shape;6598;p173"/>
          <p:cNvSpPr txBox="1"/>
          <p:nvPr/>
        </p:nvSpPr>
        <p:spPr>
          <a:xfrm>
            <a:off x="11432855" y="719505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Insights</a:t>
            </a:r>
            <a:endParaRPr i="0" sz="800" u="none" cap="none" strike="noStrike">
              <a:latin typeface="Salesforce Sans"/>
              <a:ea typeface="Salesforce Sans"/>
              <a:cs typeface="Salesforce Sans"/>
              <a:sym typeface="Salesforce Sans"/>
            </a:endParaRPr>
          </a:p>
        </p:txBody>
      </p:sp>
      <p:sp>
        <p:nvSpPr>
          <p:cNvPr id="6599" name="Google Shape;6599;p173"/>
          <p:cNvSpPr txBox="1"/>
          <p:nvPr/>
        </p:nvSpPr>
        <p:spPr>
          <a:xfrm>
            <a:off x="11432855" y="733475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Roadmap Planning</a:t>
            </a:r>
            <a:endParaRPr i="0" sz="800" u="none" cap="none" strike="noStrike">
              <a:latin typeface="Salesforce Sans"/>
              <a:ea typeface="Salesforce Sans"/>
              <a:cs typeface="Salesforce Sans"/>
              <a:sym typeface="Salesforce Sans"/>
            </a:endParaRPr>
          </a:p>
        </p:txBody>
      </p:sp>
      <p:sp>
        <p:nvSpPr>
          <p:cNvPr id="6600" name="Google Shape;6600;p173"/>
          <p:cNvSpPr txBox="1"/>
          <p:nvPr/>
        </p:nvSpPr>
        <p:spPr>
          <a:xfrm>
            <a:off x="11432855" y="7642632"/>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a:t>
            </a:r>
            <a:r>
              <a:rPr i="0" lang="en" sz="800" u="none" cap="none" strike="noStrike">
                <a:latin typeface="Salesforce Sans"/>
                <a:ea typeface="Salesforce Sans"/>
                <a:cs typeface="Salesforce Sans"/>
                <a:sym typeface="Salesforce Sans"/>
              </a:rPr>
              <a:t>ncident Triage</a:t>
            </a:r>
            <a:endParaRPr i="0" sz="800" u="none" cap="none" strike="noStrike">
              <a:latin typeface="Salesforce Sans"/>
              <a:ea typeface="Salesforce Sans"/>
              <a:cs typeface="Salesforce Sans"/>
              <a:sym typeface="Salesforce Sans"/>
            </a:endParaRPr>
          </a:p>
        </p:txBody>
      </p:sp>
      <p:sp>
        <p:nvSpPr>
          <p:cNvPr id="6601" name="Google Shape;6601;p173"/>
          <p:cNvSpPr txBox="1"/>
          <p:nvPr/>
        </p:nvSpPr>
        <p:spPr>
          <a:xfrm>
            <a:off x="11432855" y="74743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Investment</a:t>
            </a:r>
            <a:endParaRPr i="0" sz="800" u="none" cap="none" strike="noStrike">
              <a:latin typeface="Salesforce Sans"/>
              <a:ea typeface="Salesforce Sans"/>
              <a:cs typeface="Salesforce Sans"/>
              <a:sym typeface="Salesforce Sans"/>
            </a:endParaRPr>
          </a:p>
        </p:txBody>
      </p:sp>
      <p:sp>
        <p:nvSpPr>
          <p:cNvPr id="6602" name="Google Shape;6602;p173"/>
          <p:cNvSpPr txBox="1"/>
          <p:nvPr/>
        </p:nvSpPr>
        <p:spPr>
          <a:xfrm>
            <a:off x="11432855" y="778231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and Troubleshooting</a:t>
            </a:r>
            <a:endParaRPr i="0" sz="800" u="none" cap="none" strike="noStrike">
              <a:latin typeface="Salesforce Sans"/>
              <a:ea typeface="Salesforce Sans"/>
              <a:cs typeface="Salesforce Sans"/>
              <a:sym typeface="Salesforce Sans"/>
            </a:endParaRPr>
          </a:p>
        </p:txBody>
      </p:sp>
      <p:sp>
        <p:nvSpPr>
          <p:cNvPr id="6603" name="Google Shape;6603;p173"/>
          <p:cNvSpPr txBox="1"/>
          <p:nvPr/>
        </p:nvSpPr>
        <p:spPr>
          <a:xfrm>
            <a:off x="11432855" y="792189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Routing</a:t>
            </a:r>
            <a:endParaRPr i="0" sz="800" u="none" cap="none" strike="noStrike">
              <a:latin typeface="Salesforce Sans"/>
              <a:ea typeface="Salesforce Sans"/>
              <a:cs typeface="Salesforce Sans"/>
              <a:sym typeface="Salesforce Sans"/>
            </a:endParaRPr>
          </a:p>
        </p:txBody>
      </p:sp>
      <p:sp>
        <p:nvSpPr>
          <p:cNvPr id="6604" name="Google Shape;6604;p173"/>
          <p:cNvSpPr txBox="1"/>
          <p:nvPr/>
        </p:nvSpPr>
        <p:spPr>
          <a:xfrm>
            <a:off x="11432855" y="823771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6605" name="Google Shape;6605;p173"/>
          <p:cNvSpPr txBox="1"/>
          <p:nvPr/>
        </p:nvSpPr>
        <p:spPr>
          <a:xfrm>
            <a:off x="11432855" y="839898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Generation</a:t>
            </a:r>
            <a:endParaRPr i="0" sz="800" u="none" cap="none" strike="noStrike">
              <a:latin typeface="Salesforce Sans"/>
              <a:ea typeface="Salesforce Sans"/>
              <a:cs typeface="Salesforce Sans"/>
              <a:sym typeface="Salesforce Sans"/>
            </a:endParaRPr>
          </a:p>
        </p:txBody>
      </p:sp>
      <p:sp>
        <p:nvSpPr>
          <p:cNvPr id="6606" name="Google Shape;6606;p173"/>
          <p:cNvSpPr txBox="1"/>
          <p:nvPr/>
        </p:nvSpPr>
        <p:spPr>
          <a:xfrm>
            <a:off x="11432855" y="8096368"/>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Policy Compliance</a:t>
            </a:r>
            <a:endParaRPr i="0" sz="800" u="none" cap="none" strike="noStrike">
              <a:latin typeface="Salesforce Sans"/>
              <a:ea typeface="Salesforce Sans"/>
              <a:cs typeface="Salesforce Sans"/>
              <a:sym typeface="Salesforce Sans"/>
            </a:endParaRPr>
          </a:p>
        </p:txBody>
      </p:sp>
      <p:sp>
        <p:nvSpPr>
          <p:cNvPr id="6607" name="Google Shape;6607;p173"/>
          <p:cNvSpPr txBox="1"/>
          <p:nvPr/>
        </p:nvSpPr>
        <p:spPr>
          <a:xfrm>
            <a:off x="11432855" y="85368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Review</a:t>
            </a:r>
            <a:endParaRPr i="0" sz="800" u="none" cap="none" strike="noStrike">
              <a:latin typeface="Salesforce Sans"/>
              <a:ea typeface="Salesforce Sans"/>
              <a:cs typeface="Salesforce Sans"/>
              <a:sym typeface="Salesforce Sans"/>
            </a:endParaRPr>
          </a:p>
        </p:txBody>
      </p:sp>
      <p:sp>
        <p:nvSpPr>
          <p:cNvPr id="6608" name="Google Shape;6608;p173"/>
          <p:cNvSpPr txBox="1"/>
          <p:nvPr/>
        </p:nvSpPr>
        <p:spPr>
          <a:xfrm>
            <a:off x="11432855" y="886425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Generator</a:t>
            </a:r>
            <a:endParaRPr i="0" sz="800" u="none" cap="none" strike="noStrike">
              <a:latin typeface="Salesforce Sans"/>
              <a:ea typeface="Salesforce Sans"/>
              <a:cs typeface="Salesforce Sans"/>
              <a:sym typeface="Salesforce Sans"/>
            </a:endParaRPr>
          </a:p>
        </p:txBody>
      </p:sp>
      <p:sp>
        <p:nvSpPr>
          <p:cNvPr id="6609" name="Google Shape;6609;p173"/>
          <p:cNvSpPr txBox="1"/>
          <p:nvPr/>
        </p:nvSpPr>
        <p:spPr>
          <a:xfrm>
            <a:off x="11432855" y="91469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Defect Triage</a:t>
            </a:r>
            <a:endParaRPr i="0" sz="800" u="none" cap="none" strike="noStrike">
              <a:latin typeface="Salesforce Sans"/>
              <a:ea typeface="Salesforce Sans"/>
              <a:cs typeface="Salesforce Sans"/>
              <a:sym typeface="Salesforce Sans"/>
            </a:endParaRPr>
          </a:p>
        </p:txBody>
      </p:sp>
      <p:sp>
        <p:nvSpPr>
          <p:cNvPr id="6610" name="Google Shape;6610;p173"/>
          <p:cNvSpPr txBox="1"/>
          <p:nvPr/>
        </p:nvSpPr>
        <p:spPr>
          <a:xfrm>
            <a:off x="11432855" y="94637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6611" name="Google Shape;6611;p173"/>
          <p:cNvSpPr txBox="1"/>
          <p:nvPr/>
        </p:nvSpPr>
        <p:spPr>
          <a:xfrm>
            <a:off x="11432855" y="959806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Forensics</a:t>
            </a:r>
            <a:endParaRPr i="0" sz="800" u="none" cap="none" strike="noStrike">
              <a:latin typeface="Salesforce Sans"/>
              <a:ea typeface="Salesforce Sans"/>
              <a:cs typeface="Salesforce Sans"/>
              <a:sym typeface="Salesforce Sans"/>
            </a:endParaRPr>
          </a:p>
        </p:txBody>
      </p:sp>
      <p:sp>
        <p:nvSpPr>
          <p:cNvPr id="6612" name="Google Shape;6612;p173"/>
          <p:cNvSpPr txBox="1"/>
          <p:nvPr/>
        </p:nvSpPr>
        <p:spPr>
          <a:xfrm>
            <a:off x="11432855" y="867469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Software Performance</a:t>
            </a:r>
            <a:endParaRPr i="0" sz="800" u="none" cap="none" strike="noStrike">
              <a:latin typeface="Salesforce Sans"/>
              <a:ea typeface="Salesforce Sans"/>
              <a:cs typeface="Salesforce Sans"/>
              <a:sym typeface="Salesforce Sans"/>
            </a:endParaRPr>
          </a:p>
        </p:txBody>
      </p:sp>
      <p:sp>
        <p:nvSpPr>
          <p:cNvPr id="6613" name="Google Shape;6613;p173"/>
          <p:cNvSpPr txBox="1"/>
          <p:nvPr/>
        </p:nvSpPr>
        <p:spPr>
          <a:xfrm>
            <a:off x="11432855" y="90056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CI/CD Validation</a:t>
            </a:r>
            <a:endParaRPr i="0" sz="800" u="none" cap="none" strike="noStrike">
              <a:latin typeface="Salesforce Sans"/>
              <a:ea typeface="Salesforce Sans"/>
              <a:cs typeface="Salesforce Sans"/>
              <a:sym typeface="Salesforce Sans"/>
            </a:endParaRPr>
          </a:p>
        </p:txBody>
      </p:sp>
      <p:sp>
        <p:nvSpPr>
          <p:cNvPr id="6614" name="Google Shape;6614;p173"/>
          <p:cNvSpPr txBox="1"/>
          <p:nvPr/>
        </p:nvSpPr>
        <p:spPr>
          <a:xfrm>
            <a:off x="11432855" y="93224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a:t>
            </a:r>
            <a:endParaRPr i="0" sz="800" u="none" cap="none" strike="noStrike">
              <a:latin typeface="Salesforce Sans"/>
              <a:ea typeface="Salesforce Sans"/>
              <a:cs typeface="Salesforce Sans"/>
              <a:sym typeface="Salesforce Sans"/>
            </a:endParaRPr>
          </a:p>
        </p:txBody>
      </p:sp>
      <p:sp>
        <p:nvSpPr>
          <p:cNvPr id="6615" name="Google Shape;6615;p173"/>
          <p:cNvSpPr/>
          <p:nvPr/>
        </p:nvSpPr>
        <p:spPr>
          <a:xfrm>
            <a:off x="11297160" y="55213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6" name="Google Shape;6616;p173"/>
          <p:cNvSpPr/>
          <p:nvPr/>
        </p:nvSpPr>
        <p:spPr>
          <a:xfrm>
            <a:off x="11297160" y="596664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7" name="Google Shape;6617;p173"/>
          <p:cNvSpPr/>
          <p:nvPr/>
        </p:nvSpPr>
        <p:spPr>
          <a:xfrm>
            <a:off x="11297160" y="56697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8" name="Google Shape;6618;p173"/>
          <p:cNvSpPr/>
          <p:nvPr/>
        </p:nvSpPr>
        <p:spPr>
          <a:xfrm>
            <a:off x="11297160" y="58182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9" name="Google Shape;6619;p173"/>
          <p:cNvSpPr/>
          <p:nvPr/>
        </p:nvSpPr>
        <p:spPr>
          <a:xfrm>
            <a:off x="11297160" y="186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0" name="Google Shape;6620;p173"/>
          <p:cNvSpPr/>
          <p:nvPr/>
        </p:nvSpPr>
        <p:spPr>
          <a:xfrm>
            <a:off x="11297160" y="2008173"/>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1" name="Google Shape;6621;p173"/>
          <p:cNvSpPr/>
          <p:nvPr/>
        </p:nvSpPr>
        <p:spPr>
          <a:xfrm>
            <a:off x="11297160" y="21565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2" name="Google Shape;6622;p173"/>
          <p:cNvSpPr/>
          <p:nvPr/>
        </p:nvSpPr>
        <p:spPr>
          <a:xfrm>
            <a:off x="11297160" y="23051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3" name="Google Shape;6623;p173"/>
          <p:cNvSpPr/>
          <p:nvPr/>
        </p:nvSpPr>
        <p:spPr>
          <a:xfrm>
            <a:off x="11297160" y="24531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4" name="Google Shape;6624;p173"/>
          <p:cNvSpPr/>
          <p:nvPr/>
        </p:nvSpPr>
        <p:spPr>
          <a:xfrm>
            <a:off x="11297160" y="260155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5" name="Google Shape;6625;p173"/>
          <p:cNvSpPr/>
          <p:nvPr/>
        </p:nvSpPr>
        <p:spPr>
          <a:xfrm>
            <a:off x="11297160" y="27703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6" name="Google Shape;6626;p173"/>
          <p:cNvSpPr/>
          <p:nvPr/>
        </p:nvSpPr>
        <p:spPr>
          <a:xfrm>
            <a:off x="11297160" y="29183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7" name="Google Shape;6627;p173"/>
          <p:cNvSpPr/>
          <p:nvPr/>
        </p:nvSpPr>
        <p:spPr>
          <a:xfrm>
            <a:off x="11297160" y="3066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8" name="Google Shape;6628;p173"/>
          <p:cNvSpPr/>
          <p:nvPr/>
        </p:nvSpPr>
        <p:spPr>
          <a:xfrm>
            <a:off x="11297160" y="3215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9" name="Google Shape;6629;p173"/>
          <p:cNvSpPr/>
          <p:nvPr/>
        </p:nvSpPr>
        <p:spPr>
          <a:xfrm>
            <a:off x="11297160" y="3363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0" name="Google Shape;6630;p173"/>
          <p:cNvSpPr/>
          <p:nvPr/>
        </p:nvSpPr>
        <p:spPr>
          <a:xfrm>
            <a:off x="11297160" y="35322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1" name="Google Shape;6631;p173"/>
          <p:cNvSpPr/>
          <p:nvPr/>
        </p:nvSpPr>
        <p:spPr>
          <a:xfrm>
            <a:off x="11297160" y="3680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2" name="Google Shape;6632;p173"/>
          <p:cNvSpPr/>
          <p:nvPr/>
        </p:nvSpPr>
        <p:spPr>
          <a:xfrm>
            <a:off x="11297160" y="38286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3" name="Google Shape;6633;p173"/>
          <p:cNvSpPr/>
          <p:nvPr/>
        </p:nvSpPr>
        <p:spPr>
          <a:xfrm>
            <a:off x="11297160" y="39772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4" name="Google Shape;6634;p173"/>
          <p:cNvSpPr/>
          <p:nvPr/>
        </p:nvSpPr>
        <p:spPr>
          <a:xfrm>
            <a:off x="11297160" y="41458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5" name="Google Shape;6635;p173"/>
          <p:cNvSpPr/>
          <p:nvPr/>
        </p:nvSpPr>
        <p:spPr>
          <a:xfrm>
            <a:off x="11297160" y="42938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6" name="Google Shape;6636;p173"/>
          <p:cNvSpPr/>
          <p:nvPr/>
        </p:nvSpPr>
        <p:spPr>
          <a:xfrm>
            <a:off x="11297160" y="4442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7" name="Google Shape;6637;p173"/>
          <p:cNvSpPr/>
          <p:nvPr/>
        </p:nvSpPr>
        <p:spPr>
          <a:xfrm>
            <a:off x="11297160" y="45908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8" name="Google Shape;6638;p173"/>
          <p:cNvSpPr/>
          <p:nvPr/>
        </p:nvSpPr>
        <p:spPr>
          <a:xfrm>
            <a:off x="11297160" y="4759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9" name="Google Shape;6639;p173"/>
          <p:cNvSpPr/>
          <p:nvPr/>
        </p:nvSpPr>
        <p:spPr>
          <a:xfrm>
            <a:off x="11297160" y="4907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0" name="Google Shape;6640;p173"/>
          <p:cNvSpPr/>
          <p:nvPr/>
        </p:nvSpPr>
        <p:spPr>
          <a:xfrm>
            <a:off x="11297160" y="50559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1" name="Google Shape;6641;p173"/>
          <p:cNvSpPr/>
          <p:nvPr/>
        </p:nvSpPr>
        <p:spPr>
          <a:xfrm>
            <a:off x="11297160" y="52047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2" name="Google Shape;6642;p173"/>
          <p:cNvSpPr/>
          <p:nvPr/>
        </p:nvSpPr>
        <p:spPr>
          <a:xfrm>
            <a:off x="11297160" y="5352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3" name="Google Shape;6643;p173"/>
          <p:cNvSpPr/>
          <p:nvPr/>
        </p:nvSpPr>
        <p:spPr>
          <a:xfrm>
            <a:off x="11297160" y="61349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4" name="Google Shape;6644;p173"/>
          <p:cNvSpPr/>
          <p:nvPr/>
        </p:nvSpPr>
        <p:spPr>
          <a:xfrm>
            <a:off x="11297160" y="658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5" name="Google Shape;6645;p173"/>
          <p:cNvSpPr/>
          <p:nvPr/>
        </p:nvSpPr>
        <p:spPr>
          <a:xfrm>
            <a:off x="11297160" y="628336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6" name="Google Shape;6646;p173"/>
          <p:cNvSpPr/>
          <p:nvPr/>
        </p:nvSpPr>
        <p:spPr>
          <a:xfrm>
            <a:off x="11297160" y="643178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7" name="Google Shape;6647;p173"/>
          <p:cNvSpPr/>
          <p:nvPr/>
        </p:nvSpPr>
        <p:spPr>
          <a:xfrm>
            <a:off x="11297160" y="70453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8" name="Google Shape;6648;p173"/>
          <p:cNvSpPr/>
          <p:nvPr/>
        </p:nvSpPr>
        <p:spPr>
          <a:xfrm>
            <a:off x="11297160" y="674854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9" name="Google Shape;6649;p173"/>
          <p:cNvSpPr/>
          <p:nvPr/>
        </p:nvSpPr>
        <p:spPr>
          <a:xfrm>
            <a:off x="11297160" y="68969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0" name="Google Shape;6650;p173"/>
          <p:cNvSpPr/>
          <p:nvPr/>
        </p:nvSpPr>
        <p:spPr>
          <a:xfrm>
            <a:off x="11297160" y="75105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1" name="Google Shape;6651;p173"/>
          <p:cNvSpPr/>
          <p:nvPr/>
        </p:nvSpPr>
        <p:spPr>
          <a:xfrm>
            <a:off x="11297160" y="721368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2" name="Google Shape;6652;p173"/>
          <p:cNvSpPr/>
          <p:nvPr/>
        </p:nvSpPr>
        <p:spPr>
          <a:xfrm>
            <a:off x="11297160" y="736211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3" name="Google Shape;6653;p173"/>
          <p:cNvSpPr/>
          <p:nvPr/>
        </p:nvSpPr>
        <p:spPr>
          <a:xfrm>
            <a:off x="11297160" y="76788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4" name="Google Shape;6654;p173"/>
          <p:cNvSpPr/>
          <p:nvPr/>
        </p:nvSpPr>
        <p:spPr>
          <a:xfrm>
            <a:off x="11297160" y="795810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55" name="Google Shape;6655;p173"/>
          <p:cNvSpPr/>
          <p:nvPr/>
        </p:nvSpPr>
        <p:spPr>
          <a:xfrm>
            <a:off x="11297160" y="780086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56" name="Google Shape;6656;p173"/>
          <p:cNvSpPr/>
          <p:nvPr/>
        </p:nvSpPr>
        <p:spPr>
          <a:xfrm>
            <a:off x="11297160" y="824926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7" name="Google Shape;6657;p173"/>
          <p:cNvSpPr/>
          <p:nvPr/>
        </p:nvSpPr>
        <p:spPr>
          <a:xfrm>
            <a:off x="11297160" y="8114954"/>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8" name="Google Shape;6658;p173"/>
          <p:cNvSpPr/>
          <p:nvPr/>
        </p:nvSpPr>
        <p:spPr>
          <a:xfrm>
            <a:off x="11297160" y="84175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9" name="Google Shape;6659;p173"/>
          <p:cNvSpPr/>
          <p:nvPr/>
        </p:nvSpPr>
        <p:spPr>
          <a:xfrm>
            <a:off x="11297160" y="871444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0" name="Google Shape;6660;p173"/>
          <p:cNvSpPr/>
          <p:nvPr/>
        </p:nvSpPr>
        <p:spPr>
          <a:xfrm>
            <a:off x="11297160" y="856601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1" name="Google Shape;6661;p173"/>
          <p:cNvSpPr/>
          <p:nvPr/>
        </p:nvSpPr>
        <p:spPr>
          <a:xfrm>
            <a:off x="11297160" y="888283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2" name="Google Shape;6662;p173"/>
          <p:cNvSpPr/>
          <p:nvPr/>
        </p:nvSpPr>
        <p:spPr>
          <a:xfrm>
            <a:off x="11297160" y="917967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3" name="Google Shape;6663;p173"/>
          <p:cNvSpPr/>
          <p:nvPr/>
        </p:nvSpPr>
        <p:spPr>
          <a:xfrm>
            <a:off x="11297160" y="90312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4" name="Google Shape;6664;p173"/>
          <p:cNvSpPr/>
          <p:nvPr/>
        </p:nvSpPr>
        <p:spPr>
          <a:xfrm>
            <a:off x="11297160" y="93480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5" name="Google Shape;6665;p173"/>
          <p:cNvSpPr/>
          <p:nvPr/>
        </p:nvSpPr>
        <p:spPr>
          <a:xfrm>
            <a:off x="11297160"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6" name="Google Shape;6666;p173"/>
          <p:cNvSpPr/>
          <p:nvPr/>
        </p:nvSpPr>
        <p:spPr>
          <a:xfrm>
            <a:off x="11297160" y="949646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7" name="Google Shape;6667;p173"/>
          <p:cNvSpPr txBox="1"/>
          <p:nvPr/>
        </p:nvSpPr>
        <p:spPr>
          <a:xfrm>
            <a:off x="11432855" y="183685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668" name="Google Shape;6668;p173"/>
          <p:cNvSpPr/>
          <p:nvPr/>
        </p:nvSpPr>
        <p:spPr>
          <a:xfrm>
            <a:off x="11297160" y="1855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69" name="Google Shape;6669;p173"/>
          <p:cNvSpPr/>
          <p:nvPr/>
        </p:nvSpPr>
        <p:spPr>
          <a:xfrm>
            <a:off x="11297160" y="27793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0" name="Google Shape;6670;p173"/>
          <p:cNvSpPr/>
          <p:nvPr/>
        </p:nvSpPr>
        <p:spPr>
          <a:xfrm>
            <a:off x="11297160" y="335458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71" name="Google Shape;6671;p173"/>
          <p:cNvSpPr/>
          <p:nvPr/>
        </p:nvSpPr>
        <p:spPr>
          <a:xfrm>
            <a:off x="11297160" y="47685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2" name="Google Shape;6672;p173"/>
          <p:cNvSpPr/>
          <p:nvPr/>
        </p:nvSpPr>
        <p:spPr>
          <a:xfrm>
            <a:off x="11297160" y="62734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3" name="Google Shape;6673;p173"/>
          <p:cNvSpPr/>
          <p:nvPr/>
        </p:nvSpPr>
        <p:spPr>
          <a:xfrm>
            <a:off x="11297160" y="825833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4" name="Google Shape;6674;p173"/>
          <p:cNvSpPr/>
          <p:nvPr/>
        </p:nvSpPr>
        <p:spPr>
          <a:xfrm>
            <a:off x="11297160" y="84268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5" name="Google Shape;6675;p173"/>
          <p:cNvSpPr/>
          <p:nvPr/>
        </p:nvSpPr>
        <p:spPr>
          <a:xfrm>
            <a:off x="11297160" y="85696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6" name="Google Shape;6676;p173"/>
          <p:cNvSpPr txBox="1"/>
          <p:nvPr/>
        </p:nvSpPr>
        <p:spPr>
          <a:xfrm>
            <a:off x="897520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677" name="Google Shape;6677;p173"/>
          <p:cNvSpPr txBox="1"/>
          <p:nvPr/>
        </p:nvSpPr>
        <p:spPr>
          <a:xfrm>
            <a:off x="1017496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678" name="Google Shape;6678;p173"/>
          <p:cNvGrpSpPr/>
          <p:nvPr/>
        </p:nvGrpSpPr>
        <p:grpSpPr>
          <a:xfrm>
            <a:off x="8994853" y="1867456"/>
            <a:ext cx="952525" cy="449700"/>
            <a:chOff x="755165" y="1905021"/>
            <a:chExt cx="1322400" cy="449700"/>
          </a:xfrm>
        </p:grpSpPr>
        <p:sp>
          <p:nvSpPr>
            <p:cNvPr id="6679" name="Google Shape;6679;p173"/>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680" name="Google Shape;6680;p173"/>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900">
                <a:solidFill>
                  <a:srgbClr val="FFFFFF"/>
                </a:solidFill>
                <a:latin typeface="Avant Garde Demi SFDC"/>
                <a:ea typeface="Avant Garde Demi SFDC"/>
                <a:cs typeface="Avant Garde Demi SFDC"/>
                <a:sym typeface="Avant Garde Demi SFDC"/>
              </a:endParaRPr>
            </a:p>
          </p:txBody>
        </p:sp>
      </p:grpSp>
      <p:sp>
        <p:nvSpPr>
          <p:cNvPr id="6681" name="Google Shape;6681;p173"/>
          <p:cNvSpPr txBox="1"/>
          <p:nvPr/>
        </p:nvSpPr>
        <p:spPr>
          <a:xfrm>
            <a:off x="1143383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682" name="Google Shape;6682;p173"/>
          <p:cNvSpPr txBox="1"/>
          <p:nvPr/>
        </p:nvSpPr>
        <p:spPr>
          <a:xfrm>
            <a:off x="10174976" y="1843250"/>
            <a:ext cx="1105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Core and Access Network Planning and Design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6683" name="Google Shape;6683;p173"/>
          <p:cNvGrpSpPr/>
          <p:nvPr/>
        </p:nvGrpSpPr>
        <p:grpSpPr>
          <a:xfrm>
            <a:off x="8994853" y="7223868"/>
            <a:ext cx="952525" cy="449700"/>
            <a:chOff x="755165" y="1866174"/>
            <a:chExt cx="1322400" cy="449700"/>
          </a:xfrm>
        </p:grpSpPr>
        <p:sp>
          <p:nvSpPr>
            <p:cNvPr id="6684" name="Google Shape;6684;p173"/>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685" name="Google Shape;6685;p173"/>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6686" name="Google Shape;6686;p173"/>
          <p:cNvSpPr/>
          <p:nvPr/>
        </p:nvSpPr>
        <p:spPr>
          <a:xfrm>
            <a:off x="15887397"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87" name="Google Shape;6687;p173"/>
          <p:cNvSpPr txBox="1"/>
          <p:nvPr/>
        </p:nvSpPr>
        <p:spPr>
          <a:xfrm>
            <a:off x="15698457" y="18402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Ingestion</a:t>
            </a:r>
            <a:endParaRPr i="0" sz="800" u="none" cap="none" strike="noStrike">
              <a:latin typeface="Salesforce Sans"/>
              <a:ea typeface="Salesforce Sans"/>
              <a:cs typeface="Salesforce Sans"/>
              <a:sym typeface="Salesforce Sans"/>
            </a:endParaRPr>
          </a:p>
        </p:txBody>
      </p:sp>
      <p:sp>
        <p:nvSpPr>
          <p:cNvPr id="6688" name="Google Shape;6688;p173"/>
          <p:cNvSpPr/>
          <p:nvPr/>
        </p:nvSpPr>
        <p:spPr>
          <a:xfrm>
            <a:off x="14438141" y="2335613"/>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AI / ML </a:t>
            </a:r>
            <a:endParaRPr b="1" i="0" sz="900" u="none" cap="none" strike="noStrike">
              <a:solidFill>
                <a:srgbClr val="066AFE"/>
              </a:solidFill>
              <a:latin typeface="Salesforce Sans"/>
              <a:ea typeface="Salesforce Sans"/>
              <a:cs typeface="Salesforce Sans"/>
              <a:sym typeface="Salesforce Sans"/>
            </a:endParaRPr>
          </a:p>
        </p:txBody>
      </p:sp>
      <p:sp>
        <p:nvSpPr>
          <p:cNvPr id="6689" name="Google Shape;6689;p173"/>
          <p:cNvSpPr/>
          <p:nvPr/>
        </p:nvSpPr>
        <p:spPr>
          <a:xfrm>
            <a:off x="14438141" y="2967173"/>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6690" name="Google Shape;6690;p173"/>
          <p:cNvSpPr/>
          <p:nvPr/>
        </p:nvSpPr>
        <p:spPr>
          <a:xfrm>
            <a:off x="14438141" y="344888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 </a:t>
            </a:r>
            <a:endParaRPr b="1" i="0" sz="900" u="none" cap="none" strike="noStrike">
              <a:solidFill>
                <a:srgbClr val="066AFE"/>
              </a:solidFill>
              <a:latin typeface="Salesforce Sans"/>
              <a:ea typeface="Salesforce Sans"/>
              <a:cs typeface="Salesforce Sans"/>
              <a:sym typeface="Salesforce Sans"/>
            </a:endParaRPr>
          </a:p>
        </p:txBody>
      </p:sp>
      <p:sp>
        <p:nvSpPr>
          <p:cNvPr id="6691" name="Google Shape;6691;p173"/>
          <p:cNvSpPr/>
          <p:nvPr/>
        </p:nvSpPr>
        <p:spPr>
          <a:xfrm>
            <a:off x="14438141" y="408044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Mgmt &amp; Development </a:t>
            </a:r>
            <a:endParaRPr b="1" i="0" sz="900" u="none" cap="none" strike="noStrike">
              <a:solidFill>
                <a:srgbClr val="066AFE"/>
              </a:solidFill>
              <a:latin typeface="Salesforce Sans"/>
              <a:ea typeface="Salesforce Sans"/>
              <a:cs typeface="Salesforce Sans"/>
              <a:sym typeface="Salesforce Sans"/>
            </a:endParaRPr>
          </a:p>
        </p:txBody>
      </p:sp>
      <p:sp>
        <p:nvSpPr>
          <p:cNvPr id="6692" name="Google Shape;6692;p173"/>
          <p:cNvSpPr/>
          <p:nvPr/>
        </p:nvSpPr>
        <p:spPr>
          <a:xfrm>
            <a:off x="14438141" y="5182191"/>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Contractor Management Agent</a:t>
            </a:r>
            <a:endParaRPr b="1" i="0" sz="900" u="none" cap="none" strike="noStrike">
              <a:solidFill>
                <a:srgbClr val="066AFE"/>
              </a:solidFill>
              <a:latin typeface="Salesforce Sans"/>
              <a:ea typeface="Salesforce Sans"/>
              <a:cs typeface="Salesforce Sans"/>
              <a:sym typeface="Salesforce Sans"/>
            </a:endParaRPr>
          </a:p>
        </p:txBody>
      </p:sp>
      <p:sp>
        <p:nvSpPr>
          <p:cNvPr id="6693" name="Google Shape;6693;p173"/>
          <p:cNvSpPr/>
          <p:nvPr/>
        </p:nvSpPr>
        <p:spPr>
          <a:xfrm>
            <a:off x="14438141" y="6160482"/>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Procurement and Financial Operations </a:t>
            </a:r>
            <a:endParaRPr b="1" i="0" sz="900" u="none" cap="none" strike="noStrike">
              <a:solidFill>
                <a:srgbClr val="066AFE"/>
              </a:solidFill>
              <a:latin typeface="Salesforce Sans"/>
              <a:ea typeface="Salesforce Sans"/>
              <a:cs typeface="Salesforce Sans"/>
              <a:sym typeface="Salesforce Sans"/>
            </a:endParaRPr>
          </a:p>
        </p:txBody>
      </p:sp>
      <p:sp>
        <p:nvSpPr>
          <p:cNvPr id="6694" name="Google Shape;6694;p173"/>
          <p:cNvSpPr/>
          <p:nvPr/>
        </p:nvSpPr>
        <p:spPr>
          <a:xfrm>
            <a:off x="14438141" y="6782979"/>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Store Operations </a:t>
            </a:r>
            <a:endParaRPr b="1" i="0" sz="900" u="none" cap="none" strike="noStrike">
              <a:solidFill>
                <a:srgbClr val="066AFE"/>
              </a:solidFill>
              <a:latin typeface="Salesforce Sans"/>
              <a:ea typeface="Salesforce Sans"/>
              <a:cs typeface="Salesforce Sans"/>
              <a:sym typeface="Salesforce Sans"/>
            </a:endParaRPr>
          </a:p>
        </p:txBody>
      </p:sp>
      <p:sp>
        <p:nvSpPr>
          <p:cNvPr id="6695" name="Google Shape;6695;p173"/>
          <p:cNvSpPr/>
          <p:nvPr/>
        </p:nvSpPr>
        <p:spPr>
          <a:xfrm>
            <a:off x="14438141" y="7092455"/>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Treasury </a:t>
            </a:r>
            <a:endParaRPr b="1" i="0" sz="900" u="none" cap="none" strike="noStrike">
              <a:solidFill>
                <a:srgbClr val="066AFE"/>
              </a:solidFill>
              <a:latin typeface="Salesforce Sans"/>
              <a:ea typeface="Salesforce Sans"/>
              <a:cs typeface="Salesforce Sans"/>
              <a:sym typeface="Salesforce Sans"/>
            </a:endParaRPr>
          </a:p>
        </p:txBody>
      </p:sp>
      <p:sp>
        <p:nvSpPr>
          <p:cNvPr id="6696" name="Google Shape;6696;p173"/>
          <p:cNvSpPr/>
          <p:nvPr/>
        </p:nvSpPr>
        <p:spPr>
          <a:xfrm>
            <a:off x="14438141" y="7424296"/>
            <a:ext cx="9261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Tax &amp; Com</a:t>
            </a:r>
            <a:r>
              <a:rPr b="1" lang="en" sz="900">
                <a:solidFill>
                  <a:srgbClr val="066AFE"/>
                </a:solidFill>
                <a:latin typeface="Salesforce Sans"/>
                <a:ea typeface="Salesforce Sans"/>
                <a:cs typeface="Salesforce Sans"/>
                <a:sym typeface="Salesforce Sans"/>
              </a:rPr>
              <a:t>pliance</a:t>
            </a:r>
            <a:r>
              <a:rPr b="1" i="0" lang="en" sz="900" u="none" cap="none" strike="noStrike">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6697" name="Google Shape;6697;p173"/>
          <p:cNvSpPr/>
          <p:nvPr/>
        </p:nvSpPr>
        <p:spPr>
          <a:xfrm>
            <a:off x="14438141" y="5663898"/>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6698" name="Google Shape;6698;p173"/>
          <p:cNvSpPr/>
          <p:nvPr/>
        </p:nvSpPr>
        <p:spPr>
          <a:xfrm>
            <a:off x="14438141" y="8178368"/>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and Dispute </a:t>
            </a:r>
            <a:endParaRPr b="1" i="0" sz="900" u="none" cap="none" strike="noStrike">
              <a:solidFill>
                <a:srgbClr val="066AFE"/>
              </a:solidFill>
              <a:latin typeface="Salesforce Sans"/>
              <a:ea typeface="Salesforce Sans"/>
              <a:cs typeface="Salesforce Sans"/>
              <a:sym typeface="Salesforce Sans"/>
            </a:endParaRPr>
          </a:p>
        </p:txBody>
      </p:sp>
      <p:sp>
        <p:nvSpPr>
          <p:cNvPr id="6699" name="Google Shape;6699;p173"/>
          <p:cNvSpPr/>
          <p:nvPr/>
        </p:nvSpPr>
        <p:spPr>
          <a:xfrm>
            <a:off x="14438141" y="7753653"/>
            <a:ext cx="971400" cy="44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6700" name="Google Shape;6700;p173"/>
          <p:cNvSpPr/>
          <p:nvPr/>
        </p:nvSpPr>
        <p:spPr>
          <a:xfrm>
            <a:off x="14438141" y="4538334"/>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Operations </a:t>
            </a:r>
            <a:endParaRPr b="1" i="0" sz="900" u="none" cap="none" strike="noStrike">
              <a:solidFill>
                <a:srgbClr val="066AFE"/>
              </a:solidFill>
              <a:latin typeface="Salesforce Sans"/>
              <a:ea typeface="Salesforce Sans"/>
              <a:cs typeface="Salesforce Sans"/>
              <a:sym typeface="Salesforce Sans"/>
            </a:endParaRPr>
          </a:p>
        </p:txBody>
      </p:sp>
      <p:sp>
        <p:nvSpPr>
          <p:cNvPr id="6701" name="Google Shape;6701;p173"/>
          <p:cNvSpPr txBox="1"/>
          <p:nvPr/>
        </p:nvSpPr>
        <p:spPr>
          <a:xfrm>
            <a:off x="15698457" y="20037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Quality</a:t>
            </a:r>
            <a:endParaRPr i="0" sz="800" u="none" cap="none" strike="noStrike">
              <a:latin typeface="Salesforce Sans"/>
              <a:ea typeface="Salesforce Sans"/>
              <a:cs typeface="Salesforce Sans"/>
              <a:sym typeface="Salesforce Sans"/>
            </a:endParaRPr>
          </a:p>
        </p:txBody>
      </p:sp>
      <p:sp>
        <p:nvSpPr>
          <p:cNvPr id="6702" name="Google Shape;6702;p173"/>
          <p:cNvSpPr txBox="1"/>
          <p:nvPr/>
        </p:nvSpPr>
        <p:spPr>
          <a:xfrm>
            <a:off x="15698457" y="215360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Security</a:t>
            </a:r>
            <a:endParaRPr i="0" sz="800" u="none" cap="none" strike="noStrike">
              <a:latin typeface="Salesforce Sans"/>
              <a:ea typeface="Salesforce Sans"/>
              <a:cs typeface="Salesforce Sans"/>
              <a:sym typeface="Salesforce Sans"/>
            </a:endParaRPr>
          </a:p>
        </p:txBody>
      </p:sp>
      <p:sp>
        <p:nvSpPr>
          <p:cNvPr id="6703" name="Google Shape;6703;p173"/>
          <p:cNvSpPr txBox="1"/>
          <p:nvPr/>
        </p:nvSpPr>
        <p:spPr>
          <a:xfrm>
            <a:off x="15698457" y="248545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a:t>
            </a:r>
            <a:endParaRPr i="0" sz="800" u="none" cap="none" strike="noStrike">
              <a:latin typeface="Salesforce Sans"/>
              <a:ea typeface="Salesforce Sans"/>
              <a:cs typeface="Salesforce Sans"/>
              <a:sym typeface="Salesforce Sans"/>
            </a:endParaRPr>
          </a:p>
        </p:txBody>
      </p:sp>
      <p:sp>
        <p:nvSpPr>
          <p:cNvPr id="6704" name="Google Shape;6704;p173"/>
          <p:cNvSpPr txBox="1"/>
          <p:nvPr/>
        </p:nvSpPr>
        <p:spPr>
          <a:xfrm>
            <a:off x="15698457" y="263531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Deployment</a:t>
            </a:r>
            <a:endParaRPr i="0" sz="800" u="none" cap="none" strike="noStrike">
              <a:latin typeface="Salesforce Sans"/>
              <a:ea typeface="Salesforce Sans"/>
              <a:cs typeface="Salesforce Sans"/>
              <a:sym typeface="Salesforce Sans"/>
            </a:endParaRPr>
          </a:p>
        </p:txBody>
      </p:sp>
      <p:sp>
        <p:nvSpPr>
          <p:cNvPr id="6705" name="Google Shape;6705;p173"/>
          <p:cNvSpPr txBox="1"/>
          <p:nvPr/>
        </p:nvSpPr>
        <p:spPr>
          <a:xfrm>
            <a:off x="15698457" y="27851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Governance</a:t>
            </a:r>
            <a:endParaRPr i="0" sz="800" u="none" cap="none" strike="noStrike">
              <a:latin typeface="Salesforce Sans"/>
              <a:ea typeface="Salesforce Sans"/>
              <a:cs typeface="Salesforce Sans"/>
              <a:sym typeface="Salesforce Sans"/>
            </a:endParaRPr>
          </a:p>
        </p:txBody>
      </p:sp>
      <p:sp>
        <p:nvSpPr>
          <p:cNvPr id="6706" name="Google Shape;6706;p173"/>
          <p:cNvSpPr txBox="1"/>
          <p:nvPr/>
        </p:nvSpPr>
        <p:spPr>
          <a:xfrm>
            <a:off x="15698457" y="23356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Preparation</a:t>
            </a:r>
            <a:endParaRPr i="0" sz="800" u="none" cap="none" strike="noStrike">
              <a:latin typeface="Salesforce Sans"/>
              <a:ea typeface="Salesforce Sans"/>
              <a:cs typeface="Salesforce Sans"/>
              <a:sym typeface="Salesforce Sans"/>
            </a:endParaRPr>
          </a:p>
        </p:txBody>
      </p:sp>
      <p:sp>
        <p:nvSpPr>
          <p:cNvPr id="6707" name="Google Shape;6707;p173"/>
          <p:cNvSpPr txBox="1"/>
          <p:nvPr/>
        </p:nvSpPr>
        <p:spPr>
          <a:xfrm>
            <a:off x="15698457" y="296729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And Skills Assessment</a:t>
            </a:r>
            <a:endParaRPr i="0" sz="800" u="none" cap="none" strike="noStrike">
              <a:latin typeface="Salesforce Sans"/>
              <a:ea typeface="Salesforce Sans"/>
              <a:cs typeface="Salesforce Sans"/>
              <a:sym typeface="Salesforce Sans"/>
            </a:endParaRPr>
          </a:p>
        </p:txBody>
      </p:sp>
      <p:sp>
        <p:nvSpPr>
          <p:cNvPr id="6708" name="Google Shape;6708;p173"/>
          <p:cNvSpPr txBox="1"/>
          <p:nvPr/>
        </p:nvSpPr>
        <p:spPr>
          <a:xfrm>
            <a:off x="15698457" y="408043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6709" name="Google Shape;6709;p173"/>
          <p:cNvSpPr txBox="1"/>
          <p:nvPr/>
        </p:nvSpPr>
        <p:spPr>
          <a:xfrm>
            <a:off x="15698457" y="500032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&amp; Labour Relations Monitoring</a:t>
            </a:r>
            <a:endParaRPr i="0" sz="800" u="none" cap="none" strike="noStrike">
              <a:latin typeface="Salesforce Sans"/>
              <a:ea typeface="Salesforce Sans"/>
              <a:cs typeface="Salesforce Sans"/>
              <a:sym typeface="Salesforce Sans"/>
            </a:endParaRPr>
          </a:p>
        </p:txBody>
      </p:sp>
      <p:sp>
        <p:nvSpPr>
          <p:cNvPr id="6710" name="Google Shape;6710;p173"/>
          <p:cNvSpPr txBox="1"/>
          <p:nvPr/>
        </p:nvSpPr>
        <p:spPr>
          <a:xfrm>
            <a:off x="15698457" y="518218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Onboarding</a:t>
            </a:r>
            <a:endParaRPr i="0" sz="800" u="none" cap="none" strike="noStrike">
              <a:latin typeface="Salesforce Sans"/>
              <a:ea typeface="Salesforce Sans"/>
              <a:cs typeface="Salesforce Sans"/>
              <a:sym typeface="Salesforce Sans"/>
            </a:endParaRPr>
          </a:p>
        </p:txBody>
      </p:sp>
      <p:sp>
        <p:nvSpPr>
          <p:cNvPr id="6711" name="Google Shape;6711;p173"/>
          <p:cNvSpPr txBox="1"/>
          <p:nvPr/>
        </p:nvSpPr>
        <p:spPr>
          <a:xfrm>
            <a:off x="15698457" y="677187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6712" name="Google Shape;6712;p173"/>
          <p:cNvSpPr txBox="1"/>
          <p:nvPr/>
        </p:nvSpPr>
        <p:spPr>
          <a:xfrm>
            <a:off x="15698457" y="70924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Cash &amp; Liquidity Management</a:t>
            </a:r>
            <a:endParaRPr i="0" sz="800" u="none" cap="none" strike="noStrike">
              <a:latin typeface="Salesforce Sans"/>
              <a:ea typeface="Salesforce Sans"/>
              <a:cs typeface="Salesforce Sans"/>
              <a:sym typeface="Salesforce Sans"/>
            </a:endParaRPr>
          </a:p>
        </p:txBody>
      </p:sp>
      <p:sp>
        <p:nvSpPr>
          <p:cNvPr id="6713" name="Google Shape;6713;p173"/>
          <p:cNvSpPr txBox="1"/>
          <p:nvPr/>
        </p:nvSpPr>
        <p:spPr>
          <a:xfrm>
            <a:off x="15698457" y="68989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Facilities Maintenance</a:t>
            </a:r>
            <a:endParaRPr i="0" sz="800" u="none" cap="none" strike="noStrike">
              <a:latin typeface="Salesforce Sans"/>
              <a:ea typeface="Salesforce Sans"/>
              <a:cs typeface="Salesforce Sans"/>
              <a:sym typeface="Salesforce Sans"/>
            </a:endParaRPr>
          </a:p>
        </p:txBody>
      </p:sp>
      <p:sp>
        <p:nvSpPr>
          <p:cNvPr id="6714" name="Google Shape;6714;p173"/>
          <p:cNvSpPr txBox="1"/>
          <p:nvPr/>
        </p:nvSpPr>
        <p:spPr>
          <a:xfrm>
            <a:off x="15698457" y="7242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Management</a:t>
            </a:r>
            <a:endParaRPr i="0" sz="800" u="none" cap="none" strike="noStrike">
              <a:latin typeface="Salesforce Sans"/>
              <a:ea typeface="Salesforce Sans"/>
              <a:cs typeface="Salesforce Sans"/>
              <a:sym typeface="Salesforce Sans"/>
            </a:endParaRPr>
          </a:p>
        </p:txBody>
      </p:sp>
      <p:sp>
        <p:nvSpPr>
          <p:cNvPr id="6715" name="Google Shape;6715;p173"/>
          <p:cNvSpPr txBox="1"/>
          <p:nvPr/>
        </p:nvSpPr>
        <p:spPr>
          <a:xfrm>
            <a:off x="15698457" y="7424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Tax Filing</a:t>
            </a:r>
            <a:endParaRPr i="0" sz="800" u="none" cap="none" strike="noStrike">
              <a:latin typeface="Salesforce Sans"/>
              <a:ea typeface="Salesforce Sans"/>
              <a:cs typeface="Salesforce Sans"/>
              <a:sym typeface="Salesforce Sans"/>
            </a:endParaRPr>
          </a:p>
        </p:txBody>
      </p:sp>
      <p:sp>
        <p:nvSpPr>
          <p:cNvPr id="6716" name="Google Shape;6716;p173"/>
          <p:cNvSpPr txBox="1"/>
          <p:nvPr/>
        </p:nvSpPr>
        <p:spPr>
          <a:xfrm>
            <a:off x="15698457" y="790368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6717" name="Google Shape;6717;p173"/>
          <p:cNvSpPr txBox="1"/>
          <p:nvPr/>
        </p:nvSpPr>
        <p:spPr>
          <a:xfrm>
            <a:off x="15698457" y="61535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Transaction Monitoring</a:t>
            </a:r>
            <a:endParaRPr i="0" sz="800" u="none" cap="none" strike="noStrike">
              <a:latin typeface="Salesforce Sans"/>
              <a:ea typeface="Salesforce Sans"/>
              <a:cs typeface="Salesforce Sans"/>
              <a:sym typeface="Salesforce Sans"/>
            </a:endParaRPr>
          </a:p>
        </p:txBody>
      </p:sp>
      <p:sp>
        <p:nvSpPr>
          <p:cNvPr id="6718" name="Google Shape;6718;p173"/>
          <p:cNvSpPr txBox="1"/>
          <p:nvPr/>
        </p:nvSpPr>
        <p:spPr>
          <a:xfrm>
            <a:off x="15698457" y="389823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6719" name="Google Shape;6719;p173"/>
          <p:cNvSpPr/>
          <p:nvPr/>
        </p:nvSpPr>
        <p:spPr>
          <a:xfrm>
            <a:off x="15557918" y="391391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0" name="Google Shape;6720;p173"/>
          <p:cNvSpPr txBox="1"/>
          <p:nvPr/>
        </p:nvSpPr>
        <p:spPr>
          <a:xfrm>
            <a:off x="15698457" y="359854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6721" name="Google Shape;6721;p173"/>
          <p:cNvSpPr/>
          <p:nvPr/>
        </p:nvSpPr>
        <p:spPr>
          <a:xfrm>
            <a:off x="15557918" y="3614223"/>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2" name="Google Shape;6722;p173"/>
          <p:cNvSpPr txBox="1"/>
          <p:nvPr/>
        </p:nvSpPr>
        <p:spPr>
          <a:xfrm>
            <a:off x="15698457" y="37483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6723" name="Google Shape;6723;p173"/>
          <p:cNvSpPr/>
          <p:nvPr/>
        </p:nvSpPr>
        <p:spPr>
          <a:xfrm>
            <a:off x="15557918" y="376406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4" name="Google Shape;6724;p173"/>
          <p:cNvSpPr txBox="1"/>
          <p:nvPr/>
        </p:nvSpPr>
        <p:spPr>
          <a:xfrm>
            <a:off x="15698457" y="344871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6725" name="Google Shape;6725;p173"/>
          <p:cNvSpPr/>
          <p:nvPr/>
        </p:nvSpPr>
        <p:spPr>
          <a:xfrm>
            <a:off x="15557918" y="34643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6" name="Google Shape;6726;p173"/>
          <p:cNvSpPr txBox="1"/>
          <p:nvPr/>
        </p:nvSpPr>
        <p:spPr>
          <a:xfrm>
            <a:off x="15698457" y="454662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 &amp; Benefit Creation &amp; Delivery</a:t>
            </a:r>
            <a:endParaRPr i="0" sz="800" u="none" cap="none" strike="noStrike">
              <a:latin typeface="Salesforce Sans"/>
              <a:ea typeface="Salesforce Sans"/>
              <a:cs typeface="Salesforce Sans"/>
              <a:sym typeface="Salesforce Sans"/>
            </a:endParaRPr>
          </a:p>
        </p:txBody>
      </p:sp>
      <p:sp>
        <p:nvSpPr>
          <p:cNvPr id="6727" name="Google Shape;6727;p173"/>
          <p:cNvSpPr/>
          <p:nvPr/>
        </p:nvSpPr>
        <p:spPr>
          <a:xfrm>
            <a:off x="15557918" y="4561931"/>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8" name="Google Shape;6728;p173"/>
          <p:cNvSpPr txBox="1"/>
          <p:nvPr/>
        </p:nvSpPr>
        <p:spPr>
          <a:xfrm>
            <a:off x="15698457" y="470024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Employee Experience &amp; Health Monitoring</a:t>
            </a:r>
            <a:endParaRPr i="0" sz="800" u="none" cap="none" strike="noStrike">
              <a:latin typeface="Salesforce Sans"/>
              <a:ea typeface="Salesforce Sans"/>
              <a:cs typeface="Salesforce Sans"/>
              <a:sym typeface="Salesforce Sans"/>
            </a:endParaRPr>
          </a:p>
        </p:txBody>
      </p:sp>
      <p:sp>
        <p:nvSpPr>
          <p:cNvPr id="6729" name="Google Shape;6729;p173"/>
          <p:cNvSpPr/>
          <p:nvPr/>
        </p:nvSpPr>
        <p:spPr>
          <a:xfrm>
            <a:off x="15557918" y="4715923"/>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0" name="Google Shape;6730;p173"/>
          <p:cNvSpPr txBox="1"/>
          <p:nvPr/>
        </p:nvSpPr>
        <p:spPr>
          <a:xfrm>
            <a:off x="15698457" y="58135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Financial Forecasting &amp; Scenario Modeling</a:t>
            </a:r>
            <a:endParaRPr i="0" sz="800" u="none" cap="none" strike="noStrike">
              <a:latin typeface="Salesforce Sans"/>
              <a:ea typeface="Salesforce Sans"/>
              <a:cs typeface="Salesforce Sans"/>
              <a:sym typeface="Salesforce Sans"/>
            </a:endParaRPr>
          </a:p>
        </p:txBody>
      </p:sp>
      <p:sp>
        <p:nvSpPr>
          <p:cNvPr id="6731" name="Google Shape;6731;p173"/>
          <p:cNvSpPr/>
          <p:nvPr/>
        </p:nvSpPr>
        <p:spPr>
          <a:xfrm>
            <a:off x="15557918" y="582913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2" name="Google Shape;6732;p173"/>
          <p:cNvSpPr txBox="1"/>
          <p:nvPr/>
        </p:nvSpPr>
        <p:spPr>
          <a:xfrm>
            <a:off x="15698457" y="596329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&amp; </a:t>
            </a:r>
            <a:r>
              <a:rPr lang="en" sz="800">
                <a:latin typeface="Salesforce Sans"/>
                <a:ea typeface="Salesforce Sans"/>
                <a:cs typeface="Salesforce Sans"/>
                <a:sym typeface="Salesforce Sans"/>
              </a:rPr>
              <a:t>KPI</a:t>
            </a:r>
            <a:r>
              <a:rPr i="0" lang="en" sz="800" u="none" cap="none" strike="noStrike">
                <a:latin typeface="Salesforce Sans"/>
                <a:ea typeface="Salesforce Sans"/>
                <a:cs typeface="Salesforce Sans"/>
                <a:sym typeface="Salesforce Sans"/>
              </a:rPr>
              <a:t> Monitoring</a:t>
            </a:r>
            <a:endParaRPr i="0" sz="800" u="none" cap="none" strike="noStrike">
              <a:latin typeface="Salesforce Sans"/>
              <a:ea typeface="Salesforce Sans"/>
              <a:cs typeface="Salesforce Sans"/>
              <a:sym typeface="Salesforce Sans"/>
            </a:endParaRPr>
          </a:p>
        </p:txBody>
      </p:sp>
      <p:sp>
        <p:nvSpPr>
          <p:cNvPr id="6733" name="Google Shape;6733;p173"/>
          <p:cNvSpPr/>
          <p:nvPr/>
        </p:nvSpPr>
        <p:spPr>
          <a:xfrm>
            <a:off x="15557918" y="598869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4" name="Google Shape;6734;p173"/>
          <p:cNvSpPr txBox="1"/>
          <p:nvPr/>
        </p:nvSpPr>
        <p:spPr>
          <a:xfrm>
            <a:off x="15698457" y="566361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Long-Term &amp; Annual Budgeting</a:t>
            </a:r>
            <a:endParaRPr i="0" sz="800" u="none" cap="none" strike="noStrike">
              <a:latin typeface="Salesforce Sans"/>
              <a:ea typeface="Salesforce Sans"/>
              <a:cs typeface="Salesforce Sans"/>
              <a:sym typeface="Salesforce Sans"/>
            </a:endParaRPr>
          </a:p>
        </p:txBody>
      </p:sp>
      <p:sp>
        <p:nvSpPr>
          <p:cNvPr id="6735" name="Google Shape;6735;p173"/>
          <p:cNvSpPr/>
          <p:nvPr/>
        </p:nvSpPr>
        <p:spPr>
          <a:xfrm>
            <a:off x="15557918" y="56792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6" name="Google Shape;6736;p173"/>
          <p:cNvSpPr txBox="1"/>
          <p:nvPr/>
        </p:nvSpPr>
        <p:spPr>
          <a:xfrm>
            <a:off x="15698457" y="629803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6737" name="Google Shape;6737;p173"/>
          <p:cNvSpPr/>
          <p:nvPr/>
        </p:nvSpPr>
        <p:spPr>
          <a:xfrm>
            <a:off x="15557918" y="631757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8" name="Google Shape;6738;p173"/>
          <p:cNvSpPr txBox="1"/>
          <p:nvPr/>
        </p:nvSpPr>
        <p:spPr>
          <a:xfrm>
            <a:off x="15698457" y="644256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6739" name="Google Shape;6739;p173"/>
          <p:cNvSpPr/>
          <p:nvPr/>
        </p:nvSpPr>
        <p:spPr>
          <a:xfrm>
            <a:off x="15557918" y="6464230"/>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0" name="Google Shape;6740;p173"/>
          <p:cNvSpPr txBox="1"/>
          <p:nvPr/>
        </p:nvSpPr>
        <p:spPr>
          <a:xfrm>
            <a:off x="15698457" y="756250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Reporting</a:t>
            </a:r>
            <a:endParaRPr i="0" sz="800" u="none" cap="none" strike="noStrike">
              <a:latin typeface="Salesforce Sans"/>
              <a:ea typeface="Salesforce Sans"/>
              <a:cs typeface="Salesforce Sans"/>
              <a:sym typeface="Salesforce Sans"/>
            </a:endParaRPr>
          </a:p>
        </p:txBody>
      </p:sp>
      <p:sp>
        <p:nvSpPr>
          <p:cNvPr id="6741" name="Google Shape;6741;p173"/>
          <p:cNvSpPr/>
          <p:nvPr/>
        </p:nvSpPr>
        <p:spPr>
          <a:xfrm>
            <a:off x="15557918" y="7589461"/>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2" name="Google Shape;6742;p173"/>
          <p:cNvSpPr txBox="1"/>
          <p:nvPr/>
        </p:nvSpPr>
        <p:spPr>
          <a:xfrm>
            <a:off x="15698457" y="775580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6743" name="Google Shape;6743;p173"/>
          <p:cNvSpPr/>
          <p:nvPr/>
        </p:nvSpPr>
        <p:spPr>
          <a:xfrm>
            <a:off x="15557918" y="7776675"/>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4" name="Google Shape;6744;p173"/>
          <p:cNvSpPr txBox="1"/>
          <p:nvPr/>
        </p:nvSpPr>
        <p:spPr>
          <a:xfrm>
            <a:off x="15698457" y="817795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Document Analysis</a:t>
            </a:r>
            <a:endParaRPr i="0" sz="800" u="none" cap="none" strike="noStrike">
              <a:latin typeface="Salesforce Sans"/>
              <a:ea typeface="Salesforce Sans"/>
              <a:cs typeface="Salesforce Sans"/>
              <a:sym typeface="Salesforce Sans"/>
            </a:endParaRPr>
          </a:p>
        </p:txBody>
      </p:sp>
      <p:sp>
        <p:nvSpPr>
          <p:cNvPr id="6745" name="Google Shape;6745;p173"/>
          <p:cNvSpPr/>
          <p:nvPr/>
        </p:nvSpPr>
        <p:spPr>
          <a:xfrm>
            <a:off x="15557918" y="819363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6" name="Google Shape;6746;p173"/>
          <p:cNvSpPr txBox="1"/>
          <p:nvPr/>
        </p:nvSpPr>
        <p:spPr>
          <a:xfrm>
            <a:off x="15698457" y="311686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6747" name="Google Shape;6747;p173"/>
          <p:cNvSpPr/>
          <p:nvPr/>
        </p:nvSpPr>
        <p:spPr>
          <a:xfrm>
            <a:off x="15557918" y="3132537"/>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8" name="Google Shape;6748;p173"/>
          <p:cNvSpPr/>
          <p:nvPr/>
        </p:nvSpPr>
        <p:spPr>
          <a:xfrm>
            <a:off x="15557918" y="314207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9" name="Google Shape;6749;p173"/>
          <p:cNvSpPr txBox="1"/>
          <p:nvPr/>
        </p:nvSpPr>
        <p:spPr>
          <a:xfrm>
            <a:off x="15698457" y="32667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6750" name="Google Shape;6750;p173"/>
          <p:cNvSpPr/>
          <p:nvPr/>
        </p:nvSpPr>
        <p:spPr>
          <a:xfrm>
            <a:off x="15557918" y="3282385"/>
            <a:ext cx="91800" cy="86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1" name="Google Shape;6751;p173"/>
          <p:cNvSpPr/>
          <p:nvPr/>
        </p:nvSpPr>
        <p:spPr>
          <a:xfrm>
            <a:off x="15557918" y="328329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2" name="Google Shape;6752;p173"/>
          <p:cNvSpPr txBox="1"/>
          <p:nvPr/>
        </p:nvSpPr>
        <p:spPr>
          <a:xfrm>
            <a:off x="15698457" y="423007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6753" name="Google Shape;6753;p173"/>
          <p:cNvSpPr/>
          <p:nvPr/>
        </p:nvSpPr>
        <p:spPr>
          <a:xfrm>
            <a:off x="15557918" y="42457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4" name="Google Shape;6754;p173"/>
          <p:cNvSpPr/>
          <p:nvPr/>
        </p:nvSpPr>
        <p:spPr>
          <a:xfrm>
            <a:off x="15557918" y="424714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5" name="Google Shape;6755;p173"/>
          <p:cNvSpPr txBox="1"/>
          <p:nvPr/>
        </p:nvSpPr>
        <p:spPr>
          <a:xfrm>
            <a:off x="15698457" y="437992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6756" name="Google Shape;6756;p173"/>
          <p:cNvSpPr/>
          <p:nvPr/>
        </p:nvSpPr>
        <p:spPr>
          <a:xfrm>
            <a:off x="15557918" y="43956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7" name="Google Shape;6757;p173"/>
          <p:cNvSpPr/>
          <p:nvPr/>
        </p:nvSpPr>
        <p:spPr>
          <a:xfrm>
            <a:off x="15557918" y="4388451"/>
            <a:ext cx="91200" cy="83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8" name="Google Shape;6758;p173"/>
          <p:cNvSpPr txBox="1"/>
          <p:nvPr/>
        </p:nvSpPr>
        <p:spPr>
          <a:xfrm>
            <a:off x="15698457" y="48657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Payroll &amp; Vacation Monitoring</a:t>
            </a:r>
            <a:endParaRPr i="0" sz="800" u="none" cap="none" strike="noStrike">
              <a:latin typeface="Salesforce Sans"/>
              <a:ea typeface="Salesforce Sans"/>
              <a:cs typeface="Salesforce Sans"/>
              <a:sym typeface="Salesforce Sans"/>
            </a:endParaRPr>
          </a:p>
        </p:txBody>
      </p:sp>
      <p:sp>
        <p:nvSpPr>
          <p:cNvPr id="6759" name="Google Shape;6759;p173"/>
          <p:cNvSpPr/>
          <p:nvPr/>
        </p:nvSpPr>
        <p:spPr>
          <a:xfrm>
            <a:off x="15557918" y="4881445"/>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0" name="Google Shape;6760;p173"/>
          <p:cNvSpPr/>
          <p:nvPr/>
        </p:nvSpPr>
        <p:spPr>
          <a:xfrm>
            <a:off x="15557918" y="488144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1" name="Google Shape;6761;p173"/>
          <p:cNvSpPr txBox="1"/>
          <p:nvPr/>
        </p:nvSpPr>
        <p:spPr>
          <a:xfrm>
            <a:off x="15698457" y="53317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6762" name="Google Shape;6762;p173"/>
          <p:cNvSpPr/>
          <p:nvPr/>
        </p:nvSpPr>
        <p:spPr>
          <a:xfrm>
            <a:off x="15557918" y="53474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3" name="Google Shape;6763;p173"/>
          <p:cNvSpPr/>
          <p:nvPr/>
        </p:nvSpPr>
        <p:spPr>
          <a:xfrm>
            <a:off x="15557918" y="5347445"/>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4" name="Google Shape;6764;p173"/>
          <p:cNvSpPr txBox="1"/>
          <p:nvPr/>
        </p:nvSpPr>
        <p:spPr>
          <a:xfrm>
            <a:off x="15698457" y="54816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Tracking</a:t>
            </a:r>
            <a:endParaRPr i="0" sz="800" u="none" cap="none" strike="noStrike">
              <a:latin typeface="Salesforce Sans"/>
              <a:ea typeface="Salesforce Sans"/>
              <a:cs typeface="Salesforce Sans"/>
              <a:sym typeface="Salesforce Sans"/>
            </a:endParaRPr>
          </a:p>
        </p:txBody>
      </p:sp>
      <p:sp>
        <p:nvSpPr>
          <p:cNvPr id="6765" name="Google Shape;6765;p173"/>
          <p:cNvSpPr/>
          <p:nvPr/>
        </p:nvSpPr>
        <p:spPr>
          <a:xfrm>
            <a:off x="15557918" y="54973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6" name="Google Shape;6766;p173"/>
          <p:cNvSpPr/>
          <p:nvPr/>
        </p:nvSpPr>
        <p:spPr>
          <a:xfrm>
            <a:off x="15557918" y="5490825"/>
            <a:ext cx="91200" cy="834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67" name="Google Shape;6767;p173"/>
          <p:cNvSpPr txBox="1"/>
          <p:nvPr/>
        </p:nvSpPr>
        <p:spPr>
          <a:xfrm>
            <a:off x="15698457" y="65870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6768" name="Google Shape;6768;p173"/>
          <p:cNvSpPr/>
          <p:nvPr/>
        </p:nvSpPr>
        <p:spPr>
          <a:xfrm>
            <a:off x="15557918" y="6678968"/>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9" name="Google Shape;6769;p173"/>
          <p:cNvSpPr/>
          <p:nvPr/>
        </p:nvSpPr>
        <p:spPr>
          <a:xfrm>
            <a:off x="15557918" y="6617473"/>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70" name="Google Shape;6770;p173"/>
          <p:cNvSpPr/>
          <p:nvPr/>
        </p:nvSpPr>
        <p:spPr>
          <a:xfrm>
            <a:off x="14438150" y="8485747"/>
            <a:ext cx="1164900" cy="615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 </a:t>
            </a:r>
            <a:r>
              <a:rPr b="1" lang="en" sz="900">
                <a:solidFill>
                  <a:srgbClr val="066AFE"/>
                </a:solidFill>
                <a:latin typeface="Salesforce Sans"/>
                <a:ea typeface="Salesforce Sans"/>
                <a:cs typeface="Salesforce Sans"/>
                <a:sym typeface="Salesforce Sans"/>
              </a:rPr>
              <a:t>W</a:t>
            </a:r>
            <a:r>
              <a:rPr b="1" i="0" lang="en" sz="900" u="none" cap="none" strike="noStrike">
                <a:solidFill>
                  <a:srgbClr val="066AFE"/>
                </a:solidFill>
                <a:latin typeface="Salesforce Sans"/>
                <a:ea typeface="Salesforce Sans"/>
                <a:cs typeface="Salesforce Sans"/>
                <a:sym typeface="Salesforce Sans"/>
              </a:rPr>
              <a:t>holesaler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br>
              <a:rPr b="1" i="0" lang="en" sz="900" u="none" cap="none" strike="noStrike">
                <a:solidFill>
                  <a:srgbClr val="066AFE"/>
                </a:solidFill>
                <a:latin typeface="Salesforce Sans"/>
                <a:ea typeface="Salesforce Sans"/>
                <a:cs typeface="Salesforce Sans"/>
                <a:sym typeface="Salesforce Sans"/>
              </a:rPr>
            </a:br>
            <a:endParaRPr b="1" i="0" sz="900" u="none" cap="none" strike="noStrike">
              <a:solidFill>
                <a:srgbClr val="066AFE"/>
              </a:solidFill>
              <a:latin typeface="Salesforce Sans"/>
              <a:ea typeface="Salesforce Sans"/>
              <a:cs typeface="Salesforce Sans"/>
              <a:sym typeface="Salesforce Sans"/>
            </a:endParaRPr>
          </a:p>
        </p:txBody>
      </p:sp>
      <p:sp>
        <p:nvSpPr>
          <p:cNvPr id="6771" name="Google Shape;6771;p173"/>
          <p:cNvSpPr txBox="1"/>
          <p:nvPr/>
        </p:nvSpPr>
        <p:spPr>
          <a:xfrm>
            <a:off x="15698457" y="892865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6772" name="Google Shape;6772;p173"/>
          <p:cNvSpPr txBox="1"/>
          <p:nvPr/>
        </p:nvSpPr>
        <p:spPr>
          <a:xfrm>
            <a:off x="15698457" y="84754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Onboarding</a:t>
            </a:r>
            <a:endParaRPr i="0" sz="2800" u="none" cap="none" strike="noStrike">
              <a:latin typeface="Salesforce Sans"/>
              <a:ea typeface="Salesforce Sans"/>
              <a:cs typeface="Salesforce Sans"/>
              <a:sym typeface="Salesforce Sans"/>
            </a:endParaRPr>
          </a:p>
        </p:txBody>
      </p:sp>
      <p:sp>
        <p:nvSpPr>
          <p:cNvPr id="6773" name="Google Shape;6773;p173"/>
          <p:cNvSpPr txBox="1"/>
          <p:nvPr/>
        </p:nvSpPr>
        <p:spPr>
          <a:xfrm>
            <a:off x="15698457" y="862649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Support</a:t>
            </a:r>
            <a:endParaRPr i="0" sz="2800" u="none" cap="none" strike="noStrike">
              <a:latin typeface="Salesforce Sans"/>
              <a:ea typeface="Salesforce Sans"/>
              <a:cs typeface="Salesforce Sans"/>
              <a:sym typeface="Salesforce Sans"/>
            </a:endParaRPr>
          </a:p>
        </p:txBody>
      </p:sp>
      <p:sp>
        <p:nvSpPr>
          <p:cNvPr id="6774" name="Google Shape;6774;p173"/>
          <p:cNvSpPr txBox="1"/>
          <p:nvPr/>
        </p:nvSpPr>
        <p:spPr>
          <a:xfrm>
            <a:off x="15698457" y="87775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6775" name="Google Shape;6775;p173"/>
          <p:cNvSpPr/>
          <p:nvPr/>
        </p:nvSpPr>
        <p:spPr>
          <a:xfrm>
            <a:off x="14438141" y="9122238"/>
            <a:ext cx="1022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endParaRPr b="1" i="0" sz="900" u="none" cap="none" strike="noStrike">
              <a:solidFill>
                <a:srgbClr val="066AFE"/>
              </a:solidFill>
              <a:latin typeface="Salesforce Sans"/>
              <a:ea typeface="Salesforce Sans"/>
              <a:cs typeface="Salesforce Sans"/>
              <a:sym typeface="Salesforce Sans"/>
            </a:endParaRPr>
          </a:p>
        </p:txBody>
      </p:sp>
      <p:sp>
        <p:nvSpPr>
          <p:cNvPr id="6776" name="Google Shape;6776;p173"/>
          <p:cNvSpPr txBox="1"/>
          <p:nvPr/>
        </p:nvSpPr>
        <p:spPr>
          <a:xfrm>
            <a:off x="15698457" y="91228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nablement</a:t>
            </a:r>
            <a:endParaRPr i="0" sz="2800" u="none" cap="none" strike="noStrike">
              <a:latin typeface="Salesforce Sans"/>
              <a:ea typeface="Salesforce Sans"/>
              <a:cs typeface="Salesforce Sans"/>
              <a:sym typeface="Salesforce Sans"/>
            </a:endParaRPr>
          </a:p>
        </p:txBody>
      </p:sp>
      <p:sp>
        <p:nvSpPr>
          <p:cNvPr id="6777" name="Google Shape;6777;p173"/>
          <p:cNvSpPr txBox="1"/>
          <p:nvPr/>
        </p:nvSpPr>
        <p:spPr>
          <a:xfrm>
            <a:off x="15698457" y="945248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M</a:t>
            </a:r>
            <a:r>
              <a:rPr i="0" lang="en" sz="800" u="none" cap="none" strike="noStrike">
                <a:latin typeface="Salesforce Sans"/>
                <a:ea typeface="Salesforce Sans"/>
                <a:cs typeface="Salesforce Sans"/>
                <a:sym typeface="Salesforce Sans"/>
              </a:rPr>
              <a:t>anagement</a:t>
            </a:r>
            <a:endParaRPr i="0" sz="2800" u="none" cap="none" strike="noStrike">
              <a:latin typeface="Salesforce Sans"/>
              <a:ea typeface="Salesforce Sans"/>
              <a:cs typeface="Salesforce Sans"/>
              <a:sym typeface="Salesforce Sans"/>
            </a:endParaRPr>
          </a:p>
        </p:txBody>
      </p:sp>
      <p:sp>
        <p:nvSpPr>
          <p:cNvPr id="6778" name="Google Shape;6778;p173"/>
          <p:cNvSpPr txBox="1"/>
          <p:nvPr/>
        </p:nvSpPr>
        <p:spPr>
          <a:xfrm>
            <a:off x="15698457" y="92831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Onboarding</a:t>
            </a:r>
            <a:endParaRPr i="0" sz="2800" u="none" cap="none" strike="noStrike">
              <a:latin typeface="Salesforce Sans"/>
              <a:ea typeface="Salesforce Sans"/>
              <a:cs typeface="Salesforce Sans"/>
              <a:sym typeface="Salesforce Sans"/>
            </a:endParaRPr>
          </a:p>
        </p:txBody>
      </p:sp>
      <p:sp>
        <p:nvSpPr>
          <p:cNvPr id="6779" name="Google Shape;6779;p173"/>
          <p:cNvSpPr/>
          <p:nvPr/>
        </p:nvSpPr>
        <p:spPr>
          <a:xfrm>
            <a:off x="15557918" y="859124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80" name="Google Shape;6780;p173"/>
          <p:cNvSpPr txBox="1"/>
          <p:nvPr/>
        </p:nvSpPr>
        <p:spPr>
          <a:xfrm>
            <a:off x="13238352"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781" name="Google Shape;6781;p173"/>
          <p:cNvSpPr txBox="1"/>
          <p:nvPr/>
        </p:nvSpPr>
        <p:spPr>
          <a:xfrm>
            <a:off x="14438120"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782" name="Google Shape;6782;p173"/>
          <p:cNvGrpSpPr/>
          <p:nvPr/>
        </p:nvGrpSpPr>
        <p:grpSpPr>
          <a:xfrm>
            <a:off x="13258005" y="1867456"/>
            <a:ext cx="952525" cy="449700"/>
            <a:chOff x="755165" y="1905021"/>
            <a:chExt cx="1322400" cy="449700"/>
          </a:xfrm>
        </p:grpSpPr>
        <p:sp>
          <p:nvSpPr>
            <p:cNvPr id="6783" name="Google Shape;6783;p173"/>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784" name="Google Shape;6784;p173"/>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6785" name="Google Shape;6785;p173"/>
          <p:cNvSpPr txBox="1"/>
          <p:nvPr/>
        </p:nvSpPr>
        <p:spPr>
          <a:xfrm>
            <a:off x="15696982"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786" name="Google Shape;6786;p173"/>
          <p:cNvSpPr txBox="1"/>
          <p:nvPr/>
        </p:nvSpPr>
        <p:spPr>
          <a:xfrm>
            <a:off x="14438140" y="1843250"/>
            <a:ext cx="11052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Data Engineering Processing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6787" name="Google Shape;6787;p173"/>
          <p:cNvGrpSpPr/>
          <p:nvPr/>
        </p:nvGrpSpPr>
        <p:grpSpPr>
          <a:xfrm>
            <a:off x="13258005" y="3001220"/>
            <a:ext cx="952525" cy="449700"/>
            <a:chOff x="755165" y="1856649"/>
            <a:chExt cx="1322400" cy="449700"/>
          </a:xfrm>
        </p:grpSpPr>
        <p:sp>
          <p:nvSpPr>
            <p:cNvPr id="6788" name="Google Shape;6788;p173"/>
            <p:cNvSpPr/>
            <p:nvPr/>
          </p:nvSpPr>
          <p:spPr>
            <a:xfrm>
              <a:off x="755165" y="185664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789" name="Google Shape;6789;p173"/>
            <p:cNvSpPr txBox="1"/>
            <p:nvPr/>
          </p:nvSpPr>
          <p:spPr>
            <a:xfrm>
              <a:off x="888815" y="2019099"/>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anufacturing" showMasterSp="0">
  <p:cSld name="TITLE_AND_BODY_5_1_1_1_1_1_2">
    <p:spTree>
      <p:nvGrpSpPr>
        <p:cNvPr id="6790" name="Shape 6790"/>
        <p:cNvGrpSpPr/>
        <p:nvPr/>
      </p:nvGrpSpPr>
      <p:grpSpPr>
        <a:xfrm>
          <a:off x="0" y="0"/>
          <a:ext cx="0" cy="0"/>
          <a:chOff x="0" y="0"/>
          <a:chExt cx="0" cy="0"/>
        </a:xfrm>
      </p:grpSpPr>
      <p:sp>
        <p:nvSpPr>
          <p:cNvPr id="6791" name="Google Shape;6791;p174"/>
          <p:cNvSpPr txBox="1"/>
          <p:nvPr/>
        </p:nvSpPr>
        <p:spPr>
          <a:xfrm>
            <a:off x="270000" y="228600"/>
            <a:ext cx="17748000" cy="512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3700">
                <a:solidFill>
                  <a:schemeClr val="dk1"/>
                </a:solidFill>
                <a:latin typeface="Avant Garde Demi SFDC"/>
                <a:ea typeface="Avant Garde Demi SFDC"/>
                <a:cs typeface="Avant Garde Demi SFDC"/>
                <a:sym typeface="Avant Garde Demi SFDC"/>
              </a:rPr>
              <a:t>Manufacture, sell, service, and collect faster with 120+ agentic workflows…</a:t>
            </a:r>
            <a:endParaRPr sz="3100">
              <a:solidFill>
                <a:schemeClr val="dk1"/>
              </a:solidFill>
              <a:latin typeface="Avant Garde Demi SFDC"/>
              <a:ea typeface="Avant Garde Demi SFDC"/>
              <a:cs typeface="Avant Garde Demi SFDC"/>
              <a:sym typeface="Avant Garde Demi SFDC"/>
            </a:endParaRPr>
          </a:p>
        </p:txBody>
      </p:sp>
      <p:grpSp>
        <p:nvGrpSpPr>
          <p:cNvPr id="6792" name="Google Shape;6792;p174"/>
          <p:cNvGrpSpPr/>
          <p:nvPr/>
        </p:nvGrpSpPr>
        <p:grpSpPr>
          <a:xfrm>
            <a:off x="5987400" y="703350"/>
            <a:ext cx="6313200" cy="307800"/>
            <a:chOff x="22663550" y="1349273"/>
            <a:chExt cx="6313200" cy="307800"/>
          </a:xfrm>
        </p:grpSpPr>
        <p:grpSp>
          <p:nvGrpSpPr>
            <p:cNvPr id="6793" name="Google Shape;6793;p174"/>
            <p:cNvGrpSpPr/>
            <p:nvPr/>
          </p:nvGrpSpPr>
          <p:grpSpPr>
            <a:xfrm>
              <a:off x="22663550" y="1349273"/>
              <a:ext cx="6313200" cy="307800"/>
              <a:chOff x="11238000" y="958400"/>
              <a:chExt cx="6313200" cy="307800"/>
            </a:xfrm>
          </p:grpSpPr>
          <p:sp>
            <p:nvSpPr>
              <p:cNvPr id="6794" name="Google Shape;6794;p174"/>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6795" name="Google Shape;6795;p174"/>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6" name="Google Shape;6796;p174"/>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97" name="Google Shape;6797;p174"/>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8" name="Google Shape;6798;p174"/>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9" name="Google Shape;6799;p174"/>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6800" name="Google Shape;6800;p174"/>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6801" name="Google Shape;6801;p174"/>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6802" name="Google Shape;6802;p174"/>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6803" name="Google Shape;6803;p174"/>
          <p:cNvGrpSpPr/>
          <p:nvPr/>
        </p:nvGrpSpPr>
        <p:grpSpPr>
          <a:xfrm>
            <a:off x="1451611" y="1113234"/>
            <a:ext cx="5688463" cy="8985603"/>
            <a:chOff x="800611" y="1189434"/>
            <a:chExt cx="5688463" cy="8985603"/>
          </a:xfrm>
        </p:grpSpPr>
        <p:sp>
          <p:nvSpPr>
            <p:cNvPr id="6804" name="Google Shape;6804;p174"/>
            <p:cNvSpPr txBox="1"/>
            <p:nvPr/>
          </p:nvSpPr>
          <p:spPr>
            <a:xfrm>
              <a:off x="2000372" y="8385118"/>
              <a:ext cx="868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Asset Service Estimation</a:t>
              </a:r>
              <a:endParaRPr b="1" i="0" sz="800" u="none" cap="none" strike="noStrike">
                <a:solidFill>
                  <a:srgbClr val="086AFE"/>
                </a:solidFill>
                <a:latin typeface="Salesforce Sans"/>
                <a:ea typeface="Salesforce Sans"/>
                <a:cs typeface="Salesforce Sans"/>
                <a:sym typeface="Salesforce Sans"/>
              </a:endParaRPr>
            </a:p>
          </p:txBody>
        </p:sp>
        <p:sp>
          <p:nvSpPr>
            <p:cNvPr id="6805" name="Google Shape;6805;p174"/>
            <p:cNvSpPr txBox="1"/>
            <p:nvPr/>
          </p:nvSpPr>
          <p:spPr>
            <a:xfrm>
              <a:off x="2000372" y="2792202"/>
              <a:ext cx="8766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Testing &amp; Validation </a:t>
              </a:r>
              <a:endParaRPr b="1" i="0" sz="800" u="none" cap="none" strike="noStrike">
                <a:solidFill>
                  <a:srgbClr val="086AFE"/>
                </a:solidFill>
                <a:latin typeface="Salesforce Sans"/>
                <a:ea typeface="Salesforce Sans"/>
                <a:cs typeface="Salesforce Sans"/>
                <a:sym typeface="Salesforce Sans"/>
              </a:endParaRPr>
            </a:p>
          </p:txBody>
        </p:sp>
        <p:sp>
          <p:nvSpPr>
            <p:cNvPr id="6806" name="Google Shape;6806;p174"/>
            <p:cNvSpPr txBox="1"/>
            <p:nvPr/>
          </p:nvSpPr>
          <p:spPr>
            <a:xfrm>
              <a:off x="2000372" y="2031501"/>
              <a:ext cx="8766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Design </a:t>
              </a:r>
              <a:endParaRPr b="1" i="0" sz="800" u="none" cap="none" strike="noStrike">
                <a:solidFill>
                  <a:srgbClr val="086AFE"/>
                </a:solidFill>
                <a:latin typeface="Salesforce Sans"/>
                <a:ea typeface="Salesforce Sans"/>
                <a:cs typeface="Salesforce Sans"/>
                <a:sym typeface="Salesforce Sans"/>
              </a:endParaRPr>
            </a:p>
          </p:txBody>
        </p:sp>
        <p:sp>
          <p:nvSpPr>
            <p:cNvPr id="6807" name="Google Shape;6807;p174"/>
            <p:cNvSpPr txBox="1"/>
            <p:nvPr/>
          </p:nvSpPr>
          <p:spPr>
            <a:xfrm>
              <a:off x="2000372" y="9749038"/>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Asset Service Work Order Management</a:t>
              </a:r>
              <a:endParaRPr b="1" i="0" sz="800" u="none" cap="none" strike="noStrike">
                <a:solidFill>
                  <a:srgbClr val="086AFE"/>
                </a:solidFill>
                <a:latin typeface="Salesforce Sans"/>
                <a:ea typeface="Salesforce Sans"/>
                <a:cs typeface="Salesforce Sans"/>
                <a:sym typeface="Salesforce Sans"/>
              </a:endParaRPr>
            </a:p>
          </p:txBody>
        </p:sp>
        <p:sp>
          <p:nvSpPr>
            <p:cNvPr id="6808" name="Google Shape;6808;p174"/>
            <p:cNvSpPr txBox="1"/>
            <p:nvPr/>
          </p:nvSpPr>
          <p:spPr>
            <a:xfrm>
              <a:off x="2000372" y="4634265"/>
              <a:ext cx="841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Hyper-personalized Marketing  Outreach </a:t>
              </a:r>
              <a:endParaRPr b="1" i="0" sz="800" u="none" cap="none" strike="noStrike">
                <a:solidFill>
                  <a:srgbClr val="086AFE"/>
                </a:solidFill>
                <a:latin typeface="Salesforce Sans"/>
                <a:ea typeface="Salesforce Sans"/>
                <a:cs typeface="Salesforce Sans"/>
                <a:sym typeface="Salesforce Sans"/>
              </a:endParaRPr>
            </a:p>
          </p:txBody>
        </p:sp>
        <p:sp>
          <p:nvSpPr>
            <p:cNvPr id="6809" name="Google Shape;6809;p174"/>
            <p:cNvSpPr txBox="1"/>
            <p:nvPr/>
          </p:nvSpPr>
          <p:spPr>
            <a:xfrm>
              <a:off x="2000372" y="6055539"/>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Product Upsell and Cross-Sell</a:t>
              </a:r>
              <a:endParaRPr b="1" i="0" sz="800" u="none" cap="none" strike="noStrike">
                <a:solidFill>
                  <a:srgbClr val="086AFE"/>
                </a:solidFill>
                <a:latin typeface="Salesforce Sans"/>
                <a:ea typeface="Salesforce Sans"/>
                <a:cs typeface="Salesforce Sans"/>
                <a:sym typeface="Salesforce Sans"/>
              </a:endParaRPr>
            </a:p>
          </p:txBody>
        </p:sp>
        <p:sp>
          <p:nvSpPr>
            <p:cNvPr id="6810" name="Google Shape;6810;p174"/>
            <p:cNvSpPr txBox="1"/>
            <p:nvPr/>
          </p:nvSpPr>
          <p:spPr>
            <a:xfrm>
              <a:off x="2000372" y="744882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Rebate</a:t>
              </a:r>
              <a:r>
                <a:rPr b="1" lang="en" sz="800">
                  <a:solidFill>
                    <a:srgbClr val="086AFE"/>
                  </a:solidFill>
                  <a:latin typeface="Salesforce Sans"/>
                  <a:ea typeface="Salesforce Sans"/>
                  <a:cs typeface="Salesforce Sans"/>
                  <a:sym typeface="Salesforce Sans"/>
                </a:rPr>
                <a:t> Management</a:t>
              </a:r>
              <a:endParaRPr b="1" i="0" sz="800" u="none" cap="none" strike="noStrike">
                <a:solidFill>
                  <a:srgbClr val="086AFE"/>
                </a:solidFill>
                <a:latin typeface="Salesforce Sans"/>
                <a:ea typeface="Salesforce Sans"/>
                <a:cs typeface="Salesforce Sans"/>
                <a:sym typeface="Salesforce Sans"/>
              </a:endParaRPr>
            </a:p>
          </p:txBody>
        </p:sp>
        <p:sp>
          <p:nvSpPr>
            <p:cNvPr id="6811" name="Google Shape;6811;p174"/>
            <p:cNvSpPr txBox="1"/>
            <p:nvPr/>
          </p:nvSpPr>
          <p:spPr>
            <a:xfrm>
              <a:off x="2000372" y="400477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Lead Generation &amp; Management </a:t>
              </a:r>
              <a:endParaRPr b="1" i="0" sz="800" u="none" cap="none" strike="noStrike">
                <a:solidFill>
                  <a:srgbClr val="086AFE"/>
                </a:solidFill>
                <a:latin typeface="Salesforce Sans"/>
                <a:ea typeface="Salesforce Sans"/>
                <a:cs typeface="Salesforce Sans"/>
                <a:sym typeface="Salesforce Sans"/>
              </a:endParaRPr>
            </a:p>
          </p:txBody>
        </p:sp>
        <p:sp>
          <p:nvSpPr>
            <p:cNvPr id="6812" name="Google Shape;6812;p174"/>
            <p:cNvSpPr txBox="1"/>
            <p:nvPr/>
          </p:nvSpPr>
          <p:spPr>
            <a:xfrm>
              <a:off x="2000372" y="5274390"/>
              <a:ext cx="841800" cy="41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Sales Agreement Configuration &amp; Mgmt. </a:t>
              </a:r>
              <a:endParaRPr b="1" i="0" sz="800" u="none" cap="none" strike="noStrike">
                <a:solidFill>
                  <a:srgbClr val="086AFE"/>
                </a:solidFill>
                <a:latin typeface="Salesforce Sans"/>
                <a:ea typeface="Salesforce Sans"/>
                <a:cs typeface="Salesforce Sans"/>
                <a:sym typeface="Salesforce Sans"/>
              </a:endParaRPr>
            </a:p>
          </p:txBody>
        </p:sp>
        <p:sp>
          <p:nvSpPr>
            <p:cNvPr id="6813" name="Google Shape;6813;p174"/>
            <p:cNvSpPr txBox="1"/>
            <p:nvPr/>
          </p:nvSpPr>
          <p:spPr>
            <a:xfrm>
              <a:off x="2000372" y="6823579"/>
              <a:ext cx="8418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Channel</a:t>
              </a:r>
              <a:r>
                <a:rPr b="1" i="0" lang="en" sz="800" u="none" cap="none" strike="noStrike">
                  <a:solidFill>
                    <a:srgbClr val="086AFE"/>
                  </a:solidFill>
                  <a:latin typeface="Salesforce Sans"/>
                  <a:ea typeface="Salesforce Sans"/>
                  <a:cs typeface="Salesforce Sans"/>
                  <a:sym typeface="Salesforce Sans"/>
                </a:rPr>
                <a:t> /Partner  </a:t>
              </a:r>
              <a:r>
                <a:rPr b="1" lang="en" sz="800">
                  <a:solidFill>
                    <a:srgbClr val="086AFE"/>
                  </a:solidFill>
                  <a:latin typeface="Salesforce Sans"/>
                  <a:ea typeface="Salesforce Sans"/>
                  <a:cs typeface="Salesforce Sans"/>
                  <a:sym typeface="Salesforce Sans"/>
                </a:rPr>
                <a:t>Management</a:t>
              </a:r>
              <a:endParaRPr b="1" i="0" sz="800" u="none" cap="none" strike="noStrike">
                <a:solidFill>
                  <a:srgbClr val="086AFE"/>
                </a:solidFill>
                <a:latin typeface="Salesforce Sans"/>
                <a:ea typeface="Salesforce Sans"/>
                <a:cs typeface="Salesforce Sans"/>
                <a:sym typeface="Salesforce Sans"/>
              </a:endParaRPr>
            </a:p>
          </p:txBody>
        </p:sp>
        <p:sp>
          <p:nvSpPr>
            <p:cNvPr id="6814" name="Google Shape;6814;p174"/>
            <p:cNvSpPr txBox="1"/>
            <p:nvPr/>
          </p:nvSpPr>
          <p:spPr>
            <a:xfrm>
              <a:off x="3342383" y="203199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Product Requirements</a:t>
              </a:r>
              <a:endParaRPr i="0" sz="800" u="none" cap="none" strike="noStrike">
                <a:latin typeface="Salesforce Sans"/>
                <a:ea typeface="Salesforce Sans"/>
                <a:cs typeface="Salesforce Sans"/>
                <a:sym typeface="Salesforce Sans"/>
              </a:endParaRPr>
            </a:p>
          </p:txBody>
        </p:sp>
        <p:sp>
          <p:nvSpPr>
            <p:cNvPr id="6815" name="Google Shape;6815;p174"/>
            <p:cNvSpPr txBox="1"/>
            <p:nvPr/>
          </p:nvSpPr>
          <p:spPr>
            <a:xfrm>
              <a:off x="3342383" y="2180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Cad Co-Pilot</a:t>
              </a:r>
              <a:endParaRPr i="0" sz="800" u="none" cap="none" strike="noStrike">
                <a:latin typeface="Salesforce Sans"/>
                <a:ea typeface="Salesforce Sans"/>
                <a:cs typeface="Salesforce Sans"/>
                <a:sym typeface="Salesforce Sans"/>
              </a:endParaRPr>
            </a:p>
          </p:txBody>
        </p:sp>
        <p:sp>
          <p:nvSpPr>
            <p:cNvPr id="6816" name="Google Shape;6816;p174"/>
            <p:cNvSpPr txBox="1"/>
            <p:nvPr/>
          </p:nvSpPr>
          <p:spPr>
            <a:xfrm>
              <a:off x="3342383" y="23292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Manufacturability</a:t>
              </a:r>
              <a:endParaRPr i="0" sz="800" u="none" cap="none" strike="noStrike">
                <a:latin typeface="Salesforce Sans"/>
                <a:ea typeface="Salesforce Sans"/>
                <a:cs typeface="Salesforce Sans"/>
                <a:sym typeface="Salesforce Sans"/>
              </a:endParaRPr>
            </a:p>
          </p:txBody>
        </p:sp>
        <p:sp>
          <p:nvSpPr>
            <p:cNvPr id="6817" name="Google Shape;6817;p174"/>
            <p:cNvSpPr txBox="1"/>
            <p:nvPr/>
          </p:nvSpPr>
          <p:spPr>
            <a:xfrm>
              <a:off x="3342383" y="278767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Simulation Tester</a:t>
              </a:r>
              <a:endParaRPr i="0" sz="800" u="none" cap="none" strike="noStrike">
                <a:latin typeface="Salesforce Sans"/>
                <a:ea typeface="Salesforce Sans"/>
                <a:cs typeface="Salesforce Sans"/>
                <a:sym typeface="Salesforce Sans"/>
              </a:endParaRPr>
            </a:p>
          </p:txBody>
        </p:sp>
        <p:sp>
          <p:nvSpPr>
            <p:cNvPr id="6818" name="Google Shape;6818;p174"/>
            <p:cNvSpPr txBox="1"/>
            <p:nvPr/>
          </p:nvSpPr>
          <p:spPr>
            <a:xfrm>
              <a:off x="3342382" y="29274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Prototype Validator</a:t>
              </a:r>
              <a:endParaRPr i="0" sz="800" u="none" cap="none" strike="noStrike">
                <a:latin typeface="Salesforce Sans"/>
                <a:ea typeface="Salesforce Sans"/>
                <a:cs typeface="Salesforce Sans"/>
                <a:sym typeface="Salesforce Sans"/>
              </a:endParaRPr>
            </a:p>
          </p:txBody>
        </p:sp>
        <p:sp>
          <p:nvSpPr>
            <p:cNvPr id="6819" name="Google Shape;6819;p174"/>
            <p:cNvSpPr txBox="1"/>
            <p:nvPr/>
          </p:nvSpPr>
          <p:spPr>
            <a:xfrm>
              <a:off x="3342383" y="1387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Innovation Scout</a:t>
              </a:r>
              <a:endParaRPr sz="800">
                <a:latin typeface="Salesforce Sans"/>
                <a:ea typeface="Salesforce Sans"/>
                <a:cs typeface="Salesforce Sans"/>
                <a:sym typeface="Salesforce Sans"/>
              </a:endParaRPr>
            </a:p>
          </p:txBody>
        </p:sp>
        <p:sp>
          <p:nvSpPr>
            <p:cNvPr id="6820" name="Google Shape;6820;p174"/>
            <p:cNvSpPr txBox="1"/>
            <p:nvPr/>
          </p:nvSpPr>
          <p:spPr>
            <a:xfrm>
              <a:off x="3342382" y="1542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Trend Analyzer</a:t>
              </a:r>
              <a:endParaRPr sz="800">
                <a:latin typeface="Salesforce Sans"/>
                <a:ea typeface="Salesforce Sans"/>
                <a:cs typeface="Salesforce Sans"/>
                <a:sym typeface="Salesforce Sans"/>
              </a:endParaRPr>
            </a:p>
          </p:txBody>
        </p:sp>
        <p:sp>
          <p:nvSpPr>
            <p:cNvPr id="6821" name="Google Shape;6821;p174"/>
            <p:cNvSpPr/>
            <p:nvPr/>
          </p:nvSpPr>
          <p:spPr>
            <a:xfrm>
              <a:off x="3206336" y="1560847"/>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22" name="Google Shape;6822;p174"/>
            <p:cNvSpPr txBox="1"/>
            <p:nvPr/>
          </p:nvSpPr>
          <p:spPr>
            <a:xfrm>
              <a:off x="3342383" y="1697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Patent Insights</a:t>
              </a:r>
              <a:endParaRPr sz="800">
                <a:latin typeface="Salesforce Sans"/>
                <a:ea typeface="Salesforce Sans"/>
                <a:cs typeface="Salesforce Sans"/>
                <a:sym typeface="Salesforce Sans"/>
              </a:endParaRPr>
            </a:p>
          </p:txBody>
        </p:sp>
        <p:sp>
          <p:nvSpPr>
            <p:cNvPr id="6823" name="Google Shape;6823;p174"/>
            <p:cNvSpPr txBox="1"/>
            <p:nvPr/>
          </p:nvSpPr>
          <p:spPr>
            <a:xfrm>
              <a:off x="3342382" y="1858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Ideation Prioritizer</a:t>
              </a:r>
              <a:endParaRPr sz="800">
                <a:latin typeface="Salesforce Sans"/>
                <a:ea typeface="Salesforce Sans"/>
                <a:cs typeface="Salesforce Sans"/>
                <a:sym typeface="Salesforce Sans"/>
              </a:endParaRPr>
            </a:p>
          </p:txBody>
        </p:sp>
        <p:sp>
          <p:nvSpPr>
            <p:cNvPr id="6824" name="Google Shape;6824;p174"/>
            <p:cNvSpPr txBox="1"/>
            <p:nvPr/>
          </p:nvSpPr>
          <p:spPr>
            <a:xfrm>
              <a:off x="800611" y="11894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825" name="Google Shape;6825;p174"/>
            <p:cNvSpPr txBox="1"/>
            <p:nvPr/>
          </p:nvSpPr>
          <p:spPr>
            <a:xfrm>
              <a:off x="2000379" y="11894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826" name="Google Shape;6826;p174"/>
            <p:cNvGrpSpPr/>
            <p:nvPr/>
          </p:nvGrpSpPr>
          <p:grpSpPr>
            <a:xfrm>
              <a:off x="820222" y="1412656"/>
              <a:ext cx="952541" cy="449700"/>
              <a:chOff x="5812280" y="1793656"/>
              <a:chExt cx="952541" cy="449700"/>
            </a:xfrm>
          </p:grpSpPr>
          <p:sp>
            <p:nvSpPr>
              <p:cNvPr id="6827" name="Google Shape;6827;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28" name="Google Shape;6828;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Research &amp; Development</a:t>
                </a:r>
                <a:endParaRPr sz="900">
                  <a:solidFill>
                    <a:srgbClr val="FFFFFF"/>
                  </a:solidFill>
                  <a:latin typeface="Avant Garde Demi SFDC"/>
                  <a:ea typeface="Avant Garde Demi SFDC"/>
                  <a:cs typeface="Avant Garde Demi SFDC"/>
                  <a:sym typeface="Avant Garde Demi SFDC"/>
                </a:endParaRPr>
              </a:p>
            </p:txBody>
          </p:sp>
        </p:grpSp>
        <p:sp>
          <p:nvSpPr>
            <p:cNvPr id="6829" name="Google Shape;6829;p174"/>
            <p:cNvSpPr txBox="1"/>
            <p:nvPr/>
          </p:nvSpPr>
          <p:spPr>
            <a:xfrm>
              <a:off x="3344212" y="11894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830" name="Google Shape;6830;p174"/>
            <p:cNvSpPr txBox="1"/>
            <p:nvPr/>
          </p:nvSpPr>
          <p:spPr>
            <a:xfrm>
              <a:off x="2000372" y="1390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 Research &amp; Ideation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831" name="Google Shape;6831;p174"/>
            <p:cNvSpPr txBox="1"/>
            <p:nvPr/>
          </p:nvSpPr>
          <p:spPr>
            <a:xfrm>
              <a:off x="3342383" y="30780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Test Data Analyzer</a:t>
              </a:r>
              <a:endParaRPr i="0" sz="800" u="none" cap="none" strike="noStrike">
                <a:latin typeface="Salesforce Sans"/>
                <a:ea typeface="Salesforce Sans"/>
                <a:cs typeface="Salesforce Sans"/>
                <a:sym typeface="Salesforce Sans"/>
              </a:endParaRPr>
            </a:p>
          </p:txBody>
        </p:sp>
        <p:sp>
          <p:nvSpPr>
            <p:cNvPr id="6832" name="Google Shape;6832;p174"/>
            <p:cNvSpPr txBox="1"/>
            <p:nvPr/>
          </p:nvSpPr>
          <p:spPr>
            <a:xfrm>
              <a:off x="3342383" y="322621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Risk &amp; Standards Checker</a:t>
              </a:r>
              <a:endParaRPr i="0" sz="800" u="none" cap="none" strike="noStrike">
                <a:latin typeface="Salesforce Sans"/>
                <a:ea typeface="Salesforce Sans"/>
                <a:cs typeface="Salesforce Sans"/>
                <a:sym typeface="Salesforce Sans"/>
              </a:endParaRPr>
            </a:p>
          </p:txBody>
        </p:sp>
        <p:sp>
          <p:nvSpPr>
            <p:cNvPr id="6833" name="Google Shape;6833;p174"/>
            <p:cNvSpPr txBox="1"/>
            <p:nvPr/>
          </p:nvSpPr>
          <p:spPr>
            <a:xfrm>
              <a:off x="3342383" y="40072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6834" name="Google Shape;6834;p174"/>
            <p:cNvSpPr txBox="1"/>
            <p:nvPr/>
          </p:nvSpPr>
          <p:spPr>
            <a:xfrm>
              <a:off x="3342383" y="41584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i="0" sz="800" u="none" cap="none" strike="noStrike">
                <a:latin typeface="Salesforce Sans"/>
                <a:ea typeface="Salesforce Sans"/>
                <a:cs typeface="Salesforce Sans"/>
                <a:sym typeface="Salesforce Sans"/>
              </a:endParaRPr>
            </a:p>
          </p:txBody>
        </p:sp>
        <p:sp>
          <p:nvSpPr>
            <p:cNvPr id="6835" name="Google Shape;6835;p174"/>
            <p:cNvSpPr txBox="1"/>
            <p:nvPr/>
          </p:nvSpPr>
          <p:spPr>
            <a:xfrm>
              <a:off x="3342382" y="4298266"/>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 from Opportunity</a:t>
              </a:r>
              <a:endParaRPr sz="800">
                <a:latin typeface="Salesforce Sans"/>
                <a:ea typeface="Salesforce Sans"/>
                <a:cs typeface="Salesforce Sans"/>
                <a:sym typeface="Salesforce Sans"/>
              </a:endParaRPr>
            </a:p>
          </p:txBody>
        </p:sp>
        <p:sp>
          <p:nvSpPr>
            <p:cNvPr id="6836" name="Google Shape;6836;p174"/>
            <p:cNvSpPr/>
            <p:nvPr/>
          </p:nvSpPr>
          <p:spPr>
            <a:xfrm>
              <a:off x="3206336" y="40258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37" name="Google Shape;6837;p174"/>
            <p:cNvSpPr/>
            <p:nvPr/>
          </p:nvSpPr>
          <p:spPr>
            <a:xfrm>
              <a:off x="3206336" y="41770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38" name="Google Shape;6838;p174"/>
            <p:cNvSpPr/>
            <p:nvPr/>
          </p:nvSpPr>
          <p:spPr>
            <a:xfrm>
              <a:off x="3206336" y="4316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39" name="Google Shape;6839;p174"/>
            <p:cNvSpPr/>
            <p:nvPr/>
          </p:nvSpPr>
          <p:spPr>
            <a:xfrm>
              <a:off x="3206336" y="324481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0" name="Google Shape;6840;p174"/>
            <p:cNvSpPr txBox="1"/>
            <p:nvPr/>
          </p:nvSpPr>
          <p:spPr>
            <a:xfrm>
              <a:off x="3342383" y="44488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6841" name="Google Shape;6841;p174"/>
            <p:cNvSpPr/>
            <p:nvPr/>
          </p:nvSpPr>
          <p:spPr>
            <a:xfrm>
              <a:off x="3206336" y="446741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42" name="Google Shape;6842;p174"/>
            <p:cNvSpPr txBox="1"/>
            <p:nvPr/>
          </p:nvSpPr>
          <p:spPr>
            <a:xfrm>
              <a:off x="3342384" y="4634194"/>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843" name="Google Shape;6843;p174"/>
            <p:cNvSpPr txBox="1"/>
            <p:nvPr/>
          </p:nvSpPr>
          <p:spPr>
            <a:xfrm>
              <a:off x="3342377" y="4782802"/>
              <a:ext cx="190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6844" name="Google Shape;6844;p174"/>
            <p:cNvSpPr txBox="1"/>
            <p:nvPr/>
          </p:nvSpPr>
          <p:spPr>
            <a:xfrm>
              <a:off x="3342377" y="4931423"/>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a Campaign from a Brief</a:t>
              </a:r>
              <a:endParaRPr i="0" sz="800" u="none" cap="none" strike="noStrike">
                <a:latin typeface="Salesforce Sans"/>
                <a:ea typeface="Salesforce Sans"/>
                <a:cs typeface="Salesforce Sans"/>
                <a:sym typeface="Salesforce Sans"/>
              </a:endParaRPr>
            </a:p>
          </p:txBody>
        </p:sp>
        <p:sp>
          <p:nvSpPr>
            <p:cNvPr id="6845" name="Google Shape;6845;p174"/>
            <p:cNvSpPr txBox="1"/>
            <p:nvPr/>
          </p:nvSpPr>
          <p:spPr>
            <a:xfrm>
              <a:off x="3342377" y="5082619"/>
              <a:ext cx="2063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p:txBody>
        </p:sp>
        <p:sp>
          <p:nvSpPr>
            <p:cNvPr id="6846" name="Google Shape;6846;p174"/>
            <p:cNvSpPr/>
            <p:nvPr/>
          </p:nvSpPr>
          <p:spPr>
            <a:xfrm>
              <a:off x="3206336" y="48014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7" name="Google Shape;6847;p174"/>
            <p:cNvSpPr/>
            <p:nvPr/>
          </p:nvSpPr>
          <p:spPr>
            <a:xfrm>
              <a:off x="3206336" y="49500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48" name="Google Shape;6848;p174"/>
            <p:cNvSpPr/>
            <p:nvPr/>
          </p:nvSpPr>
          <p:spPr>
            <a:xfrm>
              <a:off x="3206336" y="51012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9" name="Google Shape;6849;p174"/>
            <p:cNvSpPr/>
            <p:nvPr/>
          </p:nvSpPr>
          <p:spPr>
            <a:xfrm>
              <a:off x="3206336" y="46527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0" name="Google Shape;6850;p174"/>
            <p:cNvSpPr txBox="1"/>
            <p:nvPr/>
          </p:nvSpPr>
          <p:spPr>
            <a:xfrm>
              <a:off x="3342376" y="604412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Add-on Products</a:t>
              </a:r>
              <a:endParaRPr i="0" sz="800" u="none" cap="none" strike="noStrike">
                <a:latin typeface="Salesforce Sans"/>
                <a:ea typeface="Salesforce Sans"/>
                <a:cs typeface="Salesforce Sans"/>
                <a:sym typeface="Salesforce Sans"/>
              </a:endParaRPr>
            </a:p>
          </p:txBody>
        </p:sp>
        <p:sp>
          <p:nvSpPr>
            <p:cNvPr id="6851" name="Google Shape;6851;p174"/>
            <p:cNvSpPr txBox="1"/>
            <p:nvPr/>
          </p:nvSpPr>
          <p:spPr>
            <a:xfrm>
              <a:off x="3342376" y="619273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Cross-Sell Products</a:t>
              </a:r>
              <a:endParaRPr i="0" sz="800" u="none" cap="none" strike="noStrike">
                <a:latin typeface="Salesforce Sans"/>
                <a:ea typeface="Salesforce Sans"/>
                <a:cs typeface="Salesforce Sans"/>
                <a:sym typeface="Salesforce Sans"/>
              </a:endParaRPr>
            </a:p>
          </p:txBody>
        </p:sp>
        <p:sp>
          <p:nvSpPr>
            <p:cNvPr id="6852" name="Google Shape;6852;p174"/>
            <p:cNvSpPr txBox="1"/>
            <p:nvPr/>
          </p:nvSpPr>
          <p:spPr>
            <a:xfrm>
              <a:off x="3342375" y="6341350"/>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Upgrade Products</a:t>
              </a:r>
              <a:endParaRPr sz="800">
                <a:latin typeface="Salesforce Sans"/>
                <a:ea typeface="Salesforce Sans"/>
                <a:cs typeface="Salesforce Sans"/>
                <a:sym typeface="Salesforce Sans"/>
              </a:endParaRPr>
            </a:p>
          </p:txBody>
        </p:sp>
        <p:sp>
          <p:nvSpPr>
            <p:cNvPr id="6853" name="Google Shape;6853;p174"/>
            <p:cNvSpPr txBox="1"/>
            <p:nvPr/>
          </p:nvSpPr>
          <p:spPr>
            <a:xfrm>
              <a:off x="3342376" y="649254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Quote</a:t>
              </a:r>
              <a:endParaRPr i="0" sz="800" u="none" cap="none" strike="noStrike">
                <a:latin typeface="Salesforce Sans"/>
                <a:ea typeface="Salesforce Sans"/>
                <a:cs typeface="Salesforce Sans"/>
                <a:sym typeface="Salesforce Sans"/>
              </a:endParaRPr>
            </a:p>
          </p:txBody>
        </p:sp>
        <p:sp>
          <p:nvSpPr>
            <p:cNvPr id="6854" name="Google Shape;6854;p174"/>
            <p:cNvSpPr txBox="1"/>
            <p:nvPr/>
          </p:nvSpPr>
          <p:spPr>
            <a:xfrm>
              <a:off x="3342376" y="663233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Format Product Recommendations</a:t>
              </a:r>
              <a:endParaRPr i="0" sz="800" u="none" cap="none" strike="noStrike">
                <a:latin typeface="Salesforce Sans"/>
                <a:ea typeface="Salesforce Sans"/>
                <a:cs typeface="Salesforce Sans"/>
                <a:sym typeface="Salesforce Sans"/>
              </a:endParaRPr>
            </a:p>
          </p:txBody>
        </p:sp>
        <p:sp>
          <p:nvSpPr>
            <p:cNvPr id="6855" name="Google Shape;6855;p174"/>
            <p:cNvSpPr/>
            <p:nvPr/>
          </p:nvSpPr>
          <p:spPr>
            <a:xfrm>
              <a:off x="3206336" y="62113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6" name="Google Shape;6856;p174"/>
            <p:cNvSpPr/>
            <p:nvPr/>
          </p:nvSpPr>
          <p:spPr>
            <a:xfrm>
              <a:off x="3206336" y="63599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57" name="Google Shape;6857;p174"/>
            <p:cNvSpPr/>
            <p:nvPr/>
          </p:nvSpPr>
          <p:spPr>
            <a:xfrm>
              <a:off x="3206336" y="65111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8" name="Google Shape;6858;p174"/>
            <p:cNvSpPr/>
            <p:nvPr/>
          </p:nvSpPr>
          <p:spPr>
            <a:xfrm>
              <a:off x="3206336" y="66509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9" name="Google Shape;6859;p174"/>
            <p:cNvSpPr/>
            <p:nvPr/>
          </p:nvSpPr>
          <p:spPr>
            <a:xfrm>
              <a:off x="3206336" y="60627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860" name="Google Shape;6860;p174"/>
            <p:cNvGrpSpPr/>
            <p:nvPr/>
          </p:nvGrpSpPr>
          <p:grpSpPr>
            <a:xfrm>
              <a:off x="820222" y="4022796"/>
              <a:ext cx="952541" cy="449700"/>
              <a:chOff x="5812280" y="1793656"/>
              <a:chExt cx="952541" cy="449700"/>
            </a:xfrm>
          </p:grpSpPr>
          <p:sp>
            <p:nvSpPr>
              <p:cNvPr id="6861" name="Google Shape;6861;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62" name="Google Shape;6862;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a:t>
                </a:r>
                <a:endParaRPr sz="900">
                  <a:solidFill>
                    <a:srgbClr val="FFFFFF"/>
                  </a:solidFill>
                  <a:latin typeface="Avant Garde Demi SFDC"/>
                  <a:ea typeface="Avant Garde Demi SFDC"/>
                  <a:cs typeface="Avant Garde Demi SFDC"/>
                  <a:sym typeface="Avant Garde Demi SFDC"/>
                </a:endParaRPr>
              </a:p>
            </p:txBody>
          </p:sp>
        </p:grpSp>
        <p:grpSp>
          <p:nvGrpSpPr>
            <p:cNvPr id="6863" name="Google Shape;6863;p174"/>
            <p:cNvGrpSpPr/>
            <p:nvPr/>
          </p:nvGrpSpPr>
          <p:grpSpPr>
            <a:xfrm>
              <a:off x="820222" y="8394540"/>
              <a:ext cx="952541" cy="449700"/>
              <a:chOff x="5812280" y="1793656"/>
              <a:chExt cx="952541" cy="449700"/>
            </a:xfrm>
          </p:grpSpPr>
          <p:sp>
            <p:nvSpPr>
              <p:cNvPr id="6864" name="Google Shape;6864;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65" name="Google Shape;6865;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Asset Service Lifecycle Management</a:t>
                </a:r>
                <a:endParaRPr sz="900">
                  <a:solidFill>
                    <a:srgbClr val="FFFFFF"/>
                  </a:solidFill>
                  <a:latin typeface="Avant Garde Demi SFDC"/>
                  <a:ea typeface="Avant Garde Demi SFDC"/>
                  <a:cs typeface="Avant Garde Demi SFDC"/>
                  <a:sym typeface="Avant Garde Demi SFDC"/>
                </a:endParaRPr>
              </a:p>
            </p:txBody>
          </p:sp>
        </p:grpSp>
        <p:sp>
          <p:nvSpPr>
            <p:cNvPr id="6866" name="Google Shape;6866;p174"/>
            <p:cNvSpPr txBox="1"/>
            <p:nvPr/>
          </p:nvSpPr>
          <p:spPr>
            <a:xfrm>
              <a:off x="3342382" y="2627147"/>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Design Compliance</a:t>
              </a:r>
              <a:endParaRPr sz="800">
                <a:latin typeface="Salesforce Sans"/>
                <a:ea typeface="Salesforce Sans"/>
                <a:cs typeface="Salesforce Sans"/>
                <a:sym typeface="Salesforce Sans"/>
              </a:endParaRPr>
            </a:p>
          </p:txBody>
        </p:sp>
        <p:sp>
          <p:nvSpPr>
            <p:cNvPr id="6867" name="Google Shape;6867;p174"/>
            <p:cNvSpPr/>
            <p:nvPr/>
          </p:nvSpPr>
          <p:spPr>
            <a:xfrm>
              <a:off x="3206336" y="264559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68" name="Google Shape;6868;p174"/>
            <p:cNvSpPr txBox="1"/>
            <p:nvPr/>
          </p:nvSpPr>
          <p:spPr>
            <a:xfrm>
              <a:off x="3342383" y="247530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Cost Estimator</a:t>
              </a:r>
              <a:endParaRPr i="0" sz="800" u="none" cap="none" strike="noStrike">
                <a:latin typeface="Salesforce Sans"/>
                <a:ea typeface="Salesforce Sans"/>
                <a:cs typeface="Salesforce Sans"/>
                <a:sym typeface="Salesforce Sans"/>
              </a:endParaRPr>
            </a:p>
          </p:txBody>
        </p:sp>
        <p:sp>
          <p:nvSpPr>
            <p:cNvPr id="6869" name="Google Shape;6869;p174"/>
            <p:cNvSpPr txBox="1"/>
            <p:nvPr/>
          </p:nvSpPr>
          <p:spPr>
            <a:xfrm>
              <a:off x="3342383" y="33796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BOM Builder</a:t>
              </a:r>
              <a:endParaRPr i="0" sz="800" u="none" cap="none" strike="noStrike">
                <a:latin typeface="Salesforce Sans"/>
                <a:ea typeface="Salesforce Sans"/>
                <a:cs typeface="Salesforce Sans"/>
                <a:sym typeface="Salesforce Sans"/>
              </a:endParaRPr>
            </a:p>
          </p:txBody>
        </p:sp>
        <p:sp>
          <p:nvSpPr>
            <p:cNvPr id="6870" name="Google Shape;6870;p174"/>
            <p:cNvSpPr txBox="1"/>
            <p:nvPr/>
          </p:nvSpPr>
          <p:spPr>
            <a:xfrm>
              <a:off x="3342383" y="35308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Tooling Setup Planner</a:t>
              </a:r>
              <a:endParaRPr i="0" sz="800" u="none" cap="none" strike="noStrike">
                <a:latin typeface="Salesforce Sans"/>
                <a:ea typeface="Salesforce Sans"/>
                <a:cs typeface="Salesforce Sans"/>
                <a:sym typeface="Salesforce Sans"/>
              </a:endParaRPr>
            </a:p>
          </p:txBody>
        </p:sp>
        <p:sp>
          <p:nvSpPr>
            <p:cNvPr id="6871" name="Google Shape;6871;p174"/>
            <p:cNvSpPr txBox="1"/>
            <p:nvPr/>
          </p:nvSpPr>
          <p:spPr>
            <a:xfrm>
              <a:off x="3342382" y="36706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Process Readiness</a:t>
              </a:r>
              <a:endParaRPr i="0" sz="800" u="none" cap="none" strike="noStrike">
                <a:latin typeface="Salesforce Sans"/>
                <a:ea typeface="Salesforce Sans"/>
                <a:cs typeface="Salesforce Sans"/>
                <a:sym typeface="Salesforce Sans"/>
              </a:endParaRPr>
            </a:p>
          </p:txBody>
        </p:sp>
        <p:sp>
          <p:nvSpPr>
            <p:cNvPr id="6872" name="Google Shape;6872;p174"/>
            <p:cNvSpPr/>
            <p:nvPr/>
          </p:nvSpPr>
          <p:spPr>
            <a:xfrm>
              <a:off x="3206336" y="33982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73" name="Google Shape;6873;p174"/>
            <p:cNvSpPr txBox="1"/>
            <p:nvPr/>
          </p:nvSpPr>
          <p:spPr>
            <a:xfrm>
              <a:off x="3342383" y="38212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Pre-Launch Quality</a:t>
              </a:r>
              <a:endParaRPr i="0" sz="800" u="none" cap="none" strike="noStrike">
                <a:latin typeface="Salesforce Sans"/>
                <a:ea typeface="Salesforce Sans"/>
                <a:cs typeface="Salesforce Sans"/>
                <a:sym typeface="Salesforce Sans"/>
              </a:endParaRPr>
            </a:p>
          </p:txBody>
        </p:sp>
        <p:sp>
          <p:nvSpPr>
            <p:cNvPr id="6874" name="Google Shape;6874;p174"/>
            <p:cNvSpPr txBox="1"/>
            <p:nvPr/>
          </p:nvSpPr>
          <p:spPr>
            <a:xfrm>
              <a:off x="3342374" y="5270897"/>
              <a:ext cx="2964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Sales Agreement Management Performance</a:t>
              </a:r>
              <a:endParaRPr i="0" sz="800" u="none" cap="none" strike="noStrike">
                <a:latin typeface="Salesforce Sans"/>
                <a:ea typeface="Salesforce Sans"/>
                <a:cs typeface="Salesforce Sans"/>
                <a:sym typeface="Salesforce Sans"/>
              </a:endParaRPr>
            </a:p>
          </p:txBody>
        </p:sp>
        <p:sp>
          <p:nvSpPr>
            <p:cNvPr id="6875" name="Google Shape;6875;p174"/>
            <p:cNvSpPr txBox="1"/>
            <p:nvPr/>
          </p:nvSpPr>
          <p:spPr>
            <a:xfrm>
              <a:off x="3342376" y="541949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Visit</a:t>
              </a:r>
              <a:endParaRPr i="0" sz="800" u="none" cap="none" strike="noStrike">
                <a:latin typeface="Salesforce Sans"/>
                <a:ea typeface="Salesforce Sans"/>
                <a:cs typeface="Salesforce Sans"/>
                <a:sym typeface="Salesforce Sans"/>
              </a:endParaRPr>
            </a:p>
          </p:txBody>
        </p:sp>
        <p:sp>
          <p:nvSpPr>
            <p:cNvPr id="6876" name="Google Shape;6876;p174"/>
            <p:cNvSpPr txBox="1"/>
            <p:nvPr/>
          </p:nvSpPr>
          <p:spPr>
            <a:xfrm>
              <a:off x="3342376" y="556809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Attribute Details</a:t>
              </a:r>
              <a:endParaRPr i="0" sz="800" u="none" cap="none" strike="noStrike">
                <a:latin typeface="Salesforce Sans"/>
                <a:ea typeface="Salesforce Sans"/>
                <a:cs typeface="Salesforce Sans"/>
                <a:sym typeface="Salesforce Sans"/>
              </a:endParaRPr>
            </a:p>
          </p:txBody>
        </p:sp>
        <p:sp>
          <p:nvSpPr>
            <p:cNvPr id="6877" name="Google Shape;6877;p174"/>
            <p:cNvSpPr txBox="1"/>
            <p:nvPr/>
          </p:nvSpPr>
          <p:spPr>
            <a:xfrm>
              <a:off x="3342374" y="5719297"/>
              <a:ext cx="3146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Agreement Bulk Update for Sales Agreement Metrics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878" name="Google Shape;6878;p174"/>
            <p:cNvSpPr txBox="1"/>
            <p:nvPr/>
          </p:nvSpPr>
          <p:spPr>
            <a:xfrm>
              <a:off x="3342375" y="5859097"/>
              <a:ext cx="247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 Bulk Update for Sales Agreement Metrics</a:t>
              </a:r>
              <a:endParaRPr i="0" sz="800" u="none" cap="none" strike="noStrike">
                <a:latin typeface="Salesforce Sans"/>
                <a:ea typeface="Salesforce Sans"/>
                <a:cs typeface="Salesforce Sans"/>
                <a:sym typeface="Salesforce Sans"/>
              </a:endParaRPr>
            </a:p>
          </p:txBody>
        </p:sp>
        <p:sp>
          <p:nvSpPr>
            <p:cNvPr id="6879" name="Google Shape;6879;p174"/>
            <p:cNvSpPr/>
            <p:nvPr/>
          </p:nvSpPr>
          <p:spPr>
            <a:xfrm>
              <a:off x="3206336" y="54380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0" name="Google Shape;6880;p174"/>
            <p:cNvSpPr/>
            <p:nvPr/>
          </p:nvSpPr>
          <p:spPr>
            <a:xfrm>
              <a:off x="3206336" y="55867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81" name="Google Shape;6881;p174"/>
            <p:cNvSpPr/>
            <p:nvPr/>
          </p:nvSpPr>
          <p:spPr>
            <a:xfrm>
              <a:off x="3206336" y="573791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2" name="Google Shape;6882;p174"/>
            <p:cNvSpPr/>
            <p:nvPr/>
          </p:nvSpPr>
          <p:spPr>
            <a:xfrm>
              <a:off x="3206336" y="5877701"/>
              <a:ext cx="91200" cy="91200"/>
            </a:xfrm>
            <a:prstGeom prst="ellipse">
              <a:avLst/>
            </a:prstGeom>
            <a:solidFill>
              <a:srgbClr val="17BA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3" name="Google Shape;6883;p174"/>
            <p:cNvSpPr/>
            <p:nvPr/>
          </p:nvSpPr>
          <p:spPr>
            <a:xfrm>
              <a:off x="3206336" y="52894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4" name="Google Shape;6884;p174"/>
            <p:cNvSpPr txBox="1"/>
            <p:nvPr/>
          </p:nvSpPr>
          <p:spPr>
            <a:xfrm>
              <a:off x="3342376" y="83699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or Revise Email</a:t>
              </a:r>
              <a:endParaRPr i="0" sz="800" u="none" cap="none" strike="noStrike">
                <a:latin typeface="Salesforce Sans"/>
                <a:ea typeface="Salesforce Sans"/>
                <a:cs typeface="Salesforce Sans"/>
                <a:sym typeface="Salesforce Sans"/>
              </a:endParaRPr>
            </a:p>
          </p:txBody>
        </p:sp>
        <p:sp>
          <p:nvSpPr>
            <p:cNvPr id="6885" name="Google Shape;6885;p174"/>
            <p:cNvSpPr txBox="1"/>
            <p:nvPr/>
          </p:nvSpPr>
          <p:spPr>
            <a:xfrm>
              <a:off x="3342376" y="851851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Records</a:t>
              </a:r>
              <a:endParaRPr i="0" sz="800" u="none" cap="none" strike="noStrike">
                <a:latin typeface="Salesforce Sans"/>
                <a:ea typeface="Salesforce Sans"/>
                <a:cs typeface="Salesforce Sans"/>
                <a:sym typeface="Salesforce Sans"/>
              </a:endParaRPr>
            </a:p>
          </p:txBody>
        </p:sp>
        <p:sp>
          <p:nvSpPr>
            <p:cNvPr id="6886" name="Google Shape;6886;p174"/>
            <p:cNvSpPr txBox="1"/>
            <p:nvPr/>
          </p:nvSpPr>
          <p:spPr>
            <a:xfrm>
              <a:off x="3342376" y="866712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Record Details</a:t>
              </a:r>
              <a:endParaRPr i="0" sz="800" u="none" cap="none" strike="noStrike">
                <a:latin typeface="Salesforce Sans"/>
                <a:ea typeface="Salesforce Sans"/>
                <a:cs typeface="Salesforce Sans"/>
                <a:sym typeface="Salesforce Sans"/>
              </a:endParaRPr>
            </a:p>
          </p:txBody>
        </p:sp>
        <p:sp>
          <p:nvSpPr>
            <p:cNvPr id="6887" name="Google Shape;6887;p174"/>
            <p:cNvSpPr txBox="1"/>
            <p:nvPr/>
          </p:nvSpPr>
          <p:spPr>
            <a:xfrm>
              <a:off x="3342376" y="881832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Update Record</a:t>
              </a:r>
              <a:endParaRPr i="0" sz="800" u="none" cap="none" strike="noStrike">
                <a:latin typeface="Salesforce Sans"/>
                <a:ea typeface="Salesforce Sans"/>
                <a:cs typeface="Salesforce Sans"/>
                <a:sym typeface="Salesforce Sans"/>
              </a:endParaRPr>
            </a:p>
          </p:txBody>
        </p:sp>
        <p:sp>
          <p:nvSpPr>
            <p:cNvPr id="6888" name="Google Shape;6888;p174"/>
            <p:cNvSpPr txBox="1"/>
            <p:nvPr/>
          </p:nvSpPr>
          <p:spPr>
            <a:xfrm>
              <a:off x="3342376" y="895811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Quote</a:t>
              </a:r>
              <a:endParaRPr i="0" sz="800" u="none" cap="none" strike="noStrike">
                <a:latin typeface="Salesforce Sans"/>
                <a:ea typeface="Salesforce Sans"/>
                <a:cs typeface="Salesforce Sans"/>
                <a:sym typeface="Salesforce Sans"/>
              </a:endParaRPr>
            </a:p>
          </p:txBody>
        </p:sp>
        <p:sp>
          <p:nvSpPr>
            <p:cNvPr id="6889" name="Google Shape;6889;p174"/>
            <p:cNvSpPr/>
            <p:nvPr/>
          </p:nvSpPr>
          <p:spPr>
            <a:xfrm>
              <a:off x="3206336" y="85371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0" name="Google Shape;6890;p174"/>
            <p:cNvSpPr/>
            <p:nvPr/>
          </p:nvSpPr>
          <p:spPr>
            <a:xfrm>
              <a:off x="3206336" y="868572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91" name="Google Shape;6891;p174"/>
            <p:cNvSpPr/>
            <p:nvPr/>
          </p:nvSpPr>
          <p:spPr>
            <a:xfrm>
              <a:off x="3206336" y="88369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2" name="Google Shape;6892;p174"/>
            <p:cNvSpPr/>
            <p:nvPr/>
          </p:nvSpPr>
          <p:spPr>
            <a:xfrm>
              <a:off x="3206336" y="89767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3" name="Google Shape;6893;p174"/>
            <p:cNvSpPr/>
            <p:nvPr/>
          </p:nvSpPr>
          <p:spPr>
            <a:xfrm>
              <a:off x="3206336" y="838850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4" name="Google Shape;6894;p174"/>
            <p:cNvSpPr txBox="1"/>
            <p:nvPr/>
          </p:nvSpPr>
          <p:spPr>
            <a:xfrm>
              <a:off x="3342376" y="910865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Pricebooks</a:t>
              </a:r>
              <a:endParaRPr sz="800">
                <a:latin typeface="Salesforce Sans"/>
                <a:ea typeface="Salesforce Sans"/>
                <a:cs typeface="Salesforce Sans"/>
                <a:sym typeface="Salesforce Sans"/>
              </a:endParaRPr>
            </a:p>
          </p:txBody>
        </p:sp>
        <p:sp>
          <p:nvSpPr>
            <p:cNvPr id="6895" name="Google Shape;6895;p174"/>
            <p:cNvSpPr/>
            <p:nvPr/>
          </p:nvSpPr>
          <p:spPr>
            <a:xfrm>
              <a:off x="3206336" y="91272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96" name="Google Shape;6896;p174"/>
            <p:cNvSpPr txBox="1"/>
            <p:nvPr/>
          </p:nvSpPr>
          <p:spPr>
            <a:xfrm>
              <a:off x="3342382" y="97471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Service Quote</a:t>
              </a:r>
              <a:endParaRPr i="0" sz="800" u="none" cap="none" strike="noStrike">
                <a:latin typeface="Salesforce Sans"/>
                <a:ea typeface="Salesforce Sans"/>
                <a:cs typeface="Salesforce Sans"/>
                <a:sym typeface="Salesforce Sans"/>
              </a:endParaRPr>
            </a:p>
          </p:txBody>
        </p:sp>
        <p:sp>
          <p:nvSpPr>
            <p:cNvPr id="6897" name="Google Shape;6897;p174"/>
            <p:cNvSpPr txBox="1"/>
            <p:nvPr/>
          </p:nvSpPr>
          <p:spPr>
            <a:xfrm>
              <a:off x="3342382" y="9895731"/>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6898" name="Google Shape;6898;p174"/>
            <p:cNvSpPr txBox="1"/>
            <p:nvPr/>
          </p:nvSpPr>
          <p:spPr>
            <a:xfrm>
              <a:off x="3342382" y="10046937"/>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Record</a:t>
              </a:r>
              <a:endParaRPr i="0" sz="800" u="none" cap="none" strike="noStrike">
                <a:latin typeface="Salesforce Sans"/>
                <a:ea typeface="Salesforce Sans"/>
                <a:cs typeface="Salesforce Sans"/>
                <a:sym typeface="Salesforce Sans"/>
              </a:endParaRPr>
            </a:p>
          </p:txBody>
        </p:sp>
        <p:sp>
          <p:nvSpPr>
            <p:cNvPr id="6899" name="Google Shape;6899;p174"/>
            <p:cNvSpPr/>
            <p:nvPr/>
          </p:nvSpPr>
          <p:spPr>
            <a:xfrm>
              <a:off x="3206336" y="97657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0" name="Google Shape;6900;p174"/>
            <p:cNvSpPr/>
            <p:nvPr/>
          </p:nvSpPr>
          <p:spPr>
            <a:xfrm>
              <a:off x="3206336" y="99143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01" name="Google Shape;6901;p174"/>
            <p:cNvSpPr/>
            <p:nvPr/>
          </p:nvSpPr>
          <p:spPr>
            <a:xfrm>
              <a:off x="3206336" y="100655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2" name="Google Shape;6902;p174"/>
            <p:cNvSpPr txBox="1"/>
            <p:nvPr/>
          </p:nvSpPr>
          <p:spPr>
            <a:xfrm>
              <a:off x="3342376" y="92685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Products</a:t>
              </a:r>
              <a:endParaRPr i="0" sz="800" u="none" cap="none" strike="noStrike">
                <a:latin typeface="Salesforce Sans"/>
                <a:ea typeface="Salesforce Sans"/>
                <a:cs typeface="Salesforce Sans"/>
                <a:sym typeface="Salesforce Sans"/>
              </a:endParaRPr>
            </a:p>
          </p:txBody>
        </p:sp>
        <p:sp>
          <p:nvSpPr>
            <p:cNvPr id="6903" name="Google Shape;6903;p174"/>
            <p:cNvSpPr txBox="1"/>
            <p:nvPr/>
          </p:nvSpPr>
          <p:spPr>
            <a:xfrm>
              <a:off x="3342376" y="941971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6904" name="Google Shape;6904;p174"/>
            <p:cNvSpPr txBox="1"/>
            <p:nvPr/>
          </p:nvSpPr>
          <p:spPr>
            <a:xfrm>
              <a:off x="3342382" y="955950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i="0" sz="800" u="none" cap="none" strike="noStrike">
                <a:latin typeface="Salesforce Sans"/>
                <a:ea typeface="Salesforce Sans"/>
                <a:cs typeface="Salesforce Sans"/>
                <a:sym typeface="Salesforce Sans"/>
              </a:endParaRPr>
            </a:p>
          </p:txBody>
        </p:sp>
        <p:sp>
          <p:nvSpPr>
            <p:cNvPr id="6905" name="Google Shape;6905;p174"/>
            <p:cNvSpPr/>
            <p:nvPr/>
          </p:nvSpPr>
          <p:spPr>
            <a:xfrm>
              <a:off x="3206336" y="92871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06" name="Google Shape;6906;p174"/>
            <p:cNvSpPr/>
            <p:nvPr/>
          </p:nvSpPr>
          <p:spPr>
            <a:xfrm>
              <a:off x="3206336" y="94383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7" name="Google Shape;6907;p174"/>
            <p:cNvSpPr/>
            <p:nvPr/>
          </p:nvSpPr>
          <p:spPr>
            <a:xfrm>
              <a:off x="3206336" y="95781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8" name="Google Shape;6908;p174"/>
            <p:cNvSpPr txBox="1"/>
            <p:nvPr/>
          </p:nvSpPr>
          <p:spPr>
            <a:xfrm>
              <a:off x="3342376" y="68213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Products and Parts</a:t>
              </a:r>
              <a:endParaRPr i="0" sz="800" u="none" cap="none" strike="noStrike">
                <a:latin typeface="Salesforce Sans"/>
                <a:ea typeface="Salesforce Sans"/>
                <a:cs typeface="Salesforce Sans"/>
                <a:sym typeface="Salesforce Sans"/>
              </a:endParaRPr>
            </a:p>
          </p:txBody>
        </p:sp>
        <p:sp>
          <p:nvSpPr>
            <p:cNvPr id="6909" name="Google Shape;6909;p174"/>
            <p:cNvSpPr txBox="1"/>
            <p:nvPr/>
          </p:nvSpPr>
          <p:spPr>
            <a:xfrm>
              <a:off x="3342375" y="69699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Dealers for Products</a:t>
              </a:r>
              <a:endParaRPr sz="800">
                <a:latin typeface="Salesforce Sans"/>
                <a:ea typeface="Salesforce Sans"/>
                <a:cs typeface="Salesforce Sans"/>
                <a:sym typeface="Salesforce Sans"/>
              </a:endParaRPr>
            </a:p>
          </p:txBody>
        </p:sp>
        <p:sp>
          <p:nvSpPr>
            <p:cNvPr id="6910" name="Google Shape;6910;p174"/>
            <p:cNvSpPr txBox="1"/>
            <p:nvPr/>
          </p:nvSpPr>
          <p:spPr>
            <a:xfrm>
              <a:off x="3342374" y="71211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 with Products and Preferred Seller</a:t>
              </a:r>
              <a:endParaRPr i="0" sz="800" u="none" cap="none" strike="noStrike">
                <a:latin typeface="Salesforce Sans"/>
                <a:ea typeface="Salesforce Sans"/>
                <a:cs typeface="Salesforce Sans"/>
                <a:sym typeface="Salesforce Sans"/>
              </a:endParaRPr>
            </a:p>
          </p:txBody>
        </p:sp>
        <p:sp>
          <p:nvSpPr>
            <p:cNvPr id="6911" name="Google Shape;6911;p174"/>
            <p:cNvSpPr txBox="1"/>
            <p:nvPr/>
          </p:nvSpPr>
          <p:spPr>
            <a:xfrm>
              <a:off x="3342376" y="7260946"/>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Create Asset Appraisal</a:t>
              </a:r>
              <a:endParaRPr i="0" sz="800" u="none" cap="none" strike="noStrike">
                <a:latin typeface="Salesforce Sans"/>
                <a:ea typeface="Salesforce Sans"/>
                <a:cs typeface="Salesforce Sans"/>
                <a:sym typeface="Salesforce Sans"/>
              </a:endParaRPr>
            </a:p>
          </p:txBody>
        </p:sp>
        <p:sp>
          <p:nvSpPr>
            <p:cNvPr id="6912" name="Google Shape;6912;p174"/>
            <p:cNvSpPr/>
            <p:nvPr/>
          </p:nvSpPr>
          <p:spPr>
            <a:xfrm>
              <a:off x="3206336" y="683994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3" name="Google Shape;6913;p174"/>
            <p:cNvSpPr/>
            <p:nvPr/>
          </p:nvSpPr>
          <p:spPr>
            <a:xfrm>
              <a:off x="3206336" y="698855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14" name="Google Shape;6914;p174"/>
            <p:cNvSpPr/>
            <p:nvPr/>
          </p:nvSpPr>
          <p:spPr>
            <a:xfrm>
              <a:off x="3206336" y="7139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5" name="Google Shape;6915;p174"/>
            <p:cNvSpPr/>
            <p:nvPr/>
          </p:nvSpPr>
          <p:spPr>
            <a:xfrm>
              <a:off x="3206336" y="72795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6" name="Google Shape;6916;p174"/>
            <p:cNvSpPr txBox="1"/>
            <p:nvPr/>
          </p:nvSpPr>
          <p:spPr>
            <a:xfrm>
              <a:off x="3342376" y="74463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Payouts Periods for Member</a:t>
              </a:r>
              <a:endParaRPr i="0" sz="800" u="none" cap="none" strike="noStrike">
                <a:latin typeface="Salesforce Sans"/>
                <a:ea typeface="Salesforce Sans"/>
                <a:cs typeface="Salesforce Sans"/>
                <a:sym typeface="Salesforce Sans"/>
              </a:endParaRPr>
            </a:p>
          </p:txBody>
        </p:sp>
        <p:sp>
          <p:nvSpPr>
            <p:cNvPr id="6917" name="Google Shape;6917;p174"/>
            <p:cNvSpPr txBox="1"/>
            <p:nvPr/>
          </p:nvSpPr>
          <p:spPr>
            <a:xfrm>
              <a:off x="3342375" y="7594981"/>
              <a:ext cx="26583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Program Member Summary per Payout Period</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18" name="Google Shape;6918;p174"/>
            <p:cNvSpPr txBox="1"/>
            <p:nvPr/>
          </p:nvSpPr>
          <p:spPr>
            <a:xfrm>
              <a:off x="3342375" y="774360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Rebate Tpe Payout Sources for Member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19" name="Google Shape;6919;p174"/>
            <p:cNvSpPr txBox="1"/>
            <p:nvPr/>
          </p:nvSpPr>
          <p:spPr>
            <a:xfrm>
              <a:off x="3342375" y="7894806"/>
              <a:ext cx="2740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Type Payout Source Summary</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20" name="Google Shape;6920;p174"/>
            <p:cNvSpPr txBox="1"/>
            <p:nvPr/>
          </p:nvSpPr>
          <p:spPr>
            <a:xfrm>
              <a:off x="3342376" y="8034587"/>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Aggregate Sources for Member</a:t>
              </a:r>
              <a:endParaRPr i="0" sz="800" u="none" cap="none" strike="noStrike">
                <a:latin typeface="Salesforce Sans"/>
                <a:ea typeface="Salesforce Sans"/>
                <a:cs typeface="Salesforce Sans"/>
                <a:sym typeface="Salesforce Sans"/>
              </a:endParaRPr>
            </a:p>
          </p:txBody>
        </p:sp>
        <p:sp>
          <p:nvSpPr>
            <p:cNvPr id="6921" name="Google Shape;6921;p174"/>
            <p:cNvSpPr/>
            <p:nvPr/>
          </p:nvSpPr>
          <p:spPr>
            <a:xfrm>
              <a:off x="3206336" y="76135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2" name="Google Shape;6922;p174"/>
            <p:cNvSpPr/>
            <p:nvPr/>
          </p:nvSpPr>
          <p:spPr>
            <a:xfrm>
              <a:off x="3206336" y="77621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23" name="Google Shape;6923;p174"/>
            <p:cNvSpPr/>
            <p:nvPr/>
          </p:nvSpPr>
          <p:spPr>
            <a:xfrm>
              <a:off x="3206336" y="791340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4" name="Google Shape;6924;p174"/>
            <p:cNvSpPr/>
            <p:nvPr/>
          </p:nvSpPr>
          <p:spPr>
            <a:xfrm>
              <a:off x="3206336" y="80531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5" name="Google Shape;6925;p174"/>
            <p:cNvSpPr/>
            <p:nvPr/>
          </p:nvSpPr>
          <p:spPr>
            <a:xfrm>
              <a:off x="3206336" y="74649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6" name="Google Shape;6926;p174"/>
            <p:cNvSpPr txBox="1"/>
            <p:nvPr/>
          </p:nvSpPr>
          <p:spPr>
            <a:xfrm>
              <a:off x="3342376" y="818512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Aggregate Summary</a:t>
              </a:r>
              <a:endParaRPr sz="800">
                <a:latin typeface="Salesforce Sans"/>
                <a:ea typeface="Salesforce Sans"/>
                <a:cs typeface="Salesforce Sans"/>
                <a:sym typeface="Salesforce Sans"/>
              </a:endParaRPr>
            </a:p>
          </p:txBody>
        </p:sp>
        <p:sp>
          <p:nvSpPr>
            <p:cNvPr id="6927" name="Google Shape;6927;p174"/>
            <p:cNvSpPr/>
            <p:nvPr/>
          </p:nvSpPr>
          <p:spPr>
            <a:xfrm>
              <a:off x="3206336" y="820374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grpSp>
        <p:nvGrpSpPr>
          <p:cNvPr id="6928" name="Google Shape;6928;p174"/>
          <p:cNvGrpSpPr/>
          <p:nvPr/>
        </p:nvGrpSpPr>
        <p:grpSpPr>
          <a:xfrm>
            <a:off x="7008236" y="1113234"/>
            <a:ext cx="5884964" cy="9158403"/>
            <a:chOff x="6814436" y="1418034"/>
            <a:chExt cx="5884964" cy="9158403"/>
          </a:xfrm>
        </p:grpSpPr>
        <p:sp>
          <p:nvSpPr>
            <p:cNvPr id="6929" name="Google Shape;6929;p174"/>
            <p:cNvSpPr txBox="1"/>
            <p:nvPr/>
          </p:nvSpPr>
          <p:spPr>
            <a:xfrm>
              <a:off x="8014197" y="410943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Sales, Inventory &amp; Operations Planning (SIOP)</a:t>
              </a:r>
              <a:endParaRPr b="1" i="0" sz="900" u="none" cap="none" strike="noStrike">
                <a:solidFill>
                  <a:srgbClr val="086AFE"/>
                </a:solidFill>
                <a:latin typeface="Salesforce Sans"/>
                <a:ea typeface="Salesforce Sans"/>
                <a:cs typeface="Salesforce Sans"/>
                <a:sym typeface="Salesforce Sans"/>
              </a:endParaRPr>
            </a:p>
          </p:txBody>
        </p:sp>
        <p:sp>
          <p:nvSpPr>
            <p:cNvPr id="6930" name="Google Shape;6930;p174"/>
            <p:cNvSpPr txBox="1"/>
            <p:nvPr/>
          </p:nvSpPr>
          <p:spPr>
            <a:xfrm>
              <a:off x="8014197" y="4896735"/>
              <a:ext cx="8766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Returns, Warranty &amp; Payment Processing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6931" name="Google Shape;6931;p174"/>
            <p:cNvSpPr txBox="1"/>
            <p:nvPr/>
          </p:nvSpPr>
          <p:spPr>
            <a:xfrm>
              <a:off x="8014197" y="5544395"/>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Performance &amp; Compliance </a:t>
              </a:r>
              <a:endParaRPr b="1" i="0" sz="900" u="none" cap="none" strike="noStrike">
                <a:solidFill>
                  <a:srgbClr val="086AFE"/>
                </a:solidFill>
                <a:latin typeface="Salesforce Sans"/>
                <a:ea typeface="Salesforce Sans"/>
                <a:cs typeface="Salesforce Sans"/>
                <a:sym typeface="Salesforce Sans"/>
              </a:endParaRPr>
            </a:p>
          </p:txBody>
        </p:sp>
        <p:sp>
          <p:nvSpPr>
            <p:cNvPr id="6932" name="Google Shape;6932;p174"/>
            <p:cNvSpPr txBox="1"/>
            <p:nvPr/>
          </p:nvSpPr>
          <p:spPr>
            <a:xfrm>
              <a:off x="8014197" y="68421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Contract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Mgmt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6933" name="Google Shape;6933;p174"/>
            <p:cNvSpPr txBox="1"/>
            <p:nvPr/>
          </p:nvSpPr>
          <p:spPr>
            <a:xfrm>
              <a:off x="8014197" y="73529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Inventory &amp; Shelf Life Management </a:t>
              </a:r>
              <a:endParaRPr b="1" i="0" sz="900" u="none" cap="none" strike="noStrike">
                <a:solidFill>
                  <a:srgbClr val="086AFE"/>
                </a:solidFill>
                <a:latin typeface="Salesforce Sans"/>
                <a:ea typeface="Salesforce Sans"/>
                <a:cs typeface="Salesforce Sans"/>
                <a:sym typeface="Salesforce Sans"/>
              </a:endParaRPr>
            </a:p>
          </p:txBody>
        </p:sp>
        <p:sp>
          <p:nvSpPr>
            <p:cNvPr id="6934" name="Google Shape;6934;p174"/>
            <p:cNvSpPr txBox="1"/>
            <p:nvPr/>
          </p:nvSpPr>
          <p:spPr>
            <a:xfrm>
              <a:off x="8014197" y="6340916"/>
              <a:ext cx="876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Invoice Reconciliation </a:t>
              </a:r>
              <a:endParaRPr b="1" i="0" sz="900" u="none" cap="none" strike="noStrike">
                <a:solidFill>
                  <a:srgbClr val="086AFE"/>
                </a:solidFill>
                <a:latin typeface="Salesforce Sans"/>
                <a:ea typeface="Salesforce Sans"/>
                <a:cs typeface="Salesforce Sans"/>
                <a:sym typeface="Salesforce Sans"/>
              </a:endParaRPr>
            </a:p>
          </p:txBody>
        </p:sp>
        <p:sp>
          <p:nvSpPr>
            <p:cNvPr id="6935" name="Google Shape;6935;p174"/>
            <p:cNvSpPr txBox="1"/>
            <p:nvPr/>
          </p:nvSpPr>
          <p:spPr>
            <a:xfrm>
              <a:off x="8014197" y="330172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Selection &amp; Onboarding </a:t>
              </a:r>
              <a:endParaRPr b="1" i="0" sz="900" u="none" cap="none" strike="noStrike">
                <a:solidFill>
                  <a:srgbClr val="086AFE"/>
                </a:solidFill>
                <a:latin typeface="Salesforce Sans"/>
                <a:ea typeface="Salesforce Sans"/>
                <a:cs typeface="Salesforce Sans"/>
                <a:sym typeface="Salesforce Sans"/>
              </a:endParaRPr>
            </a:p>
          </p:txBody>
        </p:sp>
        <p:sp>
          <p:nvSpPr>
            <p:cNvPr id="6936" name="Google Shape;6936;p174"/>
            <p:cNvSpPr txBox="1"/>
            <p:nvPr/>
          </p:nvSpPr>
          <p:spPr>
            <a:xfrm>
              <a:off x="8014197" y="8382361"/>
              <a:ext cx="8766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support </a:t>
              </a:r>
              <a:endParaRPr b="1" i="0" sz="900" u="none" cap="none" strike="noStrike">
                <a:solidFill>
                  <a:srgbClr val="086AFE"/>
                </a:solidFill>
                <a:latin typeface="Salesforce Sans"/>
                <a:ea typeface="Salesforce Sans"/>
                <a:cs typeface="Salesforce Sans"/>
                <a:sym typeface="Salesforce Sans"/>
              </a:endParaRPr>
            </a:p>
          </p:txBody>
        </p:sp>
        <p:sp>
          <p:nvSpPr>
            <p:cNvPr id="6937" name="Google Shape;6937;p174"/>
            <p:cNvSpPr txBox="1"/>
            <p:nvPr/>
          </p:nvSpPr>
          <p:spPr>
            <a:xfrm>
              <a:off x="8014197" y="2625173"/>
              <a:ext cx="815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Performance </a:t>
              </a:r>
              <a:endParaRPr b="1" i="0" sz="900" u="none" cap="none" strike="noStrike">
                <a:solidFill>
                  <a:srgbClr val="086AFE"/>
                </a:solidFill>
                <a:latin typeface="Salesforce Sans"/>
                <a:ea typeface="Salesforce Sans"/>
                <a:cs typeface="Salesforce Sans"/>
                <a:sym typeface="Salesforce Sans"/>
              </a:endParaRPr>
            </a:p>
          </p:txBody>
        </p:sp>
        <p:sp>
          <p:nvSpPr>
            <p:cNvPr id="6938" name="Google Shape;6938;p174"/>
            <p:cNvSpPr txBox="1"/>
            <p:nvPr/>
          </p:nvSpPr>
          <p:spPr>
            <a:xfrm>
              <a:off x="8014197" y="1977186"/>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Quality &amp; Testing Agent</a:t>
              </a:r>
              <a:endParaRPr b="1" i="0" sz="900" u="none" cap="none" strike="noStrike">
                <a:solidFill>
                  <a:srgbClr val="086AFE"/>
                </a:solidFill>
                <a:latin typeface="Salesforce Sans"/>
                <a:ea typeface="Salesforce Sans"/>
                <a:cs typeface="Salesforce Sans"/>
                <a:sym typeface="Salesforce Sans"/>
              </a:endParaRPr>
            </a:p>
          </p:txBody>
        </p:sp>
        <p:sp>
          <p:nvSpPr>
            <p:cNvPr id="6939" name="Google Shape;6939;p174"/>
            <p:cNvSpPr txBox="1"/>
            <p:nvPr/>
          </p:nvSpPr>
          <p:spPr>
            <a:xfrm>
              <a:off x="8014197" y="2972651"/>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a:t>
              </a:r>
              <a:endParaRPr b="1" i="0" sz="900" u="none" cap="none" strike="noStrike">
                <a:solidFill>
                  <a:srgbClr val="086AFE"/>
                </a:solidFill>
                <a:latin typeface="Salesforce Sans"/>
                <a:ea typeface="Salesforce Sans"/>
                <a:cs typeface="Salesforce Sans"/>
                <a:sym typeface="Salesforce Sans"/>
              </a:endParaRPr>
            </a:p>
          </p:txBody>
        </p:sp>
        <p:sp>
          <p:nvSpPr>
            <p:cNvPr id="6940" name="Google Shape;6940;p174"/>
            <p:cNvSpPr txBox="1"/>
            <p:nvPr/>
          </p:nvSpPr>
          <p:spPr>
            <a:xfrm>
              <a:off x="8014197" y="8946738"/>
              <a:ext cx="815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Planning </a:t>
              </a:r>
              <a:endParaRPr b="1" i="0" sz="900" u="none" cap="none" strike="noStrike">
                <a:solidFill>
                  <a:srgbClr val="086AFE"/>
                </a:solidFill>
                <a:latin typeface="Salesforce Sans"/>
                <a:ea typeface="Salesforce Sans"/>
                <a:cs typeface="Salesforce Sans"/>
                <a:sym typeface="Salesforce Sans"/>
              </a:endParaRPr>
            </a:p>
          </p:txBody>
        </p:sp>
        <p:sp>
          <p:nvSpPr>
            <p:cNvPr id="6941" name="Google Shape;6941;p174"/>
            <p:cNvSpPr txBox="1"/>
            <p:nvPr/>
          </p:nvSpPr>
          <p:spPr>
            <a:xfrm>
              <a:off x="8014197" y="9718968"/>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Support &amp; Excellence </a:t>
              </a:r>
              <a:endParaRPr b="1" i="0" sz="900" u="none" cap="none" strike="noStrike">
                <a:solidFill>
                  <a:srgbClr val="086AFE"/>
                </a:solidFill>
                <a:latin typeface="Salesforce Sans"/>
                <a:ea typeface="Salesforce Sans"/>
                <a:cs typeface="Salesforce Sans"/>
                <a:sym typeface="Salesforce Sans"/>
              </a:endParaRPr>
            </a:p>
          </p:txBody>
        </p:sp>
        <p:sp>
          <p:nvSpPr>
            <p:cNvPr id="6942" name="Google Shape;6942;p174"/>
            <p:cNvSpPr txBox="1"/>
            <p:nvPr/>
          </p:nvSpPr>
          <p:spPr>
            <a:xfrm>
              <a:off x="9356208" y="1615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Work Order</a:t>
              </a:r>
              <a:endParaRPr sz="800">
                <a:latin typeface="Salesforce Sans"/>
                <a:ea typeface="Salesforce Sans"/>
                <a:cs typeface="Salesforce Sans"/>
                <a:sym typeface="Salesforce Sans"/>
              </a:endParaRPr>
            </a:p>
          </p:txBody>
        </p:sp>
        <p:sp>
          <p:nvSpPr>
            <p:cNvPr id="6943" name="Google Shape;6943;p174"/>
            <p:cNvSpPr txBox="1"/>
            <p:nvPr/>
          </p:nvSpPr>
          <p:spPr>
            <a:xfrm>
              <a:off x="9356195" y="1771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a:latin typeface="Salesforce Sans"/>
                <a:ea typeface="Salesforce Sans"/>
                <a:cs typeface="Salesforce Sans"/>
                <a:sym typeface="Salesforce Sans"/>
              </a:endParaRPr>
            </a:p>
          </p:txBody>
        </p:sp>
        <p:sp>
          <p:nvSpPr>
            <p:cNvPr id="6944" name="Google Shape;6944;p174"/>
            <p:cNvSpPr/>
            <p:nvPr/>
          </p:nvSpPr>
          <p:spPr>
            <a:xfrm>
              <a:off x="9220161" y="1789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45" name="Google Shape;6945;p174"/>
            <p:cNvSpPr txBox="1"/>
            <p:nvPr/>
          </p:nvSpPr>
          <p:spPr>
            <a:xfrm>
              <a:off x="6814436" y="1418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946" name="Google Shape;6946;p174"/>
            <p:cNvSpPr txBox="1"/>
            <p:nvPr/>
          </p:nvSpPr>
          <p:spPr>
            <a:xfrm>
              <a:off x="8014204" y="1418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947" name="Google Shape;6947;p174"/>
            <p:cNvGrpSpPr/>
            <p:nvPr/>
          </p:nvGrpSpPr>
          <p:grpSpPr>
            <a:xfrm>
              <a:off x="6834047" y="1641256"/>
              <a:ext cx="952541" cy="449700"/>
              <a:chOff x="5812280" y="1793656"/>
              <a:chExt cx="952541" cy="449700"/>
            </a:xfrm>
          </p:grpSpPr>
          <p:sp>
            <p:nvSpPr>
              <p:cNvPr id="6948" name="Google Shape;6948;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49" name="Google Shape;6949;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Plant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6950" name="Google Shape;6950;p174"/>
            <p:cNvSpPr txBox="1"/>
            <p:nvPr/>
          </p:nvSpPr>
          <p:spPr>
            <a:xfrm>
              <a:off x="9358037" y="1418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951" name="Google Shape;6951;p174"/>
            <p:cNvSpPr txBox="1"/>
            <p:nvPr/>
          </p:nvSpPr>
          <p:spPr>
            <a:xfrm>
              <a:off x="8014197" y="161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Internal Asset Management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952" name="Google Shape;6952;p174"/>
            <p:cNvSpPr txBox="1"/>
            <p:nvPr/>
          </p:nvSpPr>
          <p:spPr>
            <a:xfrm>
              <a:off x="9356201" y="55417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 Assessment</a:t>
              </a:r>
              <a:endParaRPr i="0" sz="800" u="none" cap="none" strike="noStrike">
                <a:latin typeface="Salesforce Sans"/>
                <a:ea typeface="Salesforce Sans"/>
                <a:cs typeface="Salesforce Sans"/>
                <a:sym typeface="Salesforce Sans"/>
              </a:endParaRPr>
            </a:p>
          </p:txBody>
        </p:sp>
        <p:sp>
          <p:nvSpPr>
            <p:cNvPr id="6953" name="Google Shape;6953;p174"/>
            <p:cNvSpPr txBox="1"/>
            <p:nvPr/>
          </p:nvSpPr>
          <p:spPr>
            <a:xfrm>
              <a:off x="9356201" y="56903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Scorecard</a:t>
              </a:r>
              <a:endParaRPr i="0" sz="800" u="none" cap="none" strike="noStrike">
                <a:latin typeface="Salesforce Sans"/>
                <a:ea typeface="Salesforce Sans"/>
                <a:cs typeface="Salesforce Sans"/>
                <a:sym typeface="Salesforce Sans"/>
              </a:endParaRPr>
            </a:p>
          </p:txBody>
        </p:sp>
        <p:sp>
          <p:nvSpPr>
            <p:cNvPr id="6954" name="Google Shape;6954;p174"/>
            <p:cNvSpPr txBox="1"/>
            <p:nvPr/>
          </p:nvSpPr>
          <p:spPr>
            <a:xfrm>
              <a:off x="9356200" y="58389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Corrective Action</a:t>
              </a:r>
              <a:endParaRPr sz="800">
                <a:latin typeface="Salesforce Sans"/>
                <a:ea typeface="Salesforce Sans"/>
                <a:cs typeface="Salesforce Sans"/>
                <a:sym typeface="Salesforce Sans"/>
              </a:endParaRPr>
            </a:p>
          </p:txBody>
        </p:sp>
        <p:sp>
          <p:nvSpPr>
            <p:cNvPr id="6955" name="Google Shape;6955;p174"/>
            <p:cNvSpPr txBox="1"/>
            <p:nvPr/>
          </p:nvSpPr>
          <p:spPr>
            <a:xfrm>
              <a:off x="9356201" y="59901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a:t>
              </a:r>
              <a:endParaRPr i="0" sz="800" u="none" cap="none" strike="noStrike">
                <a:latin typeface="Salesforce Sans"/>
                <a:ea typeface="Salesforce Sans"/>
                <a:cs typeface="Salesforce Sans"/>
                <a:sym typeface="Salesforce Sans"/>
              </a:endParaRPr>
            </a:p>
          </p:txBody>
        </p:sp>
        <p:sp>
          <p:nvSpPr>
            <p:cNvPr id="6956" name="Google Shape;6956;p174"/>
            <p:cNvSpPr txBox="1"/>
            <p:nvPr/>
          </p:nvSpPr>
          <p:spPr>
            <a:xfrm>
              <a:off x="9356201" y="61299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Financial Reconciliation</a:t>
              </a:r>
              <a:endParaRPr i="0" sz="800" u="none" cap="none" strike="noStrike">
                <a:latin typeface="Salesforce Sans"/>
                <a:ea typeface="Salesforce Sans"/>
                <a:cs typeface="Salesforce Sans"/>
                <a:sym typeface="Salesforce Sans"/>
              </a:endParaRPr>
            </a:p>
          </p:txBody>
        </p:sp>
        <p:sp>
          <p:nvSpPr>
            <p:cNvPr id="6957" name="Google Shape;6957;p174"/>
            <p:cNvSpPr/>
            <p:nvPr/>
          </p:nvSpPr>
          <p:spPr>
            <a:xfrm>
              <a:off x="9220161" y="57089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58" name="Google Shape;6958;p174"/>
            <p:cNvSpPr/>
            <p:nvPr/>
          </p:nvSpPr>
          <p:spPr>
            <a:xfrm>
              <a:off x="9220161" y="58575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59" name="Google Shape;6959;p174"/>
            <p:cNvSpPr/>
            <p:nvPr/>
          </p:nvSpPr>
          <p:spPr>
            <a:xfrm>
              <a:off x="9220161" y="60087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60" name="Google Shape;6960;p174"/>
            <p:cNvSpPr/>
            <p:nvPr/>
          </p:nvSpPr>
          <p:spPr>
            <a:xfrm>
              <a:off x="9220161" y="61485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61" name="Google Shape;6961;p174"/>
            <p:cNvSpPr/>
            <p:nvPr/>
          </p:nvSpPr>
          <p:spPr>
            <a:xfrm>
              <a:off x="9220161" y="55603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962" name="Google Shape;6962;p174"/>
            <p:cNvGrpSpPr/>
            <p:nvPr/>
          </p:nvGrpSpPr>
          <p:grpSpPr>
            <a:xfrm>
              <a:off x="6834047" y="3337659"/>
              <a:ext cx="952541" cy="449700"/>
              <a:chOff x="5812280" y="1793656"/>
              <a:chExt cx="952541" cy="449700"/>
            </a:xfrm>
          </p:grpSpPr>
          <p:sp>
            <p:nvSpPr>
              <p:cNvPr id="6963" name="Google Shape;6963;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64" name="Google Shape;6964;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grpSp>
          <p:nvGrpSpPr>
            <p:cNvPr id="6965" name="Google Shape;6965;p174"/>
            <p:cNvGrpSpPr/>
            <p:nvPr/>
          </p:nvGrpSpPr>
          <p:grpSpPr>
            <a:xfrm>
              <a:off x="6834047" y="8972002"/>
              <a:ext cx="952541" cy="449700"/>
              <a:chOff x="5812280" y="1793656"/>
              <a:chExt cx="952541" cy="449700"/>
            </a:xfrm>
          </p:grpSpPr>
          <p:sp>
            <p:nvSpPr>
              <p:cNvPr id="6966" name="Google Shape;6966;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67" name="Google Shape;6967;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6968" name="Google Shape;6968;p174"/>
            <p:cNvSpPr txBox="1"/>
            <p:nvPr/>
          </p:nvSpPr>
          <p:spPr>
            <a:xfrm>
              <a:off x="9356201" y="89491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6969" name="Google Shape;6969;p174"/>
            <p:cNvSpPr txBox="1"/>
            <p:nvPr/>
          </p:nvSpPr>
          <p:spPr>
            <a:xfrm>
              <a:off x="9356201" y="909776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6970" name="Google Shape;6970;p174"/>
            <p:cNvSpPr txBox="1"/>
            <p:nvPr/>
          </p:nvSpPr>
          <p:spPr>
            <a:xfrm>
              <a:off x="9356201" y="9246373"/>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Field Service Scheduling</a:t>
              </a:r>
              <a:endParaRPr i="0" sz="800" u="none" cap="none" strike="noStrike">
                <a:latin typeface="Salesforce Sans"/>
                <a:ea typeface="Salesforce Sans"/>
                <a:cs typeface="Salesforce Sans"/>
                <a:sym typeface="Salesforce Sans"/>
              </a:endParaRPr>
            </a:p>
          </p:txBody>
        </p:sp>
        <p:sp>
          <p:nvSpPr>
            <p:cNvPr id="6971" name="Google Shape;6971;p174"/>
            <p:cNvSpPr txBox="1"/>
            <p:nvPr/>
          </p:nvSpPr>
          <p:spPr>
            <a:xfrm>
              <a:off x="9356201" y="939757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Inventory</a:t>
              </a:r>
              <a:endParaRPr i="0" sz="800" u="none" cap="none" strike="noStrike">
                <a:latin typeface="Salesforce Sans"/>
                <a:ea typeface="Salesforce Sans"/>
                <a:cs typeface="Salesforce Sans"/>
                <a:sym typeface="Salesforce Sans"/>
              </a:endParaRPr>
            </a:p>
          </p:txBody>
        </p:sp>
        <p:sp>
          <p:nvSpPr>
            <p:cNvPr id="6972" name="Google Shape;6972;p174"/>
            <p:cNvSpPr txBox="1"/>
            <p:nvPr/>
          </p:nvSpPr>
          <p:spPr>
            <a:xfrm>
              <a:off x="9356201" y="953736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6973" name="Google Shape;6973;p174"/>
            <p:cNvSpPr/>
            <p:nvPr/>
          </p:nvSpPr>
          <p:spPr>
            <a:xfrm>
              <a:off x="9220161" y="91163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4" name="Google Shape;6974;p174"/>
            <p:cNvSpPr/>
            <p:nvPr/>
          </p:nvSpPr>
          <p:spPr>
            <a:xfrm>
              <a:off x="9220161" y="926497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75" name="Google Shape;6975;p174"/>
            <p:cNvSpPr/>
            <p:nvPr/>
          </p:nvSpPr>
          <p:spPr>
            <a:xfrm>
              <a:off x="9220161" y="94161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6" name="Google Shape;6976;p174"/>
            <p:cNvSpPr/>
            <p:nvPr/>
          </p:nvSpPr>
          <p:spPr>
            <a:xfrm>
              <a:off x="9220161" y="955597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7" name="Google Shape;6977;p174"/>
            <p:cNvSpPr/>
            <p:nvPr/>
          </p:nvSpPr>
          <p:spPr>
            <a:xfrm>
              <a:off x="9220161" y="89677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8" name="Google Shape;6978;p174"/>
            <p:cNvSpPr txBox="1"/>
            <p:nvPr/>
          </p:nvSpPr>
          <p:spPr>
            <a:xfrm>
              <a:off x="9356201" y="828934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6979" name="Google Shape;6979;p174"/>
            <p:cNvSpPr txBox="1"/>
            <p:nvPr/>
          </p:nvSpPr>
          <p:spPr>
            <a:xfrm>
              <a:off x="9356200" y="8437944"/>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Case Resolution</a:t>
              </a:r>
              <a:endParaRPr sz="800">
                <a:latin typeface="Salesforce Sans"/>
                <a:ea typeface="Salesforce Sans"/>
                <a:cs typeface="Salesforce Sans"/>
                <a:sym typeface="Salesforce Sans"/>
              </a:endParaRPr>
            </a:p>
          </p:txBody>
        </p:sp>
        <p:sp>
          <p:nvSpPr>
            <p:cNvPr id="6980" name="Google Shape;6980;p174"/>
            <p:cNvSpPr txBox="1"/>
            <p:nvPr/>
          </p:nvSpPr>
          <p:spPr>
            <a:xfrm>
              <a:off x="9356200" y="85865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a:latin typeface="Salesforce Sans"/>
                <a:ea typeface="Salesforce Sans"/>
                <a:cs typeface="Salesforce Sans"/>
                <a:sym typeface="Salesforce Sans"/>
              </a:endParaRPr>
            </a:p>
          </p:txBody>
        </p:sp>
        <p:sp>
          <p:nvSpPr>
            <p:cNvPr id="6981" name="Google Shape;6981;p174"/>
            <p:cNvSpPr/>
            <p:nvPr/>
          </p:nvSpPr>
          <p:spPr>
            <a:xfrm>
              <a:off x="9220161" y="84565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2" name="Google Shape;6982;p174"/>
            <p:cNvSpPr/>
            <p:nvPr/>
          </p:nvSpPr>
          <p:spPr>
            <a:xfrm>
              <a:off x="9220161" y="86051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83" name="Google Shape;6983;p174"/>
            <p:cNvSpPr txBox="1"/>
            <p:nvPr/>
          </p:nvSpPr>
          <p:spPr>
            <a:xfrm>
              <a:off x="9356200" y="87377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a:latin typeface="Salesforce Sans"/>
                <a:ea typeface="Salesforce Sans"/>
                <a:cs typeface="Salesforce Sans"/>
                <a:sym typeface="Salesforce Sans"/>
              </a:endParaRPr>
            </a:p>
          </p:txBody>
        </p:sp>
        <p:sp>
          <p:nvSpPr>
            <p:cNvPr id="6984" name="Google Shape;6984;p174"/>
            <p:cNvSpPr/>
            <p:nvPr/>
          </p:nvSpPr>
          <p:spPr>
            <a:xfrm>
              <a:off x="9220161" y="87563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5" name="Google Shape;6985;p174"/>
            <p:cNvSpPr/>
            <p:nvPr/>
          </p:nvSpPr>
          <p:spPr>
            <a:xfrm>
              <a:off x="9220161" y="83079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6" name="Google Shape;6986;p174"/>
            <p:cNvSpPr/>
            <p:nvPr/>
          </p:nvSpPr>
          <p:spPr>
            <a:xfrm>
              <a:off x="9220161" y="1634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87" name="Google Shape;6987;p174"/>
            <p:cNvSpPr txBox="1"/>
            <p:nvPr/>
          </p:nvSpPr>
          <p:spPr>
            <a:xfrm>
              <a:off x="9356208" y="1975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Inspection Data Capture</a:t>
              </a:r>
              <a:endParaRPr i="0" sz="800" u="none" cap="none" strike="noStrike">
                <a:latin typeface="Salesforce Sans"/>
                <a:ea typeface="Salesforce Sans"/>
                <a:cs typeface="Salesforce Sans"/>
                <a:sym typeface="Salesforce Sans"/>
              </a:endParaRPr>
            </a:p>
          </p:txBody>
        </p:sp>
        <p:sp>
          <p:nvSpPr>
            <p:cNvPr id="6988" name="Google Shape;6988;p174"/>
            <p:cNvSpPr txBox="1"/>
            <p:nvPr/>
          </p:nvSpPr>
          <p:spPr>
            <a:xfrm>
              <a:off x="9356208" y="21271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Defect Detection</a:t>
              </a:r>
              <a:endParaRPr i="0" sz="800" u="none" cap="none" strike="noStrike">
                <a:latin typeface="Salesforce Sans"/>
                <a:ea typeface="Salesforce Sans"/>
                <a:cs typeface="Salesforce Sans"/>
                <a:sym typeface="Salesforce Sans"/>
              </a:endParaRPr>
            </a:p>
          </p:txBody>
        </p:sp>
        <p:sp>
          <p:nvSpPr>
            <p:cNvPr id="6989" name="Google Shape;6989;p174"/>
            <p:cNvSpPr txBox="1"/>
            <p:nvPr/>
          </p:nvSpPr>
          <p:spPr>
            <a:xfrm>
              <a:off x="9356207" y="226692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Analytics</a:t>
              </a:r>
              <a:endParaRPr sz="800">
                <a:latin typeface="Salesforce Sans"/>
                <a:ea typeface="Salesforce Sans"/>
                <a:cs typeface="Salesforce Sans"/>
                <a:sym typeface="Salesforce Sans"/>
              </a:endParaRPr>
            </a:p>
          </p:txBody>
        </p:sp>
        <p:sp>
          <p:nvSpPr>
            <p:cNvPr id="6990" name="Google Shape;6990;p174"/>
            <p:cNvSpPr/>
            <p:nvPr/>
          </p:nvSpPr>
          <p:spPr>
            <a:xfrm>
              <a:off x="9220161" y="199453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1" name="Google Shape;6991;p174"/>
            <p:cNvSpPr/>
            <p:nvPr/>
          </p:nvSpPr>
          <p:spPr>
            <a:xfrm>
              <a:off x="9220161" y="21457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2" name="Google Shape;6992;p174"/>
            <p:cNvSpPr/>
            <p:nvPr/>
          </p:nvSpPr>
          <p:spPr>
            <a:xfrm>
              <a:off x="9220161" y="2285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3" name="Google Shape;6993;p174"/>
            <p:cNvSpPr txBox="1"/>
            <p:nvPr/>
          </p:nvSpPr>
          <p:spPr>
            <a:xfrm>
              <a:off x="9356208" y="241747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Compliance</a:t>
              </a:r>
              <a:endParaRPr i="0" sz="800" u="none" cap="none" strike="noStrike">
                <a:latin typeface="Salesforce Sans"/>
                <a:ea typeface="Salesforce Sans"/>
                <a:cs typeface="Salesforce Sans"/>
                <a:sym typeface="Salesforce Sans"/>
              </a:endParaRPr>
            </a:p>
          </p:txBody>
        </p:sp>
        <p:sp>
          <p:nvSpPr>
            <p:cNvPr id="6994" name="Google Shape;6994;p174"/>
            <p:cNvSpPr/>
            <p:nvPr/>
          </p:nvSpPr>
          <p:spPr>
            <a:xfrm>
              <a:off x="9220161" y="24360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5" name="Google Shape;6995;p174"/>
            <p:cNvSpPr txBox="1"/>
            <p:nvPr/>
          </p:nvSpPr>
          <p:spPr>
            <a:xfrm>
              <a:off x="9356208" y="26217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Collection</a:t>
              </a:r>
              <a:endParaRPr i="0" sz="800" u="none" cap="none" strike="noStrike">
                <a:latin typeface="Salesforce Sans"/>
                <a:ea typeface="Salesforce Sans"/>
                <a:cs typeface="Salesforce Sans"/>
                <a:sym typeface="Salesforce Sans"/>
              </a:endParaRPr>
            </a:p>
          </p:txBody>
        </p:sp>
        <p:sp>
          <p:nvSpPr>
            <p:cNvPr id="6996" name="Google Shape;6996;p174"/>
            <p:cNvSpPr txBox="1"/>
            <p:nvPr/>
          </p:nvSpPr>
          <p:spPr>
            <a:xfrm>
              <a:off x="9356208" y="27729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6997" name="Google Shape;6997;p174"/>
            <p:cNvSpPr/>
            <p:nvPr/>
          </p:nvSpPr>
          <p:spPr>
            <a:xfrm>
              <a:off x="9220161" y="26403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8" name="Google Shape;6998;p174"/>
            <p:cNvSpPr/>
            <p:nvPr/>
          </p:nvSpPr>
          <p:spPr>
            <a:xfrm>
              <a:off x="9220161" y="279152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9" name="Google Shape;6999;p174"/>
            <p:cNvSpPr txBox="1"/>
            <p:nvPr/>
          </p:nvSpPr>
          <p:spPr>
            <a:xfrm>
              <a:off x="9356208" y="29712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Planning</a:t>
              </a:r>
              <a:endParaRPr i="0" sz="800" u="none" cap="none" strike="noStrike">
                <a:latin typeface="Salesforce Sans"/>
                <a:ea typeface="Salesforce Sans"/>
                <a:cs typeface="Salesforce Sans"/>
                <a:sym typeface="Salesforce Sans"/>
              </a:endParaRPr>
            </a:p>
          </p:txBody>
        </p:sp>
        <p:sp>
          <p:nvSpPr>
            <p:cNvPr id="7000" name="Google Shape;7000;p174"/>
            <p:cNvSpPr txBox="1"/>
            <p:nvPr/>
          </p:nvSpPr>
          <p:spPr>
            <a:xfrm>
              <a:off x="9356208" y="31224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Verification</a:t>
              </a:r>
              <a:endParaRPr i="0" sz="800" u="none" cap="none" strike="noStrike">
                <a:latin typeface="Salesforce Sans"/>
                <a:ea typeface="Salesforce Sans"/>
                <a:cs typeface="Salesforce Sans"/>
                <a:sym typeface="Salesforce Sans"/>
              </a:endParaRPr>
            </a:p>
          </p:txBody>
        </p:sp>
        <p:sp>
          <p:nvSpPr>
            <p:cNvPr id="7001" name="Google Shape;7001;p174"/>
            <p:cNvSpPr/>
            <p:nvPr/>
          </p:nvSpPr>
          <p:spPr>
            <a:xfrm>
              <a:off x="9220161" y="298985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02" name="Google Shape;7002;p174"/>
            <p:cNvSpPr txBox="1"/>
            <p:nvPr/>
          </p:nvSpPr>
          <p:spPr>
            <a:xfrm>
              <a:off x="9356201" y="3309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i="0" sz="800" u="none" cap="none" strike="noStrike">
                <a:latin typeface="Salesforce Sans"/>
                <a:ea typeface="Salesforce Sans"/>
                <a:cs typeface="Salesforce Sans"/>
                <a:sym typeface="Salesforce Sans"/>
              </a:endParaRPr>
            </a:p>
          </p:txBody>
        </p:sp>
        <p:sp>
          <p:nvSpPr>
            <p:cNvPr id="7003" name="Google Shape;7003;p174"/>
            <p:cNvSpPr txBox="1"/>
            <p:nvPr/>
          </p:nvSpPr>
          <p:spPr>
            <a:xfrm>
              <a:off x="9356201" y="3458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i="0" sz="800" u="none" cap="none" strike="noStrike">
                <a:latin typeface="Salesforce Sans"/>
                <a:ea typeface="Salesforce Sans"/>
                <a:cs typeface="Salesforce Sans"/>
                <a:sym typeface="Salesforce Sans"/>
              </a:endParaRPr>
            </a:p>
          </p:txBody>
        </p:sp>
        <p:sp>
          <p:nvSpPr>
            <p:cNvPr id="7004" name="Google Shape;7004;p174"/>
            <p:cNvSpPr txBox="1"/>
            <p:nvPr/>
          </p:nvSpPr>
          <p:spPr>
            <a:xfrm>
              <a:off x="9356200" y="36066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7005" name="Google Shape;7005;p174"/>
            <p:cNvSpPr txBox="1"/>
            <p:nvPr/>
          </p:nvSpPr>
          <p:spPr>
            <a:xfrm>
              <a:off x="9356201" y="37578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Survey</a:t>
              </a:r>
              <a:endParaRPr sz="800">
                <a:latin typeface="Salesforce Sans"/>
                <a:ea typeface="Salesforce Sans"/>
                <a:cs typeface="Salesforce Sans"/>
                <a:sym typeface="Salesforce Sans"/>
              </a:endParaRPr>
            </a:p>
          </p:txBody>
        </p:sp>
        <p:sp>
          <p:nvSpPr>
            <p:cNvPr id="7006" name="Google Shape;7006;p174"/>
            <p:cNvSpPr txBox="1"/>
            <p:nvPr/>
          </p:nvSpPr>
          <p:spPr>
            <a:xfrm>
              <a:off x="9356201" y="38976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i="0" sz="800" u="none" cap="none" strike="noStrike">
                <a:latin typeface="Salesforce Sans"/>
                <a:ea typeface="Salesforce Sans"/>
                <a:cs typeface="Salesforce Sans"/>
                <a:sym typeface="Salesforce Sans"/>
              </a:endParaRPr>
            </a:p>
          </p:txBody>
        </p:sp>
        <p:sp>
          <p:nvSpPr>
            <p:cNvPr id="7007" name="Google Shape;7007;p174"/>
            <p:cNvSpPr/>
            <p:nvPr/>
          </p:nvSpPr>
          <p:spPr>
            <a:xfrm>
              <a:off x="9220161" y="34766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08" name="Google Shape;7008;p174"/>
            <p:cNvSpPr/>
            <p:nvPr/>
          </p:nvSpPr>
          <p:spPr>
            <a:xfrm>
              <a:off x="9220161" y="36252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09" name="Google Shape;7009;p174"/>
            <p:cNvSpPr/>
            <p:nvPr/>
          </p:nvSpPr>
          <p:spPr>
            <a:xfrm>
              <a:off x="9220161" y="37764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0" name="Google Shape;7010;p174"/>
            <p:cNvSpPr/>
            <p:nvPr/>
          </p:nvSpPr>
          <p:spPr>
            <a:xfrm>
              <a:off x="9220161" y="39162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1" name="Google Shape;7011;p174"/>
            <p:cNvSpPr/>
            <p:nvPr/>
          </p:nvSpPr>
          <p:spPr>
            <a:xfrm>
              <a:off x="9220161" y="33280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2" name="Google Shape;7012;p174"/>
            <p:cNvSpPr txBox="1"/>
            <p:nvPr/>
          </p:nvSpPr>
          <p:spPr>
            <a:xfrm>
              <a:off x="9356201" y="410168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Order Intake</a:t>
              </a:r>
              <a:endParaRPr i="0" sz="800" u="none" cap="none" strike="noStrike">
                <a:latin typeface="Salesforce Sans"/>
                <a:ea typeface="Salesforce Sans"/>
                <a:cs typeface="Salesforce Sans"/>
                <a:sym typeface="Salesforce Sans"/>
              </a:endParaRPr>
            </a:p>
          </p:txBody>
        </p:sp>
        <p:sp>
          <p:nvSpPr>
            <p:cNvPr id="7013" name="Google Shape;7013;p174"/>
            <p:cNvSpPr txBox="1"/>
            <p:nvPr/>
          </p:nvSpPr>
          <p:spPr>
            <a:xfrm>
              <a:off x="9356201" y="425029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7014" name="Google Shape;7014;p174"/>
            <p:cNvSpPr txBox="1"/>
            <p:nvPr/>
          </p:nvSpPr>
          <p:spPr>
            <a:xfrm>
              <a:off x="9356200" y="4398913"/>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Supply Plan Optimizer</a:t>
              </a:r>
              <a:endParaRPr sz="800">
                <a:latin typeface="Salesforce Sans"/>
                <a:ea typeface="Salesforce Sans"/>
                <a:cs typeface="Salesforce Sans"/>
                <a:sym typeface="Salesforce Sans"/>
              </a:endParaRPr>
            </a:p>
          </p:txBody>
        </p:sp>
        <p:sp>
          <p:nvSpPr>
            <p:cNvPr id="7015" name="Google Shape;7015;p174"/>
            <p:cNvSpPr txBox="1"/>
            <p:nvPr/>
          </p:nvSpPr>
          <p:spPr>
            <a:xfrm>
              <a:off x="9356201" y="45501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SIOP Scenario Simulator</a:t>
              </a:r>
              <a:endParaRPr i="0" sz="800" u="none" cap="none" strike="noStrike">
                <a:latin typeface="Salesforce Sans"/>
                <a:ea typeface="Salesforce Sans"/>
                <a:cs typeface="Salesforce Sans"/>
                <a:sym typeface="Salesforce Sans"/>
              </a:endParaRPr>
            </a:p>
          </p:txBody>
        </p:sp>
        <p:sp>
          <p:nvSpPr>
            <p:cNvPr id="7016" name="Google Shape;7016;p174"/>
            <p:cNvSpPr txBox="1"/>
            <p:nvPr/>
          </p:nvSpPr>
          <p:spPr>
            <a:xfrm>
              <a:off x="9356201" y="4689893"/>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Balancer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17" name="Google Shape;7017;p174"/>
            <p:cNvSpPr/>
            <p:nvPr/>
          </p:nvSpPr>
          <p:spPr>
            <a:xfrm>
              <a:off x="9220161" y="4268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8" name="Google Shape;7018;p174"/>
            <p:cNvSpPr/>
            <p:nvPr/>
          </p:nvSpPr>
          <p:spPr>
            <a:xfrm>
              <a:off x="9220161" y="44175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19" name="Google Shape;7019;p174"/>
            <p:cNvSpPr/>
            <p:nvPr/>
          </p:nvSpPr>
          <p:spPr>
            <a:xfrm>
              <a:off x="9220161" y="4708504"/>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0" name="Google Shape;7020;p174"/>
            <p:cNvSpPr/>
            <p:nvPr/>
          </p:nvSpPr>
          <p:spPr>
            <a:xfrm>
              <a:off x="9220161" y="41202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1" name="Google Shape;7021;p174"/>
            <p:cNvSpPr txBox="1"/>
            <p:nvPr/>
          </p:nvSpPr>
          <p:spPr>
            <a:xfrm>
              <a:off x="9356201" y="489131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7022" name="Google Shape;7022;p174"/>
            <p:cNvSpPr txBox="1"/>
            <p:nvPr/>
          </p:nvSpPr>
          <p:spPr>
            <a:xfrm>
              <a:off x="9356201" y="503992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 Status Inquiry</a:t>
              </a:r>
              <a:endParaRPr i="0" sz="800" u="none" cap="none" strike="noStrike">
                <a:latin typeface="Salesforce Sans"/>
                <a:ea typeface="Salesforce Sans"/>
                <a:cs typeface="Salesforce Sans"/>
                <a:sym typeface="Salesforce Sans"/>
              </a:endParaRPr>
            </a:p>
          </p:txBody>
        </p:sp>
        <p:sp>
          <p:nvSpPr>
            <p:cNvPr id="7023" name="Google Shape;7023;p174"/>
            <p:cNvSpPr txBox="1"/>
            <p:nvPr/>
          </p:nvSpPr>
          <p:spPr>
            <a:xfrm>
              <a:off x="9356200" y="518853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Claims Validity Check</a:t>
              </a:r>
              <a:endParaRPr sz="800">
                <a:latin typeface="Salesforce Sans"/>
                <a:ea typeface="Salesforce Sans"/>
                <a:cs typeface="Salesforce Sans"/>
                <a:sym typeface="Salesforce Sans"/>
              </a:endParaRPr>
            </a:p>
          </p:txBody>
        </p:sp>
        <p:sp>
          <p:nvSpPr>
            <p:cNvPr id="7024" name="Google Shape;7024;p174"/>
            <p:cNvSpPr txBox="1"/>
            <p:nvPr/>
          </p:nvSpPr>
          <p:spPr>
            <a:xfrm>
              <a:off x="9356201" y="533973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a:t>
              </a:r>
              <a:endParaRPr i="0" sz="800" u="none" cap="none" strike="noStrike">
                <a:latin typeface="Salesforce Sans"/>
                <a:ea typeface="Salesforce Sans"/>
                <a:cs typeface="Salesforce Sans"/>
                <a:sym typeface="Salesforce Sans"/>
              </a:endParaRPr>
            </a:p>
          </p:txBody>
        </p:sp>
        <p:sp>
          <p:nvSpPr>
            <p:cNvPr id="7025" name="Google Shape;7025;p174"/>
            <p:cNvSpPr/>
            <p:nvPr/>
          </p:nvSpPr>
          <p:spPr>
            <a:xfrm>
              <a:off x="9220161" y="505852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6" name="Google Shape;7026;p174"/>
            <p:cNvSpPr/>
            <p:nvPr/>
          </p:nvSpPr>
          <p:spPr>
            <a:xfrm>
              <a:off x="9220161" y="520713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27" name="Google Shape;7027;p174"/>
            <p:cNvSpPr/>
            <p:nvPr/>
          </p:nvSpPr>
          <p:spPr>
            <a:xfrm>
              <a:off x="9220161" y="53583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8" name="Google Shape;7028;p174"/>
            <p:cNvSpPr/>
            <p:nvPr/>
          </p:nvSpPr>
          <p:spPr>
            <a:xfrm>
              <a:off x="9220161" y="49099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9" name="Google Shape;7029;p174"/>
            <p:cNvSpPr txBox="1"/>
            <p:nvPr/>
          </p:nvSpPr>
          <p:spPr>
            <a:xfrm>
              <a:off x="9356201" y="63364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Term Exception Approval</a:t>
              </a:r>
              <a:endParaRPr i="0" sz="800" u="none" cap="none" strike="noStrike">
                <a:latin typeface="Salesforce Sans"/>
                <a:ea typeface="Salesforce Sans"/>
                <a:cs typeface="Salesforce Sans"/>
                <a:sym typeface="Salesforce Sans"/>
              </a:endParaRPr>
            </a:p>
          </p:txBody>
        </p:sp>
        <p:sp>
          <p:nvSpPr>
            <p:cNvPr id="7030" name="Google Shape;7030;p174"/>
            <p:cNvSpPr txBox="1"/>
            <p:nvPr/>
          </p:nvSpPr>
          <p:spPr>
            <a:xfrm>
              <a:off x="9356200" y="64850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 Exception Approval</a:t>
              </a:r>
              <a:endParaRPr sz="800">
                <a:latin typeface="Salesforce Sans"/>
                <a:ea typeface="Salesforce Sans"/>
                <a:cs typeface="Salesforce Sans"/>
                <a:sym typeface="Salesforce Sans"/>
              </a:endParaRPr>
            </a:p>
          </p:txBody>
        </p:sp>
        <p:sp>
          <p:nvSpPr>
            <p:cNvPr id="7031" name="Google Shape;7031;p174"/>
            <p:cNvSpPr txBox="1"/>
            <p:nvPr/>
          </p:nvSpPr>
          <p:spPr>
            <a:xfrm>
              <a:off x="9356199" y="66362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Communication</a:t>
              </a:r>
              <a:endParaRPr i="0" sz="800" u="none" cap="none" strike="noStrike">
                <a:latin typeface="Salesforce Sans"/>
                <a:ea typeface="Salesforce Sans"/>
                <a:cs typeface="Salesforce Sans"/>
                <a:sym typeface="Salesforce Sans"/>
              </a:endParaRPr>
            </a:p>
          </p:txBody>
        </p:sp>
        <p:sp>
          <p:nvSpPr>
            <p:cNvPr id="7032" name="Google Shape;7032;p174"/>
            <p:cNvSpPr/>
            <p:nvPr/>
          </p:nvSpPr>
          <p:spPr>
            <a:xfrm>
              <a:off x="9220161" y="63550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3" name="Google Shape;7033;p174"/>
            <p:cNvSpPr/>
            <p:nvPr/>
          </p:nvSpPr>
          <p:spPr>
            <a:xfrm>
              <a:off x="9220161" y="65036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34" name="Google Shape;7034;p174"/>
            <p:cNvSpPr/>
            <p:nvPr/>
          </p:nvSpPr>
          <p:spPr>
            <a:xfrm>
              <a:off x="9220161" y="66548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5" name="Google Shape;7035;p174"/>
            <p:cNvSpPr txBox="1"/>
            <p:nvPr/>
          </p:nvSpPr>
          <p:spPr>
            <a:xfrm>
              <a:off x="9356201" y="6842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7036" name="Google Shape;7036;p174"/>
            <p:cNvSpPr txBox="1"/>
            <p:nvPr/>
          </p:nvSpPr>
          <p:spPr>
            <a:xfrm>
              <a:off x="9356200" y="6991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Risk Analyzer</a:t>
              </a:r>
              <a:endParaRPr sz="800">
                <a:latin typeface="Salesforce Sans"/>
                <a:ea typeface="Salesforce Sans"/>
                <a:cs typeface="Salesforce Sans"/>
                <a:sym typeface="Salesforce Sans"/>
              </a:endParaRPr>
            </a:p>
          </p:txBody>
        </p:sp>
        <p:sp>
          <p:nvSpPr>
            <p:cNvPr id="7037" name="Google Shape;7037;p174"/>
            <p:cNvSpPr txBox="1"/>
            <p:nvPr/>
          </p:nvSpPr>
          <p:spPr>
            <a:xfrm>
              <a:off x="9356199" y="71425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Renewal Alert</a:t>
              </a:r>
              <a:endParaRPr i="0" sz="800" u="none" cap="none" strike="noStrike">
                <a:latin typeface="Salesforce Sans"/>
                <a:ea typeface="Salesforce Sans"/>
                <a:cs typeface="Salesforce Sans"/>
                <a:sym typeface="Salesforce Sans"/>
              </a:endParaRPr>
            </a:p>
          </p:txBody>
        </p:sp>
        <p:sp>
          <p:nvSpPr>
            <p:cNvPr id="7038" name="Google Shape;7038;p174"/>
            <p:cNvSpPr/>
            <p:nvPr/>
          </p:nvSpPr>
          <p:spPr>
            <a:xfrm>
              <a:off x="9220161" y="6861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9" name="Google Shape;7039;p174"/>
            <p:cNvSpPr/>
            <p:nvPr/>
          </p:nvSpPr>
          <p:spPr>
            <a:xfrm>
              <a:off x="9220161" y="7009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40" name="Google Shape;7040;p174"/>
            <p:cNvSpPr/>
            <p:nvPr/>
          </p:nvSpPr>
          <p:spPr>
            <a:xfrm>
              <a:off x="9220161" y="71611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1" name="Google Shape;7041;p174"/>
            <p:cNvSpPr txBox="1"/>
            <p:nvPr/>
          </p:nvSpPr>
          <p:spPr>
            <a:xfrm>
              <a:off x="9356201" y="7340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Search Criteria and Results</a:t>
              </a:r>
              <a:endParaRPr i="0" sz="800" u="none" cap="none" strike="noStrike">
                <a:latin typeface="Salesforce Sans"/>
                <a:ea typeface="Salesforce Sans"/>
                <a:cs typeface="Salesforce Sans"/>
                <a:sym typeface="Salesforce Sans"/>
              </a:endParaRPr>
            </a:p>
          </p:txBody>
        </p:sp>
        <p:sp>
          <p:nvSpPr>
            <p:cNvPr id="7042" name="Google Shape;7042;p174"/>
            <p:cNvSpPr txBox="1"/>
            <p:nvPr/>
          </p:nvSpPr>
          <p:spPr>
            <a:xfrm>
              <a:off x="9356200" y="7489006"/>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Inventory Details</a:t>
              </a:r>
              <a:endParaRPr sz="800">
                <a:latin typeface="Salesforce Sans"/>
                <a:ea typeface="Salesforce Sans"/>
                <a:cs typeface="Salesforce Sans"/>
                <a:sym typeface="Salesforce Sans"/>
              </a:endParaRPr>
            </a:p>
          </p:txBody>
        </p:sp>
        <p:sp>
          <p:nvSpPr>
            <p:cNvPr id="7043" name="Google Shape;7043;p174"/>
            <p:cNvSpPr txBox="1"/>
            <p:nvPr/>
          </p:nvSpPr>
          <p:spPr>
            <a:xfrm>
              <a:off x="9356200" y="763763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Product Request</a:t>
              </a:r>
              <a:endParaRPr sz="800">
                <a:latin typeface="Salesforce Sans"/>
                <a:ea typeface="Salesforce Sans"/>
                <a:cs typeface="Salesforce Sans"/>
                <a:sym typeface="Salesforce Sans"/>
              </a:endParaRPr>
            </a:p>
          </p:txBody>
        </p:sp>
        <p:sp>
          <p:nvSpPr>
            <p:cNvPr id="7044" name="Google Shape;7044;p174"/>
            <p:cNvSpPr txBox="1"/>
            <p:nvPr/>
          </p:nvSpPr>
          <p:spPr>
            <a:xfrm>
              <a:off x="9356201" y="7928612"/>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Material Recept &amp; Quality</a:t>
              </a:r>
              <a:endParaRPr i="0" sz="800" u="none" cap="none" strike="noStrike">
                <a:latin typeface="Salesforce Sans"/>
                <a:ea typeface="Salesforce Sans"/>
                <a:cs typeface="Salesforce Sans"/>
                <a:sym typeface="Salesforce Sans"/>
              </a:endParaRPr>
            </a:p>
          </p:txBody>
        </p:sp>
        <p:sp>
          <p:nvSpPr>
            <p:cNvPr id="7045" name="Google Shape;7045;p174"/>
            <p:cNvSpPr/>
            <p:nvPr/>
          </p:nvSpPr>
          <p:spPr>
            <a:xfrm>
              <a:off x="9220161" y="75076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6" name="Google Shape;7046;p174"/>
            <p:cNvSpPr txBox="1"/>
            <p:nvPr/>
          </p:nvSpPr>
          <p:spPr>
            <a:xfrm>
              <a:off x="9356200" y="7788831"/>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Managed Inventory</a:t>
              </a:r>
              <a:endParaRPr sz="800">
                <a:latin typeface="Salesforce Sans"/>
                <a:ea typeface="Salesforce Sans"/>
                <a:cs typeface="Salesforce Sans"/>
                <a:sym typeface="Salesforce Sans"/>
              </a:endParaRPr>
            </a:p>
          </p:txBody>
        </p:sp>
        <p:sp>
          <p:nvSpPr>
            <p:cNvPr id="7047" name="Google Shape;7047;p174"/>
            <p:cNvSpPr/>
            <p:nvPr/>
          </p:nvSpPr>
          <p:spPr>
            <a:xfrm>
              <a:off x="9220161" y="765622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48" name="Google Shape;7048;p174"/>
            <p:cNvSpPr/>
            <p:nvPr/>
          </p:nvSpPr>
          <p:spPr>
            <a:xfrm>
              <a:off x="9220161" y="780743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9" name="Google Shape;7049;p174"/>
            <p:cNvSpPr/>
            <p:nvPr/>
          </p:nvSpPr>
          <p:spPr>
            <a:xfrm>
              <a:off x="9220161" y="7947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0" name="Google Shape;7050;p174"/>
            <p:cNvSpPr/>
            <p:nvPr/>
          </p:nvSpPr>
          <p:spPr>
            <a:xfrm>
              <a:off x="9220161" y="73590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1" name="Google Shape;7051;p174"/>
            <p:cNvSpPr txBox="1"/>
            <p:nvPr/>
          </p:nvSpPr>
          <p:spPr>
            <a:xfrm>
              <a:off x="9356201" y="807915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Shelf Life Extension</a:t>
              </a:r>
              <a:endParaRPr sz="800">
                <a:latin typeface="Salesforce Sans"/>
                <a:ea typeface="Salesforce Sans"/>
                <a:cs typeface="Salesforce Sans"/>
                <a:sym typeface="Salesforce Sans"/>
              </a:endParaRPr>
            </a:p>
          </p:txBody>
        </p:sp>
        <p:sp>
          <p:nvSpPr>
            <p:cNvPr id="7052" name="Google Shape;7052;p174"/>
            <p:cNvSpPr/>
            <p:nvPr/>
          </p:nvSpPr>
          <p:spPr>
            <a:xfrm>
              <a:off x="9220161" y="809776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53" name="Google Shape;7053;p174"/>
            <p:cNvSpPr txBox="1"/>
            <p:nvPr/>
          </p:nvSpPr>
          <p:spPr>
            <a:xfrm>
              <a:off x="9356200" y="9742788"/>
              <a:ext cx="3343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a:latin typeface="Salesforce Sans"/>
                <a:ea typeface="Salesforce Sans"/>
                <a:cs typeface="Salesforce Sans"/>
                <a:sym typeface="Salesforce Sans"/>
              </a:endParaRPr>
            </a:p>
          </p:txBody>
        </p:sp>
        <p:sp>
          <p:nvSpPr>
            <p:cNvPr id="7054" name="Google Shape;7054;p174"/>
            <p:cNvSpPr txBox="1"/>
            <p:nvPr/>
          </p:nvSpPr>
          <p:spPr>
            <a:xfrm>
              <a:off x="9356201" y="989140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Diagnostic Support</a:t>
              </a:r>
              <a:endParaRPr i="0" sz="800" u="none" cap="none" strike="noStrike">
                <a:latin typeface="Salesforce Sans"/>
                <a:ea typeface="Salesforce Sans"/>
                <a:cs typeface="Salesforce Sans"/>
                <a:sym typeface="Salesforce Sans"/>
              </a:endParaRPr>
            </a:p>
          </p:txBody>
        </p:sp>
        <p:sp>
          <p:nvSpPr>
            <p:cNvPr id="7055" name="Google Shape;7055;p174"/>
            <p:cNvSpPr txBox="1"/>
            <p:nvPr/>
          </p:nvSpPr>
          <p:spPr>
            <a:xfrm>
              <a:off x="9356200" y="10040013"/>
              <a:ext cx="28080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Appointment Information for Field Service</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800"/>
                <a:buFont typeface="Arial"/>
                <a:buNone/>
              </a:pPr>
              <a:r>
                <a:t/>
              </a:r>
              <a:endParaRPr sz="800">
                <a:latin typeface="Salesforce Sans"/>
                <a:ea typeface="Salesforce Sans"/>
                <a:cs typeface="Salesforce Sans"/>
                <a:sym typeface="Salesforce Sans"/>
              </a:endParaRPr>
            </a:p>
          </p:txBody>
        </p:sp>
        <p:sp>
          <p:nvSpPr>
            <p:cNvPr id="7056" name="Google Shape;7056;p174"/>
            <p:cNvSpPr txBox="1"/>
            <p:nvPr/>
          </p:nvSpPr>
          <p:spPr>
            <a:xfrm>
              <a:off x="9356200" y="10185263"/>
              <a:ext cx="2451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 Time Slots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57" name="Google Shape;7057;p174"/>
            <p:cNvSpPr txBox="1"/>
            <p:nvPr/>
          </p:nvSpPr>
          <p:spPr>
            <a:xfrm>
              <a:off x="9356200" y="10325038"/>
              <a:ext cx="24984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Appointments to Fill Gaps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58" name="Google Shape;7058;p174"/>
            <p:cNvSpPr/>
            <p:nvPr/>
          </p:nvSpPr>
          <p:spPr>
            <a:xfrm>
              <a:off x="9220161" y="99100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9" name="Google Shape;7059;p174"/>
            <p:cNvSpPr/>
            <p:nvPr/>
          </p:nvSpPr>
          <p:spPr>
            <a:xfrm>
              <a:off x="9220161" y="100586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60" name="Google Shape;7060;p174"/>
            <p:cNvSpPr/>
            <p:nvPr/>
          </p:nvSpPr>
          <p:spPr>
            <a:xfrm>
              <a:off x="9220161" y="10203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61" name="Google Shape;7061;p174"/>
            <p:cNvSpPr/>
            <p:nvPr/>
          </p:nvSpPr>
          <p:spPr>
            <a:xfrm>
              <a:off x="9220161" y="103436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62" name="Google Shape;7062;p174"/>
            <p:cNvSpPr/>
            <p:nvPr/>
          </p:nvSpPr>
          <p:spPr>
            <a:xfrm>
              <a:off x="9220161" y="97613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7063" name="Google Shape;7063;p174"/>
          <p:cNvGrpSpPr/>
          <p:nvPr/>
        </p:nvGrpSpPr>
        <p:grpSpPr>
          <a:xfrm>
            <a:off x="11977311" y="1113234"/>
            <a:ext cx="6240062" cy="8994991"/>
            <a:chOff x="11173911" y="1037034"/>
            <a:chExt cx="6240062" cy="8994991"/>
          </a:xfrm>
        </p:grpSpPr>
        <p:sp>
          <p:nvSpPr>
            <p:cNvPr id="7064" name="Google Shape;7064;p174"/>
            <p:cNvSpPr txBox="1"/>
            <p:nvPr/>
          </p:nvSpPr>
          <p:spPr>
            <a:xfrm>
              <a:off x="12373676" y="2640147"/>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Order Management </a:t>
              </a:r>
              <a:endParaRPr b="1" i="0" sz="900" u="none" cap="none" strike="noStrike">
                <a:solidFill>
                  <a:srgbClr val="086AFE"/>
                </a:solidFill>
                <a:latin typeface="Salesforce Sans"/>
                <a:ea typeface="Salesforce Sans"/>
                <a:cs typeface="Salesforce Sans"/>
                <a:sym typeface="Salesforce Sans"/>
              </a:endParaRPr>
            </a:p>
          </p:txBody>
        </p:sp>
        <p:sp>
          <p:nvSpPr>
            <p:cNvPr id="7065" name="Google Shape;7065;p174"/>
            <p:cNvSpPr txBox="1"/>
            <p:nvPr/>
          </p:nvSpPr>
          <p:spPr>
            <a:xfrm>
              <a:off x="12373676" y="3181293"/>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Delivery &amp; Logistics  Agent</a:t>
              </a:r>
              <a:endParaRPr b="1" i="0" sz="900" u="none" cap="none" strike="noStrike">
                <a:solidFill>
                  <a:srgbClr val="086AFE"/>
                </a:solidFill>
                <a:latin typeface="Salesforce Sans"/>
                <a:ea typeface="Salesforce Sans"/>
                <a:cs typeface="Salesforce Sans"/>
                <a:sym typeface="Salesforce Sans"/>
              </a:endParaRPr>
            </a:p>
          </p:txBody>
        </p:sp>
        <p:sp>
          <p:nvSpPr>
            <p:cNvPr id="7066" name="Google Shape;7066;p174"/>
            <p:cNvSpPr txBox="1"/>
            <p:nvPr/>
          </p:nvSpPr>
          <p:spPr>
            <a:xfrm>
              <a:off x="12373676" y="3924961"/>
              <a:ext cx="1016700" cy="374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Strategy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Planning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7067" name="Google Shape;7067;p174"/>
            <p:cNvSpPr txBox="1"/>
            <p:nvPr/>
          </p:nvSpPr>
          <p:spPr>
            <a:xfrm>
              <a:off x="12373676" y="4253958"/>
              <a:ext cx="973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7068" name="Google Shape;7068;p174"/>
            <p:cNvSpPr txBox="1"/>
            <p:nvPr/>
          </p:nvSpPr>
          <p:spPr>
            <a:xfrm>
              <a:off x="12373676" y="4882718"/>
              <a:ext cx="1005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Mgmt &amp; Development </a:t>
              </a:r>
              <a:endParaRPr b="1" i="0" sz="900" u="none" cap="none" strike="noStrike">
                <a:solidFill>
                  <a:srgbClr val="086AFE"/>
                </a:solidFill>
                <a:latin typeface="Salesforce Sans"/>
                <a:ea typeface="Salesforce Sans"/>
                <a:cs typeface="Salesforce Sans"/>
                <a:sym typeface="Salesforce Sans"/>
              </a:endParaRPr>
            </a:p>
          </p:txBody>
        </p:sp>
        <p:sp>
          <p:nvSpPr>
            <p:cNvPr id="7069" name="Google Shape;7069;p174"/>
            <p:cNvSpPr txBox="1"/>
            <p:nvPr/>
          </p:nvSpPr>
          <p:spPr>
            <a:xfrm>
              <a:off x="12373676" y="598672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Financial Strategy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Planning </a:t>
              </a:r>
              <a:endParaRPr b="1" i="0" sz="900" u="none" cap="none" strike="noStrike">
                <a:solidFill>
                  <a:srgbClr val="086AFE"/>
                </a:solidFill>
                <a:latin typeface="Salesforce Sans"/>
                <a:ea typeface="Salesforce Sans"/>
                <a:cs typeface="Salesforce Sans"/>
                <a:sym typeface="Salesforce Sans"/>
              </a:endParaRPr>
            </a:p>
          </p:txBody>
        </p:sp>
        <p:sp>
          <p:nvSpPr>
            <p:cNvPr id="7070" name="Google Shape;7070;p174"/>
            <p:cNvSpPr txBox="1"/>
            <p:nvPr/>
          </p:nvSpPr>
          <p:spPr>
            <a:xfrm>
              <a:off x="12373676" y="645654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7071" name="Google Shape;7071;p174"/>
            <p:cNvSpPr txBox="1"/>
            <p:nvPr/>
          </p:nvSpPr>
          <p:spPr>
            <a:xfrm>
              <a:off x="12373676" y="6929014"/>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Tax &amp; </a:t>
              </a:r>
              <a:r>
                <a:rPr b="1" lang="en" sz="900">
                  <a:solidFill>
                    <a:srgbClr val="086AFE"/>
                  </a:solidFill>
                  <a:latin typeface="Salesforce Sans"/>
                  <a:ea typeface="Salesforce Sans"/>
                  <a:cs typeface="Salesforce Sans"/>
                  <a:sym typeface="Salesforce Sans"/>
                </a:rPr>
                <a:t>Comp.</a:t>
              </a:r>
              <a:br>
                <a:rPr b="1" lang="en" sz="900">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7072" name="Google Shape;7072;p174"/>
            <p:cNvSpPr txBox="1"/>
            <p:nvPr/>
          </p:nvSpPr>
          <p:spPr>
            <a:xfrm>
              <a:off x="12373676" y="7111014"/>
              <a:ext cx="973800" cy="24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a:t>
              </a:r>
              <a:r>
                <a:rPr b="1" lang="en" sz="900">
                  <a:solidFill>
                    <a:srgbClr val="086AFE"/>
                  </a:solidFill>
                  <a:latin typeface="Salesforce Sans"/>
                  <a:ea typeface="Salesforce Sans"/>
                  <a:cs typeface="Salesforce Sans"/>
                  <a:sym typeface="Salesforce Sans"/>
                </a:rPr>
                <a:t>Gen. </a:t>
              </a:r>
              <a:endParaRPr b="1" i="0" sz="900" u="none" cap="none" strike="noStrike">
                <a:solidFill>
                  <a:srgbClr val="086AFE"/>
                </a:solidFill>
                <a:latin typeface="Salesforce Sans"/>
                <a:ea typeface="Salesforce Sans"/>
                <a:cs typeface="Salesforce Sans"/>
                <a:sym typeface="Salesforce Sans"/>
              </a:endParaRPr>
            </a:p>
          </p:txBody>
        </p:sp>
        <p:sp>
          <p:nvSpPr>
            <p:cNvPr id="7073" name="Google Shape;7073;p174"/>
            <p:cNvSpPr txBox="1"/>
            <p:nvPr/>
          </p:nvSpPr>
          <p:spPr>
            <a:xfrm>
              <a:off x="12373676" y="7437385"/>
              <a:ext cx="9738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IT Incident Management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Recovery </a:t>
              </a:r>
              <a:endParaRPr b="1" i="0" sz="900" u="none" cap="none" strike="noStrike">
                <a:solidFill>
                  <a:srgbClr val="086AFE"/>
                </a:solidFill>
                <a:latin typeface="Salesforce Sans"/>
                <a:ea typeface="Salesforce Sans"/>
                <a:cs typeface="Salesforce Sans"/>
                <a:sym typeface="Salesforce Sans"/>
              </a:endParaRPr>
            </a:p>
          </p:txBody>
        </p:sp>
        <p:sp>
          <p:nvSpPr>
            <p:cNvPr id="7074" name="Google Shape;7074;p174"/>
            <p:cNvSpPr txBox="1"/>
            <p:nvPr/>
          </p:nvSpPr>
          <p:spPr>
            <a:xfrm>
              <a:off x="12373676" y="5361550"/>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7075" name="Google Shape;7075;p174"/>
            <p:cNvSpPr txBox="1"/>
            <p:nvPr/>
          </p:nvSpPr>
          <p:spPr>
            <a:xfrm>
              <a:off x="12373676" y="2154263"/>
              <a:ext cx="9738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Back-office and Fulfillment Operations </a:t>
              </a:r>
              <a:endParaRPr b="1" i="0" sz="900" u="none" cap="none" strike="noStrike">
                <a:solidFill>
                  <a:srgbClr val="086AFE"/>
                </a:solidFill>
                <a:latin typeface="Salesforce Sans"/>
                <a:ea typeface="Salesforce Sans"/>
                <a:cs typeface="Salesforce Sans"/>
                <a:sym typeface="Salesforce Sans"/>
              </a:endParaRPr>
            </a:p>
          </p:txBody>
        </p:sp>
        <p:sp>
          <p:nvSpPr>
            <p:cNvPr id="7076" name="Google Shape;7076;p174"/>
            <p:cNvSpPr txBox="1"/>
            <p:nvPr/>
          </p:nvSpPr>
          <p:spPr>
            <a:xfrm>
              <a:off x="12373676" y="8082932"/>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Erp/Mes Data Integration </a:t>
              </a:r>
              <a:endParaRPr b="1" i="0" sz="900" u="none" cap="none" strike="noStrike">
                <a:solidFill>
                  <a:srgbClr val="086AFE"/>
                </a:solidFill>
                <a:latin typeface="Salesforce Sans"/>
                <a:ea typeface="Salesforce Sans"/>
                <a:cs typeface="Salesforce Sans"/>
                <a:sym typeface="Salesforce Sans"/>
              </a:endParaRPr>
            </a:p>
          </p:txBody>
        </p:sp>
        <p:sp>
          <p:nvSpPr>
            <p:cNvPr id="7077" name="Google Shape;7077;p174"/>
            <p:cNvSpPr txBox="1"/>
            <p:nvPr/>
          </p:nvSpPr>
          <p:spPr>
            <a:xfrm>
              <a:off x="12373676" y="9162000"/>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Litigation &amp; Dispute</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7078" name="Google Shape;7078;p174"/>
            <p:cNvSpPr txBox="1"/>
            <p:nvPr/>
          </p:nvSpPr>
          <p:spPr>
            <a:xfrm>
              <a:off x="12373675" y="8710238"/>
              <a:ext cx="120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Con-</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tract Lifecycle Mgmt </a:t>
              </a:r>
              <a:endParaRPr b="1" i="0" sz="900" u="none" cap="none" strike="noStrike">
                <a:solidFill>
                  <a:srgbClr val="086AFE"/>
                </a:solidFill>
                <a:latin typeface="Salesforce Sans"/>
                <a:ea typeface="Salesforce Sans"/>
                <a:cs typeface="Salesforce Sans"/>
                <a:sym typeface="Salesforce Sans"/>
              </a:endParaRPr>
            </a:p>
          </p:txBody>
        </p:sp>
        <p:sp>
          <p:nvSpPr>
            <p:cNvPr id="7079" name="Google Shape;7079;p174"/>
            <p:cNvSpPr/>
            <p:nvPr/>
          </p:nvSpPr>
          <p:spPr>
            <a:xfrm>
              <a:off x="12404873" y="9845126"/>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7080" name="Google Shape;7080;p174"/>
            <p:cNvSpPr txBox="1"/>
            <p:nvPr/>
          </p:nvSpPr>
          <p:spPr>
            <a:xfrm>
              <a:off x="13715683" y="1234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Quote</a:t>
              </a:r>
              <a:endParaRPr sz="800">
                <a:latin typeface="Salesforce Sans"/>
                <a:ea typeface="Salesforce Sans"/>
                <a:cs typeface="Salesforce Sans"/>
                <a:sym typeface="Salesforce Sans"/>
              </a:endParaRPr>
            </a:p>
          </p:txBody>
        </p:sp>
        <p:sp>
          <p:nvSpPr>
            <p:cNvPr id="7081" name="Google Shape;7081;p174"/>
            <p:cNvSpPr txBox="1"/>
            <p:nvPr/>
          </p:nvSpPr>
          <p:spPr>
            <a:xfrm>
              <a:off x="13715670" y="1390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Lead Record</a:t>
              </a:r>
              <a:endParaRPr sz="800">
                <a:latin typeface="Salesforce Sans"/>
                <a:ea typeface="Salesforce Sans"/>
                <a:cs typeface="Salesforce Sans"/>
                <a:sym typeface="Salesforce Sans"/>
              </a:endParaRPr>
            </a:p>
          </p:txBody>
        </p:sp>
        <p:sp>
          <p:nvSpPr>
            <p:cNvPr id="7082" name="Google Shape;7082;p174"/>
            <p:cNvSpPr/>
            <p:nvPr/>
          </p:nvSpPr>
          <p:spPr>
            <a:xfrm>
              <a:off x="13579636" y="1408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83" name="Google Shape;7083;p174"/>
            <p:cNvSpPr txBox="1"/>
            <p:nvPr/>
          </p:nvSpPr>
          <p:spPr>
            <a:xfrm>
              <a:off x="11173911" y="1037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7084" name="Google Shape;7084;p174"/>
            <p:cNvSpPr txBox="1"/>
            <p:nvPr/>
          </p:nvSpPr>
          <p:spPr>
            <a:xfrm>
              <a:off x="12373679" y="1037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7085" name="Google Shape;7085;p174"/>
            <p:cNvGrpSpPr/>
            <p:nvPr/>
          </p:nvGrpSpPr>
          <p:grpSpPr>
            <a:xfrm>
              <a:off x="11193522" y="1260256"/>
              <a:ext cx="952541" cy="449700"/>
              <a:chOff x="5812280" y="1793656"/>
              <a:chExt cx="952541" cy="449700"/>
            </a:xfrm>
          </p:grpSpPr>
          <p:sp>
            <p:nvSpPr>
              <p:cNvPr id="7086" name="Google Shape;7086;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7087" name="Google Shape;7087;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7088" name="Google Shape;7088;p174"/>
            <p:cNvSpPr txBox="1"/>
            <p:nvPr/>
          </p:nvSpPr>
          <p:spPr>
            <a:xfrm>
              <a:off x="13717512" y="1037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7089" name="Google Shape;7089;p174"/>
            <p:cNvSpPr txBox="1"/>
            <p:nvPr/>
          </p:nvSpPr>
          <p:spPr>
            <a:xfrm>
              <a:off x="12373672" y="12384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Customer Care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7090" name="Google Shape;7090;p174"/>
            <p:cNvGrpSpPr/>
            <p:nvPr/>
          </p:nvGrpSpPr>
          <p:grpSpPr>
            <a:xfrm>
              <a:off x="11193522" y="3934484"/>
              <a:ext cx="952541" cy="449700"/>
              <a:chOff x="5812280" y="1793656"/>
              <a:chExt cx="952541" cy="449700"/>
            </a:xfrm>
          </p:grpSpPr>
          <p:sp>
            <p:nvSpPr>
              <p:cNvPr id="7091" name="Google Shape;7091;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7092" name="Google Shape;7092;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7093" name="Google Shape;7093;p174"/>
            <p:cNvSpPr/>
            <p:nvPr/>
          </p:nvSpPr>
          <p:spPr>
            <a:xfrm>
              <a:off x="13579636" y="1253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94" name="Google Shape;7094;p174"/>
            <p:cNvSpPr txBox="1"/>
            <p:nvPr/>
          </p:nvSpPr>
          <p:spPr>
            <a:xfrm>
              <a:off x="13715683" y="15458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Cases by Verified Contact</a:t>
              </a:r>
              <a:endParaRPr i="0" sz="800" u="none" cap="none" strike="noStrike">
                <a:latin typeface="Salesforce Sans"/>
                <a:ea typeface="Salesforce Sans"/>
                <a:cs typeface="Salesforce Sans"/>
                <a:sym typeface="Salesforce Sans"/>
              </a:endParaRPr>
            </a:p>
          </p:txBody>
        </p:sp>
        <p:sp>
          <p:nvSpPr>
            <p:cNvPr id="7095" name="Google Shape;7095;p174"/>
            <p:cNvSpPr txBox="1"/>
            <p:nvPr/>
          </p:nvSpPr>
          <p:spPr>
            <a:xfrm>
              <a:off x="13715683" y="169702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7096" name="Google Shape;7096;p174"/>
            <p:cNvSpPr txBox="1"/>
            <p:nvPr/>
          </p:nvSpPr>
          <p:spPr>
            <a:xfrm>
              <a:off x="13715682" y="183681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Grounded Service Replies</a:t>
              </a:r>
              <a:endParaRPr sz="800">
                <a:latin typeface="Salesforce Sans"/>
                <a:ea typeface="Salesforce Sans"/>
                <a:cs typeface="Salesforce Sans"/>
                <a:sym typeface="Salesforce Sans"/>
              </a:endParaRPr>
            </a:p>
          </p:txBody>
        </p:sp>
        <p:sp>
          <p:nvSpPr>
            <p:cNvPr id="7097" name="Google Shape;7097;p174"/>
            <p:cNvSpPr/>
            <p:nvPr/>
          </p:nvSpPr>
          <p:spPr>
            <a:xfrm>
              <a:off x="13579636" y="15644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98" name="Google Shape;7098;p174"/>
            <p:cNvSpPr/>
            <p:nvPr/>
          </p:nvSpPr>
          <p:spPr>
            <a:xfrm>
              <a:off x="13579636" y="17156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99" name="Google Shape;7099;p174"/>
            <p:cNvSpPr/>
            <p:nvPr/>
          </p:nvSpPr>
          <p:spPr>
            <a:xfrm>
              <a:off x="13579636" y="185541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0" name="Google Shape;7100;p174"/>
            <p:cNvSpPr txBox="1"/>
            <p:nvPr/>
          </p:nvSpPr>
          <p:spPr>
            <a:xfrm>
              <a:off x="13715676" y="26570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Inventory Management</a:t>
              </a:r>
              <a:endParaRPr i="0" sz="800" u="none" cap="none" strike="noStrike">
                <a:latin typeface="Salesforce Sans"/>
                <a:ea typeface="Salesforce Sans"/>
                <a:cs typeface="Salesforce Sans"/>
                <a:sym typeface="Salesforce Sans"/>
              </a:endParaRPr>
            </a:p>
          </p:txBody>
        </p:sp>
        <p:sp>
          <p:nvSpPr>
            <p:cNvPr id="7101" name="Google Shape;7101;p174"/>
            <p:cNvSpPr txBox="1"/>
            <p:nvPr/>
          </p:nvSpPr>
          <p:spPr>
            <a:xfrm>
              <a:off x="13715676" y="28056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Time Estimator</a:t>
              </a:r>
              <a:endParaRPr i="0" sz="800" u="none" cap="none" strike="noStrike">
                <a:latin typeface="Salesforce Sans"/>
                <a:ea typeface="Salesforce Sans"/>
                <a:cs typeface="Salesforce Sans"/>
                <a:sym typeface="Salesforce Sans"/>
              </a:endParaRPr>
            </a:p>
          </p:txBody>
        </p:sp>
        <p:sp>
          <p:nvSpPr>
            <p:cNvPr id="7102" name="Google Shape;7102;p174"/>
            <p:cNvSpPr txBox="1"/>
            <p:nvPr/>
          </p:nvSpPr>
          <p:spPr>
            <a:xfrm>
              <a:off x="13715675" y="29542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a:latin typeface="Salesforce Sans"/>
                <a:ea typeface="Salesforce Sans"/>
                <a:cs typeface="Salesforce Sans"/>
                <a:sym typeface="Salesforce Sans"/>
              </a:endParaRPr>
            </a:p>
          </p:txBody>
        </p:sp>
        <p:sp>
          <p:nvSpPr>
            <p:cNvPr id="7103" name="Google Shape;7103;p174"/>
            <p:cNvSpPr/>
            <p:nvPr/>
          </p:nvSpPr>
          <p:spPr>
            <a:xfrm>
              <a:off x="13579636" y="28242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4" name="Google Shape;7104;p174"/>
            <p:cNvSpPr/>
            <p:nvPr/>
          </p:nvSpPr>
          <p:spPr>
            <a:xfrm>
              <a:off x="13579636" y="2972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05" name="Google Shape;7105;p174"/>
            <p:cNvSpPr/>
            <p:nvPr/>
          </p:nvSpPr>
          <p:spPr>
            <a:xfrm>
              <a:off x="13579636" y="2675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6" name="Google Shape;7106;p174"/>
            <p:cNvSpPr txBox="1"/>
            <p:nvPr/>
          </p:nvSpPr>
          <p:spPr>
            <a:xfrm>
              <a:off x="13715676" y="31263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7107" name="Google Shape;7107;p174"/>
            <p:cNvSpPr txBox="1"/>
            <p:nvPr/>
          </p:nvSpPr>
          <p:spPr>
            <a:xfrm>
              <a:off x="13715676" y="32749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Finalize New Delivery Time</a:t>
              </a:r>
              <a:endParaRPr i="0" sz="800" u="none" cap="none" strike="noStrike">
                <a:latin typeface="Salesforce Sans"/>
                <a:ea typeface="Salesforce Sans"/>
                <a:cs typeface="Salesforce Sans"/>
                <a:sym typeface="Salesforce Sans"/>
              </a:endParaRPr>
            </a:p>
          </p:txBody>
        </p:sp>
        <p:sp>
          <p:nvSpPr>
            <p:cNvPr id="7108" name="Google Shape;7108;p174"/>
            <p:cNvSpPr txBox="1"/>
            <p:nvPr/>
          </p:nvSpPr>
          <p:spPr>
            <a:xfrm>
              <a:off x="13715675" y="34235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Confirmation</a:t>
              </a:r>
              <a:endParaRPr sz="800">
                <a:latin typeface="Salesforce Sans"/>
                <a:ea typeface="Salesforce Sans"/>
                <a:cs typeface="Salesforce Sans"/>
                <a:sym typeface="Salesforce Sans"/>
              </a:endParaRPr>
            </a:p>
          </p:txBody>
        </p:sp>
        <p:sp>
          <p:nvSpPr>
            <p:cNvPr id="7109" name="Google Shape;7109;p174"/>
            <p:cNvSpPr txBox="1"/>
            <p:nvPr/>
          </p:nvSpPr>
          <p:spPr>
            <a:xfrm>
              <a:off x="13715676" y="35747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Exception Management</a:t>
              </a:r>
              <a:endParaRPr i="0" sz="800" u="none" cap="none" strike="noStrike">
                <a:latin typeface="Salesforce Sans"/>
                <a:ea typeface="Salesforce Sans"/>
                <a:cs typeface="Salesforce Sans"/>
                <a:sym typeface="Salesforce Sans"/>
              </a:endParaRPr>
            </a:p>
          </p:txBody>
        </p:sp>
        <p:sp>
          <p:nvSpPr>
            <p:cNvPr id="7110" name="Google Shape;7110;p174"/>
            <p:cNvSpPr/>
            <p:nvPr/>
          </p:nvSpPr>
          <p:spPr>
            <a:xfrm>
              <a:off x="13579636" y="3293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1" name="Google Shape;7111;p174"/>
            <p:cNvSpPr/>
            <p:nvPr/>
          </p:nvSpPr>
          <p:spPr>
            <a:xfrm>
              <a:off x="13579636" y="34421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12" name="Google Shape;7112;p174"/>
            <p:cNvSpPr/>
            <p:nvPr/>
          </p:nvSpPr>
          <p:spPr>
            <a:xfrm>
              <a:off x="13579636" y="35933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3" name="Google Shape;7113;p174"/>
            <p:cNvSpPr/>
            <p:nvPr/>
          </p:nvSpPr>
          <p:spPr>
            <a:xfrm>
              <a:off x="13579636" y="3144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4" name="Google Shape;7114;p174"/>
            <p:cNvSpPr txBox="1"/>
            <p:nvPr/>
          </p:nvSpPr>
          <p:spPr>
            <a:xfrm>
              <a:off x="13715676" y="6461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7115" name="Google Shape;7115;p174"/>
            <p:cNvSpPr txBox="1"/>
            <p:nvPr/>
          </p:nvSpPr>
          <p:spPr>
            <a:xfrm>
              <a:off x="13715675" y="6610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a:t>
              </a:r>
              <a:endParaRPr sz="800">
                <a:latin typeface="Salesforce Sans"/>
                <a:ea typeface="Salesforce Sans"/>
                <a:cs typeface="Salesforce Sans"/>
                <a:sym typeface="Salesforce Sans"/>
              </a:endParaRPr>
            </a:p>
          </p:txBody>
        </p:sp>
        <p:sp>
          <p:nvSpPr>
            <p:cNvPr id="7116" name="Google Shape;7116;p174"/>
            <p:cNvSpPr txBox="1"/>
            <p:nvPr/>
          </p:nvSpPr>
          <p:spPr>
            <a:xfrm>
              <a:off x="13715674" y="6756791"/>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7117" name="Google Shape;7117;p174"/>
            <p:cNvSpPr/>
            <p:nvPr/>
          </p:nvSpPr>
          <p:spPr>
            <a:xfrm>
              <a:off x="13579636" y="6480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8" name="Google Shape;7118;p174"/>
            <p:cNvSpPr/>
            <p:nvPr/>
          </p:nvSpPr>
          <p:spPr>
            <a:xfrm>
              <a:off x="13579636" y="6628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19" name="Google Shape;7119;p174"/>
            <p:cNvSpPr/>
            <p:nvPr/>
          </p:nvSpPr>
          <p:spPr>
            <a:xfrm>
              <a:off x="13579636" y="67754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0" name="Google Shape;7120;p174"/>
            <p:cNvSpPr txBox="1"/>
            <p:nvPr/>
          </p:nvSpPr>
          <p:spPr>
            <a:xfrm>
              <a:off x="13715676" y="20341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Validation</a:t>
              </a:r>
              <a:endParaRPr i="0" sz="800" u="none" cap="none" strike="noStrike">
                <a:latin typeface="Salesforce Sans"/>
                <a:ea typeface="Salesforce Sans"/>
                <a:cs typeface="Salesforce Sans"/>
                <a:sym typeface="Salesforce Sans"/>
              </a:endParaRPr>
            </a:p>
          </p:txBody>
        </p:sp>
        <p:sp>
          <p:nvSpPr>
            <p:cNvPr id="7121" name="Google Shape;7121;p174"/>
            <p:cNvSpPr txBox="1"/>
            <p:nvPr/>
          </p:nvSpPr>
          <p:spPr>
            <a:xfrm>
              <a:off x="13715676" y="21827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Fulfillment Planning</a:t>
              </a:r>
              <a:endParaRPr i="0" sz="800" u="none" cap="none" strike="noStrike">
                <a:latin typeface="Salesforce Sans"/>
                <a:ea typeface="Salesforce Sans"/>
                <a:cs typeface="Salesforce Sans"/>
                <a:sym typeface="Salesforce Sans"/>
              </a:endParaRPr>
            </a:p>
          </p:txBody>
        </p:sp>
        <p:sp>
          <p:nvSpPr>
            <p:cNvPr id="7122" name="Google Shape;7122;p174"/>
            <p:cNvSpPr txBox="1"/>
            <p:nvPr/>
          </p:nvSpPr>
          <p:spPr>
            <a:xfrm>
              <a:off x="13715675" y="23313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Documentation &amp; Compliance</a:t>
              </a:r>
              <a:endParaRPr sz="800">
                <a:latin typeface="Salesforce Sans"/>
                <a:ea typeface="Salesforce Sans"/>
                <a:cs typeface="Salesforce Sans"/>
                <a:sym typeface="Salesforce Sans"/>
              </a:endParaRPr>
            </a:p>
          </p:txBody>
        </p:sp>
        <p:sp>
          <p:nvSpPr>
            <p:cNvPr id="7123" name="Google Shape;7123;p174"/>
            <p:cNvSpPr txBox="1"/>
            <p:nvPr/>
          </p:nvSpPr>
          <p:spPr>
            <a:xfrm>
              <a:off x="13715676" y="24825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Post-Sales Finance</a:t>
              </a:r>
              <a:endParaRPr sz="800">
                <a:latin typeface="Salesforce Sans"/>
                <a:ea typeface="Salesforce Sans"/>
                <a:cs typeface="Salesforce Sans"/>
                <a:sym typeface="Salesforce Sans"/>
              </a:endParaRPr>
            </a:p>
          </p:txBody>
        </p:sp>
        <p:sp>
          <p:nvSpPr>
            <p:cNvPr id="7124" name="Google Shape;7124;p174"/>
            <p:cNvSpPr/>
            <p:nvPr/>
          </p:nvSpPr>
          <p:spPr>
            <a:xfrm>
              <a:off x="13579636" y="23499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25" name="Google Shape;7125;p174"/>
            <p:cNvSpPr/>
            <p:nvPr/>
          </p:nvSpPr>
          <p:spPr>
            <a:xfrm>
              <a:off x="13579636" y="20527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6" name="Google Shape;7126;p174"/>
            <p:cNvSpPr txBox="1"/>
            <p:nvPr/>
          </p:nvSpPr>
          <p:spPr>
            <a:xfrm>
              <a:off x="13715676" y="390887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7127" name="Google Shape;7127;p174"/>
            <p:cNvSpPr txBox="1"/>
            <p:nvPr/>
          </p:nvSpPr>
          <p:spPr>
            <a:xfrm>
              <a:off x="13715676" y="40574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7128" name="Google Shape;7128;p174"/>
            <p:cNvSpPr/>
            <p:nvPr/>
          </p:nvSpPr>
          <p:spPr>
            <a:xfrm>
              <a:off x="13579636" y="40760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9" name="Google Shape;7129;p174"/>
            <p:cNvSpPr/>
            <p:nvPr/>
          </p:nvSpPr>
          <p:spPr>
            <a:xfrm>
              <a:off x="13579636" y="392747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0" name="Google Shape;7130;p174"/>
            <p:cNvSpPr txBox="1"/>
            <p:nvPr/>
          </p:nvSpPr>
          <p:spPr>
            <a:xfrm>
              <a:off x="13715676" y="42576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7131" name="Google Shape;7131;p174"/>
            <p:cNvSpPr txBox="1"/>
            <p:nvPr/>
          </p:nvSpPr>
          <p:spPr>
            <a:xfrm>
              <a:off x="13715676" y="44062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7132" name="Google Shape;7132;p174"/>
            <p:cNvSpPr txBox="1"/>
            <p:nvPr/>
          </p:nvSpPr>
          <p:spPr>
            <a:xfrm>
              <a:off x="13715675" y="45548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7133" name="Google Shape;7133;p174"/>
            <p:cNvSpPr txBox="1"/>
            <p:nvPr/>
          </p:nvSpPr>
          <p:spPr>
            <a:xfrm>
              <a:off x="13715676" y="47060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7134" name="Google Shape;7134;p174"/>
            <p:cNvSpPr/>
            <p:nvPr/>
          </p:nvSpPr>
          <p:spPr>
            <a:xfrm>
              <a:off x="13579636" y="442487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5" name="Google Shape;7135;p174"/>
            <p:cNvSpPr/>
            <p:nvPr/>
          </p:nvSpPr>
          <p:spPr>
            <a:xfrm>
              <a:off x="13579636" y="45734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36" name="Google Shape;7136;p174"/>
            <p:cNvSpPr/>
            <p:nvPr/>
          </p:nvSpPr>
          <p:spPr>
            <a:xfrm>
              <a:off x="13579636" y="472468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7" name="Google Shape;7137;p174"/>
            <p:cNvSpPr/>
            <p:nvPr/>
          </p:nvSpPr>
          <p:spPr>
            <a:xfrm>
              <a:off x="13579636" y="427626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8" name="Google Shape;7138;p174"/>
            <p:cNvSpPr txBox="1"/>
            <p:nvPr/>
          </p:nvSpPr>
          <p:spPr>
            <a:xfrm>
              <a:off x="13715676" y="487657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7139" name="Google Shape;7139;p174"/>
            <p:cNvSpPr txBox="1"/>
            <p:nvPr/>
          </p:nvSpPr>
          <p:spPr>
            <a:xfrm>
              <a:off x="13715675" y="502519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a:latin typeface="Salesforce Sans"/>
                <a:ea typeface="Salesforce Sans"/>
                <a:cs typeface="Salesforce Sans"/>
                <a:sym typeface="Salesforce Sans"/>
              </a:endParaRPr>
            </a:p>
          </p:txBody>
        </p:sp>
        <p:sp>
          <p:nvSpPr>
            <p:cNvPr id="7140" name="Google Shape;7140;p174"/>
            <p:cNvSpPr txBox="1"/>
            <p:nvPr/>
          </p:nvSpPr>
          <p:spPr>
            <a:xfrm>
              <a:off x="13715674" y="5176378"/>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7141" name="Google Shape;7141;p174"/>
            <p:cNvSpPr/>
            <p:nvPr/>
          </p:nvSpPr>
          <p:spPr>
            <a:xfrm>
              <a:off x="13579636" y="50437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42" name="Google Shape;7142;p174"/>
            <p:cNvSpPr/>
            <p:nvPr/>
          </p:nvSpPr>
          <p:spPr>
            <a:xfrm>
              <a:off x="13579636" y="51949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43" name="Google Shape;7143;p174"/>
            <p:cNvSpPr txBox="1"/>
            <p:nvPr/>
          </p:nvSpPr>
          <p:spPr>
            <a:xfrm>
              <a:off x="13715675" y="5352938"/>
              <a:ext cx="2678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Benefit Creation &amp; Delivery</a:t>
              </a:r>
              <a:endParaRPr i="0" sz="800" u="none" cap="none" strike="noStrike">
                <a:latin typeface="Salesforce Sans"/>
                <a:ea typeface="Salesforce Sans"/>
                <a:cs typeface="Salesforce Sans"/>
                <a:sym typeface="Salesforce Sans"/>
              </a:endParaRPr>
            </a:p>
          </p:txBody>
        </p:sp>
        <p:sp>
          <p:nvSpPr>
            <p:cNvPr id="7144" name="Google Shape;7144;p174"/>
            <p:cNvSpPr txBox="1"/>
            <p:nvPr/>
          </p:nvSpPr>
          <p:spPr>
            <a:xfrm>
              <a:off x="13715675" y="5501538"/>
              <a:ext cx="300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Health Monitoring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45" name="Google Shape;7145;p174"/>
            <p:cNvSpPr txBox="1"/>
            <p:nvPr/>
          </p:nvSpPr>
          <p:spPr>
            <a:xfrm>
              <a:off x="13715675" y="56501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7146" name="Google Shape;7146;p174"/>
            <p:cNvSpPr/>
            <p:nvPr/>
          </p:nvSpPr>
          <p:spPr>
            <a:xfrm>
              <a:off x="13579636" y="55201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47" name="Google Shape;7147;p174"/>
            <p:cNvSpPr txBox="1"/>
            <p:nvPr/>
          </p:nvSpPr>
          <p:spPr>
            <a:xfrm>
              <a:off x="13715675" y="58013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Relations Monitoring</a:t>
              </a:r>
              <a:endParaRPr sz="800">
                <a:latin typeface="Salesforce Sans"/>
                <a:ea typeface="Salesforce Sans"/>
                <a:cs typeface="Salesforce Sans"/>
                <a:sym typeface="Salesforce Sans"/>
              </a:endParaRPr>
            </a:p>
          </p:txBody>
        </p:sp>
        <p:sp>
          <p:nvSpPr>
            <p:cNvPr id="7148" name="Google Shape;7148;p174"/>
            <p:cNvSpPr/>
            <p:nvPr/>
          </p:nvSpPr>
          <p:spPr>
            <a:xfrm>
              <a:off x="13579636" y="5668762"/>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49" name="Google Shape;7149;p174"/>
            <p:cNvSpPr/>
            <p:nvPr/>
          </p:nvSpPr>
          <p:spPr>
            <a:xfrm>
              <a:off x="13579636" y="53715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0" name="Google Shape;7150;p174"/>
            <p:cNvSpPr txBox="1"/>
            <p:nvPr/>
          </p:nvSpPr>
          <p:spPr>
            <a:xfrm>
              <a:off x="13715676" y="59816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7151" name="Google Shape;7151;p174"/>
            <p:cNvSpPr txBox="1"/>
            <p:nvPr/>
          </p:nvSpPr>
          <p:spPr>
            <a:xfrm>
              <a:off x="13715675" y="61302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p:txBody>
        </p:sp>
        <p:sp>
          <p:nvSpPr>
            <p:cNvPr id="7152" name="Google Shape;7152;p174"/>
            <p:cNvSpPr txBox="1"/>
            <p:nvPr/>
          </p:nvSpPr>
          <p:spPr>
            <a:xfrm>
              <a:off x="13715674" y="62814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 &amp; Kpi Monitoring</a:t>
              </a:r>
              <a:endParaRPr sz="800">
                <a:latin typeface="Salesforce Sans"/>
                <a:ea typeface="Salesforce Sans"/>
                <a:cs typeface="Salesforce Sans"/>
                <a:sym typeface="Salesforce Sans"/>
              </a:endParaRPr>
            </a:p>
          </p:txBody>
        </p:sp>
        <p:sp>
          <p:nvSpPr>
            <p:cNvPr id="7153" name="Google Shape;7153;p174"/>
            <p:cNvSpPr/>
            <p:nvPr/>
          </p:nvSpPr>
          <p:spPr>
            <a:xfrm>
              <a:off x="13579636" y="600026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4" name="Google Shape;7154;p174"/>
            <p:cNvSpPr/>
            <p:nvPr/>
          </p:nvSpPr>
          <p:spPr>
            <a:xfrm>
              <a:off x="13579636" y="614887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55" name="Google Shape;7155;p174"/>
            <p:cNvSpPr/>
            <p:nvPr/>
          </p:nvSpPr>
          <p:spPr>
            <a:xfrm>
              <a:off x="13579636" y="630007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6" name="Google Shape;7156;p174"/>
            <p:cNvSpPr txBox="1"/>
            <p:nvPr/>
          </p:nvSpPr>
          <p:spPr>
            <a:xfrm>
              <a:off x="13715675" y="692871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57" name="Google Shape;7157;p174"/>
            <p:cNvSpPr txBox="1"/>
            <p:nvPr/>
          </p:nvSpPr>
          <p:spPr>
            <a:xfrm>
              <a:off x="13715676" y="7102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7158" name="Google Shape;7158;p174"/>
            <p:cNvSpPr txBox="1"/>
            <p:nvPr/>
          </p:nvSpPr>
          <p:spPr>
            <a:xfrm>
              <a:off x="13715676" y="7251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7159" name="Google Shape;7159;p174"/>
            <p:cNvSpPr/>
            <p:nvPr/>
          </p:nvSpPr>
          <p:spPr>
            <a:xfrm>
              <a:off x="13579636" y="71210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60" name="Google Shape;7160;p174"/>
            <p:cNvSpPr txBox="1"/>
            <p:nvPr/>
          </p:nvSpPr>
          <p:spPr>
            <a:xfrm>
              <a:off x="13715676" y="74278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Alert Ingestion &amp; Correlation</a:t>
              </a:r>
              <a:endParaRPr i="0" sz="800" u="none" cap="none" strike="noStrike">
                <a:latin typeface="Salesforce Sans"/>
                <a:ea typeface="Salesforce Sans"/>
                <a:cs typeface="Salesforce Sans"/>
                <a:sym typeface="Salesforce Sans"/>
              </a:endParaRPr>
            </a:p>
          </p:txBody>
        </p:sp>
        <p:sp>
          <p:nvSpPr>
            <p:cNvPr id="7161" name="Google Shape;7161;p174"/>
            <p:cNvSpPr txBox="1"/>
            <p:nvPr/>
          </p:nvSpPr>
          <p:spPr>
            <a:xfrm>
              <a:off x="13715676" y="7576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Triage &amp; Routing</a:t>
              </a:r>
              <a:endParaRPr i="0" sz="800" u="none" cap="none" strike="noStrike">
                <a:latin typeface="Salesforce Sans"/>
                <a:ea typeface="Salesforce Sans"/>
                <a:cs typeface="Salesforce Sans"/>
                <a:sym typeface="Salesforce Sans"/>
              </a:endParaRPr>
            </a:p>
          </p:txBody>
        </p:sp>
        <p:sp>
          <p:nvSpPr>
            <p:cNvPr id="7162" name="Google Shape;7162;p174"/>
            <p:cNvSpPr txBox="1"/>
            <p:nvPr/>
          </p:nvSpPr>
          <p:spPr>
            <a:xfrm>
              <a:off x="13715675" y="77250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7163" name="Google Shape;7163;p174"/>
            <p:cNvSpPr txBox="1"/>
            <p:nvPr/>
          </p:nvSpPr>
          <p:spPr>
            <a:xfrm>
              <a:off x="13715676" y="787621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Auto-Remediation &amp; Rollback</a:t>
              </a:r>
              <a:endParaRPr sz="800">
                <a:latin typeface="Salesforce Sans"/>
                <a:ea typeface="Salesforce Sans"/>
                <a:cs typeface="Salesforce Sans"/>
                <a:sym typeface="Salesforce Sans"/>
              </a:endParaRPr>
            </a:p>
          </p:txBody>
        </p:sp>
        <p:sp>
          <p:nvSpPr>
            <p:cNvPr id="7164" name="Google Shape;7164;p174"/>
            <p:cNvSpPr/>
            <p:nvPr/>
          </p:nvSpPr>
          <p:spPr>
            <a:xfrm>
              <a:off x="13579636" y="774361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65" name="Google Shape;7165;p174"/>
            <p:cNvSpPr txBox="1"/>
            <p:nvPr/>
          </p:nvSpPr>
          <p:spPr>
            <a:xfrm>
              <a:off x="13715676" y="80740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Schema Discovery &amp; Mapping</a:t>
              </a:r>
              <a:endParaRPr i="0" sz="800" u="none" cap="none" strike="noStrike">
                <a:latin typeface="Salesforce Sans"/>
                <a:ea typeface="Salesforce Sans"/>
                <a:cs typeface="Salesforce Sans"/>
                <a:sym typeface="Salesforce Sans"/>
              </a:endParaRPr>
            </a:p>
          </p:txBody>
        </p:sp>
        <p:sp>
          <p:nvSpPr>
            <p:cNvPr id="7166" name="Google Shape;7166;p174"/>
            <p:cNvSpPr txBox="1"/>
            <p:nvPr/>
          </p:nvSpPr>
          <p:spPr>
            <a:xfrm>
              <a:off x="13715676" y="82226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Transformation &amp; Validation (Etl)</a:t>
              </a:r>
              <a:endParaRPr sz="800">
                <a:latin typeface="Salesforce Sans"/>
                <a:ea typeface="Salesforce Sans"/>
                <a:cs typeface="Salesforce Sans"/>
                <a:sym typeface="Salesforce Sans"/>
              </a:endParaRPr>
            </a:p>
          </p:txBody>
        </p:sp>
        <p:sp>
          <p:nvSpPr>
            <p:cNvPr id="7167" name="Google Shape;7167;p174"/>
            <p:cNvSpPr txBox="1"/>
            <p:nvPr/>
          </p:nvSpPr>
          <p:spPr>
            <a:xfrm>
              <a:off x="13715675" y="83712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Sync Orchestration</a:t>
              </a:r>
              <a:endParaRPr sz="800">
                <a:latin typeface="Salesforce Sans"/>
                <a:ea typeface="Salesforce Sans"/>
                <a:cs typeface="Salesforce Sans"/>
                <a:sym typeface="Salesforce Sans"/>
              </a:endParaRPr>
            </a:p>
          </p:txBody>
        </p:sp>
        <p:sp>
          <p:nvSpPr>
            <p:cNvPr id="7168" name="Google Shape;7168;p174"/>
            <p:cNvSpPr txBox="1"/>
            <p:nvPr/>
          </p:nvSpPr>
          <p:spPr>
            <a:xfrm>
              <a:off x="13715676" y="8522481"/>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Quality &amp; Exception Handling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69" name="Google Shape;7169;p174"/>
            <p:cNvSpPr txBox="1"/>
            <p:nvPr/>
          </p:nvSpPr>
          <p:spPr>
            <a:xfrm>
              <a:off x="13715676" y="86994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7170" name="Google Shape;7170;p174"/>
            <p:cNvSpPr txBox="1"/>
            <p:nvPr/>
          </p:nvSpPr>
          <p:spPr>
            <a:xfrm>
              <a:off x="13715675" y="884802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p:txBody>
        </p:sp>
        <p:sp>
          <p:nvSpPr>
            <p:cNvPr id="7171" name="Google Shape;7171;p174"/>
            <p:cNvSpPr txBox="1"/>
            <p:nvPr/>
          </p:nvSpPr>
          <p:spPr>
            <a:xfrm>
              <a:off x="13715674" y="89944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7172" name="Google Shape;7172;p174"/>
            <p:cNvSpPr/>
            <p:nvPr/>
          </p:nvSpPr>
          <p:spPr>
            <a:xfrm>
              <a:off x="13579636" y="87180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73" name="Google Shape;7173;p174"/>
            <p:cNvSpPr/>
            <p:nvPr/>
          </p:nvSpPr>
          <p:spPr>
            <a:xfrm>
              <a:off x="13579636" y="9013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74" name="Google Shape;7174;p174"/>
            <p:cNvSpPr txBox="1"/>
            <p:nvPr/>
          </p:nvSpPr>
          <p:spPr>
            <a:xfrm>
              <a:off x="13715676" y="915899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a:t>
              </a:r>
              <a:endParaRPr sz="800">
                <a:latin typeface="Salesforce Sans"/>
                <a:ea typeface="Salesforce Sans"/>
                <a:cs typeface="Salesforce Sans"/>
                <a:sym typeface="Salesforce Sans"/>
              </a:endParaRPr>
            </a:p>
          </p:txBody>
        </p:sp>
        <p:sp>
          <p:nvSpPr>
            <p:cNvPr id="7175" name="Google Shape;7175;p174"/>
            <p:cNvSpPr txBox="1"/>
            <p:nvPr/>
          </p:nvSpPr>
          <p:spPr>
            <a:xfrm>
              <a:off x="13715675" y="930760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a:t>
              </a:r>
              <a:endParaRPr sz="800">
                <a:latin typeface="Salesforce Sans"/>
                <a:ea typeface="Salesforce Sans"/>
                <a:cs typeface="Salesforce Sans"/>
                <a:sym typeface="Salesforce Sans"/>
              </a:endParaRPr>
            </a:p>
          </p:txBody>
        </p:sp>
        <p:sp>
          <p:nvSpPr>
            <p:cNvPr id="7176" name="Google Shape;7176;p174"/>
            <p:cNvSpPr txBox="1"/>
            <p:nvPr/>
          </p:nvSpPr>
          <p:spPr>
            <a:xfrm>
              <a:off x="13715674" y="945403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a:t>
              </a:r>
              <a:endParaRPr sz="800">
                <a:latin typeface="Salesforce Sans"/>
                <a:ea typeface="Salesforce Sans"/>
                <a:cs typeface="Salesforce Sans"/>
                <a:sym typeface="Salesforce Sans"/>
              </a:endParaRPr>
            </a:p>
          </p:txBody>
        </p:sp>
      </p:gr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Card - Small right">
  <p:cSld name="TITLE_1_1_1_1_1_1_1_1_1_1_1_1_1_1_1_1_1_1_3">
    <p:bg>
      <p:bgPr>
        <a:solidFill>
          <a:srgbClr val="CFE9FE"/>
        </a:solidFill>
      </p:bgPr>
    </p:bg>
    <p:spTree>
      <p:nvGrpSpPr>
        <p:cNvPr id="7177" name="Shape 7177"/>
        <p:cNvGrpSpPr/>
        <p:nvPr/>
      </p:nvGrpSpPr>
      <p:grpSpPr>
        <a:xfrm>
          <a:off x="0" y="0"/>
          <a:ext cx="0" cy="0"/>
          <a:chOff x="0" y="0"/>
          <a:chExt cx="0" cy="0"/>
        </a:xfrm>
      </p:grpSpPr>
      <p:pic>
        <p:nvPicPr>
          <p:cNvPr id="7178" name="Google Shape;7178;p175" title="Salesforce logo"/>
          <p:cNvPicPr preferRelativeResize="0"/>
          <p:nvPr/>
        </p:nvPicPr>
        <p:blipFill rotWithShape="1">
          <a:blip r:embed="rId2">
            <a:alphaModFix/>
          </a:blip>
          <a:srcRect b="0" l="0" r="0" t="0"/>
          <a:stretch/>
        </p:blipFill>
        <p:spPr>
          <a:xfrm>
            <a:off x="16549999" y="848190"/>
            <a:ext cx="953601" cy="667642"/>
          </a:xfrm>
          <a:prstGeom prst="rect">
            <a:avLst/>
          </a:prstGeom>
          <a:noFill/>
          <a:ln>
            <a:noFill/>
          </a:ln>
        </p:spPr>
      </p:pic>
      <p:sp>
        <p:nvSpPr>
          <p:cNvPr id="7179" name="Google Shape;7179;p175"/>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180" name="Google Shape;7180;p175"/>
          <p:cNvSpPr txBox="1"/>
          <p:nvPr>
            <p:ph idx="1"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181" name="Google Shape;7181;p175"/>
          <p:cNvSpPr txBox="1"/>
          <p:nvPr>
            <p:ph idx="2" type="body"/>
          </p:nvPr>
        </p:nvSpPr>
        <p:spPr>
          <a:xfrm>
            <a:off x="857250" y="3399472"/>
            <a:ext cx="7620000" cy="57342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7182" name="Google Shape;7182;p175"/>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7183" name="Google Shape;7183;p175"/>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slideLayout" Target="../slideLayouts/slideLayout89.xml"/><Relationship Id="rId3" Type="http://schemas.openxmlformats.org/officeDocument/2006/relationships/slideLayout" Target="../slideLayouts/slideLayout90.xml"/><Relationship Id="rId4" Type="http://schemas.openxmlformats.org/officeDocument/2006/relationships/slideLayout" Target="../slideLayouts/slideLayout91.xml"/><Relationship Id="rId5" Type="http://schemas.openxmlformats.org/officeDocument/2006/relationships/slideLayout" Target="../slideLayouts/slideLayout92.xml"/><Relationship Id="rId6" Type="http://schemas.openxmlformats.org/officeDocument/2006/relationships/slideLayout" Target="../slideLayouts/slideLayout93.xml"/><Relationship Id="rId7" Type="http://schemas.openxmlformats.org/officeDocument/2006/relationships/slideLayout" Target="../slideLayouts/slideLayout94.xml"/><Relationship Id="rId8" Type="http://schemas.openxmlformats.org/officeDocument/2006/relationships/slideLayout" Target="../slideLayouts/slideLayout95.xml"/><Relationship Id="rId9" Type="http://schemas.openxmlformats.org/officeDocument/2006/relationships/slideLayout" Target="../slideLayouts/slideLayout96.xml"/><Relationship Id="rId10" Type="http://schemas.openxmlformats.org/officeDocument/2006/relationships/slideLayout" Target="../slideLayouts/slideLayout97.xml"/><Relationship Id="rId11" Type="http://schemas.openxmlformats.org/officeDocument/2006/relationships/slideLayout" Target="../slideLayouts/slideLayout98.xml"/><Relationship Id="rId12" Type="http://schemas.openxmlformats.org/officeDocument/2006/relationships/slideLayout" Target="../slideLayouts/slideLayout99.xml"/><Relationship Id="rId13" Type="http://schemas.openxmlformats.org/officeDocument/2006/relationships/slideLayout" Target="../slideLayouts/slideLayout100.xml"/><Relationship Id="rId14" Type="http://schemas.openxmlformats.org/officeDocument/2006/relationships/slideLayout" Target="../slideLayouts/slideLayout101.xml"/><Relationship Id="rId15" Type="http://schemas.openxmlformats.org/officeDocument/2006/relationships/slideLayout" Target="../slideLayouts/slideLayout102.xml"/><Relationship Id="rId16" Type="http://schemas.openxmlformats.org/officeDocument/2006/relationships/slideLayout" Target="../slideLayouts/slideLayout103.xml"/><Relationship Id="rId17" Type="http://schemas.openxmlformats.org/officeDocument/2006/relationships/slideLayout" Target="../slideLayouts/slideLayout104.xml"/><Relationship Id="rId18" Type="http://schemas.openxmlformats.org/officeDocument/2006/relationships/slideLayout" Target="../slideLayouts/slideLayout105.xml"/><Relationship Id="rId19" Type="http://schemas.openxmlformats.org/officeDocument/2006/relationships/slideLayout" Target="../slideLayouts/slideLayout106.xml"/><Relationship Id="rId20" Type="http://schemas.openxmlformats.org/officeDocument/2006/relationships/slideLayout" Target="../slideLayouts/slideLayout107.xml"/><Relationship Id="rId21" Type="http://schemas.openxmlformats.org/officeDocument/2006/relationships/slideLayout" Target="../slideLayouts/slideLayout108.xml"/><Relationship Id="rId22" Type="http://schemas.openxmlformats.org/officeDocument/2006/relationships/slideLayout" Target="../slideLayouts/slideLayout109.xml"/><Relationship Id="rId23" Type="http://schemas.openxmlformats.org/officeDocument/2006/relationships/slideLayout" Target="../slideLayouts/slideLayout110.xml"/><Relationship Id="rId24" Type="http://schemas.openxmlformats.org/officeDocument/2006/relationships/slideLayout" Target="../slideLayouts/slideLayout111.xml"/><Relationship Id="rId25" Type="http://schemas.openxmlformats.org/officeDocument/2006/relationships/slideLayout" Target="../slideLayouts/slideLayout112.xml"/><Relationship Id="rId26" Type="http://schemas.openxmlformats.org/officeDocument/2006/relationships/slideLayout" Target="../slideLayouts/slideLayout113.xml"/><Relationship Id="rId27" Type="http://schemas.openxmlformats.org/officeDocument/2006/relationships/slideLayout" Target="../slideLayouts/slideLayout114.xml"/><Relationship Id="rId28" Type="http://schemas.openxmlformats.org/officeDocument/2006/relationships/slideLayout" Target="../slideLayouts/slideLayout115.xml"/><Relationship Id="rId29" Type="http://schemas.openxmlformats.org/officeDocument/2006/relationships/slideLayout" Target="../slideLayouts/slideLayout116.xml"/><Relationship Id="rId30" Type="http://schemas.openxmlformats.org/officeDocument/2006/relationships/slideLayout" Target="../slideLayouts/slideLayout117.xml"/><Relationship Id="rId31" Type="http://schemas.openxmlformats.org/officeDocument/2006/relationships/slideLayout" Target="../slideLayouts/slideLayout118.xml"/><Relationship Id="rId32" Type="http://schemas.openxmlformats.org/officeDocument/2006/relationships/slideLayout" Target="../slideLayouts/slideLayout119.xml"/><Relationship Id="rId33" Type="http://schemas.openxmlformats.org/officeDocument/2006/relationships/slideLayout" Target="../slideLayouts/slideLayout120.xml"/><Relationship Id="rId34" Type="http://schemas.openxmlformats.org/officeDocument/2006/relationships/slideLayout" Target="../slideLayouts/slideLayout121.xml"/><Relationship Id="rId35" Type="http://schemas.openxmlformats.org/officeDocument/2006/relationships/slideLayout" Target="../slideLayouts/slideLayout122.xml"/><Relationship Id="rId36" Type="http://schemas.openxmlformats.org/officeDocument/2006/relationships/slideLayout" Target="../slideLayouts/slideLayout123.xml"/><Relationship Id="rId37" Type="http://schemas.openxmlformats.org/officeDocument/2006/relationships/slideLayout" Target="../slideLayouts/slideLayout124.xml"/><Relationship Id="rId38" Type="http://schemas.openxmlformats.org/officeDocument/2006/relationships/slideLayout" Target="../slideLayouts/slideLayout125.xml"/><Relationship Id="rId39" Type="http://schemas.openxmlformats.org/officeDocument/2006/relationships/slideLayout" Target="../slideLayouts/slideLayout126.xml"/><Relationship Id="rId40" Type="http://schemas.openxmlformats.org/officeDocument/2006/relationships/slideLayout" Target="../slideLayouts/slideLayout127.xml"/><Relationship Id="rId41" Type="http://schemas.openxmlformats.org/officeDocument/2006/relationships/slideLayout" Target="../slideLayouts/slideLayout128.xml"/><Relationship Id="rId42" Type="http://schemas.openxmlformats.org/officeDocument/2006/relationships/slideLayout" Target="../slideLayouts/slideLayout129.xml"/><Relationship Id="rId43" Type="http://schemas.openxmlformats.org/officeDocument/2006/relationships/slideLayout" Target="../slideLayouts/slideLayout130.xml"/><Relationship Id="rId44" Type="http://schemas.openxmlformats.org/officeDocument/2006/relationships/slideLayout" Target="../slideLayouts/slideLayout131.xml"/><Relationship Id="rId45" Type="http://schemas.openxmlformats.org/officeDocument/2006/relationships/slideLayout" Target="../slideLayouts/slideLayout132.xml"/><Relationship Id="rId46" Type="http://schemas.openxmlformats.org/officeDocument/2006/relationships/slideLayout" Target="../slideLayouts/slideLayout133.xml"/><Relationship Id="rId47" Type="http://schemas.openxmlformats.org/officeDocument/2006/relationships/slideLayout" Target="../slideLayouts/slideLayout134.xml"/><Relationship Id="rId48" Type="http://schemas.openxmlformats.org/officeDocument/2006/relationships/slideLayout" Target="../slideLayouts/slideLayout135.xml"/><Relationship Id="rId49" Type="http://schemas.openxmlformats.org/officeDocument/2006/relationships/slideLayout" Target="../slideLayouts/slideLayout136.xml"/><Relationship Id="rId50" Type="http://schemas.openxmlformats.org/officeDocument/2006/relationships/slideLayout" Target="../slideLayouts/slideLayout137.xml"/><Relationship Id="rId51" Type="http://schemas.openxmlformats.org/officeDocument/2006/relationships/slideLayout" Target="../slideLayouts/slideLayout138.xml"/><Relationship Id="rId52" Type="http://schemas.openxmlformats.org/officeDocument/2006/relationships/slideLayout" Target="../slideLayouts/slideLayout139.xml"/><Relationship Id="rId53" Type="http://schemas.openxmlformats.org/officeDocument/2006/relationships/slideLayout" Target="../slideLayouts/slideLayout140.xml"/><Relationship Id="rId54" Type="http://schemas.openxmlformats.org/officeDocument/2006/relationships/slideLayout" Target="../slideLayouts/slideLayout141.xml"/><Relationship Id="rId55" Type="http://schemas.openxmlformats.org/officeDocument/2006/relationships/slideLayout" Target="../slideLayouts/slideLayout142.xml"/><Relationship Id="rId56" Type="http://schemas.openxmlformats.org/officeDocument/2006/relationships/slideLayout" Target="../slideLayouts/slideLayout143.xml"/><Relationship Id="rId57" Type="http://schemas.openxmlformats.org/officeDocument/2006/relationships/slideLayout" Target="../slideLayouts/slideLayout144.xml"/><Relationship Id="rId58" Type="http://schemas.openxmlformats.org/officeDocument/2006/relationships/slideLayout" Target="../slideLayouts/slideLayout145.xml"/><Relationship Id="rId59" Type="http://schemas.openxmlformats.org/officeDocument/2006/relationships/slideLayout" Target="../slideLayouts/slideLayout146.xml"/><Relationship Id="rId60" Type="http://schemas.openxmlformats.org/officeDocument/2006/relationships/slideLayout" Target="../slideLayouts/slideLayout147.xml"/><Relationship Id="rId61" Type="http://schemas.openxmlformats.org/officeDocument/2006/relationships/slideLayout" Target="../slideLayouts/slideLayout148.xml"/><Relationship Id="rId62" Type="http://schemas.openxmlformats.org/officeDocument/2006/relationships/slideLayout" Target="../slideLayouts/slideLayout149.xml"/><Relationship Id="rId63" Type="http://schemas.openxmlformats.org/officeDocument/2006/relationships/slideLayout" Target="../slideLayouts/slideLayout150.xml"/><Relationship Id="rId64" Type="http://schemas.openxmlformats.org/officeDocument/2006/relationships/slideLayout" Target="../slideLayouts/slideLayout151.xml"/><Relationship Id="rId65" Type="http://schemas.openxmlformats.org/officeDocument/2006/relationships/slideLayout" Target="../slideLayouts/slideLayout152.xml"/><Relationship Id="rId66" Type="http://schemas.openxmlformats.org/officeDocument/2006/relationships/slideLayout" Target="../slideLayouts/slideLayout153.xml"/><Relationship Id="rId67" Type="http://schemas.openxmlformats.org/officeDocument/2006/relationships/slideLayout" Target="../slideLayouts/slideLayout154.xml"/><Relationship Id="rId68" Type="http://schemas.openxmlformats.org/officeDocument/2006/relationships/slideLayout" Target="../slideLayouts/slideLayout155.xml"/><Relationship Id="rId69" Type="http://schemas.openxmlformats.org/officeDocument/2006/relationships/slideLayout" Target="../slideLayouts/slideLayout156.xml"/><Relationship Id="rId70" Type="http://schemas.openxmlformats.org/officeDocument/2006/relationships/slideLayout" Target="../slideLayouts/slideLayout157.xml"/><Relationship Id="rId71" Type="http://schemas.openxmlformats.org/officeDocument/2006/relationships/slideLayout" Target="../slideLayouts/slideLayout158.xml"/><Relationship Id="rId72" Type="http://schemas.openxmlformats.org/officeDocument/2006/relationships/slideLayout" Target="../slideLayouts/slideLayout159.xml"/><Relationship Id="rId73" Type="http://schemas.openxmlformats.org/officeDocument/2006/relationships/slideLayout" Target="../slideLayouts/slideLayout160.xml"/><Relationship Id="rId74" Type="http://schemas.openxmlformats.org/officeDocument/2006/relationships/slideLayout" Target="../slideLayouts/slideLayout161.xml"/><Relationship Id="rId75" Type="http://schemas.openxmlformats.org/officeDocument/2006/relationships/slideLayout" Target="../slideLayouts/slideLayout162.xml"/><Relationship Id="rId76" Type="http://schemas.openxmlformats.org/officeDocument/2006/relationships/slideLayout" Target="../slideLayouts/slideLayout163.xml"/><Relationship Id="rId77" Type="http://schemas.openxmlformats.org/officeDocument/2006/relationships/slideLayout" Target="../slideLayouts/slideLayout164.xml"/><Relationship Id="rId78" Type="http://schemas.openxmlformats.org/officeDocument/2006/relationships/slideLayout" Target="../slideLayouts/slideLayout165.xml"/><Relationship Id="rId79" Type="http://schemas.openxmlformats.org/officeDocument/2006/relationships/slideLayout" Target="../slideLayouts/slideLayout166.xml"/><Relationship Id="rId80" Type="http://schemas.openxmlformats.org/officeDocument/2006/relationships/slideLayout" Target="../slideLayouts/slideLayout167.xml"/><Relationship Id="rId81" Type="http://schemas.openxmlformats.org/officeDocument/2006/relationships/slideLayout" Target="../slideLayouts/slideLayout168.xml"/><Relationship Id="rId82" Type="http://schemas.openxmlformats.org/officeDocument/2006/relationships/slideLayout" Target="../slideLayouts/slideLayout169.xml"/><Relationship Id="rId83" Type="http://schemas.openxmlformats.org/officeDocument/2006/relationships/slideLayout" Target="../slideLayouts/slideLayout170.xml"/><Relationship Id="rId84" Type="http://schemas.openxmlformats.org/officeDocument/2006/relationships/slideLayout" Target="../slideLayouts/slideLayout171.xml"/><Relationship Id="rId85" Type="http://schemas.openxmlformats.org/officeDocument/2006/relationships/slideLayout" Target="../slideLayouts/slideLayout172.xml"/><Relationship Id="rId86" Type="http://schemas.openxmlformats.org/officeDocument/2006/relationships/slideLayout" Target="../slideLayouts/slideLayout173.xml"/><Relationship Id="rId8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22" name="Shape 22"/>
        <p:cNvGrpSpPr/>
        <p:nvPr/>
      </p:nvGrpSpPr>
      <p:grpSpPr>
        <a:xfrm>
          <a:off x="0" y="0"/>
          <a:ext cx="0" cy="0"/>
          <a:chOff x="0" y="0"/>
          <a:chExt cx="0" cy="0"/>
        </a:xfrm>
      </p:grpSpPr>
      <p:sp>
        <p:nvSpPr>
          <p:cNvPr id="23" name="Google Shape;23;p1"/>
          <p:cNvSpPr txBox="1"/>
          <p:nvPr>
            <p:ph type="title"/>
          </p:nvPr>
        </p:nvSpPr>
        <p:spPr>
          <a:xfrm>
            <a:off x="857250" y="890050"/>
            <a:ext cx="16573500" cy="1145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1pPr>
            <a:lvl2pPr lvl="1">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2pPr>
            <a:lvl3pPr lvl="2">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3pPr>
            <a:lvl4pPr lvl="3">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4pPr>
            <a:lvl5pPr lvl="4">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5pPr>
            <a:lvl6pPr lvl="5">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6pPr>
            <a:lvl7pPr lvl="6">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7pPr>
            <a:lvl8pPr lvl="7">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8pPr>
            <a:lvl9pPr lvl="8">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9pPr>
          </a:lstStyle>
          <a:p/>
        </p:txBody>
      </p:sp>
      <p:sp>
        <p:nvSpPr>
          <p:cNvPr id="24" name="Google Shape;24;p1"/>
          <p:cNvSpPr txBox="1"/>
          <p:nvPr>
            <p:ph idx="1" type="body"/>
          </p:nvPr>
        </p:nvSpPr>
        <p:spPr>
          <a:xfrm>
            <a:off x="857250" y="2567250"/>
            <a:ext cx="16573500" cy="6576900"/>
          </a:xfrm>
          <a:prstGeom prst="rect">
            <a:avLst/>
          </a:prstGeom>
          <a:noFill/>
          <a:ln>
            <a:noFill/>
          </a:ln>
        </p:spPr>
        <p:txBody>
          <a:bodyPr anchorCtr="0" anchor="t" bIns="182850" lIns="182850" spcFirstLastPara="1" rIns="182850" wrap="square" tIns="182850">
            <a:noAutofit/>
          </a:bodyPr>
          <a:lstStyle>
            <a:lvl1pPr indent="-419100" lvl="0" marL="457200">
              <a:lnSpc>
                <a:spcPct val="90000"/>
              </a:lnSpc>
              <a:spcBef>
                <a:spcPts val="0"/>
              </a:spcBef>
              <a:spcAft>
                <a:spcPts val="0"/>
              </a:spcAft>
              <a:buClr>
                <a:schemeClr val="dk1"/>
              </a:buClr>
              <a:buSzPts val="3000"/>
              <a:buFont typeface="Salesforce Sans"/>
              <a:buChar char="●"/>
              <a:defRPr sz="3000">
                <a:solidFill>
                  <a:schemeClr val="dk1"/>
                </a:solidFill>
                <a:latin typeface="Salesforce Sans"/>
                <a:ea typeface="Salesforce Sans"/>
                <a:cs typeface="Salesforce Sans"/>
                <a:sym typeface="Salesforce Sans"/>
              </a:defRPr>
            </a:lvl1pPr>
            <a:lvl2pPr indent="-393700" lvl="1" marL="914400">
              <a:lnSpc>
                <a:spcPct val="90000"/>
              </a:lnSpc>
              <a:spcBef>
                <a:spcPts val="1800"/>
              </a:spcBef>
              <a:spcAft>
                <a:spcPts val="0"/>
              </a:spcAft>
              <a:buClr>
                <a:schemeClr val="dk1"/>
              </a:buClr>
              <a:buSzPts val="2600"/>
              <a:buFont typeface="Salesforce Sans"/>
              <a:buChar char="○"/>
              <a:defRPr sz="2600">
                <a:solidFill>
                  <a:schemeClr val="dk1"/>
                </a:solidFill>
                <a:latin typeface="Salesforce Sans"/>
                <a:ea typeface="Salesforce Sans"/>
                <a:cs typeface="Salesforce Sans"/>
                <a:sym typeface="Salesforce Sans"/>
              </a:defRPr>
            </a:lvl2pPr>
            <a:lvl3pPr indent="-381000" lvl="2" marL="1371600">
              <a:lnSpc>
                <a:spcPct val="90000"/>
              </a:lnSpc>
              <a:spcBef>
                <a:spcPts val="1800"/>
              </a:spcBef>
              <a:spcAft>
                <a:spcPts val="0"/>
              </a:spcAft>
              <a:buClr>
                <a:schemeClr val="dk1"/>
              </a:buClr>
              <a:buSzPts val="2400"/>
              <a:buFont typeface="Salesforce Sans"/>
              <a:buChar char="■"/>
              <a:defRPr sz="2400">
                <a:solidFill>
                  <a:schemeClr val="dk1"/>
                </a:solidFill>
                <a:latin typeface="Salesforce Sans"/>
                <a:ea typeface="Salesforce Sans"/>
                <a:cs typeface="Salesforce Sans"/>
                <a:sym typeface="Salesforce Sans"/>
              </a:defRPr>
            </a:lvl3pPr>
            <a:lvl4pPr indent="-368300" lvl="3" marL="1828800">
              <a:lnSpc>
                <a:spcPct val="90000"/>
              </a:lnSpc>
              <a:spcBef>
                <a:spcPts val="1800"/>
              </a:spcBef>
              <a:spcAft>
                <a:spcPts val="0"/>
              </a:spcAft>
              <a:buClr>
                <a:schemeClr val="dk1"/>
              </a:buClr>
              <a:buSzPts val="2200"/>
              <a:buFont typeface="Salesforce Sans"/>
              <a:buChar char="●"/>
              <a:defRPr sz="2200">
                <a:solidFill>
                  <a:schemeClr val="dk1"/>
                </a:solidFill>
                <a:latin typeface="Salesforce Sans"/>
                <a:ea typeface="Salesforce Sans"/>
                <a:cs typeface="Salesforce Sans"/>
                <a:sym typeface="Salesforce Sans"/>
              </a:defRPr>
            </a:lvl4pPr>
            <a:lvl5pPr indent="-355600" lvl="4" marL="2286000">
              <a:lnSpc>
                <a:spcPct val="90000"/>
              </a:lnSpc>
              <a:spcBef>
                <a:spcPts val="1800"/>
              </a:spcBef>
              <a:spcAft>
                <a:spcPts val="0"/>
              </a:spcAft>
              <a:buClr>
                <a:schemeClr val="dk1"/>
              </a:buClr>
              <a:buSzPts val="2000"/>
              <a:buFont typeface="Salesforce Sans"/>
              <a:buChar char="○"/>
              <a:defRPr sz="2000">
                <a:solidFill>
                  <a:schemeClr val="dk1"/>
                </a:solidFill>
                <a:latin typeface="Salesforce Sans"/>
                <a:ea typeface="Salesforce Sans"/>
                <a:cs typeface="Salesforce Sans"/>
                <a:sym typeface="Salesforce Sans"/>
              </a:defRPr>
            </a:lvl5pPr>
            <a:lvl6pPr indent="-342900" lvl="5" marL="27432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6pPr>
            <a:lvl7pPr indent="-342900" lvl="6" marL="32004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7pPr>
            <a:lvl8pPr indent="-342900" lvl="7" marL="36576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8pPr>
            <a:lvl9pPr indent="-342900" lvl="8" marL="4114800">
              <a:lnSpc>
                <a:spcPct val="90000"/>
              </a:lnSpc>
              <a:spcBef>
                <a:spcPts val="1800"/>
              </a:spcBef>
              <a:spcAft>
                <a:spcPts val="180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40">
          <p15:clr>
            <a:srgbClr val="FF00FF"/>
          </p15:clr>
        </p15:guide>
        <p15:guide id="2" pos="540">
          <p15:clr>
            <a:srgbClr val="FF00FF"/>
          </p15:clr>
        </p15:guide>
        <p15:guide id="3" pos="1440">
          <p15:clr>
            <a:srgbClr val="FF00FF"/>
          </p15:clr>
        </p15:guide>
        <p15:guide id="4" pos="1980">
          <p15:clr>
            <a:srgbClr val="FF00FF"/>
          </p15:clr>
        </p15:guide>
        <p15:guide id="5" pos="2340">
          <p15:clr>
            <a:srgbClr val="FF00FF"/>
          </p15:clr>
        </p15:guide>
        <p15:guide id="6" pos="2880">
          <p15:clr>
            <a:srgbClr val="FF00FF"/>
          </p15:clr>
        </p15:guide>
        <p15:guide id="7" orient="horz" pos="4320">
          <p15:clr>
            <a:srgbClr val="FF00FF"/>
          </p15:clr>
        </p15:guide>
        <p15:guide id="8" orient="horz" pos="4980">
          <p15:clr>
            <a:srgbClr val="FF00FF"/>
          </p15:clr>
        </p15:guide>
        <p15:guide id="9" orient="horz" pos="5760">
          <p15:clr>
            <a:srgbClr val="FF00FF"/>
          </p15:clr>
        </p15:guide>
        <p15:guide id="10" orient="horz" pos="6300">
          <p15:clr>
            <a:srgbClr val="FF00FF"/>
          </p15:clr>
        </p15:guide>
        <p15:guide id="11" pos="3240">
          <p15:clr>
            <a:srgbClr val="FF00FF"/>
          </p15:clr>
        </p15:guide>
        <p15:guide id="12" pos="4140">
          <p15:clr>
            <a:srgbClr val="FF00FF"/>
          </p15:clr>
        </p15:guide>
        <p15:guide id="13" pos="4680">
          <p15:clr>
            <a:srgbClr val="FF00FF"/>
          </p15:clr>
        </p15:guide>
        <p15:guide id="14" pos="5040">
          <p15:clr>
            <a:srgbClr val="FF00FF"/>
          </p15:clr>
        </p15:guide>
        <p15:guide id="15" pos="3780">
          <p15:clr>
            <a:srgbClr val="FF00FF"/>
          </p15:clr>
        </p15:guide>
        <p15:guide id="16" pos="4140">
          <p15:clr>
            <a:srgbClr val="FF00FF"/>
          </p15:clr>
        </p15:guide>
        <p15:guide id="17" pos="4680">
          <p15:clr>
            <a:srgbClr val="FF00FF"/>
          </p15:clr>
        </p15:guide>
        <p15:guide id="18" pos="5040">
          <p15:clr>
            <a:srgbClr val="FF00FF"/>
          </p15:clr>
        </p15:guide>
        <p15:guide id="19" pos="5580">
          <p15:clr>
            <a:srgbClr val="FF00FF"/>
          </p15:clr>
        </p15:guide>
        <p15:guide id="20" pos="5940">
          <p15:clr>
            <a:srgbClr val="FF00FF"/>
          </p15:clr>
        </p15:guide>
        <p15:guide id="21" pos="6480">
          <p15:clr>
            <a:srgbClr val="FF00FF"/>
          </p15:clr>
        </p15:guide>
        <p15:guide id="22" pos="6840">
          <p15:clr>
            <a:srgbClr val="FF00FF"/>
          </p15:clr>
        </p15:guide>
        <p15:guide id="23" pos="7740">
          <p15:clr>
            <a:srgbClr val="FF00FF"/>
          </p15:clr>
        </p15:guide>
        <p15:guide id="24" pos="8280">
          <p15:clr>
            <a:srgbClr val="FF00FF"/>
          </p15:clr>
        </p15:guide>
        <p15:guide id="25" pos="8640">
          <p15:clr>
            <a:srgbClr val="FF00FF"/>
          </p15:clr>
        </p15:guide>
        <p15:guide id="26" pos="9180">
          <p15:clr>
            <a:srgbClr val="FF00FF"/>
          </p15:clr>
        </p15:guide>
        <p15:guide id="27" pos="9540">
          <p15:clr>
            <a:srgbClr val="FF00FF"/>
          </p15:clr>
        </p15:guide>
        <p15:guide id="28" pos="10080">
          <p15:clr>
            <a:srgbClr val="FF00FF"/>
          </p15:clr>
        </p15:guide>
        <p15:guide id="29" pos="10440">
          <p15:clr>
            <a:srgbClr val="FF00FF"/>
          </p15:clr>
        </p15:guide>
        <p15:guide id="30" pos="10980">
          <p15:clr>
            <a:srgbClr val="FF00FF"/>
          </p15:clr>
        </p15:guide>
        <p15:guide id="31" pos="7380">
          <p15:clr>
            <a:srgbClr val="FF00FF"/>
          </p15:clr>
        </p15:guide>
        <p15:guide id="32" pos="1080">
          <p15:clr>
            <a:srgbClr val="FF00FF"/>
          </p15:clr>
        </p15:guide>
        <p15:guide id="33" orient="horz" pos="1980">
          <p15:clr>
            <a:srgbClr val="FF00FF"/>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3605" name="Shape 3605"/>
        <p:cNvGrpSpPr/>
        <p:nvPr/>
      </p:nvGrpSpPr>
      <p:grpSpPr>
        <a:xfrm>
          <a:off x="0" y="0"/>
          <a:ext cx="0" cy="0"/>
          <a:chOff x="0" y="0"/>
          <a:chExt cx="0" cy="0"/>
        </a:xfrm>
      </p:grpSpPr>
      <p:sp>
        <p:nvSpPr>
          <p:cNvPr id="3606" name="Google Shape;3606;p89"/>
          <p:cNvSpPr txBox="1"/>
          <p:nvPr>
            <p:ph type="title"/>
          </p:nvPr>
        </p:nvSpPr>
        <p:spPr>
          <a:xfrm>
            <a:off x="857250" y="890050"/>
            <a:ext cx="16573500" cy="1145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1pPr>
            <a:lvl2pPr lvl="1">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2pPr>
            <a:lvl3pPr lvl="2">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3pPr>
            <a:lvl4pPr lvl="3">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4pPr>
            <a:lvl5pPr lvl="4">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5pPr>
            <a:lvl6pPr lvl="5">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6pPr>
            <a:lvl7pPr lvl="6">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7pPr>
            <a:lvl8pPr lvl="7">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8pPr>
            <a:lvl9pPr lvl="8">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9pPr>
          </a:lstStyle>
          <a:p/>
        </p:txBody>
      </p:sp>
      <p:sp>
        <p:nvSpPr>
          <p:cNvPr id="3607" name="Google Shape;3607;p89"/>
          <p:cNvSpPr txBox="1"/>
          <p:nvPr>
            <p:ph idx="1" type="body"/>
          </p:nvPr>
        </p:nvSpPr>
        <p:spPr>
          <a:xfrm>
            <a:off x="857250" y="2567250"/>
            <a:ext cx="16573500" cy="6576900"/>
          </a:xfrm>
          <a:prstGeom prst="rect">
            <a:avLst/>
          </a:prstGeom>
          <a:noFill/>
          <a:ln>
            <a:noFill/>
          </a:ln>
        </p:spPr>
        <p:txBody>
          <a:bodyPr anchorCtr="0" anchor="t" bIns="182850" lIns="182850" spcFirstLastPara="1" rIns="182850" wrap="square" tIns="182850">
            <a:noAutofit/>
          </a:bodyPr>
          <a:lstStyle>
            <a:lvl1pPr indent="-419100" lvl="0" marL="457200">
              <a:lnSpc>
                <a:spcPct val="90000"/>
              </a:lnSpc>
              <a:spcBef>
                <a:spcPts val="0"/>
              </a:spcBef>
              <a:spcAft>
                <a:spcPts val="0"/>
              </a:spcAft>
              <a:buClr>
                <a:schemeClr val="dk1"/>
              </a:buClr>
              <a:buSzPts val="3000"/>
              <a:buFont typeface="Salesforce Sans"/>
              <a:buChar char="●"/>
              <a:defRPr sz="3000">
                <a:solidFill>
                  <a:schemeClr val="dk1"/>
                </a:solidFill>
                <a:latin typeface="Salesforce Sans"/>
                <a:ea typeface="Salesforce Sans"/>
                <a:cs typeface="Salesforce Sans"/>
                <a:sym typeface="Salesforce Sans"/>
              </a:defRPr>
            </a:lvl1pPr>
            <a:lvl2pPr indent="-393700" lvl="1" marL="914400">
              <a:lnSpc>
                <a:spcPct val="90000"/>
              </a:lnSpc>
              <a:spcBef>
                <a:spcPts val="1800"/>
              </a:spcBef>
              <a:spcAft>
                <a:spcPts val="0"/>
              </a:spcAft>
              <a:buClr>
                <a:schemeClr val="dk1"/>
              </a:buClr>
              <a:buSzPts val="2600"/>
              <a:buFont typeface="Salesforce Sans"/>
              <a:buChar char="○"/>
              <a:defRPr sz="2600">
                <a:solidFill>
                  <a:schemeClr val="dk1"/>
                </a:solidFill>
                <a:latin typeface="Salesforce Sans"/>
                <a:ea typeface="Salesforce Sans"/>
                <a:cs typeface="Salesforce Sans"/>
                <a:sym typeface="Salesforce Sans"/>
              </a:defRPr>
            </a:lvl2pPr>
            <a:lvl3pPr indent="-381000" lvl="2" marL="1371600">
              <a:lnSpc>
                <a:spcPct val="90000"/>
              </a:lnSpc>
              <a:spcBef>
                <a:spcPts val="1800"/>
              </a:spcBef>
              <a:spcAft>
                <a:spcPts val="0"/>
              </a:spcAft>
              <a:buClr>
                <a:schemeClr val="dk1"/>
              </a:buClr>
              <a:buSzPts val="2400"/>
              <a:buFont typeface="Salesforce Sans"/>
              <a:buChar char="■"/>
              <a:defRPr sz="2400">
                <a:solidFill>
                  <a:schemeClr val="dk1"/>
                </a:solidFill>
                <a:latin typeface="Salesforce Sans"/>
                <a:ea typeface="Salesforce Sans"/>
                <a:cs typeface="Salesforce Sans"/>
                <a:sym typeface="Salesforce Sans"/>
              </a:defRPr>
            </a:lvl3pPr>
            <a:lvl4pPr indent="-368300" lvl="3" marL="1828800">
              <a:lnSpc>
                <a:spcPct val="90000"/>
              </a:lnSpc>
              <a:spcBef>
                <a:spcPts val="1800"/>
              </a:spcBef>
              <a:spcAft>
                <a:spcPts val="0"/>
              </a:spcAft>
              <a:buClr>
                <a:schemeClr val="dk1"/>
              </a:buClr>
              <a:buSzPts val="2200"/>
              <a:buFont typeface="Salesforce Sans"/>
              <a:buChar char="●"/>
              <a:defRPr sz="2200">
                <a:solidFill>
                  <a:schemeClr val="dk1"/>
                </a:solidFill>
                <a:latin typeface="Salesforce Sans"/>
                <a:ea typeface="Salesforce Sans"/>
                <a:cs typeface="Salesforce Sans"/>
                <a:sym typeface="Salesforce Sans"/>
              </a:defRPr>
            </a:lvl4pPr>
            <a:lvl5pPr indent="-355600" lvl="4" marL="2286000">
              <a:lnSpc>
                <a:spcPct val="90000"/>
              </a:lnSpc>
              <a:spcBef>
                <a:spcPts val="1800"/>
              </a:spcBef>
              <a:spcAft>
                <a:spcPts val="0"/>
              </a:spcAft>
              <a:buClr>
                <a:schemeClr val="dk1"/>
              </a:buClr>
              <a:buSzPts val="2000"/>
              <a:buFont typeface="Salesforce Sans"/>
              <a:buChar char="○"/>
              <a:defRPr sz="2000">
                <a:solidFill>
                  <a:schemeClr val="dk1"/>
                </a:solidFill>
                <a:latin typeface="Salesforce Sans"/>
                <a:ea typeface="Salesforce Sans"/>
                <a:cs typeface="Salesforce Sans"/>
                <a:sym typeface="Salesforce Sans"/>
              </a:defRPr>
            </a:lvl5pPr>
            <a:lvl6pPr indent="-342900" lvl="5" marL="27432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6pPr>
            <a:lvl7pPr indent="-342900" lvl="6" marL="32004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7pPr>
            <a:lvl8pPr indent="-342900" lvl="7" marL="36576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8pPr>
            <a:lvl9pPr indent="-342900" lvl="8" marL="4114800">
              <a:lnSpc>
                <a:spcPct val="90000"/>
              </a:lnSpc>
              <a:spcBef>
                <a:spcPts val="1800"/>
              </a:spcBef>
              <a:spcAft>
                <a:spcPts val="180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9pPr>
          </a:lstStyle>
          <a:p/>
        </p:txBody>
      </p:sp>
    </p:spTree>
  </p:cSld>
  <p:clrMap accent1="accent1" accent2="accent2" accent3="accent3" accent4="accent4" accent5="accent5" accent6="accent6" bg1="lt1" bg2="dk2" tx1="dk1" tx2="lt2" folHlink="folHlink" hlink="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 id="2147483762" r:id="rId28"/>
    <p:sldLayoutId id="2147483763" r:id="rId29"/>
    <p:sldLayoutId id="2147483764" r:id="rId30"/>
    <p:sldLayoutId id="2147483765" r:id="rId31"/>
    <p:sldLayoutId id="2147483766" r:id="rId32"/>
    <p:sldLayoutId id="2147483767" r:id="rId33"/>
    <p:sldLayoutId id="2147483768" r:id="rId34"/>
    <p:sldLayoutId id="2147483769" r:id="rId35"/>
    <p:sldLayoutId id="2147483770" r:id="rId36"/>
    <p:sldLayoutId id="2147483771" r:id="rId37"/>
    <p:sldLayoutId id="2147483772" r:id="rId38"/>
    <p:sldLayoutId id="2147483773" r:id="rId39"/>
    <p:sldLayoutId id="2147483774" r:id="rId40"/>
    <p:sldLayoutId id="2147483775" r:id="rId41"/>
    <p:sldLayoutId id="2147483776" r:id="rId42"/>
    <p:sldLayoutId id="2147483777" r:id="rId43"/>
    <p:sldLayoutId id="2147483778" r:id="rId44"/>
    <p:sldLayoutId id="2147483779" r:id="rId45"/>
    <p:sldLayoutId id="2147483780" r:id="rId46"/>
    <p:sldLayoutId id="2147483781" r:id="rId47"/>
    <p:sldLayoutId id="2147483782" r:id="rId48"/>
    <p:sldLayoutId id="2147483783" r:id="rId49"/>
    <p:sldLayoutId id="2147483784" r:id="rId50"/>
    <p:sldLayoutId id="2147483785" r:id="rId51"/>
    <p:sldLayoutId id="2147483786" r:id="rId52"/>
    <p:sldLayoutId id="2147483787" r:id="rId53"/>
    <p:sldLayoutId id="2147483788" r:id="rId54"/>
    <p:sldLayoutId id="2147483789" r:id="rId55"/>
    <p:sldLayoutId id="2147483790" r:id="rId56"/>
    <p:sldLayoutId id="2147483791" r:id="rId57"/>
    <p:sldLayoutId id="2147483792" r:id="rId58"/>
    <p:sldLayoutId id="2147483793" r:id="rId59"/>
    <p:sldLayoutId id="2147483794" r:id="rId60"/>
    <p:sldLayoutId id="2147483795" r:id="rId61"/>
    <p:sldLayoutId id="2147483796" r:id="rId62"/>
    <p:sldLayoutId id="2147483797" r:id="rId63"/>
    <p:sldLayoutId id="2147483798" r:id="rId64"/>
    <p:sldLayoutId id="2147483799" r:id="rId65"/>
    <p:sldLayoutId id="2147483800" r:id="rId66"/>
    <p:sldLayoutId id="2147483801" r:id="rId67"/>
    <p:sldLayoutId id="2147483802" r:id="rId68"/>
    <p:sldLayoutId id="2147483803" r:id="rId69"/>
    <p:sldLayoutId id="2147483804" r:id="rId70"/>
    <p:sldLayoutId id="2147483805" r:id="rId71"/>
    <p:sldLayoutId id="2147483806" r:id="rId72"/>
    <p:sldLayoutId id="2147483807" r:id="rId73"/>
    <p:sldLayoutId id="2147483808" r:id="rId74"/>
    <p:sldLayoutId id="2147483809" r:id="rId75"/>
    <p:sldLayoutId id="2147483810" r:id="rId76"/>
    <p:sldLayoutId id="2147483811" r:id="rId77"/>
    <p:sldLayoutId id="2147483812" r:id="rId78"/>
    <p:sldLayoutId id="2147483813" r:id="rId79"/>
    <p:sldLayoutId id="2147483814" r:id="rId80"/>
    <p:sldLayoutId id="2147483815" r:id="rId81"/>
    <p:sldLayoutId id="2147483816" r:id="rId82"/>
    <p:sldLayoutId id="2147483817" r:id="rId83"/>
    <p:sldLayoutId id="2147483818" r:id="rId84"/>
    <p:sldLayoutId id="2147483819" r:id="rId85"/>
    <p:sldLayoutId id="2147483820" r:id="rId86"/>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40">
          <p15:clr>
            <a:srgbClr val="FF00FF"/>
          </p15:clr>
        </p15:guide>
        <p15:guide id="2" pos="540">
          <p15:clr>
            <a:srgbClr val="FF00FF"/>
          </p15:clr>
        </p15:guide>
        <p15:guide id="3" pos="1440">
          <p15:clr>
            <a:srgbClr val="FF00FF"/>
          </p15:clr>
        </p15:guide>
        <p15:guide id="4" pos="1980">
          <p15:clr>
            <a:srgbClr val="FF00FF"/>
          </p15:clr>
        </p15:guide>
        <p15:guide id="5" pos="2340">
          <p15:clr>
            <a:srgbClr val="FF00FF"/>
          </p15:clr>
        </p15:guide>
        <p15:guide id="6" pos="2880">
          <p15:clr>
            <a:srgbClr val="FF00FF"/>
          </p15:clr>
        </p15:guide>
        <p15:guide id="7" orient="horz" pos="4320">
          <p15:clr>
            <a:srgbClr val="FF00FF"/>
          </p15:clr>
        </p15:guide>
        <p15:guide id="8" orient="horz" pos="4980">
          <p15:clr>
            <a:srgbClr val="FF00FF"/>
          </p15:clr>
        </p15:guide>
        <p15:guide id="9" orient="horz" pos="5760">
          <p15:clr>
            <a:srgbClr val="FF00FF"/>
          </p15:clr>
        </p15:guide>
        <p15:guide id="10" orient="horz" pos="6300">
          <p15:clr>
            <a:srgbClr val="FF00FF"/>
          </p15:clr>
        </p15:guide>
        <p15:guide id="11" pos="3240">
          <p15:clr>
            <a:srgbClr val="FF00FF"/>
          </p15:clr>
        </p15:guide>
        <p15:guide id="12" pos="4140">
          <p15:clr>
            <a:srgbClr val="FF00FF"/>
          </p15:clr>
        </p15:guide>
        <p15:guide id="13" pos="4680">
          <p15:clr>
            <a:srgbClr val="FF00FF"/>
          </p15:clr>
        </p15:guide>
        <p15:guide id="14" pos="5040">
          <p15:clr>
            <a:srgbClr val="FF00FF"/>
          </p15:clr>
        </p15:guide>
        <p15:guide id="15" pos="3780">
          <p15:clr>
            <a:srgbClr val="FF00FF"/>
          </p15:clr>
        </p15:guide>
        <p15:guide id="16" pos="4140">
          <p15:clr>
            <a:srgbClr val="FF00FF"/>
          </p15:clr>
        </p15:guide>
        <p15:guide id="17" pos="4680">
          <p15:clr>
            <a:srgbClr val="FF00FF"/>
          </p15:clr>
        </p15:guide>
        <p15:guide id="18" pos="5040">
          <p15:clr>
            <a:srgbClr val="FF00FF"/>
          </p15:clr>
        </p15:guide>
        <p15:guide id="19" pos="5580">
          <p15:clr>
            <a:srgbClr val="FF00FF"/>
          </p15:clr>
        </p15:guide>
        <p15:guide id="20" pos="5940">
          <p15:clr>
            <a:srgbClr val="FF00FF"/>
          </p15:clr>
        </p15:guide>
        <p15:guide id="21" pos="6480">
          <p15:clr>
            <a:srgbClr val="FF00FF"/>
          </p15:clr>
        </p15:guide>
        <p15:guide id="22" pos="6840">
          <p15:clr>
            <a:srgbClr val="FF00FF"/>
          </p15:clr>
        </p15:guide>
        <p15:guide id="23" pos="7740">
          <p15:clr>
            <a:srgbClr val="FF00FF"/>
          </p15:clr>
        </p15:guide>
        <p15:guide id="24" pos="8280">
          <p15:clr>
            <a:srgbClr val="FF00FF"/>
          </p15:clr>
        </p15:guide>
        <p15:guide id="25" pos="8640">
          <p15:clr>
            <a:srgbClr val="FF00FF"/>
          </p15:clr>
        </p15:guide>
        <p15:guide id="26" pos="9180">
          <p15:clr>
            <a:srgbClr val="FF00FF"/>
          </p15:clr>
        </p15:guide>
        <p15:guide id="27" pos="9540">
          <p15:clr>
            <a:srgbClr val="FF00FF"/>
          </p15:clr>
        </p15:guide>
        <p15:guide id="28" pos="10080">
          <p15:clr>
            <a:srgbClr val="FF00FF"/>
          </p15:clr>
        </p15:guide>
        <p15:guide id="29" pos="10440">
          <p15:clr>
            <a:srgbClr val="FF00FF"/>
          </p15:clr>
        </p15:guide>
        <p15:guide id="30" pos="10980">
          <p15:clr>
            <a:srgbClr val="FF00FF"/>
          </p15:clr>
        </p15:guide>
        <p15:guide id="31" pos="7380">
          <p15:clr>
            <a:srgbClr val="FF00FF"/>
          </p15:clr>
        </p15:guide>
        <p15:guide id="32" pos="1080">
          <p15:clr>
            <a:srgbClr val="FF00FF"/>
          </p15:clr>
        </p15:guide>
        <p15:guide id="33" orient="horz" pos="1980">
          <p15:clr>
            <a:srgbClr val="FF00F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From quote to installed, and back again</a:t>
            </a:r>
          </a:p>
        </p:txBody>
      </p:sp>
      <p:sp>
        <p:nvSpPr>
          <p:cNvPr id="3" name="Subtitle 2"/>
          <p:cNvSpPr>
            <a:spLocks noGrp="1"/>
          </p:cNvSpPr>
          <p:nvPr>
            <p:ph type="subTitle" idx="1"/>
          </p:nvPr>
        </p:nvSpPr>
        <p:spPr/>
        <p:txBody>
          <a:bodyPr/>
          <a:lstStyle/>
          <a:p>
            <a:pPr marL="0" indent="0"/>
            <a:r>
              <a:t>Revenue Cloud + Field Service: the QuantumBit demo story</a:t>
            </a:r>
          </a:p>
        </p:txBody>
      </p:sp>
      <p:sp>
        <p:nvSpPr>
          <p:cNvPr id="4" name="Subtitle 3"/>
          <p:cNvSpPr>
            <a:spLocks noGrp="1"/>
          </p:cNvSpPr>
          <p:nvPr>
            <p:ph type="subTitle" idx="2"/>
          </p:nvPr>
        </p:nvSpPr>
        <p:spPr/>
        <p:txBody>
          <a:bodyPr/>
          <a:lstStyle/>
          <a:p>
            <a:pPr marL="0" indent="0"/>
            <a:r>
              <a:t>Demo storyboard · Draft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Meet Infinitech</a:t>
            </a:r>
          </a:p>
        </p:txBody>
      </p:sp>
      <p:sp>
        <p:nvSpPr>
          <p:cNvPr id="3" name="Subtitle 2"/>
          <p:cNvSpPr>
            <a:spLocks noGrp="1"/>
          </p:cNvSpPr>
          <p:nvPr>
            <p:ph type="subTitle" idx="1"/>
          </p:nvPr>
        </p:nvSpPr>
        <p:spPr/>
        <p:txBody>
          <a:bodyPr/>
          <a:lstStyle/>
          <a:p>
            <a:pPr marL="0" indent="0"/>
            <a:r>
              <a:t>Expanding its San Francisco data center with QuantumBit</a:t>
            </a:r>
          </a:p>
        </p:txBody>
      </p:sp>
      <p:sp>
        <p:nvSpPr>
          <p:cNvPr id="4" name="TextBox 3"/>
          <p:cNvSpPr txBox="1"/>
          <p:nvPr/>
        </p:nvSpPr>
        <p:spPr>
          <a:xfrm>
            <a:off x="859536" y="2788920"/>
            <a:ext cx="8229600" cy="365760"/>
          </a:xfrm>
          <a:prstGeom prst="rect">
            <a:avLst/>
          </a:prstGeom>
          <a:noFill/>
        </p:spPr>
        <p:txBody>
          <a:bodyPr wrap="square" anchor="t" lIns="0" rIns="0" tIns="0" bIns="0">
            <a:spAutoFit/>
          </a:bodyPr>
          <a:lstStyle/>
          <a:p>
            <a:pPr algn="l"/>
            <a:r>
              <a:rPr sz="1400" b="1" i="0">
                <a:solidFill>
                  <a:srgbClr val="066AFE"/>
                </a:solidFill>
                <a:latin typeface="Salesforce Sans"/>
              </a:rPr>
              <a:t>WHAT THEY'RE BUYING</a:t>
            </a:r>
          </a:p>
        </p:txBody>
      </p:sp>
      <p:sp>
        <p:nvSpPr>
          <p:cNvPr id="5" name="Rounded Rectangle 4"/>
          <p:cNvSpPr/>
          <p:nvPr/>
        </p:nvSpPr>
        <p:spPr>
          <a:xfrm>
            <a:off x="859536" y="3246120"/>
            <a:ext cx="7863840" cy="15544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3429000"/>
            <a:ext cx="5486400" cy="457200"/>
          </a:xfrm>
          <a:prstGeom prst="rect">
            <a:avLst/>
          </a:prstGeom>
          <a:noFill/>
        </p:spPr>
        <p:txBody>
          <a:bodyPr wrap="square" anchor="t" lIns="0" rIns="0" tIns="0" bIns="0">
            <a:spAutoFit/>
          </a:bodyPr>
          <a:lstStyle/>
          <a:p>
            <a:pPr algn="l"/>
            <a:r>
              <a:rPr sz="2100" b="1" i="0">
                <a:solidFill>
                  <a:srgbClr val="032D60"/>
                </a:solidFill>
                <a:latin typeface="Avant Garde Demi SFDC"/>
              </a:rPr>
              <a:t>PowerSwerve R750 Rack Server</a:t>
            </a:r>
          </a:p>
        </p:txBody>
      </p:sp>
      <p:sp>
        <p:nvSpPr>
          <p:cNvPr id="7" name="TextBox 6"/>
          <p:cNvSpPr txBox="1"/>
          <p:nvPr/>
        </p:nvSpPr>
        <p:spPr>
          <a:xfrm>
            <a:off x="6309360" y="3465576"/>
            <a:ext cx="2194560" cy="365760"/>
          </a:xfrm>
          <a:prstGeom prst="rect">
            <a:avLst/>
          </a:prstGeom>
          <a:noFill/>
        </p:spPr>
        <p:txBody>
          <a:bodyPr wrap="square" anchor="t" lIns="0" rIns="0" tIns="0" bIns="0">
            <a:spAutoFit/>
          </a:bodyPr>
          <a:lstStyle/>
          <a:p>
            <a:pPr algn="r"/>
            <a:r>
              <a:rPr sz="1300" b="0" i="0">
                <a:solidFill>
                  <a:srgbClr val="5A6B85"/>
                </a:solidFill>
                <a:latin typeface="Salesforce Sans"/>
              </a:rPr>
              <a:t>QB-BDL-R750</a:t>
            </a:r>
          </a:p>
        </p:txBody>
      </p:sp>
      <p:sp>
        <p:nvSpPr>
          <p:cNvPr id="8" name="TextBox 7"/>
          <p:cNvSpPr txBox="1"/>
          <p:nvPr/>
        </p:nvSpPr>
        <p:spPr>
          <a:xfrm>
            <a:off x="1143000" y="3931920"/>
            <a:ext cx="7315200" cy="411480"/>
          </a:xfrm>
          <a:prstGeom prst="rect">
            <a:avLst/>
          </a:prstGeom>
          <a:noFill/>
        </p:spPr>
        <p:txBody>
          <a:bodyPr wrap="square" anchor="t" lIns="0" rIns="0" tIns="0" bIns="0">
            <a:spAutoFit/>
          </a:bodyPr>
          <a:lstStyle/>
          <a:p>
            <a:pPr algn="l"/>
            <a:r>
              <a:rPr sz="1700" b="0" i="0">
                <a:solidFill>
                  <a:srgbClr val="032D60"/>
                </a:solidFill>
                <a:latin typeface="Salesforce Sans"/>
              </a:rPr>
              <a:t>The hardware Field Service installs and maintains</a:t>
            </a:r>
          </a:p>
        </p:txBody>
      </p:sp>
      <p:sp>
        <p:nvSpPr>
          <p:cNvPr id="9" name="TextBox 8"/>
          <p:cNvSpPr txBox="1"/>
          <p:nvPr/>
        </p:nvSpPr>
        <p:spPr>
          <a:xfrm>
            <a:off x="1143000" y="4325112"/>
            <a:ext cx="7315200" cy="365760"/>
          </a:xfrm>
          <a:prstGeom prst="rect">
            <a:avLst/>
          </a:prstGeom>
          <a:noFill/>
        </p:spPr>
        <p:txBody>
          <a:bodyPr wrap="square" anchor="t" lIns="0" rIns="0" tIns="0" bIns="0">
            <a:spAutoFit/>
          </a:bodyPr>
          <a:lstStyle/>
          <a:p>
            <a:pPr algn="l"/>
            <a:r>
              <a:rPr sz="1300" b="1" i="0">
                <a:solidFill>
                  <a:srgbClr val="066AFE"/>
                </a:solidFill>
                <a:latin typeface="Salesforce Sans"/>
              </a:rPr>
              <a:t>Scenes 1, 4, 9</a:t>
            </a:r>
          </a:p>
        </p:txBody>
      </p:sp>
      <p:sp>
        <p:nvSpPr>
          <p:cNvPr id="10" name="Rounded Rectangle 9"/>
          <p:cNvSpPr/>
          <p:nvPr/>
        </p:nvSpPr>
        <p:spPr>
          <a:xfrm>
            <a:off x="859536" y="5029200"/>
            <a:ext cx="7863840" cy="15544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43000" y="5212080"/>
            <a:ext cx="5486400" cy="457200"/>
          </a:xfrm>
          <a:prstGeom prst="rect">
            <a:avLst/>
          </a:prstGeom>
          <a:noFill/>
        </p:spPr>
        <p:txBody>
          <a:bodyPr wrap="square" anchor="t" lIns="0" rIns="0" tIns="0" bIns="0">
            <a:spAutoFit/>
          </a:bodyPr>
          <a:lstStyle/>
          <a:p>
            <a:pPr algn="l"/>
            <a:r>
              <a:rPr sz="2100" b="1" i="0">
                <a:solidFill>
                  <a:srgbClr val="032D60"/>
                </a:solidFill>
                <a:latin typeface="Avant Garde Demi SFDC"/>
              </a:rPr>
              <a:t>Installation and Assembly</a:t>
            </a:r>
          </a:p>
        </p:txBody>
      </p:sp>
      <p:sp>
        <p:nvSpPr>
          <p:cNvPr id="12" name="TextBox 11"/>
          <p:cNvSpPr txBox="1"/>
          <p:nvPr/>
        </p:nvSpPr>
        <p:spPr>
          <a:xfrm>
            <a:off x="6309360" y="5248656"/>
            <a:ext cx="2194560" cy="365760"/>
          </a:xfrm>
          <a:prstGeom prst="rect">
            <a:avLst/>
          </a:prstGeom>
          <a:noFill/>
        </p:spPr>
        <p:txBody>
          <a:bodyPr wrap="square" anchor="t" lIns="0" rIns="0" tIns="0" bIns="0">
            <a:spAutoFit/>
          </a:bodyPr>
          <a:lstStyle/>
          <a:p>
            <a:pPr algn="r"/>
            <a:r>
              <a:rPr sz="1300" b="0" i="0">
                <a:solidFill>
                  <a:srgbClr val="5A6B85"/>
                </a:solidFill>
                <a:latin typeface="Salesforce Sans"/>
              </a:rPr>
              <a:t>QB-INST-1000</a:t>
            </a:r>
          </a:p>
        </p:txBody>
      </p:sp>
      <p:sp>
        <p:nvSpPr>
          <p:cNvPr id="13" name="TextBox 12"/>
          <p:cNvSpPr txBox="1"/>
          <p:nvPr/>
        </p:nvSpPr>
        <p:spPr>
          <a:xfrm>
            <a:off x="1143000" y="5715000"/>
            <a:ext cx="7315200" cy="411480"/>
          </a:xfrm>
          <a:prstGeom prst="rect">
            <a:avLst/>
          </a:prstGeom>
          <a:noFill/>
        </p:spPr>
        <p:txBody>
          <a:bodyPr wrap="square" anchor="t" lIns="0" rIns="0" tIns="0" bIns="0">
            <a:spAutoFit/>
          </a:bodyPr>
          <a:lstStyle/>
          <a:p>
            <a:pPr algn="l"/>
            <a:r>
              <a:rPr sz="1700" b="0" i="0">
                <a:solidFill>
                  <a:srgbClr val="032D60"/>
                </a:solidFill>
                <a:latin typeface="Salesforce Sans"/>
              </a:rPr>
              <a:t>Becomes the install Work Order</a:t>
            </a:r>
          </a:p>
        </p:txBody>
      </p:sp>
      <p:sp>
        <p:nvSpPr>
          <p:cNvPr id="14" name="TextBox 13"/>
          <p:cNvSpPr txBox="1"/>
          <p:nvPr/>
        </p:nvSpPr>
        <p:spPr>
          <a:xfrm>
            <a:off x="1143000" y="6108192"/>
            <a:ext cx="7315200" cy="365760"/>
          </a:xfrm>
          <a:prstGeom prst="rect">
            <a:avLst/>
          </a:prstGeom>
          <a:noFill/>
        </p:spPr>
        <p:txBody>
          <a:bodyPr wrap="square" anchor="t" lIns="0" rIns="0" tIns="0" bIns="0">
            <a:spAutoFit/>
          </a:bodyPr>
          <a:lstStyle/>
          <a:p>
            <a:pPr algn="l"/>
            <a:r>
              <a:rPr sz="1300" b="1" i="0">
                <a:solidFill>
                  <a:srgbClr val="066AFE"/>
                </a:solidFill>
                <a:latin typeface="Salesforce Sans"/>
              </a:rPr>
              <a:t>Scenes 2–5</a:t>
            </a:r>
          </a:p>
        </p:txBody>
      </p:sp>
      <p:sp>
        <p:nvSpPr>
          <p:cNvPr id="15" name="Rounded Rectangle 14"/>
          <p:cNvSpPr/>
          <p:nvPr/>
        </p:nvSpPr>
        <p:spPr>
          <a:xfrm>
            <a:off x="859536" y="6812279"/>
            <a:ext cx="7863840" cy="15544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43000" y="6995159"/>
            <a:ext cx="5486400" cy="457200"/>
          </a:xfrm>
          <a:prstGeom prst="rect">
            <a:avLst/>
          </a:prstGeom>
          <a:noFill/>
        </p:spPr>
        <p:txBody>
          <a:bodyPr wrap="square" anchor="t" lIns="0" rIns="0" tIns="0" bIns="0">
            <a:spAutoFit/>
          </a:bodyPr>
          <a:lstStyle/>
          <a:p>
            <a:pPr algn="l"/>
            <a:r>
              <a:rPr sz="2100" b="1" i="0">
                <a:solidFill>
                  <a:srgbClr val="032D60"/>
                </a:solidFill>
                <a:latin typeface="Avant Garde Demi SFDC"/>
              </a:rPr>
              <a:t>Gold Hardware Maintenance</a:t>
            </a:r>
          </a:p>
        </p:txBody>
      </p:sp>
      <p:sp>
        <p:nvSpPr>
          <p:cNvPr id="17" name="TextBox 16"/>
          <p:cNvSpPr txBox="1"/>
          <p:nvPr/>
        </p:nvSpPr>
        <p:spPr>
          <a:xfrm>
            <a:off x="6309360" y="7031736"/>
            <a:ext cx="2194560" cy="365760"/>
          </a:xfrm>
          <a:prstGeom prst="rect">
            <a:avLst/>
          </a:prstGeom>
          <a:noFill/>
        </p:spPr>
        <p:txBody>
          <a:bodyPr wrap="square" anchor="t" lIns="0" rIns="0" tIns="0" bIns="0">
            <a:spAutoFit/>
          </a:bodyPr>
          <a:lstStyle/>
          <a:p>
            <a:pPr algn="r"/>
            <a:r>
              <a:rPr sz="1300" b="0" i="0">
                <a:solidFill>
                  <a:srgbClr val="5A6B85"/>
                </a:solidFill>
                <a:latin typeface="Salesforce Sans"/>
              </a:rPr>
              <a:t>QB-SUPP-1005</a:t>
            </a:r>
          </a:p>
        </p:txBody>
      </p:sp>
      <p:sp>
        <p:nvSpPr>
          <p:cNvPr id="18" name="TextBox 17"/>
          <p:cNvSpPr txBox="1"/>
          <p:nvPr/>
        </p:nvSpPr>
        <p:spPr>
          <a:xfrm>
            <a:off x="1143000" y="7498079"/>
            <a:ext cx="7315200" cy="411480"/>
          </a:xfrm>
          <a:prstGeom prst="rect">
            <a:avLst/>
          </a:prstGeom>
          <a:noFill/>
        </p:spPr>
        <p:txBody>
          <a:bodyPr wrap="square" anchor="t" lIns="0" rIns="0" tIns="0" bIns="0">
            <a:spAutoFit/>
          </a:bodyPr>
          <a:lstStyle/>
          <a:p>
            <a:pPr algn="l"/>
            <a:r>
              <a:rPr sz="1700" b="0" i="0">
                <a:solidFill>
                  <a:srgbClr val="032D60"/>
                </a:solidFill>
                <a:latin typeface="Salesforce Sans"/>
              </a:rPr>
              <a:t>Monthly on-site check-ups and break/fix coverage</a:t>
            </a:r>
          </a:p>
        </p:txBody>
      </p:sp>
      <p:sp>
        <p:nvSpPr>
          <p:cNvPr id="19" name="TextBox 18"/>
          <p:cNvSpPr txBox="1"/>
          <p:nvPr/>
        </p:nvSpPr>
        <p:spPr>
          <a:xfrm>
            <a:off x="1143000" y="7891271"/>
            <a:ext cx="7315200" cy="365760"/>
          </a:xfrm>
          <a:prstGeom prst="rect">
            <a:avLst/>
          </a:prstGeom>
          <a:noFill/>
        </p:spPr>
        <p:txBody>
          <a:bodyPr wrap="square" anchor="t" lIns="0" rIns="0" tIns="0" bIns="0">
            <a:spAutoFit/>
          </a:bodyPr>
          <a:lstStyle/>
          <a:p>
            <a:pPr algn="l"/>
            <a:r>
              <a:rPr sz="1300" b="1" i="0">
                <a:solidFill>
                  <a:srgbClr val="066AFE"/>
                </a:solidFill>
                <a:latin typeface="Salesforce Sans"/>
              </a:rPr>
              <a:t>Scenes 6–7</a:t>
            </a:r>
          </a:p>
        </p:txBody>
      </p:sp>
      <p:sp>
        <p:nvSpPr>
          <p:cNvPr id="20" name="TextBox 19"/>
          <p:cNvSpPr txBox="1"/>
          <p:nvPr/>
        </p:nvSpPr>
        <p:spPr>
          <a:xfrm>
            <a:off x="9418320" y="2788920"/>
            <a:ext cx="7955279" cy="365760"/>
          </a:xfrm>
          <a:prstGeom prst="rect">
            <a:avLst/>
          </a:prstGeom>
          <a:noFill/>
        </p:spPr>
        <p:txBody>
          <a:bodyPr wrap="square" anchor="t" lIns="0" rIns="0" tIns="0" bIns="0">
            <a:spAutoFit/>
          </a:bodyPr>
          <a:lstStyle/>
          <a:p>
            <a:pPr algn="l"/>
            <a:r>
              <a:rPr sz="1400" b="1" i="0">
                <a:solidFill>
                  <a:srgbClr val="066AFE"/>
                </a:solidFill>
                <a:latin typeface="Salesforce Sans"/>
              </a:rPr>
              <a:t>THE CAST</a:t>
            </a:r>
          </a:p>
        </p:txBody>
      </p:sp>
      <p:sp>
        <p:nvSpPr>
          <p:cNvPr id="21" name="Rounded Rectangle 20"/>
          <p:cNvSpPr/>
          <p:nvPr/>
        </p:nvSpPr>
        <p:spPr>
          <a:xfrm>
            <a:off x="9418320" y="3246120"/>
            <a:ext cx="8010144"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601200" y="3429000"/>
            <a:ext cx="548640" cy="54864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Avant Garde Demi SFDC"/>
              </a:rPr>
              <a:t>S</a:t>
            </a:r>
          </a:p>
        </p:txBody>
      </p:sp>
      <p:sp>
        <p:nvSpPr>
          <p:cNvPr id="23" name="TextBox 22"/>
          <p:cNvSpPr txBox="1"/>
          <p:nvPr/>
        </p:nvSpPr>
        <p:spPr>
          <a:xfrm>
            <a:off x="10378440" y="3291839"/>
            <a:ext cx="3566160" cy="822960"/>
          </a:xfrm>
          <a:prstGeom prst="rect">
            <a:avLst/>
          </a:prstGeom>
          <a:noFill/>
        </p:spPr>
        <p:txBody>
          <a:bodyPr wrap="square" anchor="ctr" lIns="0" rIns="0" tIns="0" bIns="0">
            <a:spAutoFit/>
          </a:bodyPr>
          <a:lstStyle/>
          <a:p>
            <a:pPr algn="l"/>
            <a:r>
              <a:rPr sz="1900" b="1" i="0">
                <a:solidFill>
                  <a:srgbClr val="032D60"/>
                </a:solidFill>
                <a:latin typeface="Salesforce Sans"/>
              </a:rPr>
              <a:t>Seller</a:t>
            </a:r>
          </a:p>
        </p:txBody>
      </p:sp>
      <p:sp>
        <p:nvSpPr>
          <p:cNvPr id="24" name="TextBox 23"/>
          <p:cNvSpPr txBox="1"/>
          <p:nvPr/>
        </p:nvSpPr>
        <p:spPr>
          <a:xfrm>
            <a:off x="12847320" y="3291839"/>
            <a:ext cx="4434840" cy="822960"/>
          </a:xfrm>
          <a:prstGeom prst="rect">
            <a:avLst/>
          </a:prstGeom>
          <a:noFill/>
        </p:spPr>
        <p:txBody>
          <a:bodyPr wrap="square" anchor="ctr" lIns="0" rIns="0" tIns="0" bIns="0">
            <a:spAutoFit/>
          </a:bodyPr>
          <a:lstStyle/>
          <a:p>
            <a:pPr algn="l"/>
            <a:r>
              <a:rPr sz="1500" b="0" i="0">
                <a:solidFill>
                  <a:srgbClr val="032D60"/>
                </a:solidFill>
                <a:latin typeface="Salesforce Sans"/>
              </a:rPr>
              <a:t>Quotes and configures</a:t>
            </a:r>
            <a:r>
              <a:rPr sz="1300" b="1" i="0">
                <a:solidFill>
                  <a:srgbClr val="066AFE"/>
                </a:solidFill>
                <a:latin typeface="Salesforce Sans"/>
              </a:rPr>
              <a:t>
Revenue Cloud</a:t>
            </a:r>
          </a:p>
        </p:txBody>
      </p:sp>
      <p:sp>
        <p:nvSpPr>
          <p:cNvPr id="25" name="Rounded Rectangle 24"/>
          <p:cNvSpPr/>
          <p:nvPr/>
        </p:nvSpPr>
        <p:spPr>
          <a:xfrm>
            <a:off x="9418320" y="4325112"/>
            <a:ext cx="8010144"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601200" y="4507992"/>
            <a:ext cx="548640" cy="54864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Avant Garde Demi SFDC"/>
              </a:rPr>
              <a:t>F</a:t>
            </a:r>
          </a:p>
        </p:txBody>
      </p:sp>
      <p:sp>
        <p:nvSpPr>
          <p:cNvPr id="27" name="TextBox 26"/>
          <p:cNvSpPr txBox="1"/>
          <p:nvPr/>
        </p:nvSpPr>
        <p:spPr>
          <a:xfrm>
            <a:off x="10378440" y="4370831"/>
            <a:ext cx="3566160" cy="822960"/>
          </a:xfrm>
          <a:prstGeom prst="rect">
            <a:avLst/>
          </a:prstGeom>
          <a:noFill/>
        </p:spPr>
        <p:txBody>
          <a:bodyPr wrap="square" anchor="ctr" lIns="0" rIns="0" tIns="0" bIns="0">
            <a:spAutoFit/>
          </a:bodyPr>
          <a:lstStyle/>
          <a:p>
            <a:pPr algn="l"/>
            <a:r>
              <a:rPr sz="1900" b="1" i="0">
                <a:solidFill>
                  <a:srgbClr val="032D60"/>
                </a:solidFill>
                <a:latin typeface="Salesforce Sans"/>
              </a:rPr>
              <a:t>Fulfillment Manager</a:t>
            </a:r>
          </a:p>
        </p:txBody>
      </p:sp>
      <p:sp>
        <p:nvSpPr>
          <p:cNvPr id="28" name="TextBox 27"/>
          <p:cNvSpPr txBox="1"/>
          <p:nvPr/>
        </p:nvSpPr>
        <p:spPr>
          <a:xfrm>
            <a:off x="12847320" y="4370831"/>
            <a:ext cx="4434840" cy="822960"/>
          </a:xfrm>
          <a:prstGeom prst="rect">
            <a:avLst/>
          </a:prstGeom>
          <a:noFill/>
        </p:spPr>
        <p:txBody>
          <a:bodyPr wrap="square" anchor="ctr" lIns="0" rIns="0" tIns="0" bIns="0">
            <a:spAutoFit/>
          </a:bodyPr>
          <a:lstStyle/>
          <a:p>
            <a:pPr algn="l"/>
            <a:r>
              <a:rPr sz="1500" b="0" i="0">
                <a:solidFill>
                  <a:srgbClr val="032D60"/>
                </a:solidFill>
                <a:latin typeface="Salesforce Sans"/>
              </a:rPr>
              <a:t>Watches the orchestration plan</a:t>
            </a:r>
            <a:r>
              <a:rPr sz="1300" b="1" i="0">
                <a:solidFill>
                  <a:srgbClr val="066AFE"/>
                </a:solidFill>
                <a:latin typeface="Salesforce Sans"/>
              </a:rPr>
              <a:t>
Revenue Cloud</a:t>
            </a:r>
          </a:p>
        </p:txBody>
      </p:sp>
      <p:sp>
        <p:nvSpPr>
          <p:cNvPr id="29" name="Rounded Rectangle 28"/>
          <p:cNvSpPr/>
          <p:nvPr/>
        </p:nvSpPr>
        <p:spPr>
          <a:xfrm>
            <a:off x="9418320" y="5404104"/>
            <a:ext cx="8010144"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9601200" y="5586984"/>
            <a:ext cx="548640" cy="54864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Avant Garde Demi SFDC"/>
              </a:rPr>
              <a:t>D</a:t>
            </a:r>
          </a:p>
        </p:txBody>
      </p:sp>
      <p:sp>
        <p:nvSpPr>
          <p:cNvPr id="31" name="TextBox 30"/>
          <p:cNvSpPr txBox="1"/>
          <p:nvPr/>
        </p:nvSpPr>
        <p:spPr>
          <a:xfrm>
            <a:off x="10378440" y="5449824"/>
            <a:ext cx="3566160" cy="822960"/>
          </a:xfrm>
          <a:prstGeom prst="rect">
            <a:avLst/>
          </a:prstGeom>
          <a:noFill/>
        </p:spPr>
        <p:txBody>
          <a:bodyPr wrap="square" anchor="ctr" lIns="0" rIns="0" tIns="0" bIns="0">
            <a:spAutoFit/>
          </a:bodyPr>
          <a:lstStyle/>
          <a:p>
            <a:pPr algn="l"/>
            <a:r>
              <a:rPr sz="1900" b="1" i="0">
                <a:solidFill>
                  <a:srgbClr val="032D60"/>
                </a:solidFill>
                <a:latin typeface="Salesforce Sans"/>
              </a:rPr>
              <a:t>Dispatcher</a:t>
            </a:r>
          </a:p>
        </p:txBody>
      </p:sp>
      <p:sp>
        <p:nvSpPr>
          <p:cNvPr id="32" name="TextBox 31"/>
          <p:cNvSpPr txBox="1"/>
          <p:nvPr/>
        </p:nvSpPr>
        <p:spPr>
          <a:xfrm>
            <a:off x="12847320" y="5449824"/>
            <a:ext cx="4434840" cy="822960"/>
          </a:xfrm>
          <a:prstGeom prst="rect">
            <a:avLst/>
          </a:prstGeom>
          <a:noFill/>
        </p:spPr>
        <p:txBody>
          <a:bodyPr wrap="square" anchor="ctr" lIns="0" rIns="0" tIns="0" bIns="0">
            <a:spAutoFit/>
          </a:bodyPr>
          <a:lstStyle/>
          <a:p>
            <a:pPr algn="l"/>
            <a:r>
              <a:rPr sz="1500" b="0" i="0">
                <a:solidFill>
                  <a:srgbClr val="032D60"/>
                </a:solidFill>
                <a:latin typeface="Salesforce Sans"/>
              </a:rPr>
              <a:t>Schedules the field work</a:t>
            </a:r>
            <a:r>
              <a:rPr sz="1300" b="1" i="0">
                <a:solidFill>
                  <a:srgbClr val="066AFE"/>
                </a:solidFill>
                <a:latin typeface="Salesforce Sans"/>
              </a:rPr>
              <a:t>
Field Service</a:t>
            </a:r>
          </a:p>
        </p:txBody>
      </p:sp>
      <p:sp>
        <p:nvSpPr>
          <p:cNvPr id="33" name="Rounded Rectangle 32"/>
          <p:cNvSpPr/>
          <p:nvPr/>
        </p:nvSpPr>
        <p:spPr>
          <a:xfrm>
            <a:off x="9418320" y="6483096"/>
            <a:ext cx="8010144"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9601200" y="6665976"/>
            <a:ext cx="548640" cy="54864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Avant Garde Demi SFDC"/>
              </a:rPr>
              <a:t>T</a:t>
            </a:r>
          </a:p>
        </p:txBody>
      </p:sp>
      <p:sp>
        <p:nvSpPr>
          <p:cNvPr id="35" name="TextBox 34"/>
          <p:cNvSpPr txBox="1"/>
          <p:nvPr/>
        </p:nvSpPr>
        <p:spPr>
          <a:xfrm>
            <a:off x="10378440" y="6528816"/>
            <a:ext cx="3566160" cy="822960"/>
          </a:xfrm>
          <a:prstGeom prst="rect">
            <a:avLst/>
          </a:prstGeom>
          <a:noFill/>
        </p:spPr>
        <p:txBody>
          <a:bodyPr wrap="square" anchor="ctr" lIns="0" rIns="0" tIns="0" bIns="0">
            <a:spAutoFit/>
          </a:bodyPr>
          <a:lstStyle/>
          <a:p>
            <a:pPr algn="l"/>
            <a:r>
              <a:rPr sz="1900" b="1" i="0">
                <a:solidFill>
                  <a:srgbClr val="032D60"/>
                </a:solidFill>
                <a:latin typeface="Salesforce Sans"/>
              </a:rPr>
              <a:t>Technician</a:t>
            </a:r>
          </a:p>
        </p:txBody>
      </p:sp>
      <p:sp>
        <p:nvSpPr>
          <p:cNvPr id="36" name="TextBox 35"/>
          <p:cNvSpPr txBox="1"/>
          <p:nvPr/>
        </p:nvSpPr>
        <p:spPr>
          <a:xfrm>
            <a:off x="12847320" y="6528816"/>
            <a:ext cx="4434840" cy="822960"/>
          </a:xfrm>
          <a:prstGeom prst="rect">
            <a:avLst/>
          </a:prstGeom>
          <a:noFill/>
        </p:spPr>
        <p:txBody>
          <a:bodyPr wrap="square" anchor="ctr" lIns="0" rIns="0" tIns="0" bIns="0">
            <a:spAutoFit/>
          </a:bodyPr>
          <a:lstStyle/>
          <a:p>
            <a:pPr algn="l"/>
            <a:r>
              <a:rPr sz="1500" b="0" i="0">
                <a:solidFill>
                  <a:srgbClr val="032D60"/>
                </a:solidFill>
                <a:latin typeface="Salesforce Sans"/>
              </a:rPr>
              <a:t>Installs, services, spots growth</a:t>
            </a:r>
            <a:r>
              <a:rPr sz="1300" b="1" i="0">
                <a:solidFill>
                  <a:srgbClr val="066AFE"/>
                </a:solidFill>
                <a:latin typeface="Salesforce Sans"/>
              </a:rPr>
              <a:t>
Field Service Mobile</a:t>
            </a:r>
          </a:p>
        </p:txBody>
      </p:sp>
      <p:sp>
        <p:nvSpPr>
          <p:cNvPr id="37" name="Rounded Rectangle 36"/>
          <p:cNvSpPr/>
          <p:nvPr/>
        </p:nvSpPr>
        <p:spPr>
          <a:xfrm>
            <a:off x="9418320" y="7562088"/>
            <a:ext cx="8010144"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9601200" y="7744967"/>
            <a:ext cx="548640" cy="54864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Avant Garde Demi SFDC"/>
              </a:rPr>
              <a:t>B</a:t>
            </a:r>
          </a:p>
        </p:txBody>
      </p:sp>
      <p:sp>
        <p:nvSpPr>
          <p:cNvPr id="39" name="TextBox 38"/>
          <p:cNvSpPr txBox="1"/>
          <p:nvPr/>
        </p:nvSpPr>
        <p:spPr>
          <a:xfrm>
            <a:off x="10378440" y="7607808"/>
            <a:ext cx="3566160" cy="822960"/>
          </a:xfrm>
          <a:prstGeom prst="rect">
            <a:avLst/>
          </a:prstGeom>
          <a:noFill/>
        </p:spPr>
        <p:txBody>
          <a:bodyPr wrap="square" anchor="ctr" lIns="0" rIns="0" tIns="0" bIns="0">
            <a:spAutoFit/>
          </a:bodyPr>
          <a:lstStyle/>
          <a:p>
            <a:pPr algn="l"/>
            <a:r>
              <a:rPr sz="1900" b="1" i="0">
                <a:solidFill>
                  <a:srgbClr val="032D60"/>
                </a:solidFill>
                <a:latin typeface="Salesforce Sans"/>
              </a:rPr>
              <a:t>Billing Specialist</a:t>
            </a:r>
          </a:p>
        </p:txBody>
      </p:sp>
      <p:sp>
        <p:nvSpPr>
          <p:cNvPr id="40" name="TextBox 39"/>
          <p:cNvSpPr txBox="1"/>
          <p:nvPr/>
        </p:nvSpPr>
        <p:spPr>
          <a:xfrm>
            <a:off x="12847320" y="7607808"/>
            <a:ext cx="4434840" cy="822960"/>
          </a:xfrm>
          <a:prstGeom prst="rect">
            <a:avLst/>
          </a:prstGeom>
          <a:noFill/>
        </p:spPr>
        <p:txBody>
          <a:bodyPr wrap="square" anchor="ctr" lIns="0" rIns="0" tIns="0" bIns="0">
            <a:spAutoFit/>
          </a:bodyPr>
          <a:lstStyle/>
          <a:p>
            <a:pPr algn="l"/>
            <a:r>
              <a:rPr sz="1500" b="0" i="0">
                <a:solidFill>
                  <a:srgbClr val="032D60"/>
                </a:solidFill>
                <a:latin typeface="Salesforce Sans"/>
              </a:rPr>
              <a:t>Starts billing at go-live</a:t>
            </a:r>
            <a:r>
              <a:rPr sz="1300" b="1" i="0">
                <a:solidFill>
                  <a:srgbClr val="066AFE"/>
                </a:solidFill>
                <a:latin typeface="Salesforce Sans"/>
              </a:rPr>
              <a:t>
Revenue Cloud Billing</a:t>
            </a:r>
          </a:p>
        </p:txBody>
      </p:sp>
      <p:sp>
        <p:nvSpPr>
          <p:cNvPr id="41" name="TextBox 40"/>
          <p:cNvSpPr txBox="1"/>
          <p:nvPr/>
        </p:nvSpPr>
        <p:spPr>
          <a:xfrm>
            <a:off x="9418320" y="8686800"/>
            <a:ext cx="8010144" cy="365760"/>
          </a:xfrm>
          <a:prstGeom prst="rect">
            <a:avLst/>
          </a:prstGeom>
          <a:noFill/>
        </p:spPr>
        <p:txBody>
          <a:bodyPr wrap="square" anchor="t" lIns="0" rIns="0" tIns="0" bIns="0">
            <a:spAutoFit/>
          </a:bodyPr>
          <a:lstStyle/>
          <a:p>
            <a:pPr algn="l"/>
            <a:r>
              <a:rPr sz="1200" b="0" i="0">
                <a:solidFill>
                  <a:srgbClr val="5A6B85"/>
                </a:solidFill>
                <a:latin typeface="Salesforce Sans"/>
              </a:rPr>
              <a:t>Revenue Cloud personas in blue · Field Service personas in dark blue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The demo in nine scenes</a:t>
            </a:r>
          </a:p>
        </p:txBody>
      </p:sp>
      <p:sp>
        <p:nvSpPr>
          <p:cNvPr id="3" name="Subtitle 2"/>
          <p:cNvSpPr>
            <a:spLocks noGrp="1"/>
          </p:cNvSpPr>
          <p:nvPr>
            <p:ph type="subTitle" idx="1"/>
          </p:nvPr>
        </p:nvSpPr>
        <p:spPr/>
        <p:txBody>
          <a:bodyPr/>
          <a:lstStyle/>
          <a:p>
            <a:pPr marL="0" indent="0"/>
            <a:r>
              <a:t>One customer, one asset, one continuous loop · about 15 minutes</a:t>
            </a:r>
          </a:p>
        </p:txBody>
      </p:sp>
      <p:sp>
        <p:nvSpPr>
          <p:cNvPr id="4" name="TextBox 3"/>
          <p:cNvSpPr txBox="1"/>
          <p:nvPr/>
        </p:nvSpPr>
        <p:spPr>
          <a:xfrm>
            <a:off x="859536" y="2697480"/>
            <a:ext cx="10972800" cy="365760"/>
          </a:xfrm>
          <a:prstGeom prst="rect">
            <a:avLst/>
          </a:prstGeom>
          <a:noFill/>
        </p:spPr>
        <p:txBody>
          <a:bodyPr wrap="square" anchor="t" lIns="0" rIns="0" tIns="0" bIns="0">
            <a:spAutoFit/>
          </a:bodyPr>
          <a:lstStyle/>
          <a:p>
            <a:pPr algn="l"/>
            <a:r>
              <a:rPr sz="1400" b="1" i="0">
                <a:solidFill>
                  <a:srgbClr val="066AFE"/>
                </a:solidFill>
                <a:latin typeface="Salesforce Sans"/>
              </a:rPr>
              <a:t>ACT 1 · REVENUE CLOUD → FIELD SERVICE · SELL, DELIVER, BILL</a:t>
            </a:r>
          </a:p>
        </p:txBody>
      </p:sp>
      <p:sp>
        <p:nvSpPr>
          <p:cNvPr id="5" name="Rounded Rectangle 4"/>
          <p:cNvSpPr/>
          <p:nvPr/>
        </p:nvSpPr>
        <p:spPr>
          <a:xfrm>
            <a:off x="859536" y="31089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42415" y="3291840"/>
            <a:ext cx="502920" cy="5029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1</a:t>
            </a:r>
          </a:p>
        </p:txBody>
      </p:sp>
      <p:sp>
        <p:nvSpPr>
          <p:cNvPr id="7" name="Rounded Rectangle 6"/>
          <p:cNvSpPr/>
          <p:nvPr/>
        </p:nvSpPr>
        <p:spPr>
          <a:xfrm>
            <a:off x="2340864" y="33741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8" name="TextBox 7"/>
          <p:cNvSpPr txBox="1"/>
          <p:nvPr/>
        </p:nvSpPr>
        <p:spPr>
          <a:xfrm>
            <a:off x="1042415" y="3977639"/>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Configure &amp; quote</a:t>
            </a:r>
          </a:p>
        </p:txBody>
      </p:sp>
      <p:sp>
        <p:nvSpPr>
          <p:cNvPr id="9" name="TextBox 8"/>
          <p:cNvSpPr txBox="1"/>
          <p:nvPr/>
        </p:nvSpPr>
        <p:spPr>
          <a:xfrm>
            <a:off x="1042415" y="46634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Seller</a:t>
            </a:r>
          </a:p>
        </p:txBody>
      </p:sp>
      <p:cxnSp>
        <p:nvCxnSpPr>
          <p:cNvPr id="10" name="Connector 9"/>
          <p:cNvCxnSpPr/>
          <p:nvPr/>
        </p:nvCxnSpPr>
        <p:spPr>
          <a:xfrm>
            <a:off x="3931920" y="4229100"/>
            <a:ext cx="274320" cy="0"/>
          </a:xfrm>
          <a:prstGeom prst="line">
            <a:avLst/>
          </a:prstGeom>
          <a:ln w="25400">
            <a:solidFill>
              <a:srgbClr val="066AF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42816" y="31089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425696" y="3291840"/>
            <a:ext cx="502920" cy="5029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2</a:t>
            </a:r>
          </a:p>
        </p:txBody>
      </p:sp>
      <p:sp>
        <p:nvSpPr>
          <p:cNvPr id="13" name="Rounded Rectangle 12"/>
          <p:cNvSpPr/>
          <p:nvPr/>
        </p:nvSpPr>
        <p:spPr>
          <a:xfrm>
            <a:off x="5724144" y="33741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14" name="TextBox 13"/>
          <p:cNvSpPr txBox="1"/>
          <p:nvPr/>
        </p:nvSpPr>
        <p:spPr>
          <a:xfrm>
            <a:off x="4425696" y="3977639"/>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Activate the order</a:t>
            </a:r>
          </a:p>
        </p:txBody>
      </p:sp>
      <p:sp>
        <p:nvSpPr>
          <p:cNvPr id="15" name="TextBox 14"/>
          <p:cNvSpPr txBox="1"/>
          <p:nvPr/>
        </p:nvSpPr>
        <p:spPr>
          <a:xfrm>
            <a:off x="4425696" y="46634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Fulfillment Manager</a:t>
            </a:r>
          </a:p>
        </p:txBody>
      </p:sp>
      <p:cxnSp>
        <p:nvCxnSpPr>
          <p:cNvPr id="16" name="Connector 15"/>
          <p:cNvCxnSpPr/>
          <p:nvPr/>
        </p:nvCxnSpPr>
        <p:spPr>
          <a:xfrm>
            <a:off x="7315200" y="4229100"/>
            <a:ext cx="274320" cy="0"/>
          </a:xfrm>
          <a:prstGeom prst="line">
            <a:avLst/>
          </a:prstGeom>
          <a:ln w="25400">
            <a:solidFill>
              <a:srgbClr val="066AF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26096" y="31089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808975" y="3291840"/>
            <a:ext cx="502920" cy="5029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3</a:t>
            </a:r>
          </a:p>
        </p:txBody>
      </p:sp>
      <p:sp>
        <p:nvSpPr>
          <p:cNvPr id="19" name="Rounded Rectangle 18"/>
          <p:cNvSpPr/>
          <p:nvPr/>
        </p:nvSpPr>
        <p:spPr>
          <a:xfrm>
            <a:off x="9107424" y="33741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20" name="TextBox 19"/>
          <p:cNvSpPr txBox="1"/>
          <p:nvPr/>
        </p:nvSpPr>
        <p:spPr>
          <a:xfrm>
            <a:off x="7808975" y="3977639"/>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Automatic dispatch</a:t>
            </a:r>
          </a:p>
        </p:txBody>
      </p:sp>
      <p:sp>
        <p:nvSpPr>
          <p:cNvPr id="21" name="TextBox 20"/>
          <p:cNvSpPr txBox="1"/>
          <p:nvPr/>
        </p:nvSpPr>
        <p:spPr>
          <a:xfrm>
            <a:off x="7808975" y="46634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Dispatcher</a:t>
            </a:r>
          </a:p>
        </p:txBody>
      </p:sp>
      <p:cxnSp>
        <p:nvCxnSpPr>
          <p:cNvPr id="22" name="Connector 21"/>
          <p:cNvCxnSpPr/>
          <p:nvPr/>
        </p:nvCxnSpPr>
        <p:spPr>
          <a:xfrm>
            <a:off x="10698480" y="4229100"/>
            <a:ext cx="274320" cy="0"/>
          </a:xfrm>
          <a:prstGeom prst="line">
            <a:avLst/>
          </a:prstGeom>
          <a:ln w="25400">
            <a:solidFill>
              <a:srgbClr val="066AF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1009376" y="31089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1192256" y="3291840"/>
            <a:ext cx="502920" cy="5029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4</a:t>
            </a:r>
          </a:p>
        </p:txBody>
      </p:sp>
      <p:sp>
        <p:nvSpPr>
          <p:cNvPr id="25" name="Rounded Rectangle 24"/>
          <p:cNvSpPr/>
          <p:nvPr/>
        </p:nvSpPr>
        <p:spPr>
          <a:xfrm>
            <a:off x="12490704" y="33741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26" name="TextBox 25"/>
          <p:cNvSpPr txBox="1"/>
          <p:nvPr/>
        </p:nvSpPr>
        <p:spPr>
          <a:xfrm>
            <a:off x="11192256" y="3977639"/>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Technician on site</a:t>
            </a:r>
          </a:p>
        </p:txBody>
      </p:sp>
      <p:sp>
        <p:nvSpPr>
          <p:cNvPr id="27" name="TextBox 26"/>
          <p:cNvSpPr txBox="1"/>
          <p:nvPr/>
        </p:nvSpPr>
        <p:spPr>
          <a:xfrm>
            <a:off x="11192256" y="46634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Technician</a:t>
            </a:r>
          </a:p>
        </p:txBody>
      </p:sp>
      <p:cxnSp>
        <p:nvCxnSpPr>
          <p:cNvPr id="28" name="Connector 27"/>
          <p:cNvCxnSpPr/>
          <p:nvPr/>
        </p:nvCxnSpPr>
        <p:spPr>
          <a:xfrm>
            <a:off x="14081760" y="4229100"/>
            <a:ext cx="274320" cy="0"/>
          </a:xfrm>
          <a:prstGeom prst="line">
            <a:avLst/>
          </a:prstGeom>
          <a:ln w="25400">
            <a:solidFill>
              <a:srgbClr val="066AF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4392656" y="31089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4575536" y="3291840"/>
            <a:ext cx="502920" cy="5029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5</a:t>
            </a:r>
          </a:p>
        </p:txBody>
      </p:sp>
      <p:sp>
        <p:nvSpPr>
          <p:cNvPr id="31" name="Rounded Rectangle 30"/>
          <p:cNvSpPr/>
          <p:nvPr/>
        </p:nvSpPr>
        <p:spPr>
          <a:xfrm>
            <a:off x="15873984" y="33741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32" name="TextBox 31"/>
          <p:cNvSpPr txBox="1"/>
          <p:nvPr/>
        </p:nvSpPr>
        <p:spPr>
          <a:xfrm>
            <a:off x="14575536" y="3977639"/>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Billing starts at install</a:t>
            </a:r>
          </a:p>
        </p:txBody>
      </p:sp>
      <p:sp>
        <p:nvSpPr>
          <p:cNvPr id="33" name="TextBox 32"/>
          <p:cNvSpPr txBox="1"/>
          <p:nvPr/>
        </p:nvSpPr>
        <p:spPr>
          <a:xfrm>
            <a:off x="14575536" y="46634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Billing Specialist</a:t>
            </a:r>
          </a:p>
        </p:txBody>
      </p:sp>
      <p:sp>
        <p:nvSpPr>
          <p:cNvPr id="34" name="TextBox 33"/>
          <p:cNvSpPr txBox="1"/>
          <p:nvPr/>
        </p:nvSpPr>
        <p:spPr>
          <a:xfrm>
            <a:off x="859536" y="5669280"/>
            <a:ext cx="10972800" cy="365760"/>
          </a:xfrm>
          <a:prstGeom prst="rect">
            <a:avLst/>
          </a:prstGeom>
          <a:noFill/>
        </p:spPr>
        <p:txBody>
          <a:bodyPr wrap="square" anchor="t" lIns="0" rIns="0" tIns="0" bIns="0">
            <a:spAutoFit/>
          </a:bodyPr>
          <a:lstStyle/>
          <a:p>
            <a:pPr algn="l"/>
            <a:r>
              <a:rPr sz="1400" b="1" i="0">
                <a:solidFill>
                  <a:srgbClr val="022AC0"/>
                </a:solidFill>
                <a:latin typeface="Salesforce Sans"/>
              </a:rPr>
              <a:t>ACT 2 · FIELD SERVICE → REVENUE CLOUD · SERVICE, PROTECT, GROW</a:t>
            </a:r>
          </a:p>
        </p:txBody>
      </p:sp>
      <p:sp>
        <p:nvSpPr>
          <p:cNvPr id="35" name="Rounded Rectangle 34"/>
          <p:cNvSpPr/>
          <p:nvPr/>
        </p:nvSpPr>
        <p:spPr>
          <a:xfrm>
            <a:off x="859536" y="60807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042415" y="6263640"/>
            <a:ext cx="502920" cy="5029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6</a:t>
            </a:r>
          </a:p>
        </p:txBody>
      </p:sp>
      <p:sp>
        <p:nvSpPr>
          <p:cNvPr id="37" name="Rounded Rectangle 36"/>
          <p:cNvSpPr/>
          <p:nvPr/>
        </p:nvSpPr>
        <p:spPr>
          <a:xfrm>
            <a:off x="2615184" y="6345936"/>
            <a:ext cx="114300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A84B00"/>
                </a:solidFill>
                <a:latin typeface="Salesforce Sans"/>
              </a:rPr>
              <a:t>VISION</a:t>
            </a:r>
          </a:p>
        </p:txBody>
      </p:sp>
      <p:sp>
        <p:nvSpPr>
          <p:cNvPr id="38" name="TextBox 37"/>
          <p:cNvSpPr txBox="1"/>
          <p:nvPr/>
        </p:nvSpPr>
        <p:spPr>
          <a:xfrm>
            <a:off x="1042415" y="6949440"/>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Maintenance runs itself</a:t>
            </a:r>
          </a:p>
        </p:txBody>
      </p:sp>
      <p:sp>
        <p:nvSpPr>
          <p:cNvPr id="39" name="TextBox 38"/>
          <p:cNvSpPr txBox="1"/>
          <p:nvPr/>
        </p:nvSpPr>
        <p:spPr>
          <a:xfrm>
            <a:off x="1042415" y="76352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Service Manager</a:t>
            </a:r>
          </a:p>
        </p:txBody>
      </p:sp>
      <p:cxnSp>
        <p:nvCxnSpPr>
          <p:cNvPr id="40" name="Connector 39"/>
          <p:cNvCxnSpPr/>
          <p:nvPr/>
        </p:nvCxnSpPr>
        <p:spPr>
          <a:xfrm>
            <a:off x="3931920" y="7200900"/>
            <a:ext cx="274320" cy="0"/>
          </a:xfrm>
          <a:prstGeom prst="line">
            <a:avLst/>
          </a:prstGeom>
          <a:ln w="25400">
            <a:solidFill>
              <a:srgbClr val="022A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4242816" y="60807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4425696" y="6263640"/>
            <a:ext cx="502920" cy="5029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7</a:t>
            </a:r>
          </a:p>
        </p:txBody>
      </p:sp>
      <p:sp>
        <p:nvSpPr>
          <p:cNvPr id="43" name="Rounded Rectangle 42"/>
          <p:cNvSpPr/>
          <p:nvPr/>
        </p:nvSpPr>
        <p:spPr>
          <a:xfrm>
            <a:off x="5998464" y="6345936"/>
            <a:ext cx="114300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A84B00"/>
                </a:solidFill>
                <a:latin typeface="Salesforce Sans"/>
              </a:rPr>
              <a:t>VISION</a:t>
            </a:r>
          </a:p>
        </p:txBody>
      </p:sp>
      <p:sp>
        <p:nvSpPr>
          <p:cNvPr id="44" name="TextBox 43"/>
          <p:cNvSpPr txBox="1"/>
          <p:nvPr/>
        </p:nvSpPr>
        <p:spPr>
          <a:xfrm>
            <a:off x="4425696" y="6949440"/>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Break/fix with coverage check</a:t>
            </a:r>
          </a:p>
        </p:txBody>
      </p:sp>
      <p:sp>
        <p:nvSpPr>
          <p:cNvPr id="45" name="TextBox 44"/>
          <p:cNvSpPr txBox="1"/>
          <p:nvPr/>
        </p:nvSpPr>
        <p:spPr>
          <a:xfrm>
            <a:off x="4425696" y="76352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Dispatcher &amp; Billing</a:t>
            </a:r>
          </a:p>
        </p:txBody>
      </p:sp>
      <p:cxnSp>
        <p:nvCxnSpPr>
          <p:cNvPr id="46" name="Connector 45"/>
          <p:cNvCxnSpPr/>
          <p:nvPr/>
        </p:nvCxnSpPr>
        <p:spPr>
          <a:xfrm>
            <a:off x="7315200" y="7200900"/>
            <a:ext cx="274320" cy="0"/>
          </a:xfrm>
          <a:prstGeom prst="line">
            <a:avLst/>
          </a:prstGeom>
          <a:ln w="25400">
            <a:solidFill>
              <a:srgbClr val="022A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626096" y="60807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7808975" y="6263640"/>
            <a:ext cx="502920" cy="5029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8</a:t>
            </a:r>
          </a:p>
        </p:txBody>
      </p:sp>
      <p:sp>
        <p:nvSpPr>
          <p:cNvPr id="49" name="Rounded Rectangle 48"/>
          <p:cNvSpPr/>
          <p:nvPr/>
        </p:nvSpPr>
        <p:spPr>
          <a:xfrm>
            <a:off x="9381744" y="6345936"/>
            <a:ext cx="114300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A84B00"/>
                </a:solidFill>
                <a:latin typeface="Salesforce Sans"/>
              </a:rPr>
              <a:t>VISION</a:t>
            </a:r>
          </a:p>
        </p:txBody>
      </p:sp>
      <p:sp>
        <p:nvSpPr>
          <p:cNvPr id="50" name="TextBox 49"/>
          <p:cNvSpPr txBox="1"/>
          <p:nvPr/>
        </p:nvSpPr>
        <p:spPr>
          <a:xfrm>
            <a:off x="7808975" y="6949440"/>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Upsell from the field</a:t>
            </a:r>
          </a:p>
        </p:txBody>
      </p:sp>
      <p:sp>
        <p:nvSpPr>
          <p:cNvPr id="51" name="TextBox 50"/>
          <p:cNvSpPr txBox="1"/>
          <p:nvPr/>
        </p:nvSpPr>
        <p:spPr>
          <a:xfrm>
            <a:off x="7808975" y="76352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Technician → Seller</a:t>
            </a:r>
          </a:p>
        </p:txBody>
      </p:sp>
      <p:cxnSp>
        <p:nvCxnSpPr>
          <p:cNvPr id="52" name="Connector 51"/>
          <p:cNvCxnSpPr/>
          <p:nvPr/>
        </p:nvCxnSpPr>
        <p:spPr>
          <a:xfrm>
            <a:off x="10698480" y="7200900"/>
            <a:ext cx="274320" cy="0"/>
          </a:xfrm>
          <a:prstGeom prst="line">
            <a:avLst/>
          </a:prstGeom>
          <a:ln w="25400">
            <a:solidFill>
              <a:srgbClr val="022A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11009376" y="60807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11192256" y="6263640"/>
            <a:ext cx="502920" cy="5029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9</a:t>
            </a:r>
          </a:p>
        </p:txBody>
      </p:sp>
      <p:sp>
        <p:nvSpPr>
          <p:cNvPr id="55" name="Rounded Rectangle 54"/>
          <p:cNvSpPr/>
          <p:nvPr/>
        </p:nvSpPr>
        <p:spPr>
          <a:xfrm>
            <a:off x="12490704" y="63459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56" name="TextBox 55"/>
          <p:cNvSpPr txBox="1"/>
          <p:nvPr/>
        </p:nvSpPr>
        <p:spPr>
          <a:xfrm>
            <a:off x="11192256" y="6949440"/>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One install base</a:t>
            </a:r>
          </a:p>
        </p:txBody>
      </p:sp>
      <p:sp>
        <p:nvSpPr>
          <p:cNvPr id="57" name="TextBox 56"/>
          <p:cNvSpPr txBox="1"/>
          <p:nvPr/>
        </p:nvSpPr>
        <p:spPr>
          <a:xfrm>
            <a:off x="11192256" y="76352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Account Team</a:t>
            </a:r>
          </a:p>
        </p:txBody>
      </p:sp>
      <p:cxnSp>
        <p:nvCxnSpPr>
          <p:cNvPr id="58" name="Connector 57"/>
          <p:cNvCxnSpPr/>
          <p:nvPr/>
        </p:nvCxnSpPr>
        <p:spPr>
          <a:xfrm>
            <a:off x="14081760" y="7200900"/>
            <a:ext cx="274320" cy="0"/>
          </a:xfrm>
          <a:prstGeom prst="line">
            <a:avLst/>
          </a:prstGeom>
          <a:ln w="25400">
            <a:solidFill>
              <a:srgbClr val="022A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14392656" y="6080760"/>
            <a:ext cx="3035808" cy="2240280"/>
          </a:xfrm>
          <a:prstGeom prst="roundRect">
            <a:avLst>
              <a:gd name="adj" fmla="val 8000"/>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14621256" y="6263640"/>
            <a:ext cx="2578608" cy="1874520"/>
          </a:xfrm>
          <a:prstGeom prst="rect">
            <a:avLst/>
          </a:prstGeom>
          <a:noFill/>
        </p:spPr>
        <p:txBody>
          <a:bodyPr wrap="square" anchor="ctr" lIns="0" rIns="0" tIns="0" bIns="0">
            <a:spAutoFit/>
          </a:bodyPr>
          <a:lstStyle/>
          <a:p>
            <a:pPr algn="l"/>
            <a:r>
              <a:rPr sz="1900" b="1" i="0">
                <a:solidFill>
                  <a:srgbClr val="FFFFFF"/>
                </a:solidFill>
                <a:latin typeface="Avant Garde Demi SFDC"/>
              </a:rPr>
              <a:t>↺  Back to Scene 1</a:t>
            </a:r>
          </a:p>
          <a:p>
            <a:pPr algn="l">
              <a:spcBef>
                <a:spcPts val="800"/>
              </a:spcBef>
            </a:pPr>
            <a:r>
              <a:rPr sz="1400" b="0" i="0">
                <a:solidFill>
                  <a:srgbClr val="FFFFFF"/>
                </a:solidFill>
                <a:latin typeface="Salesforce Sans"/>
              </a:rPr>
              <a:t>The next quote starts from what the field learned</a:t>
            </a:r>
          </a:p>
        </p:txBody>
      </p:sp>
      <p:sp>
        <p:nvSpPr>
          <p:cNvPr id="61" name="Rounded Rectangle 60"/>
          <p:cNvSpPr/>
          <p:nvPr/>
        </p:nvSpPr>
        <p:spPr>
          <a:xfrm>
            <a:off x="859536" y="8641080"/>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62" name="TextBox 61"/>
          <p:cNvSpPr txBox="1"/>
          <p:nvPr/>
        </p:nvSpPr>
        <p:spPr>
          <a:xfrm>
            <a:off x="2377440" y="8622792"/>
            <a:ext cx="5029200" cy="365760"/>
          </a:xfrm>
          <a:prstGeom prst="rect">
            <a:avLst/>
          </a:prstGeom>
          <a:noFill/>
        </p:spPr>
        <p:txBody>
          <a:bodyPr wrap="square" anchor="ctr" lIns="0" rIns="0" tIns="0" bIns="0">
            <a:spAutoFit/>
          </a:bodyPr>
          <a:lstStyle/>
          <a:p>
            <a:pPr algn="l"/>
            <a:r>
              <a:rPr sz="1300" b="0" i="0">
                <a:solidFill>
                  <a:srgbClr val="5A6B85"/>
                </a:solidFill>
                <a:latin typeface="Salesforce Sans"/>
              </a:rPr>
              <a:t>Shown live in the org</a:t>
            </a:r>
          </a:p>
        </p:txBody>
      </p:sp>
      <p:sp>
        <p:nvSpPr>
          <p:cNvPr id="63" name="Rounded Rectangle 62"/>
          <p:cNvSpPr/>
          <p:nvPr/>
        </p:nvSpPr>
        <p:spPr>
          <a:xfrm>
            <a:off x="5669280" y="8641080"/>
            <a:ext cx="114300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A84B00"/>
                </a:solidFill>
                <a:latin typeface="Salesforce Sans"/>
              </a:rPr>
              <a:t>VISION</a:t>
            </a:r>
          </a:p>
        </p:txBody>
      </p:sp>
      <p:sp>
        <p:nvSpPr>
          <p:cNvPr id="64" name="TextBox 63"/>
          <p:cNvSpPr txBox="1"/>
          <p:nvPr/>
        </p:nvSpPr>
        <p:spPr>
          <a:xfrm>
            <a:off x="6903720" y="8622792"/>
            <a:ext cx="5943600" cy="365760"/>
          </a:xfrm>
          <a:prstGeom prst="rect">
            <a:avLst/>
          </a:prstGeom>
          <a:noFill/>
        </p:spPr>
        <p:txBody>
          <a:bodyPr wrap="square" anchor="ctr" lIns="0" rIns="0" tIns="0" bIns="0">
            <a:spAutoFit/>
          </a:bodyPr>
          <a:lstStyle/>
          <a:p>
            <a:pPr algn="l"/>
            <a:r>
              <a:rPr sz="1300" b="0" i="0">
                <a:solidFill>
                  <a:srgbClr val="5A6B85"/>
                </a:solidFill>
                <a:latin typeface="Salesforce Sans"/>
              </a:rPr>
              <a:t>Storyboard only for now · built in a later phase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Act 1 · Revenue Cloud → Field Service</a:t>
            </a:r>
          </a:p>
        </p:txBody>
      </p:sp>
      <p:sp>
        <p:nvSpPr>
          <p:cNvPr id="3" name="TextBox 2"/>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Sell it, deliver it, and start billing when it's actually running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Configure &amp; quote</a:t>
            </a:r>
          </a:p>
        </p:txBody>
      </p:sp>
      <p:sp>
        <p:nvSpPr>
          <p:cNvPr id="4" name="Subtitle 3"/>
          <p:cNvSpPr>
            <a:spLocks noGrp="1"/>
          </p:cNvSpPr>
          <p:nvPr>
            <p:ph type="subTitle" idx="2"/>
          </p:nvPr>
        </p:nvSpPr>
        <p:spPr/>
        <p:txBody>
          <a:bodyPr/>
          <a:lstStyle/>
          <a:p>
            <a:pPr marL="0" indent="0"/>
            <a:r>
              <a:rPr sz="2000"/>
              <a:t>Seller · Quote &amp; Configurator</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66AFE"/>
                </a:solidFill>
                <a:latin typeface="Salesforce Sans"/>
              </a:rPr>
              <a:t>SCENE 1  ·  ACT 1</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A seller builds the Infinitech quote: PowerSwerve R750 server bundle</a:t>
            </a:r>
          </a:p>
          <a:p>
            <a:pPr algn="l" marL="274320" indent="-274320">
              <a:spcBef>
                <a:spcPts val="1000"/>
              </a:spcBef>
              <a:buChar char="•"/>
            </a:pPr>
            <a:r>
              <a:rPr sz="1800" b="0" i="0">
                <a:solidFill>
                  <a:srgbClr val="032D60"/>
                </a:solidFill>
                <a:latin typeface="Salesforce Sans"/>
              </a:rPr>
              <a:t>A product rule adds Installation &amp; Assembly (QB-INST-1000) with the hardware</a:t>
            </a:r>
          </a:p>
          <a:p>
            <a:pPr algn="l" marL="274320" indent="-274320">
              <a:spcBef>
                <a:spcPts val="1000"/>
              </a:spcBef>
              <a:buChar char="•"/>
            </a:pPr>
            <a:r>
              <a:rPr sz="1800" b="0" i="0">
                <a:solidFill>
                  <a:srgbClr val="032D60"/>
                </a:solidFill>
                <a:latin typeface="Salesforce Sans"/>
              </a:rPr>
              <a:t>Gold Hardware Maintenance is priced automatically at 20% of hardware</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Service is sold with the hardware, so the install is never forgotten.</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737360"/>
            <a:ext cx="6720840" cy="4069080"/>
          </a:xfrm>
          <a:prstGeom prst="rect">
            <a:avLst/>
          </a:prstGeom>
          <a:noFill/>
        </p:spPr>
        <p:txBody>
          <a:bodyPr wrap="square" anchor="ctr" lIns="0" rIns="0" tIns="0" bIns="0">
            <a:spAutoFit/>
          </a:bodyPr>
          <a:lstStyle/>
          <a:p>
            <a:pPr algn="ctr"/>
            <a:r>
              <a:rPr sz="1300" b="1" i="0">
                <a:solidFill>
                  <a:srgbClr val="066AFE"/>
                </a:solidFill>
                <a:latin typeface="Salesforce Sans"/>
              </a:rPr>
              <a:t>SCREENSHOT PLACEHOLDER</a:t>
            </a:r>
          </a:p>
          <a:p>
            <a:pPr algn="ctr">
              <a:spcBef>
                <a:spcPts val="1000"/>
              </a:spcBef>
            </a:pPr>
            <a:r>
              <a:rPr sz="1700" b="0" i="0">
                <a:solidFill>
                  <a:srgbClr val="5A6B85"/>
                </a:solidFill>
                <a:latin typeface="Salesforce Sans"/>
              </a:rPr>
              <a:t>Product Configurator with the R750 bundle, then the quote line editor with pricing</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Infinitech opportunity → New Quote</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Add PowerSwerve R750 → Configure</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auto-added Installation &amp; Assembly</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Add Gold Maintenance → show price waterfall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Activate the order</a:t>
            </a:r>
          </a:p>
        </p:txBody>
      </p:sp>
      <p:sp>
        <p:nvSpPr>
          <p:cNvPr id="4" name="Subtitle 3"/>
          <p:cNvSpPr>
            <a:spLocks noGrp="1"/>
          </p:cNvSpPr>
          <p:nvPr>
            <p:ph type="subTitle" idx="2"/>
          </p:nvPr>
        </p:nvSpPr>
        <p:spPr/>
        <p:txBody>
          <a:bodyPr/>
          <a:lstStyle/>
          <a:p>
            <a:pPr marL="0" indent="0"/>
            <a:r>
              <a:rPr sz="2000"/>
              <a:t>Fulfillment Manager · Dynamic Revenue Orchestration</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66AFE"/>
                </a:solidFill>
                <a:latin typeface="Salesforce Sans"/>
              </a:rPr>
              <a:t>SCENE 2  ·  ACT 1</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The quote becomes an activated order with one click</a:t>
            </a:r>
          </a:p>
          <a:p>
            <a:pPr algn="l" marL="274320" indent="-274320">
              <a:spcBef>
                <a:spcPts val="1000"/>
              </a:spcBef>
              <a:buChar char="•"/>
            </a:pPr>
            <a:r>
              <a:rPr sz="1800" b="0" i="0">
                <a:solidFill>
                  <a:srgbClr val="032D60"/>
                </a:solidFill>
                <a:latin typeface="Salesforce Sans"/>
              </a:rPr>
              <a:t>Dynamic Revenue Orchestration breaks the order into a fulfillment plan</a:t>
            </a:r>
          </a:p>
          <a:p>
            <a:pPr algn="l" marL="274320" indent="-274320">
              <a:spcBef>
                <a:spcPts val="1000"/>
              </a:spcBef>
              <a:buChar char="•"/>
            </a:pPr>
            <a:r>
              <a:rPr sz="1800" b="0" i="0">
                <a:solidFill>
                  <a:srgbClr val="032D60"/>
                </a:solidFill>
                <a:latin typeface="Salesforce Sans"/>
              </a:rPr>
              <a:t>Ship → Field Installation → Installation Complete → Initiate Billing</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Billing waits on the install. The plan won't bill until the field says it's done.</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737360"/>
            <a:ext cx="6720840" cy="4069080"/>
          </a:xfrm>
          <a:prstGeom prst="rect">
            <a:avLst/>
          </a:prstGeom>
          <a:noFill/>
        </p:spPr>
        <p:txBody>
          <a:bodyPr wrap="square" anchor="ctr" lIns="0" rIns="0" tIns="0" bIns="0">
            <a:spAutoFit/>
          </a:bodyPr>
          <a:lstStyle/>
          <a:p>
            <a:pPr algn="ctr"/>
            <a:r>
              <a:rPr sz="1300" b="1" i="0">
                <a:solidFill>
                  <a:srgbClr val="066AFE"/>
                </a:solidFill>
                <a:latin typeface="Salesforce Sans"/>
              </a:rPr>
              <a:t>SCREENSHOT PLACEHOLDER</a:t>
            </a:r>
          </a:p>
          <a:p>
            <a:pPr algn="ctr">
              <a:spcBef>
                <a:spcPts val="1000"/>
              </a:spcBef>
            </a:pPr>
            <a:r>
              <a:rPr sz="1700" b="0" i="0">
                <a:solidFill>
                  <a:srgbClr val="5A6B85"/>
                </a:solidFill>
                <a:latin typeface="Salesforce Sans"/>
              </a:rPr>
              <a:t>Fulfillment plan for the Infinitech order with the Field Installation step highlighted</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Quote → Create Order → Activate</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order's fulfillment plan</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Walk the steps left to right</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Point at Initiate Billing waiting on Installation Complete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Automatic dispatch</a:t>
            </a:r>
          </a:p>
        </p:txBody>
      </p:sp>
      <p:sp>
        <p:nvSpPr>
          <p:cNvPr id="4" name="Subtitle 3"/>
          <p:cNvSpPr>
            <a:spLocks noGrp="1"/>
          </p:cNvSpPr>
          <p:nvPr>
            <p:ph type="subTitle" idx="2"/>
          </p:nvPr>
        </p:nvSpPr>
        <p:spPr/>
        <p:txBody>
          <a:bodyPr/>
          <a:lstStyle/>
          <a:p>
            <a:pPr marL="0" indent="0"/>
            <a:r>
              <a:rPr sz="2000"/>
              <a:t>Dispatcher · Work Orders &amp; Scheduling</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66AFE"/>
                </a:solidFill>
                <a:latin typeface="Salesforce Sans"/>
              </a:rPr>
              <a:t>SCENE 3  ·  ACT 1</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The Field Installation step creates a Work Order and Service Appointment automatically</a:t>
            </a:r>
          </a:p>
          <a:p>
            <a:pPr algn="l" marL="274320" indent="-274320">
              <a:spcBef>
                <a:spcPts val="1000"/>
              </a:spcBef>
              <a:buChar char="•"/>
            </a:pPr>
            <a:r>
              <a:rPr sz="1800" b="0" i="0">
                <a:solidFill>
                  <a:srgbClr val="032D60"/>
                </a:solidFill>
                <a:latin typeface="Salesforce Sans"/>
              </a:rPr>
              <a:t>The Work Order links back to the Order and the fulfillment step</a:t>
            </a:r>
          </a:p>
          <a:p>
            <a:pPr algn="l" marL="274320" indent="-274320">
              <a:spcBef>
                <a:spcPts val="1000"/>
              </a:spcBef>
              <a:buChar char="•"/>
            </a:pPr>
            <a:r>
              <a:rPr sz="1800" b="0" i="0">
                <a:solidFill>
                  <a:srgbClr val="032D60"/>
                </a:solidFill>
                <a:latin typeface="Salesforce Sans"/>
              </a:rPr>
              <a:t>The appointment lands in the San Francisco territory, ready to schedule</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No re-keying. The order became field work the moment it was activated.</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737360"/>
            <a:ext cx="6720840" cy="4069080"/>
          </a:xfrm>
          <a:prstGeom prst="rect">
            <a:avLst/>
          </a:prstGeom>
          <a:noFill/>
        </p:spPr>
        <p:txBody>
          <a:bodyPr wrap="square" anchor="ctr" lIns="0" rIns="0" tIns="0" bIns="0">
            <a:spAutoFit/>
          </a:bodyPr>
          <a:lstStyle/>
          <a:p>
            <a:pPr algn="ctr"/>
            <a:r>
              <a:rPr sz="1300" b="1" i="0">
                <a:solidFill>
                  <a:srgbClr val="066AFE"/>
                </a:solidFill>
                <a:latin typeface="Salesforce Sans"/>
              </a:rPr>
              <a:t>SCREENSHOT PLACEHOLDER</a:t>
            </a:r>
          </a:p>
          <a:p>
            <a:pPr algn="ctr">
              <a:spcBef>
                <a:spcPts val="1000"/>
              </a:spcBef>
            </a:pPr>
            <a:r>
              <a:rPr sz="1700" b="0" i="0">
                <a:solidFill>
                  <a:srgbClr val="5A6B85"/>
                </a:solidFill>
                <a:latin typeface="Salesforce Sans"/>
              </a:rPr>
              <a:t>Work Order record showing the Order and Fulfillment Step links, plus its Service Appointment</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Field Installation step → related Work Order</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Order and Fulfillment Step fields</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Service Appointment</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territory and work type (Server Rack Install)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Technician on site</a:t>
            </a:r>
          </a:p>
        </p:txBody>
      </p:sp>
      <p:sp>
        <p:nvSpPr>
          <p:cNvPr id="4" name="Subtitle 3"/>
          <p:cNvSpPr>
            <a:spLocks noGrp="1"/>
          </p:cNvSpPr>
          <p:nvPr>
            <p:ph type="subTitle" idx="2"/>
          </p:nvPr>
        </p:nvSpPr>
        <p:spPr/>
        <p:txBody>
          <a:bodyPr/>
          <a:lstStyle/>
          <a:p>
            <a:pPr marL="0" indent="0"/>
            <a:r>
              <a:rPr sz="2000"/>
              <a:t>Technician · Mobile</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66AFE"/>
                </a:solidFill>
                <a:latin typeface="Salesforce Sans"/>
              </a:rPr>
              <a:t>SCENE 4  ·  ACT 1</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The job goes to a technician with the Server Rack Install skill</a:t>
            </a:r>
          </a:p>
          <a:p>
            <a:pPr algn="l" marL="274320" indent="-274320">
              <a:spcBef>
                <a:spcPts val="1000"/>
              </a:spcBef>
              <a:buChar char="•"/>
            </a:pPr>
            <a:r>
              <a:rPr sz="1800" b="0" i="0">
                <a:solidFill>
                  <a:srgbClr val="032D60"/>
                </a:solidFill>
                <a:latin typeface="Salesforce Sans"/>
              </a:rPr>
              <a:t>On site, the technician records the server serial number on the Asset</a:t>
            </a:r>
          </a:p>
          <a:p>
            <a:pPr algn="l" marL="274320" indent="-274320">
              <a:spcBef>
                <a:spcPts val="1000"/>
              </a:spcBef>
              <a:buChar char="•"/>
            </a:pPr>
            <a:r>
              <a:rPr sz="1800" b="0" i="0">
                <a:solidFill>
                  <a:srgbClr val="032D60"/>
                </a:solidFill>
                <a:latin typeface="Salesforce Sans"/>
              </a:rPr>
              <a:t>The technician completes the Work Order</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The person in the field closes the deal's last mile from a phone.</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737360"/>
            <a:ext cx="6720840" cy="4069080"/>
          </a:xfrm>
          <a:prstGeom prst="rect">
            <a:avLst/>
          </a:prstGeom>
          <a:noFill/>
        </p:spPr>
        <p:txBody>
          <a:bodyPr wrap="square" anchor="ctr" lIns="0" rIns="0" tIns="0" bIns="0">
            <a:spAutoFit/>
          </a:bodyPr>
          <a:lstStyle/>
          <a:p>
            <a:pPr algn="ctr"/>
            <a:r>
              <a:rPr sz="1300" b="1" i="0">
                <a:solidFill>
                  <a:srgbClr val="066AFE"/>
                </a:solidFill>
                <a:latin typeface="Salesforce Sans"/>
              </a:rPr>
              <a:t>SCREENSHOT PLACEHOLDER</a:t>
            </a:r>
          </a:p>
          <a:p>
            <a:pPr algn="ctr">
              <a:spcBef>
                <a:spcPts val="1000"/>
              </a:spcBef>
            </a:pPr>
            <a:r>
              <a:rPr sz="1700" b="0" i="0">
                <a:solidFill>
                  <a:srgbClr val="5A6B85"/>
                </a:solidFill>
                <a:latin typeface="Salesforce Sans"/>
              </a:rPr>
              <a:t>Field Service mobile app: appointment details, Asset serial capture, Complete status</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Assign the appointment to the certified technician</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it on mobile (or the Work Order on desktop)</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Enter the serial number on the Asset</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Set the Work Order to Completed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Billing starts at install</a:t>
            </a:r>
          </a:p>
        </p:txBody>
      </p:sp>
      <p:sp>
        <p:nvSpPr>
          <p:cNvPr id="4" name="Subtitle 3"/>
          <p:cNvSpPr>
            <a:spLocks noGrp="1"/>
          </p:cNvSpPr>
          <p:nvPr>
            <p:ph type="subTitle" idx="2"/>
          </p:nvPr>
        </p:nvSpPr>
        <p:spPr/>
        <p:txBody>
          <a:bodyPr/>
          <a:lstStyle/>
          <a:p>
            <a:pPr marL="0" indent="0"/>
            <a:r>
              <a:rPr sz="2000"/>
              <a:t>Billing Specialist · Billing</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66AFE"/>
                </a:solidFill>
                <a:latin typeface="Salesforce Sans"/>
              </a:rPr>
              <a:t>SCENE 5  ·  ACT 1</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Completing the Work Order completes the fulfillment step automatically</a:t>
            </a:r>
          </a:p>
          <a:p>
            <a:pPr algn="l" marL="274320" indent="-274320">
              <a:spcBef>
                <a:spcPts val="1000"/>
              </a:spcBef>
              <a:buChar char="•"/>
            </a:pPr>
            <a:r>
              <a:rPr sz="1800" b="0" i="0">
                <a:solidFill>
                  <a:srgbClr val="032D60"/>
                </a:solidFill>
                <a:latin typeface="Salesforce Sans"/>
              </a:rPr>
              <a:t>Installation Complete releases Initiate Billing</a:t>
            </a:r>
          </a:p>
          <a:p>
            <a:pPr algn="l" marL="274320" indent="-274320">
              <a:spcBef>
                <a:spcPts val="1000"/>
              </a:spcBef>
              <a:buChar char="•"/>
            </a:pPr>
            <a:r>
              <a:rPr sz="1800" b="0" i="0">
                <a:solidFill>
                  <a:srgbClr val="032D60"/>
                </a:solidFill>
                <a:latin typeface="Salesforce Sans"/>
              </a:rPr>
              <a:t>The billing schedule starts on the install date, not the order date</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Revenue starts when value starts. No credits, no disputes.</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737360"/>
            <a:ext cx="6720840" cy="4069080"/>
          </a:xfrm>
          <a:prstGeom prst="rect">
            <a:avLst/>
          </a:prstGeom>
          <a:noFill/>
        </p:spPr>
        <p:txBody>
          <a:bodyPr wrap="square" anchor="ctr" lIns="0" rIns="0" tIns="0" bIns="0">
            <a:spAutoFit/>
          </a:bodyPr>
          <a:lstStyle/>
          <a:p>
            <a:pPr algn="ctr"/>
            <a:r>
              <a:rPr sz="1300" b="1" i="0">
                <a:solidFill>
                  <a:srgbClr val="066AFE"/>
                </a:solidFill>
                <a:latin typeface="Salesforce Sans"/>
              </a:rPr>
              <a:t>SCREENSHOT PLACEHOLDER</a:t>
            </a:r>
          </a:p>
          <a:p>
            <a:pPr algn="ctr">
              <a:spcBef>
                <a:spcPts val="1000"/>
              </a:spcBef>
            </a:pPr>
            <a:r>
              <a:rPr sz="1700" b="0" i="0">
                <a:solidFill>
                  <a:srgbClr val="5A6B85"/>
                </a:solidFill>
                <a:latin typeface="Salesforce Sans"/>
              </a:rPr>
              <a:t>Fulfillment plan with Installation Complete done, then the billing schedule start date</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Return to the fulfillment plan → Installation Complete is done</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Initiate Billing is now running</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billing schedule</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Compare start date to the order 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Act 2 · Field Service → Revenue Cloud</a:t>
            </a:r>
          </a:p>
        </p:txBody>
      </p:sp>
      <p:sp>
        <p:nvSpPr>
          <p:cNvPr id="3" name="TextBox 2"/>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Service it, protect revenue, and grow the account from the field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Maintenance runs itself</a:t>
            </a:r>
          </a:p>
        </p:txBody>
      </p:sp>
      <p:sp>
        <p:nvSpPr>
          <p:cNvPr id="4" name="Subtitle 3"/>
          <p:cNvSpPr>
            <a:spLocks noGrp="1"/>
          </p:cNvSpPr>
          <p:nvPr>
            <p:ph type="subTitle" idx="2"/>
          </p:nvPr>
        </p:nvSpPr>
        <p:spPr/>
        <p:txBody>
          <a:bodyPr/>
          <a:lstStyle/>
          <a:p>
            <a:pPr marL="0" indent="0"/>
            <a:r>
              <a:rPr sz="2000"/>
              <a:t>Service Manager · Maintenance Plans</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22AC0"/>
                </a:solidFill>
                <a:latin typeface="Salesforce Sans"/>
              </a:rPr>
              <a:t>SCENE 6  ·  ACT 2</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Gold maintenance on the order creates a Maintenance Plan on the new Asset</a:t>
            </a:r>
          </a:p>
          <a:p>
            <a:pPr algn="l" marL="274320" indent="-274320">
              <a:spcBef>
                <a:spcPts val="1000"/>
              </a:spcBef>
              <a:buChar char="•"/>
            </a:pPr>
            <a:r>
              <a:rPr sz="1800" b="0" i="0">
                <a:solidFill>
                  <a:srgbClr val="032D60"/>
                </a:solidFill>
                <a:latin typeface="Salesforce Sans"/>
              </a:rPr>
              <a:t>Monthly preventive visits are generated as Work Orders automatically</a:t>
            </a:r>
          </a:p>
          <a:p>
            <a:pPr algn="l" marL="274320" indent="-274320">
              <a:spcBef>
                <a:spcPts val="1000"/>
              </a:spcBef>
              <a:buChar char="•"/>
            </a:pPr>
            <a:r>
              <a:rPr sz="1800" b="0" i="0">
                <a:solidFill>
                  <a:srgbClr val="032D60"/>
                </a:solidFill>
                <a:latin typeface="Salesforce Sans"/>
              </a:rPr>
              <a:t>Each visit is tied to the Asset Revenue Cloud sold</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What was promised on the quote is scheduled in the field, automatically.</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737360"/>
            <a:ext cx="6720840" cy="4069080"/>
          </a:xfrm>
          <a:prstGeom prst="rect">
            <a:avLst/>
          </a:prstGeom>
          <a:noFill/>
        </p:spPr>
        <p:txBody>
          <a:bodyPr wrap="square" anchor="ctr" lIns="0" rIns="0" tIns="0" bIns="0">
            <a:spAutoFit/>
          </a:bodyPr>
          <a:lstStyle/>
          <a:p>
            <a:pPr algn="ctr"/>
            <a:r>
              <a:rPr sz="1300" b="1" i="0">
                <a:solidFill>
                  <a:srgbClr val="066AFE"/>
                </a:solidFill>
                <a:latin typeface="Salesforce Sans"/>
              </a:rPr>
              <a:t>SCREENSHOT PLACEHOLDER</a:t>
            </a:r>
          </a:p>
          <a:p>
            <a:pPr algn="ctr">
              <a:spcBef>
                <a:spcPts val="1000"/>
              </a:spcBef>
            </a:pPr>
            <a:r>
              <a:rPr sz="1700" b="0" i="0">
                <a:solidFill>
                  <a:srgbClr val="5A6B85"/>
                </a:solidFill>
                <a:latin typeface="Salesforce Sans"/>
              </a:rPr>
              <a:t>Maintenance Plan on the R750 Asset with upcoming preventive Work Orders</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R750 Asset</a:t>
            </a:r>
          </a:p>
        </p:txBody>
      </p:sp>
      <p:sp>
        <p:nvSpPr>
          <p:cNvPr id="19" name="Oval 18"/>
          <p:cNvSpPr/>
          <p:nvPr/>
        </p:nvSpPr>
        <p:spPr>
          <a:xfrm>
            <a:off x="9829800" y="7379207"/>
            <a:ext cx="384048" cy="384048"/>
          </a:xfrm>
          <a:prstGeom prst="ellipse">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Maintenance Plan created from Gold maintenance</a:t>
            </a:r>
          </a:p>
        </p:txBody>
      </p:sp>
      <p:sp>
        <p:nvSpPr>
          <p:cNvPr id="21" name="Oval 20"/>
          <p:cNvSpPr/>
          <p:nvPr/>
        </p:nvSpPr>
        <p:spPr>
          <a:xfrm>
            <a:off x="9829800" y="8000999"/>
            <a:ext cx="384048" cy="384048"/>
          </a:xfrm>
          <a:prstGeom prst="ellipse">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next generated preventive Work Orders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Break/fix with coverage check</a:t>
            </a:r>
          </a:p>
        </p:txBody>
      </p:sp>
      <p:sp>
        <p:nvSpPr>
          <p:cNvPr id="4" name="Subtitle 3"/>
          <p:cNvSpPr>
            <a:spLocks noGrp="1"/>
          </p:cNvSpPr>
          <p:nvPr>
            <p:ph type="subTitle" idx="2"/>
          </p:nvPr>
        </p:nvSpPr>
        <p:spPr/>
        <p:txBody>
          <a:bodyPr/>
          <a:lstStyle/>
          <a:p>
            <a:pPr marL="0" indent="0"/>
            <a:r>
              <a:rPr sz="2000"/>
              <a:t>Dispatcher &amp; Billing · Field Service + Revenue Cloud Billing</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22AC0"/>
                </a:solidFill>
                <a:latin typeface="Salesforce Sans"/>
              </a:rPr>
              <a:t>SCENE 7  ·  ACT 2</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A power supply fails and a break/fix Work Order is opened</a:t>
            </a:r>
          </a:p>
          <a:p>
            <a:pPr algn="l" marL="274320" indent="-274320">
              <a:spcBef>
                <a:spcPts val="1000"/>
              </a:spcBef>
              <a:buChar char="•"/>
            </a:pPr>
            <a:r>
              <a:rPr sz="1800" b="0" i="0">
                <a:solidFill>
                  <a:srgbClr val="032D60"/>
                </a:solidFill>
                <a:latin typeface="Salesforce Sans"/>
              </a:rPr>
              <a:t>Covered by Gold maintenance: no charge to the customer</a:t>
            </a:r>
          </a:p>
          <a:p>
            <a:pPr algn="l" marL="274320" indent="-274320">
              <a:spcBef>
                <a:spcPts val="1000"/>
              </a:spcBef>
              <a:buChar char="•"/>
            </a:pPr>
            <a:r>
              <a:rPr sz="1800" b="0" i="0">
                <a:solidFill>
                  <a:srgbClr val="032D60"/>
                </a:solidFill>
                <a:latin typeface="Salesforce Sans"/>
              </a:rPr>
              <a:t>Not covered: parts and labor become a priced, invoiced order</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One record decides what the customer pays. Service pays for itself.</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737360"/>
            <a:ext cx="6720840" cy="4069080"/>
          </a:xfrm>
          <a:prstGeom prst="rect">
            <a:avLst/>
          </a:prstGeom>
          <a:noFill/>
        </p:spPr>
        <p:txBody>
          <a:bodyPr wrap="square" anchor="ctr" lIns="0" rIns="0" tIns="0" bIns="0">
            <a:spAutoFit/>
          </a:bodyPr>
          <a:lstStyle/>
          <a:p>
            <a:pPr algn="ctr"/>
            <a:r>
              <a:rPr sz="1300" b="1" i="0">
                <a:solidFill>
                  <a:srgbClr val="066AFE"/>
                </a:solidFill>
                <a:latin typeface="Salesforce Sans"/>
              </a:rPr>
              <a:t>SCREENSHOT PLACEHOLDER</a:t>
            </a:r>
          </a:p>
          <a:p>
            <a:pPr algn="ctr">
              <a:spcBef>
                <a:spcPts val="1000"/>
              </a:spcBef>
            </a:pPr>
            <a:r>
              <a:rPr sz="1700" b="0" i="0">
                <a:solidFill>
                  <a:srgbClr val="5A6B85"/>
                </a:solidFill>
                <a:latin typeface="Salesforce Sans"/>
              </a:rPr>
              <a:t>Side by side: covered Work Order (no charge) vs uncovered Work Order with its billable order and invoice</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break/fix Work Order on Infinitech → Covered</a:t>
            </a:r>
          </a:p>
        </p:txBody>
      </p:sp>
      <p:sp>
        <p:nvSpPr>
          <p:cNvPr id="19" name="Oval 18"/>
          <p:cNvSpPr/>
          <p:nvPr/>
        </p:nvSpPr>
        <p:spPr>
          <a:xfrm>
            <a:off x="9829800" y="7379207"/>
            <a:ext cx="384048" cy="384048"/>
          </a:xfrm>
          <a:prstGeom prst="ellipse">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Repeat on an account without maintenance</a:t>
            </a:r>
          </a:p>
        </p:txBody>
      </p:sp>
      <p:sp>
        <p:nvSpPr>
          <p:cNvPr id="21" name="Oval 20"/>
          <p:cNvSpPr/>
          <p:nvPr/>
        </p:nvSpPr>
        <p:spPr>
          <a:xfrm>
            <a:off x="9829800" y="8000999"/>
            <a:ext cx="384048" cy="384048"/>
          </a:xfrm>
          <a:prstGeom prst="ellipse">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billable order created from parts and labor</a:t>
            </a:r>
          </a:p>
        </p:txBody>
      </p:sp>
      <p:sp>
        <p:nvSpPr>
          <p:cNvPr id="23" name="Oval 22"/>
          <p:cNvSpPr/>
          <p:nvPr/>
        </p:nvSpPr>
        <p:spPr>
          <a:xfrm>
            <a:off x="9829800" y="8622792"/>
            <a:ext cx="384048" cy="384048"/>
          </a:xfrm>
          <a:prstGeom prst="ellipse">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invoice in Billing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Upsell from the field</a:t>
            </a:r>
          </a:p>
        </p:txBody>
      </p:sp>
      <p:sp>
        <p:nvSpPr>
          <p:cNvPr id="4" name="Subtitle 3"/>
          <p:cNvSpPr>
            <a:spLocks noGrp="1"/>
          </p:cNvSpPr>
          <p:nvPr>
            <p:ph type="subTitle" idx="2"/>
          </p:nvPr>
        </p:nvSpPr>
        <p:spPr/>
        <p:txBody>
          <a:bodyPr/>
          <a:lstStyle/>
          <a:p>
            <a:pPr marL="0" indent="0"/>
            <a:r>
              <a:rPr sz="2000"/>
              <a:t>Technician → Seller · Field Service Mobile + Revenue Cloud</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22AC0"/>
                </a:solidFill>
                <a:latin typeface="Salesforce Sans"/>
              </a:rPr>
              <a:t>SCENE 8  ·  ACT 2</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On site, the technician sees the rack is nearly full</a:t>
            </a:r>
          </a:p>
          <a:p>
            <a:pPr algn="l" marL="274320" indent="-274320">
              <a:spcBef>
                <a:spcPts val="1000"/>
              </a:spcBef>
              <a:buChar char="•"/>
            </a:pPr>
            <a:r>
              <a:rPr sz="1800" b="0" i="0">
                <a:solidFill>
                  <a:srgbClr val="032D60"/>
                </a:solidFill>
                <a:latin typeface="Salesforce Sans"/>
              </a:rPr>
              <a:t>One quick action from the Work Order flags an expansion opportunity</a:t>
            </a:r>
          </a:p>
          <a:p>
            <a:pPr algn="l" marL="274320" indent="-274320">
              <a:spcBef>
                <a:spcPts val="1000"/>
              </a:spcBef>
              <a:buChar char="•"/>
            </a:pPr>
            <a:r>
              <a:rPr sz="1800" b="0" i="0">
                <a:solidFill>
                  <a:srgbClr val="032D60"/>
                </a:solidFill>
                <a:latin typeface="Salesforce Sans"/>
              </a:rPr>
              <a:t>Sales amends the existing asset instead of starting a new deal</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Growth starts with the person who's actually in the data center.</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737360"/>
            <a:ext cx="6720840" cy="4069080"/>
          </a:xfrm>
          <a:prstGeom prst="rect">
            <a:avLst/>
          </a:prstGeom>
          <a:noFill/>
        </p:spPr>
        <p:txBody>
          <a:bodyPr wrap="square" anchor="ctr" lIns="0" rIns="0" tIns="0" bIns="0">
            <a:spAutoFit/>
          </a:bodyPr>
          <a:lstStyle/>
          <a:p>
            <a:pPr algn="ctr"/>
            <a:r>
              <a:rPr sz="1300" b="1" i="0">
                <a:solidFill>
                  <a:srgbClr val="066AFE"/>
                </a:solidFill>
                <a:latin typeface="Salesforce Sans"/>
              </a:rPr>
              <a:t>SCREENSHOT PLACEHOLDER</a:t>
            </a:r>
          </a:p>
          <a:p>
            <a:pPr algn="ctr">
              <a:spcBef>
                <a:spcPts val="1000"/>
              </a:spcBef>
            </a:pPr>
            <a:r>
              <a:rPr sz="1700" b="0" i="0">
                <a:solidFill>
                  <a:srgbClr val="5A6B85"/>
                </a:solidFill>
                <a:latin typeface="Salesforce Sans"/>
              </a:rPr>
              <a:t>Quick action on the Work Order, then the amendment quote on the existing Asset</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Work Order → Flag Expansion quick action</a:t>
            </a:r>
          </a:p>
        </p:txBody>
      </p:sp>
      <p:sp>
        <p:nvSpPr>
          <p:cNvPr id="19" name="Oval 18"/>
          <p:cNvSpPr/>
          <p:nvPr/>
        </p:nvSpPr>
        <p:spPr>
          <a:xfrm>
            <a:off x="9829800" y="7379207"/>
            <a:ext cx="384048" cy="384048"/>
          </a:xfrm>
          <a:prstGeom prst="ellipse">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Opportunity appears for the account owner</a:t>
            </a:r>
          </a:p>
        </p:txBody>
      </p:sp>
      <p:sp>
        <p:nvSpPr>
          <p:cNvPr id="21" name="Oval 20"/>
          <p:cNvSpPr/>
          <p:nvPr/>
        </p:nvSpPr>
        <p:spPr>
          <a:xfrm>
            <a:off x="9829800" y="8000999"/>
            <a:ext cx="384048" cy="384048"/>
          </a:xfrm>
          <a:prstGeom prst="ellipse">
            <a:avLst/>
          </a:prstGeom>
          <a:solidFill>
            <a:srgbClr val="F383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Seller amends the R750 Asset → adds capacity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One install base</a:t>
            </a:r>
          </a:p>
        </p:txBody>
      </p:sp>
      <p:sp>
        <p:nvSpPr>
          <p:cNvPr id="4" name="Subtitle 3"/>
          <p:cNvSpPr>
            <a:spLocks noGrp="1"/>
          </p:cNvSpPr>
          <p:nvPr>
            <p:ph type="subTitle" idx="2"/>
          </p:nvPr>
        </p:nvSpPr>
        <p:spPr/>
        <p:txBody>
          <a:bodyPr/>
          <a:lstStyle/>
          <a:p>
            <a:pPr marL="0" indent="0"/>
            <a:r>
              <a:rPr sz="2000"/>
              <a:t>Account Team · Asset</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22AC0"/>
                </a:solidFill>
                <a:latin typeface="Salesforce Sans"/>
              </a:rPr>
              <a:t>SCENE 9  ·  ACT 2</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Revenue Cloud and Field Service work from the same Asset record</a:t>
            </a:r>
          </a:p>
          <a:p>
            <a:pPr algn="l" marL="274320" indent="-274320">
              <a:spcBef>
                <a:spcPts val="1000"/>
              </a:spcBef>
              <a:buChar char="•"/>
            </a:pPr>
            <a:r>
              <a:rPr sz="1800" b="0" i="0">
                <a:solidFill>
                  <a:srgbClr val="032D60"/>
                </a:solidFill>
                <a:latin typeface="Salesforce Sans"/>
              </a:rPr>
              <a:t>Orders, Work Orders, and billing all appear on one Asset</a:t>
            </a:r>
          </a:p>
          <a:p>
            <a:pPr algn="l" marL="274320" indent="-274320">
              <a:spcBef>
                <a:spcPts val="1000"/>
              </a:spcBef>
              <a:buChar char="•"/>
            </a:pPr>
            <a:r>
              <a:rPr sz="1800" b="0" i="0">
                <a:solidFill>
                  <a:srgbClr val="032D60"/>
                </a:solidFill>
                <a:latin typeface="Salesforce Sans"/>
              </a:rPr>
              <a:t>Renewals and amendments quote against what's actually installed</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Sales, service, and finance finally agree on what the customer has.</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737360"/>
            <a:ext cx="6720840" cy="4069080"/>
          </a:xfrm>
          <a:prstGeom prst="rect">
            <a:avLst/>
          </a:prstGeom>
          <a:noFill/>
        </p:spPr>
        <p:txBody>
          <a:bodyPr wrap="square" anchor="ctr" lIns="0" rIns="0" tIns="0" bIns="0">
            <a:spAutoFit/>
          </a:bodyPr>
          <a:lstStyle/>
          <a:p>
            <a:pPr algn="ctr"/>
            <a:r>
              <a:rPr sz="1300" b="1" i="0">
                <a:solidFill>
                  <a:srgbClr val="066AFE"/>
                </a:solidFill>
                <a:latin typeface="Salesforce Sans"/>
              </a:rPr>
              <a:t>SCREENSHOT PLACEHOLDER</a:t>
            </a:r>
          </a:p>
          <a:p>
            <a:pPr algn="ctr">
              <a:spcBef>
                <a:spcPts val="1000"/>
              </a:spcBef>
            </a:pPr>
            <a:r>
              <a:rPr sz="1700" b="0" i="0">
                <a:solidFill>
                  <a:srgbClr val="5A6B85"/>
                </a:solidFill>
                <a:latin typeface="Salesforce Sans"/>
              </a:rPr>
              <a:t>R750 Asset record with related Order, Work Orders, and billing together</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R750 Asset</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related Order and fulfillment history</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related Work Orders and serial number</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billing details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What the audience should walk away with</a:t>
            </a:r>
          </a:p>
        </p:txBody>
      </p:sp>
      <p:sp>
        <p:nvSpPr>
          <p:cNvPr id="3" name="Subtitle 2"/>
          <p:cNvSpPr>
            <a:spLocks noGrp="1"/>
          </p:cNvSpPr>
          <p:nvPr>
            <p:ph type="subTitle" idx="1"/>
          </p:nvPr>
        </p:nvSpPr>
        <p:spPr/>
        <p:txBody>
          <a:bodyPr/>
          <a:lstStyle/>
          <a:p>
            <a:pPr marL="0" indent="0"/>
            <a:r>
              <a:t>Three outcomes, each proven by a scene they just watched</a:t>
            </a:r>
          </a:p>
        </p:txBody>
      </p:sp>
      <p:sp>
        <p:nvSpPr>
          <p:cNvPr id="4" name="Rounded Rectangle 3"/>
          <p:cNvSpPr/>
          <p:nvPr/>
        </p:nvSpPr>
        <p:spPr>
          <a:xfrm>
            <a:off x="859536"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225295" y="3291840"/>
            <a:ext cx="731520" cy="7315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1</a:t>
            </a:r>
          </a:p>
        </p:txBody>
      </p:sp>
      <p:sp>
        <p:nvSpPr>
          <p:cNvPr id="6" name="TextBox 5"/>
          <p:cNvSpPr txBox="1"/>
          <p:nvPr/>
        </p:nvSpPr>
        <p:spPr>
          <a:xfrm>
            <a:off x="1225295"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No billing before go-live</a:t>
            </a:r>
          </a:p>
        </p:txBody>
      </p:sp>
      <p:sp>
        <p:nvSpPr>
          <p:cNvPr id="7" name="TextBox 6"/>
          <p:cNvSpPr txBox="1"/>
          <p:nvPr/>
        </p:nvSpPr>
        <p:spPr>
          <a:xfrm>
            <a:off x="1225295"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Billing waits for the technician to complete the install, so invoices match reality.</a:t>
            </a:r>
          </a:p>
        </p:txBody>
      </p:sp>
      <p:sp>
        <p:nvSpPr>
          <p:cNvPr id="8" name="TextBox 7"/>
          <p:cNvSpPr txBox="1"/>
          <p:nvPr/>
        </p:nvSpPr>
        <p:spPr>
          <a:xfrm>
            <a:off x="1225295" y="8001000"/>
            <a:ext cx="2377440" cy="365760"/>
          </a:xfrm>
          <a:prstGeom prst="rect">
            <a:avLst/>
          </a:prstGeom>
          <a:noFill/>
        </p:spPr>
        <p:txBody>
          <a:bodyPr wrap="square" anchor="ctr" lIns="0" rIns="0" tIns="0" bIns="0">
            <a:spAutoFit/>
          </a:bodyPr>
          <a:lstStyle/>
          <a:p>
            <a:pPr algn="l"/>
            <a:r>
              <a:rPr sz="1400" b="1" i="0">
                <a:solidFill>
                  <a:srgbClr val="066AFE"/>
                </a:solidFill>
                <a:latin typeface="Salesforce Sans"/>
              </a:rPr>
              <a:t>Proven in Scenes 2–5</a:t>
            </a:r>
          </a:p>
        </p:txBody>
      </p:sp>
      <p:sp>
        <p:nvSpPr>
          <p:cNvPr id="9" name="Rounded Rectangle 8"/>
          <p:cNvSpPr/>
          <p:nvPr/>
        </p:nvSpPr>
        <p:spPr>
          <a:xfrm>
            <a:off x="6519672"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885432" y="3291840"/>
            <a:ext cx="731520" cy="7315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2</a:t>
            </a:r>
          </a:p>
        </p:txBody>
      </p:sp>
      <p:sp>
        <p:nvSpPr>
          <p:cNvPr id="11" name="TextBox 10"/>
          <p:cNvSpPr txBox="1"/>
          <p:nvPr/>
        </p:nvSpPr>
        <p:spPr>
          <a:xfrm>
            <a:off x="6885432"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Service that pays for itself</a:t>
            </a:r>
          </a:p>
        </p:txBody>
      </p:sp>
      <p:sp>
        <p:nvSpPr>
          <p:cNvPr id="12" name="TextBox 11"/>
          <p:cNvSpPr txBox="1"/>
          <p:nvPr/>
        </p:nvSpPr>
        <p:spPr>
          <a:xfrm>
            <a:off x="6885432"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Coverage is checked against what was sold. Uncovered work becomes revenue automatically.</a:t>
            </a:r>
          </a:p>
        </p:txBody>
      </p:sp>
      <p:sp>
        <p:nvSpPr>
          <p:cNvPr id="13" name="TextBox 12"/>
          <p:cNvSpPr txBox="1"/>
          <p:nvPr/>
        </p:nvSpPr>
        <p:spPr>
          <a:xfrm>
            <a:off x="6885432" y="8001000"/>
            <a:ext cx="2377440" cy="365760"/>
          </a:xfrm>
          <a:prstGeom prst="rect">
            <a:avLst/>
          </a:prstGeom>
          <a:noFill/>
        </p:spPr>
        <p:txBody>
          <a:bodyPr wrap="square" anchor="ctr" lIns="0" rIns="0" tIns="0" bIns="0">
            <a:spAutoFit/>
          </a:bodyPr>
          <a:lstStyle/>
          <a:p>
            <a:pPr algn="l"/>
            <a:r>
              <a:rPr sz="1400" b="1" i="0">
                <a:solidFill>
                  <a:srgbClr val="066AFE"/>
                </a:solidFill>
                <a:latin typeface="Salesforce Sans"/>
              </a:rPr>
              <a:t>Proven in Scene 7</a:t>
            </a:r>
          </a:p>
        </p:txBody>
      </p:sp>
      <p:sp>
        <p:nvSpPr>
          <p:cNvPr id="14" name="Rounded Rectangle 13"/>
          <p:cNvSpPr/>
          <p:nvPr/>
        </p:nvSpPr>
        <p:spPr>
          <a:xfrm>
            <a:off x="10259568" y="8019288"/>
            <a:ext cx="114300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A84B00"/>
                </a:solidFill>
                <a:latin typeface="Salesforce Sans"/>
              </a:rPr>
              <a:t>VISION</a:t>
            </a:r>
          </a:p>
        </p:txBody>
      </p:sp>
      <p:sp>
        <p:nvSpPr>
          <p:cNvPr id="15" name="Rounded Rectangle 14"/>
          <p:cNvSpPr/>
          <p:nvPr/>
        </p:nvSpPr>
        <p:spPr>
          <a:xfrm>
            <a:off x="12179808"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2545568" y="3291840"/>
            <a:ext cx="731520" cy="7315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3</a:t>
            </a:r>
          </a:p>
        </p:txBody>
      </p:sp>
      <p:sp>
        <p:nvSpPr>
          <p:cNvPr id="17" name="TextBox 16"/>
          <p:cNvSpPr txBox="1"/>
          <p:nvPr/>
        </p:nvSpPr>
        <p:spPr>
          <a:xfrm>
            <a:off x="12545568"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Growth that starts in the field</a:t>
            </a:r>
          </a:p>
        </p:txBody>
      </p:sp>
      <p:sp>
        <p:nvSpPr>
          <p:cNvPr id="18" name="TextBox 17"/>
          <p:cNvSpPr txBox="1"/>
          <p:nvPr/>
        </p:nvSpPr>
        <p:spPr>
          <a:xfrm>
            <a:off x="12545568"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Technicians flag expansion, and sellers amend the real install base.</a:t>
            </a:r>
          </a:p>
        </p:txBody>
      </p:sp>
      <p:sp>
        <p:nvSpPr>
          <p:cNvPr id="19" name="TextBox 18"/>
          <p:cNvSpPr txBox="1"/>
          <p:nvPr/>
        </p:nvSpPr>
        <p:spPr>
          <a:xfrm>
            <a:off x="12545568" y="8001000"/>
            <a:ext cx="2377440" cy="365760"/>
          </a:xfrm>
          <a:prstGeom prst="rect">
            <a:avLst/>
          </a:prstGeom>
          <a:noFill/>
        </p:spPr>
        <p:txBody>
          <a:bodyPr wrap="square" anchor="ctr" lIns="0" rIns="0" tIns="0" bIns="0">
            <a:spAutoFit/>
          </a:bodyPr>
          <a:lstStyle/>
          <a:p>
            <a:pPr algn="l"/>
            <a:r>
              <a:rPr sz="1400" b="1" i="0">
                <a:solidFill>
                  <a:srgbClr val="066AFE"/>
                </a:solidFill>
                <a:latin typeface="Salesforce Sans"/>
              </a:rPr>
              <a:t>Proven in Scenes 8–9</a:t>
            </a:r>
          </a:p>
        </p:txBody>
      </p:sp>
      <p:sp>
        <p:nvSpPr>
          <p:cNvPr id="20" name="Rounded Rectangle 19"/>
          <p:cNvSpPr/>
          <p:nvPr/>
        </p:nvSpPr>
        <p:spPr>
          <a:xfrm>
            <a:off x="15919704" y="8019288"/>
            <a:ext cx="114300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A84B00"/>
                </a:solidFill>
                <a:latin typeface="Salesforce Sans"/>
              </a:rPr>
              <a:t>VISION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Run of show</a:t>
            </a:r>
          </a:p>
        </p:txBody>
      </p:sp>
      <p:sp>
        <p:nvSpPr>
          <p:cNvPr id="3" name="Subtitle 2"/>
          <p:cNvSpPr>
            <a:spLocks noGrp="1"/>
          </p:cNvSpPr>
          <p:nvPr>
            <p:ph type="subTitle" idx="1"/>
          </p:nvPr>
        </p:nvSpPr>
        <p:spPr/>
        <p:txBody>
          <a:bodyPr/>
          <a:lstStyle/>
          <a:p>
            <a:pPr marL="0" indent="0"/>
            <a:r>
              <a:t>Who drives each scene, how long it runs, and the fallback</a:t>
            </a:r>
          </a:p>
        </p:txBody>
      </p:sp>
      <p:graphicFrame>
        <p:nvGraphicFramePr>
          <p:cNvPr id="4" name="Table 3"/>
          <p:cNvGraphicFramePr>
            <a:graphicFrameLocks noGrp="1"/>
          </p:cNvGraphicFramePr>
          <p:nvPr/>
        </p:nvGraphicFramePr>
        <p:xfrm>
          <a:off x="859536" y="2788920"/>
          <a:ext cx="16568928" cy="6035040"/>
        </p:xfrm>
        <a:graphic>
          <a:graphicData uri="http://schemas.openxmlformats.org/drawingml/2006/table">
            <a:tbl>
              <a:tblPr firstRow="1">
                <a:tableStyleId>{5C22544A-7EE6-4342-B048-85BDC9FD1C3A}</a:tableStyleId>
              </a:tblPr>
              <a:tblGrid>
                <a:gridCol w="731520"/>
                <a:gridCol w="4023360"/>
                <a:gridCol w="3291840"/>
                <a:gridCol w="4206240"/>
                <a:gridCol w="1005840"/>
                <a:gridCol w="3310128"/>
              </a:tblGrid>
              <a:tr h="548640">
                <a:tc>
                  <a:txBody>
                    <a:bodyPr/>
                    <a:lstStyle/>
                    <a:p>
                      <a:pPr algn="l"/>
                      <a:r>
                        <a:rPr sz="1400" b="1" i="0">
                          <a:solidFill>
                            <a:srgbClr val="FFFFFF"/>
                          </a:solidFill>
                          <a:latin typeface="Salesforce Sans"/>
                        </a:rPr>
                        <a:t>#</a:t>
                      </a:r>
                    </a:p>
                  </a:txBody>
                  <a:tcPr marL="109728" marR="109728" anchor="ctr">
                    <a:solidFill>
                      <a:srgbClr val="032D60"/>
                    </a:solidFill>
                  </a:tcPr>
                </a:tc>
                <a:tc>
                  <a:txBody>
                    <a:bodyPr/>
                    <a:lstStyle/>
                    <a:p>
                      <a:pPr algn="l"/>
                      <a:r>
                        <a:rPr sz="1400" b="1" i="0">
                          <a:solidFill>
                            <a:srgbClr val="FFFFFF"/>
                          </a:solidFill>
                          <a:latin typeface="Salesforce Sans"/>
                        </a:rPr>
                        <a:t>Scene</a:t>
                      </a:r>
                    </a:p>
                  </a:txBody>
                  <a:tcPr marL="109728" marR="109728" anchor="ctr">
                    <a:solidFill>
                      <a:srgbClr val="032D60"/>
                    </a:solidFill>
                  </a:tcPr>
                </a:tc>
                <a:tc>
                  <a:txBody>
                    <a:bodyPr/>
                    <a:lstStyle/>
                    <a:p>
                      <a:pPr algn="l"/>
                      <a:r>
                        <a:rPr sz="1400" b="1" i="0">
                          <a:solidFill>
                            <a:srgbClr val="FFFFFF"/>
                          </a:solidFill>
                          <a:latin typeface="Salesforce Sans"/>
                        </a:rPr>
                        <a:t>Persona</a:t>
                      </a:r>
                    </a:p>
                  </a:txBody>
                  <a:tcPr marL="109728" marR="109728" anchor="ctr">
                    <a:solidFill>
                      <a:srgbClr val="032D60"/>
                    </a:solidFill>
                  </a:tcPr>
                </a:tc>
                <a:tc>
                  <a:txBody>
                    <a:bodyPr/>
                    <a:lstStyle/>
                    <a:p>
                      <a:pPr algn="l"/>
                      <a:r>
                        <a:rPr sz="1400" b="1" i="0">
                          <a:solidFill>
                            <a:srgbClr val="FFFFFF"/>
                          </a:solidFill>
                          <a:latin typeface="Salesforce Sans"/>
                        </a:rPr>
                        <a:t>App / screen</a:t>
                      </a:r>
                    </a:p>
                  </a:txBody>
                  <a:tcPr marL="109728" marR="109728" anchor="ctr">
                    <a:solidFill>
                      <a:srgbClr val="032D60"/>
                    </a:solidFill>
                  </a:tcPr>
                </a:tc>
                <a:tc>
                  <a:txBody>
                    <a:bodyPr/>
                    <a:lstStyle/>
                    <a:p>
                      <a:pPr algn="l"/>
                      <a:r>
                        <a:rPr sz="1400" b="1" i="0">
                          <a:solidFill>
                            <a:srgbClr val="FFFFFF"/>
                          </a:solidFill>
                          <a:latin typeface="Salesforce Sans"/>
                        </a:rPr>
                        <a:t>Min</a:t>
                      </a:r>
                    </a:p>
                  </a:txBody>
                  <a:tcPr marL="109728" marR="109728" anchor="ctr">
                    <a:solidFill>
                      <a:srgbClr val="032D60"/>
                    </a:solidFill>
                  </a:tcPr>
                </a:tc>
                <a:tc>
                  <a:txBody>
                    <a:bodyPr/>
                    <a:lstStyle/>
                    <a:p>
                      <a:pPr algn="l"/>
                      <a:r>
                        <a:rPr sz="1400" b="1" i="0">
                          <a:solidFill>
                            <a:srgbClr val="FFFFFF"/>
                          </a:solidFill>
                          <a:latin typeface="Salesforce Sans"/>
                        </a:rPr>
                        <a:t>If it doesn't load</a:t>
                      </a:r>
                    </a:p>
                  </a:txBody>
                  <a:tcPr marL="109728" marR="109728" anchor="ctr">
                    <a:solidFill>
                      <a:srgbClr val="032D60"/>
                    </a:solidFill>
                  </a:tcPr>
                </a:tc>
              </a:tr>
              <a:tr h="548640">
                <a:tc>
                  <a:txBody>
                    <a:bodyPr/>
                    <a:lstStyle/>
                    <a:p>
                      <a:pPr algn="ctr"/>
                      <a:r>
                        <a:rPr sz="1500" b="1" i="0">
                          <a:solidFill>
                            <a:srgbClr val="066AFE"/>
                          </a:solidFill>
                          <a:latin typeface="Salesforce Sans"/>
                        </a:rPr>
                        <a:t>1</a:t>
                      </a:r>
                    </a:p>
                  </a:txBody>
                  <a:tcPr marL="109728" marR="109728" anchor="ctr">
                    <a:solidFill>
                      <a:srgbClr val="FFFFFF"/>
                    </a:solidFill>
                  </a:tcPr>
                </a:tc>
                <a:tc>
                  <a:txBody>
                    <a:bodyPr/>
                    <a:lstStyle/>
                    <a:p>
                      <a:pPr algn="l"/>
                      <a:r>
                        <a:rPr sz="1500" b="1" i="0">
                          <a:solidFill>
                            <a:srgbClr val="032D60"/>
                          </a:solidFill>
                          <a:latin typeface="Salesforce Sans"/>
                        </a:rPr>
                        <a:t>Configure &amp; quote</a:t>
                      </a:r>
                    </a:p>
                  </a:txBody>
                  <a:tcPr marL="109728" marR="109728" anchor="ctr">
                    <a:solidFill>
                      <a:srgbClr val="FFFFFF"/>
                    </a:solidFill>
                  </a:tcPr>
                </a:tc>
                <a:tc>
                  <a:txBody>
                    <a:bodyPr/>
                    <a:lstStyle/>
                    <a:p>
                      <a:pPr algn="l"/>
                      <a:r>
                        <a:rPr sz="1500" b="0" i="0">
                          <a:solidFill>
                            <a:srgbClr val="032D60"/>
                          </a:solidFill>
                          <a:latin typeface="Salesforce Sans"/>
                        </a:rPr>
                        <a:t>Seller</a:t>
                      </a:r>
                    </a:p>
                  </a:txBody>
                  <a:tcPr marL="109728" marR="109728" anchor="ctr">
                    <a:solidFill>
                      <a:srgbClr val="FFFFFF"/>
                    </a:solidFill>
                  </a:tcPr>
                </a:tc>
                <a:tc>
                  <a:txBody>
                    <a:bodyPr/>
                    <a:lstStyle/>
                    <a:p>
                      <a:pPr algn="l"/>
                      <a:r>
                        <a:rPr sz="1500" b="0" i="0">
                          <a:solidFill>
                            <a:srgbClr val="032D60"/>
                          </a:solidFill>
                          <a:latin typeface="Salesforce Sans"/>
                        </a:rPr>
                        <a:t>Quote &amp; Configurator</a:t>
                      </a:r>
                    </a:p>
                  </a:txBody>
                  <a:tcPr marL="109728" marR="109728" anchor="ctr">
                    <a:solidFill>
                      <a:srgbClr val="FFFFFF"/>
                    </a:solidFill>
                  </a:tcPr>
                </a:tc>
                <a:tc>
                  <a:txBody>
                    <a:bodyPr/>
                    <a:lstStyle/>
                    <a:p>
                      <a:pPr algn="ctr"/>
                      <a:r>
                        <a:rPr sz="1500" b="0" i="0">
                          <a:solidFill>
                            <a:srgbClr val="032D60"/>
                          </a:solidFill>
                          <a:latin typeface="Salesforce Sans"/>
                        </a:rPr>
                        <a:t>2</a:t>
                      </a:r>
                    </a:p>
                  </a:txBody>
                  <a:tcPr marL="109728" marR="109728" anchor="ctr">
                    <a:solidFill>
                      <a:srgbClr val="FFFFFF"/>
                    </a:solidFill>
                  </a:tcPr>
                </a:tc>
                <a:tc>
                  <a:txBody>
                    <a:bodyPr/>
                    <a:lstStyle/>
                    <a:p>
                      <a:pPr algn="l"/>
                      <a:r>
                        <a:rPr sz="1500" b="0" i="0">
                          <a:solidFill>
                            <a:srgbClr val="5A6B85"/>
                          </a:solidFill>
                          <a:latin typeface="Salesforce Sans"/>
                        </a:rPr>
                        <a:t>Pre-built quote on Infinitech</a:t>
                      </a:r>
                    </a:p>
                  </a:txBody>
                  <a:tcPr marL="109728" marR="109728" anchor="ctr">
                    <a:solidFill>
                      <a:srgbClr val="FFFFFF"/>
                    </a:solidFill>
                  </a:tcPr>
                </a:tc>
              </a:tr>
              <a:tr h="548640">
                <a:tc>
                  <a:txBody>
                    <a:bodyPr/>
                    <a:lstStyle/>
                    <a:p>
                      <a:pPr algn="ctr"/>
                      <a:r>
                        <a:rPr sz="1500" b="1" i="0">
                          <a:solidFill>
                            <a:srgbClr val="066AFE"/>
                          </a:solidFill>
                          <a:latin typeface="Salesforce Sans"/>
                        </a:rPr>
                        <a:t>2</a:t>
                      </a:r>
                    </a:p>
                  </a:txBody>
                  <a:tcPr marL="109728" marR="109728" anchor="ctr">
                    <a:solidFill>
                      <a:srgbClr val="EAF5FE"/>
                    </a:solidFill>
                  </a:tcPr>
                </a:tc>
                <a:tc>
                  <a:txBody>
                    <a:bodyPr/>
                    <a:lstStyle/>
                    <a:p>
                      <a:pPr algn="l"/>
                      <a:r>
                        <a:rPr sz="1500" b="1" i="0">
                          <a:solidFill>
                            <a:srgbClr val="032D60"/>
                          </a:solidFill>
                          <a:latin typeface="Salesforce Sans"/>
                        </a:rPr>
                        <a:t>Activate the order</a:t>
                      </a:r>
                    </a:p>
                  </a:txBody>
                  <a:tcPr marL="109728" marR="109728" anchor="ctr">
                    <a:solidFill>
                      <a:srgbClr val="EAF5FE"/>
                    </a:solidFill>
                  </a:tcPr>
                </a:tc>
                <a:tc>
                  <a:txBody>
                    <a:bodyPr/>
                    <a:lstStyle/>
                    <a:p>
                      <a:pPr algn="l"/>
                      <a:r>
                        <a:rPr sz="1500" b="0" i="0">
                          <a:solidFill>
                            <a:srgbClr val="032D60"/>
                          </a:solidFill>
                          <a:latin typeface="Salesforce Sans"/>
                        </a:rPr>
                        <a:t>Fulfillment Manager</a:t>
                      </a:r>
                    </a:p>
                  </a:txBody>
                  <a:tcPr marL="109728" marR="109728" anchor="ctr">
                    <a:solidFill>
                      <a:srgbClr val="EAF5FE"/>
                    </a:solidFill>
                  </a:tcPr>
                </a:tc>
                <a:tc>
                  <a:txBody>
                    <a:bodyPr/>
                    <a:lstStyle/>
                    <a:p>
                      <a:pPr algn="l"/>
                      <a:r>
                        <a:rPr sz="1500" b="0" i="0">
                          <a:solidFill>
                            <a:srgbClr val="032D60"/>
                          </a:solidFill>
                          <a:latin typeface="Salesforce Sans"/>
                        </a:rPr>
                        <a:t>Dynamic Revenue Orchestration</a:t>
                      </a:r>
                    </a:p>
                  </a:txBody>
                  <a:tcPr marL="109728" marR="109728" anchor="ctr">
                    <a:solidFill>
                      <a:srgbClr val="EAF5FE"/>
                    </a:solidFill>
                  </a:tcPr>
                </a:tc>
                <a:tc>
                  <a:txBody>
                    <a:bodyPr/>
                    <a:lstStyle/>
                    <a:p>
                      <a:pPr algn="ctr"/>
                      <a:r>
                        <a:rPr sz="1500" b="0" i="0">
                          <a:solidFill>
                            <a:srgbClr val="032D60"/>
                          </a:solidFill>
                          <a:latin typeface="Salesforce Sans"/>
                        </a:rPr>
                        <a:t>1.5</a:t>
                      </a:r>
                    </a:p>
                  </a:txBody>
                  <a:tcPr marL="109728" marR="109728" anchor="ctr">
                    <a:solidFill>
                      <a:srgbClr val="EAF5FE"/>
                    </a:solidFill>
                  </a:tcPr>
                </a:tc>
                <a:tc>
                  <a:txBody>
                    <a:bodyPr/>
                    <a:lstStyle/>
                    <a:p>
                      <a:pPr algn="l"/>
                      <a:r>
                        <a:rPr sz="1500" b="0" i="0">
                          <a:solidFill>
                            <a:srgbClr val="5A6B85"/>
                          </a:solidFill>
                          <a:latin typeface="Salesforce Sans"/>
                        </a:rPr>
                        <a:t>Pre-activated order</a:t>
                      </a:r>
                    </a:p>
                  </a:txBody>
                  <a:tcPr marL="109728" marR="109728" anchor="ctr">
                    <a:solidFill>
                      <a:srgbClr val="EAF5FE"/>
                    </a:solidFill>
                  </a:tcPr>
                </a:tc>
              </a:tr>
              <a:tr h="548640">
                <a:tc>
                  <a:txBody>
                    <a:bodyPr/>
                    <a:lstStyle/>
                    <a:p>
                      <a:pPr algn="ctr"/>
                      <a:r>
                        <a:rPr sz="1500" b="1" i="0">
                          <a:solidFill>
                            <a:srgbClr val="066AFE"/>
                          </a:solidFill>
                          <a:latin typeface="Salesforce Sans"/>
                        </a:rPr>
                        <a:t>3</a:t>
                      </a:r>
                    </a:p>
                  </a:txBody>
                  <a:tcPr marL="109728" marR="109728" anchor="ctr">
                    <a:solidFill>
                      <a:srgbClr val="FFFFFF"/>
                    </a:solidFill>
                  </a:tcPr>
                </a:tc>
                <a:tc>
                  <a:txBody>
                    <a:bodyPr/>
                    <a:lstStyle/>
                    <a:p>
                      <a:pPr algn="l"/>
                      <a:r>
                        <a:rPr sz="1500" b="1" i="0">
                          <a:solidFill>
                            <a:srgbClr val="032D60"/>
                          </a:solidFill>
                          <a:latin typeface="Salesforce Sans"/>
                        </a:rPr>
                        <a:t>Automatic dispatch</a:t>
                      </a:r>
                    </a:p>
                  </a:txBody>
                  <a:tcPr marL="109728" marR="109728" anchor="ctr">
                    <a:solidFill>
                      <a:srgbClr val="FFFFFF"/>
                    </a:solidFill>
                  </a:tcPr>
                </a:tc>
                <a:tc>
                  <a:txBody>
                    <a:bodyPr/>
                    <a:lstStyle/>
                    <a:p>
                      <a:pPr algn="l"/>
                      <a:r>
                        <a:rPr sz="1500" b="0" i="0">
                          <a:solidFill>
                            <a:srgbClr val="032D60"/>
                          </a:solidFill>
                          <a:latin typeface="Salesforce Sans"/>
                        </a:rPr>
                        <a:t>Dispatcher</a:t>
                      </a:r>
                    </a:p>
                  </a:txBody>
                  <a:tcPr marL="109728" marR="109728" anchor="ctr">
                    <a:solidFill>
                      <a:srgbClr val="FFFFFF"/>
                    </a:solidFill>
                  </a:tcPr>
                </a:tc>
                <a:tc>
                  <a:txBody>
                    <a:bodyPr/>
                    <a:lstStyle/>
                    <a:p>
                      <a:pPr algn="l"/>
                      <a:r>
                        <a:rPr sz="1500" b="0" i="0">
                          <a:solidFill>
                            <a:srgbClr val="032D60"/>
                          </a:solidFill>
                          <a:latin typeface="Salesforce Sans"/>
                        </a:rPr>
                        <a:t>Work Orders &amp; Scheduling</a:t>
                      </a:r>
                    </a:p>
                  </a:txBody>
                  <a:tcPr marL="109728" marR="109728" anchor="ctr">
                    <a:solidFill>
                      <a:srgbClr val="FFFFFF"/>
                    </a:solidFill>
                  </a:tcPr>
                </a:tc>
                <a:tc>
                  <a:txBody>
                    <a:bodyPr/>
                    <a:lstStyle/>
                    <a:p>
                      <a:pPr algn="ctr"/>
                      <a:r>
                        <a:rPr sz="1500" b="0" i="0">
                          <a:solidFill>
                            <a:srgbClr val="032D60"/>
                          </a:solidFill>
                          <a:latin typeface="Salesforce Sans"/>
                        </a:rPr>
                        <a:t>1.5</a:t>
                      </a:r>
                    </a:p>
                  </a:txBody>
                  <a:tcPr marL="109728" marR="109728" anchor="ctr">
                    <a:solidFill>
                      <a:srgbClr val="FFFFFF"/>
                    </a:solidFill>
                  </a:tcPr>
                </a:tc>
                <a:tc>
                  <a:txBody>
                    <a:bodyPr/>
                    <a:lstStyle/>
                    <a:p>
                      <a:pPr algn="l"/>
                      <a:r>
                        <a:rPr sz="1500" b="0" i="0">
                          <a:solidFill>
                            <a:srgbClr val="5A6B85"/>
                          </a:solidFill>
                          <a:latin typeface="Salesforce Sans"/>
                        </a:rPr>
                        <a:t>Pre-created Work Order</a:t>
                      </a:r>
                    </a:p>
                  </a:txBody>
                  <a:tcPr marL="109728" marR="109728" anchor="ctr">
                    <a:solidFill>
                      <a:srgbClr val="FFFFFF"/>
                    </a:solidFill>
                  </a:tcPr>
                </a:tc>
              </a:tr>
              <a:tr h="548640">
                <a:tc>
                  <a:txBody>
                    <a:bodyPr/>
                    <a:lstStyle/>
                    <a:p>
                      <a:pPr algn="ctr"/>
                      <a:r>
                        <a:rPr sz="1500" b="1" i="0">
                          <a:solidFill>
                            <a:srgbClr val="066AFE"/>
                          </a:solidFill>
                          <a:latin typeface="Salesforce Sans"/>
                        </a:rPr>
                        <a:t>4</a:t>
                      </a:r>
                    </a:p>
                  </a:txBody>
                  <a:tcPr marL="109728" marR="109728" anchor="ctr">
                    <a:solidFill>
                      <a:srgbClr val="EAF5FE"/>
                    </a:solidFill>
                  </a:tcPr>
                </a:tc>
                <a:tc>
                  <a:txBody>
                    <a:bodyPr/>
                    <a:lstStyle/>
                    <a:p>
                      <a:pPr algn="l"/>
                      <a:r>
                        <a:rPr sz="1500" b="1" i="0">
                          <a:solidFill>
                            <a:srgbClr val="032D60"/>
                          </a:solidFill>
                          <a:latin typeface="Salesforce Sans"/>
                        </a:rPr>
                        <a:t>Technician on site</a:t>
                      </a:r>
                    </a:p>
                  </a:txBody>
                  <a:tcPr marL="109728" marR="109728" anchor="ctr">
                    <a:solidFill>
                      <a:srgbClr val="EAF5FE"/>
                    </a:solidFill>
                  </a:tcPr>
                </a:tc>
                <a:tc>
                  <a:txBody>
                    <a:bodyPr/>
                    <a:lstStyle/>
                    <a:p>
                      <a:pPr algn="l"/>
                      <a:r>
                        <a:rPr sz="1500" b="0" i="0">
                          <a:solidFill>
                            <a:srgbClr val="032D60"/>
                          </a:solidFill>
                          <a:latin typeface="Salesforce Sans"/>
                        </a:rPr>
                        <a:t>Technician</a:t>
                      </a:r>
                    </a:p>
                  </a:txBody>
                  <a:tcPr marL="109728" marR="109728" anchor="ctr">
                    <a:solidFill>
                      <a:srgbClr val="EAF5FE"/>
                    </a:solidFill>
                  </a:tcPr>
                </a:tc>
                <a:tc>
                  <a:txBody>
                    <a:bodyPr/>
                    <a:lstStyle/>
                    <a:p>
                      <a:pPr algn="l"/>
                      <a:r>
                        <a:rPr sz="1500" b="0" i="0">
                          <a:solidFill>
                            <a:srgbClr val="032D60"/>
                          </a:solidFill>
                          <a:latin typeface="Salesforce Sans"/>
                        </a:rPr>
                        <a:t>Mobile</a:t>
                      </a:r>
                    </a:p>
                  </a:txBody>
                  <a:tcPr marL="109728" marR="109728" anchor="ctr">
                    <a:solidFill>
                      <a:srgbClr val="EAF5FE"/>
                    </a:solidFill>
                  </a:tcPr>
                </a:tc>
                <a:tc>
                  <a:txBody>
                    <a:bodyPr/>
                    <a:lstStyle/>
                    <a:p>
                      <a:pPr algn="ctr"/>
                      <a:r>
                        <a:rPr sz="1500" b="0" i="0">
                          <a:solidFill>
                            <a:srgbClr val="032D60"/>
                          </a:solidFill>
                          <a:latin typeface="Salesforce Sans"/>
                        </a:rPr>
                        <a:t>2</a:t>
                      </a:r>
                    </a:p>
                  </a:txBody>
                  <a:tcPr marL="109728" marR="109728" anchor="ctr">
                    <a:solidFill>
                      <a:srgbClr val="EAF5FE"/>
                    </a:solidFill>
                  </a:tcPr>
                </a:tc>
                <a:tc>
                  <a:txBody>
                    <a:bodyPr/>
                    <a:lstStyle/>
                    <a:p>
                      <a:pPr algn="l"/>
                      <a:r>
                        <a:rPr sz="1500" b="0" i="0">
                          <a:solidFill>
                            <a:srgbClr val="5A6B85"/>
                          </a:solidFill>
                          <a:latin typeface="Salesforce Sans"/>
                        </a:rPr>
                        <a:t>Complete from the desktop Work Order</a:t>
                      </a:r>
                    </a:p>
                  </a:txBody>
                  <a:tcPr marL="109728" marR="109728" anchor="ctr">
                    <a:solidFill>
                      <a:srgbClr val="EAF5FE"/>
                    </a:solidFill>
                  </a:tcPr>
                </a:tc>
              </a:tr>
              <a:tr h="548640">
                <a:tc>
                  <a:txBody>
                    <a:bodyPr/>
                    <a:lstStyle/>
                    <a:p>
                      <a:pPr algn="ctr"/>
                      <a:r>
                        <a:rPr sz="1500" b="1" i="0">
                          <a:solidFill>
                            <a:srgbClr val="066AFE"/>
                          </a:solidFill>
                          <a:latin typeface="Salesforce Sans"/>
                        </a:rPr>
                        <a:t>5</a:t>
                      </a:r>
                    </a:p>
                  </a:txBody>
                  <a:tcPr marL="109728" marR="109728" anchor="ctr">
                    <a:solidFill>
                      <a:srgbClr val="FFFFFF"/>
                    </a:solidFill>
                  </a:tcPr>
                </a:tc>
                <a:tc>
                  <a:txBody>
                    <a:bodyPr/>
                    <a:lstStyle/>
                    <a:p>
                      <a:pPr algn="l"/>
                      <a:r>
                        <a:rPr sz="1500" b="1" i="0">
                          <a:solidFill>
                            <a:srgbClr val="032D60"/>
                          </a:solidFill>
                          <a:latin typeface="Salesforce Sans"/>
                        </a:rPr>
                        <a:t>Billing starts at install</a:t>
                      </a:r>
                    </a:p>
                  </a:txBody>
                  <a:tcPr marL="109728" marR="109728" anchor="ctr">
                    <a:solidFill>
                      <a:srgbClr val="FFFFFF"/>
                    </a:solidFill>
                  </a:tcPr>
                </a:tc>
                <a:tc>
                  <a:txBody>
                    <a:bodyPr/>
                    <a:lstStyle/>
                    <a:p>
                      <a:pPr algn="l"/>
                      <a:r>
                        <a:rPr sz="1500" b="0" i="0">
                          <a:solidFill>
                            <a:srgbClr val="032D60"/>
                          </a:solidFill>
                          <a:latin typeface="Salesforce Sans"/>
                        </a:rPr>
                        <a:t>Billing Specialist</a:t>
                      </a:r>
                    </a:p>
                  </a:txBody>
                  <a:tcPr marL="109728" marR="109728" anchor="ctr">
                    <a:solidFill>
                      <a:srgbClr val="FFFFFF"/>
                    </a:solidFill>
                  </a:tcPr>
                </a:tc>
                <a:tc>
                  <a:txBody>
                    <a:bodyPr/>
                    <a:lstStyle/>
                    <a:p>
                      <a:pPr algn="l"/>
                      <a:r>
                        <a:rPr sz="1500" b="0" i="0">
                          <a:solidFill>
                            <a:srgbClr val="032D60"/>
                          </a:solidFill>
                          <a:latin typeface="Salesforce Sans"/>
                        </a:rPr>
                        <a:t>Billing</a:t>
                      </a:r>
                    </a:p>
                  </a:txBody>
                  <a:tcPr marL="109728" marR="109728" anchor="ctr">
                    <a:solidFill>
                      <a:srgbClr val="FFFFFF"/>
                    </a:solidFill>
                  </a:tcPr>
                </a:tc>
                <a:tc>
                  <a:txBody>
                    <a:bodyPr/>
                    <a:lstStyle/>
                    <a:p>
                      <a:pPr algn="ctr"/>
                      <a:r>
                        <a:rPr sz="1500" b="0" i="0">
                          <a:solidFill>
                            <a:srgbClr val="032D60"/>
                          </a:solidFill>
                          <a:latin typeface="Salesforce Sans"/>
                        </a:rPr>
                        <a:t>1.5</a:t>
                      </a:r>
                    </a:p>
                  </a:txBody>
                  <a:tcPr marL="109728" marR="109728" anchor="ctr">
                    <a:solidFill>
                      <a:srgbClr val="FFFFFF"/>
                    </a:solidFill>
                  </a:tcPr>
                </a:tc>
                <a:tc>
                  <a:txBody>
                    <a:bodyPr/>
                    <a:lstStyle/>
                    <a:p>
                      <a:pPr algn="l"/>
                      <a:r>
                        <a:rPr sz="1500" b="0" i="0">
                          <a:solidFill>
                            <a:srgbClr val="5A6B85"/>
                          </a:solidFill>
                          <a:latin typeface="Salesforce Sans"/>
                        </a:rPr>
                        <a:t>Show a pre-completed plan</a:t>
                      </a:r>
                    </a:p>
                  </a:txBody>
                  <a:tcPr marL="109728" marR="109728" anchor="ctr">
                    <a:solidFill>
                      <a:srgbClr val="FFFFFF"/>
                    </a:solidFill>
                  </a:tcPr>
                </a:tc>
              </a:tr>
              <a:tr h="548640">
                <a:tc>
                  <a:txBody>
                    <a:bodyPr/>
                    <a:lstStyle/>
                    <a:p>
                      <a:pPr algn="ctr"/>
                      <a:r>
                        <a:rPr sz="1500" b="1" i="0">
                          <a:solidFill>
                            <a:srgbClr val="066AFE"/>
                          </a:solidFill>
                          <a:latin typeface="Salesforce Sans"/>
                        </a:rPr>
                        <a:t>6</a:t>
                      </a:r>
                    </a:p>
                  </a:txBody>
                  <a:tcPr marL="109728" marR="109728" anchor="ctr">
                    <a:solidFill>
                      <a:srgbClr val="EAF5FE"/>
                    </a:solidFill>
                  </a:tcPr>
                </a:tc>
                <a:tc>
                  <a:txBody>
                    <a:bodyPr/>
                    <a:lstStyle/>
                    <a:p>
                      <a:pPr algn="l"/>
                      <a:r>
                        <a:rPr sz="1500" b="1" i="0">
                          <a:solidFill>
                            <a:srgbClr val="A84B00"/>
                          </a:solidFill>
                          <a:latin typeface="Salesforce Sans"/>
                        </a:rPr>
                        <a:t>Maintenance runs itself  (vision)</a:t>
                      </a:r>
                    </a:p>
                  </a:txBody>
                  <a:tcPr marL="109728" marR="109728" anchor="ctr">
                    <a:solidFill>
                      <a:srgbClr val="EAF5FE"/>
                    </a:solidFill>
                  </a:tcPr>
                </a:tc>
                <a:tc>
                  <a:txBody>
                    <a:bodyPr/>
                    <a:lstStyle/>
                    <a:p>
                      <a:pPr algn="l"/>
                      <a:r>
                        <a:rPr sz="1500" b="0" i="0">
                          <a:solidFill>
                            <a:srgbClr val="032D60"/>
                          </a:solidFill>
                          <a:latin typeface="Salesforce Sans"/>
                        </a:rPr>
                        <a:t>Service Manager</a:t>
                      </a:r>
                    </a:p>
                  </a:txBody>
                  <a:tcPr marL="109728" marR="109728" anchor="ctr">
                    <a:solidFill>
                      <a:srgbClr val="EAF5FE"/>
                    </a:solidFill>
                  </a:tcPr>
                </a:tc>
                <a:tc>
                  <a:txBody>
                    <a:bodyPr/>
                    <a:lstStyle/>
                    <a:p>
                      <a:pPr algn="l"/>
                      <a:r>
                        <a:rPr sz="1500" b="0" i="0">
                          <a:solidFill>
                            <a:srgbClr val="032D60"/>
                          </a:solidFill>
                          <a:latin typeface="Salesforce Sans"/>
                        </a:rPr>
                        <a:t>Maintenance Plans</a:t>
                      </a:r>
                    </a:p>
                  </a:txBody>
                  <a:tcPr marL="109728" marR="109728" anchor="ctr">
                    <a:solidFill>
                      <a:srgbClr val="EAF5FE"/>
                    </a:solidFill>
                  </a:tcPr>
                </a:tc>
                <a:tc>
                  <a:txBody>
                    <a:bodyPr/>
                    <a:lstStyle/>
                    <a:p>
                      <a:pPr algn="ctr"/>
                      <a:r>
                        <a:rPr sz="1500" b="0" i="0">
                          <a:solidFill>
                            <a:srgbClr val="032D60"/>
                          </a:solidFill>
                          <a:latin typeface="Salesforce Sans"/>
                        </a:rPr>
                        <a:t>1</a:t>
                      </a:r>
                    </a:p>
                  </a:txBody>
                  <a:tcPr marL="109728" marR="109728" anchor="ctr">
                    <a:solidFill>
                      <a:srgbClr val="EAF5FE"/>
                    </a:solidFill>
                  </a:tcPr>
                </a:tc>
                <a:tc>
                  <a:txBody>
                    <a:bodyPr/>
                    <a:lstStyle/>
                    <a:p>
                      <a:pPr algn="l"/>
                      <a:r>
                        <a:rPr sz="1500" b="0" i="0">
                          <a:solidFill>
                            <a:srgbClr val="5A6B85"/>
                          </a:solidFill>
                          <a:latin typeface="Salesforce Sans"/>
                        </a:rPr>
                        <a:t>Storyboard slide</a:t>
                      </a:r>
                    </a:p>
                  </a:txBody>
                  <a:tcPr marL="109728" marR="109728" anchor="ctr">
                    <a:solidFill>
                      <a:srgbClr val="EAF5FE"/>
                    </a:solidFill>
                  </a:tcPr>
                </a:tc>
              </a:tr>
              <a:tr h="548640">
                <a:tc>
                  <a:txBody>
                    <a:bodyPr/>
                    <a:lstStyle/>
                    <a:p>
                      <a:pPr algn="ctr"/>
                      <a:r>
                        <a:rPr sz="1500" b="1" i="0">
                          <a:solidFill>
                            <a:srgbClr val="066AFE"/>
                          </a:solidFill>
                          <a:latin typeface="Salesforce Sans"/>
                        </a:rPr>
                        <a:t>7</a:t>
                      </a:r>
                    </a:p>
                  </a:txBody>
                  <a:tcPr marL="109728" marR="109728" anchor="ctr">
                    <a:solidFill>
                      <a:srgbClr val="FFFFFF"/>
                    </a:solidFill>
                  </a:tcPr>
                </a:tc>
                <a:tc>
                  <a:txBody>
                    <a:bodyPr/>
                    <a:lstStyle/>
                    <a:p>
                      <a:pPr algn="l"/>
                      <a:r>
                        <a:rPr sz="1500" b="1" i="0">
                          <a:solidFill>
                            <a:srgbClr val="A84B00"/>
                          </a:solidFill>
                          <a:latin typeface="Salesforce Sans"/>
                        </a:rPr>
                        <a:t>Break/fix with coverage check  (vision)</a:t>
                      </a:r>
                    </a:p>
                  </a:txBody>
                  <a:tcPr marL="109728" marR="109728" anchor="ctr">
                    <a:solidFill>
                      <a:srgbClr val="FFFFFF"/>
                    </a:solidFill>
                  </a:tcPr>
                </a:tc>
                <a:tc>
                  <a:txBody>
                    <a:bodyPr/>
                    <a:lstStyle/>
                    <a:p>
                      <a:pPr algn="l"/>
                      <a:r>
                        <a:rPr sz="1500" b="0" i="0">
                          <a:solidFill>
                            <a:srgbClr val="032D60"/>
                          </a:solidFill>
                          <a:latin typeface="Salesforce Sans"/>
                        </a:rPr>
                        <a:t>Dispatcher &amp; Billing</a:t>
                      </a:r>
                    </a:p>
                  </a:txBody>
                  <a:tcPr marL="109728" marR="109728" anchor="ctr">
                    <a:solidFill>
                      <a:srgbClr val="FFFFFF"/>
                    </a:solidFill>
                  </a:tcPr>
                </a:tc>
                <a:tc>
                  <a:txBody>
                    <a:bodyPr/>
                    <a:lstStyle/>
                    <a:p>
                      <a:pPr algn="l"/>
                      <a:r>
                        <a:rPr sz="1500" b="0" i="0">
                          <a:solidFill>
                            <a:srgbClr val="032D60"/>
                          </a:solidFill>
                          <a:latin typeface="Salesforce Sans"/>
                        </a:rPr>
                        <a:t>Field Service + Revenue Cloud Billing</a:t>
                      </a:r>
                    </a:p>
                  </a:txBody>
                  <a:tcPr marL="109728" marR="109728" anchor="ctr">
                    <a:solidFill>
                      <a:srgbClr val="FFFFFF"/>
                    </a:solidFill>
                  </a:tcPr>
                </a:tc>
                <a:tc>
                  <a:txBody>
                    <a:bodyPr/>
                    <a:lstStyle/>
                    <a:p>
                      <a:pPr algn="ctr"/>
                      <a:r>
                        <a:rPr sz="1500" b="0" i="0">
                          <a:solidFill>
                            <a:srgbClr val="032D60"/>
                          </a:solidFill>
                          <a:latin typeface="Salesforce Sans"/>
                        </a:rPr>
                        <a:t>2.5</a:t>
                      </a:r>
                    </a:p>
                  </a:txBody>
                  <a:tcPr marL="109728" marR="109728" anchor="ctr">
                    <a:solidFill>
                      <a:srgbClr val="FFFFFF"/>
                    </a:solidFill>
                  </a:tcPr>
                </a:tc>
                <a:tc>
                  <a:txBody>
                    <a:bodyPr/>
                    <a:lstStyle/>
                    <a:p>
                      <a:pPr algn="l"/>
                      <a:r>
                        <a:rPr sz="1500" b="0" i="0">
                          <a:solidFill>
                            <a:srgbClr val="5A6B85"/>
                          </a:solidFill>
                          <a:latin typeface="Salesforce Sans"/>
                        </a:rPr>
                        <a:t>Storyboard slide</a:t>
                      </a:r>
                    </a:p>
                  </a:txBody>
                  <a:tcPr marL="109728" marR="109728" anchor="ctr">
                    <a:solidFill>
                      <a:srgbClr val="FFFFFF"/>
                    </a:solidFill>
                  </a:tcPr>
                </a:tc>
              </a:tr>
              <a:tr h="548640">
                <a:tc>
                  <a:txBody>
                    <a:bodyPr/>
                    <a:lstStyle/>
                    <a:p>
                      <a:pPr algn="ctr"/>
                      <a:r>
                        <a:rPr sz="1500" b="1" i="0">
                          <a:solidFill>
                            <a:srgbClr val="066AFE"/>
                          </a:solidFill>
                          <a:latin typeface="Salesforce Sans"/>
                        </a:rPr>
                        <a:t>8</a:t>
                      </a:r>
                    </a:p>
                  </a:txBody>
                  <a:tcPr marL="109728" marR="109728" anchor="ctr">
                    <a:solidFill>
                      <a:srgbClr val="EAF5FE"/>
                    </a:solidFill>
                  </a:tcPr>
                </a:tc>
                <a:tc>
                  <a:txBody>
                    <a:bodyPr/>
                    <a:lstStyle/>
                    <a:p>
                      <a:pPr algn="l"/>
                      <a:r>
                        <a:rPr sz="1500" b="1" i="0">
                          <a:solidFill>
                            <a:srgbClr val="A84B00"/>
                          </a:solidFill>
                          <a:latin typeface="Salesforce Sans"/>
                        </a:rPr>
                        <a:t>Upsell from the field  (vision)</a:t>
                      </a:r>
                    </a:p>
                  </a:txBody>
                  <a:tcPr marL="109728" marR="109728" anchor="ctr">
                    <a:solidFill>
                      <a:srgbClr val="EAF5FE"/>
                    </a:solidFill>
                  </a:tcPr>
                </a:tc>
                <a:tc>
                  <a:txBody>
                    <a:bodyPr/>
                    <a:lstStyle/>
                    <a:p>
                      <a:pPr algn="l"/>
                      <a:r>
                        <a:rPr sz="1500" b="0" i="0">
                          <a:solidFill>
                            <a:srgbClr val="032D60"/>
                          </a:solidFill>
                          <a:latin typeface="Salesforce Sans"/>
                        </a:rPr>
                        <a:t>Technician → Seller</a:t>
                      </a:r>
                    </a:p>
                  </a:txBody>
                  <a:tcPr marL="109728" marR="109728" anchor="ctr">
                    <a:solidFill>
                      <a:srgbClr val="EAF5FE"/>
                    </a:solidFill>
                  </a:tcPr>
                </a:tc>
                <a:tc>
                  <a:txBody>
                    <a:bodyPr/>
                    <a:lstStyle/>
                    <a:p>
                      <a:pPr algn="l"/>
                      <a:r>
                        <a:rPr sz="1500" b="0" i="0">
                          <a:solidFill>
                            <a:srgbClr val="032D60"/>
                          </a:solidFill>
                          <a:latin typeface="Salesforce Sans"/>
                        </a:rPr>
                        <a:t>Field Service Mobile + Revenue Cloud</a:t>
                      </a:r>
                    </a:p>
                  </a:txBody>
                  <a:tcPr marL="109728" marR="109728" anchor="ctr">
                    <a:solidFill>
                      <a:srgbClr val="EAF5FE"/>
                    </a:solidFill>
                  </a:tcPr>
                </a:tc>
                <a:tc>
                  <a:txBody>
                    <a:bodyPr/>
                    <a:lstStyle/>
                    <a:p>
                      <a:pPr algn="ctr"/>
                      <a:r>
                        <a:rPr sz="1500" b="0" i="0">
                          <a:solidFill>
                            <a:srgbClr val="032D60"/>
                          </a:solidFill>
                          <a:latin typeface="Salesforce Sans"/>
                        </a:rPr>
                        <a:t>1.5</a:t>
                      </a:r>
                    </a:p>
                  </a:txBody>
                  <a:tcPr marL="109728" marR="109728" anchor="ctr">
                    <a:solidFill>
                      <a:srgbClr val="EAF5FE"/>
                    </a:solidFill>
                  </a:tcPr>
                </a:tc>
                <a:tc>
                  <a:txBody>
                    <a:bodyPr/>
                    <a:lstStyle/>
                    <a:p>
                      <a:pPr algn="l"/>
                      <a:r>
                        <a:rPr sz="1500" b="0" i="0">
                          <a:solidFill>
                            <a:srgbClr val="5A6B85"/>
                          </a:solidFill>
                          <a:latin typeface="Salesforce Sans"/>
                        </a:rPr>
                        <a:t>Storyboard slide</a:t>
                      </a:r>
                    </a:p>
                  </a:txBody>
                  <a:tcPr marL="109728" marR="109728" anchor="ctr">
                    <a:solidFill>
                      <a:srgbClr val="EAF5FE"/>
                    </a:solidFill>
                  </a:tcPr>
                </a:tc>
              </a:tr>
              <a:tr h="548640">
                <a:tc>
                  <a:txBody>
                    <a:bodyPr/>
                    <a:lstStyle/>
                    <a:p>
                      <a:pPr algn="ctr"/>
                      <a:r>
                        <a:rPr sz="1500" b="1" i="0">
                          <a:solidFill>
                            <a:srgbClr val="066AFE"/>
                          </a:solidFill>
                          <a:latin typeface="Salesforce Sans"/>
                        </a:rPr>
                        <a:t>9</a:t>
                      </a:r>
                    </a:p>
                  </a:txBody>
                  <a:tcPr marL="109728" marR="109728" anchor="ctr">
                    <a:solidFill>
                      <a:srgbClr val="FFFFFF"/>
                    </a:solidFill>
                  </a:tcPr>
                </a:tc>
                <a:tc>
                  <a:txBody>
                    <a:bodyPr/>
                    <a:lstStyle/>
                    <a:p>
                      <a:pPr algn="l"/>
                      <a:r>
                        <a:rPr sz="1500" b="1" i="0">
                          <a:solidFill>
                            <a:srgbClr val="032D60"/>
                          </a:solidFill>
                          <a:latin typeface="Salesforce Sans"/>
                        </a:rPr>
                        <a:t>One install base</a:t>
                      </a:r>
                    </a:p>
                  </a:txBody>
                  <a:tcPr marL="109728" marR="109728" anchor="ctr">
                    <a:solidFill>
                      <a:srgbClr val="FFFFFF"/>
                    </a:solidFill>
                  </a:tcPr>
                </a:tc>
                <a:tc>
                  <a:txBody>
                    <a:bodyPr/>
                    <a:lstStyle/>
                    <a:p>
                      <a:pPr algn="l"/>
                      <a:r>
                        <a:rPr sz="1500" b="0" i="0">
                          <a:solidFill>
                            <a:srgbClr val="032D60"/>
                          </a:solidFill>
                          <a:latin typeface="Salesforce Sans"/>
                        </a:rPr>
                        <a:t>Account Team</a:t>
                      </a:r>
                    </a:p>
                  </a:txBody>
                  <a:tcPr marL="109728" marR="109728" anchor="ctr">
                    <a:solidFill>
                      <a:srgbClr val="FFFFFF"/>
                    </a:solidFill>
                  </a:tcPr>
                </a:tc>
                <a:tc>
                  <a:txBody>
                    <a:bodyPr/>
                    <a:lstStyle/>
                    <a:p>
                      <a:pPr algn="l"/>
                      <a:r>
                        <a:rPr sz="1500" b="0" i="0">
                          <a:solidFill>
                            <a:srgbClr val="032D60"/>
                          </a:solidFill>
                          <a:latin typeface="Salesforce Sans"/>
                        </a:rPr>
                        <a:t>Asset</a:t>
                      </a:r>
                    </a:p>
                  </a:txBody>
                  <a:tcPr marL="109728" marR="109728" anchor="ctr">
                    <a:solidFill>
                      <a:srgbClr val="FFFFFF"/>
                    </a:solidFill>
                  </a:tcPr>
                </a:tc>
                <a:tc>
                  <a:txBody>
                    <a:bodyPr/>
                    <a:lstStyle/>
                    <a:p>
                      <a:pPr algn="ctr"/>
                      <a:r>
                        <a:rPr sz="1500" b="0" i="0">
                          <a:solidFill>
                            <a:srgbClr val="032D60"/>
                          </a:solidFill>
                          <a:latin typeface="Salesforce Sans"/>
                        </a:rPr>
                        <a:t>1.5</a:t>
                      </a:r>
                    </a:p>
                  </a:txBody>
                  <a:tcPr marL="109728" marR="109728" anchor="ctr">
                    <a:solidFill>
                      <a:srgbClr val="FFFFFF"/>
                    </a:solidFill>
                  </a:tcPr>
                </a:tc>
                <a:tc>
                  <a:txBody>
                    <a:bodyPr/>
                    <a:lstStyle/>
                    <a:p>
                      <a:pPr algn="l"/>
                      <a:r>
                        <a:rPr sz="1500" b="0" i="0">
                          <a:solidFill>
                            <a:srgbClr val="5A6B85"/>
                          </a:solidFill>
                          <a:latin typeface="Salesforce Sans"/>
                        </a:rPr>
                        <a:t>Pre-loaded Asset record</a:t>
                      </a:r>
                    </a:p>
                  </a:txBody>
                  <a:tcPr marL="109728" marR="109728" anchor="ctr">
                    <a:solidFill>
                      <a:srgbClr val="FFFFFF"/>
                    </a:solidFill>
                  </a:tcPr>
                </a:tc>
              </a:tr>
              <a:tr h="548640">
                <a:tc>
                  <a:txBody>
                    <a:bodyPr/>
                    <a:lstStyle/>
                    <a:p>
                      <a:pPr algn="l"/>
                      <a:r>
                        <a:rPr sz="1500" b="0" i="0">
                          <a:solidFill>
                            <a:srgbClr val="032D60"/>
                          </a:solidFill>
                          <a:latin typeface="Salesforce Sans"/>
                        </a:rPr>
                        <a:t/>
                      </a:r>
                    </a:p>
                  </a:txBody>
                  <a:tcPr marL="109728" marR="109728" anchor="ctr">
                    <a:solidFill>
                      <a:srgbClr val="EAF5FE"/>
                    </a:solidFill>
                  </a:tcPr>
                </a:tc>
                <a:tc>
                  <a:txBody>
                    <a:bodyPr/>
                    <a:lstStyle/>
                    <a:p>
                      <a:pPr algn="l"/>
                      <a:r>
                        <a:rPr sz="1500" b="1" i="0">
                          <a:solidFill>
                            <a:srgbClr val="032D60"/>
                          </a:solidFill>
                          <a:latin typeface="Salesforce Sans"/>
                        </a:rPr>
                        <a:t>Total</a:t>
                      </a:r>
                    </a:p>
                  </a:txBody>
                  <a:tcPr marL="109728" marR="109728" anchor="ctr">
                    <a:solidFill>
                      <a:srgbClr val="EAF5FE"/>
                    </a:solidFill>
                  </a:tcPr>
                </a:tc>
                <a:tc>
                  <a:txBody>
                    <a:bodyPr/>
                    <a:lstStyle/>
                    <a:p>
                      <a:pPr algn="l"/>
                      <a:r>
                        <a:rPr sz="1500" b="0" i="0">
                          <a:solidFill>
                            <a:srgbClr val="032D60"/>
                          </a:solidFill>
                          <a:latin typeface="Salesforce Sans"/>
                        </a:rPr>
                        <a:t/>
                      </a:r>
                    </a:p>
                  </a:txBody>
                  <a:tcPr marL="109728" marR="109728" anchor="ctr">
                    <a:solidFill>
                      <a:srgbClr val="EAF5FE"/>
                    </a:solidFill>
                  </a:tcPr>
                </a:tc>
                <a:tc>
                  <a:txBody>
                    <a:bodyPr/>
                    <a:lstStyle/>
                    <a:p>
                      <a:pPr algn="l"/>
                      <a:r>
                        <a:rPr sz="1500" b="0" i="0">
                          <a:solidFill>
                            <a:srgbClr val="032D60"/>
                          </a:solidFill>
                          <a:latin typeface="Salesforce Sans"/>
                        </a:rPr>
                        <a:t/>
                      </a:r>
                    </a:p>
                  </a:txBody>
                  <a:tcPr marL="109728" marR="109728" anchor="ctr">
                    <a:solidFill>
                      <a:srgbClr val="EAF5FE"/>
                    </a:solidFill>
                  </a:tcPr>
                </a:tc>
                <a:tc>
                  <a:txBody>
                    <a:bodyPr/>
                    <a:lstStyle/>
                    <a:p>
                      <a:pPr algn="ctr"/>
                      <a:r>
                        <a:rPr sz="1500" b="1" i="0">
                          <a:solidFill>
                            <a:srgbClr val="032D60"/>
                          </a:solidFill>
                          <a:latin typeface="Salesforce Sans"/>
                        </a:rPr>
                        <a:t>15</a:t>
                      </a:r>
                    </a:p>
                  </a:txBody>
                  <a:tcPr marL="109728" marR="109728" anchor="ctr">
                    <a:solidFill>
                      <a:srgbClr val="EAF5FE"/>
                    </a:solidFill>
                  </a:tcPr>
                </a:tc>
                <a:tc>
                  <a:txBody>
                    <a:bodyPr/>
                    <a:lstStyle/>
                    <a:p>
                      <a:pPr algn="l"/>
                      <a:r>
                        <a:rPr sz="1500" b="1" i="0">
                          <a:solidFill>
                            <a:srgbClr val="066AFE"/>
                          </a:solidFill>
                          <a:latin typeface="Salesforce Sans"/>
                        </a:rPr>
                        <a:t>Core demo only: 10 min</a:t>
                      </a:r>
                    </a:p>
                  </a:txBody>
                  <a:tcPr marL="109728" marR="109728" anchor="ctr">
                    <a:solidFill>
                      <a:srgbClr val="EAF5FE"/>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xmlns:r="http://schemas.openxmlformats.org/officeDocument/2006/relationships" name="2026 SF Corporate Template">
  <a:themeElements>
    <a:clrScheme name="Simple Light">
      <a:dk1>
        <a:srgbClr val="001E5B"/>
      </a:dk1>
      <a:lt1>
        <a:srgbClr val="FFFFFF"/>
      </a:lt1>
      <a:dk2>
        <a:srgbClr val="022AC0"/>
      </a:dk2>
      <a:lt2>
        <a:srgbClr val="00B3FF"/>
      </a:lt2>
      <a:accent1>
        <a:srgbClr val="90D0FE"/>
      </a:accent1>
      <a:accent2>
        <a:srgbClr val="04E1CB"/>
      </a:accent2>
      <a:accent3>
        <a:srgbClr val="FCC003"/>
      </a:accent3>
      <a:accent4>
        <a:srgbClr val="FF538A"/>
      </a:accent4>
      <a:accent5>
        <a:srgbClr val="D17DFE"/>
      </a:accent5>
      <a:accent6>
        <a:srgbClr val="CFE9FE"/>
      </a:accent6>
      <a:hlink>
        <a:srgbClr val="066A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26 SF Corporate Template">
  <a:themeElements>
    <a:clrScheme name="Simple Light">
      <a:dk1>
        <a:srgbClr val="001E5B"/>
      </a:dk1>
      <a:lt1>
        <a:srgbClr val="FFFFFF"/>
      </a:lt1>
      <a:dk2>
        <a:srgbClr val="022AC0"/>
      </a:dk2>
      <a:lt2>
        <a:srgbClr val="00B3FF"/>
      </a:lt2>
      <a:accent1>
        <a:srgbClr val="90D0FE"/>
      </a:accent1>
      <a:accent2>
        <a:srgbClr val="04E1CB"/>
      </a:accent2>
      <a:accent3>
        <a:srgbClr val="FCC003"/>
      </a:accent3>
      <a:accent4>
        <a:srgbClr val="FF538A"/>
      </a:accent4>
      <a:accent5>
        <a:srgbClr val="D17DFE"/>
      </a:accent5>
      <a:accent6>
        <a:srgbClr val="CFE9FE"/>
      </a:accent6>
      <a:hlink>
        <a:srgbClr val="066A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