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821" r:id="rId4"/>
    <p:sldMasterId id="2147483822" r:id="rId5"/>
  </p:sldMasterIdLst>
  <p:notesMasterIdLst>
    <p:notesMasterId r:id="rId6"/>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Lst>
  <p:sldSz cy="10287000" cx="18288000"/>
  <p:notesSz cx="7010400" cy="9296400"/>
  <p:embeddedFontLst>
    <p:embeddedFont>
      <p:font typeface="Helvetica Neue"/>
      <p:regular r:id="rId117"/>
      <p:bold r:id="rId118"/>
      <p:italic r:id="rId119"/>
      <p:boldItalic r:id="rId120"/>
    </p:embeddedFont>
    <p:embeddedFont>
      <p:font typeface="Avant Garde Demi SFDC"/>
      <p:regular r:id="rId121"/>
    </p:embeddedFont>
    <p:embeddedFont>
      <p:font typeface="Questrial"/>
      <p:regular r:id="rId1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117" Type="http://schemas.openxmlformats.org/officeDocument/2006/relationships/font" Target="fonts/HelveticaNeue-regular.fntdata"/><Relationship Id="rId118" Type="http://schemas.openxmlformats.org/officeDocument/2006/relationships/font" Target="fonts/HelveticaNeue-bold.fntdata"/><Relationship Id="rId119" Type="http://schemas.openxmlformats.org/officeDocument/2006/relationships/font" Target="fonts/HelveticaNeue-italic.fntdata"/><Relationship Id="rId120" Type="http://schemas.openxmlformats.org/officeDocument/2006/relationships/font" Target="fonts/HelveticaNeue-boldItalic.fntdata"/><Relationship Id="rId121" Type="http://schemas.openxmlformats.org/officeDocument/2006/relationships/font" Target="fonts/AvantGardeDemiSFDC-regular.fntdata"/><Relationship Id="rId122" Type="http://schemas.openxmlformats.org/officeDocument/2006/relationships/font" Target="fonts/Questrial-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049794" cy="464819"/>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accent1"/>
              </a:buClr>
              <a:buSzPts val="1400"/>
              <a:buFont typeface="Arial"/>
              <a:buNone/>
              <a:defRPr b="0" i="0" sz="800" u="none" cap="none" strike="noStrike">
                <a:solidFill>
                  <a:schemeClr val="accent1"/>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5766485" y="0"/>
            <a:ext cx="1243915" cy="464819"/>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929292"/>
              </a:buClr>
              <a:buSzPts val="1400"/>
              <a:buFont typeface="Arial"/>
              <a:buNone/>
              <a:defRPr b="0" i="0" sz="800" u="none" cap="none" strike="noStrike">
                <a:solidFill>
                  <a:srgbClr val="929292"/>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07180" y="696912"/>
            <a:ext cx="61959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chemeClr val="accent2"/>
            </a:solidFill>
            <a:prstDash val="solid"/>
            <a:round/>
            <a:headEnd len="sm" w="sm" type="none"/>
            <a:tailEnd len="sm" w="sm" type="none"/>
          </a:ln>
        </p:spPr>
      </p:sp>
      <p:sp>
        <p:nvSpPr>
          <p:cNvPr id="6" name="Google Shape;6;n"/>
          <p:cNvSpPr txBox="1"/>
          <p:nvPr>
            <p:ph idx="1" type="body"/>
          </p:nvPr>
        </p:nvSpPr>
        <p:spPr>
          <a:xfrm>
            <a:off x="407987" y="4415789"/>
            <a:ext cx="6194425" cy="4183379"/>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400"/>
              <a:buFont typeface="Arial"/>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5pPr>
            <a:lvl6pPr indent="-317500" lvl="5" marL="27432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6pPr>
            <a:lvl7pPr indent="-317500" lvl="6" marL="32004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7pPr>
            <a:lvl8pPr indent="-317500" lvl="7" marL="36576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8pPr>
            <a:lvl9pPr indent="-317500" lvl="8" marL="41148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9pPr>
          </a:lstStyle>
          <a:p/>
        </p:txBody>
      </p:sp>
      <p:sp>
        <p:nvSpPr>
          <p:cNvPr id="7" name="Google Shape;7;n"/>
          <p:cNvSpPr/>
          <p:nvPr/>
        </p:nvSpPr>
        <p:spPr>
          <a:xfrm flipH="1" rot="10800000">
            <a:off x="0" y="9225415"/>
            <a:ext cx="7010400" cy="7098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900" u="none" cap="none" strike="noStrike">
              <a:solidFill>
                <a:schemeClr val="lt1"/>
              </a:solidFill>
              <a:latin typeface="Arial"/>
              <a:ea typeface="Arial"/>
              <a:cs typeface="Arial"/>
              <a:sym typeface="Arial"/>
            </a:endParaRPr>
          </a:p>
        </p:txBody>
      </p:sp>
      <p:sp>
        <p:nvSpPr>
          <p:cNvPr id="8" name="Google Shape;8;n"/>
          <p:cNvSpPr txBox="1"/>
          <p:nvPr>
            <p:ph idx="11" type="ftr"/>
          </p:nvPr>
        </p:nvSpPr>
        <p:spPr>
          <a:xfrm>
            <a:off x="0" y="8996336"/>
            <a:ext cx="3038475" cy="215443"/>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5B5B5B"/>
              </a:buClr>
              <a:buSzPts val="1400"/>
              <a:buFont typeface="Arial"/>
              <a:buNone/>
              <a:defRPr b="0" i="0" sz="800" u="none" cap="none" strike="noStrike">
                <a:solidFill>
                  <a:srgbClr val="5B5B5B"/>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grpSp>
        <p:nvGrpSpPr>
          <p:cNvPr id="9" name="Google Shape;9;n"/>
          <p:cNvGrpSpPr/>
          <p:nvPr/>
        </p:nvGrpSpPr>
        <p:grpSpPr>
          <a:xfrm>
            <a:off x="6393468" y="8874285"/>
            <a:ext cx="417887" cy="292590"/>
            <a:chOff x="267" y="-340"/>
            <a:chExt cx="7144" cy="5001"/>
          </a:xfrm>
        </p:grpSpPr>
        <p:sp>
          <p:nvSpPr>
            <p:cNvPr id="10" name="Google Shape;10;n"/>
            <p:cNvSpPr/>
            <p:nvPr/>
          </p:nvSpPr>
          <p:spPr>
            <a:xfrm>
              <a:off x="267" y="-340"/>
              <a:ext cx="7144" cy="5001"/>
            </a:xfrm>
            <a:custGeom>
              <a:rect b="b" l="l" r="r" t="t"/>
              <a:pathLst>
                <a:path extrusionOk="0" h="120000" w="120000">
                  <a:moveTo>
                    <a:pt x="49930" y="13055"/>
                  </a:moveTo>
                  <a:cubicBezTo>
                    <a:pt x="53823" y="7322"/>
                    <a:pt x="59185" y="3746"/>
                    <a:pt x="65143" y="3746"/>
                  </a:cubicBezTo>
                  <a:cubicBezTo>
                    <a:pt x="73088" y="3746"/>
                    <a:pt x="80000" y="10047"/>
                    <a:pt x="83654" y="19413"/>
                  </a:cubicBezTo>
                  <a:cubicBezTo>
                    <a:pt x="86871" y="17369"/>
                    <a:pt x="90407" y="16234"/>
                    <a:pt x="94101" y="16234"/>
                  </a:cubicBezTo>
                  <a:cubicBezTo>
                    <a:pt x="108401" y="16234"/>
                    <a:pt x="119999" y="32923"/>
                    <a:pt x="119999" y="53528"/>
                  </a:cubicBezTo>
                  <a:cubicBezTo>
                    <a:pt x="119999" y="74134"/>
                    <a:pt x="108401" y="90823"/>
                    <a:pt x="94101" y="90823"/>
                  </a:cubicBezTo>
                  <a:cubicBezTo>
                    <a:pt x="92393" y="90823"/>
                    <a:pt x="90685" y="90539"/>
                    <a:pt x="89016" y="90085"/>
                  </a:cubicBezTo>
                  <a:cubicBezTo>
                    <a:pt x="85799" y="98372"/>
                    <a:pt x="79602" y="103935"/>
                    <a:pt x="72532" y="103935"/>
                  </a:cubicBezTo>
                  <a:cubicBezTo>
                    <a:pt x="69553" y="103935"/>
                    <a:pt x="66732" y="102970"/>
                    <a:pt x="64270" y="101210"/>
                  </a:cubicBezTo>
                  <a:cubicBezTo>
                    <a:pt x="60973" y="112223"/>
                    <a:pt x="53306" y="120000"/>
                    <a:pt x="44409" y="120000"/>
                  </a:cubicBezTo>
                  <a:cubicBezTo>
                    <a:pt x="35114" y="120000"/>
                    <a:pt x="27209" y="111598"/>
                    <a:pt x="24150" y="99791"/>
                  </a:cubicBezTo>
                  <a:cubicBezTo>
                    <a:pt x="22840" y="100189"/>
                    <a:pt x="21449" y="100416"/>
                    <a:pt x="20019" y="100416"/>
                  </a:cubicBezTo>
                  <a:cubicBezTo>
                    <a:pt x="8977" y="100416"/>
                    <a:pt x="0" y="87473"/>
                    <a:pt x="0" y="71523"/>
                  </a:cubicBezTo>
                  <a:cubicBezTo>
                    <a:pt x="0" y="60794"/>
                    <a:pt x="4051" y="51485"/>
                    <a:pt x="10009" y="46490"/>
                  </a:cubicBezTo>
                  <a:cubicBezTo>
                    <a:pt x="8778" y="42403"/>
                    <a:pt x="8103" y="37918"/>
                    <a:pt x="8103" y="33263"/>
                  </a:cubicBezTo>
                  <a:cubicBezTo>
                    <a:pt x="8103" y="14872"/>
                    <a:pt x="18550" y="0"/>
                    <a:pt x="31420" y="0"/>
                  </a:cubicBezTo>
                  <a:cubicBezTo>
                    <a:pt x="38967" y="0"/>
                    <a:pt x="45680" y="5108"/>
                    <a:pt x="49930" y="13055"/>
                  </a:cubicBezTo>
                  <a:close/>
                </a:path>
              </a:pathLst>
            </a:custGeom>
            <a:solidFill>
              <a:srgbClr val="0A9AD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1" name="Google Shape;11;n"/>
            <p:cNvSpPr/>
            <p:nvPr/>
          </p:nvSpPr>
          <p:spPr>
            <a:xfrm>
              <a:off x="1297" y="1670"/>
              <a:ext cx="499" cy="672"/>
            </a:xfrm>
            <a:custGeom>
              <a:rect b="b" l="l" r="r" t="t"/>
              <a:pathLst>
                <a:path extrusionOk="0" h="120000" w="120000">
                  <a:moveTo>
                    <a:pt x="1137" y="103943"/>
                  </a:moveTo>
                  <a:cubicBezTo>
                    <a:pt x="0" y="106056"/>
                    <a:pt x="1137" y="106478"/>
                    <a:pt x="1706" y="106901"/>
                  </a:cubicBezTo>
                  <a:cubicBezTo>
                    <a:pt x="5118" y="108591"/>
                    <a:pt x="8530" y="109859"/>
                    <a:pt x="11374" y="111126"/>
                  </a:cubicBezTo>
                  <a:cubicBezTo>
                    <a:pt x="29004" y="118309"/>
                    <a:pt x="45497" y="120000"/>
                    <a:pt x="63127" y="120000"/>
                  </a:cubicBezTo>
                  <a:cubicBezTo>
                    <a:pt x="98388" y="120000"/>
                    <a:pt x="120000" y="106478"/>
                    <a:pt x="120000" y="84084"/>
                  </a:cubicBezTo>
                  <a:cubicBezTo>
                    <a:pt x="120000" y="83239"/>
                    <a:pt x="120000" y="83239"/>
                    <a:pt x="120000" y="83239"/>
                  </a:cubicBezTo>
                  <a:cubicBezTo>
                    <a:pt x="120000" y="62535"/>
                    <a:pt x="95545" y="55352"/>
                    <a:pt x="72227" y="49859"/>
                  </a:cubicBezTo>
                  <a:cubicBezTo>
                    <a:pt x="69383" y="49014"/>
                    <a:pt x="69383" y="49014"/>
                    <a:pt x="69383" y="49014"/>
                  </a:cubicBezTo>
                  <a:cubicBezTo>
                    <a:pt x="51753" y="44788"/>
                    <a:pt x="36398" y="40985"/>
                    <a:pt x="36398" y="32535"/>
                  </a:cubicBezTo>
                  <a:cubicBezTo>
                    <a:pt x="36398" y="32112"/>
                    <a:pt x="36398" y="32112"/>
                    <a:pt x="36398" y="32112"/>
                  </a:cubicBezTo>
                  <a:cubicBezTo>
                    <a:pt x="36398" y="24929"/>
                    <a:pt x="45497" y="19436"/>
                    <a:pt x="59146" y="19436"/>
                  </a:cubicBezTo>
                  <a:cubicBezTo>
                    <a:pt x="74502" y="19436"/>
                    <a:pt x="92132" y="23239"/>
                    <a:pt x="104075" y="27887"/>
                  </a:cubicBezTo>
                  <a:cubicBezTo>
                    <a:pt x="104075" y="27887"/>
                    <a:pt x="107488" y="29577"/>
                    <a:pt x="108625" y="27042"/>
                  </a:cubicBezTo>
                  <a:cubicBezTo>
                    <a:pt x="109194" y="25774"/>
                    <a:pt x="114881" y="13943"/>
                    <a:pt x="115450" y="12676"/>
                  </a:cubicBezTo>
                  <a:cubicBezTo>
                    <a:pt x="116587" y="11408"/>
                    <a:pt x="115450" y="10563"/>
                    <a:pt x="113744" y="9718"/>
                  </a:cubicBezTo>
                  <a:cubicBezTo>
                    <a:pt x="100663" y="3802"/>
                    <a:pt x="82464" y="0"/>
                    <a:pt x="63696" y="0"/>
                  </a:cubicBezTo>
                  <a:cubicBezTo>
                    <a:pt x="59715" y="0"/>
                    <a:pt x="59715" y="0"/>
                    <a:pt x="59715" y="0"/>
                  </a:cubicBezTo>
                  <a:cubicBezTo>
                    <a:pt x="27867" y="0"/>
                    <a:pt x="5118" y="14366"/>
                    <a:pt x="5118" y="35070"/>
                  </a:cubicBezTo>
                  <a:cubicBezTo>
                    <a:pt x="5118" y="35492"/>
                    <a:pt x="5118" y="35492"/>
                    <a:pt x="5118" y="35492"/>
                  </a:cubicBezTo>
                  <a:cubicBezTo>
                    <a:pt x="5118" y="57464"/>
                    <a:pt x="30142" y="64647"/>
                    <a:pt x="53459" y="69295"/>
                  </a:cubicBezTo>
                  <a:cubicBezTo>
                    <a:pt x="56872" y="70140"/>
                    <a:pt x="56872" y="70140"/>
                    <a:pt x="56872" y="70140"/>
                  </a:cubicBezTo>
                  <a:cubicBezTo>
                    <a:pt x="73933" y="73943"/>
                    <a:pt x="88720" y="77323"/>
                    <a:pt x="88720" y="86197"/>
                  </a:cubicBezTo>
                  <a:cubicBezTo>
                    <a:pt x="88720" y="86619"/>
                    <a:pt x="88720" y="86619"/>
                    <a:pt x="88720" y="86619"/>
                  </a:cubicBezTo>
                  <a:cubicBezTo>
                    <a:pt x="88720" y="95070"/>
                    <a:pt x="79052" y="100985"/>
                    <a:pt x="63696" y="100985"/>
                  </a:cubicBezTo>
                  <a:cubicBezTo>
                    <a:pt x="58009" y="100985"/>
                    <a:pt x="38672" y="100985"/>
                    <a:pt x="18199" y="91267"/>
                  </a:cubicBezTo>
                  <a:cubicBezTo>
                    <a:pt x="15924" y="90000"/>
                    <a:pt x="14786" y="89154"/>
                    <a:pt x="12511" y="88309"/>
                  </a:cubicBezTo>
                  <a:cubicBezTo>
                    <a:pt x="11374" y="87887"/>
                    <a:pt x="9099" y="87042"/>
                    <a:pt x="7962" y="89577"/>
                  </a:cubicBezTo>
                  <a:lnTo>
                    <a:pt x="1137" y="10394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2" name="Google Shape;12;n"/>
            <p:cNvSpPr/>
            <p:nvPr/>
          </p:nvSpPr>
          <p:spPr>
            <a:xfrm>
              <a:off x="3443" y="1670"/>
              <a:ext cx="499" cy="672"/>
            </a:xfrm>
            <a:custGeom>
              <a:rect b="b" l="l" r="r" t="t"/>
              <a:pathLst>
                <a:path extrusionOk="0" h="120000" w="120000">
                  <a:moveTo>
                    <a:pt x="1137" y="103943"/>
                  </a:moveTo>
                  <a:cubicBezTo>
                    <a:pt x="0" y="106056"/>
                    <a:pt x="1137" y="106478"/>
                    <a:pt x="1706" y="106901"/>
                  </a:cubicBezTo>
                  <a:cubicBezTo>
                    <a:pt x="5118" y="108591"/>
                    <a:pt x="8530" y="109859"/>
                    <a:pt x="11374" y="111126"/>
                  </a:cubicBezTo>
                  <a:cubicBezTo>
                    <a:pt x="29004" y="118309"/>
                    <a:pt x="45497" y="120000"/>
                    <a:pt x="63127" y="120000"/>
                  </a:cubicBezTo>
                  <a:cubicBezTo>
                    <a:pt x="98388" y="120000"/>
                    <a:pt x="120000" y="106478"/>
                    <a:pt x="120000" y="84084"/>
                  </a:cubicBezTo>
                  <a:cubicBezTo>
                    <a:pt x="120000" y="83239"/>
                    <a:pt x="120000" y="83239"/>
                    <a:pt x="120000" y="83239"/>
                  </a:cubicBezTo>
                  <a:cubicBezTo>
                    <a:pt x="120000" y="62535"/>
                    <a:pt x="95545" y="55352"/>
                    <a:pt x="72227" y="49859"/>
                  </a:cubicBezTo>
                  <a:cubicBezTo>
                    <a:pt x="69383" y="49014"/>
                    <a:pt x="69383" y="49014"/>
                    <a:pt x="69383" y="49014"/>
                  </a:cubicBezTo>
                  <a:cubicBezTo>
                    <a:pt x="51753" y="44788"/>
                    <a:pt x="36398" y="40985"/>
                    <a:pt x="36398" y="32535"/>
                  </a:cubicBezTo>
                  <a:cubicBezTo>
                    <a:pt x="36398" y="32112"/>
                    <a:pt x="36398" y="32112"/>
                    <a:pt x="36398" y="32112"/>
                  </a:cubicBezTo>
                  <a:cubicBezTo>
                    <a:pt x="36398" y="24929"/>
                    <a:pt x="45497" y="19436"/>
                    <a:pt x="59146" y="19436"/>
                  </a:cubicBezTo>
                  <a:cubicBezTo>
                    <a:pt x="74502" y="19436"/>
                    <a:pt x="92132" y="23239"/>
                    <a:pt x="104075" y="27887"/>
                  </a:cubicBezTo>
                  <a:cubicBezTo>
                    <a:pt x="104075" y="27887"/>
                    <a:pt x="107488" y="29577"/>
                    <a:pt x="108625" y="27042"/>
                  </a:cubicBezTo>
                  <a:cubicBezTo>
                    <a:pt x="109194" y="25774"/>
                    <a:pt x="114881" y="13943"/>
                    <a:pt x="115450" y="12676"/>
                  </a:cubicBezTo>
                  <a:cubicBezTo>
                    <a:pt x="116587" y="11408"/>
                    <a:pt x="115450" y="10563"/>
                    <a:pt x="113744" y="9718"/>
                  </a:cubicBezTo>
                  <a:cubicBezTo>
                    <a:pt x="100663" y="3802"/>
                    <a:pt x="82464" y="0"/>
                    <a:pt x="63696" y="0"/>
                  </a:cubicBezTo>
                  <a:cubicBezTo>
                    <a:pt x="59715" y="0"/>
                    <a:pt x="59715" y="0"/>
                    <a:pt x="59715" y="0"/>
                  </a:cubicBezTo>
                  <a:cubicBezTo>
                    <a:pt x="27867" y="0"/>
                    <a:pt x="5118" y="14366"/>
                    <a:pt x="5118" y="35070"/>
                  </a:cubicBezTo>
                  <a:cubicBezTo>
                    <a:pt x="5118" y="35492"/>
                    <a:pt x="5118" y="35492"/>
                    <a:pt x="5118" y="35492"/>
                  </a:cubicBezTo>
                  <a:cubicBezTo>
                    <a:pt x="5118" y="57464"/>
                    <a:pt x="30142" y="64647"/>
                    <a:pt x="53459" y="69295"/>
                  </a:cubicBezTo>
                  <a:cubicBezTo>
                    <a:pt x="56872" y="70140"/>
                    <a:pt x="56872" y="70140"/>
                    <a:pt x="56872" y="70140"/>
                  </a:cubicBezTo>
                  <a:cubicBezTo>
                    <a:pt x="73933" y="73943"/>
                    <a:pt x="88720" y="77323"/>
                    <a:pt x="88720" y="86197"/>
                  </a:cubicBezTo>
                  <a:cubicBezTo>
                    <a:pt x="88720" y="86619"/>
                    <a:pt x="88720" y="86619"/>
                    <a:pt x="88720" y="86619"/>
                  </a:cubicBezTo>
                  <a:cubicBezTo>
                    <a:pt x="88720" y="95070"/>
                    <a:pt x="79052" y="100985"/>
                    <a:pt x="63696" y="100985"/>
                  </a:cubicBezTo>
                  <a:cubicBezTo>
                    <a:pt x="58009" y="100985"/>
                    <a:pt x="38672" y="100985"/>
                    <a:pt x="18199" y="91267"/>
                  </a:cubicBezTo>
                  <a:cubicBezTo>
                    <a:pt x="15924" y="90000"/>
                    <a:pt x="14218" y="89577"/>
                    <a:pt x="12511" y="88309"/>
                  </a:cubicBezTo>
                  <a:cubicBezTo>
                    <a:pt x="11943" y="88309"/>
                    <a:pt x="9099" y="87464"/>
                    <a:pt x="7962" y="89577"/>
                  </a:cubicBezTo>
                  <a:lnTo>
                    <a:pt x="1137" y="10394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3" name="Google Shape;13;n"/>
            <p:cNvSpPr/>
            <p:nvPr/>
          </p:nvSpPr>
          <p:spPr>
            <a:xfrm>
              <a:off x="4454" y="1670"/>
              <a:ext cx="595" cy="672"/>
            </a:xfrm>
            <a:custGeom>
              <a:rect b="b" l="l" r="r" t="t"/>
              <a:pathLst>
                <a:path extrusionOk="0" h="120000" w="120000">
                  <a:moveTo>
                    <a:pt x="116666" y="36760"/>
                  </a:moveTo>
                  <a:cubicBezTo>
                    <a:pt x="114285" y="29154"/>
                    <a:pt x="110476" y="22816"/>
                    <a:pt x="105238" y="17746"/>
                  </a:cubicBezTo>
                  <a:cubicBezTo>
                    <a:pt x="100476" y="12253"/>
                    <a:pt x="93809" y="8028"/>
                    <a:pt x="86190" y="5070"/>
                  </a:cubicBezTo>
                  <a:cubicBezTo>
                    <a:pt x="79047" y="1690"/>
                    <a:pt x="70000" y="0"/>
                    <a:pt x="60000" y="0"/>
                  </a:cubicBezTo>
                  <a:cubicBezTo>
                    <a:pt x="50000" y="0"/>
                    <a:pt x="40952" y="1690"/>
                    <a:pt x="33809" y="5070"/>
                  </a:cubicBezTo>
                  <a:cubicBezTo>
                    <a:pt x="26190" y="8028"/>
                    <a:pt x="19523" y="12253"/>
                    <a:pt x="14761" y="17746"/>
                  </a:cubicBezTo>
                  <a:cubicBezTo>
                    <a:pt x="9523" y="22816"/>
                    <a:pt x="5714" y="29154"/>
                    <a:pt x="3333" y="36760"/>
                  </a:cubicBezTo>
                  <a:cubicBezTo>
                    <a:pt x="952" y="43943"/>
                    <a:pt x="0" y="51549"/>
                    <a:pt x="0" y="60000"/>
                  </a:cubicBezTo>
                  <a:cubicBezTo>
                    <a:pt x="0" y="68450"/>
                    <a:pt x="952" y="76478"/>
                    <a:pt x="3333" y="83661"/>
                  </a:cubicBezTo>
                  <a:cubicBezTo>
                    <a:pt x="5714" y="90845"/>
                    <a:pt x="9523" y="97183"/>
                    <a:pt x="14761" y="102676"/>
                  </a:cubicBezTo>
                  <a:cubicBezTo>
                    <a:pt x="19523" y="107746"/>
                    <a:pt x="26190" y="111971"/>
                    <a:pt x="33809" y="115352"/>
                  </a:cubicBezTo>
                  <a:cubicBezTo>
                    <a:pt x="40952" y="118309"/>
                    <a:pt x="50000" y="120000"/>
                    <a:pt x="60000" y="120000"/>
                  </a:cubicBezTo>
                  <a:cubicBezTo>
                    <a:pt x="70000" y="120000"/>
                    <a:pt x="79047" y="118309"/>
                    <a:pt x="86190" y="115352"/>
                  </a:cubicBezTo>
                  <a:cubicBezTo>
                    <a:pt x="93809" y="111971"/>
                    <a:pt x="100476" y="107746"/>
                    <a:pt x="105238" y="102676"/>
                  </a:cubicBezTo>
                  <a:cubicBezTo>
                    <a:pt x="110476" y="97183"/>
                    <a:pt x="114285" y="90845"/>
                    <a:pt x="116666" y="83661"/>
                  </a:cubicBezTo>
                  <a:cubicBezTo>
                    <a:pt x="119047" y="76478"/>
                    <a:pt x="120000" y="68450"/>
                    <a:pt x="120000" y="60000"/>
                  </a:cubicBezTo>
                  <a:cubicBezTo>
                    <a:pt x="120000" y="51549"/>
                    <a:pt x="119047" y="43943"/>
                    <a:pt x="116666" y="36760"/>
                  </a:cubicBezTo>
                  <a:moveTo>
                    <a:pt x="91904" y="60000"/>
                  </a:moveTo>
                  <a:cubicBezTo>
                    <a:pt x="91904" y="72676"/>
                    <a:pt x="89047" y="82816"/>
                    <a:pt x="83809" y="90000"/>
                  </a:cubicBezTo>
                  <a:cubicBezTo>
                    <a:pt x="78571" y="96760"/>
                    <a:pt x="70952" y="100140"/>
                    <a:pt x="60000" y="100140"/>
                  </a:cubicBezTo>
                  <a:cubicBezTo>
                    <a:pt x="49047" y="100140"/>
                    <a:pt x="41428" y="96760"/>
                    <a:pt x="36190" y="90000"/>
                  </a:cubicBezTo>
                  <a:cubicBezTo>
                    <a:pt x="30952" y="82816"/>
                    <a:pt x="28571" y="72676"/>
                    <a:pt x="28571" y="60000"/>
                  </a:cubicBezTo>
                  <a:cubicBezTo>
                    <a:pt x="28571" y="47323"/>
                    <a:pt x="30952" y="37605"/>
                    <a:pt x="36190" y="30422"/>
                  </a:cubicBezTo>
                  <a:cubicBezTo>
                    <a:pt x="41428" y="23661"/>
                    <a:pt x="49047" y="20281"/>
                    <a:pt x="60000" y="20281"/>
                  </a:cubicBezTo>
                  <a:cubicBezTo>
                    <a:pt x="70952" y="20281"/>
                    <a:pt x="78571" y="23661"/>
                    <a:pt x="83809" y="30422"/>
                  </a:cubicBezTo>
                  <a:cubicBezTo>
                    <a:pt x="89047" y="37605"/>
                    <a:pt x="91904" y="47323"/>
                    <a:pt x="91904" y="6000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4" name="Google Shape;14;n"/>
            <p:cNvSpPr/>
            <p:nvPr/>
          </p:nvSpPr>
          <p:spPr>
            <a:xfrm>
              <a:off x="5565" y="1670"/>
              <a:ext cx="507" cy="670"/>
            </a:xfrm>
            <a:custGeom>
              <a:rect b="b" l="l" r="r" t="t"/>
              <a:pathLst>
                <a:path extrusionOk="0" h="120000" w="120000">
                  <a:moveTo>
                    <a:pt x="111588" y="97102"/>
                  </a:moveTo>
                  <a:cubicBezTo>
                    <a:pt x="111028" y="94982"/>
                    <a:pt x="108224" y="95830"/>
                    <a:pt x="108224" y="95830"/>
                  </a:cubicBezTo>
                  <a:cubicBezTo>
                    <a:pt x="103738" y="97102"/>
                    <a:pt x="99252" y="97950"/>
                    <a:pt x="94766" y="98798"/>
                  </a:cubicBezTo>
                  <a:cubicBezTo>
                    <a:pt x="89719" y="99222"/>
                    <a:pt x="84672" y="99646"/>
                    <a:pt x="78504" y="99646"/>
                  </a:cubicBezTo>
                  <a:cubicBezTo>
                    <a:pt x="64485" y="99646"/>
                    <a:pt x="53271" y="96254"/>
                    <a:pt x="45420" y="90318"/>
                  </a:cubicBezTo>
                  <a:cubicBezTo>
                    <a:pt x="37570" y="83957"/>
                    <a:pt x="33084" y="73780"/>
                    <a:pt x="33084" y="60212"/>
                  </a:cubicBezTo>
                  <a:cubicBezTo>
                    <a:pt x="33084" y="47915"/>
                    <a:pt x="37009" y="38586"/>
                    <a:pt x="44299" y="31378"/>
                  </a:cubicBezTo>
                  <a:cubicBezTo>
                    <a:pt x="51028" y="24169"/>
                    <a:pt x="62242" y="20777"/>
                    <a:pt x="76261" y="20777"/>
                  </a:cubicBezTo>
                  <a:cubicBezTo>
                    <a:pt x="88598" y="20777"/>
                    <a:pt x="97570" y="21625"/>
                    <a:pt x="107102" y="23745"/>
                  </a:cubicBezTo>
                  <a:cubicBezTo>
                    <a:pt x="107102" y="23745"/>
                    <a:pt x="109345" y="24593"/>
                    <a:pt x="110467" y="22473"/>
                  </a:cubicBezTo>
                  <a:cubicBezTo>
                    <a:pt x="112710" y="16961"/>
                    <a:pt x="114953" y="13144"/>
                    <a:pt x="117757" y="7632"/>
                  </a:cubicBezTo>
                  <a:cubicBezTo>
                    <a:pt x="118317" y="5936"/>
                    <a:pt x="116635" y="5088"/>
                    <a:pt x="115514" y="4664"/>
                  </a:cubicBezTo>
                  <a:cubicBezTo>
                    <a:pt x="112149" y="3816"/>
                    <a:pt x="103177" y="2120"/>
                    <a:pt x="96448" y="1272"/>
                  </a:cubicBezTo>
                  <a:cubicBezTo>
                    <a:pt x="90280" y="424"/>
                    <a:pt x="82990" y="0"/>
                    <a:pt x="74579" y="0"/>
                  </a:cubicBezTo>
                  <a:cubicBezTo>
                    <a:pt x="62242" y="0"/>
                    <a:pt x="51588" y="1696"/>
                    <a:pt x="42056" y="4664"/>
                  </a:cubicBezTo>
                  <a:cubicBezTo>
                    <a:pt x="33084" y="8056"/>
                    <a:pt x="25233" y="12296"/>
                    <a:pt x="19065" y="17385"/>
                  </a:cubicBezTo>
                  <a:cubicBezTo>
                    <a:pt x="12897" y="22897"/>
                    <a:pt x="7850" y="29257"/>
                    <a:pt x="5046" y="36466"/>
                  </a:cubicBezTo>
                  <a:cubicBezTo>
                    <a:pt x="1682" y="43674"/>
                    <a:pt x="0" y="51731"/>
                    <a:pt x="0" y="60212"/>
                  </a:cubicBezTo>
                  <a:cubicBezTo>
                    <a:pt x="0" y="78445"/>
                    <a:pt x="6728" y="93286"/>
                    <a:pt x="19626" y="103886"/>
                  </a:cubicBezTo>
                  <a:cubicBezTo>
                    <a:pt x="32523" y="114487"/>
                    <a:pt x="51588" y="120000"/>
                    <a:pt x="76822" y="120000"/>
                  </a:cubicBezTo>
                  <a:cubicBezTo>
                    <a:pt x="91401" y="120000"/>
                    <a:pt x="106542" y="117879"/>
                    <a:pt x="117757" y="114487"/>
                  </a:cubicBezTo>
                  <a:cubicBezTo>
                    <a:pt x="117757" y="114487"/>
                    <a:pt x="120000" y="113639"/>
                    <a:pt x="118878" y="111943"/>
                  </a:cubicBezTo>
                  <a:lnTo>
                    <a:pt x="111588" y="97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5" name="Google Shape;15;n"/>
            <p:cNvSpPr/>
            <p:nvPr/>
          </p:nvSpPr>
          <p:spPr>
            <a:xfrm>
              <a:off x="6108" y="1670"/>
              <a:ext cx="581" cy="672"/>
            </a:xfrm>
            <a:custGeom>
              <a:rect b="b" l="l" r="r" t="t"/>
              <a:pathLst>
                <a:path extrusionOk="0" h="120000" w="120000">
                  <a:moveTo>
                    <a:pt x="114634" y="32535"/>
                  </a:moveTo>
                  <a:cubicBezTo>
                    <a:pt x="112682" y="25352"/>
                    <a:pt x="107317" y="18591"/>
                    <a:pt x="103902" y="15211"/>
                  </a:cubicBezTo>
                  <a:cubicBezTo>
                    <a:pt x="98048" y="10140"/>
                    <a:pt x="92682" y="6338"/>
                    <a:pt x="87317" y="4647"/>
                  </a:cubicBezTo>
                  <a:cubicBezTo>
                    <a:pt x="80487" y="1690"/>
                    <a:pt x="72195" y="0"/>
                    <a:pt x="62926" y="0"/>
                  </a:cubicBezTo>
                  <a:cubicBezTo>
                    <a:pt x="52195" y="0"/>
                    <a:pt x="42439" y="1690"/>
                    <a:pt x="34634" y="5070"/>
                  </a:cubicBezTo>
                  <a:cubicBezTo>
                    <a:pt x="26829" y="8028"/>
                    <a:pt x="20487" y="12676"/>
                    <a:pt x="15121" y="17746"/>
                  </a:cubicBezTo>
                  <a:cubicBezTo>
                    <a:pt x="9756" y="23239"/>
                    <a:pt x="5853" y="30000"/>
                    <a:pt x="3414" y="37183"/>
                  </a:cubicBezTo>
                  <a:cubicBezTo>
                    <a:pt x="975" y="44366"/>
                    <a:pt x="0" y="52394"/>
                    <a:pt x="0" y="60845"/>
                  </a:cubicBezTo>
                  <a:cubicBezTo>
                    <a:pt x="0" y="69295"/>
                    <a:pt x="975" y="77323"/>
                    <a:pt x="3902" y="84507"/>
                  </a:cubicBezTo>
                  <a:cubicBezTo>
                    <a:pt x="6341" y="91690"/>
                    <a:pt x="10243" y="98028"/>
                    <a:pt x="16097" y="103098"/>
                  </a:cubicBezTo>
                  <a:cubicBezTo>
                    <a:pt x="21463" y="108591"/>
                    <a:pt x="28780" y="112394"/>
                    <a:pt x="37560" y="115352"/>
                  </a:cubicBezTo>
                  <a:cubicBezTo>
                    <a:pt x="46341" y="118309"/>
                    <a:pt x="56585" y="120000"/>
                    <a:pt x="68780" y="120000"/>
                  </a:cubicBezTo>
                  <a:cubicBezTo>
                    <a:pt x="93170" y="119577"/>
                    <a:pt x="106341" y="114929"/>
                    <a:pt x="111707" y="112394"/>
                  </a:cubicBezTo>
                  <a:cubicBezTo>
                    <a:pt x="112682" y="111971"/>
                    <a:pt x="113170" y="111126"/>
                    <a:pt x="112195" y="109014"/>
                  </a:cubicBezTo>
                  <a:cubicBezTo>
                    <a:pt x="106829" y="95492"/>
                    <a:pt x="106829" y="95492"/>
                    <a:pt x="106829" y="95492"/>
                  </a:cubicBezTo>
                  <a:cubicBezTo>
                    <a:pt x="105853" y="93380"/>
                    <a:pt x="103414" y="94225"/>
                    <a:pt x="103414" y="94225"/>
                  </a:cubicBezTo>
                  <a:cubicBezTo>
                    <a:pt x="97560" y="95915"/>
                    <a:pt x="88780" y="99718"/>
                    <a:pt x="68292" y="99718"/>
                  </a:cubicBezTo>
                  <a:cubicBezTo>
                    <a:pt x="55121" y="99295"/>
                    <a:pt x="45365" y="95915"/>
                    <a:pt x="39024" y="90845"/>
                  </a:cubicBezTo>
                  <a:cubicBezTo>
                    <a:pt x="32682" y="85352"/>
                    <a:pt x="29756" y="77323"/>
                    <a:pt x="29268" y="66338"/>
                  </a:cubicBezTo>
                  <a:cubicBezTo>
                    <a:pt x="114634" y="66338"/>
                    <a:pt x="114634" y="66338"/>
                    <a:pt x="114634" y="66338"/>
                  </a:cubicBezTo>
                  <a:cubicBezTo>
                    <a:pt x="114634" y="66338"/>
                    <a:pt x="117073" y="66338"/>
                    <a:pt x="117073" y="64225"/>
                  </a:cubicBezTo>
                  <a:cubicBezTo>
                    <a:pt x="117073" y="63380"/>
                    <a:pt x="120000" y="49014"/>
                    <a:pt x="114634" y="32535"/>
                  </a:cubicBezTo>
                  <a:close/>
                  <a:moveTo>
                    <a:pt x="29756" y="47746"/>
                  </a:moveTo>
                  <a:cubicBezTo>
                    <a:pt x="30731" y="40985"/>
                    <a:pt x="33170" y="35070"/>
                    <a:pt x="36585" y="30422"/>
                  </a:cubicBezTo>
                  <a:cubicBezTo>
                    <a:pt x="41951" y="23661"/>
                    <a:pt x="49756" y="19859"/>
                    <a:pt x="60975" y="19859"/>
                  </a:cubicBezTo>
                  <a:cubicBezTo>
                    <a:pt x="72195" y="19859"/>
                    <a:pt x="79512" y="23661"/>
                    <a:pt x="84878" y="30422"/>
                  </a:cubicBezTo>
                  <a:cubicBezTo>
                    <a:pt x="88292" y="35070"/>
                    <a:pt x="89756" y="40985"/>
                    <a:pt x="90731" y="47746"/>
                  </a:cubicBezTo>
                  <a:lnTo>
                    <a:pt x="29756" y="4774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6" name="Google Shape;16;n"/>
            <p:cNvSpPr/>
            <p:nvPr/>
          </p:nvSpPr>
          <p:spPr>
            <a:xfrm>
              <a:off x="2793" y="1670"/>
              <a:ext cx="581" cy="672"/>
            </a:xfrm>
            <a:custGeom>
              <a:rect b="b" l="l" r="r" t="t"/>
              <a:pathLst>
                <a:path extrusionOk="0" h="120000" w="120000">
                  <a:moveTo>
                    <a:pt x="114634" y="32535"/>
                  </a:moveTo>
                  <a:cubicBezTo>
                    <a:pt x="112682" y="25352"/>
                    <a:pt x="107317" y="18591"/>
                    <a:pt x="103902" y="15211"/>
                  </a:cubicBezTo>
                  <a:cubicBezTo>
                    <a:pt x="98048" y="10140"/>
                    <a:pt x="92682" y="6338"/>
                    <a:pt x="87317" y="4647"/>
                  </a:cubicBezTo>
                  <a:cubicBezTo>
                    <a:pt x="80487" y="1690"/>
                    <a:pt x="72195" y="0"/>
                    <a:pt x="62926" y="0"/>
                  </a:cubicBezTo>
                  <a:cubicBezTo>
                    <a:pt x="52195" y="0"/>
                    <a:pt x="42439" y="1690"/>
                    <a:pt x="34634" y="5070"/>
                  </a:cubicBezTo>
                  <a:cubicBezTo>
                    <a:pt x="26829" y="8028"/>
                    <a:pt x="20487" y="12676"/>
                    <a:pt x="15121" y="17746"/>
                  </a:cubicBezTo>
                  <a:cubicBezTo>
                    <a:pt x="9756" y="23239"/>
                    <a:pt x="5853" y="30000"/>
                    <a:pt x="3414" y="37183"/>
                  </a:cubicBezTo>
                  <a:cubicBezTo>
                    <a:pt x="975" y="44366"/>
                    <a:pt x="0" y="52394"/>
                    <a:pt x="0" y="60845"/>
                  </a:cubicBezTo>
                  <a:cubicBezTo>
                    <a:pt x="0" y="69295"/>
                    <a:pt x="975" y="77323"/>
                    <a:pt x="3902" y="84507"/>
                  </a:cubicBezTo>
                  <a:cubicBezTo>
                    <a:pt x="6341" y="91690"/>
                    <a:pt x="10243" y="98028"/>
                    <a:pt x="16097" y="103098"/>
                  </a:cubicBezTo>
                  <a:cubicBezTo>
                    <a:pt x="21463" y="108591"/>
                    <a:pt x="28780" y="112394"/>
                    <a:pt x="37560" y="115352"/>
                  </a:cubicBezTo>
                  <a:cubicBezTo>
                    <a:pt x="46341" y="118309"/>
                    <a:pt x="56585" y="120000"/>
                    <a:pt x="68780" y="120000"/>
                  </a:cubicBezTo>
                  <a:cubicBezTo>
                    <a:pt x="93170" y="119577"/>
                    <a:pt x="106341" y="114929"/>
                    <a:pt x="111707" y="112394"/>
                  </a:cubicBezTo>
                  <a:cubicBezTo>
                    <a:pt x="112682" y="111971"/>
                    <a:pt x="113170" y="111126"/>
                    <a:pt x="112195" y="109014"/>
                  </a:cubicBezTo>
                  <a:cubicBezTo>
                    <a:pt x="106829" y="95492"/>
                    <a:pt x="106829" y="95492"/>
                    <a:pt x="106829" y="95492"/>
                  </a:cubicBezTo>
                  <a:cubicBezTo>
                    <a:pt x="105853" y="93380"/>
                    <a:pt x="103414" y="94225"/>
                    <a:pt x="103414" y="94225"/>
                  </a:cubicBezTo>
                  <a:cubicBezTo>
                    <a:pt x="97560" y="95915"/>
                    <a:pt x="88780" y="99718"/>
                    <a:pt x="68292" y="99718"/>
                  </a:cubicBezTo>
                  <a:cubicBezTo>
                    <a:pt x="55121" y="99295"/>
                    <a:pt x="45365" y="95915"/>
                    <a:pt x="39024" y="90845"/>
                  </a:cubicBezTo>
                  <a:cubicBezTo>
                    <a:pt x="32682" y="85352"/>
                    <a:pt x="29756" y="77323"/>
                    <a:pt x="29268" y="66338"/>
                  </a:cubicBezTo>
                  <a:cubicBezTo>
                    <a:pt x="114634" y="66338"/>
                    <a:pt x="114634" y="66338"/>
                    <a:pt x="114634" y="66338"/>
                  </a:cubicBezTo>
                  <a:cubicBezTo>
                    <a:pt x="114634" y="66338"/>
                    <a:pt x="117073" y="66338"/>
                    <a:pt x="117073" y="64225"/>
                  </a:cubicBezTo>
                  <a:cubicBezTo>
                    <a:pt x="117073" y="63380"/>
                    <a:pt x="120000" y="49014"/>
                    <a:pt x="114634" y="32535"/>
                  </a:cubicBezTo>
                  <a:close/>
                  <a:moveTo>
                    <a:pt x="29756" y="47746"/>
                  </a:moveTo>
                  <a:cubicBezTo>
                    <a:pt x="30731" y="40985"/>
                    <a:pt x="33170" y="35070"/>
                    <a:pt x="36585" y="30422"/>
                  </a:cubicBezTo>
                  <a:cubicBezTo>
                    <a:pt x="41951" y="23661"/>
                    <a:pt x="49756" y="19859"/>
                    <a:pt x="60975" y="19859"/>
                  </a:cubicBezTo>
                  <a:cubicBezTo>
                    <a:pt x="72195" y="19859"/>
                    <a:pt x="79512" y="23661"/>
                    <a:pt x="84878" y="30422"/>
                  </a:cubicBezTo>
                  <a:cubicBezTo>
                    <a:pt x="88292" y="35070"/>
                    <a:pt x="89756" y="40985"/>
                    <a:pt x="90731" y="47746"/>
                  </a:cubicBezTo>
                  <a:lnTo>
                    <a:pt x="29756" y="4774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7" name="Google Shape;17;n"/>
            <p:cNvSpPr/>
            <p:nvPr/>
          </p:nvSpPr>
          <p:spPr>
            <a:xfrm>
              <a:off x="1870" y="1670"/>
              <a:ext cx="536" cy="672"/>
            </a:xfrm>
            <a:custGeom>
              <a:rect b="b" l="l" r="r" t="t"/>
              <a:pathLst>
                <a:path extrusionOk="0" h="120000" w="120000">
                  <a:moveTo>
                    <a:pt x="75066" y="44366"/>
                  </a:moveTo>
                  <a:cubicBezTo>
                    <a:pt x="71365" y="44366"/>
                    <a:pt x="66607" y="43943"/>
                    <a:pt x="60792" y="43943"/>
                  </a:cubicBezTo>
                  <a:cubicBezTo>
                    <a:pt x="52863" y="43943"/>
                    <a:pt x="44933" y="44788"/>
                    <a:pt x="38061" y="46478"/>
                  </a:cubicBezTo>
                  <a:cubicBezTo>
                    <a:pt x="30660" y="48169"/>
                    <a:pt x="24317" y="50281"/>
                    <a:pt x="18502" y="53661"/>
                  </a:cubicBezTo>
                  <a:cubicBezTo>
                    <a:pt x="12687" y="56619"/>
                    <a:pt x="8458" y="60845"/>
                    <a:pt x="5286" y="65915"/>
                  </a:cubicBezTo>
                  <a:cubicBezTo>
                    <a:pt x="2114" y="70563"/>
                    <a:pt x="0" y="76478"/>
                    <a:pt x="0" y="82816"/>
                  </a:cubicBezTo>
                  <a:cubicBezTo>
                    <a:pt x="0" y="89577"/>
                    <a:pt x="1585" y="95070"/>
                    <a:pt x="4229" y="99718"/>
                  </a:cubicBezTo>
                  <a:cubicBezTo>
                    <a:pt x="7400" y="104366"/>
                    <a:pt x="11101" y="108169"/>
                    <a:pt x="16387" y="111126"/>
                  </a:cubicBezTo>
                  <a:cubicBezTo>
                    <a:pt x="21674" y="114084"/>
                    <a:pt x="28017" y="116619"/>
                    <a:pt x="35418" y="117887"/>
                  </a:cubicBezTo>
                  <a:cubicBezTo>
                    <a:pt x="42819" y="119154"/>
                    <a:pt x="50748" y="120000"/>
                    <a:pt x="59735" y="120000"/>
                  </a:cubicBezTo>
                  <a:cubicBezTo>
                    <a:pt x="69251" y="120000"/>
                    <a:pt x="78766" y="119154"/>
                    <a:pt x="87753" y="117887"/>
                  </a:cubicBezTo>
                  <a:cubicBezTo>
                    <a:pt x="97268" y="116619"/>
                    <a:pt x="108370" y="114929"/>
                    <a:pt x="111013" y="114507"/>
                  </a:cubicBezTo>
                  <a:cubicBezTo>
                    <a:pt x="114185" y="113661"/>
                    <a:pt x="117885" y="112816"/>
                    <a:pt x="117885" y="112816"/>
                  </a:cubicBezTo>
                  <a:cubicBezTo>
                    <a:pt x="120000" y="112394"/>
                    <a:pt x="120000" y="110704"/>
                    <a:pt x="120000" y="110704"/>
                  </a:cubicBezTo>
                  <a:cubicBezTo>
                    <a:pt x="120000" y="43098"/>
                    <a:pt x="120000" y="43098"/>
                    <a:pt x="120000" y="43098"/>
                  </a:cubicBezTo>
                  <a:cubicBezTo>
                    <a:pt x="120000" y="28309"/>
                    <a:pt x="114713" y="16901"/>
                    <a:pt x="105198" y="10140"/>
                  </a:cubicBezTo>
                  <a:cubicBezTo>
                    <a:pt x="95154" y="3380"/>
                    <a:pt x="80881" y="0"/>
                    <a:pt x="62378" y="0"/>
                  </a:cubicBezTo>
                  <a:cubicBezTo>
                    <a:pt x="55506" y="0"/>
                    <a:pt x="44405" y="845"/>
                    <a:pt x="38061" y="1690"/>
                  </a:cubicBezTo>
                  <a:cubicBezTo>
                    <a:pt x="38061" y="1690"/>
                    <a:pt x="17444" y="5070"/>
                    <a:pt x="9515" y="10140"/>
                  </a:cubicBezTo>
                  <a:cubicBezTo>
                    <a:pt x="9515" y="10140"/>
                    <a:pt x="7400" y="10985"/>
                    <a:pt x="8458" y="13098"/>
                  </a:cubicBezTo>
                  <a:cubicBezTo>
                    <a:pt x="14801" y="27042"/>
                    <a:pt x="14801" y="27042"/>
                    <a:pt x="14801" y="27042"/>
                  </a:cubicBezTo>
                  <a:cubicBezTo>
                    <a:pt x="15859" y="29154"/>
                    <a:pt x="17973" y="28309"/>
                    <a:pt x="17973" y="28309"/>
                  </a:cubicBezTo>
                  <a:cubicBezTo>
                    <a:pt x="17973" y="28309"/>
                    <a:pt x="18502" y="28309"/>
                    <a:pt x="19559" y="27887"/>
                  </a:cubicBezTo>
                  <a:cubicBezTo>
                    <a:pt x="37533" y="20281"/>
                    <a:pt x="59735" y="20281"/>
                    <a:pt x="59735" y="20281"/>
                  </a:cubicBezTo>
                  <a:cubicBezTo>
                    <a:pt x="69779" y="20281"/>
                    <a:pt x="77709" y="21971"/>
                    <a:pt x="82995" y="24929"/>
                  </a:cubicBezTo>
                  <a:cubicBezTo>
                    <a:pt x="87753" y="28309"/>
                    <a:pt x="90396" y="32957"/>
                    <a:pt x="90396" y="42676"/>
                  </a:cubicBezTo>
                  <a:cubicBezTo>
                    <a:pt x="90396" y="46056"/>
                    <a:pt x="90396" y="46056"/>
                    <a:pt x="90396" y="46056"/>
                  </a:cubicBezTo>
                  <a:cubicBezTo>
                    <a:pt x="82466" y="44788"/>
                    <a:pt x="75066" y="44366"/>
                    <a:pt x="75066" y="44366"/>
                  </a:cubicBezTo>
                  <a:close/>
                  <a:moveTo>
                    <a:pt x="38061" y="96338"/>
                  </a:moveTo>
                  <a:cubicBezTo>
                    <a:pt x="34889" y="94225"/>
                    <a:pt x="34361" y="93380"/>
                    <a:pt x="32775" y="92112"/>
                  </a:cubicBezTo>
                  <a:cubicBezTo>
                    <a:pt x="31189" y="89577"/>
                    <a:pt x="30132" y="86619"/>
                    <a:pt x="30132" y="82394"/>
                  </a:cubicBezTo>
                  <a:cubicBezTo>
                    <a:pt x="30132" y="76056"/>
                    <a:pt x="32775" y="71408"/>
                    <a:pt x="38590" y="68028"/>
                  </a:cubicBezTo>
                  <a:cubicBezTo>
                    <a:pt x="38590" y="68028"/>
                    <a:pt x="46519" y="62535"/>
                    <a:pt x="65022" y="62535"/>
                  </a:cubicBezTo>
                  <a:cubicBezTo>
                    <a:pt x="78766" y="62957"/>
                    <a:pt x="90396" y="64225"/>
                    <a:pt x="90396" y="64225"/>
                  </a:cubicBezTo>
                  <a:cubicBezTo>
                    <a:pt x="90396" y="98028"/>
                    <a:pt x="90396" y="98028"/>
                    <a:pt x="90396" y="98028"/>
                  </a:cubicBezTo>
                  <a:cubicBezTo>
                    <a:pt x="90396" y="98028"/>
                    <a:pt x="90396" y="98028"/>
                    <a:pt x="90396" y="98028"/>
                  </a:cubicBezTo>
                  <a:cubicBezTo>
                    <a:pt x="90396" y="98028"/>
                    <a:pt x="78766" y="100140"/>
                    <a:pt x="65550" y="100563"/>
                  </a:cubicBezTo>
                  <a:cubicBezTo>
                    <a:pt x="46519" y="101408"/>
                    <a:pt x="38061" y="96338"/>
                    <a:pt x="38061" y="9633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8" name="Google Shape;18;n"/>
            <p:cNvSpPr/>
            <p:nvPr/>
          </p:nvSpPr>
          <p:spPr>
            <a:xfrm>
              <a:off x="5161" y="1676"/>
              <a:ext cx="385" cy="652"/>
            </a:xfrm>
            <a:custGeom>
              <a:rect b="b" l="l" r="r" t="t"/>
              <a:pathLst>
                <a:path extrusionOk="0" h="120000" w="120000">
                  <a:moveTo>
                    <a:pt x="119263" y="5652"/>
                  </a:moveTo>
                  <a:cubicBezTo>
                    <a:pt x="120000" y="3913"/>
                    <a:pt x="118527" y="3043"/>
                    <a:pt x="117055" y="3043"/>
                  </a:cubicBezTo>
                  <a:cubicBezTo>
                    <a:pt x="114846" y="2173"/>
                    <a:pt x="104539" y="869"/>
                    <a:pt x="95705" y="869"/>
                  </a:cubicBezTo>
                  <a:cubicBezTo>
                    <a:pt x="79509" y="0"/>
                    <a:pt x="70674" y="1739"/>
                    <a:pt x="62576" y="3913"/>
                  </a:cubicBezTo>
                  <a:cubicBezTo>
                    <a:pt x="54478" y="6086"/>
                    <a:pt x="45644" y="9565"/>
                    <a:pt x="40490" y="13478"/>
                  </a:cubicBezTo>
                  <a:cubicBezTo>
                    <a:pt x="40490" y="3913"/>
                    <a:pt x="40490" y="3913"/>
                    <a:pt x="40490" y="3913"/>
                  </a:cubicBezTo>
                  <a:cubicBezTo>
                    <a:pt x="40490" y="2608"/>
                    <a:pt x="39018" y="1739"/>
                    <a:pt x="36809" y="1739"/>
                  </a:cubicBezTo>
                  <a:cubicBezTo>
                    <a:pt x="3680" y="1739"/>
                    <a:pt x="3680" y="1739"/>
                    <a:pt x="3680" y="1739"/>
                  </a:cubicBezTo>
                  <a:cubicBezTo>
                    <a:pt x="2208" y="1739"/>
                    <a:pt x="0" y="2608"/>
                    <a:pt x="0" y="3913"/>
                  </a:cubicBezTo>
                  <a:cubicBezTo>
                    <a:pt x="0" y="117391"/>
                    <a:pt x="0" y="117391"/>
                    <a:pt x="0" y="117391"/>
                  </a:cubicBezTo>
                  <a:cubicBezTo>
                    <a:pt x="0" y="118695"/>
                    <a:pt x="2208" y="120000"/>
                    <a:pt x="4417" y="120000"/>
                  </a:cubicBezTo>
                  <a:cubicBezTo>
                    <a:pt x="38282" y="120000"/>
                    <a:pt x="38282" y="120000"/>
                    <a:pt x="38282" y="120000"/>
                  </a:cubicBezTo>
                  <a:cubicBezTo>
                    <a:pt x="40490" y="120000"/>
                    <a:pt x="41963" y="118695"/>
                    <a:pt x="41963" y="117391"/>
                  </a:cubicBezTo>
                  <a:cubicBezTo>
                    <a:pt x="41963" y="60869"/>
                    <a:pt x="41963" y="60869"/>
                    <a:pt x="41963" y="60869"/>
                  </a:cubicBezTo>
                  <a:cubicBezTo>
                    <a:pt x="41963" y="53478"/>
                    <a:pt x="43435" y="45652"/>
                    <a:pt x="46380" y="40869"/>
                  </a:cubicBezTo>
                  <a:cubicBezTo>
                    <a:pt x="49325" y="36086"/>
                    <a:pt x="53006" y="32608"/>
                    <a:pt x="57423" y="29565"/>
                  </a:cubicBezTo>
                  <a:cubicBezTo>
                    <a:pt x="62576" y="26956"/>
                    <a:pt x="67730" y="25217"/>
                    <a:pt x="73619" y="23913"/>
                  </a:cubicBezTo>
                  <a:cubicBezTo>
                    <a:pt x="79509" y="23043"/>
                    <a:pt x="86134" y="22608"/>
                    <a:pt x="90552" y="22608"/>
                  </a:cubicBezTo>
                  <a:cubicBezTo>
                    <a:pt x="97177" y="22608"/>
                    <a:pt x="104539" y="23478"/>
                    <a:pt x="104539" y="23478"/>
                  </a:cubicBezTo>
                  <a:cubicBezTo>
                    <a:pt x="107484" y="23913"/>
                    <a:pt x="108957" y="23043"/>
                    <a:pt x="109693" y="21739"/>
                  </a:cubicBezTo>
                  <a:cubicBezTo>
                    <a:pt x="111901" y="18260"/>
                    <a:pt x="117791" y="7826"/>
                    <a:pt x="119263" y="5652"/>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9" name="Google Shape;19;n"/>
            <p:cNvSpPr/>
            <p:nvPr/>
          </p:nvSpPr>
          <p:spPr>
            <a:xfrm>
              <a:off x="3806" y="1406"/>
              <a:ext cx="727" cy="1218"/>
            </a:xfrm>
            <a:custGeom>
              <a:rect b="b" l="l" r="r" t="t"/>
              <a:pathLst>
                <a:path extrusionOk="0" h="120000" w="120000">
                  <a:moveTo>
                    <a:pt x="118051" y="1398"/>
                  </a:moveTo>
                  <a:cubicBezTo>
                    <a:pt x="116103" y="932"/>
                    <a:pt x="114155" y="699"/>
                    <a:pt x="111428" y="466"/>
                  </a:cubicBezTo>
                  <a:cubicBezTo>
                    <a:pt x="108701" y="233"/>
                    <a:pt x="105584" y="0"/>
                    <a:pt x="102077" y="0"/>
                  </a:cubicBezTo>
                  <a:cubicBezTo>
                    <a:pt x="90000" y="0"/>
                    <a:pt x="80259" y="2097"/>
                    <a:pt x="73246" y="6291"/>
                  </a:cubicBezTo>
                  <a:cubicBezTo>
                    <a:pt x="66623" y="10252"/>
                    <a:pt x="61948" y="16543"/>
                    <a:pt x="59610" y="24699"/>
                  </a:cubicBezTo>
                  <a:cubicBezTo>
                    <a:pt x="58831" y="27495"/>
                    <a:pt x="58831" y="27495"/>
                    <a:pt x="58831" y="27495"/>
                  </a:cubicBezTo>
                  <a:cubicBezTo>
                    <a:pt x="43246" y="27495"/>
                    <a:pt x="43246" y="27495"/>
                    <a:pt x="43246" y="27495"/>
                  </a:cubicBezTo>
                  <a:cubicBezTo>
                    <a:pt x="43246" y="27495"/>
                    <a:pt x="41298" y="27495"/>
                    <a:pt x="40909" y="28660"/>
                  </a:cubicBezTo>
                  <a:cubicBezTo>
                    <a:pt x="38571" y="37048"/>
                    <a:pt x="38571" y="37048"/>
                    <a:pt x="38571" y="37048"/>
                  </a:cubicBezTo>
                  <a:cubicBezTo>
                    <a:pt x="38181" y="37980"/>
                    <a:pt x="38961" y="38446"/>
                    <a:pt x="40519" y="38446"/>
                  </a:cubicBezTo>
                  <a:cubicBezTo>
                    <a:pt x="55714" y="38446"/>
                    <a:pt x="55714" y="38446"/>
                    <a:pt x="55714" y="38446"/>
                  </a:cubicBezTo>
                  <a:cubicBezTo>
                    <a:pt x="40519" y="89475"/>
                    <a:pt x="40519" y="89475"/>
                    <a:pt x="40519" y="89475"/>
                  </a:cubicBezTo>
                  <a:cubicBezTo>
                    <a:pt x="39350" y="93669"/>
                    <a:pt x="37792" y="96932"/>
                    <a:pt x="36233" y="99495"/>
                  </a:cubicBezTo>
                  <a:cubicBezTo>
                    <a:pt x="34675" y="102058"/>
                    <a:pt x="33506" y="103922"/>
                    <a:pt x="31558" y="105320"/>
                  </a:cubicBezTo>
                  <a:cubicBezTo>
                    <a:pt x="30000" y="106718"/>
                    <a:pt x="28051" y="107650"/>
                    <a:pt x="25324" y="108116"/>
                  </a:cubicBezTo>
                  <a:cubicBezTo>
                    <a:pt x="22987" y="108582"/>
                    <a:pt x="20259" y="108815"/>
                    <a:pt x="17142" y="108815"/>
                  </a:cubicBezTo>
                  <a:cubicBezTo>
                    <a:pt x="15584" y="108815"/>
                    <a:pt x="13636" y="108815"/>
                    <a:pt x="11688" y="108582"/>
                  </a:cubicBezTo>
                  <a:cubicBezTo>
                    <a:pt x="10129" y="108349"/>
                    <a:pt x="9350" y="108116"/>
                    <a:pt x="8181" y="107883"/>
                  </a:cubicBezTo>
                  <a:cubicBezTo>
                    <a:pt x="8181" y="107883"/>
                    <a:pt x="6233" y="107417"/>
                    <a:pt x="5844" y="108582"/>
                  </a:cubicBezTo>
                  <a:cubicBezTo>
                    <a:pt x="5064" y="109281"/>
                    <a:pt x="1168" y="116038"/>
                    <a:pt x="779" y="116737"/>
                  </a:cubicBezTo>
                  <a:cubicBezTo>
                    <a:pt x="0" y="117669"/>
                    <a:pt x="779" y="118135"/>
                    <a:pt x="1558" y="118368"/>
                  </a:cubicBezTo>
                  <a:cubicBezTo>
                    <a:pt x="3896" y="118834"/>
                    <a:pt x="5064" y="119067"/>
                    <a:pt x="7792" y="119533"/>
                  </a:cubicBezTo>
                  <a:cubicBezTo>
                    <a:pt x="11688" y="120000"/>
                    <a:pt x="14805" y="120000"/>
                    <a:pt x="17922" y="120000"/>
                  </a:cubicBezTo>
                  <a:cubicBezTo>
                    <a:pt x="24155" y="120000"/>
                    <a:pt x="30000" y="119533"/>
                    <a:pt x="34675" y="118601"/>
                  </a:cubicBezTo>
                  <a:cubicBezTo>
                    <a:pt x="39350" y="117436"/>
                    <a:pt x="43636" y="115572"/>
                    <a:pt x="47142" y="113242"/>
                  </a:cubicBezTo>
                  <a:cubicBezTo>
                    <a:pt x="51428" y="110679"/>
                    <a:pt x="53766" y="107883"/>
                    <a:pt x="56103" y="104155"/>
                  </a:cubicBezTo>
                  <a:cubicBezTo>
                    <a:pt x="58441" y="100427"/>
                    <a:pt x="60389" y="95766"/>
                    <a:pt x="61948" y="90407"/>
                  </a:cubicBezTo>
                  <a:cubicBezTo>
                    <a:pt x="77532" y="38446"/>
                    <a:pt x="77532" y="38446"/>
                    <a:pt x="77532" y="38446"/>
                  </a:cubicBezTo>
                  <a:cubicBezTo>
                    <a:pt x="100129" y="38446"/>
                    <a:pt x="100129" y="38446"/>
                    <a:pt x="100129" y="38446"/>
                  </a:cubicBezTo>
                  <a:cubicBezTo>
                    <a:pt x="100129" y="38446"/>
                    <a:pt x="101688" y="38446"/>
                    <a:pt x="102077" y="37281"/>
                  </a:cubicBezTo>
                  <a:cubicBezTo>
                    <a:pt x="104805" y="28660"/>
                    <a:pt x="104805" y="28660"/>
                    <a:pt x="104805" y="28660"/>
                  </a:cubicBezTo>
                  <a:cubicBezTo>
                    <a:pt x="104805" y="27961"/>
                    <a:pt x="104415" y="27495"/>
                    <a:pt x="102467" y="27495"/>
                  </a:cubicBezTo>
                  <a:cubicBezTo>
                    <a:pt x="80649" y="27495"/>
                    <a:pt x="80649" y="27495"/>
                    <a:pt x="80649" y="27495"/>
                  </a:cubicBezTo>
                  <a:cubicBezTo>
                    <a:pt x="81038" y="27262"/>
                    <a:pt x="81818" y="22601"/>
                    <a:pt x="84545" y="18174"/>
                  </a:cubicBezTo>
                  <a:cubicBezTo>
                    <a:pt x="85324" y="16310"/>
                    <a:pt x="87272" y="14912"/>
                    <a:pt x="89220" y="13980"/>
                  </a:cubicBezTo>
                  <a:cubicBezTo>
                    <a:pt x="90779" y="12815"/>
                    <a:pt x="92727" y="12116"/>
                    <a:pt x="94675" y="11883"/>
                  </a:cubicBezTo>
                  <a:cubicBezTo>
                    <a:pt x="97012" y="11417"/>
                    <a:pt x="99350" y="11184"/>
                    <a:pt x="102077" y="11184"/>
                  </a:cubicBezTo>
                  <a:cubicBezTo>
                    <a:pt x="104025" y="11184"/>
                    <a:pt x="106363" y="11184"/>
                    <a:pt x="107922" y="11417"/>
                  </a:cubicBezTo>
                  <a:cubicBezTo>
                    <a:pt x="109870" y="11650"/>
                    <a:pt x="110649" y="11883"/>
                    <a:pt x="111428" y="11883"/>
                  </a:cubicBezTo>
                  <a:cubicBezTo>
                    <a:pt x="113376" y="12349"/>
                    <a:pt x="113766" y="12116"/>
                    <a:pt x="114155" y="11417"/>
                  </a:cubicBezTo>
                  <a:cubicBezTo>
                    <a:pt x="119610" y="2796"/>
                    <a:pt x="119610" y="2796"/>
                    <a:pt x="119610" y="2796"/>
                  </a:cubicBezTo>
                  <a:cubicBezTo>
                    <a:pt x="120000" y="1864"/>
                    <a:pt x="118831" y="1398"/>
                    <a:pt x="118051" y="139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20" name="Google Shape;20;n"/>
            <p:cNvSpPr/>
            <p:nvPr/>
          </p:nvSpPr>
          <p:spPr>
            <a:xfrm>
              <a:off x="2542" y="1421"/>
              <a:ext cx="132" cy="907"/>
            </a:xfrm>
            <a:custGeom>
              <a:rect b="b" l="l" r="r" t="t"/>
              <a:pathLst>
                <a:path extrusionOk="0" h="120000" w="120000">
                  <a:moveTo>
                    <a:pt x="119999" y="118125"/>
                  </a:moveTo>
                  <a:cubicBezTo>
                    <a:pt x="119999" y="119062"/>
                    <a:pt x="115714" y="120000"/>
                    <a:pt x="109285" y="120000"/>
                  </a:cubicBezTo>
                  <a:cubicBezTo>
                    <a:pt x="10714" y="120000"/>
                    <a:pt x="10714" y="120000"/>
                    <a:pt x="10714" y="120000"/>
                  </a:cubicBezTo>
                  <a:cubicBezTo>
                    <a:pt x="4285" y="120000"/>
                    <a:pt x="0" y="119062"/>
                    <a:pt x="0" y="118125"/>
                  </a:cubicBezTo>
                  <a:cubicBezTo>
                    <a:pt x="0" y="1562"/>
                    <a:pt x="0" y="1562"/>
                    <a:pt x="0" y="1562"/>
                  </a:cubicBezTo>
                  <a:cubicBezTo>
                    <a:pt x="0" y="625"/>
                    <a:pt x="4285" y="0"/>
                    <a:pt x="10714" y="0"/>
                  </a:cubicBezTo>
                  <a:cubicBezTo>
                    <a:pt x="109285" y="0"/>
                    <a:pt x="109285" y="0"/>
                    <a:pt x="109285" y="0"/>
                  </a:cubicBezTo>
                  <a:cubicBezTo>
                    <a:pt x="115714" y="0"/>
                    <a:pt x="119999" y="625"/>
                    <a:pt x="119999" y="1562"/>
                  </a:cubicBezTo>
                  <a:lnTo>
                    <a:pt x="119999" y="11812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grpSp>
      <p:cxnSp>
        <p:nvCxnSpPr>
          <p:cNvPr id="21" name="Google Shape;21;n"/>
          <p:cNvCxnSpPr/>
          <p:nvPr/>
        </p:nvCxnSpPr>
        <p:spPr>
          <a:xfrm>
            <a:off x="5832389" y="0"/>
            <a:ext cx="0" cy="469556"/>
          </a:xfrm>
          <a:prstGeom prst="straightConnector1">
            <a:avLst/>
          </a:prstGeom>
          <a:noFill/>
          <a:ln cap="flat" cmpd="sng" w="9525">
            <a:solidFill>
              <a:schemeClr val="accen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deck shows how a residential pest control company like Rentokil would run the full sales and service lifecycle on Revenue Cloud and Field Service. Everything here is vision: it describes how the demo would look and feel, not what's built today.</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Michael is the customer for the whole story. He starts with a simple pest problem and, over a year, becomes a multi-service household. The plan names and prices are illustrative.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Use this as the map. Sell happens at Michael's door. Hand off is invisible automation. Serve is every visit after that. Grow and retain is where the technician and the subscription keep and expand the household. Scenes 4–7 are where the Field Service managed package adds the most: automatic booking, live arrival updates, route optimization, and appointment booking.</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 clear about what's Core and what's the package. Revenue Cloud plus Core Field Service runs the whole lifecycle. The managed package is what makes dispatch, routing, and arrival updates look the way a pest control operations leader expects. If the package isn't installed in the demo org, present Scenes 4–7 with the callouts as what the package adds.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Inspect, price, sign, and book the first treatment in one visit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Open on the rep's tablet. Michael filled out a web form last night: ants in the kitchen, mice in the garage. This morning he's the first stop on a route that's already planned.</a:t>
            </a:r>
          </a:p>
          <a:p>
            <a:r>
              <a:t>Point out that everything the rep needs is on the stop: what Michael reported, his window, and the drive time.</a:t>
            </a:r>
          </a:p>
          <a:p/>
          <a:p>
            <a:r>
              <a:t>[VISION] To make this live: Field sales visit planning and maps (check licensing), lead-to-visit flow.</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rep walks the house with Michael. Each finding is a tap: ants in the kitchen, droppings near the garage door, a wooded lot behind the house.</a:t>
            </a:r>
          </a:p>
          <a:p>
            <a:r>
              <a:t>Square footage and property details become pricing attributes, so the three options are priced for this home.</a:t>
            </a:r>
          </a:p>
          <a:p>
            <a:r>
              <a:t>Call out the rule: every recurring plan requires an Initial Service, so the rep can't forget it.</a:t>
            </a:r>
          </a:p>
          <a:p/>
          <a:p>
            <a:r>
              <a:t>[VISION] To make this live: Pest control catalog, attribute-based pricing, bundle options, mobile-friendly quote capture.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Michael picks Home Protection and adds mosquito service for the summer. He signs on the tablet and saves a card for autopay.</a:t>
            </a:r>
          </a:p>
          <a:p>
            <a:r>
              <a:t>The order activates before the rep leaves the driveway, and Michael gets a text with his first treatment window.</a:t>
            </a:r>
          </a:p>
          <a:p>
            <a:r>
              <a:t>This is the end of the sales cycle and the start of the service relationship, in one visit.</a:t>
            </a:r>
          </a:p>
          <a:p/>
          <a:p>
            <a:r>
              <a:t>[VISION] To make this live: E-signature, card-on-file payments, mobile order activation, customer notifications.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signed plan builds the first visit and every visit after it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Switch to operations. Nobody re-typed the order. Orchestration split it into the first treatment and the recurring plans.</a:t>
            </a:r>
          </a:p>
          <a:p>
            <a:r>
              <a:t>The Initial Service Work Order is already in the queue for the next 48 hours, and the quarterly and mosquito plans exist from day one.</a:t>
            </a:r>
          </a:p>
          <a:p>
            <a:r>
              <a:t>Billing is deliberately waiting on the first treatment.</a:t>
            </a:r>
          </a:p>
          <a:p/>
          <a:p>
            <a:r>
              <a:t>[MANAGED PACKAGE] The Initial Service is booked automatically into the best open slot within 48 hours, and Michael gets his arrival window by text. Nothing waits in a scheduling queue.</a:t>
            </a:r>
          </a:p>
          <a:p/>
          <a:p>
            <a:r>
              <a:t>[VISION] To make this live: Pest DRO overlay (reuses the current Work Order creation flow), subscription → maintenance plan flow.</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Billing starts with service, and the guarantee enforces itself</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technician arrives already knowing the house: the rep's photos and notes are on the job.</a:t>
            </a:r>
          </a:p>
          <a:p>
            <a:r>
              <a:t>They treat the kitchen, seal the garage, and log what was applied, which also feeds compliance records.</a:t>
            </a:r>
          </a:p>
          <a:p>
            <a:r>
              <a:t>Completing the job closes the fulfillment step, starts the subscription, and charges the Initial Service.</a:t>
            </a:r>
          </a:p>
          <a:p/>
          <a:p>
            <a:r>
              <a:t>[MANAGED PACKAGE] Appointment Assistant texts Michael when the technician is on the way, with live location and ETA. No more waiting at home all afternoon.</a:t>
            </a:r>
          </a:p>
          <a:p/>
          <a:p>
            <a:r>
              <a:t>[VISION] To make this live: Reuses the current completion flow; adds the billing trigger and the customer service summary.</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quarter, the maintenance plan generates Michael's visit on its own. Dispatch sees it in the Bloomingdale route next to his neighbors.</a:t>
            </a:r>
          </a:p>
          <a:p>
            <a:r>
              <a:t>That density is where residential pest control makes money. Michael just gets a reminder text.</a:t>
            </a:r>
          </a:p>
          <a:p/>
          <a:p>
            <a:r>
              <a:t>[MANAGED PACKAGE] Optimization packs every quarterly visit into dense Bloomingdale routes and cuts drive time. This is where residential margin comes from, and Core alone can't show it.</a:t>
            </a:r>
          </a:p>
          <a:p/>
          <a:p>
            <a:r>
              <a:t>[VISION] To make this live: Maintenance plan generation, territory routing, appointment reminders.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Ants come back three weeks later. That's normal, and it's what the guarantee is for.</a:t>
            </a:r>
          </a:p>
          <a:p>
            <a:r>
              <a:t>The check looks at Michael's active subscription and creates a no-charge re-service. A neighbor without a plan gets a priced one-time treatment and an invoice.</a:t>
            </a:r>
          </a:p>
          <a:p>
            <a:r>
              <a:t>Same process, the right outcome for each customer, decided by what they bought.</a:t>
            </a:r>
          </a:p>
          <a:p/>
          <a:p>
            <a:r>
              <a:t>[MANAGED PACKAGE] Appointment booking offers Michael real open windows while he's still on the phone, and slots the re-service into a technician route already nearby.</a:t>
            </a:r>
          </a:p>
          <a:p/>
          <a:p>
            <a:r>
              <a:t>[VISION] To make this live: Guarantee check flow keyed on an active subscription, one-time treatment product and price.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Expand the household plan and keep it through every season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 a routine quarterly visit, the technician finds mud tubes on the foundation. They take a photo and send Michael a termite plan from the job.</a:t>
            </a:r>
          </a:p>
          <a:p>
            <a:r>
              <a:t>Michael approves from his phone. Revenue Cloud amends the existing subscription, so it co-terms and bills together, and the next visit includes the termite inspection.</a:t>
            </a:r>
          </a:p>
          <a:p/>
          <a:p>
            <a:r>
              <a:t>[VISION] To make this live: Recommend-service quick action, mobile-approved quote, subscription amendment.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Close on the subscription. Mosquito service pauses for the winter and comes back in April without a call.</a:t>
            </a:r>
          </a:p>
          <a:p>
            <a:r>
              <a:t>At one year, the whole plan renews with the annual adjustment. Everything we showed, from the inspection to the termite add-on, lives on this one record.</a:t>
            </a:r>
          </a:p>
          <a:p/>
          <a:p>
            <a:r>
              <a:t>[VISION] To make this live: Seasonal ramp or suspend/resume, renewal with price uplift, subscription timeline view.</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Land the three outcomes in the customer's language: close faster, run every visit profitably, and keep households longer.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 scene is vision today. The right-hand column is the build list. The orchestration-to-Work Order handoff and the Work Order completion flow from the QuantumBit build carry over directly.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84.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8.png"/><Relationship Id="rId6" Type="http://schemas.openxmlformats.org/officeDocument/2006/relationships/image" Target="../media/image35.png"/><Relationship Id="rId7" Type="http://schemas.openxmlformats.org/officeDocument/2006/relationships/image" Target="../media/image3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35.png"/><Relationship Id="rId4" Type="http://schemas.openxmlformats.org/officeDocument/2006/relationships/image" Target="../media/image3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69.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73.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63.png"/><Relationship Id="rId5" Type="http://schemas.openxmlformats.org/officeDocument/2006/relationships/image" Target="../media/image70.png"/><Relationship Id="rId6" Type="http://schemas.openxmlformats.org/officeDocument/2006/relationships/image" Target="../media/image80.png"/><Relationship Id="rId7" Type="http://schemas.openxmlformats.org/officeDocument/2006/relationships/image" Target="../media/image3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3.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2.png"/><Relationship Id="rId4" Type="http://schemas.openxmlformats.org/officeDocument/2006/relationships/image" Target="../media/image7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10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7.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3.png"/><Relationship Id="rId3" Type="http://schemas.openxmlformats.org/officeDocument/2006/relationships/image" Target="../media/image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1.jp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48.jp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8.jp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3.jp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2.jp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5.jp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9.jp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4.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8.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84.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8.png"/><Relationship Id="rId6" Type="http://schemas.openxmlformats.org/officeDocument/2006/relationships/image" Target="../media/image35.png"/><Relationship Id="rId7" Type="http://schemas.openxmlformats.org/officeDocument/2006/relationships/image" Target="../media/image38.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35.png"/><Relationship Id="rId4" Type="http://schemas.openxmlformats.org/officeDocument/2006/relationships/image" Target="../media/image38.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3.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69.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73.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63.png"/><Relationship Id="rId5" Type="http://schemas.openxmlformats.org/officeDocument/2006/relationships/image" Target="../media/image70.png"/><Relationship Id="rId6" Type="http://schemas.openxmlformats.org/officeDocument/2006/relationships/image" Target="../media/image80.png"/><Relationship Id="rId7" Type="http://schemas.openxmlformats.org/officeDocument/2006/relationships/image" Target="../media/image33.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63.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33.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2.png"/><Relationship Id="rId4" Type="http://schemas.openxmlformats.org/officeDocument/2006/relationships/image" Target="../media/image71.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3.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104.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7.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12.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3.png"/><Relationship Id="rId3" Type="http://schemas.openxmlformats.org/officeDocument/2006/relationships/image" Target="../media/image8.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0.jp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22.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78.jp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3.jp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4.jp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1.jp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9.jp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Blue 1">
  <p:cSld name="TITLE_1_1">
    <p:bg>
      <p:bgPr>
        <a:solidFill>
          <a:srgbClr val="CFE9FE"/>
        </a:solidFill>
      </p:bgPr>
    </p:bg>
    <p:spTree>
      <p:nvGrpSpPr>
        <p:cNvPr id="25" name="Shape 25"/>
        <p:cNvGrpSpPr/>
        <p:nvPr/>
      </p:nvGrpSpPr>
      <p:grpSpPr>
        <a:xfrm>
          <a:off x="0" y="0"/>
          <a:ext cx="0" cy="0"/>
          <a:chOff x="0" y="0"/>
          <a:chExt cx="0" cy="0"/>
        </a:xfrm>
      </p:grpSpPr>
      <p:pic>
        <p:nvPicPr>
          <p:cNvPr id="26" name="Google Shape;26;p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27" name="Google Shape;27;p2"/>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28" name="Google Shape;28;p2"/>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29" name="Google Shape;29;p2"/>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pasted-movie.png" id="30" name="Google Shape;30;p2"/>
          <p:cNvPicPr preferRelativeResize="0"/>
          <p:nvPr/>
        </p:nvPicPr>
        <p:blipFill rotWithShape="1">
          <a:blip r:embed="rId3">
            <a:alphaModFix/>
          </a:blip>
          <a:srcRect b="0" l="0" r="0" t="0"/>
          <a:stretch/>
        </p:blipFill>
        <p:spPr>
          <a:xfrm>
            <a:off x="12011024" y="3457128"/>
            <a:ext cx="4817111" cy="3372700"/>
          </a:xfrm>
          <a:prstGeom prst="rect">
            <a:avLst/>
          </a:prstGeom>
          <a:noFill/>
          <a:ln>
            <a:noFill/>
          </a:ln>
        </p:spPr>
      </p:pic>
      <p:pic>
        <p:nvPicPr>
          <p:cNvPr id="31" name="Google Shape;31;p2" title="BE-MVP-Icon-Spark_Redux_V3_STRAIGHT_yellow.png"/>
          <p:cNvPicPr preferRelativeResize="0"/>
          <p:nvPr/>
        </p:nvPicPr>
        <p:blipFill rotWithShape="1">
          <a:blip r:embed="rId4">
            <a:alphaModFix/>
          </a:blip>
          <a:srcRect b="2562" l="0" r="0" t="2562"/>
          <a:stretch/>
        </p:blipFill>
        <p:spPr>
          <a:xfrm>
            <a:off x="11999699" y="7352501"/>
            <a:ext cx="881350" cy="892624"/>
          </a:xfrm>
          <a:prstGeom prst="rect">
            <a:avLst/>
          </a:prstGeom>
          <a:noFill/>
          <a:ln>
            <a:noFill/>
          </a:ln>
        </p:spPr>
      </p:pic>
      <p:pic>
        <p:nvPicPr>
          <p:cNvPr id="32" name="Google Shape;32;p2" title="BE-MVP-Icon-Spark_Redux_V3_STRAIGHT_yellow.png"/>
          <p:cNvPicPr preferRelativeResize="0"/>
          <p:nvPr/>
        </p:nvPicPr>
        <p:blipFill rotWithShape="1">
          <a:blip r:embed="rId4">
            <a:alphaModFix/>
          </a:blip>
          <a:srcRect b="2562" l="0" r="0" t="2562"/>
          <a:stretch/>
        </p:blipFill>
        <p:spPr>
          <a:xfrm>
            <a:off x="11352437" y="7313993"/>
            <a:ext cx="361974" cy="366603"/>
          </a:xfrm>
          <a:prstGeom prst="rect">
            <a:avLst/>
          </a:prstGeom>
          <a:noFill/>
          <a:ln>
            <a:noFill/>
          </a:ln>
        </p:spPr>
      </p:pic>
      <p:pic>
        <p:nvPicPr>
          <p:cNvPr id="33" name="Google Shape;33;p2" title="BE-MVP-Icon-Spark_Redux_V3_STRAIGHT_yellow.png"/>
          <p:cNvPicPr preferRelativeResize="0"/>
          <p:nvPr/>
        </p:nvPicPr>
        <p:blipFill rotWithShape="1">
          <a:blip r:embed="rId4">
            <a:alphaModFix/>
          </a:blip>
          <a:srcRect b="2562" l="0" r="0" t="2562"/>
          <a:stretch/>
        </p:blipFill>
        <p:spPr>
          <a:xfrm>
            <a:off x="12677254" y="6820652"/>
            <a:ext cx="229750" cy="232700"/>
          </a:xfrm>
          <a:prstGeom prst="rect">
            <a:avLst/>
          </a:prstGeom>
          <a:noFill/>
          <a:ln>
            <a:noFill/>
          </a:ln>
        </p:spPr>
      </p:pic>
      <p:pic>
        <p:nvPicPr>
          <p:cNvPr id="34" name="Google Shape;34;p2" title="BE-MVP-Icon-Spark_Redux_V3_STRAIGHT_yellow.png"/>
          <p:cNvPicPr preferRelativeResize="0"/>
          <p:nvPr/>
        </p:nvPicPr>
        <p:blipFill rotWithShape="1">
          <a:blip r:embed="rId4">
            <a:alphaModFix/>
          </a:blip>
          <a:srcRect b="2562" l="0" r="0" t="2562"/>
          <a:stretch/>
        </p:blipFill>
        <p:spPr>
          <a:xfrm>
            <a:off x="15709439" y="3054244"/>
            <a:ext cx="163720" cy="165815"/>
          </a:xfrm>
          <a:prstGeom prst="rect">
            <a:avLst/>
          </a:prstGeom>
          <a:noFill/>
          <a:ln>
            <a:noFill/>
          </a:ln>
        </p:spPr>
      </p:pic>
      <p:pic>
        <p:nvPicPr>
          <p:cNvPr id="35" name="Google Shape;35;p2" title="BE-MVP-Icon-Spark_Redux_V3_STRAIGHT_yellow.png"/>
          <p:cNvPicPr preferRelativeResize="0"/>
          <p:nvPr/>
        </p:nvPicPr>
        <p:blipFill rotWithShape="1">
          <a:blip r:embed="rId4">
            <a:alphaModFix/>
          </a:blip>
          <a:srcRect b="2562" l="0" r="0" t="2562"/>
          <a:stretch/>
        </p:blipFill>
        <p:spPr>
          <a:xfrm>
            <a:off x="16388567" y="2606039"/>
            <a:ext cx="558052" cy="565190"/>
          </a:xfrm>
          <a:prstGeom prst="rect">
            <a:avLst/>
          </a:prstGeom>
          <a:noFill/>
          <a:ln>
            <a:noFill/>
          </a:ln>
        </p:spPr>
      </p:pic>
      <p:pic>
        <p:nvPicPr>
          <p:cNvPr id="36" name="Google Shape;36;p2" title="BE-MVP-Icon-Spark_Redux_V3_STRAIGHT_yellow.png"/>
          <p:cNvPicPr preferRelativeResize="0"/>
          <p:nvPr/>
        </p:nvPicPr>
        <p:blipFill rotWithShape="1">
          <a:blip r:embed="rId4">
            <a:alphaModFix/>
          </a:blip>
          <a:srcRect b="2562" l="0" r="0" t="2562"/>
          <a:stretch/>
        </p:blipFill>
        <p:spPr>
          <a:xfrm>
            <a:off x="16208965" y="3413439"/>
            <a:ext cx="311470" cy="315455"/>
          </a:xfrm>
          <a:prstGeom prst="rect">
            <a:avLst/>
          </a:prstGeom>
          <a:noFill/>
          <a:ln>
            <a:noFill/>
          </a:ln>
        </p:spPr>
      </p:pic>
      <p:pic>
        <p:nvPicPr>
          <p:cNvPr descr="HDD_ATH_SALESFORCE_ICON_AGENTFORCE_V3_R2 3.png" id="37" name="Google Shape;37;p2"/>
          <p:cNvPicPr preferRelativeResize="0"/>
          <p:nvPr/>
        </p:nvPicPr>
        <p:blipFill rotWithShape="1">
          <a:blip r:embed="rId5">
            <a:alphaModFix/>
          </a:blip>
          <a:srcRect b="0" l="0" r="0" t="0"/>
          <a:stretch/>
        </p:blipFill>
        <p:spPr>
          <a:xfrm flipH="1" rot="-2797284">
            <a:off x="11241726" y="6097162"/>
            <a:ext cx="1140444" cy="113155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Blue 2">
  <p:cSld name="TITLE_1_1_1">
    <p:bg>
      <p:bgPr>
        <a:solidFill>
          <a:srgbClr val="CFE9FE"/>
        </a:solidFill>
      </p:bgPr>
    </p:bg>
    <p:spTree>
      <p:nvGrpSpPr>
        <p:cNvPr id="38" name="Shape 38"/>
        <p:cNvGrpSpPr/>
        <p:nvPr/>
      </p:nvGrpSpPr>
      <p:grpSpPr>
        <a:xfrm>
          <a:off x="0" y="0"/>
          <a:ext cx="0" cy="0"/>
          <a:chOff x="0" y="0"/>
          <a:chExt cx="0" cy="0"/>
        </a:xfrm>
      </p:grpSpPr>
      <p:pic>
        <p:nvPicPr>
          <p:cNvPr id="39" name="Google Shape;39;p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 name="Google Shape;40;p3"/>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41" name="Google Shape;41;p3"/>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42" name="Google Shape;42;p3"/>
          <p:cNvSpPr txBox="1"/>
          <p:nvPr>
            <p:ph idx="2" type="subTitle"/>
          </p:nvPr>
        </p:nvSpPr>
        <p:spPr>
          <a:xfrm>
            <a:off x="857250" y="8041005"/>
            <a:ext cx="9701100" cy="1161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HDD_ATH_SALESFORCE_ICON_AGENTFORCE_V3_R2 3.png" id="43" name="Google Shape;43;p3"/>
          <p:cNvPicPr preferRelativeResize="0"/>
          <p:nvPr/>
        </p:nvPicPr>
        <p:blipFill rotWithShape="1">
          <a:blip r:embed="rId3">
            <a:alphaModFix/>
          </a:blip>
          <a:srcRect b="0" l="0" r="0" t="0"/>
          <a:stretch/>
        </p:blipFill>
        <p:spPr>
          <a:xfrm flipH="1" rot="-1860002">
            <a:off x="12098632" y="3109020"/>
            <a:ext cx="1315298" cy="1305043"/>
          </a:xfrm>
          <a:prstGeom prst="rect">
            <a:avLst/>
          </a:prstGeom>
          <a:noFill/>
          <a:ln>
            <a:noFill/>
          </a:ln>
        </p:spPr>
      </p:pic>
      <p:pic>
        <p:nvPicPr>
          <p:cNvPr id="44" name="Google Shape;44;p3" title="BE-MVP-Icon-Spark_Redux_V3_STRAIGHT_yellow.png"/>
          <p:cNvPicPr preferRelativeResize="0"/>
          <p:nvPr/>
        </p:nvPicPr>
        <p:blipFill rotWithShape="1">
          <a:blip r:embed="rId4">
            <a:alphaModFix/>
          </a:blip>
          <a:srcRect b="2562" l="0" r="0" t="2562"/>
          <a:stretch/>
        </p:blipFill>
        <p:spPr>
          <a:xfrm>
            <a:off x="12169574" y="5677399"/>
            <a:ext cx="849924" cy="860774"/>
          </a:xfrm>
          <a:prstGeom prst="rect">
            <a:avLst/>
          </a:prstGeom>
          <a:noFill/>
          <a:ln>
            <a:noFill/>
          </a:ln>
        </p:spPr>
      </p:pic>
      <p:pic>
        <p:nvPicPr>
          <p:cNvPr id="45" name="Google Shape;45;p3" title="BE-MVP-Icon-Spark_Redux_V3_STRAIGHT_yellow.png"/>
          <p:cNvPicPr preferRelativeResize="0"/>
          <p:nvPr/>
        </p:nvPicPr>
        <p:blipFill rotWithShape="1">
          <a:blip r:embed="rId4">
            <a:alphaModFix/>
          </a:blip>
          <a:srcRect b="2562" l="0" r="0" t="2562"/>
          <a:stretch/>
        </p:blipFill>
        <p:spPr>
          <a:xfrm>
            <a:off x="11683785" y="5410304"/>
            <a:ext cx="361974" cy="366603"/>
          </a:xfrm>
          <a:prstGeom prst="rect">
            <a:avLst/>
          </a:prstGeom>
          <a:noFill/>
          <a:ln>
            <a:noFill/>
          </a:ln>
        </p:spPr>
      </p:pic>
      <p:pic>
        <p:nvPicPr>
          <p:cNvPr id="46" name="Google Shape;46;p3" title="BE-MVP-Icon-Spark_Redux_V3_STRAIGHT_yellow.png"/>
          <p:cNvPicPr preferRelativeResize="0"/>
          <p:nvPr/>
        </p:nvPicPr>
        <p:blipFill rotWithShape="1">
          <a:blip r:embed="rId4">
            <a:alphaModFix/>
          </a:blip>
          <a:srcRect b="2562" l="0" r="0" t="2562"/>
          <a:stretch/>
        </p:blipFill>
        <p:spPr>
          <a:xfrm>
            <a:off x="12512681" y="4887938"/>
            <a:ext cx="163720" cy="165815"/>
          </a:xfrm>
          <a:prstGeom prst="rect">
            <a:avLst/>
          </a:prstGeom>
          <a:noFill/>
          <a:ln>
            <a:noFill/>
          </a:ln>
        </p:spPr>
      </p:pic>
      <p:pic>
        <p:nvPicPr>
          <p:cNvPr id="47" name="Google Shape;47;p3" title="BE-MVP-Icon-Spark_Redux_V3_STRAIGHT_yellow.png"/>
          <p:cNvPicPr preferRelativeResize="0"/>
          <p:nvPr/>
        </p:nvPicPr>
        <p:blipFill rotWithShape="1">
          <a:blip r:embed="rId4">
            <a:alphaModFix/>
          </a:blip>
          <a:srcRect b="2562" l="0" r="0" t="2562"/>
          <a:stretch/>
        </p:blipFill>
        <p:spPr>
          <a:xfrm>
            <a:off x="16649310" y="2072510"/>
            <a:ext cx="520500" cy="527159"/>
          </a:xfrm>
          <a:prstGeom prst="rect">
            <a:avLst/>
          </a:prstGeom>
          <a:noFill/>
          <a:ln>
            <a:noFill/>
          </a:ln>
        </p:spPr>
      </p:pic>
      <p:pic>
        <p:nvPicPr>
          <p:cNvPr id="48" name="Google Shape;48;p3" title="BE-MVP-Icon-Spark_Redux_V3_STRAIGHT_yellow.png"/>
          <p:cNvPicPr preferRelativeResize="0"/>
          <p:nvPr/>
        </p:nvPicPr>
        <p:blipFill rotWithShape="1">
          <a:blip r:embed="rId4">
            <a:alphaModFix/>
          </a:blip>
          <a:srcRect b="2562" l="0" r="0" t="2562"/>
          <a:stretch/>
        </p:blipFill>
        <p:spPr>
          <a:xfrm>
            <a:off x="16018376" y="3322148"/>
            <a:ext cx="278050" cy="281607"/>
          </a:xfrm>
          <a:prstGeom prst="rect">
            <a:avLst/>
          </a:prstGeom>
          <a:noFill/>
          <a:ln>
            <a:noFill/>
          </a:ln>
        </p:spPr>
      </p:pic>
      <p:pic>
        <p:nvPicPr>
          <p:cNvPr id="49" name="Google Shape;49;p3" title="BE-MVP-Icon-Spark_Redux_V3_STRAIGHT_yellow.png"/>
          <p:cNvPicPr preferRelativeResize="0"/>
          <p:nvPr/>
        </p:nvPicPr>
        <p:blipFill rotWithShape="1">
          <a:blip r:embed="rId4">
            <a:alphaModFix/>
          </a:blip>
          <a:srcRect b="2562" l="0" r="0" t="2562"/>
          <a:stretch/>
        </p:blipFill>
        <p:spPr>
          <a:xfrm>
            <a:off x="17311114" y="3570502"/>
            <a:ext cx="163720" cy="165815"/>
          </a:xfrm>
          <a:prstGeom prst="rect">
            <a:avLst/>
          </a:prstGeom>
          <a:noFill/>
          <a:ln>
            <a:noFill/>
          </a:ln>
        </p:spPr>
      </p:pic>
      <p:pic>
        <p:nvPicPr>
          <p:cNvPr id="50" name="Google Shape;50;p3" title="shadow-1.png"/>
          <p:cNvPicPr preferRelativeResize="0"/>
          <p:nvPr/>
        </p:nvPicPr>
        <p:blipFill>
          <a:blip r:embed="rId5">
            <a:alphaModFix/>
          </a:blip>
          <a:stretch>
            <a:fillRect/>
          </a:stretch>
        </p:blipFill>
        <p:spPr>
          <a:xfrm>
            <a:off x="13273376" y="8360625"/>
            <a:ext cx="4904771" cy="713682"/>
          </a:xfrm>
          <a:prstGeom prst="rect">
            <a:avLst/>
          </a:prstGeom>
          <a:noFill/>
          <a:ln>
            <a:noFill/>
          </a:ln>
        </p:spPr>
      </p:pic>
      <p:pic>
        <p:nvPicPr>
          <p:cNvPr id="51" name="Google Shape;51;p3"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52" name="Google Shape;52;p3"/>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53" name="Google Shape;53;p3"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3">
  <p:cSld name="TITLE_1_1_1_1">
    <p:bg>
      <p:bgPr>
        <a:solidFill>
          <a:schemeClr val="lt1"/>
        </a:solidFill>
      </p:bgPr>
    </p:bg>
    <p:spTree>
      <p:nvGrpSpPr>
        <p:cNvPr id="54" name="Shape 54"/>
        <p:cNvGrpSpPr/>
        <p:nvPr/>
      </p:nvGrpSpPr>
      <p:grpSpPr>
        <a:xfrm>
          <a:off x="0" y="0"/>
          <a:ext cx="0" cy="0"/>
          <a:chOff x="0" y="0"/>
          <a:chExt cx="0" cy="0"/>
        </a:xfrm>
      </p:grpSpPr>
      <p:pic>
        <p:nvPicPr>
          <p:cNvPr id="55" name="Google Shape;55;p4"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6" name="Google Shape;56;p4"/>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57" name="Google Shape;57;p4"/>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58" name="Google Shape;58;p4"/>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9" name="Google Shape;59;p4" title="BE-MVP-Icon-Spark_Redux_V3_STRAIGHT_yellow.png"/>
          <p:cNvPicPr preferRelativeResize="0"/>
          <p:nvPr/>
        </p:nvPicPr>
        <p:blipFill rotWithShape="1">
          <a:blip r:embed="rId3">
            <a:alphaModFix/>
          </a:blip>
          <a:srcRect b="2562" l="0" r="0" t="2562"/>
          <a:stretch/>
        </p:blipFill>
        <p:spPr>
          <a:xfrm>
            <a:off x="16803188" y="3061574"/>
            <a:ext cx="520500" cy="527159"/>
          </a:xfrm>
          <a:prstGeom prst="rect">
            <a:avLst/>
          </a:prstGeom>
          <a:noFill/>
          <a:ln>
            <a:noFill/>
          </a:ln>
        </p:spPr>
      </p:pic>
      <p:pic>
        <p:nvPicPr>
          <p:cNvPr id="60" name="Google Shape;60;p4" title="BE-MVP-Icon-Spark_Redux_V3_STRAIGHT_yellow.png"/>
          <p:cNvPicPr preferRelativeResize="0"/>
          <p:nvPr/>
        </p:nvPicPr>
        <p:blipFill rotWithShape="1">
          <a:blip r:embed="rId3">
            <a:alphaModFix/>
          </a:blip>
          <a:srcRect b="2562" l="0" r="0" t="2562"/>
          <a:stretch/>
        </p:blipFill>
        <p:spPr>
          <a:xfrm>
            <a:off x="16552686" y="2519441"/>
            <a:ext cx="165422" cy="167540"/>
          </a:xfrm>
          <a:prstGeom prst="rect">
            <a:avLst/>
          </a:prstGeom>
          <a:noFill/>
          <a:ln>
            <a:noFill/>
          </a:ln>
        </p:spPr>
      </p:pic>
      <p:pic>
        <p:nvPicPr>
          <p:cNvPr id="61" name="Google Shape;61;p4" title="BE-MVP-Icon-Spark_Redux_V3_STRAIGHT_yellow.png"/>
          <p:cNvPicPr preferRelativeResize="0"/>
          <p:nvPr/>
        </p:nvPicPr>
        <p:blipFill rotWithShape="1">
          <a:blip r:embed="rId3">
            <a:alphaModFix/>
          </a:blip>
          <a:srcRect b="2562" l="0" r="0" t="2562"/>
          <a:stretch/>
        </p:blipFill>
        <p:spPr>
          <a:xfrm>
            <a:off x="16120706" y="3550202"/>
            <a:ext cx="334876" cy="339162"/>
          </a:xfrm>
          <a:prstGeom prst="rect">
            <a:avLst/>
          </a:prstGeom>
          <a:noFill/>
          <a:ln>
            <a:noFill/>
          </a:ln>
        </p:spPr>
      </p:pic>
      <p:pic>
        <p:nvPicPr>
          <p:cNvPr id="62" name="Google Shape;62;p4" title="BE-MVP-Icon-Spark_Redux_V3_STRAIGHT_yellow.png"/>
          <p:cNvPicPr preferRelativeResize="0"/>
          <p:nvPr/>
        </p:nvPicPr>
        <p:blipFill rotWithShape="1">
          <a:blip r:embed="rId3">
            <a:alphaModFix/>
          </a:blip>
          <a:srcRect b="2562" l="0" r="0" t="2562"/>
          <a:stretch/>
        </p:blipFill>
        <p:spPr>
          <a:xfrm>
            <a:off x="12652252" y="7070325"/>
            <a:ext cx="276298" cy="279832"/>
          </a:xfrm>
          <a:prstGeom prst="rect">
            <a:avLst/>
          </a:prstGeom>
          <a:noFill/>
          <a:ln>
            <a:noFill/>
          </a:ln>
        </p:spPr>
      </p:pic>
      <p:pic>
        <p:nvPicPr>
          <p:cNvPr id="63" name="Google Shape;63;p4" title="BE-MVP-Icon-Spark_Redux_V3_STRAIGHT_yellow.png"/>
          <p:cNvPicPr preferRelativeResize="0"/>
          <p:nvPr/>
        </p:nvPicPr>
        <p:blipFill rotWithShape="1">
          <a:blip r:embed="rId3">
            <a:alphaModFix/>
          </a:blip>
          <a:srcRect b="2562" l="0" r="0" t="2562"/>
          <a:stretch/>
        </p:blipFill>
        <p:spPr>
          <a:xfrm>
            <a:off x="12276456" y="6848057"/>
            <a:ext cx="165424" cy="167540"/>
          </a:xfrm>
          <a:prstGeom prst="rect">
            <a:avLst/>
          </a:prstGeom>
          <a:noFill/>
          <a:ln>
            <a:noFill/>
          </a:ln>
        </p:spPr>
      </p:pic>
      <p:pic>
        <p:nvPicPr>
          <p:cNvPr descr="pasted-movie.png" id="64" name="Google Shape;64;p4"/>
          <p:cNvPicPr preferRelativeResize="0"/>
          <p:nvPr/>
        </p:nvPicPr>
        <p:blipFill rotWithShape="1">
          <a:blip r:embed="rId4">
            <a:alphaModFix/>
          </a:blip>
          <a:srcRect b="0" l="0" r="0" t="0"/>
          <a:stretch/>
        </p:blipFill>
        <p:spPr>
          <a:xfrm>
            <a:off x="11739265" y="4619864"/>
            <a:ext cx="2875881" cy="2013548"/>
          </a:xfrm>
          <a:prstGeom prst="rect">
            <a:avLst/>
          </a:prstGeom>
          <a:noFill/>
          <a:ln>
            <a:noFill/>
          </a:ln>
        </p:spPr>
      </p:pic>
      <p:pic>
        <p:nvPicPr>
          <p:cNvPr id="65" name="Google Shape;65;p4"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66" name="Google Shape;66;p4"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p:cSld name="TITLE_1_1_1_1_1">
    <p:bg>
      <p:bgPr>
        <a:solidFill>
          <a:schemeClr val="lt1"/>
        </a:solidFill>
      </p:bgPr>
    </p:bg>
    <p:spTree>
      <p:nvGrpSpPr>
        <p:cNvPr id="67" name="Shape 67"/>
        <p:cNvGrpSpPr/>
        <p:nvPr/>
      </p:nvGrpSpPr>
      <p:grpSpPr>
        <a:xfrm>
          <a:off x="0" y="0"/>
          <a:ext cx="0" cy="0"/>
          <a:chOff x="0" y="0"/>
          <a:chExt cx="0" cy="0"/>
        </a:xfrm>
      </p:grpSpPr>
      <p:pic>
        <p:nvPicPr>
          <p:cNvPr id="68" name="Google Shape;68;p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69" name="Google Shape;69;p5"/>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70" name="Google Shape;70;p5"/>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71" name="Google Shape;71;p5"/>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1">
  <p:cSld name="TITLE_1_1_1_1_1_2">
    <p:bg>
      <p:bgPr>
        <a:gradFill>
          <a:gsLst>
            <a:gs pos="0">
              <a:srgbClr val="02A0FF"/>
            </a:gs>
            <a:gs pos="100000">
              <a:srgbClr val="066AFE"/>
            </a:gs>
          </a:gsLst>
          <a:lin ang="5400700" scaled="0"/>
        </a:gradFill>
      </p:bgPr>
    </p:bg>
    <p:spTree>
      <p:nvGrpSpPr>
        <p:cNvPr id="72" name="Shape 72"/>
        <p:cNvGrpSpPr/>
        <p:nvPr/>
      </p:nvGrpSpPr>
      <p:grpSpPr>
        <a:xfrm>
          <a:off x="0" y="0"/>
          <a:ext cx="0" cy="0"/>
          <a:chOff x="0" y="0"/>
          <a:chExt cx="0" cy="0"/>
        </a:xfrm>
      </p:grpSpPr>
      <p:sp>
        <p:nvSpPr>
          <p:cNvPr id="73" name="Google Shape;73;p6"/>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74" name="Google Shape;74;p6"/>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75" name="Google Shape;75;p6"/>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Blue">
  <p:cSld name="TITLE_1_1_1_1_1_1">
    <p:bg>
      <p:bgPr>
        <a:solidFill>
          <a:schemeClr val="accent6"/>
        </a:solidFill>
      </p:bgPr>
    </p:bg>
    <p:spTree>
      <p:nvGrpSpPr>
        <p:cNvPr id="76" name="Shape 76"/>
        <p:cNvGrpSpPr/>
        <p:nvPr/>
      </p:nvGrpSpPr>
      <p:grpSpPr>
        <a:xfrm>
          <a:off x="0" y="0"/>
          <a:ext cx="0" cy="0"/>
          <a:chOff x="0" y="0"/>
          <a:chExt cx="0" cy="0"/>
        </a:xfrm>
      </p:grpSpPr>
      <p:sp>
        <p:nvSpPr>
          <p:cNvPr id="77" name="Google Shape;77;p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8" name="Google Shape;78;p7"/>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9" name="Google Shape;79;p7"/>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0" name="Google Shape;80;p7"/>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81" name="Google Shape;81;p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White">
  <p:cSld name="TITLE_1_1_1_1_1_1_3">
    <p:bg>
      <p:bgPr>
        <a:solidFill>
          <a:schemeClr val="lt1"/>
        </a:solidFill>
      </p:bgPr>
    </p:bg>
    <p:spTree>
      <p:nvGrpSpPr>
        <p:cNvPr id="82" name="Shape 82"/>
        <p:cNvGrpSpPr/>
        <p:nvPr/>
      </p:nvGrpSpPr>
      <p:grpSpPr>
        <a:xfrm>
          <a:off x="0" y="0"/>
          <a:ext cx="0" cy="0"/>
          <a:chOff x="0" y="0"/>
          <a:chExt cx="0" cy="0"/>
        </a:xfrm>
      </p:grpSpPr>
      <p:sp>
        <p:nvSpPr>
          <p:cNvPr id="83" name="Google Shape;83;p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84" name="Google Shape;84;p8"/>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85" name="Google Shape;85;p8"/>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6" name="Google Shape;86;p8"/>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87" name="Google Shape;87;p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 Blue">
  <p:cSld name="TITLE_1_1_1_1_1_1_1">
    <p:bg>
      <p:bgPr>
        <a:solidFill>
          <a:schemeClr val="accent6"/>
        </a:solidFill>
      </p:bgPr>
    </p:bg>
    <p:spTree>
      <p:nvGrpSpPr>
        <p:cNvPr id="88" name="Shape 88"/>
        <p:cNvGrpSpPr/>
        <p:nvPr/>
      </p:nvGrpSpPr>
      <p:grpSpPr>
        <a:xfrm>
          <a:off x="0" y="0"/>
          <a:ext cx="0" cy="0"/>
          <a:chOff x="0" y="0"/>
          <a:chExt cx="0" cy="0"/>
        </a:xfrm>
      </p:grpSpPr>
      <p:sp>
        <p:nvSpPr>
          <p:cNvPr id="89" name="Google Shape;89;p9"/>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90" name="Google Shape;90;p9"/>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1" name="Google Shape;91;p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92" name="Google Shape;92;p9"/>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93" name="Google Shape;93;p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1 - White">
  <p:cSld name="TITLE_1_1_1_1_1_1_1_2">
    <p:bg>
      <p:bgPr>
        <a:solidFill>
          <a:schemeClr val="lt1"/>
        </a:solidFill>
      </p:bgPr>
    </p:bg>
    <p:spTree>
      <p:nvGrpSpPr>
        <p:cNvPr id="94" name="Shape 94"/>
        <p:cNvGrpSpPr/>
        <p:nvPr/>
      </p:nvGrpSpPr>
      <p:grpSpPr>
        <a:xfrm>
          <a:off x="0" y="0"/>
          <a:ext cx="0" cy="0"/>
          <a:chOff x="0" y="0"/>
          <a:chExt cx="0" cy="0"/>
        </a:xfrm>
      </p:grpSpPr>
      <p:sp>
        <p:nvSpPr>
          <p:cNvPr id="95" name="Google Shape;95;p10"/>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96" name="Google Shape;96;p10"/>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7" name="Google Shape;97;p10"/>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98" name="Google Shape;98;p10"/>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99" name="Google Shape;99;p1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Blue">
  <p:cSld name="TITLE_1_1_1_1_1_1_1_1">
    <p:bg>
      <p:bgPr>
        <a:solidFill>
          <a:schemeClr val="accent6"/>
        </a:solidFill>
      </p:bgPr>
    </p:bg>
    <p:spTree>
      <p:nvGrpSpPr>
        <p:cNvPr id="100" name="Shape 100"/>
        <p:cNvGrpSpPr/>
        <p:nvPr/>
      </p:nvGrpSpPr>
      <p:grpSpPr>
        <a:xfrm>
          <a:off x="0" y="0"/>
          <a:ext cx="0" cy="0"/>
          <a:chOff x="0" y="0"/>
          <a:chExt cx="0" cy="0"/>
        </a:xfrm>
      </p:grpSpPr>
      <p:sp>
        <p:nvSpPr>
          <p:cNvPr id="101" name="Google Shape;101;p11"/>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2" name="Google Shape;102;p11"/>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3" name="Google Shape;103;p1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04" name="Google Shape;104;p11"/>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05" name="Google Shape;105;p11"/>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06" name="Google Shape;106;p1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White">
  <p:cSld name="TITLE_1_1_1_1_1_1_1_1_2">
    <p:bg>
      <p:bgPr>
        <a:solidFill>
          <a:srgbClr val="FFFEFE"/>
        </a:solidFill>
      </p:bgPr>
    </p:bg>
    <p:spTree>
      <p:nvGrpSpPr>
        <p:cNvPr id="107" name="Shape 107"/>
        <p:cNvGrpSpPr/>
        <p:nvPr/>
      </p:nvGrpSpPr>
      <p:grpSpPr>
        <a:xfrm>
          <a:off x="0" y="0"/>
          <a:ext cx="0" cy="0"/>
          <a:chOff x="0" y="0"/>
          <a:chExt cx="0" cy="0"/>
        </a:xfrm>
      </p:grpSpPr>
      <p:sp>
        <p:nvSpPr>
          <p:cNvPr id="108" name="Google Shape;108;p12"/>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9" name="Google Shape;109;p12"/>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10" name="Google Shape;110;p1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1" name="Google Shape;111;p12"/>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12" name="Google Shape;112;p12"/>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13" name="Google Shape;113;p12"/>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 Blue">
  <p:cSld name="TITLE_1_1_1_1_1_1_1_1_1">
    <p:bg>
      <p:bgPr>
        <a:solidFill>
          <a:schemeClr val="accent6"/>
        </a:solidFill>
      </p:bgPr>
    </p:bg>
    <p:spTree>
      <p:nvGrpSpPr>
        <p:cNvPr id="114" name="Shape 114"/>
        <p:cNvGrpSpPr/>
        <p:nvPr/>
      </p:nvGrpSpPr>
      <p:grpSpPr>
        <a:xfrm>
          <a:off x="0" y="0"/>
          <a:ext cx="0" cy="0"/>
          <a:chOff x="0" y="0"/>
          <a:chExt cx="0" cy="0"/>
        </a:xfrm>
      </p:grpSpPr>
      <p:sp>
        <p:nvSpPr>
          <p:cNvPr id="115" name="Google Shape;115;p13"/>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16" name="Google Shape;116;p1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7" name="Google Shape;117;p13"/>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18" name="Google Shape;118;p13"/>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19" name="Google Shape;119;p13"/>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0" name="Google Shape;120;p13"/>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21" name="Google Shape;121;p1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1 - White">
  <p:cSld name="TITLE_1_1_1_1_1_1_1_1_1_1">
    <p:bg>
      <p:bgPr>
        <a:solidFill>
          <a:srgbClr val="FFFEFE"/>
        </a:solidFill>
      </p:bgPr>
    </p:bg>
    <p:spTree>
      <p:nvGrpSpPr>
        <p:cNvPr id="122" name="Shape 122"/>
        <p:cNvGrpSpPr/>
        <p:nvPr/>
      </p:nvGrpSpPr>
      <p:grpSpPr>
        <a:xfrm>
          <a:off x="0" y="0"/>
          <a:ext cx="0" cy="0"/>
          <a:chOff x="0" y="0"/>
          <a:chExt cx="0" cy="0"/>
        </a:xfrm>
      </p:grpSpPr>
      <p:sp>
        <p:nvSpPr>
          <p:cNvPr id="123" name="Google Shape;123;p14"/>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4" name="Google Shape;124;p1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25" name="Google Shape;125;p14"/>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26" name="Google Shape;126;p14"/>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27" name="Google Shape;127;p14"/>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8" name="Google Shape;128;p14"/>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29" name="Google Shape;129;p1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p:cSld name="CUSTOM">
    <p:bg>
      <p:bgPr>
        <a:solidFill>
          <a:schemeClr val="accent6"/>
        </a:solidFill>
      </p:bgPr>
    </p:bg>
    <p:spTree>
      <p:nvGrpSpPr>
        <p:cNvPr id="130" name="Shape 13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p:cSld name="CUSTOM_1">
    <p:bg>
      <p:bgPr>
        <a:solidFill>
          <a:schemeClr val="accent6"/>
        </a:solidFill>
      </p:bgPr>
    </p:bg>
    <p:spTree>
      <p:nvGrpSpPr>
        <p:cNvPr id="131" name="Shape 131"/>
        <p:cNvGrpSpPr/>
        <p:nvPr/>
      </p:nvGrpSpPr>
      <p:grpSpPr>
        <a:xfrm>
          <a:off x="0" y="0"/>
          <a:ext cx="0" cy="0"/>
          <a:chOff x="0" y="0"/>
          <a:chExt cx="0" cy="0"/>
        </a:xfrm>
      </p:grpSpPr>
      <p:pic>
        <p:nvPicPr>
          <p:cNvPr id="132" name="Google Shape;132;p1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Image Right">
  <p:cSld name="TITLE_1_1_1_1_1_1_1_1_1_1_1_1">
    <p:bg>
      <p:bgPr>
        <a:solidFill>
          <a:schemeClr val="accent6"/>
        </a:solidFill>
      </p:bgPr>
    </p:bg>
    <p:spTree>
      <p:nvGrpSpPr>
        <p:cNvPr id="133" name="Shape 133"/>
        <p:cNvGrpSpPr/>
        <p:nvPr/>
      </p:nvGrpSpPr>
      <p:grpSpPr>
        <a:xfrm>
          <a:off x="0" y="0"/>
          <a:ext cx="0" cy="0"/>
          <a:chOff x="0" y="0"/>
          <a:chExt cx="0" cy="0"/>
        </a:xfrm>
      </p:grpSpPr>
      <p:sp>
        <p:nvSpPr>
          <p:cNvPr id="134" name="Google Shape;134;p17"/>
          <p:cNvSpPr txBox="1"/>
          <p:nvPr>
            <p:ph type="title"/>
          </p:nvPr>
        </p:nvSpPr>
        <p:spPr>
          <a:xfrm>
            <a:off x="857250" y="838200"/>
            <a:ext cx="108585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35" name="Google Shape;135;p17"/>
          <p:cNvSpPr txBox="1"/>
          <p:nvPr>
            <p:ph idx="1" type="subTitle"/>
          </p:nvPr>
        </p:nvSpPr>
        <p:spPr>
          <a:xfrm>
            <a:off x="857250" y="2468880"/>
            <a:ext cx="10858500" cy="8571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36" name="Google Shape;136;p17"/>
          <p:cNvSpPr txBox="1"/>
          <p:nvPr>
            <p:ph idx="2"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37" name="Google Shape;137;p17"/>
          <p:cNvSpPr txBox="1"/>
          <p:nvPr>
            <p:ph idx="3" type="body"/>
          </p:nvPr>
        </p:nvSpPr>
        <p:spPr>
          <a:xfrm>
            <a:off x="857250" y="3399472"/>
            <a:ext cx="10858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38" name="Google Shape;138;p17"/>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139" name="Google Shape;139;p17"/>
          <p:cNvSpPr/>
          <p:nvPr>
            <p:ph idx="4" type="pic"/>
          </p:nvPr>
        </p:nvSpPr>
        <p:spPr>
          <a:xfrm>
            <a:off x="12287250" y="855345"/>
            <a:ext cx="5142600" cy="7728600"/>
          </a:xfrm>
          <a:prstGeom prst="roundRect">
            <a:avLst>
              <a:gd fmla="val 7640" name="adj"/>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Large Image Right">
  <p:cSld name="TITLE_1_1_1_1_1_1_1_1_1_1_1_1_1_1_1">
    <p:bg>
      <p:bgPr>
        <a:solidFill>
          <a:schemeClr val="accent6"/>
        </a:solidFill>
      </p:bgPr>
    </p:bg>
    <p:spTree>
      <p:nvGrpSpPr>
        <p:cNvPr id="140" name="Shape 140"/>
        <p:cNvGrpSpPr/>
        <p:nvPr/>
      </p:nvGrpSpPr>
      <p:grpSpPr>
        <a:xfrm>
          <a:off x="0" y="0"/>
          <a:ext cx="0" cy="0"/>
          <a:chOff x="0" y="0"/>
          <a:chExt cx="0" cy="0"/>
        </a:xfrm>
      </p:grpSpPr>
      <p:sp>
        <p:nvSpPr>
          <p:cNvPr id="141" name="Google Shape;141;p18"/>
          <p:cNvSpPr/>
          <p:nvPr>
            <p:ph idx="2" type="pic"/>
          </p:nvPr>
        </p:nvSpPr>
        <p:spPr>
          <a:xfrm>
            <a:off x="9151620" y="0"/>
            <a:ext cx="9394500" cy="10295700"/>
          </a:xfrm>
          <a:prstGeom prst="roundRect">
            <a:avLst>
              <a:gd fmla="val 3341" name="adj"/>
            </a:avLst>
          </a:prstGeom>
          <a:noFill/>
          <a:ln>
            <a:noFill/>
          </a:ln>
        </p:spPr>
      </p:sp>
      <p:sp>
        <p:nvSpPr>
          <p:cNvPr id="142" name="Google Shape;142;p18"/>
          <p:cNvSpPr txBox="1"/>
          <p:nvPr>
            <p:ph type="title"/>
          </p:nvPr>
        </p:nvSpPr>
        <p:spPr>
          <a:xfrm>
            <a:off x="857250" y="838200"/>
            <a:ext cx="77154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3" name="Google Shape;143;p18"/>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44" name="Google Shape;144;p18"/>
          <p:cNvSpPr txBox="1"/>
          <p:nvPr>
            <p:ph idx="3"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45" name="Google Shape;145;p18"/>
          <p:cNvSpPr txBox="1"/>
          <p:nvPr>
            <p:ph idx="4" type="body"/>
          </p:nvPr>
        </p:nvSpPr>
        <p:spPr>
          <a:xfrm>
            <a:off x="857250" y="3399472"/>
            <a:ext cx="7715100" cy="5737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46" name="Google Shape;146;p18"/>
          <p:cNvPicPr preferRelativeResize="0"/>
          <p:nvPr/>
        </p:nvPicPr>
        <p:blipFill>
          <a:blip r:embed="rId2">
            <a:alphaModFix/>
          </a:blip>
          <a:stretch>
            <a:fillRect/>
          </a:stretch>
        </p:blipFill>
        <p:spPr>
          <a:xfrm>
            <a:off x="16459200" y="8989629"/>
            <a:ext cx="953599" cy="66752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Split Screen">
  <p:cSld name="TITLE_1_1_1_1_1_1_1_1_1_1_1_1_1_1_1_1_1_1">
    <p:bg>
      <p:bgPr>
        <a:solidFill>
          <a:schemeClr val="accent6"/>
        </a:solidFill>
      </p:bgPr>
    </p:bg>
    <p:spTree>
      <p:nvGrpSpPr>
        <p:cNvPr id="147" name="Shape 147"/>
        <p:cNvGrpSpPr/>
        <p:nvPr/>
      </p:nvGrpSpPr>
      <p:grpSpPr>
        <a:xfrm>
          <a:off x="0" y="0"/>
          <a:ext cx="0" cy="0"/>
          <a:chOff x="0" y="0"/>
          <a:chExt cx="0" cy="0"/>
        </a:xfrm>
      </p:grpSpPr>
      <p:sp>
        <p:nvSpPr>
          <p:cNvPr id="148" name="Google Shape;148;p19"/>
          <p:cNvSpPr txBox="1"/>
          <p:nvPr>
            <p:ph idx="1" type="body"/>
          </p:nvPr>
        </p:nvSpPr>
        <p:spPr>
          <a:xfrm>
            <a:off x="857250" y="3399472"/>
            <a:ext cx="7620000" cy="57378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149" name="Google Shape;149;p19"/>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150" name="Google Shape;150;p1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51" name="Google Shape;151;p19"/>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2" name="Google Shape;152;p19"/>
          <p:cNvSpPr txBox="1"/>
          <p:nvPr>
            <p:ph idx="2"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53" name="Google Shape;153;p19"/>
          <p:cNvSpPr txBox="1"/>
          <p:nvPr>
            <p:ph idx="3" type="body"/>
          </p:nvPr>
        </p:nvSpPr>
        <p:spPr>
          <a:xfrm>
            <a:off x="857250" y="9620250"/>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Blue">
  <p:cSld name="TITLE_1_1_1_1_1_1_1_1_1_1_1_1_1_1_1_1_1_1_1_1">
    <p:bg>
      <p:bgPr>
        <a:solidFill>
          <a:schemeClr val="accent6"/>
        </a:solidFill>
      </p:bgPr>
    </p:bg>
    <p:spTree>
      <p:nvGrpSpPr>
        <p:cNvPr id="154" name="Shape 154"/>
        <p:cNvGrpSpPr/>
        <p:nvPr/>
      </p:nvGrpSpPr>
      <p:grpSpPr>
        <a:xfrm>
          <a:off x="0" y="0"/>
          <a:ext cx="0" cy="0"/>
          <a:chOff x="0" y="0"/>
          <a:chExt cx="0" cy="0"/>
        </a:xfrm>
      </p:grpSpPr>
      <p:sp>
        <p:nvSpPr>
          <p:cNvPr id="155" name="Google Shape;155;p20"/>
          <p:cNvSpPr/>
          <p:nvPr/>
        </p:nvSpPr>
        <p:spPr>
          <a:xfrm>
            <a:off x="857250" y="2854969"/>
            <a:ext cx="165735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56" name="Google Shape;156;p20"/>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57" name="Google Shape;157;p2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8" name="Google Shape;158;p20"/>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59" name="Google Shape;159;p20"/>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60" name="Google Shape;160;p2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White">
  <p:cSld name="TITLE_1_1_1_1_1_1_1_1_1_1_1_1_1_1_1_1_1_1_1_1_2_1">
    <p:bg>
      <p:bgPr>
        <a:solidFill>
          <a:srgbClr val="FFFEFE"/>
        </a:solidFill>
      </p:bgPr>
    </p:bg>
    <p:spTree>
      <p:nvGrpSpPr>
        <p:cNvPr id="161" name="Shape 161"/>
        <p:cNvGrpSpPr/>
        <p:nvPr/>
      </p:nvGrpSpPr>
      <p:grpSpPr>
        <a:xfrm>
          <a:off x="0" y="0"/>
          <a:ext cx="0" cy="0"/>
          <a:chOff x="0" y="0"/>
          <a:chExt cx="0" cy="0"/>
        </a:xfrm>
      </p:grpSpPr>
      <p:sp>
        <p:nvSpPr>
          <p:cNvPr id="162" name="Google Shape;162;p21"/>
          <p:cNvSpPr/>
          <p:nvPr/>
        </p:nvSpPr>
        <p:spPr>
          <a:xfrm>
            <a:off x="857250" y="2854969"/>
            <a:ext cx="165735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63" name="Google Shape;163;p21"/>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64" name="Google Shape;164;p2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5" name="Google Shape;165;p21"/>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6" name="Google Shape;166;p21"/>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67" name="Google Shape;167;p2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Blue">
  <p:cSld name="TITLE_1_1_1_1_1_1_1_1_1_1_1_1_1_1_1_1_1_1_1_1_2_2">
    <p:bg>
      <p:bgPr>
        <a:solidFill>
          <a:schemeClr val="accent6"/>
        </a:solidFill>
      </p:bgPr>
    </p:bg>
    <p:spTree>
      <p:nvGrpSpPr>
        <p:cNvPr id="168" name="Shape 168"/>
        <p:cNvGrpSpPr/>
        <p:nvPr/>
      </p:nvGrpSpPr>
      <p:grpSpPr>
        <a:xfrm>
          <a:off x="0" y="0"/>
          <a:ext cx="0" cy="0"/>
          <a:chOff x="0" y="0"/>
          <a:chExt cx="0" cy="0"/>
        </a:xfrm>
      </p:grpSpPr>
      <p:sp>
        <p:nvSpPr>
          <p:cNvPr id="169" name="Google Shape;169;p22"/>
          <p:cNvSpPr/>
          <p:nvPr/>
        </p:nvSpPr>
        <p:spPr>
          <a:xfrm>
            <a:off x="857250" y="2432700"/>
            <a:ext cx="16573500" cy="71781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70" name="Google Shape;170;p2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1" name="Google Shape;171;p2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72" name="Google Shape;172;p22"/>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73" name="Google Shape;173;p2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74" name="Google Shape;174;p22"/>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White">
  <p:cSld name="TITLE_1_1_1_1_1_1_1_1_1_1_1_1_1_1_1_1_1_1_1_1_2_2_1">
    <p:bg>
      <p:bgPr>
        <a:solidFill>
          <a:schemeClr val="lt1"/>
        </a:solidFill>
      </p:bgPr>
    </p:bg>
    <p:spTree>
      <p:nvGrpSpPr>
        <p:cNvPr id="175" name="Shape 175"/>
        <p:cNvGrpSpPr/>
        <p:nvPr/>
      </p:nvGrpSpPr>
      <p:grpSpPr>
        <a:xfrm>
          <a:off x="0" y="0"/>
          <a:ext cx="0" cy="0"/>
          <a:chOff x="0" y="0"/>
          <a:chExt cx="0" cy="0"/>
        </a:xfrm>
      </p:grpSpPr>
      <p:sp>
        <p:nvSpPr>
          <p:cNvPr id="176" name="Google Shape;176;p23"/>
          <p:cNvSpPr/>
          <p:nvPr/>
        </p:nvSpPr>
        <p:spPr>
          <a:xfrm>
            <a:off x="857250" y="2432700"/>
            <a:ext cx="16573500" cy="71781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77" name="Google Shape;177;p2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8" name="Google Shape;178;p2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79" name="Google Shape;179;p2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80" name="Google Shape;180;p2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81" name="Google Shape;181;p23"/>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Blue">
  <p:cSld name="TITLE_1_1_1_1_1_1_1_1_1_1_1_1_1_1_1_1_1_1_1_1_1">
    <p:bg>
      <p:bgPr>
        <a:solidFill>
          <a:schemeClr val="accent6"/>
        </a:solidFill>
      </p:bgPr>
    </p:bg>
    <p:spTree>
      <p:nvGrpSpPr>
        <p:cNvPr id="182" name="Shape 182"/>
        <p:cNvGrpSpPr/>
        <p:nvPr/>
      </p:nvGrpSpPr>
      <p:grpSpPr>
        <a:xfrm>
          <a:off x="0" y="0"/>
          <a:ext cx="0" cy="0"/>
          <a:chOff x="0" y="0"/>
          <a:chExt cx="0" cy="0"/>
        </a:xfrm>
      </p:grpSpPr>
      <p:sp>
        <p:nvSpPr>
          <p:cNvPr id="183" name="Google Shape;183;p24"/>
          <p:cNvSpPr/>
          <p:nvPr/>
        </p:nvSpPr>
        <p:spPr>
          <a:xfrm>
            <a:off x="857250"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84" name="Google Shape;184;p24"/>
          <p:cNvSpPr/>
          <p:nvPr/>
        </p:nvSpPr>
        <p:spPr>
          <a:xfrm>
            <a:off x="9425372"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85" name="Google Shape;185;p2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6" name="Google Shape;186;p2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87" name="Google Shape;187;p24"/>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88" name="Google Shape;188;p24"/>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89" name="Google Shape;189;p24"/>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90" name="Google Shape;190;p2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White">
  <p:cSld name="TITLE_1_1_1_1_1_1_1_1_1_1_1_1_1_1_1_1_1_1_1_1_1_2_1">
    <p:bg>
      <p:bgPr>
        <a:solidFill>
          <a:srgbClr val="FFFEFE"/>
        </a:solidFill>
      </p:bgPr>
    </p:bg>
    <p:spTree>
      <p:nvGrpSpPr>
        <p:cNvPr id="191" name="Shape 191"/>
        <p:cNvGrpSpPr/>
        <p:nvPr/>
      </p:nvGrpSpPr>
      <p:grpSpPr>
        <a:xfrm>
          <a:off x="0" y="0"/>
          <a:ext cx="0" cy="0"/>
          <a:chOff x="0" y="0"/>
          <a:chExt cx="0" cy="0"/>
        </a:xfrm>
      </p:grpSpPr>
      <p:sp>
        <p:nvSpPr>
          <p:cNvPr id="192" name="Google Shape;192;p25"/>
          <p:cNvSpPr/>
          <p:nvPr/>
        </p:nvSpPr>
        <p:spPr>
          <a:xfrm>
            <a:off x="857250"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93" name="Google Shape;193;p25"/>
          <p:cNvSpPr/>
          <p:nvPr/>
        </p:nvSpPr>
        <p:spPr>
          <a:xfrm>
            <a:off x="9425372"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94" name="Google Shape;194;p2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5" name="Google Shape;195;p25"/>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96" name="Google Shape;196;p25"/>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97" name="Google Shape;197;p25"/>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98" name="Google Shape;198;p25"/>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99" name="Google Shape;199;p2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Blue">
  <p:cSld name="TITLE_1_1_1_1_1_1_1_1_1_1_1_1_1_1_1_1_1_1_1_1_1_1">
    <p:bg>
      <p:bgPr>
        <a:solidFill>
          <a:schemeClr val="accent6"/>
        </a:solidFill>
      </p:bgPr>
    </p:bg>
    <p:spTree>
      <p:nvGrpSpPr>
        <p:cNvPr id="200" name="Shape 200"/>
        <p:cNvGrpSpPr/>
        <p:nvPr/>
      </p:nvGrpSpPr>
      <p:grpSpPr>
        <a:xfrm>
          <a:off x="0" y="0"/>
          <a:ext cx="0" cy="0"/>
          <a:chOff x="0" y="0"/>
          <a:chExt cx="0" cy="0"/>
        </a:xfrm>
      </p:grpSpPr>
      <p:sp>
        <p:nvSpPr>
          <p:cNvPr id="201" name="Google Shape;201;p26"/>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2" name="Google Shape;202;p26"/>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3" name="Google Shape;203;p26"/>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4" name="Google Shape;204;p2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05" name="Google Shape;205;p2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06" name="Google Shape;206;p2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07" name="Google Shape;207;p26"/>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08" name="Google Shape;208;p26"/>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09" name="Google Shape;209;p26"/>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10" name="Google Shape;210;p2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White">
  <p:cSld name="TITLE_1_1_1_1_1_1_1_1_1_1_1_1_1_1_1_1_1_1_1_1_1_1_2">
    <p:bg>
      <p:bgPr>
        <a:solidFill>
          <a:schemeClr val="lt1"/>
        </a:solidFill>
      </p:bgPr>
    </p:bg>
    <p:spTree>
      <p:nvGrpSpPr>
        <p:cNvPr id="211" name="Shape 211"/>
        <p:cNvGrpSpPr/>
        <p:nvPr/>
      </p:nvGrpSpPr>
      <p:grpSpPr>
        <a:xfrm>
          <a:off x="0" y="0"/>
          <a:ext cx="0" cy="0"/>
          <a:chOff x="0" y="0"/>
          <a:chExt cx="0" cy="0"/>
        </a:xfrm>
      </p:grpSpPr>
      <p:sp>
        <p:nvSpPr>
          <p:cNvPr id="212" name="Google Shape;212;p27"/>
          <p:cNvSpPr/>
          <p:nvPr/>
        </p:nvSpPr>
        <p:spPr>
          <a:xfrm>
            <a:off x="85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3" name="Google Shape;213;p27"/>
          <p:cNvSpPr/>
          <p:nvPr/>
        </p:nvSpPr>
        <p:spPr>
          <a:xfrm>
            <a:off x="6572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4" name="Google Shape;214;p27"/>
          <p:cNvSpPr/>
          <p:nvPr/>
        </p:nvSpPr>
        <p:spPr>
          <a:xfrm>
            <a:off x="1228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5" name="Google Shape;215;p2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16" name="Google Shape;216;p27"/>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17" name="Google Shape;217;p27"/>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18" name="Google Shape;218;p27"/>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19" name="Google Shape;219;p27"/>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20" name="Google Shape;220;p27"/>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21" name="Google Shape;221;p2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Blue">
  <p:cSld name="TITLE_1_1_1_1_1_1_1_1_1_1_1_1_1_1_1_1_1_1_1_1_1_1_1">
    <p:bg>
      <p:bgPr>
        <a:solidFill>
          <a:schemeClr val="accent6"/>
        </a:solidFill>
      </p:bgPr>
    </p:bg>
    <p:spTree>
      <p:nvGrpSpPr>
        <p:cNvPr id="222" name="Shape 222"/>
        <p:cNvGrpSpPr/>
        <p:nvPr/>
      </p:nvGrpSpPr>
      <p:grpSpPr>
        <a:xfrm>
          <a:off x="0" y="0"/>
          <a:ext cx="0" cy="0"/>
          <a:chOff x="0" y="0"/>
          <a:chExt cx="0" cy="0"/>
        </a:xfrm>
      </p:grpSpPr>
      <p:sp>
        <p:nvSpPr>
          <p:cNvPr id="223" name="Google Shape;223;p28"/>
          <p:cNvSpPr/>
          <p:nvPr/>
        </p:nvSpPr>
        <p:spPr>
          <a:xfrm>
            <a:off x="85725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4" name="Google Shape;224;p28"/>
          <p:cNvSpPr/>
          <p:nvPr/>
        </p:nvSpPr>
        <p:spPr>
          <a:xfrm>
            <a:off x="5145917"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5" name="Google Shape;225;p28"/>
          <p:cNvSpPr/>
          <p:nvPr/>
        </p:nvSpPr>
        <p:spPr>
          <a:xfrm>
            <a:off x="9434585"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6" name="Google Shape;226;p28"/>
          <p:cNvSpPr/>
          <p:nvPr/>
        </p:nvSpPr>
        <p:spPr>
          <a:xfrm>
            <a:off x="1371600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7" name="Google Shape;227;p2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28" name="Google Shape;228;p28"/>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29" name="Google Shape;229;p28"/>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30" name="Google Shape;230;p28"/>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1" name="Google Shape;231;p28"/>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2" name="Google Shape;232;p28"/>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3" name="Google Shape;233;p28"/>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34" name="Google Shape;234;p2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White">
  <p:cSld name="TITLE_1_1_1_1_1_1_1_1_1_1_1_1_1_1_1_1_1_1_1_1_1_1_1_2_1">
    <p:bg>
      <p:bgPr>
        <a:solidFill>
          <a:srgbClr val="FFFEFE"/>
        </a:solidFill>
      </p:bgPr>
    </p:bg>
    <p:spTree>
      <p:nvGrpSpPr>
        <p:cNvPr id="235" name="Shape 235"/>
        <p:cNvGrpSpPr/>
        <p:nvPr/>
      </p:nvGrpSpPr>
      <p:grpSpPr>
        <a:xfrm>
          <a:off x="0" y="0"/>
          <a:ext cx="0" cy="0"/>
          <a:chOff x="0" y="0"/>
          <a:chExt cx="0" cy="0"/>
        </a:xfrm>
      </p:grpSpPr>
      <p:sp>
        <p:nvSpPr>
          <p:cNvPr id="236" name="Google Shape;236;p29"/>
          <p:cNvSpPr/>
          <p:nvPr/>
        </p:nvSpPr>
        <p:spPr>
          <a:xfrm>
            <a:off x="85725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7" name="Google Shape;237;p29"/>
          <p:cNvSpPr/>
          <p:nvPr/>
        </p:nvSpPr>
        <p:spPr>
          <a:xfrm>
            <a:off x="5145917"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8" name="Google Shape;238;p29"/>
          <p:cNvSpPr/>
          <p:nvPr/>
        </p:nvSpPr>
        <p:spPr>
          <a:xfrm>
            <a:off x="9434585"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9" name="Google Shape;239;p29"/>
          <p:cNvSpPr/>
          <p:nvPr/>
        </p:nvSpPr>
        <p:spPr>
          <a:xfrm>
            <a:off x="1371600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40" name="Google Shape;240;p2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241" name="Google Shape;241;p2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42" name="Google Shape;242;p2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43" name="Google Shape;243;p29"/>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4" name="Google Shape;244;p29"/>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5" name="Google Shape;245;p29"/>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6" name="Google Shape;246;p29"/>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47" name="Google Shape;247;p2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Astro">
  <p:cSld name="TITLE_1_1_1_1_1_1_1_1_1_1_1_1_1_1_1_1_1_1_1_1_1_1_1_1_3">
    <p:bg>
      <p:bgPr>
        <a:solidFill>
          <a:schemeClr val="accent6"/>
        </a:solidFill>
      </p:bgPr>
    </p:bg>
    <p:spTree>
      <p:nvGrpSpPr>
        <p:cNvPr id="248" name="Shape 248"/>
        <p:cNvGrpSpPr/>
        <p:nvPr/>
      </p:nvGrpSpPr>
      <p:grpSpPr>
        <a:xfrm>
          <a:off x="0" y="0"/>
          <a:ext cx="0" cy="0"/>
          <a:chOff x="0" y="0"/>
          <a:chExt cx="0" cy="0"/>
        </a:xfrm>
      </p:grpSpPr>
      <p:pic>
        <p:nvPicPr>
          <p:cNvPr descr="alt=&quot;&quot;" id="249" name="Google Shape;249;p30"/>
          <p:cNvPicPr preferRelativeResize="0"/>
          <p:nvPr/>
        </p:nvPicPr>
        <p:blipFill rotWithShape="1">
          <a:blip r:embed="rId2">
            <a:alphaModFix/>
          </a:blip>
          <a:srcRect b="0" l="0" r="0" t="0"/>
          <a:stretch/>
        </p:blipFill>
        <p:spPr>
          <a:xfrm rot="-1107206">
            <a:off x="1389316" y="2684208"/>
            <a:ext cx="485211" cy="491419"/>
          </a:xfrm>
          <a:prstGeom prst="rect">
            <a:avLst/>
          </a:prstGeom>
          <a:noFill/>
          <a:ln>
            <a:noFill/>
          </a:ln>
        </p:spPr>
      </p:pic>
      <p:pic>
        <p:nvPicPr>
          <p:cNvPr descr="alt=&quot;&quot;" id="250" name="Google Shape;250;p30"/>
          <p:cNvPicPr preferRelativeResize="0"/>
          <p:nvPr/>
        </p:nvPicPr>
        <p:blipFill rotWithShape="1">
          <a:blip r:embed="rId2">
            <a:alphaModFix/>
          </a:blip>
          <a:srcRect b="0" l="0" r="0" t="0"/>
          <a:stretch/>
        </p:blipFill>
        <p:spPr>
          <a:xfrm rot="613168">
            <a:off x="16191756" y="4305922"/>
            <a:ext cx="339935" cy="344269"/>
          </a:xfrm>
          <a:prstGeom prst="rect">
            <a:avLst/>
          </a:prstGeom>
          <a:noFill/>
          <a:ln>
            <a:noFill/>
          </a:ln>
        </p:spPr>
      </p:pic>
      <p:pic>
        <p:nvPicPr>
          <p:cNvPr id="251" name="Google Shape;251;p30" title="astro.png"/>
          <p:cNvPicPr preferRelativeResize="0"/>
          <p:nvPr/>
        </p:nvPicPr>
        <p:blipFill rotWithShape="1">
          <a:blip r:embed="rId3">
            <a:alphaModFix/>
          </a:blip>
          <a:srcRect b="0" l="10" r="10" t="0"/>
          <a:stretch/>
        </p:blipFill>
        <p:spPr>
          <a:xfrm>
            <a:off x="14226100" y="5326975"/>
            <a:ext cx="3498100" cy="4264350"/>
          </a:xfrm>
          <a:prstGeom prst="rect">
            <a:avLst/>
          </a:prstGeom>
          <a:noFill/>
          <a:ln>
            <a:noFill/>
          </a:ln>
        </p:spPr>
      </p:pic>
      <p:sp>
        <p:nvSpPr>
          <p:cNvPr id="252" name="Google Shape;252;p30"/>
          <p:cNvSpPr/>
          <p:nvPr/>
        </p:nvSpPr>
        <p:spPr>
          <a:xfrm>
            <a:off x="4544129"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53" name="Google Shape;253;p30"/>
          <p:cNvSpPr/>
          <p:nvPr/>
        </p:nvSpPr>
        <p:spPr>
          <a:xfrm>
            <a:off x="852137" y="363505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pic>
        <p:nvPicPr>
          <p:cNvPr id="254" name="Google Shape;254;p30"/>
          <p:cNvPicPr preferRelativeResize="0"/>
          <p:nvPr/>
        </p:nvPicPr>
        <p:blipFill>
          <a:blip r:embed="rId4">
            <a:alphaModFix/>
          </a:blip>
          <a:stretch>
            <a:fillRect/>
          </a:stretch>
        </p:blipFill>
        <p:spPr>
          <a:xfrm>
            <a:off x="16550000" y="848191"/>
            <a:ext cx="953599" cy="667526"/>
          </a:xfrm>
          <a:prstGeom prst="rect">
            <a:avLst/>
          </a:prstGeom>
          <a:noFill/>
          <a:ln>
            <a:noFill/>
          </a:ln>
        </p:spPr>
      </p:pic>
      <p:pic>
        <p:nvPicPr>
          <p:cNvPr descr="alt=&quot;&quot;" id="255" name="Google Shape;255;p30"/>
          <p:cNvPicPr preferRelativeResize="0"/>
          <p:nvPr/>
        </p:nvPicPr>
        <p:blipFill>
          <a:blip r:embed="rId5">
            <a:alphaModFix amt="60000"/>
          </a:blip>
          <a:stretch>
            <a:fillRect/>
          </a:stretch>
        </p:blipFill>
        <p:spPr>
          <a:xfrm>
            <a:off x="852140" y="8019375"/>
            <a:ext cx="3396895" cy="1981876"/>
          </a:xfrm>
          <a:prstGeom prst="rect">
            <a:avLst/>
          </a:prstGeom>
          <a:noFill/>
          <a:ln>
            <a:noFill/>
          </a:ln>
        </p:spPr>
      </p:pic>
      <p:pic>
        <p:nvPicPr>
          <p:cNvPr descr="alt=&quot;&quot;" id="256" name="Google Shape;256;p30"/>
          <p:cNvPicPr preferRelativeResize="0"/>
          <p:nvPr/>
        </p:nvPicPr>
        <p:blipFill>
          <a:blip r:embed="rId5">
            <a:alphaModFix amt="60000"/>
          </a:blip>
          <a:stretch>
            <a:fillRect/>
          </a:stretch>
        </p:blipFill>
        <p:spPr>
          <a:xfrm>
            <a:off x="4544131" y="8019375"/>
            <a:ext cx="3396895" cy="1981876"/>
          </a:xfrm>
          <a:prstGeom prst="rect">
            <a:avLst/>
          </a:prstGeom>
          <a:noFill/>
          <a:ln>
            <a:noFill/>
          </a:ln>
        </p:spPr>
      </p:pic>
      <p:pic>
        <p:nvPicPr>
          <p:cNvPr descr="alt=&quot;&quot;" id="257" name="Google Shape;257;p30"/>
          <p:cNvPicPr preferRelativeResize="0"/>
          <p:nvPr/>
        </p:nvPicPr>
        <p:blipFill>
          <a:blip r:embed="rId5">
            <a:alphaModFix amt="60000"/>
          </a:blip>
          <a:stretch>
            <a:fillRect/>
          </a:stretch>
        </p:blipFill>
        <p:spPr>
          <a:xfrm>
            <a:off x="8245862" y="8019375"/>
            <a:ext cx="3396895" cy="1981876"/>
          </a:xfrm>
          <a:prstGeom prst="rect">
            <a:avLst/>
          </a:prstGeom>
          <a:noFill/>
          <a:ln>
            <a:noFill/>
          </a:ln>
        </p:spPr>
      </p:pic>
      <p:pic>
        <p:nvPicPr>
          <p:cNvPr descr="alt=&quot;&quot;" id="258" name="Google Shape;258;p30"/>
          <p:cNvPicPr preferRelativeResize="0"/>
          <p:nvPr/>
        </p:nvPicPr>
        <p:blipFill>
          <a:blip r:embed="rId5">
            <a:alphaModFix amt="60000"/>
          </a:blip>
          <a:stretch>
            <a:fillRect/>
          </a:stretch>
        </p:blipFill>
        <p:spPr>
          <a:xfrm>
            <a:off x="11964528" y="8019375"/>
            <a:ext cx="3396895" cy="1981876"/>
          </a:xfrm>
          <a:prstGeom prst="rect">
            <a:avLst/>
          </a:prstGeom>
          <a:noFill/>
          <a:ln>
            <a:noFill/>
          </a:ln>
        </p:spPr>
      </p:pic>
      <p:sp>
        <p:nvSpPr>
          <p:cNvPr id="259" name="Google Shape;259;p30"/>
          <p:cNvSpPr/>
          <p:nvPr/>
        </p:nvSpPr>
        <p:spPr>
          <a:xfrm>
            <a:off x="8245860"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60" name="Google Shape;260;p30"/>
          <p:cNvSpPr txBox="1"/>
          <p:nvPr>
            <p:ph type="title"/>
          </p:nvPr>
        </p:nvSpPr>
        <p:spPr>
          <a:xfrm>
            <a:off x="8524013"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61" name="Google Shape;261;p30"/>
          <p:cNvSpPr/>
          <p:nvPr/>
        </p:nvSpPr>
        <p:spPr>
          <a:xfrm>
            <a:off x="11964525" y="363530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62" name="Google Shape;262;p30"/>
          <p:cNvSpPr txBox="1"/>
          <p:nvPr>
            <p:ph idx="2" type="title"/>
          </p:nvPr>
        </p:nvSpPr>
        <p:spPr>
          <a:xfrm>
            <a:off x="12231826" y="4722027"/>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63" name="Google Shape;263;p30"/>
          <p:cNvSpPr/>
          <p:nvPr/>
        </p:nvSpPr>
        <p:spPr>
          <a:xfrm>
            <a:off x="1890287"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264" name="Google Shape;264;p30"/>
          <p:cNvSpPr/>
          <p:nvPr/>
        </p:nvSpPr>
        <p:spPr>
          <a:xfrm>
            <a:off x="9292463"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265" name="Google Shape;265;p30"/>
          <p:cNvSpPr/>
          <p:nvPr/>
        </p:nvSpPr>
        <p:spPr>
          <a:xfrm>
            <a:off x="13000276"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266" name="Google Shape;266;p30"/>
          <p:cNvSpPr/>
          <p:nvPr/>
        </p:nvSpPr>
        <p:spPr>
          <a:xfrm>
            <a:off x="5587138"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pic>
        <p:nvPicPr>
          <p:cNvPr descr="alt=&quot;&quot;" id="267" name="Google Shape;267;p30"/>
          <p:cNvPicPr preferRelativeResize="0"/>
          <p:nvPr/>
        </p:nvPicPr>
        <p:blipFill rotWithShape="1">
          <a:blip r:embed="rId2">
            <a:alphaModFix/>
          </a:blip>
          <a:srcRect b="0" l="0" r="0" t="0"/>
          <a:stretch/>
        </p:blipFill>
        <p:spPr>
          <a:xfrm rot="-519600">
            <a:off x="15671379" y="4601860"/>
            <a:ext cx="485211" cy="491419"/>
          </a:xfrm>
          <a:prstGeom prst="rect">
            <a:avLst/>
          </a:prstGeom>
          <a:noFill/>
          <a:ln>
            <a:noFill/>
          </a:ln>
        </p:spPr>
      </p:pic>
      <p:pic>
        <p:nvPicPr>
          <p:cNvPr descr="alt=&quot;&quot;" id="268" name="Google Shape;268;p30"/>
          <p:cNvPicPr preferRelativeResize="0"/>
          <p:nvPr/>
        </p:nvPicPr>
        <p:blipFill rotWithShape="1">
          <a:blip r:embed="rId2">
            <a:alphaModFix/>
          </a:blip>
          <a:srcRect b="0" l="0" r="0" t="0"/>
          <a:stretch/>
        </p:blipFill>
        <p:spPr>
          <a:xfrm rot="450588">
            <a:off x="16514704" y="4846289"/>
            <a:ext cx="189095" cy="191530"/>
          </a:xfrm>
          <a:prstGeom prst="rect">
            <a:avLst/>
          </a:prstGeom>
          <a:noFill/>
          <a:ln>
            <a:noFill/>
          </a:ln>
        </p:spPr>
      </p:pic>
      <p:pic>
        <p:nvPicPr>
          <p:cNvPr descr="alt=&quot;&quot;" id="269" name="Google Shape;269;p30"/>
          <p:cNvPicPr preferRelativeResize="0"/>
          <p:nvPr/>
        </p:nvPicPr>
        <p:blipFill rotWithShape="1">
          <a:blip r:embed="rId2">
            <a:alphaModFix/>
          </a:blip>
          <a:srcRect b="0" l="0" r="0" t="0"/>
          <a:stretch/>
        </p:blipFill>
        <p:spPr>
          <a:xfrm rot="450588">
            <a:off x="1180359" y="3247550"/>
            <a:ext cx="189095" cy="191530"/>
          </a:xfrm>
          <a:prstGeom prst="rect">
            <a:avLst/>
          </a:prstGeom>
          <a:noFill/>
          <a:ln>
            <a:noFill/>
          </a:ln>
        </p:spPr>
      </p:pic>
      <p:sp>
        <p:nvSpPr>
          <p:cNvPr id="270" name="Google Shape;270;p30"/>
          <p:cNvSpPr txBox="1"/>
          <p:nvPr>
            <p:ph idx="1" type="subTitle"/>
          </p:nvPr>
        </p:nvSpPr>
        <p:spPr>
          <a:xfrm>
            <a:off x="844721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1" name="Google Shape;271;p30"/>
          <p:cNvSpPr txBox="1"/>
          <p:nvPr>
            <p:ph idx="3" type="subTitle"/>
          </p:nvPr>
        </p:nvSpPr>
        <p:spPr>
          <a:xfrm>
            <a:off x="1215502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2" name="Google Shape;272;p30"/>
          <p:cNvSpPr txBox="1"/>
          <p:nvPr>
            <p:ph idx="4" type="title"/>
          </p:nvPr>
        </p:nvSpPr>
        <p:spPr>
          <a:xfrm>
            <a:off x="4818675"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73" name="Google Shape;273;p30"/>
          <p:cNvSpPr txBox="1"/>
          <p:nvPr>
            <p:ph idx="5" type="subTitle"/>
          </p:nvPr>
        </p:nvSpPr>
        <p:spPr>
          <a:xfrm>
            <a:off x="4741882"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4" name="Google Shape;274;p30"/>
          <p:cNvSpPr txBox="1"/>
          <p:nvPr>
            <p:ph idx="6" type="title"/>
          </p:nvPr>
        </p:nvSpPr>
        <p:spPr>
          <a:xfrm>
            <a:off x="1123064"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75" name="Google Shape;275;p30"/>
          <p:cNvSpPr txBox="1"/>
          <p:nvPr>
            <p:ph idx="7" type="subTitle"/>
          </p:nvPr>
        </p:nvSpPr>
        <p:spPr>
          <a:xfrm>
            <a:off x="1046275"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pic>
        <p:nvPicPr>
          <p:cNvPr descr="alt=&quot;&quot;" id="276" name="Google Shape;276;p30"/>
          <p:cNvPicPr preferRelativeResize="0"/>
          <p:nvPr/>
        </p:nvPicPr>
        <p:blipFill>
          <a:blip r:embed="rId5">
            <a:alphaModFix amt="60000"/>
          </a:blip>
          <a:stretch>
            <a:fillRect/>
          </a:stretch>
        </p:blipFill>
        <p:spPr>
          <a:xfrm>
            <a:off x="14354899" y="8743727"/>
            <a:ext cx="2857498" cy="1667169"/>
          </a:xfrm>
          <a:prstGeom prst="rect">
            <a:avLst/>
          </a:prstGeom>
          <a:noFill/>
          <a:ln>
            <a:noFill/>
          </a:ln>
        </p:spPr>
      </p:pic>
      <p:sp>
        <p:nvSpPr>
          <p:cNvPr id="277" name="Google Shape;277;p30"/>
          <p:cNvSpPr txBox="1"/>
          <p:nvPr>
            <p:ph idx="8"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8" name="Google Shape;278;p30"/>
          <p:cNvSpPr txBox="1"/>
          <p:nvPr>
            <p:ph idx="9"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79" name="Google Shape;279;p30"/>
          <p:cNvSpPr txBox="1"/>
          <p:nvPr>
            <p:ph idx="1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Blue">
  <p:cSld name="TITLE_1_1_1_1_1_1_1_1_1_1_1_1_1_1_1_1_1_1_1_1_1_1_1_1">
    <p:bg>
      <p:bgPr>
        <a:solidFill>
          <a:schemeClr val="accent6"/>
        </a:solidFill>
      </p:bgPr>
    </p:bg>
    <p:spTree>
      <p:nvGrpSpPr>
        <p:cNvPr id="280" name="Shape 280"/>
        <p:cNvGrpSpPr/>
        <p:nvPr/>
      </p:nvGrpSpPr>
      <p:grpSpPr>
        <a:xfrm>
          <a:off x="0" y="0"/>
          <a:ext cx="0" cy="0"/>
          <a:chOff x="0" y="0"/>
          <a:chExt cx="0" cy="0"/>
        </a:xfrm>
      </p:grpSpPr>
      <p:sp>
        <p:nvSpPr>
          <p:cNvPr id="281" name="Google Shape;281;p31"/>
          <p:cNvSpPr/>
          <p:nvPr/>
        </p:nvSpPr>
        <p:spPr>
          <a:xfrm>
            <a:off x="7641721"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2" name="Google Shape;282;p31"/>
          <p:cNvSpPr/>
          <p:nvPr/>
        </p:nvSpPr>
        <p:spPr>
          <a:xfrm>
            <a:off x="4249485"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3" name="Google Shape;283;p31"/>
          <p:cNvSpPr/>
          <p:nvPr/>
        </p:nvSpPr>
        <p:spPr>
          <a:xfrm>
            <a:off x="11033956"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4" name="Google Shape;284;p31"/>
          <p:cNvSpPr/>
          <p:nvPr/>
        </p:nvSpPr>
        <p:spPr>
          <a:xfrm>
            <a:off x="857250"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5" name="Google Shape;285;p31"/>
          <p:cNvSpPr/>
          <p:nvPr/>
        </p:nvSpPr>
        <p:spPr>
          <a:xfrm>
            <a:off x="14426175" y="2852550"/>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6" name="Google Shape;286;p3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87" name="Google Shape;287;p3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88" name="Google Shape;288;p31"/>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289" name="Google Shape;289;p31"/>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290" name="Google Shape;290;p31"/>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1" name="Google Shape;291;p31"/>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2" name="Google Shape;292;p31"/>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3" name="Google Shape;293;p31"/>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4" name="Google Shape;294;p31"/>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p:cSld name="TITLE_1_1_1_1_1_1_1_1_1_1_1_1_1_1_1_1_1_1_1_1_1_1_1_1_2_1">
    <p:bg>
      <p:bgPr>
        <a:solidFill>
          <a:srgbClr val="FFFEFE"/>
        </a:solidFill>
      </p:bgPr>
    </p:bg>
    <p:spTree>
      <p:nvGrpSpPr>
        <p:cNvPr id="295" name="Shape 295"/>
        <p:cNvGrpSpPr/>
        <p:nvPr/>
      </p:nvGrpSpPr>
      <p:grpSpPr>
        <a:xfrm>
          <a:off x="0" y="0"/>
          <a:ext cx="0" cy="0"/>
          <a:chOff x="0" y="0"/>
          <a:chExt cx="0" cy="0"/>
        </a:xfrm>
      </p:grpSpPr>
      <p:sp>
        <p:nvSpPr>
          <p:cNvPr id="296" name="Google Shape;296;p32"/>
          <p:cNvSpPr/>
          <p:nvPr/>
        </p:nvSpPr>
        <p:spPr>
          <a:xfrm>
            <a:off x="7641721"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7" name="Google Shape;297;p32"/>
          <p:cNvSpPr/>
          <p:nvPr/>
        </p:nvSpPr>
        <p:spPr>
          <a:xfrm>
            <a:off x="4249485"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8" name="Google Shape;298;p32"/>
          <p:cNvSpPr/>
          <p:nvPr/>
        </p:nvSpPr>
        <p:spPr>
          <a:xfrm>
            <a:off x="11033956"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9" name="Google Shape;299;p32"/>
          <p:cNvSpPr/>
          <p:nvPr/>
        </p:nvSpPr>
        <p:spPr>
          <a:xfrm>
            <a:off x="857250"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00" name="Google Shape;300;p32"/>
          <p:cNvSpPr/>
          <p:nvPr/>
        </p:nvSpPr>
        <p:spPr>
          <a:xfrm>
            <a:off x="14426175" y="2852550"/>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01" name="Google Shape;301;p3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02" name="Google Shape;302;p3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03" name="Google Shape;303;p32"/>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04" name="Google Shape;304;p3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05" name="Google Shape;305;p32"/>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6" name="Google Shape;306;p32"/>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7" name="Google Shape;307;p32"/>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8" name="Google Shape;308;p32"/>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9" name="Google Shape;309;p32"/>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p:cSld name="Basic_4_1_3_1_1_1_1_1_1_1_1_1_1_1_1_1_1_1_3_2_1_1_1_2">
    <p:bg>
      <p:bgPr>
        <a:solidFill>
          <a:schemeClr val="accent6"/>
        </a:solidFill>
      </p:bgPr>
    </p:bg>
    <p:spTree>
      <p:nvGrpSpPr>
        <p:cNvPr id="310" name="Shape 310"/>
        <p:cNvGrpSpPr/>
        <p:nvPr/>
      </p:nvGrpSpPr>
      <p:grpSpPr>
        <a:xfrm>
          <a:off x="0" y="0"/>
          <a:ext cx="0" cy="0"/>
          <a:chOff x="0" y="0"/>
          <a:chExt cx="0" cy="0"/>
        </a:xfrm>
      </p:grpSpPr>
      <p:sp>
        <p:nvSpPr>
          <p:cNvPr id="311" name="Google Shape;311;p33"/>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12" name="Google Shape;312;p33"/>
          <p:cNvSpPr/>
          <p:nvPr/>
        </p:nvSpPr>
        <p:spPr>
          <a:xfrm>
            <a:off x="9345709"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3" name="Google Shape;313;p33"/>
          <p:cNvSpPr/>
          <p:nvPr/>
        </p:nvSpPr>
        <p:spPr>
          <a:xfrm>
            <a:off x="5106355"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4" name="Google Shape;314;p33"/>
          <p:cNvSpPr/>
          <p:nvPr/>
        </p:nvSpPr>
        <p:spPr>
          <a:xfrm>
            <a:off x="13585063"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5" name="Google Shape;315;p33"/>
          <p:cNvSpPr/>
          <p:nvPr/>
        </p:nvSpPr>
        <p:spPr>
          <a:xfrm>
            <a:off x="867001"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6" name="Google Shape;316;p33"/>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7" name="Google Shape;317;p33"/>
          <p:cNvSpPr txBox="1"/>
          <p:nvPr>
            <p:ph type="title"/>
          </p:nvPr>
        </p:nvSpPr>
        <p:spPr>
          <a:xfrm>
            <a:off x="1138000"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18" name="Google Shape;318;p33"/>
          <p:cNvSpPr txBox="1"/>
          <p:nvPr>
            <p:ph idx="2" type="body"/>
          </p:nvPr>
        </p:nvSpPr>
        <p:spPr>
          <a:xfrm>
            <a:off x="11380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19" name="Google Shape;319;p33"/>
          <p:cNvSpPr txBox="1"/>
          <p:nvPr>
            <p:ph idx="3" type="title"/>
          </p:nvPr>
        </p:nvSpPr>
        <p:spPr>
          <a:xfrm>
            <a:off x="5377374"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0" name="Google Shape;320;p33"/>
          <p:cNvSpPr txBox="1"/>
          <p:nvPr>
            <p:ph idx="4" type="body"/>
          </p:nvPr>
        </p:nvSpPr>
        <p:spPr>
          <a:xfrm>
            <a:off x="5368437"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1" name="Google Shape;321;p33"/>
          <p:cNvSpPr txBox="1"/>
          <p:nvPr>
            <p:ph idx="5" type="title"/>
          </p:nvPr>
        </p:nvSpPr>
        <p:spPr>
          <a:xfrm>
            <a:off x="9616737"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2" name="Google Shape;322;p33"/>
          <p:cNvSpPr txBox="1"/>
          <p:nvPr>
            <p:ph idx="6" type="body"/>
          </p:nvPr>
        </p:nvSpPr>
        <p:spPr>
          <a:xfrm>
            <a:off x="9607799"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3" name="Google Shape;323;p33"/>
          <p:cNvSpPr txBox="1"/>
          <p:nvPr>
            <p:ph idx="7" type="title"/>
          </p:nvPr>
        </p:nvSpPr>
        <p:spPr>
          <a:xfrm>
            <a:off x="13831638"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4" name="Google Shape;324;p33"/>
          <p:cNvSpPr txBox="1"/>
          <p:nvPr>
            <p:ph idx="8" type="body"/>
          </p:nvPr>
        </p:nvSpPr>
        <p:spPr>
          <a:xfrm>
            <a:off x="138227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5" name="Google Shape;325;p33"/>
          <p:cNvSpPr txBox="1"/>
          <p:nvPr>
            <p:ph idx="9"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6" name="Google Shape;326;p33"/>
          <p:cNvSpPr txBox="1"/>
          <p:nvPr>
            <p:ph idx="13"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7" name="Google Shape;327;p33"/>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28" name="Google Shape;328;p3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p:cSld name="Basic_4_1_3_1_1_1_1_1_1_1_1_1_1_1_1_1_1_1_3_2_1_1_1_1_1">
    <p:bg>
      <p:bgPr>
        <a:solidFill>
          <a:schemeClr val="accent6"/>
        </a:solidFill>
      </p:bgPr>
    </p:bg>
    <p:spTree>
      <p:nvGrpSpPr>
        <p:cNvPr id="329" name="Shape 329"/>
        <p:cNvGrpSpPr/>
        <p:nvPr/>
      </p:nvGrpSpPr>
      <p:grpSpPr>
        <a:xfrm>
          <a:off x="0" y="0"/>
          <a:ext cx="0" cy="0"/>
          <a:chOff x="0" y="0"/>
          <a:chExt cx="0" cy="0"/>
        </a:xfrm>
      </p:grpSpPr>
      <p:sp>
        <p:nvSpPr>
          <p:cNvPr id="330" name="Google Shape;330;p34"/>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31" name="Google Shape;331;p34"/>
          <p:cNvSpPr/>
          <p:nvPr/>
        </p:nvSpPr>
        <p:spPr>
          <a:xfrm>
            <a:off x="12227453"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2" name="Google Shape;332;p34"/>
          <p:cNvSpPr/>
          <p:nvPr/>
        </p:nvSpPr>
        <p:spPr>
          <a:xfrm>
            <a:off x="881386"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3" name="Google Shape;333;p34"/>
          <p:cNvSpPr/>
          <p:nvPr/>
        </p:nvSpPr>
        <p:spPr>
          <a:xfrm>
            <a:off x="6554419"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4" name="Google Shape;334;p34"/>
          <p:cNvSpPr/>
          <p:nvPr/>
        </p:nvSpPr>
        <p:spPr>
          <a:xfrm>
            <a:off x="12210405"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5" name="Google Shape;335;p34"/>
          <p:cNvSpPr/>
          <p:nvPr/>
        </p:nvSpPr>
        <p:spPr>
          <a:xfrm>
            <a:off x="864338"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6" name="Google Shape;336;p34"/>
          <p:cNvSpPr/>
          <p:nvPr/>
        </p:nvSpPr>
        <p:spPr>
          <a:xfrm>
            <a:off x="6537371"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7" name="Google Shape;337;p34"/>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38" name="Google Shape;338;p34"/>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39" name="Google Shape;339;p34"/>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0" name="Google Shape;340;p34"/>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1" name="Google Shape;341;p34"/>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2" name="Google Shape;342;p34"/>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3" name="Google Shape;343;p34"/>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4" name="Google Shape;344;p34"/>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5" name="Google Shape;345;p34"/>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6" name="Google Shape;346;p34"/>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7" name="Google Shape;347;p34"/>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8" name="Google Shape;348;p34"/>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9" name="Google Shape;349;p34"/>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50" name="Google Shape;350;p3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mall Cards 1">
  <p:cSld name="TITLE_1_1_1_1_1_1_2_2_1">
    <p:bg>
      <p:bgPr>
        <a:solidFill>
          <a:schemeClr val="accent6"/>
        </a:solidFill>
      </p:bgPr>
    </p:bg>
    <p:spTree>
      <p:nvGrpSpPr>
        <p:cNvPr id="351" name="Shape 351"/>
        <p:cNvGrpSpPr/>
        <p:nvPr/>
      </p:nvGrpSpPr>
      <p:grpSpPr>
        <a:xfrm>
          <a:off x="0" y="0"/>
          <a:ext cx="0" cy="0"/>
          <a:chOff x="0" y="0"/>
          <a:chExt cx="0" cy="0"/>
        </a:xfrm>
      </p:grpSpPr>
      <p:sp>
        <p:nvSpPr>
          <p:cNvPr id="352" name="Google Shape;352;p3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pic>
        <p:nvPicPr>
          <p:cNvPr id="353" name="Google Shape;353;p35"/>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54" name="Google Shape;354;p35"/>
          <p:cNvSpPr/>
          <p:nvPr/>
        </p:nvSpPr>
        <p:spPr>
          <a:xfrm>
            <a:off x="9354675"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5" name="Google Shape;355;p35"/>
          <p:cNvSpPr/>
          <p:nvPr/>
        </p:nvSpPr>
        <p:spPr>
          <a:xfrm>
            <a:off x="9354675"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6" name="Google Shape;356;p35"/>
          <p:cNvSpPr/>
          <p:nvPr/>
        </p:nvSpPr>
        <p:spPr>
          <a:xfrm>
            <a:off x="9354675"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7" name="Google Shape;357;p35"/>
          <p:cNvSpPr/>
          <p:nvPr/>
        </p:nvSpPr>
        <p:spPr>
          <a:xfrm>
            <a:off x="857250"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8" name="Google Shape;358;p35"/>
          <p:cNvSpPr/>
          <p:nvPr/>
        </p:nvSpPr>
        <p:spPr>
          <a:xfrm>
            <a:off x="857250"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9" name="Google Shape;359;p35"/>
          <p:cNvSpPr/>
          <p:nvPr/>
        </p:nvSpPr>
        <p:spPr>
          <a:xfrm>
            <a:off x="857250"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60" name="Google Shape;360;p35"/>
          <p:cNvSpPr txBox="1"/>
          <p:nvPr>
            <p:ph idx="1"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1" name="Google Shape;361;p35"/>
          <p:cNvSpPr txBox="1"/>
          <p:nvPr>
            <p:ph idx="2" type="subTitle"/>
          </p:nvPr>
        </p:nvSpPr>
        <p:spPr>
          <a:xfrm>
            <a:off x="857250" y="1704975"/>
            <a:ext cx="151449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p:txBody>
      </p:sp>
      <p:sp>
        <p:nvSpPr>
          <p:cNvPr id="362" name="Google Shape;362;p35"/>
          <p:cNvSpPr txBox="1"/>
          <p:nvPr>
            <p:ph idx="3" type="body"/>
          </p:nvPr>
        </p:nvSpPr>
        <p:spPr>
          <a:xfrm>
            <a:off x="1110000"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3" name="Google Shape;363;p35"/>
          <p:cNvSpPr txBox="1"/>
          <p:nvPr>
            <p:ph idx="4" type="body"/>
          </p:nvPr>
        </p:nvSpPr>
        <p:spPr>
          <a:xfrm>
            <a:off x="9642675"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4" name="Google Shape;364;p35"/>
          <p:cNvSpPr txBox="1"/>
          <p:nvPr>
            <p:ph idx="5" type="body"/>
          </p:nvPr>
        </p:nvSpPr>
        <p:spPr>
          <a:xfrm>
            <a:off x="1110000"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5" name="Google Shape;365;p35"/>
          <p:cNvSpPr txBox="1"/>
          <p:nvPr>
            <p:ph idx="6" type="body"/>
          </p:nvPr>
        </p:nvSpPr>
        <p:spPr>
          <a:xfrm>
            <a:off x="9642675"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6" name="Google Shape;366;p35"/>
          <p:cNvSpPr txBox="1"/>
          <p:nvPr>
            <p:ph idx="7" type="body"/>
          </p:nvPr>
        </p:nvSpPr>
        <p:spPr>
          <a:xfrm>
            <a:off x="1110000"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7" name="Google Shape;367;p35"/>
          <p:cNvSpPr txBox="1"/>
          <p:nvPr>
            <p:ph idx="8" type="body"/>
          </p:nvPr>
        </p:nvSpPr>
        <p:spPr>
          <a:xfrm>
            <a:off x="9642675"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Next Steps - Blue">
  <p:cSld name="TITLE_1_1_1_1_1_1_4">
    <p:bg>
      <p:bgPr>
        <a:solidFill>
          <a:schemeClr val="accent6"/>
        </a:solidFill>
      </p:bgPr>
    </p:bg>
    <p:spTree>
      <p:nvGrpSpPr>
        <p:cNvPr id="368" name="Shape 368"/>
        <p:cNvGrpSpPr/>
        <p:nvPr/>
      </p:nvGrpSpPr>
      <p:grpSpPr>
        <a:xfrm>
          <a:off x="0" y="0"/>
          <a:ext cx="0" cy="0"/>
          <a:chOff x="0" y="0"/>
          <a:chExt cx="0" cy="0"/>
        </a:xfrm>
      </p:grpSpPr>
      <p:sp>
        <p:nvSpPr>
          <p:cNvPr id="369" name="Google Shape;369;p3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70" name="Google Shape;370;p3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1" name="Google Shape;371;p36"/>
          <p:cNvSpPr/>
          <p:nvPr/>
        </p:nvSpPr>
        <p:spPr>
          <a:xfrm>
            <a:off x="857250" y="21053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2" name="Google Shape;372;p36"/>
          <p:cNvSpPr/>
          <p:nvPr/>
        </p:nvSpPr>
        <p:spPr>
          <a:xfrm>
            <a:off x="857250" y="39140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3" name="Google Shape;373;p36"/>
          <p:cNvSpPr/>
          <p:nvPr/>
        </p:nvSpPr>
        <p:spPr>
          <a:xfrm>
            <a:off x="857250" y="57227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4" name="Google Shape;374;p36"/>
          <p:cNvSpPr/>
          <p:nvPr/>
        </p:nvSpPr>
        <p:spPr>
          <a:xfrm>
            <a:off x="857250" y="75314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5" name="Google Shape;375;p36"/>
          <p:cNvSpPr txBox="1"/>
          <p:nvPr>
            <p:ph idx="2" type="title"/>
          </p:nvPr>
        </p:nvSpPr>
        <p:spPr>
          <a:xfrm>
            <a:off x="2493675" y="217934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76" name="Google Shape;376;p36"/>
          <p:cNvSpPr txBox="1"/>
          <p:nvPr>
            <p:ph idx="1" type="body"/>
          </p:nvPr>
        </p:nvSpPr>
        <p:spPr>
          <a:xfrm>
            <a:off x="2493675" y="289464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77" name="Google Shape;377;p36"/>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8" name="Google Shape;378;p36"/>
          <p:cNvSpPr txBox="1"/>
          <p:nvPr>
            <p:ph idx="4" type="title"/>
          </p:nvPr>
        </p:nvSpPr>
        <p:spPr>
          <a:xfrm>
            <a:off x="2493675" y="39953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79" name="Google Shape;379;p36"/>
          <p:cNvSpPr txBox="1"/>
          <p:nvPr>
            <p:ph idx="5" type="body"/>
          </p:nvPr>
        </p:nvSpPr>
        <p:spPr>
          <a:xfrm>
            <a:off x="2493675" y="47106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80" name="Google Shape;380;p36"/>
          <p:cNvSpPr txBox="1"/>
          <p:nvPr>
            <p:ph idx="6" type="title"/>
          </p:nvPr>
        </p:nvSpPr>
        <p:spPr>
          <a:xfrm>
            <a:off x="2493675" y="582172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1" name="Google Shape;381;p36"/>
          <p:cNvSpPr txBox="1"/>
          <p:nvPr>
            <p:ph idx="7" type="body"/>
          </p:nvPr>
        </p:nvSpPr>
        <p:spPr>
          <a:xfrm>
            <a:off x="2493675" y="653702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82" name="Google Shape;382;p36"/>
          <p:cNvSpPr txBox="1"/>
          <p:nvPr>
            <p:ph idx="8" type="title"/>
          </p:nvPr>
        </p:nvSpPr>
        <p:spPr>
          <a:xfrm>
            <a:off x="2493675" y="76127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3" name="Google Shape;383;p36"/>
          <p:cNvSpPr txBox="1"/>
          <p:nvPr>
            <p:ph idx="9" type="body"/>
          </p:nvPr>
        </p:nvSpPr>
        <p:spPr>
          <a:xfrm>
            <a:off x="2493675" y="83280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Quote 1">
  <p:cSld name="TITLE_1_1_1_1_1_1_1_1_1_1_1_1_1_1_1_1_1_1_1_1_1_1_1_1_1_1">
    <p:bg>
      <p:bgPr>
        <a:gradFill>
          <a:gsLst>
            <a:gs pos="0">
              <a:srgbClr val="90D0FE"/>
            </a:gs>
            <a:gs pos="100000">
              <a:srgbClr val="EAF5FE"/>
            </a:gs>
          </a:gsLst>
          <a:lin ang="16198662" scaled="0"/>
        </a:gradFill>
      </p:bgPr>
    </p:bg>
    <p:spTree>
      <p:nvGrpSpPr>
        <p:cNvPr id="384" name="Shape 384"/>
        <p:cNvGrpSpPr/>
        <p:nvPr/>
      </p:nvGrpSpPr>
      <p:grpSpPr>
        <a:xfrm>
          <a:off x="0" y="0"/>
          <a:ext cx="0" cy="0"/>
          <a:chOff x="0" y="0"/>
          <a:chExt cx="0" cy="0"/>
        </a:xfrm>
      </p:grpSpPr>
      <p:pic>
        <p:nvPicPr>
          <p:cNvPr id="385" name="Google Shape;385;p37"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86" name="Google Shape;386;p37"/>
          <p:cNvSpPr/>
          <p:nvPr/>
        </p:nvSpPr>
        <p:spPr>
          <a:xfrm>
            <a:off x="857250" y="1732862"/>
            <a:ext cx="14910857" cy="6839424"/>
          </a:xfrm>
          <a:custGeom>
            <a:rect b="b" l="l" r="r" t="t"/>
            <a:pathLst>
              <a:path extrusionOk="0" h="21600" w="21539">
                <a:moveTo>
                  <a:pt x="0" y="902"/>
                </a:moveTo>
                <a:cubicBezTo>
                  <a:pt x="0" y="653"/>
                  <a:pt x="46" y="428"/>
                  <a:pt x="121" y="264"/>
                </a:cubicBezTo>
                <a:cubicBezTo>
                  <a:pt x="196" y="101"/>
                  <a:pt x="299" y="0"/>
                  <a:pt x="413" y="0"/>
                </a:cubicBezTo>
                <a:lnTo>
                  <a:pt x="21121" y="0"/>
                </a:lnTo>
                <a:cubicBezTo>
                  <a:pt x="21406" y="9"/>
                  <a:pt x="21600" y="619"/>
                  <a:pt x="21522" y="1216"/>
                </a:cubicBezTo>
                <a:cubicBezTo>
                  <a:pt x="21125" y="4240"/>
                  <a:pt x="20888" y="7447"/>
                  <a:pt x="20885" y="10771"/>
                </a:cubicBezTo>
                <a:cubicBezTo>
                  <a:pt x="20883" y="14116"/>
                  <a:pt x="21125" y="17341"/>
                  <a:pt x="21522" y="20384"/>
                </a:cubicBezTo>
                <a:cubicBezTo>
                  <a:pt x="21600" y="20981"/>
                  <a:pt x="21405" y="21590"/>
                  <a:pt x="21121" y="21600"/>
                </a:cubicBezTo>
                <a:lnTo>
                  <a:pt x="413" y="21600"/>
                </a:lnTo>
                <a:cubicBezTo>
                  <a:pt x="299" y="21600"/>
                  <a:pt x="196" y="21499"/>
                  <a:pt x="121" y="21336"/>
                </a:cubicBezTo>
                <a:cubicBezTo>
                  <a:pt x="46"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87" name="Google Shape;387;p37" title="Salesforce logo"/>
          <p:cNvPicPr preferRelativeResize="0"/>
          <p:nvPr/>
        </p:nvPicPr>
        <p:blipFill rotWithShape="1">
          <a:blip r:embed="rId3">
            <a:alphaModFix/>
          </a:blip>
          <a:srcRect b="0" l="0" r="0" t="0"/>
          <a:stretch/>
        </p:blipFill>
        <p:spPr>
          <a:xfrm>
            <a:off x="16549999" y="848190"/>
            <a:ext cx="953601" cy="667642"/>
          </a:xfrm>
          <a:prstGeom prst="rect">
            <a:avLst/>
          </a:prstGeom>
          <a:noFill/>
          <a:ln>
            <a:noFill/>
          </a:ln>
        </p:spPr>
      </p:pic>
      <p:sp>
        <p:nvSpPr>
          <p:cNvPr id="388" name="Google Shape;388;p37"/>
          <p:cNvSpPr txBox="1"/>
          <p:nvPr>
            <p:ph type="title"/>
          </p:nvPr>
        </p:nvSpPr>
        <p:spPr>
          <a:xfrm>
            <a:off x="1333500" y="2400300"/>
            <a:ext cx="13239900" cy="46671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grpSp>
        <p:nvGrpSpPr>
          <p:cNvPr id="389" name="Google Shape;389;p37"/>
          <p:cNvGrpSpPr/>
          <p:nvPr/>
        </p:nvGrpSpPr>
        <p:grpSpPr>
          <a:xfrm>
            <a:off x="1333500" y="997673"/>
            <a:ext cx="1278450" cy="1211850"/>
            <a:chOff x="0" y="0"/>
            <a:chExt cx="1704600" cy="1615800"/>
          </a:xfrm>
        </p:grpSpPr>
        <p:sp>
          <p:nvSpPr>
            <p:cNvPr id="390" name="Google Shape;390;p37"/>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1" name="Google Shape;391;p37"/>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2" name="Google Shape;392;p37"/>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393" name="Google Shape;393;p37"/>
          <p:cNvSpPr/>
          <p:nvPr/>
        </p:nvSpPr>
        <p:spPr>
          <a:xfrm>
            <a:off x="1566796"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394" name="Google Shape;394;p37" title="BE-MVP-Icon-Spark_Redux_V3_RIGHT_yellow.png"/>
          <p:cNvPicPr preferRelativeResize="0"/>
          <p:nvPr/>
        </p:nvPicPr>
        <p:blipFill rotWithShape="1">
          <a:blip r:embed="rId4">
            <a:alphaModFix/>
          </a:blip>
          <a:srcRect b="0" l="22394" r="8488" t="0"/>
          <a:stretch/>
        </p:blipFill>
        <p:spPr>
          <a:xfrm>
            <a:off x="-3475" y="2091850"/>
            <a:ext cx="603525" cy="931975"/>
          </a:xfrm>
          <a:prstGeom prst="rect">
            <a:avLst/>
          </a:prstGeom>
          <a:noFill/>
          <a:ln>
            <a:noFill/>
          </a:ln>
        </p:spPr>
      </p:pic>
      <p:pic>
        <p:nvPicPr>
          <p:cNvPr id="395" name="Google Shape;395;p37"/>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396" name="Google Shape;396;p37"/>
          <p:cNvSpPr txBox="1"/>
          <p:nvPr>
            <p:ph idx="1" type="subTitle"/>
          </p:nvPr>
        </p:nvSpPr>
        <p:spPr>
          <a:xfrm>
            <a:off x="1333500" y="7610475"/>
            <a:ext cx="13239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3000"/>
              <a:buNone/>
              <a:defRPr sz="3000"/>
            </a:lvl2pPr>
            <a:lvl3pPr lvl="2">
              <a:spcBef>
                <a:spcPts val="1800"/>
              </a:spcBef>
              <a:spcAft>
                <a:spcPts val="0"/>
              </a:spcAft>
              <a:buSzPts val="3000"/>
              <a:buNone/>
              <a:defRPr sz="3000"/>
            </a:lvl3pPr>
            <a:lvl4pPr lvl="3">
              <a:spcBef>
                <a:spcPts val="1800"/>
              </a:spcBef>
              <a:spcAft>
                <a:spcPts val="0"/>
              </a:spcAft>
              <a:buSzPts val="3000"/>
              <a:buNone/>
              <a:defRPr sz="3000"/>
            </a:lvl4pPr>
            <a:lvl5pPr lvl="4">
              <a:spcBef>
                <a:spcPts val="1800"/>
              </a:spcBef>
              <a:spcAft>
                <a:spcPts val="0"/>
              </a:spcAft>
              <a:buSzPts val="3000"/>
              <a:buNone/>
              <a:defRPr sz="3000"/>
            </a:lvl5pPr>
            <a:lvl6pPr lvl="5">
              <a:spcBef>
                <a:spcPts val="1800"/>
              </a:spcBef>
              <a:spcAft>
                <a:spcPts val="0"/>
              </a:spcAft>
              <a:buSzPts val="3000"/>
              <a:buNone/>
              <a:defRPr sz="3000"/>
            </a:lvl6pPr>
            <a:lvl7pPr lvl="6">
              <a:spcBef>
                <a:spcPts val="1800"/>
              </a:spcBef>
              <a:spcAft>
                <a:spcPts val="0"/>
              </a:spcAft>
              <a:buSzPts val="3000"/>
              <a:buNone/>
              <a:defRPr sz="3000"/>
            </a:lvl7pPr>
            <a:lvl8pPr lvl="7">
              <a:spcBef>
                <a:spcPts val="1800"/>
              </a:spcBef>
              <a:spcAft>
                <a:spcPts val="0"/>
              </a:spcAft>
              <a:buSzPts val="3000"/>
              <a:buNone/>
              <a:defRPr sz="3000"/>
            </a:lvl8pPr>
            <a:lvl9pPr lvl="8">
              <a:spcBef>
                <a:spcPts val="1800"/>
              </a:spcBef>
              <a:spcAft>
                <a:spcPts val="1800"/>
              </a:spcAft>
              <a:buSzPts val="3000"/>
              <a:buNone/>
              <a:defRPr sz="3000"/>
            </a:lvl9pPr>
          </a:lstStyle>
          <a:p/>
        </p:txBody>
      </p:sp>
      <p:pic>
        <p:nvPicPr>
          <p:cNvPr id="397" name="Google Shape;397;p37" title="BE-MVP-Icon-Spark_Redux_V3_STRAIGHT_yellow.png"/>
          <p:cNvPicPr preferRelativeResize="0"/>
          <p:nvPr/>
        </p:nvPicPr>
        <p:blipFill rotWithShape="1">
          <a:blip r:embed="rId6">
            <a:alphaModFix/>
          </a:blip>
          <a:srcRect b="2553" l="0" r="0" t="2553"/>
          <a:stretch/>
        </p:blipFill>
        <p:spPr>
          <a:xfrm rot="498582">
            <a:off x="13806739" y="8151217"/>
            <a:ext cx="966926" cy="979298"/>
          </a:xfrm>
          <a:prstGeom prst="rect">
            <a:avLst/>
          </a:prstGeom>
          <a:noFill/>
          <a:ln>
            <a:noFill/>
          </a:ln>
        </p:spPr>
      </p:pic>
      <p:pic>
        <p:nvPicPr>
          <p:cNvPr id="398" name="Google Shape;398;p37" title="BE-MVP-Icon-Spark_Redux_V3_LEFT_yellow.png"/>
          <p:cNvPicPr preferRelativeResize="0"/>
          <p:nvPr/>
        </p:nvPicPr>
        <p:blipFill rotWithShape="1">
          <a:blip r:embed="rId7">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p:cSld name="TITLE_1_1_1_1_1_1_1_1_1_1_1_1_1_1_1_1_1_1_1_1_1_1_1_1_1_1_1">
    <p:bg>
      <p:bgPr>
        <a:solidFill>
          <a:srgbClr val="CFE9FE"/>
        </a:solidFill>
      </p:bgPr>
    </p:bg>
    <p:spTree>
      <p:nvGrpSpPr>
        <p:cNvPr id="399" name="Shape 399"/>
        <p:cNvGrpSpPr/>
        <p:nvPr/>
      </p:nvGrpSpPr>
      <p:grpSpPr>
        <a:xfrm>
          <a:off x="0" y="0"/>
          <a:ext cx="0" cy="0"/>
          <a:chOff x="0" y="0"/>
          <a:chExt cx="0" cy="0"/>
        </a:xfrm>
      </p:grpSpPr>
      <p:pic>
        <p:nvPicPr>
          <p:cNvPr id="400" name="Google Shape;400;p3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1" name="Google Shape;401;p38"/>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pic>
        <p:nvPicPr>
          <p:cNvPr id="402" name="Google Shape;402;p38"/>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Statement 2">
  <p:cSld name="TITLE_1_1_1_1_1_1_1_1_1_1_1_1_1_1_1_1_1_1_1_1_1_1_1_1_1_1_1_1">
    <p:bg>
      <p:bgPr>
        <a:gradFill>
          <a:gsLst>
            <a:gs pos="0">
              <a:srgbClr val="90D0FE"/>
            </a:gs>
            <a:gs pos="100000">
              <a:srgbClr val="EAF5FE"/>
            </a:gs>
          </a:gsLst>
          <a:lin ang="16198662" scaled="0"/>
        </a:gradFill>
      </p:bgPr>
    </p:bg>
    <p:spTree>
      <p:nvGrpSpPr>
        <p:cNvPr id="403" name="Shape 403"/>
        <p:cNvGrpSpPr/>
        <p:nvPr/>
      </p:nvGrpSpPr>
      <p:grpSpPr>
        <a:xfrm>
          <a:off x="0" y="0"/>
          <a:ext cx="0" cy="0"/>
          <a:chOff x="0" y="0"/>
          <a:chExt cx="0" cy="0"/>
        </a:xfrm>
      </p:grpSpPr>
      <p:pic>
        <p:nvPicPr>
          <p:cNvPr id="404" name="Google Shape;404;p39"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5" name="Google Shape;405;p39"/>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6" name="Google Shape;406;p39"/>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7" name="Google Shape;407;p39"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8" name="Google Shape;408;p39"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9" name="Google Shape;409;p39"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10" name="Google Shape;410;p39"/>
          <p:cNvSpPr txBox="1"/>
          <p:nvPr>
            <p:ph type="title"/>
          </p:nvPr>
        </p:nvSpPr>
        <p:spPr>
          <a:xfrm>
            <a:off x="1333500" y="2314575"/>
            <a:ext cx="12954000" cy="47148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11" name="Google Shape;411;p39"/>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12" name="Google Shape;412;p39"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p:cSld name="TITLE_1_1_1_1_1_1_1_1_1_1_1_1_1_1_1_1_1_1_1_1_1_1_1_1_1_1_1_1_3">
    <p:bg>
      <p:bgPr>
        <a:solidFill>
          <a:srgbClr val="CFE9FE"/>
        </a:solidFill>
      </p:bgPr>
    </p:bg>
    <p:spTree>
      <p:nvGrpSpPr>
        <p:cNvPr id="413" name="Shape 413"/>
        <p:cNvGrpSpPr/>
        <p:nvPr/>
      </p:nvGrpSpPr>
      <p:grpSpPr>
        <a:xfrm>
          <a:off x="0" y="0"/>
          <a:ext cx="0" cy="0"/>
          <a:chOff x="0" y="0"/>
          <a:chExt cx="0" cy="0"/>
        </a:xfrm>
      </p:grpSpPr>
      <p:pic>
        <p:nvPicPr>
          <p:cNvPr id="414" name="Google Shape;414;p4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15" name="Google Shape;415;p40" title="Blue_shadow.png"/>
          <p:cNvPicPr preferRelativeResize="0"/>
          <p:nvPr/>
        </p:nvPicPr>
        <p:blipFill>
          <a:blip r:embed="rId3">
            <a:alphaModFix/>
          </a:blip>
          <a:stretch>
            <a:fillRect/>
          </a:stretch>
        </p:blipFill>
        <p:spPr>
          <a:xfrm>
            <a:off x="868675" y="8802925"/>
            <a:ext cx="14619324" cy="676275"/>
          </a:xfrm>
          <a:prstGeom prst="rect">
            <a:avLst/>
          </a:prstGeom>
          <a:noFill/>
          <a:ln>
            <a:noFill/>
          </a:ln>
        </p:spPr>
      </p:pic>
      <p:sp>
        <p:nvSpPr>
          <p:cNvPr id="416" name="Google Shape;416;p40"/>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17" name="Google Shape;417;p40"/>
          <p:cNvPicPr preferRelativeResize="0"/>
          <p:nvPr/>
        </p:nvPicPr>
        <p:blipFill>
          <a:blip r:embed="rId4">
            <a:alphaModFix/>
          </a:blip>
          <a:stretch>
            <a:fillRect/>
          </a:stretch>
        </p:blipFill>
        <p:spPr>
          <a:xfrm>
            <a:off x="16550000" y="848191"/>
            <a:ext cx="953599" cy="667523"/>
          </a:xfrm>
          <a:prstGeom prst="rect">
            <a:avLst/>
          </a:prstGeom>
          <a:noFill/>
          <a:ln>
            <a:noFill/>
          </a:ln>
        </p:spPr>
      </p:pic>
      <p:pic>
        <p:nvPicPr>
          <p:cNvPr id="418" name="Google Shape;418;p40" title="BE-MVP-Icon-Spark_Redux_V3_STRAIGHT_yellow.png"/>
          <p:cNvPicPr preferRelativeResize="0"/>
          <p:nvPr/>
        </p:nvPicPr>
        <p:blipFill rotWithShape="1">
          <a:blip r:embed="rId5">
            <a:alphaModFix/>
          </a:blip>
          <a:srcRect b="2553" l="0" r="0" t="2553"/>
          <a:stretch/>
        </p:blipFill>
        <p:spPr>
          <a:xfrm rot="498582">
            <a:off x="13806739" y="8151217"/>
            <a:ext cx="966926" cy="979298"/>
          </a:xfrm>
          <a:prstGeom prst="rect">
            <a:avLst/>
          </a:prstGeom>
          <a:noFill/>
          <a:ln>
            <a:noFill/>
          </a:ln>
        </p:spPr>
      </p:pic>
      <p:pic>
        <p:nvPicPr>
          <p:cNvPr id="419" name="Google Shape;419;p40" title="BE-MVP-Icon-Spark_Redux_V3_STRAIGHT_yellow.png"/>
          <p:cNvPicPr preferRelativeResize="0"/>
          <p:nvPr/>
        </p:nvPicPr>
        <p:blipFill rotWithShape="1">
          <a:blip r:embed="rId5">
            <a:alphaModFix/>
          </a:blip>
          <a:srcRect b="2553" l="0" r="0" t="2553"/>
          <a:stretch/>
        </p:blipFill>
        <p:spPr>
          <a:xfrm rot="-1459507">
            <a:off x="2495168" y="1072918"/>
            <a:ext cx="495528" cy="501868"/>
          </a:xfrm>
          <a:prstGeom prst="rect">
            <a:avLst/>
          </a:prstGeom>
          <a:noFill/>
          <a:ln>
            <a:noFill/>
          </a:ln>
        </p:spPr>
      </p:pic>
      <p:pic>
        <p:nvPicPr>
          <p:cNvPr id="420" name="Google Shape;420;p40" title="BE-MVP-Icon-Spark_Redux_V3_LEFT_yellow.png"/>
          <p:cNvPicPr preferRelativeResize="0"/>
          <p:nvPr/>
        </p:nvPicPr>
        <p:blipFill rotWithShape="1">
          <a:blip r:embed="rId6">
            <a:alphaModFix/>
          </a:blip>
          <a:srcRect b="2553" l="0" r="0" t="2553"/>
          <a:stretch/>
        </p:blipFill>
        <p:spPr>
          <a:xfrm rot="-1459490">
            <a:off x="1926380" y="1034195"/>
            <a:ext cx="248485" cy="251664"/>
          </a:xfrm>
          <a:prstGeom prst="rect">
            <a:avLst/>
          </a:prstGeom>
          <a:noFill/>
          <a:ln>
            <a:noFill/>
          </a:ln>
        </p:spPr>
      </p:pic>
      <p:sp>
        <p:nvSpPr>
          <p:cNvPr id="421" name="Google Shape;421;p40"/>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22" name="Google Shape;422;p40"/>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23" name="Google Shape;423;p40" title="BE-MVP-Icon-Spark_Redux_V3_LEFT_yellow.png"/>
          <p:cNvPicPr preferRelativeResize="0"/>
          <p:nvPr/>
        </p:nvPicPr>
        <p:blipFill rotWithShape="1">
          <a:blip r:embed="rId6">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1">
  <p:cSld name="TITLE_1_1_1_1_1_1_1_1_1_1_1_1_1_1_1_1_1_1_1_1_1_1_1_1_1_1_1_1_3_1">
    <p:bg>
      <p:bgPr>
        <a:solidFill>
          <a:srgbClr val="066AFE"/>
        </a:solidFill>
      </p:bgPr>
    </p:bg>
    <p:spTree>
      <p:nvGrpSpPr>
        <p:cNvPr id="424" name="Shape 424"/>
        <p:cNvGrpSpPr/>
        <p:nvPr/>
      </p:nvGrpSpPr>
      <p:grpSpPr>
        <a:xfrm>
          <a:off x="0" y="0"/>
          <a:ext cx="0" cy="0"/>
          <a:chOff x="0" y="0"/>
          <a:chExt cx="0" cy="0"/>
        </a:xfrm>
      </p:grpSpPr>
      <p:sp>
        <p:nvSpPr>
          <p:cNvPr id="425" name="Google Shape;425;p41"/>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26" name="Google Shape;426;p41"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pic>
        <p:nvPicPr>
          <p:cNvPr id="427" name="Google Shape;427;p41" title="BE-MVP-Icon-Spark_Redux_V3_STRAIGHT_yellow.png"/>
          <p:cNvPicPr preferRelativeResize="0"/>
          <p:nvPr/>
        </p:nvPicPr>
        <p:blipFill rotWithShape="1">
          <a:blip r:embed="rId3">
            <a:alphaModFix/>
          </a:blip>
          <a:srcRect b="2553" l="0" r="0" t="2553"/>
          <a:stretch/>
        </p:blipFill>
        <p:spPr>
          <a:xfrm rot="498582">
            <a:off x="13806739" y="8151217"/>
            <a:ext cx="966926" cy="979298"/>
          </a:xfrm>
          <a:prstGeom prst="rect">
            <a:avLst/>
          </a:prstGeom>
          <a:noFill/>
          <a:ln>
            <a:noFill/>
          </a:ln>
        </p:spPr>
      </p:pic>
      <p:pic>
        <p:nvPicPr>
          <p:cNvPr id="428" name="Google Shape;428;p41" title="BE-MVP-Icon-Spark_Redux_V3_STRAIGHT_yellow.png"/>
          <p:cNvPicPr preferRelativeResize="0"/>
          <p:nvPr/>
        </p:nvPicPr>
        <p:blipFill rotWithShape="1">
          <a:blip r:embed="rId3">
            <a:alphaModFix/>
          </a:blip>
          <a:srcRect b="2553" l="0" r="0" t="2553"/>
          <a:stretch/>
        </p:blipFill>
        <p:spPr>
          <a:xfrm rot="-1459507">
            <a:off x="2495168" y="1072918"/>
            <a:ext cx="495528" cy="501868"/>
          </a:xfrm>
          <a:prstGeom prst="rect">
            <a:avLst/>
          </a:prstGeom>
          <a:noFill/>
          <a:ln>
            <a:noFill/>
          </a:ln>
        </p:spPr>
      </p:pic>
      <p:pic>
        <p:nvPicPr>
          <p:cNvPr id="429" name="Google Shape;429;p41" title="BE-MVP-Icon-Spark_Redux_V3_LEFT_yellow.png"/>
          <p:cNvPicPr preferRelativeResize="0"/>
          <p:nvPr/>
        </p:nvPicPr>
        <p:blipFill rotWithShape="1">
          <a:blip r:embed="rId4">
            <a:alphaModFix/>
          </a:blip>
          <a:srcRect b="2553" l="0" r="0" t="2553"/>
          <a:stretch/>
        </p:blipFill>
        <p:spPr>
          <a:xfrm rot="-1459490">
            <a:off x="1926380" y="1034195"/>
            <a:ext cx="248485" cy="251664"/>
          </a:xfrm>
          <a:prstGeom prst="rect">
            <a:avLst/>
          </a:prstGeom>
          <a:noFill/>
          <a:ln>
            <a:noFill/>
          </a:ln>
        </p:spPr>
      </p:pic>
      <p:sp>
        <p:nvSpPr>
          <p:cNvPr id="430" name="Google Shape;430;p41"/>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31" name="Google Shape;431;p41"/>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32" name="Google Shape;432;p41" title="BE-MVP-Icon-Spark_Redux_V3_LEFT_yellow.png"/>
          <p:cNvPicPr preferRelativeResize="0"/>
          <p:nvPr/>
        </p:nvPicPr>
        <p:blipFill rotWithShape="1">
          <a:blip r:embed="rId4">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tatement 4">
  <p:cSld name="TITLE_1_1_1_1_1_1_1_1_1_1_1_1_1_1_1_1_1_1_1_1_1_1_1_1_1_1_1_1_2">
    <p:bg>
      <p:bgPr>
        <a:solidFill>
          <a:srgbClr val="CFE9FE"/>
        </a:solidFill>
      </p:bgPr>
    </p:bg>
    <p:spTree>
      <p:nvGrpSpPr>
        <p:cNvPr id="433" name="Shape 433"/>
        <p:cNvGrpSpPr/>
        <p:nvPr/>
      </p:nvGrpSpPr>
      <p:grpSpPr>
        <a:xfrm>
          <a:off x="0" y="0"/>
          <a:ext cx="0" cy="0"/>
          <a:chOff x="0" y="0"/>
          <a:chExt cx="0" cy="0"/>
        </a:xfrm>
      </p:grpSpPr>
      <p:pic>
        <p:nvPicPr>
          <p:cNvPr id="434" name="Google Shape;434;p42"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35" name="Google Shape;435;p42"/>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E0E5F8"/>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36" name="Google Shape;436;p42"/>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37" name="Google Shape;437;p42"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38" name="Google Shape;438;p42"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39" name="Google Shape;439;p42"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40" name="Google Shape;440;p42"/>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41" name="Google Shape;441;p42"/>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42" name="Google Shape;442;p42"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5">
  <p:cSld name="TITLE_1_1_1_1_1_1_1_1_1_1_1_1_1_1_1_1_1_1_1_1_1_1_1_1_1_1_1_1_2_1">
    <p:bg>
      <p:bgPr>
        <a:solidFill>
          <a:srgbClr val="CFE9FE"/>
        </a:solidFill>
      </p:bgPr>
    </p:bg>
    <p:spTree>
      <p:nvGrpSpPr>
        <p:cNvPr id="443" name="Shape 443"/>
        <p:cNvGrpSpPr/>
        <p:nvPr/>
      </p:nvGrpSpPr>
      <p:grpSpPr>
        <a:xfrm>
          <a:off x="0" y="0"/>
          <a:ext cx="0" cy="0"/>
          <a:chOff x="0" y="0"/>
          <a:chExt cx="0" cy="0"/>
        </a:xfrm>
      </p:grpSpPr>
      <p:pic>
        <p:nvPicPr>
          <p:cNvPr id="444" name="Google Shape;444;p43"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45" name="Google Shape;445;p43"/>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46" name="Google Shape;446;p43"/>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47" name="Google Shape;447;p43"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48" name="Google Shape;448;p43"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49" name="Google Shape;449;p43"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50" name="Google Shape;450;p43"/>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51" name="Google Shape;451;p43"/>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52" name="Google Shape;452;p43"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with data">
  <p:cSld name="TITLE_1_1_1_1_1_1_1_1_1_1_1_1_1_1_1_1_1_1_1_1_1_1_1_1_1_1_1_1_1_1_1">
    <p:bg>
      <p:bgPr>
        <a:solidFill>
          <a:schemeClr val="accent6"/>
        </a:solidFill>
      </p:bgPr>
    </p:bg>
    <p:spTree>
      <p:nvGrpSpPr>
        <p:cNvPr id="453" name="Shape 453"/>
        <p:cNvGrpSpPr/>
        <p:nvPr/>
      </p:nvGrpSpPr>
      <p:grpSpPr>
        <a:xfrm>
          <a:off x="0" y="0"/>
          <a:ext cx="0" cy="0"/>
          <a:chOff x="0" y="0"/>
          <a:chExt cx="0" cy="0"/>
        </a:xfrm>
      </p:grpSpPr>
      <p:sp>
        <p:nvSpPr>
          <p:cNvPr id="454" name="Google Shape;454;p44"/>
          <p:cNvSpPr/>
          <p:nvPr/>
        </p:nvSpPr>
        <p:spPr>
          <a:xfrm flipH="1">
            <a:off x="7899811" y="2002123"/>
            <a:ext cx="9512840" cy="6262064"/>
          </a:xfrm>
          <a:custGeom>
            <a:rect b="b" l="l" r="r" t="t"/>
            <a:pathLst>
              <a:path extrusionOk="0" h="21595" w="21496">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55" name="Google Shape;455;p44"/>
          <p:cNvSpPr txBox="1"/>
          <p:nvPr>
            <p:ph type="title"/>
          </p:nvPr>
        </p:nvSpPr>
        <p:spPr>
          <a:xfrm>
            <a:off x="8915400" y="2852738"/>
            <a:ext cx="7915200" cy="45624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pic>
        <p:nvPicPr>
          <p:cNvPr id="456" name="Google Shape;456;p4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8eddf9cd5d8993598fe8b721e932338b28a73d3f.png" id="457" name="Google Shape;457;p44"/>
          <p:cNvPicPr preferRelativeResize="0"/>
          <p:nvPr/>
        </p:nvPicPr>
        <p:blipFill rotWithShape="1">
          <a:blip r:embed="rId3">
            <a:alphaModFix/>
          </a:blip>
          <a:srcRect b="8927" l="8" r="20381" t="7173"/>
          <a:stretch/>
        </p:blipFill>
        <p:spPr>
          <a:xfrm rot="5969335">
            <a:off x="16935753" y="7113292"/>
            <a:ext cx="994791" cy="1048341"/>
          </a:xfrm>
          <a:custGeom>
            <a:rect b="b" l="l" r="r" t="t"/>
            <a:pathLst>
              <a:path extrusionOk="0" h="21600" w="2160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descr="8eddf9cd5d8993598fe8b721e932338b28a73d3f.png" id="458" name="Google Shape;458;p44"/>
          <p:cNvPicPr preferRelativeResize="0"/>
          <p:nvPr/>
        </p:nvPicPr>
        <p:blipFill rotWithShape="1">
          <a:blip r:embed="rId3">
            <a:alphaModFix/>
          </a:blip>
          <a:srcRect b="8957" l="24" r="20346" t="7179"/>
          <a:stretch/>
        </p:blipFill>
        <p:spPr>
          <a:xfrm>
            <a:off x="16951206" y="7806343"/>
            <a:ext cx="235494" cy="247914"/>
          </a:xfrm>
          <a:custGeom>
            <a:rect b="b" l="l" r="r" t="t"/>
            <a:pathLst>
              <a:path extrusionOk="0" h="21600" w="2160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descr="8eddf9cd5d8993598fe8b721e932338b28a73d3f.png" id="459" name="Google Shape;459;p44"/>
          <p:cNvPicPr preferRelativeResize="0"/>
          <p:nvPr/>
        </p:nvPicPr>
        <p:blipFill rotWithShape="1">
          <a:blip r:embed="rId3">
            <a:alphaModFix/>
          </a:blip>
          <a:srcRect b="8904" l="16" r="20354" t="7175"/>
          <a:stretch/>
        </p:blipFill>
        <p:spPr>
          <a:xfrm rot="-861880">
            <a:off x="17403210" y="8087609"/>
            <a:ext cx="436410" cy="459880"/>
          </a:xfrm>
          <a:custGeom>
            <a:rect b="b" l="l" r="r" t="t"/>
            <a:pathLst>
              <a:path extrusionOk="0" h="21600" w="2160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Statement quote">
  <p:cSld name="TITLE_1_1_1_1_1_1_1_1_1_1_1_1_1_1_1_1_1_1_1_1_1_1_1_1_1_1_1_1_1_1_1_1_1">
    <p:bg>
      <p:bgPr>
        <a:gradFill>
          <a:gsLst>
            <a:gs pos="0">
              <a:srgbClr val="90D0FE"/>
            </a:gs>
            <a:gs pos="100000">
              <a:srgbClr val="EAF5FE"/>
            </a:gs>
          </a:gsLst>
          <a:lin ang="16198662" scaled="0"/>
        </a:gradFill>
      </p:bgPr>
    </p:bg>
    <p:spTree>
      <p:nvGrpSpPr>
        <p:cNvPr id="460" name="Shape 460"/>
        <p:cNvGrpSpPr/>
        <p:nvPr/>
      </p:nvGrpSpPr>
      <p:grpSpPr>
        <a:xfrm>
          <a:off x="0" y="0"/>
          <a:ext cx="0" cy="0"/>
          <a:chOff x="0" y="0"/>
          <a:chExt cx="0" cy="0"/>
        </a:xfrm>
      </p:grpSpPr>
      <p:pic>
        <p:nvPicPr>
          <p:cNvPr id="461" name="Google Shape;461;p45"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62" name="Google Shape;462;p45"/>
          <p:cNvSpPr/>
          <p:nvPr/>
        </p:nvSpPr>
        <p:spPr>
          <a:xfrm>
            <a:off x="857250" y="1732862"/>
            <a:ext cx="12871065" cy="6839424"/>
          </a:xfrm>
          <a:custGeom>
            <a:rect b="b" l="l" r="r" t="t"/>
            <a:pathLst>
              <a:path extrusionOk="0" h="21600" w="2153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sp>
        <p:nvSpPr>
          <p:cNvPr id="463" name="Google Shape;463;p45"/>
          <p:cNvSpPr/>
          <p:nvPr/>
        </p:nvSpPr>
        <p:spPr>
          <a:xfrm>
            <a:off x="14279102" y="3684699"/>
            <a:ext cx="3130800" cy="2884800"/>
          </a:xfrm>
          <a:prstGeom prst="roundRect">
            <a:avLst>
              <a:gd fmla="val 9717" name="adj"/>
            </a:avLst>
          </a:prstGeom>
          <a:solidFill>
            <a:srgbClr val="FCC00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grpSp>
        <p:nvGrpSpPr>
          <p:cNvPr id="464" name="Google Shape;464;p45"/>
          <p:cNvGrpSpPr/>
          <p:nvPr/>
        </p:nvGrpSpPr>
        <p:grpSpPr>
          <a:xfrm>
            <a:off x="1333500" y="997673"/>
            <a:ext cx="1278450" cy="1211850"/>
            <a:chOff x="0" y="0"/>
            <a:chExt cx="1704600" cy="1615800"/>
          </a:xfrm>
        </p:grpSpPr>
        <p:sp>
          <p:nvSpPr>
            <p:cNvPr id="465" name="Google Shape;465;p45"/>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66" name="Google Shape;466;p45"/>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67" name="Google Shape;467;p45"/>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468" name="Google Shape;468;p45"/>
          <p:cNvSpPr/>
          <p:nvPr/>
        </p:nvSpPr>
        <p:spPr>
          <a:xfrm>
            <a:off x="1566863"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469" name="Google Shape;469;p4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70" name="Google Shape;470;p45"/>
          <p:cNvSpPr/>
          <p:nvPr>
            <p:ph idx="2" type="pic"/>
          </p:nvPr>
        </p:nvSpPr>
        <p:spPr>
          <a:xfrm>
            <a:off x="14278928" y="3684270"/>
            <a:ext cx="3130800" cy="2885100"/>
          </a:xfrm>
          <a:prstGeom prst="roundRect">
            <a:avLst>
              <a:gd fmla="val 9780" name="adj"/>
            </a:avLst>
          </a:prstGeom>
          <a:noFill/>
          <a:ln>
            <a:noFill/>
          </a:ln>
        </p:spPr>
      </p:sp>
      <p:sp>
        <p:nvSpPr>
          <p:cNvPr id="471" name="Google Shape;471;p45"/>
          <p:cNvSpPr txBox="1"/>
          <p:nvPr>
            <p:ph type="title"/>
          </p:nvPr>
        </p:nvSpPr>
        <p:spPr>
          <a:xfrm>
            <a:off x="1333500" y="2265063"/>
            <a:ext cx="10944300" cy="57750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2" name="Google Shape;472;p45"/>
          <p:cNvSpPr txBox="1"/>
          <p:nvPr>
            <p:ph idx="1" type="subTitle"/>
          </p:nvPr>
        </p:nvSpPr>
        <p:spPr>
          <a:xfrm>
            <a:off x="14406925" y="6985950"/>
            <a:ext cx="3022800" cy="1586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400"/>
              <a:buNone/>
              <a:defRPr b="1" sz="2400"/>
            </a:lvl1pPr>
            <a:lvl2pPr lvl="1">
              <a:spcBef>
                <a:spcPts val="0"/>
              </a:spcBef>
              <a:spcAft>
                <a:spcPts val="0"/>
              </a:spcAft>
              <a:buSzPts val="2400"/>
              <a:buNone/>
              <a:defRPr b="1" sz="2400"/>
            </a:lvl2pPr>
            <a:lvl3pPr lvl="2">
              <a:spcBef>
                <a:spcPts val="1800"/>
              </a:spcBef>
              <a:spcAft>
                <a:spcPts val="0"/>
              </a:spcAft>
              <a:buSzPts val="2400"/>
              <a:buNone/>
              <a:defRPr b="1"/>
            </a:lvl3pPr>
            <a:lvl4pPr lvl="3">
              <a:spcBef>
                <a:spcPts val="1800"/>
              </a:spcBef>
              <a:spcAft>
                <a:spcPts val="0"/>
              </a:spcAft>
              <a:buSzPts val="2400"/>
              <a:buNone/>
              <a:defRPr b="1" sz="2400"/>
            </a:lvl4pPr>
            <a:lvl5pPr lvl="4">
              <a:spcBef>
                <a:spcPts val="1800"/>
              </a:spcBef>
              <a:spcAft>
                <a:spcPts val="0"/>
              </a:spcAft>
              <a:buSzPts val="2400"/>
              <a:buNone/>
              <a:defRPr b="1" sz="2400"/>
            </a:lvl5pPr>
            <a:lvl6pPr lvl="5">
              <a:spcBef>
                <a:spcPts val="1800"/>
              </a:spcBef>
              <a:spcAft>
                <a:spcPts val="0"/>
              </a:spcAft>
              <a:buSzPts val="2400"/>
              <a:buNone/>
              <a:defRPr b="1" sz="2400"/>
            </a:lvl6pPr>
            <a:lvl7pPr lvl="6">
              <a:spcBef>
                <a:spcPts val="1800"/>
              </a:spcBef>
              <a:spcAft>
                <a:spcPts val="0"/>
              </a:spcAft>
              <a:buSzPts val="2400"/>
              <a:buNone/>
              <a:defRPr b="1" sz="2400"/>
            </a:lvl7pPr>
            <a:lvl8pPr lvl="7">
              <a:spcBef>
                <a:spcPts val="1800"/>
              </a:spcBef>
              <a:spcAft>
                <a:spcPts val="0"/>
              </a:spcAft>
              <a:buSzPts val="2400"/>
              <a:buNone/>
              <a:defRPr b="1" sz="2400"/>
            </a:lvl8pPr>
            <a:lvl9pPr lvl="8">
              <a:spcBef>
                <a:spcPts val="1800"/>
              </a:spcBef>
              <a:spcAft>
                <a:spcPts val="1800"/>
              </a:spcAft>
              <a:buSzPts val="2400"/>
              <a:buNone/>
              <a:defRPr b="1" sz="24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p:cSld name="TITLE_1_1_1_1_1_1_1_1_1_1_1_1_1_1_1_1_1_1_1_1_1_1_1_1_1_1_1_1_1_1_1_1_1_1">
    <p:bg>
      <p:bgPr>
        <a:solidFill>
          <a:schemeClr val="lt1"/>
        </a:solidFill>
      </p:bgPr>
    </p:bg>
    <p:spTree>
      <p:nvGrpSpPr>
        <p:cNvPr id="473" name="Shape 473"/>
        <p:cNvGrpSpPr/>
        <p:nvPr/>
      </p:nvGrpSpPr>
      <p:grpSpPr>
        <a:xfrm>
          <a:off x="0" y="0"/>
          <a:ext cx="0" cy="0"/>
          <a:chOff x="0" y="0"/>
          <a:chExt cx="0" cy="0"/>
        </a:xfrm>
      </p:grpSpPr>
      <p:pic>
        <p:nvPicPr>
          <p:cNvPr id="474" name="Google Shape;474;p4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75" name="Google Shape;475;p46"/>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76" name="Google Shape;476;p46"/>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77" name="Google Shape;477;p4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78" name="Google Shape;478;p46"/>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479" name="Google Shape;479;p46" title="BE-MVP-Icon-Spark_Redux_V3_RIGHT_yellow.png"/>
          <p:cNvPicPr preferRelativeResize="0"/>
          <p:nvPr/>
        </p:nvPicPr>
        <p:blipFill rotWithShape="1">
          <a:blip r:embed="rId4">
            <a:alphaModFix/>
          </a:blip>
          <a:srcRect b="8324" l="17671" r="9187" t="12399"/>
          <a:stretch/>
        </p:blipFill>
        <p:spPr>
          <a:xfrm rot="-9">
            <a:off x="1" y="6380114"/>
            <a:ext cx="1675026" cy="1937844"/>
          </a:xfrm>
          <a:prstGeom prst="rect">
            <a:avLst/>
          </a:prstGeom>
          <a:noFill/>
          <a:ln>
            <a:noFill/>
          </a:ln>
        </p:spPr>
      </p:pic>
      <p:sp>
        <p:nvSpPr>
          <p:cNvPr id="480" name="Google Shape;480;p46"/>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1" name="Google Shape;481;p46"/>
          <p:cNvSpPr/>
          <p:nvPr/>
        </p:nvSpPr>
        <p:spPr>
          <a:xfrm>
            <a:off x="4686089" y="5750894"/>
            <a:ext cx="1247700" cy="1247700"/>
          </a:xfrm>
          <a:prstGeom prst="roundRect">
            <a:avLst>
              <a:gd fmla="val 2326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2" name="Google Shape;482;p46"/>
          <p:cNvSpPr/>
          <p:nvPr/>
        </p:nvSpPr>
        <p:spPr>
          <a:xfrm>
            <a:off x="1722794" y="7255047"/>
            <a:ext cx="2704800" cy="435300"/>
          </a:xfrm>
          <a:prstGeom prst="roundRect">
            <a:avLst>
              <a:gd fmla="val 5000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3" name="Google Shape;483;p46"/>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84" name="Google Shape;484;p46"/>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85" name="Google Shape;485;p46"/>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6" name="Google Shape;486;p46"/>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7" name="Google Shape;487;p46"/>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8" name="Google Shape;488;p46"/>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9" name="Google Shape;489;p46"/>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pic>
        <p:nvPicPr>
          <p:cNvPr descr="Blue_single_sparkle.png" id="490" name="Google Shape;490;p46"/>
          <p:cNvPicPr preferRelativeResize="0"/>
          <p:nvPr/>
        </p:nvPicPr>
        <p:blipFill rotWithShape="1">
          <a:blip r:embed="rId5">
            <a:alphaModFix/>
          </a:blip>
          <a:srcRect b="0" l="0" r="0" t="0"/>
          <a:stretch/>
        </p:blipFill>
        <p:spPr>
          <a:xfrm>
            <a:off x="3461327" y="2946149"/>
            <a:ext cx="588381" cy="597300"/>
          </a:xfrm>
          <a:prstGeom prst="rect">
            <a:avLst/>
          </a:prstGeom>
          <a:noFill/>
          <a:ln>
            <a:noFill/>
          </a:ln>
        </p:spPr>
      </p:pic>
      <p:pic>
        <p:nvPicPr>
          <p:cNvPr id="491" name="Google Shape;491;p46" title="BE-MVP-Icon-Spark_Redux_V3_RIGHT_yellow.png"/>
          <p:cNvPicPr preferRelativeResize="0"/>
          <p:nvPr/>
        </p:nvPicPr>
        <p:blipFill rotWithShape="1">
          <a:blip r:embed="rId4">
            <a:alphaModFix/>
          </a:blip>
          <a:srcRect b="0" l="3866" r="3875" t="0"/>
          <a:stretch/>
        </p:blipFill>
        <p:spPr>
          <a:xfrm rot="-23">
            <a:off x="3034519" y="2797750"/>
            <a:ext cx="339582" cy="392849"/>
          </a:xfrm>
          <a:prstGeom prst="rect">
            <a:avLst/>
          </a:prstGeom>
          <a:noFill/>
          <a:ln>
            <a:noFill/>
          </a:ln>
        </p:spPr>
      </p:pic>
      <p:pic>
        <p:nvPicPr>
          <p:cNvPr descr="Blue_single_sparkle.png" id="492" name="Google Shape;492;p46"/>
          <p:cNvPicPr preferRelativeResize="0"/>
          <p:nvPr/>
        </p:nvPicPr>
        <p:blipFill rotWithShape="1">
          <a:blip r:embed="rId5">
            <a:alphaModFix/>
          </a:blip>
          <a:srcRect b="0" l="0" r="0" t="0"/>
          <a:stretch/>
        </p:blipFill>
        <p:spPr>
          <a:xfrm>
            <a:off x="2060343" y="6548591"/>
            <a:ext cx="295517" cy="300001"/>
          </a:xfrm>
          <a:prstGeom prst="rect">
            <a:avLst/>
          </a:prstGeom>
          <a:noFill/>
          <a:ln>
            <a:noFill/>
          </a:ln>
        </p:spPr>
      </p:pic>
      <p:sp>
        <p:nvSpPr>
          <p:cNvPr id="493" name="Google Shape;493;p46"/>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494" name="Google Shape;494;p46"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95" name="Google Shape;495;p46"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2">
  <p:cSld name="TITLE_1_1_1_1_1_1_1_1_1_1_1_1_1_1_1_1_1_1_1_1_1_1_1_1_1_1_1_1_1_1_1_1_1_1_2">
    <p:bg>
      <p:bgPr>
        <a:solidFill>
          <a:schemeClr val="lt1"/>
        </a:solidFill>
      </p:bgPr>
    </p:bg>
    <p:spTree>
      <p:nvGrpSpPr>
        <p:cNvPr id="496" name="Shape 496"/>
        <p:cNvGrpSpPr/>
        <p:nvPr/>
      </p:nvGrpSpPr>
      <p:grpSpPr>
        <a:xfrm>
          <a:off x="0" y="0"/>
          <a:ext cx="0" cy="0"/>
          <a:chOff x="0" y="0"/>
          <a:chExt cx="0" cy="0"/>
        </a:xfrm>
      </p:grpSpPr>
      <p:pic>
        <p:nvPicPr>
          <p:cNvPr id="497" name="Google Shape;497;p47"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98" name="Google Shape;498;p47"/>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99" name="Google Shape;499;p47"/>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00" name="Google Shape;500;p47"/>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01" name="Google Shape;501;p47"/>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02" name="Google Shape;502;p47"/>
          <p:cNvSpPr/>
          <p:nvPr/>
        </p:nvSpPr>
        <p:spPr>
          <a:xfrm>
            <a:off x="1722794" y="4293920"/>
            <a:ext cx="2704800" cy="2704800"/>
          </a:xfrm>
          <a:prstGeom prst="roundRect">
            <a:avLst>
              <a:gd fmla="val 988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3" name="Google Shape;503;p47"/>
          <p:cNvSpPr/>
          <p:nvPr/>
        </p:nvSpPr>
        <p:spPr>
          <a:xfrm>
            <a:off x="4686089" y="5750894"/>
            <a:ext cx="1247700" cy="1247700"/>
          </a:xfrm>
          <a:prstGeom prst="roundRect">
            <a:avLst>
              <a:gd fmla="val 2326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04" name="Google Shape;504;p47"/>
          <p:cNvSpPr/>
          <p:nvPr/>
        </p:nvSpPr>
        <p:spPr>
          <a:xfrm>
            <a:off x="1722794" y="7255047"/>
            <a:ext cx="2704800" cy="435300"/>
          </a:xfrm>
          <a:prstGeom prst="roundRect">
            <a:avLst>
              <a:gd fmla="val 5000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05" name="Google Shape;505;p47"/>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06" name="Google Shape;506;p47"/>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07" name="Google Shape;507;p47"/>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8" name="Google Shape;508;p47"/>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9" name="Google Shape;509;p47"/>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10" name="Google Shape;510;p47"/>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11" name="Google Shape;511;p47"/>
          <p:cNvSpPr/>
          <p:nvPr/>
        </p:nvSpPr>
        <p:spPr>
          <a:xfrm>
            <a:off x="1798820" y="7322727"/>
            <a:ext cx="1335900" cy="300000"/>
          </a:xfrm>
          <a:prstGeom prst="roundRect">
            <a:avLst>
              <a:gd fmla="val 50000" name="adj"/>
            </a:avLst>
          </a:pr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512" name="Google Shape;512;p47" title="Violet_single_sparkle.png"/>
          <p:cNvPicPr preferRelativeResize="0"/>
          <p:nvPr/>
        </p:nvPicPr>
        <p:blipFill>
          <a:blip r:embed="rId4">
            <a:alphaModFix/>
          </a:blip>
          <a:stretch>
            <a:fillRect/>
          </a:stretch>
        </p:blipFill>
        <p:spPr>
          <a:xfrm>
            <a:off x="3462900" y="2947315"/>
            <a:ext cx="585217" cy="594970"/>
          </a:xfrm>
          <a:prstGeom prst="rect">
            <a:avLst/>
          </a:prstGeom>
          <a:noFill/>
          <a:ln>
            <a:noFill/>
          </a:ln>
        </p:spPr>
      </p:pic>
      <p:pic>
        <p:nvPicPr>
          <p:cNvPr id="513" name="Google Shape;513;p47"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514" name="Google Shape;514;p47" title="Violet_single_sparkle.png"/>
          <p:cNvPicPr preferRelativeResize="0"/>
          <p:nvPr/>
        </p:nvPicPr>
        <p:blipFill>
          <a:blip r:embed="rId4">
            <a:alphaModFix/>
          </a:blip>
          <a:stretch>
            <a:fillRect/>
          </a:stretch>
        </p:blipFill>
        <p:spPr>
          <a:xfrm>
            <a:off x="2061800" y="6552290"/>
            <a:ext cx="292608" cy="292608"/>
          </a:xfrm>
          <a:prstGeom prst="rect">
            <a:avLst/>
          </a:prstGeom>
          <a:noFill/>
          <a:ln>
            <a:noFill/>
          </a:ln>
        </p:spPr>
      </p:pic>
      <p:sp>
        <p:nvSpPr>
          <p:cNvPr id="515" name="Google Shape;515;p47"/>
          <p:cNvSpPr/>
          <p:nvPr/>
        </p:nvSpPr>
        <p:spPr>
          <a:xfrm>
            <a:off x="1626825" y="3921950"/>
            <a:ext cx="1510500" cy="1510500"/>
          </a:xfrm>
          <a:prstGeom prst="ellipse">
            <a:avLst/>
          </a:prstGeom>
          <a:solidFill>
            <a:srgbClr val="FFFEFE"/>
          </a:solidFill>
          <a:ln>
            <a:noFill/>
          </a:ln>
          <a:effectLst>
            <a:outerShdw blurRad="457200" rotWithShape="0" dir="3900000" dist="523875">
              <a:srgbClr val="300B60">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16" name="Google Shape;516;p47"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517" name="Google Shape;517;p47"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518" name="Google Shape;518;p47"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3">
  <p:cSld name="TITLE_1_1_1_1_1_1_1_1_1_1_1_1_1_1_1_1_1_1_1_1_1_1_1_1_1_1_1_1_1_1_1_1_1_1_2_1">
    <p:bg>
      <p:bgPr>
        <a:solidFill>
          <a:schemeClr val="lt1"/>
        </a:solidFill>
      </p:bgPr>
    </p:bg>
    <p:spTree>
      <p:nvGrpSpPr>
        <p:cNvPr id="519" name="Shape 519"/>
        <p:cNvGrpSpPr/>
        <p:nvPr/>
      </p:nvGrpSpPr>
      <p:grpSpPr>
        <a:xfrm>
          <a:off x="0" y="0"/>
          <a:ext cx="0" cy="0"/>
          <a:chOff x="0" y="0"/>
          <a:chExt cx="0" cy="0"/>
        </a:xfrm>
      </p:grpSpPr>
      <p:pic>
        <p:nvPicPr>
          <p:cNvPr id="520" name="Google Shape;520;p48"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21" name="Google Shape;521;p48"/>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522" name="Google Shape;522;p48"/>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23" name="Google Shape;523;p48"/>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24" name="Google Shape;524;p48"/>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25" name="Google Shape;525;p48"/>
          <p:cNvSpPr/>
          <p:nvPr/>
        </p:nvSpPr>
        <p:spPr>
          <a:xfrm>
            <a:off x="1722794" y="4293920"/>
            <a:ext cx="2704800" cy="2704800"/>
          </a:xfrm>
          <a:prstGeom prst="roundRect">
            <a:avLst>
              <a:gd fmla="val 988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26" name="Google Shape;526;p48"/>
          <p:cNvSpPr/>
          <p:nvPr/>
        </p:nvSpPr>
        <p:spPr>
          <a:xfrm>
            <a:off x="4686089" y="5750894"/>
            <a:ext cx="1247700" cy="1247700"/>
          </a:xfrm>
          <a:prstGeom prst="roundRect">
            <a:avLst>
              <a:gd fmla="val 2326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27" name="Google Shape;527;p48"/>
          <p:cNvSpPr/>
          <p:nvPr/>
        </p:nvSpPr>
        <p:spPr>
          <a:xfrm>
            <a:off x="1722794" y="7255047"/>
            <a:ext cx="2704800" cy="435300"/>
          </a:xfrm>
          <a:prstGeom prst="roundRect">
            <a:avLst>
              <a:gd fmla="val 5000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28" name="Google Shape;528;p48"/>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29" name="Google Shape;529;p48"/>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30" name="Google Shape;530;p48"/>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1" name="Google Shape;531;p48"/>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2" name="Google Shape;532;p48"/>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3" name="Google Shape;533;p48"/>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4" name="Google Shape;534;p48"/>
          <p:cNvSpPr/>
          <p:nvPr/>
        </p:nvSpPr>
        <p:spPr>
          <a:xfrm>
            <a:off x="1798820" y="7322727"/>
            <a:ext cx="1335900" cy="300000"/>
          </a:xfrm>
          <a:prstGeom prst="roundRect">
            <a:avLst>
              <a:gd fmla="val 50000" name="adj"/>
            </a:avLst>
          </a:pr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535" name="Google Shape;535;p48" title="Teal_single_sparkle.png"/>
          <p:cNvPicPr preferRelativeResize="0"/>
          <p:nvPr/>
        </p:nvPicPr>
        <p:blipFill>
          <a:blip r:embed="rId4">
            <a:alphaModFix/>
          </a:blip>
          <a:stretch>
            <a:fillRect/>
          </a:stretch>
        </p:blipFill>
        <p:spPr>
          <a:xfrm>
            <a:off x="3462900" y="2947313"/>
            <a:ext cx="585217" cy="594970"/>
          </a:xfrm>
          <a:prstGeom prst="rect">
            <a:avLst/>
          </a:prstGeom>
          <a:noFill/>
          <a:ln>
            <a:noFill/>
          </a:ln>
        </p:spPr>
      </p:pic>
      <p:pic>
        <p:nvPicPr>
          <p:cNvPr id="536" name="Google Shape;536;p48"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537" name="Google Shape;537;p48" title="Teal_single_sparkle.png"/>
          <p:cNvPicPr preferRelativeResize="0"/>
          <p:nvPr/>
        </p:nvPicPr>
        <p:blipFill>
          <a:blip r:embed="rId4">
            <a:alphaModFix/>
          </a:blip>
          <a:stretch>
            <a:fillRect/>
          </a:stretch>
        </p:blipFill>
        <p:spPr>
          <a:xfrm>
            <a:off x="2061800" y="6552287"/>
            <a:ext cx="292608" cy="292608"/>
          </a:xfrm>
          <a:prstGeom prst="rect">
            <a:avLst/>
          </a:prstGeom>
          <a:noFill/>
          <a:ln>
            <a:noFill/>
          </a:ln>
        </p:spPr>
      </p:pic>
      <p:sp>
        <p:nvSpPr>
          <p:cNvPr id="538" name="Google Shape;538;p48"/>
          <p:cNvSpPr/>
          <p:nvPr/>
        </p:nvSpPr>
        <p:spPr>
          <a:xfrm>
            <a:off x="1626825" y="3921950"/>
            <a:ext cx="1510500" cy="1510500"/>
          </a:xfrm>
          <a:prstGeom prst="ellipse">
            <a:avLst/>
          </a:prstGeom>
          <a:solidFill>
            <a:srgbClr val="FFFEFE"/>
          </a:solidFill>
          <a:ln>
            <a:noFill/>
          </a:ln>
          <a:effectLst>
            <a:outerShdw blurRad="457200" rotWithShape="0" dir="3900000" dist="523875">
              <a:srgbClr val="07282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39" name="Google Shape;539;p48"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540" name="Google Shape;540;p48"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541" name="Google Shape;541;p48"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p:cSld name="TITLE_1_1_1_1_1_1_1_1_1_1_1_1_1_1_1_1_1_1_1_1_1_1_1_1_1_1_1_1_1_1_1_1_1_1_2_1_1">
    <p:bg>
      <p:bgPr>
        <a:gradFill>
          <a:gsLst>
            <a:gs pos="0">
              <a:srgbClr val="90D0FE"/>
            </a:gs>
            <a:gs pos="100000">
              <a:srgbClr val="EAF5FE"/>
            </a:gs>
          </a:gsLst>
          <a:lin ang="16198662" scaled="0"/>
        </a:gradFill>
      </p:bgPr>
    </p:bg>
    <p:spTree>
      <p:nvGrpSpPr>
        <p:cNvPr id="542" name="Shape 542"/>
        <p:cNvGrpSpPr/>
        <p:nvPr/>
      </p:nvGrpSpPr>
      <p:grpSpPr>
        <a:xfrm>
          <a:off x="0" y="0"/>
          <a:ext cx="0" cy="0"/>
          <a:chOff x="0" y="0"/>
          <a:chExt cx="0" cy="0"/>
        </a:xfrm>
      </p:grpSpPr>
      <p:pic>
        <p:nvPicPr>
          <p:cNvPr id="543" name="Google Shape;543;p49"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44" name="Google Shape;544;p49"/>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545" name="Google Shape;545;p49"/>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546" name="Google Shape;546;p49"/>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47" name="Google Shape;547;p49"/>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48" name="Google Shape;548;p49"/>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49" name="Google Shape;549;p49"/>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0" name="Google Shape;550;p49"/>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1" name="Google Shape;551;p49"/>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52" name="Google Shape;552;p49"/>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53" name="Google Shape;553;p49"/>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4" name="Google Shape;554;p49"/>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5" name="Google Shape;555;p49"/>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6" name="Google Shape;556;p49"/>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7" name="Google Shape;557;p49"/>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558" name="Google Shape;558;p49"/>
          <p:cNvPicPr preferRelativeResize="0"/>
          <p:nvPr/>
        </p:nvPicPr>
        <p:blipFill rotWithShape="1">
          <a:blip r:embed="rId4">
            <a:alphaModFix/>
          </a:blip>
          <a:srcRect b="0" l="0" r="0" t="0"/>
          <a:stretch/>
        </p:blipFill>
        <p:spPr>
          <a:xfrm>
            <a:off x="3461327" y="2946149"/>
            <a:ext cx="588381" cy="597300"/>
          </a:xfrm>
          <a:prstGeom prst="rect">
            <a:avLst/>
          </a:prstGeom>
          <a:noFill/>
          <a:ln>
            <a:noFill/>
          </a:ln>
        </p:spPr>
      </p:pic>
      <p:pic>
        <p:nvPicPr>
          <p:cNvPr descr="Blue_single_sparkle.png" id="559" name="Google Shape;559;p49"/>
          <p:cNvPicPr preferRelativeResize="0"/>
          <p:nvPr/>
        </p:nvPicPr>
        <p:blipFill rotWithShape="1">
          <a:blip r:embed="rId4">
            <a:alphaModFix/>
          </a:blip>
          <a:srcRect b="0" l="0" r="0" t="0"/>
          <a:stretch/>
        </p:blipFill>
        <p:spPr>
          <a:xfrm>
            <a:off x="2060343" y="6548591"/>
            <a:ext cx="295517" cy="300001"/>
          </a:xfrm>
          <a:prstGeom prst="rect">
            <a:avLst/>
          </a:prstGeom>
          <a:noFill/>
          <a:ln>
            <a:noFill/>
          </a:ln>
        </p:spPr>
      </p:pic>
      <p:sp>
        <p:nvSpPr>
          <p:cNvPr id="560" name="Google Shape;560;p49"/>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61" name="Google Shape;561;p49" title="Astro_sunglasses.png"/>
          <p:cNvPicPr preferRelativeResize="0"/>
          <p:nvPr/>
        </p:nvPicPr>
        <p:blipFill>
          <a:blip r:embed="rId5">
            <a:alphaModFix/>
          </a:blip>
          <a:stretch>
            <a:fillRect/>
          </a:stretch>
        </p:blipFill>
        <p:spPr>
          <a:xfrm flipH="1" rot="-536085">
            <a:off x="982563" y="3052767"/>
            <a:ext cx="2405274" cy="2610666"/>
          </a:xfrm>
          <a:prstGeom prst="rect">
            <a:avLst/>
          </a:prstGeom>
          <a:noFill/>
          <a:ln>
            <a:noFill/>
          </a:ln>
        </p:spPr>
      </p:pic>
      <p:pic>
        <p:nvPicPr>
          <p:cNvPr id="562" name="Google Shape;562;p49" title="Clapping_hands_emoji.png"/>
          <p:cNvPicPr preferRelativeResize="0"/>
          <p:nvPr/>
        </p:nvPicPr>
        <p:blipFill>
          <a:blip r:embed="rId6">
            <a:alphaModFix/>
          </a:blip>
          <a:stretch>
            <a:fillRect/>
          </a:stretch>
        </p:blipFill>
        <p:spPr>
          <a:xfrm>
            <a:off x="4846320" y="5230368"/>
            <a:ext cx="1042416" cy="1133856"/>
          </a:xfrm>
          <a:prstGeom prst="rect">
            <a:avLst/>
          </a:prstGeom>
          <a:noFill/>
          <a:ln>
            <a:noFill/>
          </a:ln>
        </p:spPr>
      </p:pic>
      <p:pic>
        <p:nvPicPr>
          <p:cNvPr id="563" name="Google Shape;563;p49" title="BE-MVP-Icon-Spark_Redux_V3_RIGHT_yellow.png"/>
          <p:cNvPicPr preferRelativeResize="0"/>
          <p:nvPr/>
        </p:nvPicPr>
        <p:blipFill rotWithShape="1">
          <a:blip r:embed="rId7">
            <a:alphaModFix/>
          </a:blip>
          <a:srcRect b="8324" l="17671" r="9187" t="12399"/>
          <a:stretch/>
        </p:blipFill>
        <p:spPr>
          <a:xfrm rot="-9">
            <a:off x="1" y="6380114"/>
            <a:ext cx="1675026" cy="1937844"/>
          </a:xfrm>
          <a:prstGeom prst="rect">
            <a:avLst/>
          </a:prstGeom>
          <a:noFill/>
          <a:ln>
            <a:noFill/>
          </a:ln>
        </p:spPr>
      </p:pic>
      <p:pic>
        <p:nvPicPr>
          <p:cNvPr id="564" name="Google Shape;564;p49" title="BE-MVP-Icon-Spark_Redux_V3_RIGHT_yellow.png"/>
          <p:cNvPicPr preferRelativeResize="0"/>
          <p:nvPr/>
        </p:nvPicPr>
        <p:blipFill rotWithShape="1">
          <a:blip r:embed="rId7">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5">
  <p:cSld name="TITLE_1_1_1_1_1_1_1_1_1_1_1_1_1_1_1_1_1_1_1_1_1_1_1_1_1_1_1_1_1_1_1_1_1_1_2_1_1_1">
    <p:bg>
      <p:bgPr>
        <a:gradFill>
          <a:gsLst>
            <a:gs pos="0">
              <a:srgbClr val="02A0FF"/>
            </a:gs>
            <a:gs pos="100000">
              <a:srgbClr val="066AFE"/>
            </a:gs>
          </a:gsLst>
          <a:lin ang="5400012" scaled="0"/>
        </a:gradFill>
      </p:bgPr>
    </p:bg>
    <p:spTree>
      <p:nvGrpSpPr>
        <p:cNvPr id="565" name="Shape 565"/>
        <p:cNvGrpSpPr/>
        <p:nvPr/>
      </p:nvGrpSpPr>
      <p:grpSpPr>
        <a:xfrm>
          <a:off x="0" y="0"/>
          <a:ext cx="0" cy="0"/>
          <a:chOff x="0" y="0"/>
          <a:chExt cx="0" cy="0"/>
        </a:xfrm>
      </p:grpSpPr>
      <p:sp>
        <p:nvSpPr>
          <p:cNvPr id="566" name="Google Shape;566;p50"/>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567" name="Google Shape;567;p50"/>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68" name="Google Shape;568;p50"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sp>
        <p:nvSpPr>
          <p:cNvPr id="569" name="Google Shape;569;p50"/>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70" name="Google Shape;570;p50"/>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1" name="Google Shape;571;p50"/>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2" name="Google Shape;572;p50"/>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3" name="Google Shape;573;p50"/>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74" name="Google Shape;574;p50"/>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75" name="Google Shape;575;p50"/>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6" name="Google Shape;576;p50"/>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7" name="Google Shape;577;p50"/>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8" name="Google Shape;578;p50"/>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9" name="Google Shape;579;p50"/>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580" name="Google Shape;580;p50"/>
          <p:cNvPicPr preferRelativeResize="0"/>
          <p:nvPr/>
        </p:nvPicPr>
        <p:blipFill rotWithShape="1">
          <a:blip r:embed="rId3">
            <a:alphaModFix/>
          </a:blip>
          <a:srcRect b="0" l="0" r="0" t="0"/>
          <a:stretch/>
        </p:blipFill>
        <p:spPr>
          <a:xfrm>
            <a:off x="3461327" y="2946149"/>
            <a:ext cx="588381" cy="597300"/>
          </a:xfrm>
          <a:prstGeom prst="rect">
            <a:avLst/>
          </a:prstGeom>
          <a:noFill/>
          <a:ln>
            <a:noFill/>
          </a:ln>
        </p:spPr>
      </p:pic>
      <p:pic>
        <p:nvPicPr>
          <p:cNvPr descr="Blue_single_sparkle.png" id="581" name="Google Shape;581;p50"/>
          <p:cNvPicPr preferRelativeResize="0"/>
          <p:nvPr/>
        </p:nvPicPr>
        <p:blipFill rotWithShape="1">
          <a:blip r:embed="rId3">
            <a:alphaModFix/>
          </a:blip>
          <a:srcRect b="0" l="0" r="0" t="0"/>
          <a:stretch/>
        </p:blipFill>
        <p:spPr>
          <a:xfrm>
            <a:off x="2060343" y="6548591"/>
            <a:ext cx="295517" cy="300001"/>
          </a:xfrm>
          <a:prstGeom prst="rect">
            <a:avLst/>
          </a:prstGeom>
          <a:noFill/>
          <a:ln>
            <a:noFill/>
          </a:ln>
        </p:spPr>
      </p:pic>
      <p:sp>
        <p:nvSpPr>
          <p:cNvPr id="582" name="Google Shape;582;p50"/>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83" name="Google Shape;583;p50" title="Astro_sunglasses.png"/>
          <p:cNvPicPr preferRelativeResize="0"/>
          <p:nvPr/>
        </p:nvPicPr>
        <p:blipFill>
          <a:blip r:embed="rId4">
            <a:alphaModFix/>
          </a:blip>
          <a:stretch>
            <a:fillRect/>
          </a:stretch>
        </p:blipFill>
        <p:spPr>
          <a:xfrm flipH="1" rot="-536085">
            <a:off x="982563" y="3052767"/>
            <a:ext cx="2405274" cy="2610666"/>
          </a:xfrm>
          <a:prstGeom prst="rect">
            <a:avLst/>
          </a:prstGeom>
          <a:noFill/>
          <a:ln>
            <a:noFill/>
          </a:ln>
        </p:spPr>
      </p:pic>
      <p:pic>
        <p:nvPicPr>
          <p:cNvPr id="584" name="Google Shape;584;p50"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585" name="Google Shape;585;p50" title="BE-MVP-Icon-Spark_Redux_V3_RIGHT_yellow.png"/>
          <p:cNvPicPr preferRelativeResize="0"/>
          <p:nvPr/>
        </p:nvPicPr>
        <p:blipFill rotWithShape="1">
          <a:blip r:embed="rId6">
            <a:alphaModFix/>
          </a:blip>
          <a:srcRect b="8324" l="17671" r="9187" t="12399"/>
          <a:stretch/>
        </p:blipFill>
        <p:spPr>
          <a:xfrm rot="-9">
            <a:off x="1" y="6380114"/>
            <a:ext cx="1675026" cy="1937844"/>
          </a:xfrm>
          <a:prstGeom prst="rect">
            <a:avLst/>
          </a:prstGeom>
          <a:noFill/>
          <a:ln>
            <a:noFill/>
          </a:ln>
        </p:spPr>
      </p:pic>
      <p:pic>
        <p:nvPicPr>
          <p:cNvPr id="586" name="Google Shape;586;p50" title="BE-MVP-Icon-Spark_Redux_V3_RIGHT_yellow.png"/>
          <p:cNvPicPr preferRelativeResize="0"/>
          <p:nvPr/>
        </p:nvPicPr>
        <p:blipFill rotWithShape="1">
          <a:blip r:embed="rId6">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 Product feature 3">
  <p:cSld name="TITLE_1_1_1_1_1_1_1_1_1_1_1_1_1_1_1_1_1_1_1_1_1_1_1_1_1_1_1_1_1_1_1_1_1_1_1_1_1_1">
    <p:bg>
      <p:bgPr>
        <a:solidFill>
          <a:schemeClr val="accent6"/>
        </a:solidFill>
      </p:bgPr>
    </p:bg>
    <p:spTree>
      <p:nvGrpSpPr>
        <p:cNvPr id="587" name="Shape 587"/>
        <p:cNvGrpSpPr/>
        <p:nvPr/>
      </p:nvGrpSpPr>
      <p:grpSpPr>
        <a:xfrm>
          <a:off x="0" y="0"/>
          <a:ext cx="0" cy="0"/>
          <a:chOff x="0" y="0"/>
          <a:chExt cx="0" cy="0"/>
        </a:xfrm>
      </p:grpSpPr>
      <p:sp>
        <p:nvSpPr>
          <p:cNvPr id="588" name="Google Shape;588;p51"/>
          <p:cNvSpPr txBox="1"/>
          <p:nvPr>
            <p:ph type="title"/>
          </p:nvPr>
        </p:nvSpPr>
        <p:spPr>
          <a:xfrm>
            <a:off x="857250" y="838200"/>
            <a:ext cx="7715100" cy="16308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89" name="Google Shape;589;p51"/>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590" name="Google Shape;590;p5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Photo - Three up">
  <p:cSld name="TITLE_1_1_1_1_1_1_1_1_1_1_1_1_1_1_1_1_1_1_1_1_1_1_1_1_1_1_1_1_1_1_1_1_1_1_1_1_1_1_1">
    <p:bg>
      <p:bgPr>
        <a:solidFill>
          <a:schemeClr val="accent6"/>
        </a:solidFill>
      </p:bgPr>
    </p:bg>
    <p:spTree>
      <p:nvGrpSpPr>
        <p:cNvPr id="591" name="Shape 591"/>
        <p:cNvGrpSpPr/>
        <p:nvPr/>
      </p:nvGrpSpPr>
      <p:grpSpPr>
        <a:xfrm>
          <a:off x="0" y="0"/>
          <a:ext cx="0" cy="0"/>
          <a:chOff x="0" y="0"/>
          <a:chExt cx="0" cy="0"/>
        </a:xfrm>
      </p:grpSpPr>
      <p:sp>
        <p:nvSpPr>
          <p:cNvPr id="592" name="Google Shape;592;p52"/>
          <p:cNvSpPr/>
          <p:nvPr/>
        </p:nvSpPr>
        <p:spPr>
          <a:xfrm>
            <a:off x="1133756"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3" name="Google Shape;593;p52"/>
          <p:cNvSpPr/>
          <p:nvPr/>
        </p:nvSpPr>
        <p:spPr>
          <a:xfrm>
            <a:off x="12713575"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4" name="Google Shape;594;p52"/>
          <p:cNvSpPr/>
          <p:nvPr/>
        </p:nvSpPr>
        <p:spPr>
          <a:xfrm>
            <a:off x="6923729"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5" name="Google Shape;595;p52"/>
          <p:cNvSpPr/>
          <p:nvPr>
            <p:ph idx="2" type="pic"/>
          </p:nvPr>
        </p:nvSpPr>
        <p:spPr>
          <a:xfrm>
            <a:off x="1132522" y="2890962"/>
            <a:ext cx="4442400" cy="4442400"/>
          </a:xfrm>
          <a:prstGeom prst="ellipse">
            <a:avLst/>
          </a:prstGeom>
          <a:noFill/>
          <a:ln>
            <a:noFill/>
          </a:ln>
        </p:spPr>
      </p:sp>
      <p:sp>
        <p:nvSpPr>
          <p:cNvPr id="596" name="Google Shape;596;p52"/>
          <p:cNvSpPr/>
          <p:nvPr>
            <p:ph idx="3" type="pic"/>
          </p:nvPr>
        </p:nvSpPr>
        <p:spPr>
          <a:xfrm>
            <a:off x="6922770" y="2890962"/>
            <a:ext cx="4442400" cy="4442400"/>
          </a:xfrm>
          <a:prstGeom prst="ellipse">
            <a:avLst/>
          </a:prstGeom>
          <a:noFill/>
          <a:ln>
            <a:noFill/>
          </a:ln>
        </p:spPr>
      </p:sp>
      <p:sp>
        <p:nvSpPr>
          <p:cNvPr id="597" name="Google Shape;597;p52"/>
          <p:cNvSpPr/>
          <p:nvPr>
            <p:ph idx="4" type="pic"/>
          </p:nvPr>
        </p:nvSpPr>
        <p:spPr>
          <a:xfrm>
            <a:off x="12713017" y="2890962"/>
            <a:ext cx="4442400" cy="4442400"/>
          </a:xfrm>
          <a:prstGeom prst="ellipse">
            <a:avLst/>
          </a:prstGeom>
          <a:noFill/>
          <a:ln>
            <a:noFill/>
          </a:ln>
        </p:spPr>
      </p:sp>
      <p:sp>
        <p:nvSpPr>
          <p:cNvPr id="598" name="Google Shape;598;p52"/>
          <p:cNvSpPr txBox="1"/>
          <p:nvPr>
            <p:ph idx="1" type="body"/>
          </p:nvPr>
        </p:nvSpPr>
        <p:spPr>
          <a:xfrm>
            <a:off x="6526530"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599" name="Google Shape;599;p52"/>
          <p:cNvSpPr txBox="1"/>
          <p:nvPr>
            <p:ph idx="5" type="body"/>
          </p:nvPr>
        </p:nvSpPr>
        <p:spPr>
          <a:xfrm>
            <a:off x="736282"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00" name="Google Shape;600;p52"/>
          <p:cNvSpPr txBox="1"/>
          <p:nvPr>
            <p:ph idx="6" type="body"/>
          </p:nvPr>
        </p:nvSpPr>
        <p:spPr>
          <a:xfrm>
            <a:off x="12316778"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01" name="Google Shape;601;p5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602" name="Google Shape;602;p5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03" name="Google Shape;603;p52"/>
          <p:cNvSpPr txBox="1"/>
          <p:nvPr>
            <p:ph idx="7"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604" name="Google Shape;604;p52" title="BE-MVP-Icon-Spark_Redux_V3_STRAIGHT_cloudBlue.png"/>
          <p:cNvPicPr preferRelativeResize="0"/>
          <p:nvPr/>
        </p:nvPicPr>
        <p:blipFill>
          <a:blip r:embed="rId3">
            <a:alphaModFix/>
          </a:blip>
          <a:stretch>
            <a:fillRect/>
          </a:stretch>
        </p:blipFill>
        <p:spPr>
          <a:xfrm>
            <a:off x="16729175" y="6782950"/>
            <a:ext cx="426150" cy="454600"/>
          </a:xfrm>
          <a:prstGeom prst="rect">
            <a:avLst/>
          </a:prstGeom>
          <a:noFill/>
          <a:ln>
            <a:noFill/>
          </a:ln>
        </p:spPr>
      </p:pic>
      <p:pic>
        <p:nvPicPr>
          <p:cNvPr id="605" name="Google Shape;605;p52" title="BE-MVP-Icon-Spark_Redux_V3_RIGHT_cloudBlue.png"/>
          <p:cNvPicPr preferRelativeResize="0"/>
          <p:nvPr/>
        </p:nvPicPr>
        <p:blipFill>
          <a:blip r:embed="rId4">
            <a:alphaModFix/>
          </a:blip>
          <a:stretch>
            <a:fillRect/>
          </a:stretch>
        </p:blipFill>
        <p:spPr>
          <a:xfrm flipH="1">
            <a:off x="6144050" y="6172325"/>
            <a:ext cx="1285450" cy="1371349"/>
          </a:xfrm>
          <a:prstGeom prst="rect">
            <a:avLst/>
          </a:prstGeom>
          <a:noFill/>
          <a:ln>
            <a:noFill/>
          </a:ln>
        </p:spPr>
      </p:pic>
      <p:pic>
        <p:nvPicPr>
          <p:cNvPr id="606" name="Google Shape;606;p52" title="BE-MVP-Icon-Spark_Redux_V3_RIGHT_cloudBlue.png"/>
          <p:cNvPicPr preferRelativeResize="0"/>
          <p:nvPr/>
        </p:nvPicPr>
        <p:blipFill>
          <a:blip r:embed="rId4">
            <a:alphaModFix/>
          </a:blip>
          <a:stretch>
            <a:fillRect/>
          </a:stretch>
        </p:blipFill>
        <p:spPr>
          <a:xfrm>
            <a:off x="12198998" y="3194726"/>
            <a:ext cx="874700" cy="933175"/>
          </a:xfrm>
          <a:prstGeom prst="rect">
            <a:avLst/>
          </a:prstGeom>
          <a:noFill/>
          <a:ln>
            <a:noFill/>
          </a:ln>
        </p:spPr>
      </p:pic>
      <p:pic>
        <p:nvPicPr>
          <p:cNvPr id="607" name="Google Shape;607;p52" title="BE-MVP-Icon-Spark_Redux_V3_STRAIGHT_cloudBlue.png"/>
          <p:cNvPicPr preferRelativeResize="0"/>
          <p:nvPr/>
        </p:nvPicPr>
        <p:blipFill>
          <a:blip r:embed="rId3">
            <a:alphaModFix/>
          </a:blip>
          <a:stretch>
            <a:fillRect/>
          </a:stretch>
        </p:blipFill>
        <p:spPr>
          <a:xfrm>
            <a:off x="11445800" y="5845350"/>
            <a:ext cx="426150" cy="454600"/>
          </a:xfrm>
          <a:prstGeom prst="rect">
            <a:avLst/>
          </a:prstGeom>
          <a:noFill/>
          <a:ln>
            <a:noFill/>
          </a:ln>
        </p:spPr>
      </p:pic>
      <p:pic>
        <p:nvPicPr>
          <p:cNvPr id="608" name="Google Shape;608;p52" title="BE-MVP-Icon-Spark_Redux_V3_STRAIGHT_cloudBlue.png"/>
          <p:cNvPicPr preferRelativeResize="0"/>
          <p:nvPr/>
        </p:nvPicPr>
        <p:blipFill>
          <a:blip r:embed="rId3">
            <a:alphaModFix/>
          </a:blip>
          <a:stretch>
            <a:fillRect/>
          </a:stretch>
        </p:blipFill>
        <p:spPr>
          <a:xfrm>
            <a:off x="968300" y="6589500"/>
            <a:ext cx="426150" cy="454600"/>
          </a:xfrm>
          <a:prstGeom prst="rect">
            <a:avLst/>
          </a:prstGeom>
          <a:noFill/>
          <a:ln>
            <a:noFill/>
          </a:ln>
        </p:spPr>
      </p:pic>
      <p:pic>
        <p:nvPicPr>
          <p:cNvPr id="609" name="Google Shape;609;p52" title="BE-MVP-Icon-Spark_Redux_V3_STRAIGHT_cloudBlue.png"/>
          <p:cNvPicPr preferRelativeResize="0"/>
          <p:nvPr/>
        </p:nvPicPr>
        <p:blipFill>
          <a:blip r:embed="rId3">
            <a:alphaModFix/>
          </a:blip>
          <a:stretch>
            <a:fillRect/>
          </a:stretch>
        </p:blipFill>
        <p:spPr>
          <a:xfrm>
            <a:off x="10849625" y="2945300"/>
            <a:ext cx="338550" cy="36115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Photo - Four up">
  <p:cSld name="TITLE_1_1_1_1_1_1_1_1_1_1_1_1_1_1_1_1_1_1_1_1_1_1_1_1_1_1_1_1_1_1_1_1_1_1_1_1_1_1_1_1">
    <p:bg>
      <p:bgPr>
        <a:solidFill>
          <a:schemeClr val="accent6"/>
        </a:solidFill>
      </p:bgPr>
    </p:bg>
    <p:spTree>
      <p:nvGrpSpPr>
        <p:cNvPr id="610" name="Shape 610"/>
        <p:cNvGrpSpPr/>
        <p:nvPr/>
      </p:nvGrpSpPr>
      <p:grpSpPr>
        <a:xfrm>
          <a:off x="0" y="0"/>
          <a:ext cx="0" cy="0"/>
          <a:chOff x="0" y="0"/>
          <a:chExt cx="0" cy="0"/>
        </a:xfrm>
      </p:grpSpPr>
      <p:sp>
        <p:nvSpPr>
          <p:cNvPr id="611" name="Google Shape;611;p53"/>
          <p:cNvSpPr/>
          <p:nvPr/>
        </p:nvSpPr>
        <p:spPr>
          <a:xfrm>
            <a:off x="9438323"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2" name="Google Shape;612;p53"/>
          <p:cNvSpPr/>
          <p:nvPr/>
        </p:nvSpPr>
        <p:spPr>
          <a:xfrm>
            <a:off x="5135880"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3" name="Google Shape;613;p53"/>
          <p:cNvSpPr/>
          <p:nvPr/>
        </p:nvSpPr>
        <p:spPr>
          <a:xfrm>
            <a:off x="13726478"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4" name="Google Shape;614;p53"/>
          <p:cNvSpPr/>
          <p:nvPr/>
        </p:nvSpPr>
        <p:spPr>
          <a:xfrm>
            <a:off x="860310" y="3332529"/>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5" name="Google Shape;615;p53"/>
          <p:cNvSpPr/>
          <p:nvPr>
            <p:ph idx="2" type="pic"/>
          </p:nvPr>
        </p:nvSpPr>
        <p:spPr>
          <a:xfrm>
            <a:off x="860108" y="3332187"/>
            <a:ext cx="3712800" cy="3712800"/>
          </a:xfrm>
          <a:prstGeom prst="ellipse">
            <a:avLst/>
          </a:prstGeom>
          <a:noFill/>
          <a:ln>
            <a:noFill/>
          </a:ln>
        </p:spPr>
      </p:sp>
      <p:sp>
        <p:nvSpPr>
          <p:cNvPr id="616" name="Google Shape;616;p53"/>
          <p:cNvSpPr/>
          <p:nvPr>
            <p:ph idx="3" type="pic"/>
          </p:nvPr>
        </p:nvSpPr>
        <p:spPr>
          <a:xfrm>
            <a:off x="5136833" y="3332187"/>
            <a:ext cx="3712800" cy="3712800"/>
          </a:xfrm>
          <a:prstGeom prst="ellipse">
            <a:avLst/>
          </a:prstGeom>
          <a:noFill/>
          <a:ln>
            <a:noFill/>
          </a:ln>
        </p:spPr>
      </p:sp>
      <p:sp>
        <p:nvSpPr>
          <p:cNvPr id="617" name="Google Shape;617;p53"/>
          <p:cNvSpPr/>
          <p:nvPr>
            <p:ph idx="4" type="pic"/>
          </p:nvPr>
        </p:nvSpPr>
        <p:spPr>
          <a:xfrm>
            <a:off x="9438323" y="3332187"/>
            <a:ext cx="3712800" cy="3712800"/>
          </a:xfrm>
          <a:prstGeom prst="ellipse">
            <a:avLst/>
          </a:prstGeom>
          <a:noFill/>
          <a:ln>
            <a:noFill/>
          </a:ln>
        </p:spPr>
      </p:sp>
      <p:sp>
        <p:nvSpPr>
          <p:cNvPr id="618" name="Google Shape;618;p53"/>
          <p:cNvSpPr/>
          <p:nvPr>
            <p:ph idx="5" type="pic"/>
          </p:nvPr>
        </p:nvSpPr>
        <p:spPr>
          <a:xfrm>
            <a:off x="13726478" y="3332187"/>
            <a:ext cx="3712800" cy="3712800"/>
          </a:xfrm>
          <a:prstGeom prst="ellipse">
            <a:avLst/>
          </a:prstGeom>
          <a:noFill/>
          <a:ln>
            <a:noFill/>
          </a:ln>
        </p:spPr>
      </p:sp>
      <p:sp>
        <p:nvSpPr>
          <p:cNvPr id="619" name="Google Shape;619;p53"/>
          <p:cNvSpPr txBox="1"/>
          <p:nvPr>
            <p:ph idx="1" type="body"/>
          </p:nvPr>
        </p:nvSpPr>
        <p:spPr>
          <a:xfrm>
            <a:off x="860100" y="7578168"/>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0" name="Google Shape;620;p53"/>
          <p:cNvSpPr txBox="1"/>
          <p:nvPr>
            <p:ph idx="6" type="body"/>
          </p:nvPr>
        </p:nvSpPr>
        <p:spPr>
          <a:xfrm>
            <a:off x="513588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1" name="Google Shape;621;p53"/>
          <p:cNvSpPr txBox="1"/>
          <p:nvPr>
            <p:ph idx="7" type="body"/>
          </p:nvPr>
        </p:nvSpPr>
        <p:spPr>
          <a:xfrm>
            <a:off x="943737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2" name="Google Shape;622;p53"/>
          <p:cNvSpPr txBox="1"/>
          <p:nvPr>
            <p:ph idx="8" type="body"/>
          </p:nvPr>
        </p:nvSpPr>
        <p:spPr>
          <a:xfrm>
            <a:off x="13725525"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23" name="Google Shape;623;p5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624" name="Google Shape;624;p53"/>
          <p:cNvPicPr preferRelativeResize="0"/>
          <p:nvPr/>
        </p:nvPicPr>
        <p:blipFill rotWithShape="1">
          <a:blip r:embed="rId3">
            <a:alphaModFix/>
          </a:blip>
          <a:srcRect b="0" l="0" r="0" t="0"/>
          <a:stretch/>
        </p:blipFill>
        <p:spPr>
          <a:xfrm rot="-3849352">
            <a:off x="3063532" y="2801694"/>
            <a:ext cx="506675" cy="514351"/>
          </a:xfrm>
          <a:prstGeom prst="rect">
            <a:avLst/>
          </a:prstGeom>
          <a:noFill/>
          <a:ln>
            <a:noFill/>
          </a:ln>
        </p:spPr>
      </p:pic>
      <p:pic>
        <p:nvPicPr>
          <p:cNvPr descr="Blue_single_sparkle.png" id="625" name="Google Shape;625;p53"/>
          <p:cNvPicPr preferRelativeResize="0"/>
          <p:nvPr/>
        </p:nvPicPr>
        <p:blipFill rotWithShape="1">
          <a:blip r:embed="rId3">
            <a:alphaModFix/>
          </a:blip>
          <a:srcRect b="0" l="0" r="0" t="0"/>
          <a:stretch/>
        </p:blipFill>
        <p:spPr>
          <a:xfrm>
            <a:off x="4011106" y="3446653"/>
            <a:ext cx="291386" cy="295801"/>
          </a:xfrm>
          <a:prstGeom prst="rect">
            <a:avLst/>
          </a:prstGeom>
          <a:noFill/>
          <a:ln>
            <a:noFill/>
          </a:ln>
        </p:spPr>
      </p:pic>
      <p:pic>
        <p:nvPicPr>
          <p:cNvPr descr="Blue_single_sparkle.png" id="626" name="Google Shape;626;p53"/>
          <p:cNvPicPr preferRelativeResize="0"/>
          <p:nvPr/>
        </p:nvPicPr>
        <p:blipFill rotWithShape="1">
          <a:blip r:embed="rId3">
            <a:alphaModFix/>
          </a:blip>
          <a:srcRect b="0" l="0" r="0" t="0"/>
          <a:stretch/>
        </p:blipFill>
        <p:spPr>
          <a:xfrm>
            <a:off x="12066344" y="3082713"/>
            <a:ext cx="291386" cy="295801"/>
          </a:xfrm>
          <a:prstGeom prst="rect">
            <a:avLst/>
          </a:prstGeom>
          <a:noFill/>
          <a:ln>
            <a:noFill/>
          </a:ln>
        </p:spPr>
      </p:pic>
      <p:pic>
        <p:nvPicPr>
          <p:cNvPr descr="Blue_single_sparkle.png" id="627" name="Google Shape;627;p53"/>
          <p:cNvPicPr preferRelativeResize="0"/>
          <p:nvPr/>
        </p:nvPicPr>
        <p:blipFill rotWithShape="1">
          <a:blip r:embed="rId3">
            <a:alphaModFix/>
          </a:blip>
          <a:srcRect b="0" l="0" r="0" t="0"/>
          <a:stretch/>
        </p:blipFill>
        <p:spPr>
          <a:xfrm>
            <a:off x="13850154" y="2963842"/>
            <a:ext cx="656940" cy="666893"/>
          </a:xfrm>
          <a:prstGeom prst="rect">
            <a:avLst/>
          </a:prstGeom>
          <a:noFill/>
          <a:ln>
            <a:noFill/>
          </a:ln>
        </p:spPr>
      </p:pic>
      <p:pic>
        <p:nvPicPr>
          <p:cNvPr descr="Blue_single_sparkle.png" id="628" name="Google Shape;628;p53"/>
          <p:cNvPicPr preferRelativeResize="0"/>
          <p:nvPr/>
        </p:nvPicPr>
        <p:blipFill rotWithShape="1">
          <a:blip r:embed="rId3">
            <a:alphaModFix/>
          </a:blip>
          <a:srcRect b="0" l="0" r="0" t="0"/>
          <a:stretch/>
        </p:blipFill>
        <p:spPr>
          <a:xfrm>
            <a:off x="6828458" y="2894305"/>
            <a:ext cx="291386" cy="295801"/>
          </a:xfrm>
          <a:prstGeom prst="rect">
            <a:avLst/>
          </a:prstGeom>
          <a:noFill/>
          <a:ln>
            <a:noFill/>
          </a:ln>
        </p:spPr>
      </p:pic>
      <p:pic>
        <p:nvPicPr>
          <p:cNvPr descr="Blue_single_sparkle.png" id="629" name="Google Shape;629;p53"/>
          <p:cNvPicPr preferRelativeResize="0"/>
          <p:nvPr/>
        </p:nvPicPr>
        <p:blipFill rotWithShape="1">
          <a:blip r:embed="rId3">
            <a:alphaModFix/>
          </a:blip>
          <a:srcRect b="0" l="0" r="0" t="0"/>
          <a:stretch/>
        </p:blipFill>
        <p:spPr>
          <a:xfrm>
            <a:off x="16762169" y="6870146"/>
            <a:ext cx="291386" cy="295801"/>
          </a:xfrm>
          <a:prstGeom prst="rect">
            <a:avLst/>
          </a:prstGeom>
          <a:noFill/>
          <a:ln>
            <a:noFill/>
          </a:ln>
        </p:spPr>
      </p:pic>
      <p:pic>
        <p:nvPicPr>
          <p:cNvPr descr="Blue_single_sparkle.png" id="630" name="Google Shape;630;p53"/>
          <p:cNvPicPr preferRelativeResize="0"/>
          <p:nvPr/>
        </p:nvPicPr>
        <p:blipFill rotWithShape="1">
          <a:blip r:embed="rId3">
            <a:alphaModFix/>
          </a:blip>
          <a:srcRect b="0" l="0" r="0" t="0"/>
          <a:stretch/>
        </p:blipFill>
        <p:spPr>
          <a:xfrm>
            <a:off x="1112594" y="6599530"/>
            <a:ext cx="291386" cy="295801"/>
          </a:xfrm>
          <a:prstGeom prst="rect">
            <a:avLst/>
          </a:prstGeom>
          <a:noFill/>
          <a:ln>
            <a:noFill/>
          </a:ln>
        </p:spPr>
      </p:pic>
      <p:pic>
        <p:nvPicPr>
          <p:cNvPr descr="Blue_single_sparkle.png" id="631" name="Google Shape;631;p53"/>
          <p:cNvPicPr preferRelativeResize="0"/>
          <p:nvPr/>
        </p:nvPicPr>
        <p:blipFill rotWithShape="1">
          <a:blip r:embed="rId3">
            <a:alphaModFix/>
          </a:blip>
          <a:srcRect b="0" l="0" r="0" t="0"/>
          <a:stretch/>
        </p:blipFill>
        <p:spPr>
          <a:xfrm>
            <a:off x="12798875" y="6259922"/>
            <a:ext cx="527289" cy="535279"/>
          </a:xfrm>
          <a:prstGeom prst="rect">
            <a:avLst/>
          </a:prstGeom>
          <a:noFill/>
          <a:ln>
            <a:noFill/>
          </a:ln>
        </p:spPr>
      </p:pic>
      <p:pic>
        <p:nvPicPr>
          <p:cNvPr descr="Blue_single_sparkle.png" id="632" name="Google Shape;632;p53"/>
          <p:cNvPicPr preferRelativeResize="0"/>
          <p:nvPr/>
        </p:nvPicPr>
        <p:blipFill rotWithShape="1">
          <a:blip r:embed="rId3">
            <a:alphaModFix/>
          </a:blip>
          <a:srcRect b="0" l="0" r="0" t="0"/>
          <a:stretch/>
        </p:blipFill>
        <p:spPr>
          <a:xfrm>
            <a:off x="4489508" y="6163488"/>
            <a:ext cx="291386" cy="295801"/>
          </a:xfrm>
          <a:prstGeom prst="rect">
            <a:avLst/>
          </a:prstGeom>
          <a:noFill/>
          <a:ln>
            <a:noFill/>
          </a:ln>
        </p:spPr>
      </p:pic>
      <p:sp>
        <p:nvSpPr>
          <p:cNvPr id="633" name="Google Shape;633;p5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34" name="Google Shape;634;p53"/>
          <p:cNvSpPr txBox="1"/>
          <p:nvPr>
            <p:ph idx="9"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Photo - Five up">
  <p:cSld name="TITLE_1_1_1_1_1_1_1_1_1_1_1_1_1_1_1_1_1_1_1_1_1_1_1_1_1_1_1_1_1_1_1_1_1_1_1_1_1_1_1_1_1">
    <p:bg>
      <p:bgPr>
        <a:solidFill>
          <a:schemeClr val="accent6"/>
        </a:solidFill>
      </p:bgPr>
    </p:bg>
    <p:spTree>
      <p:nvGrpSpPr>
        <p:cNvPr id="635" name="Shape 635"/>
        <p:cNvGrpSpPr/>
        <p:nvPr/>
      </p:nvGrpSpPr>
      <p:grpSpPr>
        <a:xfrm>
          <a:off x="0" y="0"/>
          <a:ext cx="0" cy="0"/>
          <a:chOff x="0" y="0"/>
          <a:chExt cx="0" cy="0"/>
        </a:xfrm>
      </p:grpSpPr>
      <p:sp>
        <p:nvSpPr>
          <p:cNvPr id="636" name="Google Shape;636;p54"/>
          <p:cNvSpPr/>
          <p:nvPr/>
        </p:nvSpPr>
        <p:spPr>
          <a:xfrm>
            <a:off x="860310"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7" name="Google Shape;637;p54"/>
          <p:cNvSpPr/>
          <p:nvPr/>
        </p:nvSpPr>
        <p:spPr>
          <a:xfrm>
            <a:off x="7732061"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8" name="Google Shape;638;p54"/>
          <p:cNvSpPr/>
          <p:nvPr/>
        </p:nvSpPr>
        <p:spPr>
          <a:xfrm>
            <a:off x="4296185"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9" name="Google Shape;639;p54"/>
          <p:cNvSpPr/>
          <p:nvPr/>
        </p:nvSpPr>
        <p:spPr>
          <a:xfrm>
            <a:off x="11167937"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40" name="Google Shape;640;p54"/>
          <p:cNvSpPr/>
          <p:nvPr/>
        </p:nvSpPr>
        <p:spPr>
          <a:xfrm>
            <a:off x="14603813"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41" name="Google Shape;641;p54"/>
          <p:cNvSpPr/>
          <p:nvPr>
            <p:ph idx="2" type="pic"/>
          </p:nvPr>
        </p:nvSpPr>
        <p:spPr>
          <a:xfrm>
            <a:off x="859508" y="4125844"/>
            <a:ext cx="2857500" cy="2857500"/>
          </a:xfrm>
          <a:prstGeom prst="ellipse">
            <a:avLst/>
          </a:prstGeom>
          <a:noFill/>
          <a:ln>
            <a:noFill/>
          </a:ln>
        </p:spPr>
      </p:sp>
      <p:sp>
        <p:nvSpPr>
          <p:cNvPr id="642" name="Google Shape;642;p54"/>
          <p:cNvSpPr/>
          <p:nvPr>
            <p:ph idx="3" type="pic"/>
          </p:nvPr>
        </p:nvSpPr>
        <p:spPr>
          <a:xfrm>
            <a:off x="4295775" y="4125844"/>
            <a:ext cx="2857500" cy="2857500"/>
          </a:xfrm>
          <a:prstGeom prst="ellipse">
            <a:avLst/>
          </a:prstGeom>
          <a:noFill/>
          <a:ln>
            <a:noFill/>
          </a:ln>
        </p:spPr>
      </p:sp>
      <p:sp>
        <p:nvSpPr>
          <p:cNvPr id="643" name="Google Shape;643;p54"/>
          <p:cNvSpPr/>
          <p:nvPr>
            <p:ph idx="4" type="pic"/>
          </p:nvPr>
        </p:nvSpPr>
        <p:spPr>
          <a:xfrm>
            <a:off x="7732395" y="4125844"/>
            <a:ext cx="2857500" cy="2857500"/>
          </a:xfrm>
          <a:prstGeom prst="ellipse">
            <a:avLst/>
          </a:prstGeom>
          <a:noFill/>
          <a:ln>
            <a:noFill/>
          </a:ln>
        </p:spPr>
      </p:sp>
      <p:sp>
        <p:nvSpPr>
          <p:cNvPr id="644" name="Google Shape;644;p54"/>
          <p:cNvSpPr/>
          <p:nvPr>
            <p:ph idx="5" type="pic"/>
          </p:nvPr>
        </p:nvSpPr>
        <p:spPr>
          <a:xfrm>
            <a:off x="11168063" y="4125844"/>
            <a:ext cx="2857500" cy="2857500"/>
          </a:xfrm>
          <a:prstGeom prst="ellipse">
            <a:avLst/>
          </a:prstGeom>
          <a:noFill/>
          <a:ln>
            <a:noFill/>
          </a:ln>
        </p:spPr>
      </p:sp>
      <p:sp>
        <p:nvSpPr>
          <p:cNvPr id="645" name="Google Shape;645;p54"/>
          <p:cNvSpPr/>
          <p:nvPr>
            <p:ph idx="6" type="pic"/>
          </p:nvPr>
        </p:nvSpPr>
        <p:spPr>
          <a:xfrm>
            <a:off x="14603730" y="4125844"/>
            <a:ext cx="2857500" cy="2857500"/>
          </a:xfrm>
          <a:prstGeom prst="ellipse">
            <a:avLst/>
          </a:prstGeom>
          <a:noFill/>
          <a:ln>
            <a:noFill/>
          </a:ln>
        </p:spPr>
      </p:sp>
      <p:sp>
        <p:nvSpPr>
          <p:cNvPr id="646" name="Google Shape;646;p5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47" name="Google Shape;647;p5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648" name="Google Shape;648;p54"/>
          <p:cNvSpPr txBox="1"/>
          <p:nvPr>
            <p:ph idx="7" type="body"/>
          </p:nvPr>
        </p:nvSpPr>
        <p:spPr>
          <a:xfrm>
            <a:off x="940117"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49" name="Google Shape;649;p54"/>
          <p:cNvSpPr txBox="1"/>
          <p:nvPr>
            <p:ph idx="8" type="body"/>
          </p:nvPr>
        </p:nvSpPr>
        <p:spPr>
          <a:xfrm>
            <a:off x="43757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0" name="Google Shape;650;p54"/>
          <p:cNvSpPr txBox="1"/>
          <p:nvPr>
            <p:ph idx="9" type="body"/>
          </p:nvPr>
        </p:nvSpPr>
        <p:spPr>
          <a:xfrm>
            <a:off x="7795260"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1" name="Google Shape;651;p54"/>
          <p:cNvSpPr txBox="1"/>
          <p:nvPr>
            <p:ph idx="13" type="body"/>
          </p:nvPr>
        </p:nvSpPr>
        <p:spPr>
          <a:xfrm>
            <a:off x="11248073"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2" name="Google Shape;652;p54"/>
          <p:cNvSpPr txBox="1"/>
          <p:nvPr>
            <p:ph idx="14" type="body"/>
          </p:nvPr>
        </p:nvSpPr>
        <p:spPr>
          <a:xfrm>
            <a:off x="147008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53" name="Google Shape;653;p5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654" name="Google Shape;654;p54"/>
          <p:cNvPicPr preferRelativeResize="0"/>
          <p:nvPr/>
        </p:nvPicPr>
        <p:blipFill rotWithShape="1">
          <a:blip r:embed="rId3">
            <a:alphaModFix/>
          </a:blip>
          <a:srcRect b="0" l="0" r="0" t="0"/>
          <a:stretch/>
        </p:blipFill>
        <p:spPr>
          <a:xfrm>
            <a:off x="7540703" y="6482252"/>
            <a:ext cx="527290" cy="535279"/>
          </a:xfrm>
          <a:prstGeom prst="rect">
            <a:avLst/>
          </a:prstGeom>
          <a:noFill/>
          <a:ln>
            <a:noFill/>
          </a:ln>
        </p:spPr>
      </p:pic>
      <p:pic>
        <p:nvPicPr>
          <p:cNvPr descr="Blue_single_sparkle.png" id="655" name="Google Shape;655;p54"/>
          <p:cNvPicPr preferRelativeResize="0"/>
          <p:nvPr/>
        </p:nvPicPr>
        <p:blipFill rotWithShape="1">
          <a:blip r:embed="rId3">
            <a:alphaModFix/>
          </a:blip>
          <a:srcRect b="0" l="0" r="0" t="0"/>
          <a:stretch/>
        </p:blipFill>
        <p:spPr>
          <a:xfrm rot="-3849399">
            <a:off x="2813764" y="3588851"/>
            <a:ext cx="436697" cy="443304"/>
          </a:xfrm>
          <a:prstGeom prst="rect">
            <a:avLst/>
          </a:prstGeom>
          <a:noFill/>
          <a:ln>
            <a:noFill/>
          </a:ln>
        </p:spPr>
      </p:pic>
      <p:pic>
        <p:nvPicPr>
          <p:cNvPr descr="Blue_single_sparkle.png" id="656" name="Google Shape;656;p54"/>
          <p:cNvPicPr preferRelativeResize="0"/>
          <p:nvPr/>
        </p:nvPicPr>
        <p:blipFill rotWithShape="1">
          <a:blip r:embed="rId3">
            <a:alphaModFix/>
          </a:blip>
          <a:srcRect b="0" l="0" r="0" t="0"/>
          <a:stretch/>
        </p:blipFill>
        <p:spPr>
          <a:xfrm>
            <a:off x="3386925" y="4033309"/>
            <a:ext cx="250800" cy="254608"/>
          </a:xfrm>
          <a:prstGeom prst="rect">
            <a:avLst/>
          </a:prstGeom>
          <a:noFill/>
          <a:ln>
            <a:noFill/>
          </a:ln>
        </p:spPr>
      </p:pic>
      <p:pic>
        <p:nvPicPr>
          <p:cNvPr descr="Blue_single_sparkle.png" id="657" name="Google Shape;657;p54"/>
          <p:cNvPicPr preferRelativeResize="0"/>
          <p:nvPr/>
        </p:nvPicPr>
        <p:blipFill rotWithShape="1">
          <a:blip r:embed="rId3">
            <a:alphaModFix/>
          </a:blip>
          <a:srcRect b="0" l="0" r="0" t="0"/>
          <a:stretch/>
        </p:blipFill>
        <p:spPr>
          <a:xfrm>
            <a:off x="11475794" y="3841703"/>
            <a:ext cx="291386" cy="295801"/>
          </a:xfrm>
          <a:prstGeom prst="rect">
            <a:avLst/>
          </a:prstGeom>
          <a:noFill/>
          <a:ln>
            <a:noFill/>
          </a:ln>
        </p:spPr>
      </p:pic>
      <p:pic>
        <p:nvPicPr>
          <p:cNvPr descr="Blue_single_sparkle.png" id="658" name="Google Shape;658;p54"/>
          <p:cNvPicPr preferRelativeResize="0"/>
          <p:nvPr/>
        </p:nvPicPr>
        <p:blipFill rotWithShape="1">
          <a:blip r:embed="rId3">
            <a:alphaModFix/>
          </a:blip>
          <a:srcRect b="0" l="0" r="0" t="0"/>
          <a:stretch/>
        </p:blipFill>
        <p:spPr>
          <a:xfrm>
            <a:off x="8183724" y="3841703"/>
            <a:ext cx="291386" cy="295801"/>
          </a:xfrm>
          <a:prstGeom prst="rect">
            <a:avLst/>
          </a:prstGeom>
          <a:noFill/>
          <a:ln>
            <a:noFill/>
          </a:ln>
        </p:spPr>
      </p:pic>
      <p:pic>
        <p:nvPicPr>
          <p:cNvPr descr="Blue_single_sparkle.png" id="659" name="Google Shape;659;p54"/>
          <p:cNvPicPr preferRelativeResize="0"/>
          <p:nvPr/>
        </p:nvPicPr>
        <p:blipFill rotWithShape="1">
          <a:blip r:embed="rId3">
            <a:alphaModFix/>
          </a:blip>
          <a:srcRect b="0" l="0" r="0" t="0"/>
          <a:stretch/>
        </p:blipFill>
        <p:spPr>
          <a:xfrm>
            <a:off x="713584" y="6674265"/>
            <a:ext cx="291386" cy="295801"/>
          </a:xfrm>
          <a:prstGeom prst="rect">
            <a:avLst/>
          </a:prstGeom>
          <a:noFill/>
          <a:ln>
            <a:noFill/>
          </a:ln>
        </p:spPr>
      </p:pic>
      <p:pic>
        <p:nvPicPr>
          <p:cNvPr descr="Blue_single_sparkle.png" id="660" name="Google Shape;660;p54"/>
          <p:cNvPicPr preferRelativeResize="0"/>
          <p:nvPr/>
        </p:nvPicPr>
        <p:blipFill rotWithShape="1">
          <a:blip r:embed="rId3">
            <a:alphaModFix/>
          </a:blip>
          <a:srcRect b="0" l="0" r="0" t="0"/>
          <a:stretch/>
        </p:blipFill>
        <p:spPr>
          <a:xfrm>
            <a:off x="13836451" y="6483819"/>
            <a:ext cx="419625" cy="425992"/>
          </a:xfrm>
          <a:prstGeom prst="rect">
            <a:avLst/>
          </a:prstGeom>
          <a:noFill/>
          <a:ln>
            <a:noFill/>
          </a:ln>
        </p:spPr>
      </p:pic>
      <p:pic>
        <p:nvPicPr>
          <p:cNvPr descr="Blue_single_sparkle.png" id="661" name="Google Shape;661;p54"/>
          <p:cNvPicPr preferRelativeResize="0"/>
          <p:nvPr/>
        </p:nvPicPr>
        <p:blipFill rotWithShape="1">
          <a:blip r:embed="rId3">
            <a:alphaModFix/>
          </a:blip>
          <a:srcRect b="0" l="0" r="0" t="0"/>
          <a:stretch/>
        </p:blipFill>
        <p:spPr>
          <a:xfrm>
            <a:off x="4296185" y="6548916"/>
            <a:ext cx="291386" cy="295801"/>
          </a:xfrm>
          <a:prstGeom prst="rect">
            <a:avLst/>
          </a:prstGeom>
          <a:noFill/>
          <a:ln>
            <a:noFill/>
          </a:ln>
        </p:spPr>
      </p:pic>
      <p:pic>
        <p:nvPicPr>
          <p:cNvPr descr="Blue_single_sparkle.png" id="662" name="Google Shape;662;p54"/>
          <p:cNvPicPr preferRelativeResize="0"/>
          <p:nvPr/>
        </p:nvPicPr>
        <p:blipFill rotWithShape="1">
          <a:blip r:embed="rId3">
            <a:alphaModFix/>
          </a:blip>
          <a:srcRect b="0" l="0" r="0" t="0"/>
          <a:stretch/>
        </p:blipFill>
        <p:spPr>
          <a:xfrm>
            <a:off x="14573248" y="3952970"/>
            <a:ext cx="419625" cy="425981"/>
          </a:xfrm>
          <a:prstGeom prst="rect">
            <a:avLst/>
          </a:prstGeom>
          <a:noFill/>
          <a:ln>
            <a:noFill/>
          </a:ln>
        </p:spPr>
      </p:pic>
      <p:pic>
        <p:nvPicPr>
          <p:cNvPr descr="Blue_single_sparkle.png" id="663" name="Google Shape;663;p54"/>
          <p:cNvPicPr preferRelativeResize="0"/>
          <p:nvPr/>
        </p:nvPicPr>
        <p:blipFill rotWithShape="1">
          <a:blip r:embed="rId3">
            <a:alphaModFix/>
          </a:blip>
          <a:srcRect b="0" l="0" r="0" t="0"/>
          <a:stretch/>
        </p:blipFill>
        <p:spPr>
          <a:xfrm>
            <a:off x="17095544" y="6482241"/>
            <a:ext cx="291386" cy="295801"/>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Speaker 1">
  <p:cSld name="TITLE_1_1_1_1_1_1_1_1_1_1_1_1_1_1_1_1_1_1_1_1_1_1_1_1_1_1_1_1_1_1_1_1_1_1_1_1_1_1_1_1_1_1">
    <p:bg>
      <p:bgPr>
        <a:solidFill>
          <a:schemeClr val="accent6"/>
        </a:solidFill>
      </p:bgPr>
    </p:bg>
    <p:spTree>
      <p:nvGrpSpPr>
        <p:cNvPr id="664" name="Shape 664"/>
        <p:cNvGrpSpPr/>
        <p:nvPr/>
      </p:nvGrpSpPr>
      <p:grpSpPr>
        <a:xfrm>
          <a:off x="0" y="0"/>
          <a:ext cx="0" cy="0"/>
          <a:chOff x="0" y="0"/>
          <a:chExt cx="0" cy="0"/>
        </a:xfrm>
      </p:grpSpPr>
      <p:sp>
        <p:nvSpPr>
          <p:cNvPr id="665" name="Google Shape;665;p55"/>
          <p:cNvSpPr/>
          <p:nvPr/>
        </p:nvSpPr>
        <p:spPr>
          <a:xfrm>
            <a:off x="6597668" y="1405013"/>
            <a:ext cx="5092800" cy="5092800"/>
          </a:xfrm>
          <a:prstGeom prst="ellipse">
            <a:avLst/>
          </a:prstGeom>
          <a:solidFill>
            <a:srgbClr val="F6BC0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66" name="Google Shape;666;p55"/>
          <p:cNvSpPr txBox="1"/>
          <p:nvPr>
            <p:ph type="title"/>
          </p:nvPr>
        </p:nvSpPr>
        <p:spPr>
          <a:xfrm>
            <a:off x="1572577" y="7182802"/>
            <a:ext cx="15142800" cy="8058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67" name="Google Shape;667;p55"/>
          <p:cNvSpPr txBox="1"/>
          <p:nvPr>
            <p:ph idx="1" type="subTitle"/>
          </p:nvPr>
        </p:nvSpPr>
        <p:spPr>
          <a:xfrm>
            <a:off x="5431155" y="8030528"/>
            <a:ext cx="74256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p:txBody>
      </p:sp>
      <p:sp>
        <p:nvSpPr>
          <p:cNvPr id="668" name="Google Shape;668;p55"/>
          <p:cNvSpPr/>
          <p:nvPr>
            <p:ph idx="2" type="pic"/>
          </p:nvPr>
        </p:nvSpPr>
        <p:spPr>
          <a:xfrm>
            <a:off x="6597968" y="1404938"/>
            <a:ext cx="5093100" cy="5093100"/>
          </a:xfrm>
          <a:prstGeom prst="ellipse">
            <a:avLst/>
          </a:prstGeom>
          <a:noFill/>
          <a:ln>
            <a:noFill/>
          </a:ln>
        </p:spPr>
      </p:sp>
      <p:pic>
        <p:nvPicPr>
          <p:cNvPr id="669" name="Google Shape;669;p55"/>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70" name="Google Shape;670;p55" title="BE-MVP-Icon-Spark_Redux_V3_RIGHT_cloudBlue.png"/>
          <p:cNvPicPr preferRelativeResize="0"/>
          <p:nvPr/>
        </p:nvPicPr>
        <p:blipFill>
          <a:blip r:embed="rId3">
            <a:alphaModFix/>
          </a:blip>
          <a:stretch>
            <a:fillRect/>
          </a:stretch>
        </p:blipFill>
        <p:spPr>
          <a:xfrm>
            <a:off x="11790778" y="1549857"/>
            <a:ext cx="992943" cy="1059287"/>
          </a:xfrm>
          <a:prstGeom prst="rect">
            <a:avLst/>
          </a:prstGeom>
          <a:noFill/>
          <a:ln>
            <a:noFill/>
          </a:ln>
        </p:spPr>
      </p:pic>
      <p:pic>
        <p:nvPicPr>
          <p:cNvPr id="671" name="Google Shape;671;p55" title="BE-MVP-Icon-Spark_Redux_V3_STRAIGHT_cloudBlue.png"/>
          <p:cNvPicPr preferRelativeResize="0"/>
          <p:nvPr/>
        </p:nvPicPr>
        <p:blipFill>
          <a:blip r:embed="rId4">
            <a:alphaModFix/>
          </a:blip>
          <a:stretch>
            <a:fillRect/>
          </a:stretch>
        </p:blipFill>
        <p:spPr>
          <a:xfrm>
            <a:off x="11577700" y="2386300"/>
            <a:ext cx="426150" cy="454600"/>
          </a:xfrm>
          <a:prstGeom prst="rect">
            <a:avLst/>
          </a:prstGeom>
          <a:noFill/>
          <a:ln>
            <a:noFill/>
          </a:ln>
        </p:spPr>
      </p:pic>
      <p:pic>
        <p:nvPicPr>
          <p:cNvPr id="672" name="Google Shape;672;p55" title="BE-MVP-Icon-Spark_Redux_V3_RIGHT_cloudBlue.png"/>
          <p:cNvPicPr preferRelativeResize="0"/>
          <p:nvPr/>
        </p:nvPicPr>
        <p:blipFill>
          <a:blip r:embed="rId3">
            <a:alphaModFix/>
          </a:blip>
          <a:stretch>
            <a:fillRect/>
          </a:stretch>
        </p:blipFill>
        <p:spPr>
          <a:xfrm flipH="1">
            <a:off x="5600228" y="5540732"/>
            <a:ext cx="992943" cy="1059287"/>
          </a:xfrm>
          <a:prstGeom prst="rect">
            <a:avLst/>
          </a:prstGeom>
          <a:noFill/>
          <a:ln>
            <a:noFill/>
          </a:ln>
        </p:spPr>
      </p:pic>
      <p:pic>
        <p:nvPicPr>
          <p:cNvPr id="673" name="Google Shape;673;p55" title="BE-MVP-Icon-Spark_Redux_V3_STRAIGHT_cloudBlue.png"/>
          <p:cNvPicPr preferRelativeResize="0"/>
          <p:nvPr/>
        </p:nvPicPr>
        <p:blipFill>
          <a:blip r:embed="rId4">
            <a:alphaModFix/>
          </a:blip>
          <a:stretch>
            <a:fillRect/>
          </a:stretch>
        </p:blipFill>
        <p:spPr>
          <a:xfrm>
            <a:off x="6221475" y="5166925"/>
            <a:ext cx="426150" cy="454600"/>
          </a:xfrm>
          <a:prstGeom prst="rect">
            <a:avLst/>
          </a:prstGeom>
          <a:noFill/>
          <a:ln>
            <a:noFill/>
          </a:ln>
        </p:spPr>
      </p:pic>
      <p:pic>
        <p:nvPicPr>
          <p:cNvPr id="674" name="Google Shape;674;p55" title="BE-MVP-Icon-Spark_Redux_V3_STRAIGHT_cloudBlue.png"/>
          <p:cNvPicPr preferRelativeResize="0"/>
          <p:nvPr/>
        </p:nvPicPr>
        <p:blipFill>
          <a:blip r:embed="rId4">
            <a:alphaModFix/>
          </a:blip>
          <a:stretch>
            <a:fillRect/>
          </a:stretch>
        </p:blipFill>
        <p:spPr>
          <a:xfrm>
            <a:off x="5431150" y="5583800"/>
            <a:ext cx="242401" cy="2586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Speaker 2">
  <p:cSld name="TITLE_1_1_1_1_1_1_1_1_1_1_1_1_1_1_1_1_1_1_1_1_1_1_1_1_1_1_1_1_1_1_1_1_1_1_1_1_1_1_1_1_1_1_1">
    <p:bg>
      <p:bgPr>
        <a:solidFill>
          <a:schemeClr val="accent6"/>
        </a:solidFill>
      </p:bgPr>
    </p:bg>
    <p:spTree>
      <p:nvGrpSpPr>
        <p:cNvPr id="675" name="Shape 675"/>
        <p:cNvGrpSpPr/>
        <p:nvPr/>
      </p:nvGrpSpPr>
      <p:grpSpPr>
        <a:xfrm>
          <a:off x="0" y="0"/>
          <a:ext cx="0" cy="0"/>
          <a:chOff x="0" y="0"/>
          <a:chExt cx="0" cy="0"/>
        </a:xfrm>
      </p:grpSpPr>
      <p:sp>
        <p:nvSpPr>
          <p:cNvPr id="676" name="Google Shape;676;p56"/>
          <p:cNvSpPr/>
          <p:nvPr/>
        </p:nvSpPr>
        <p:spPr>
          <a:xfrm>
            <a:off x="2308285" y="1405013"/>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77" name="Google Shape;677;p56"/>
          <p:cNvSpPr/>
          <p:nvPr/>
        </p:nvSpPr>
        <p:spPr>
          <a:xfrm>
            <a:off x="10883122" y="1404988"/>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78" name="Google Shape;678;p56"/>
          <p:cNvSpPr/>
          <p:nvPr>
            <p:ph idx="2" type="pic"/>
          </p:nvPr>
        </p:nvSpPr>
        <p:spPr>
          <a:xfrm>
            <a:off x="2307907" y="1404938"/>
            <a:ext cx="5093100" cy="5093100"/>
          </a:xfrm>
          <a:prstGeom prst="ellipse">
            <a:avLst/>
          </a:prstGeom>
          <a:noFill/>
          <a:ln>
            <a:noFill/>
          </a:ln>
        </p:spPr>
      </p:sp>
      <p:sp>
        <p:nvSpPr>
          <p:cNvPr id="679" name="Google Shape;679;p56"/>
          <p:cNvSpPr/>
          <p:nvPr>
            <p:ph idx="3" type="pic"/>
          </p:nvPr>
        </p:nvSpPr>
        <p:spPr>
          <a:xfrm>
            <a:off x="10883265" y="1404938"/>
            <a:ext cx="5093100" cy="5093100"/>
          </a:xfrm>
          <a:prstGeom prst="ellipse">
            <a:avLst/>
          </a:prstGeom>
          <a:noFill/>
          <a:ln>
            <a:noFill/>
          </a:ln>
        </p:spPr>
      </p:sp>
      <p:sp>
        <p:nvSpPr>
          <p:cNvPr id="680" name="Google Shape;680;p56"/>
          <p:cNvSpPr txBox="1"/>
          <p:nvPr>
            <p:ph type="title"/>
          </p:nvPr>
        </p:nvSpPr>
        <p:spPr>
          <a:xfrm>
            <a:off x="671513"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81" name="Google Shape;681;p56"/>
          <p:cNvSpPr txBox="1"/>
          <p:nvPr>
            <p:ph idx="1" type="subTitle"/>
          </p:nvPr>
        </p:nvSpPr>
        <p:spPr>
          <a:xfrm>
            <a:off x="1687830" y="8301990"/>
            <a:ext cx="63333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682" name="Google Shape;682;p56"/>
          <p:cNvSpPr txBox="1"/>
          <p:nvPr>
            <p:ph idx="4" type="title"/>
          </p:nvPr>
        </p:nvSpPr>
        <p:spPr>
          <a:xfrm>
            <a:off x="9246870"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683" name="Google Shape;683;p56"/>
          <p:cNvSpPr txBox="1"/>
          <p:nvPr>
            <p:ph idx="5" type="subTitle"/>
          </p:nvPr>
        </p:nvSpPr>
        <p:spPr>
          <a:xfrm>
            <a:off x="10263188" y="8301990"/>
            <a:ext cx="6333300" cy="896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684" name="Google Shape;684;p56"/>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85" name="Google Shape;685;p56" title="BE-MVP-Icon-Spark_Redux_V3_RIGHT_cloudBlue.png"/>
          <p:cNvPicPr preferRelativeResize="0"/>
          <p:nvPr/>
        </p:nvPicPr>
        <p:blipFill>
          <a:blip r:embed="rId3">
            <a:alphaModFix/>
          </a:blip>
          <a:stretch>
            <a:fillRect/>
          </a:stretch>
        </p:blipFill>
        <p:spPr>
          <a:xfrm>
            <a:off x="15009053" y="1151132"/>
            <a:ext cx="992943" cy="1059287"/>
          </a:xfrm>
          <a:prstGeom prst="rect">
            <a:avLst/>
          </a:prstGeom>
          <a:noFill/>
          <a:ln>
            <a:noFill/>
          </a:ln>
        </p:spPr>
      </p:pic>
      <p:pic>
        <p:nvPicPr>
          <p:cNvPr id="686" name="Google Shape;686;p56" title="BE-MVP-Icon-Spark_Redux_V3_STRAIGHT_cloudBlue.png"/>
          <p:cNvPicPr preferRelativeResize="0"/>
          <p:nvPr/>
        </p:nvPicPr>
        <p:blipFill>
          <a:blip r:embed="rId4">
            <a:alphaModFix/>
          </a:blip>
          <a:stretch>
            <a:fillRect/>
          </a:stretch>
        </p:blipFill>
        <p:spPr>
          <a:xfrm>
            <a:off x="15975900" y="2080200"/>
            <a:ext cx="426150" cy="454600"/>
          </a:xfrm>
          <a:prstGeom prst="rect">
            <a:avLst/>
          </a:prstGeom>
          <a:noFill/>
          <a:ln>
            <a:noFill/>
          </a:ln>
        </p:spPr>
      </p:pic>
      <p:pic>
        <p:nvPicPr>
          <p:cNvPr id="687" name="Google Shape;687;p56" title="BE-MVP-Icon-Spark_Redux_V3_RIGHT_cloudBlue.png"/>
          <p:cNvPicPr preferRelativeResize="0"/>
          <p:nvPr/>
        </p:nvPicPr>
        <p:blipFill>
          <a:blip r:embed="rId3">
            <a:alphaModFix/>
          </a:blip>
          <a:stretch>
            <a:fillRect/>
          </a:stretch>
        </p:blipFill>
        <p:spPr>
          <a:xfrm flipH="1">
            <a:off x="1714500" y="5261475"/>
            <a:ext cx="1285450" cy="1371349"/>
          </a:xfrm>
          <a:prstGeom prst="rect">
            <a:avLst/>
          </a:prstGeom>
          <a:noFill/>
          <a:ln>
            <a:noFill/>
          </a:ln>
        </p:spPr>
      </p:pic>
      <p:pic>
        <p:nvPicPr>
          <p:cNvPr id="688" name="Google Shape;688;p56" title="BE-MVP-Icon-Spark_Redux_V3_STRAIGHT_cloudBlue.png"/>
          <p:cNvPicPr preferRelativeResize="0"/>
          <p:nvPr/>
        </p:nvPicPr>
        <p:blipFill>
          <a:blip r:embed="rId4">
            <a:alphaModFix/>
          </a:blip>
          <a:stretch>
            <a:fillRect/>
          </a:stretch>
        </p:blipFill>
        <p:spPr>
          <a:xfrm>
            <a:off x="1560850" y="5209475"/>
            <a:ext cx="242401" cy="258600"/>
          </a:xfrm>
          <a:prstGeom prst="rect">
            <a:avLst/>
          </a:prstGeom>
          <a:noFill/>
          <a:ln>
            <a:noFill/>
          </a:ln>
        </p:spPr>
      </p:pic>
      <p:pic>
        <p:nvPicPr>
          <p:cNvPr id="689" name="Google Shape;689;p56" title="BE-MVP-Icon-Spark_Redux_V3_STRAIGHT_cloudBlue.png"/>
          <p:cNvPicPr preferRelativeResize="0"/>
          <p:nvPr/>
        </p:nvPicPr>
        <p:blipFill>
          <a:blip r:embed="rId4">
            <a:alphaModFix/>
          </a:blip>
          <a:stretch>
            <a:fillRect/>
          </a:stretch>
        </p:blipFill>
        <p:spPr>
          <a:xfrm>
            <a:off x="1227488" y="5838600"/>
            <a:ext cx="487012" cy="51952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 Agenda">
  <p:cSld name="TITLE_1_1_1_1_1_1_1_1_1_1_1_1_1_1_1_1_1_1_1_1_1_1_1_1_1_1_1_1_1_1_1_1_1_1_1_1_1_1_1_1_1_1_1_1">
    <p:bg>
      <p:bgPr>
        <a:solidFill>
          <a:schemeClr val="accent6"/>
        </a:solidFill>
      </p:bgPr>
    </p:bg>
    <p:spTree>
      <p:nvGrpSpPr>
        <p:cNvPr id="690" name="Shape 690"/>
        <p:cNvGrpSpPr/>
        <p:nvPr/>
      </p:nvGrpSpPr>
      <p:grpSpPr>
        <a:xfrm>
          <a:off x="0" y="0"/>
          <a:ext cx="0" cy="0"/>
          <a:chOff x="0" y="0"/>
          <a:chExt cx="0" cy="0"/>
        </a:xfrm>
      </p:grpSpPr>
      <p:sp>
        <p:nvSpPr>
          <p:cNvPr id="691" name="Google Shape;691;p57"/>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692" name="Google Shape;692;p57"/>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693" name="Google Shape;693;p57"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694" name="Google Shape;694;p57"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sp>
        <p:nvSpPr>
          <p:cNvPr id="695" name="Google Shape;695;p57"/>
          <p:cNvSpPr txBox="1"/>
          <p:nvPr>
            <p:ph type="title"/>
          </p:nvPr>
        </p:nvSpPr>
        <p:spPr>
          <a:xfrm>
            <a:off x="868680" y="3581400"/>
            <a:ext cx="4692900" cy="31233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250D9"/>
              </a:buClr>
              <a:buSzPts val="7000"/>
              <a:buNone/>
              <a:defRPr sz="7000">
                <a:solidFill>
                  <a:srgbClr val="0250D9"/>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696" name="Google Shape;696;p57"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 Thank you 2">
  <p:cSld name="TITLE_1_1_1_1_1_1_1_1_1_1_1_1_1_1_1_1_1_1_1_1_1_1_1_1_1_1_1_1_1_1_1_1_1_1_1_1_1_1_1_1_1_1_1_1_1">
    <p:bg>
      <p:bgPr>
        <a:solidFill>
          <a:schemeClr val="accent5"/>
        </a:solidFill>
      </p:bgPr>
    </p:bg>
    <p:spTree>
      <p:nvGrpSpPr>
        <p:cNvPr id="697" name="Shape 697"/>
        <p:cNvGrpSpPr/>
        <p:nvPr/>
      </p:nvGrpSpPr>
      <p:grpSpPr>
        <a:xfrm>
          <a:off x="0" y="0"/>
          <a:ext cx="0" cy="0"/>
          <a:chOff x="0" y="0"/>
          <a:chExt cx="0" cy="0"/>
        </a:xfrm>
      </p:grpSpPr>
      <p:pic>
        <p:nvPicPr>
          <p:cNvPr id="698" name="Google Shape;698;p5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699" name="Google Shape;699;p58"/>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pic>
        <p:nvPicPr>
          <p:cNvPr id="700" name="Google Shape;700;p58" title="BE-MVP-Icon-Spark_Redux_V3_STRAIGHT_yellow.png"/>
          <p:cNvPicPr preferRelativeResize="0"/>
          <p:nvPr/>
        </p:nvPicPr>
        <p:blipFill rotWithShape="1">
          <a:blip r:embed="rId3">
            <a:alphaModFix/>
          </a:blip>
          <a:srcRect b="2562" l="0" r="0" t="2562"/>
          <a:stretch/>
        </p:blipFill>
        <p:spPr>
          <a:xfrm>
            <a:off x="4827208" y="4659274"/>
            <a:ext cx="800070" cy="810305"/>
          </a:xfrm>
          <a:prstGeom prst="rect">
            <a:avLst/>
          </a:prstGeom>
          <a:noFill/>
          <a:ln>
            <a:noFill/>
          </a:ln>
        </p:spPr>
      </p:pic>
      <p:pic>
        <p:nvPicPr>
          <p:cNvPr id="701" name="Google Shape;701;p58" title="BE-MVP-Icon-Spark_Redux_V3_STRAIGHT_yellow.png"/>
          <p:cNvPicPr preferRelativeResize="0"/>
          <p:nvPr/>
        </p:nvPicPr>
        <p:blipFill rotWithShape="1">
          <a:blip r:embed="rId3">
            <a:alphaModFix/>
          </a:blip>
          <a:srcRect b="2562" l="0" r="0" t="2562"/>
          <a:stretch/>
        </p:blipFill>
        <p:spPr>
          <a:xfrm>
            <a:off x="4576047" y="5455670"/>
            <a:ext cx="448162" cy="453899"/>
          </a:xfrm>
          <a:prstGeom prst="rect">
            <a:avLst/>
          </a:prstGeom>
          <a:noFill/>
          <a:ln>
            <a:noFill/>
          </a:ln>
        </p:spPr>
      </p:pic>
      <p:pic>
        <p:nvPicPr>
          <p:cNvPr descr="HDD_ATH_SALESFORCE_ICON_AGENTFORCE_V3_R2 3.png" id="702" name="Google Shape;702;p58"/>
          <p:cNvPicPr preferRelativeResize="0"/>
          <p:nvPr/>
        </p:nvPicPr>
        <p:blipFill rotWithShape="1">
          <a:blip r:embed="rId4">
            <a:alphaModFix/>
          </a:blip>
          <a:srcRect b="0" l="0" r="0" t="0"/>
          <a:stretch/>
        </p:blipFill>
        <p:spPr>
          <a:xfrm flipH="1" rot="-2704027">
            <a:off x="5136872" y="5108231"/>
            <a:ext cx="1776925" cy="1763070"/>
          </a:xfrm>
          <a:prstGeom prst="rect">
            <a:avLst/>
          </a:prstGeom>
          <a:noFill/>
          <a:ln>
            <a:noFill/>
          </a:ln>
        </p:spPr>
      </p:pic>
      <p:pic>
        <p:nvPicPr>
          <p:cNvPr id="703" name="Google Shape;703;p58" title="shadow-1.png"/>
          <p:cNvPicPr preferRelativeResize="0"/>
          <p:nvPr/>
        </p:nvPicPr>
        <p:blipFill>
          <a:blip r:embed="rId5">
            <a:alphaModFix/>
          </a:blip>
          <a:stretch>
            <a:fillRect/>
          </a:stretch>
        </p:blipFill>
        <p:spPr>
          <a:xfrm>
            <a:off x="11768803" y="7856964"/>
            <a:ext cx="3771448" cy="548775"/>
          </a:xfrm>
          <a:prstGeom prst="rect">
            <a:avLst/>
          </a:prstGeom>
          <a:noFill/>
          <a:ln>
            <a:noFill/>
          </a:ln>
        </p:spPr>
      </p:pic>
      <p:sp>
        <p:nvSpPr>
          <p:cNvPr id="704" name="Google Shape;704;p58"/>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05" name="Google Shape;705;p58"/>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06" name="Google Shape;706;p58"/>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grpSp>
        <p:nvGrpSpPr>
          <p:cNvPr id="707" name="Google Shape;707;p58"/>
          <p:cNvGrpSpPr/>
          <p:nvPr/>
        </p:nvGrpSpPr>
        <p:grpSpPr>
          <a:xfrm>
            <a:off x="12042648" y="4220617"/>
            <a:ext cx="2453368" cy="3995925"/>
            <a:chOff x="13642848" y="3675888"/>
            <a:chExt cx="3164003" cy="5146072"/>
          </a:xfrm>
        </p:grpSpPr>
        <p:pic>
          <p:nvPicPr>
            <p:cNvPr id="708" name="Google Shape;708;p58"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709" name="Google Shape;709;p58"/>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710" name="Google Shape;710;p58"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grpSp>
      <p:pic>
        <p:nvPicPr>
          <p:cNvPr id="711" name="Google Shape;711;p58"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12" name="Google Shape;712;p58"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1">
  <p:cSld name="TITLE_1_1_1_1_1_1_1_1_1_1_1_1_1_1_1_1_1_1_1_1_1_1_1_1_1_1_1_1_1_1_1_1_1_1_1_1_1_1_1_1_1_1_1_1_1_1">
    <p:bg>
      <p:bgPr>
        <a:solidFill>
          <a:schemeClr val="accent5"/>
        </a:solidFill>
      </p:bgPr>
    </p:bg>
    <p:spTree>
      <p:nvGrpSpPr>
        <p:cNvPr id="713" name="Shape 713"/>
        <p:cNvGrpSpPr/>
        <p:nvPr/>
      </p:nvGrpSpPr>
      <p:grpSpPr>
        <a:xfrm>
          <a:off x="0" y="0"/>
          <a:ext cx="0" cy="0"/>
          <a:chOff x="0" y="0"/>
          <a:chExt cx="0" cy="0"/>
        </a:xfrm>
      </p:grpSpPr>
      <p:pic>
        <p:nvPicPr>
          <p:cNvPr id="714" name="Google Shape;714;p5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15" name="Google Shape;715;p59"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16" name="Google Shape;716;p59" title="BE-MVP-Icon-Spark_Redux_V3_STRAIGHT_yellow.png"/>
          <p:cNvPicPr preferRelativeResize="0"/>
          <p:nvPr/>
        </p:nvPicPr>
        <p:blipFill rotWithShape="1">
          <a:blip r:embed="rId3">
            <a:alphaModFix/>
          </a:blip>
          <a:srcRect b="2562" l="0" r="0" t="2562"/>
          <a:stretch/>
        </p:blipFill>
        <p:spPr>
          <a:xfrm>
            <a:off x="12701663" y="2881030"/>
            <a:ext cx="265072" cy="268468"/>
          </a:xfrm>
          <a:prstGeom prst="rect">
            <a:avLst/>
          </a:prstGeom>
          <a:noFill/>
          <a:ln>
            <a:noFill/>
          </a:ln>
        </p:spPr>
      </p:pic>
      <p:pic>
        <p:nvPicPr>
          <p:cNvPr id="717" name="Google Shape;717;p59" title="BE-MVP-Icon-Spark_Redux_V3_STRAIGHT_yellow.png"/>
          <p:cNvPicPr preferRelativeResize="0"/>
          <p:nvPr/>
        </p:nvPicPr>
        <p:blipFill rotWithShape="1">
          <a:blip r:embed="rId3">
            <a:alphaModFix/>
          </a:blip>
          <a:srcRect b="2562" l="0" r="0" t="2562"/>
          <a:stretch/>
        </p:blipFill>
        <p:spPr>
          <a:xfrm>
            <a:off x="5392021" y="5427419"/>
            <a:ext cx="800070" cy="810305"/>
          </a:xfrm>
          <a:prstGeom prst="rect">
            <a:avLst/>
          </a:prstGeom>
          <a:noFill/>
          <a:ln>
            <a:noFill/>
          </a:ln>
        </p:spPr>
      </p:pic>
      <p:pic>
        <p:nvPicPr>
          <p:cNvPr id="718" name="Google Shape;718;p59" title="BE-MVP-Icon-Spark_Redux_V3_STRAIGHT_yellow.png"/>
          <p:cNvPicPr preferRelativeResize="0"/>
          <p:nvPr/>
        </p:nvPicPr>
        <p:blipFill rotWithShape="1">
          <a:blip r:embed="rId3">
            <a:alphaModFix/>
          </a:blip>
          <a:srcRect b="2562" l="0" r="0" t="2562"/>
          <a:stretch/>
        </p:blipFill>
        <p:spPr>
          <a:xfrm>
            <a:off x="4395307" y="5026412"/>
            <a:ext cx="448164" cy="453897"/>
          </a:xfrm>
          <a:prstGeom prst="rect">
            <a:avLst/>
          </a:prstGeom>
          <a:noFill/>
          <a:ln>
            <a:noFill/>
          </a:ln>
        </p:spPr>
      </p:pic>
      <p:pic>
        <p:nvPicPr>
          <p:cNvPr descr="pasted-movie.png" id="719" name="Google Shape;719;p59"/>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20" name="Google Shape;720;p59"/>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21" name="Google Shape;721;p59"/>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22" name="Google Shape;722;p59"/>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23" name="Google Shape;723;p59"/>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6">
  <p:cSld name="TITLE_1_1_1_1_1_1_1_1_1_1_1_1_1_1_1_1_1_1_1_1_1_1_1_1_1_1_1_1_1_1_1_1_1_1_1_1_1_1_1_1_1_1_1_1_1_1_1">
    <p:bg>
      <p:bgPr>
        <a:solidFill>
          <a:schemeClr val="accent5"/>
        </a:solidFill>
      </p:bgPr>
    </p:bg>
    <p:spTree>
      <p:nvGrpSpPr>
        <p:cNvPr id="724" name="Shape 724"/>
        <p:cNvGrpSpPr/>
        <p:nvPr/>
      </p:nvGrpSpPr>
      <p:grpSpPr>
        <a:xfrm>
          <a:off x="0" y="0"/>
          <a:ext cx="0" cy="0"/>
          <a:chOff x="0" y="0"/>
          <a:chExt cx="0" cy="0"/>
        </a:xfrm>
      </p:grpSpPr>
      <p:pic>
        <p:nvPicPr>
          <p:cNvPr id="725" name="Google Shape;725;p6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26" name="Google Shape;726;p60"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27" name="Google Shape;727;p60"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728" name="Google Shape;728;p60" title="BE-MVP-Icon-Spark_Redux_V3_STRAIGHT_yellow.png"/>
          <p:cNvPicPr preferRelativeResize="0"/>
          <p:nvPr/>
        </p:nvPicPr>
        <p:blipFill rotWithShape="1">
          <a:blip r:embed="rId3">
            <a:alphaModFix/>
          </a:blip>
          <a:srcRect b="2562" l="0" r="0" t="2562"/>
          <a:stretch/>
        </p:blipFill>
        <p:spPr>
          <a:xfrm>
            <a:off x="4654833" y="4738344"/>
            <a:ext cx="800070" cy="810305"/>
          </a:xfrm>
          <a:prstGeom prst="rect">
            <a:avLst/>
          </a:prstGeom>
          <a:noFill/>
          <a:ln>
            <a:noFill/>
          </a:ln>
        </p:spPr>
      </p:pic>
      <p:pic>
        <p:nvPicPr>
          <p:cNvPr id="729" name="Google Shape;729;p60" title="BE-MVP-Icon-Spark_Redux_V3_STRAIGHT_yellow.png"/>
          <p:cNvPicPr preferRelativeResize="0"/>
          <p:nvPr/>
        </p:nvPicPr>
        <p:blipFill rotWithShape="1">
          <a:blip r:embed="rId3">
            <a:alphaModFix/>
          </a:blip>
          <a:srcRect b="2562" l="0" r="0" t="2562"/>
          <a:stretch/>
        </p:blipFill>
        <p:spPr>
          <a:xfrm>
            <a:off x="4123832" y="4093512"/>
            <a:ext cx="448164" cy="453897"/>
          </a:xfrm>
          <a:prstGeom prst="rect">
            <a:avLst/>
          </a:prstGeom>
          <a:noFill/>
          <a:ln>
            <a:noFill/>
          </a:ln>
        </p:spPr>
      </p:pic>
      <p:pic>
        <p:nvPicPr>
          <p:cNvPr descr="pasted-movie.png" id="730" name="Google Shape;730;p60"/>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31" name="Google Shape;731;p60"/>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32" name="Google Shape;732;p60"/>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33" name="Google Shape;733;p60"/>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34" name="Google Shape;734;p60"/>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735" name="Google Shape;735;p60"/>
          <p:cNvSpPr/>
          <p:nvPr>
            <p:ph idx="2" type="pic"/>
          </p:nvPr>
        </p:nvSpPr>
        <p:spPr>
          <a:xfrm>
            <a:off x="2222075" y="1016000"/>
            <a:ext cx="2718000" cy="2718000"/>
          </a:xfrm>
          <a:prstGeom prst="ellipse">
            <a:avLst/>
          </a:prstGeom>
          <a:noFill/>
          <a:ln>
            <a:noFill/>
          </a:ln>
        </p:spPr>
      </p:sp>
      <p:sp>
        <p:nvSpPr>
          <p:cNvPr id="736" name="Google Shape;736;p60"/>
          <p:cNvSpPr/>
          <p:nvPr>
            <p:ph idx="3" type="pic"/>
          </p:nvPr>
        </p:nvSpPr>
        <p:spPr>
          <a:xfrm>
            <a:off x="857250" y="4628350"/>
            <a:ext cx="3400500" cy="3400500"/>
          </a:xfrm>
          <a:prstGeom prst="ellipse">
            <a:avLst/>
          </a:prstGeom>
          <a:noFill/>
          <a:ln>
            <a:noFill/>
          </a:ln>
        </p:spPr>
      </p:sp>
      <p:sp>
        <p:nvSpPr>
          <p:cNvPr id="737" name="Google Shape;737;p60"/>
          <p:cNvSpPr/>
          <p:nvPr>
            <p:ph idx="4" type="pic"/>
          </p:nvPr>
        </p:nvSpPr>
        <p:spPr>
          <a:xfrm>
            <a:off x="12073150" y="5902675"/>
            <a:ext cx="3575100" cy="3575100"/>
          </a:xfrm>
          <a:prstGeom prst="ellipse">
            <a:avLst/>
          </a:prstGeom>
          <a:noFill/>
          <a:ln>
            <a:noFill/>
          </a:ln>
        </p:spPr>
      </p:sp>
      <p:sp>
        <p:nvSpPr>
          <p:cNvPr id="738" name="Google Shape;738;p60"/>
          <p:cNvSpPr/>
          <p:nvPr>
            <p:ph idx="5" type="pic"/>
          </p:nvPr>
        </p:nvSpPr>
        <p:spPr>
          <a:xfrm>
            <a:off x="14272550" y="2881025"/>
            <a:ext cx="2718000" cy="2718000"/>
          </a:xfrm>
          <a:prstGeom prst="ellipse">
            <a:avLst/>
          </a:prstGeom>
          <a:noFill/>
          <a:ln>
            <a:noFill/>
          </a:ln>
        </p:spPr>
      </p:sp>
      <p:sp>
        <p:nvSpPr>
          <p:cNvPr id="739" name="Google Shape;739;p60"/>
          <p:cNvSpPr/>
          <p:nvPr>
            <p:ph idx="6" type="pic"/>
          </p:nvPr>
        </p:nvSpPr>
        <p:spPr>
          <a:xfrm>
            <a:off x="13662425" y="1015988"/>
            <a:ext cx="1360500" cy="1360500"/>
          </a:xfrm>
          <a:prstGeom prst="ellipse">
            <a:avLst/>
          </a:prstGeom>
          <a:noFill/>
          <a:ln>
            <a:noFill/>
          </a:ln>
        </p:spPr>
      </p:sp>
      <p:sp>
        <p:nvSpPr>
          <p:cNvPr id="740" name="Google Shape;740;p60"/>
          <p:cNvSpPr/>
          <p:nvPr>
            <p:ph idx="7" type="pic"/>
          </p:nvPr>
        </p:nvSpPr>
        <p:spPr>
          <a:xfrm>
            <a:off x="4395300" y="7499875"/>
            <a:ext cx="1977900" cy="1977900"/>
          </a:xfrm>
          <a:prstGeom prst="ellipse">
            <a:avLst/>
          </a:prstGeom>
          <a:noFill/>
          <a:ln>
            <a:noFill/>
          </a:ln>
        </p:spPr>
      </p:sp>
      <p:pic>
        <p:nvPicPr>
          <p:cNvPr id="741" name="Google Shape;741;p60" title="BE-MVP-Icon-Spark_Redux_V3_STRAIGHT_yellow.png"/>
          <p:cNvPicPr preferRelativeResize="0"/>
          <p:nvPr/>
        </p:nvPicPr>
        <p:blipFill rotWithShape="1">
          <a:blip r:embed="rId3">
            <a:alphaModFix/>
          </a:blip>
          <a:srcRect b="2562" l="0" r="0" t="2562"/>
          <a:stretch/>
        </p:blipFill>
        <p:spPr>
          <a:xfrm>
            <a:off x="1490419" y="1221962"/>
            <a:ext cx="448164" cy="453897"/>
          </a:xfrm>
          <a:prstGeom prst="rect">
            <a:avLst/>
          </a:prstGeom>
          <a:noFill/>
          <a:ln>
            <a:noFill/>
          </a:ln>
        </p:spPr>
      </p:pic>
      <p:pic>
        <p:nvPicPr>
          <p:cNvPr id="742" name="Google Shape;742;p60" title="BE-MVP-Icon-Spark_Redux_V3_STRAIGHT_yellow.png"/>
          <p:cNvPicPr preferRelativeResize="0"/>
          <p:nvPr/>
        </p:nvPicPr>
        <p:blipFill rotWithShape="1">
          <a:blip r:embed="rId3">
            <a:alphaModFix/>
          </a:blip>
          <a:srcRect b="2562" l="0" r="0" t="2562"/>
          <a:stretch/>
        </p:blipFill>
        <p:spPr>
          <a:xfrm>
            <a:off x="16043796" y="8358332"/>
            <a:ext cx="800070" cy="810305"/>
          </a:xfrm>
          <a:prstGeom prst="rect">
            <a:avLst/>
          </a:prstGeom>
          <a:noFill/>
          <a:ln>
            <a:noFill/>
          </a:ln>
        </p:spPr>
      </p:pic>
      <p:pic>
        <p:nvPicPr>
          <p:cNvPr id="743" name="Google Shape;743;p60" title="BE-MVP-Icon-Spark_Redux_V3_STRAIGHT_yellow.png"/>
          <p:cNvPicPr preferRelativeResize="0"/>
          <p:nvPr/>
        </p:nvPicPr>
        <p:blipFill rotWithShape="1">
          <a:blip r:embed="rId3">
            <a:alphaModFix/>
          </a:blip>
          <a:srcRect b="2562" l="0" r="0" t="2562"/>
          <a:stretch/>
        </p:blipFill>
        <p:spPr>
          <a:xfrm>
            <a:off x="3356994" y="8500362"/>
            <a:ext cx="448164" cy="453897"/>
          </a:xfrm>
          <a:prstGeom prst="rect">
            <a:avLst/>
          </a:prstGeom>
          <a:noFill/>
          <a:ln>
            <a:noFill/>
          </a:ln>
        </p:spPr>
      </p:pic>
      <p:pic>
        <p:nvPicPr>
          <p:cNvPr id="744" name="Google Shape;744;p60" title="BE-MVP-Icon-Spark_Redux_V3_STRAIGHT_yellow.png"/>
          <p:cNvPicPr preferRelativeResize="0"/>
          <p:nvPr/>
        </p:nvPicPr>
        <p:blipFill rotWithShape="1">
          <a:blip r:embed="rId3">
            <a:alphaModFix/>
          </a:blip>
          <a:srcRect b="2562" l="0" r="0" t="2562"/>
          <a:stretch/>
        </p:blipFill>
        <p:spPr>
          <a:xfrm>
            <a:off x="15553832" y="562112"/>
            <a:ext cx="448164" cy="453897"/>
          </a:xfrm>
          <a:prstGeom prst="rect">
            <a:avLst/>
          </a:prstGeom>
          <a:noFill/>
          <a:ln>
            <a:noFill/>
          </a:ln>
        </p:spPr>
      </p:pic>
      <p:pic>
        <p:nvPicPr>
          <p:cNvPr id="745" name="Google Shape;745;p60" title="BE-MVP-Icon-Spark_Redux_V3_STRAIGHT_yellow.png"/>
          <p:cNvPicPr preferRelativeResize="0"/>
          <p:nvPr/>
        </p:nvPicPr>
        <p:blipFill rotWithShape="1">
          <a:blip r:embed="rId3">
            <a:alphaModFix/>
          </a:blip>
          <a:srcRect b="2562" l="0" r="0" t="2562"/>
          <a:stretch/>
        </p:blipFill>
        <p:spPr>
          <a:xfrm>
            <a:off x="15648244" y="9191725"/>
            <a:ext cx="448164" cy="453897"/>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10">
  <p:cSld name="TITLE_1_1_1_1_1_1_1_1_1_1_1_1_1_1_1_1_1_1_1_1_1_1_1_1_1_1_1_1_1_1_1_1_1_1_1_1_1_1_1_1_1_1_1_1_1_1_2">
    <p:bg>
      <p:bgPr>
        <a:solidFill>
          <a:schemeClr val="accent5"/>
        </a:solidFill>
      </p:bgPr>
    </p:bg>
    <p:spTree>
      <p:nvGrpSpPr>
        <p:cNvPr id="746" name="Shape 746"/>
        <p:cNvGrpSpPr/>
        <p:nvPr/>
      </p:nvGrpSpPr>
      <p:grpSpPr>
        <a:xfrm>
          <a:off x="0" y="0"/>
          <a:ext cx="0" cy="0"/>
          <a:chOff x="0" y="0"/>
          <a:chExt cx="0" cy="0"/>
        </a:xfrm>
      </p:grpSpPr>
      <p:pic>
        <p:nvPicPr>
          <p:cNvPr id="747" name="Google Shape;747;p6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48" name="Google Shape;748;p61"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49" name="Google Shape;749;p61"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750" name="Google Shape;750;p61" title="BE-MVP-Icon-Spark_Redux_V3_STRAIGHT_yellow.png"/>
          <p:cNvPicPr preferRelativeResize="0"/>
          <p:nvPr/>
        </p:nvPicPr>
        <p:blipFill rotWithShape="1">
          <a:blip r:embed="rId3">
            <a:alphaModFix/>
          </a:blip>
          <a:srcRect b="2562" l="0" r="0" t="2562"/>
          <a:stretch/>
        </p:blipFill>
        <p:spPr>
          <a:xfrm>
            <a:off x="5004483" y="5478044"/>
            <a:ext cx="800070" cy="810305"/>
          </a:xfrm>
          <a:prstGeom prst="rect">
            <a:avLst/>
          </a:prstGeom>
          <a:noFill/>
          <a:ln>
            <a:noFill/>
          </a:ln>
        </p:spPr>
      </p:pic>
      <p:pic>
        <p:nvPicPr>
          <p:cNvPr id="751" name="Google Shape;751;p61" title="BE-MVP-Icon-Spark_Redux_V3_STRAIGHT_yellow.png"/>
          <p:cNvPicPr preferRelativeResize="0"/>
          <p:nvPr/>
        </p:nvPicPr>
        <p:blipFill rotWithShape="1">
          <a:blip r:embed="rId3">
            <a:alphaModFix/>
          </a:blip>
          <a:srcRect b="2562" l="0" r="0" t="2562"/>
          <a:stretch/>
        </p:blipFill>
        <p:spPr>
          <a:xfrm>
            <a:off x="4482457" y="5024162"/>
            <a:ext cx="448164" cy="453897"/>
          </a:xfrm>
          <a:prstGeom prst="rect">
            <a:avLst/>
          </a:prstGeom>
          <a:noFill/>
          <a:ln>
            <a:noFill/>
          </a:ln>
        </p:spPr>
      </p:pic>
      <p:pic>
        <p:nvPicPr>
          <p:cNvPr descr="pasted-movie.png" id="752" name="Google Shape;752;p61"/>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53" name="Google Shape;753;p61"/>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54" name="Google Shape;754;p61"/>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55" name="Google Shape;755;p61"/>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56" name="Google Shape;756;p61"/>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757" name="Google Shape;757;p61"/>
          <p:cNvSpPr/>
          <p:nvPr>
            <p:ph idx="2" type="pic"/>
          </p:nvPr>
        </p:nvSpPr>
        <p:spPr>
          <a:xfrm>
            <a:off x="2355750" y="599100"/>
            <a:ext cx="2718000" cy="2718000"/>
          </a:xfrm>
          <a:prstGeom prst="ellipse">
            <a:avLst/>
          </a:prstGeom>
          <a:noFill/>
          <a:ln>
            <a:noFill/>
          </a:ln>
        </p:spPr>
      </p:sp>
      <p:sp>
        <p:nvSpPr>
          <p:cNvPr id="758" name="Google Shape;758;p61"/>
          <p:cNvSpPr/>
          <p:nvPr>
            <p:ph idx="3" type="pic"/>
          </p:nvPr>
        </p:nvSpPr>
        <p:spPr>
          <a:xfrm>
            <a:off x="725550" y="3541400"/>
            <a:ext cx="1977900" cy="1977900"/>
          </a:xfrm>
          <a:prstGeom prst="ellipse">
            <a:avLst/>
          </a:prstGeom>
          <a:noFill/>
          <a:ln>
            <a:noFill/>
          </a:ln>
        </p:spPr>
      </p:sp>
      <p:sp>
        <p:nvSpPr>
          <p:cNvPr id="759" name="Google Shape;759;p61"/>
          <p:cNvSpPr/>
          <p:nvPr>
            <p:ph idx="4" type="pic"/>
          </p:nvPr>
        </p:nvSpPr>
        <p:spPr>
          <a:xfrm>
            <a:off x="1714500" y="6205500"/>
            <a:ext cx="3400500" cy="3400500"/>
          </a:xfrm>
          <a:prstGeom prst="ellipse">
            <a:avLst/>
          </a:prstGeom>
          <a:noFill/>
          <a:ln>
            <a:noFill/>
          </a:ln>
        </p:spPr>
      </p:sp>
      <p:sp>
        <p:nvSpPr>
          <p:cNvPr id="760" name="Google Shape;760;p61"/>
          <p:cNvSpPr/>
          <p:nvPr>
            <p:ph idx="5" type="pic"/>
          </p:nvPr>
        </p:nvSpPr>
        <p:spPr>
          <a:xfrm>
            <a:off x="13633050" y="4628350"/>
            <a:ext cx="3797700" cy="3797700"/>
          </a:xfrm>
          <a:prstGeom prst="ellipse">
            <a:avLst/>
          </a:prstGeom>
          <a:noFill/>
          <a:ln>
            <a:noFill/>
          </a:ln>
        </p:spPr>
      </p:sp>
      <p:sp>
        <p:nvSpPr>
          <p:cNvPr id="761" name="Google Shape;761;p61"/>
          <p:cNvSpPr/>
          <p:nvPr>
            <p:ph idx="6" type="pic"/>
          </p:nvPr>
        </p:nvSpPr>
        <p:spPr>
          <a:xfrm>
            <a:off x="14433925" y="1016000"/>
            <a:ext cx="2718000" cy="2718000"/>
          </a:xfrm>
          <a:prstGeom prst="ellipse">
            <a:avLst/>
          </a:prstGeom>
          <a:noFill/>
          <a:ln>
            <a:noFill/>
          </a:ln>
        </p:spPr>
      </p:sp>
      <p:sp>
        <p:nvSpPr>
          <p:cNvPr id="762" name="Google Shape;762;p61"/>
          <p:cNvSpPr/>
          <p:nvPr>
            <p:ph idx="7" type="pic"/>
          </p:nvPr>
        </p:nvSpPr>
        <p:spPr>
          <a:xfrm>
            <a:off x="12073138" y="700788"/>
            <a:ext cx="1360500" cy="1360500"/>
          </a:xfrm>
          <a:prstGeom prst="ellipse">
            <a:avLst/>
          </a:prstGeom>
          <a:noFill/>
          <a:ln>
            <a:noFill/>
          </a:ln>
        </p:spPr>
      </p:sp>
      <p:sp>
        <p:nvSpPr>
          <p:cNvPr id="763" name="Google Shape;763;p61"/>
          <p:cNvSpPr/>
          <p:nvPr>
            <p:ph idx="8" type="pic"/>
          </p:nvPr>
        </p:nvSpPr>
        <p:spPr>
          <a:xfrm>
            <a:off x="12460250" y="7905750"/>
            <a:ext cx="1563900" cy="1563900"/>
          </a:xfrm>
          <a:prstGeom prst="ellipse">
            <a:avLst/>
          </a:prstGeom>
          <a:noFill/>
          <a:ln>
            <a:noFill/>
          </a:ln>
        </p:spPr>
      </p:sp>
      <p:sp>
        <p:nvSpPr>
          <p:cNvPr id="764" name="Google Shape;764;p61"/>
          <p:cNvSpPr/>
          <p:nvPr>
            <p:ph idx="9" type="pic"/>
          </p:nvPr>
        </p:nvSpPr>
        <p:spPr>
          <a:xfrm>
            <a:off x="5553688" y="8426038"/>
            <a:ext cx="1360500" cy="1360500"/>
          </a:xfrm>
          <a:prstGeom prst="ellipse">
            <a:avLst/>
          </a:prstGeom>
          <a:noFill/>
          <a:ln>
            <a:noFill/>
          </a:ln>
        </p:spPr>
      </p:sp>
      <p:sp>
        <p:nvSpPr>
          <p:cNvPr id="765" name="Google Shape;765;p61"/>
          <p:cNvSpPr/>
          <p:nvPr>
            <p:ph idx="13" type="pic"/>
          </p:nvPr>
        </p:nvSpPr>
        <p:spPr>
          <a:xfrm>
            <a:off x="6269750" y="599100"/>
            <a:ext cx="1563900" cy="1563900"/>
          </a:xfrm>
          <a:prstGeom prst="ellipse">
            <a:avLst/>
          </a:prstGeom>
          <a:noFill/>
          <a:ln>
            <a:noFill/>
          </a:ln>
        </p:spPr>
      </p:sp>
      <p:sp>
        <p:nvSpPr>
          <p:cNvPr id="766" name="Google Shape;766;p61"/>
          <p:cNvSpPr/>
          <p:nvPr>
            <p:ph idx="14" type="pic"/>
          </p:nvPr>
        </p:nvSpPr>
        <p:spPr>
          <a:xfrm>
            <a:off x="8623025" y="7346350"/>
            <a:ext cx="1977900" cy="1977900"/>
          </a:xfrm>
          <a:prstGeom prst="ellipse">
            <a:avLst/>
          </a:prstGeom>
          <a:noFill/>
          <a:ln>
            <a:noFill/>
          </a:ln>
        </p:spPr>
      </p:sp>
      <p:pic>
        <p:nvPicPr>
          <p:cNvPr id="767" name="Google Shape;767;p61" title="BE-MVP-Icon-Spark_Redux_V3_STRAIGHT_yellow.png"/>
          <p:cNvPicPr preferRelativeResize="0"/>
          <p:nvPr/>
        </p:nvPicPr>
        <p:blipFill rotWithShape="1">
          <a:blip r:embed="rId3">
            <a:alphaModFix/>
          </a:blip>
          <a:srcRect b="2562" l="0" r="0" t="2562"/>
          <a:stretch/>
        </p:blipFill>
        <p:spPr>
          <a:xfrm>
            <a:off x="499632" y="3149512"/>
            <a:ext cx="448164" cy="453897"/>
          </a:xfrm>
          <a:prstGeom prst="rect">
            <a:avLst/>
          </a:prstGeom>
          <a:noFill/>
          <a:ln>
            <a:noFill/>
          </a:ln>
        </p:spPr>
      </p:pic>
      <p:pic>
        <p:nvPicPr>
          <p:cNvPr id="768" name="Google Shape;768;p61" title="BE-MVP-Icon-Spark_Redux_V3_STRAIGHT_yellow.png"/>
          <p:cNvPicPr preferRelativeResize="0"/>
          <p:nvPr/>
        </p:nvPicPr>
        <p:blipFill rotWithShape="1">
          <a:blip r:embed="rId3">
            <a:alphaModFix/>
          </a:blip>
          <a:srcRect b="2562" l="0" r="0" t="2562"/>
          <a:stretch/>
        </p:blipFill>
        <p:spPr>
          <a:xfrm>
            <a:off x="12242121" y="6689569"/>
            <a:ext cx="800070" cy="810305"/>
          </a:xfrm>
          <a:prstGeom prst="rect">
            <a:avLst/>
          </a:prstGeom>
          <a:noFill/>
          <a:ln>
            <a:noFill/>
          </a:ln>
        </p:spPr>
      </p:pic>
      <p:pic>
        <p:nvPicPr>
          <p:cNvPr id="769" name="Google Shape;769;p61" title="BE-MVP-Icon-Spark_Redux_V3_STRAIGHT_yellow.png"/>
          <p:cNvPicPr preferRelativeResize="0"/>
          <p:nvPr/>
        </p:nvPicPr>
        <p:blipFill rotWithShape="1">
          <a:blip r:embed="rId3">
            <a:alphaModFix/>
          </a:blip>
          <a:srcRect b="2562" l="0" r="0" t="2562"/>
          <a:stretch/>
        </p:blipFill>
        <p:spPr>
          <a:xfrm>
            <a:off x="1837832" y="9469662"/>
            <a:ext cx="448164" cy="453897"/>
          </a:xfrm>
          <a:prstGeom prst="rect">
            <a:avLst/>
          </a:prstGeom>
          <a:noFill/>
          <a:ln>
            <a:noFill/>
          </a:ln>
        </p:spPr>
      </p:pic>
      <p:pic>
        <p:nvPicPr>
          <p:cNvPr id="770" name="Google Shape;770;p61" title="BE-MVP-Icon-Spark_Redux_V3_STRAIGHT_yellow.png"/>
          <p:cNvPicPr preferRelativeResize="0"/>
          <p:nvPr/>
        </p:nvPicPr>
        <p:blipFill rotWithShape="1">
          <a:blip r:embed="rId3">
            <a:alphaModFix/>
          </a:blip>
          <a:srcRect b="2562" l="0" r="0" t="2562"/>
          <a:stretch/>
        </p:blipFill>
        <p:spPr>
          <a:xfrm>
            <a:off x="10909707" y="857262"/>
            <a:ext cx="448164" cy="453897"/>
          </a:xfrm>
          <a:prstGeom prst="rect">
            <a:avLst/>
          </a:prstGeom>
          <a:noFill/>
          <a:ln>
            <a:noFill/>
          </a:ln>
        </p:spPr>
      </p:pic>
      <p:pic>
        <p:nvPicPr>
          <p:cNvPr id="771" name="Google Shape;771;p61" title="BE-MVP-Icon-Spark_Redux_V3_STRAIGHT_yellow.png"/>
          <p:cNvPicPr preferRelativeResize="0"/>
          <p:nvPr/>
        </p:nvPicPr>
        <p:blipFill rotWithShape="1">
          <a:blip r:embed="rId3">
            <a:alphaModFix/>
          </a:blip>
          <a:srcRect b="2562" l="0" r="0" t="2562"/>
          <a:stretch/>
        </p:blipFill>
        <p:spPr>
          <a:xfrm>
            <a:off x="16982582" y="8690112"/>
            <a:ext cx="448164" cy="453897"/>
          </a:xfrm>
          <a:prstGeom prst="rect">
            <a:avLst/>
          </a:prstGeom>
          <a:noFill/>
          <a:ln>
            <a:noFill/>
          </a:ln>
        </p:spPr>
      </p:pic>
      <p:pic>
        <p:nvPicPr>
          <p:cNvPr id="772" name="Google Shape;772;p61" title="BE-MVP-Icon-Spark_Redux_V3_STRAIGHT_yellow.png"/>
          <p:cNvPicPr preferRelativeResize="0"/>
          <p:nvPr/>
        </p:nvPicPr>
        <p:blipFill rotWithShape="1">
          <a:blip r:embed="rId3">
            <a:alphaModFix/>
          </a:blip>
          <a:srcRect b="2562" l="0" r="0" t="2562"/>
          <a:stretch/>
        </p:blipFill>
        <p:spPr>
          <a:xfrm>
            <a:off x="17327507" y="1016012"/>
            <a:ext cx="448164" cy="453897"/>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over 2">
  <p:cSld name="CUSTOM_2">
    <p:spTree>
      <p:nvGrpSpPr>
        <p:cNvPr id="773" name="Shape 773"/>
        <p:cNvGrpSpPr/>
        <p:nvPr/>
      </p:nvGrpSpPr>
      <p:grpSpPr>
        <a:xfrm>
          <a:off x="0" y="0"/>
          <a:ext cx="0" cy="0"/>
          <a:chOff x="0" y="0"/>
          <a:chExt cx="0" cy="0"/>
        </a:xfrm>
      </p:grpSpPr>
      <p:pic>
        <p:nvPicPr>
          <p:cNvPr id="774" name="Google Shape;774;p6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75" name="Google Shape;775;p62"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776" name="Google Shape;776;p62"/>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over 1">
  <p:cSld name="CUSTOM_3">
    <p:spTree>
      <p:nvGrpSpPr>
        <p:cNvPr id="777" name="Shape 777"/>
        <p:cNvGrpSpPr/>
        <p:nvPr/>
      </p:nvGrpSpPr>
      <p:grpSpPr>
        <a:xfrm>
          <a:off x="0" y="0"/>
          <a:ext cx="0" cy="0"/>
          <a:chOff x="0" y="0"/>
          <a:chExt cx="0" cy="0"/>
        </a:xfrm>
      </p:grpSpPr>
      <p:pic>
        <p:nvPicPr>
          <p:cNvPr id="778" name="Google Shape;778;p63"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79" name="Google Shape;779;p63"/>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780" name="Google Shape;780;p63"/>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FLS">
  <p:cSld name="TITLE_1_1_1_1_1_1_1_1_1_1_1_1_1_1_1_1_1_1_1_1_1_1_1_1_1_1_1_1_1_1_1_1_1_1_1_1_1_1_1_1_1_1_1_1_1_1_1_1_1">
    <p:bg>
      <p:bgPr>
        <a:solidFill>
          <a:schemeClr val="accent6"/>
        </a:solidFill>
      </p:bgPr>
    </p:bg>
    <p:spTree>
      <p:nvGrpSpPr>
        <p:cNvPr id="781" name="Shape 781"/>
        <p:cNvGrpSpPr/>
        <p:nvPr/>
      </p:nvGrpSpPr>
      <p:grpSpPr>
        <a:xfrm>
          <a:off x="0" y="0"/>
          <a:ext cx="0" cy="0"/>
          <a:chOff x="0" y="0"/>
          <a:chExt cx="0" cy="0"/>
        </a:xfrm>
      </p:grpSpPr>
      <p:sp>
        <p:nvSpPr>
          <p:cNvPr id="782" name="Google Shape;782;p64"/>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783" name="Google Shape;783;p64"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784" name="Google Shape;784;p64"/>
          <p:cNvSpPr txBox="1"/>
          <p:nvPr/>
        </p:nvSpPr>
        <p:spPr>
          <a:xfrm>
            <a:off x="13199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pic>
        <p:nvPicPr>
          <p:cNvPr id="785" name="Google Shape;785;p6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FLS">
  <p:cSld name="TITLE_1_1_1_1_1_1_1_1_1_1_1_1_1_1_1_1_1_1_1_1_1_1_1_1_1_1_1_1_1_1_1_1_1_1_1_1_1_1_1_1_1_1_1_1_1_1_1_1_1_1">
    <p:bg>
      <p:bgPr>
        <a:solidFill>
          <a:srgbClr val="CFE9FE"/>
        </a:solidFill>
      </p:bgPr>
    </p:bg>
    <p:spTree>
      <p:nvGrpSpPr>
        <p:cNvPr id="786" name="Shape 786"/>
        <p:cNvGrpSpPr/>
        <p:nvPr/>
      </p:nvGrpSpPr>
      <p:grpSpPr>
        <a:xfrm>
          <a:off x="0" y="0"/>
          <a:ext cx="0" cy="0"/>
          <a:chOff x="0" y="0"/>
          <a:chExt cx="0" cy="0"/>
        </a:xfrm>
      </p:grpSpPr>
      <p:pic>
        <p:nvPicPr>
          <p:cNvPr id="787" name="Google Shape;787;p6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88" name="Google Shape;788;p6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789" name="Google Shape;789;p65"/>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790" name="Google Shape;790;p65"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791" name="Google Shape;791;p65"/>
          <p:cNvSpPr txBox="1"/>
          <p:nvPr/>
        </p:nvSpPr>
        <p:spPr>
          <a:xfrm>
            <a:off x="13434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Calendar ">
  <p:cSld name="TITLE_1_1_1_1_1_1_1_1_1_1_1_1_1_1_1_1_1_1_1_1_1_2_4">
    <p:bg>
      <p:bgPr>
        <a:solidFill>
          <a:schemeClr val="accent6"/>
        </a:solidFill>
      </p:bgPr>
    </p:bg>
    <p:spTree>
      <p:nvGrpSpPr>
        <p:cNvPr id="792" name="Shape 792"/>
        <p:cNvGrpSpPr/>
        <p:nvPr/>
      </p:nvGrpSpPr>
      <p:grpSpPr>
        <a:xfrm>
          <a:off x="0" y="0"/>
          <a:ext cx="0" cy="0"/>
          <a:chOff x="0" y="0"/>
          <a:chExt cx="0" cy="0"/>
        </a:xfrm>
      </p:grpSpPr>
      <p:sp>
        <p:nvSpPr>
          <p:cNvPr id="793" name="Google Shape;793;p6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94" name="Google Shape;794;p6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95" name="Google Shape;795;p6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796" name="Google Shape;796;p6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797" name="Google Shape;797;p66"/>
          <p:cNvSpPr/>
          <p:nvPr/>
        </p:nvSpPr>
        <p:spPr>
          <a:xfrm>
            <a:off x="85725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798" name="Google Shape;798;p66"/>
          <p:cNvSpPr/>
          <p:nvPr/>
        </p:nvSpPr>
        <p:spPr>
          <a:xfrm>
            <a:off x="4249875"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799" name="Google Shape;799;p66"/>
          <p:cNvSpPr/>
          <p:nvPr/>
        </p:nvSpPr>
        <p:spPr>
          <a:xfrm>
            <a:off x="764250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0" name="Google Shape;800;p66"/>
          <p:cNvSpPr/>
          <p:nvPr/>
        </p:nvSpPr>
        <p:spPr>
          <a:xfrm>
            <a:off x="11035126"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1" name="Google Shape;801;p66"/>
          <p:cNvSpPr/>
          <p:nvPr/>
        </p:nvSpPr>
        <p:spPr>
          <a:xfrm>
            <a:off x="14427751"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2" name="Google Shape;802;p66"/>
          <p:cNvSpPr/>
          <p:nvPr/>
        </p:nvSpPr>
        <p:spPr>
          <a:xfrm>
            <a:off x="1014076"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3" name="Google Shape;803;p66"/>
          <p:cNvSpPr txBox="1"/>
          <p:nvPr/>
        </p:nvSpPr>
        <p:spPr>
          <a:xfrm>
            <a:off x="1207467"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Monday</a:t>
            </a:r>
            <a:endParaRPr sz="2000">
              <a:solidFill>
                <a:schemeClr val="lt1"/>
              </a:solidFill>
              <a:latin typeface="Avant Garde Demi SFDC"/>
              <a:ea typeface="Avant Garde Demi SFDC"/>
              <a:cs typeface="Avant Garde Demi SFDC"/>
              <a:sym typeface="Avant Garde Demi SFDC"/>
            </a:endParaRPr>
          </a:p>
        </p:txBody>
      </p:sp>
      <p:sp>
        <p:nvSpPr>
          <p:cNvPr id="804" name="Google Shape;804;p66"/>
          <p:cNvSpPr/>
          <p:nvPr/>
        </p:nvSpPr>
        <p:spPr>
          <a:xfrm>
            <a:off x="4406794"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5" name="Google Shape;805;p66"/>
          <p:cNvSpPr txBox="1"/>
          <p:nvPr/>
        </p:nvSpPr>
        <p:spPr>
          <a:xfrm>
            <a:off x="4600185"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Tuesday</a:t>
            </a:r>
            <a:endParaRPr sz="2000">
              <a:solidFill>
                <a:schemeClr val="lt1"/>
              </a:solidFill>
              <a:latin typeface="Avant Garde Demi SFDC"/>
              <a:ea typeface="Avant Garde Demi SFDC"/>
              <a:cs typeface="Avant Garde Demi SFDC"/>
              <a:sym typeface="Avant Garde Demi SFDC"/>
            </a:endParaRPr>
          </a:p>
        </p:txBody>
      </p:sp>
      <p:sp>
        <p:nvSpPr>
          <p:cNvPr id="806" name="Google Shape;806;p66"/>
          <p:cNvSpPr/>
          <p:nvPr/>
        </p:nvSpPr>
        <p:spPr>
          <a:xfrm>
            <a:off x="7799422"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7" name="Google Shape;807;p66"/>
          <p:cNvSpPr txBox="1"/>
          <p:nvPr/>
        </p:nvSpPr>
        <p:spPr>
          <a:xfrm>
            <a:off x="7992813"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Wednesday</a:t>
            </a:r>
            <a:endParaRPr sz="2000">
              <a:solidFill>
                <a:schemeClr val="lt1"/>
              </a:solidFill>
              <a:latin typeface="Avant Garde Demi SFDC"/>
              <a:ea typeface="Avant Garde Demi SFDC"/>
              <a:cs typeface="Avant Garde Demi SFDC"/>
              <a:sym typeface="Avant Garde Demi SFDC"/>
            </a:endParaRPr>
          </a:p>
        </p:txBody>
      </p:sp>
      <p:sp>
        <p:nvSpPr>
          <p:cNvPr id="808" name="Google Shape;808;p66"/>
          <p:cNvSpPr/>
          <p:nvPr/>
        </p:nvSpPr>
        <p:spPr>
          <a:xfrm>
            <a:off x="11192050"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9" name="Google Shape;809;p66"/>
          <p:cNvSpPr txBox="1"/>
          <p:nvPr/>
        </p:nvSpPr>
        <p:spPr>
          <a:xfrm>
            <a:off x="11385441"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Thursday</a:t>
            </a:r>
            <a:endParaRPr sz="2000">
              <a:solidFill>
                <a:schemeClr val="lt1"/>
              </a:solidFill>
              <a:latin typeface="Avant Garde Demi SFDC"/>
              <a:ea typeface="Avant Garde Demi SFDC"/>
              <a:cs typeface="Avant Garde Demi SFDC"/>
              <a:sym typeface="Avant Garde Demi SFDC"/>
            </a:endParaRPr>
          </a:p>
        </p:txBody>
      </p:sp>
      <p:sp>
        <p:nvSpPr>
          <p:cNvPr id="810" name="Google Shape;810;p66"/>
          <p:cNvSpPr/>
          <p:nvPr/>
        </p:nvSpPr>
        <p:spPr>
          <a:xfrm>
            <a:off x="14584677"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11" name="Google Shape;811;p66"/>
          <p:cNvSpPr txBox="1"/>
          <p:nvPr/>
        </p:nvSpPr>
        <p:spPr>
          <a:xfrm>
            <a:off x="14778069"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Friday</a:t>
            </a:r>
            <a:endParaRPr sz="2000">
              <a:solidFill>
                <a:schemeClr val="lt1"/>
              </a:solidFill>
              <a:latin typeface="Avant Garde Demi SFDC"/>
              <a:ea typeface="Avant Garde Demi SFDC"/>
              <a:cs typeface="Avant Garde Demi SFDC"/>
              <a:sym typeface="Avant Garde Demi SFDC"/>
            </a:endParaRPr>
          </a:p>
        </p:txBody>
      </p:sp>
      <p:sp>
        <p:nvSpPr>
          <p:cNvPr id="812" name="Google Shape;812;p66"/>
          <p:cNvSpPr txBox="1"/>
          <p:nvPr>
            <p:ph idx="3" type="title"/>
          </p:nvPr>
        </p:nvSpPr>
        <p:spPr>
          <a:xfrm>
            <a:off x="12076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3" name="Google Shape;813;p66"/>
          <p:cNvSpPr txBox="1"/>
          <p:nvPr>
            <p:ph idx="4" type="title"/>
          </p:nvPr>
        </p:nvSpPr>
        <p:spPr>
          <a:xfrm>
            <a:off x="460027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4" name="Google Shape;814;p66"/>
          <p:cNvSpPr txBox="1"/>
          <p:nvPr>
            <p:ph idx="5" type="title"/>
          </p:nvPr>
        </p:nvSpPr>
        <p:spPr>
          <a:xfrm>
            <a:off x="799290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5" name="Google Shape;815;p66"/>
          <p:cNvSpPr txBox="1"/>
          <p:nvPr>
            <p:ph idx="6" type="title"/>
          </p:nvPr>
        </p:nvSpPr>
        <p:spPr>
          <a:xfrm>
            <a:off x="1138552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6" name="Google Shape;816;p66"/>
          <p:cNvSpPr txBox="1"/>
          <p:nvPr>
            <p:ph idx="7" type="title"/>
          </p:nvPr>
        </p:nvSpPr>
        <p:spPr>
          <a:xfrm>
            <a:off x="147781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pic>
        <p:nvPicPr>
          <p:cNvPr descr="Yellow_single_sparkle.png" id="817" name="Google Shape;817;p66"/>
          <p:cNvPicPr preferRelativeResize="0"/>
          <p:nvPr/>
        </p:nvPicPr>
        <p:blipFill rotWithShape="1">
          <a:blip r:embed="rId3">
            <a:alphaModFix/>
          </a:blip>
          <a:srcRect b="0" l="0" r="0" t="0"/>
          <a:stretch/>
        </p:blipFill>
        <p:spPr>
          <a:xfrm rot="618519">
            <a:off x="17716618" y="8037292"/>
            <a:ext cx="336404" cy="340708"/>
          </a:xfrm>
          <a:prstGeom prst="rect">
            <a:avLst/>
          </a:prstGeom>
          <a:noFill/>
          <a:ln>
            <a:noFill/>
          </a:ln>
        </p:spPr>
      </p:pic>
      <p:pic>
        <p:nvPicPr>
          <p:cNvPr descr="Yellow_single_sparkle.png" id="818" name="Google Shape;818;p66"/>
          <p:cNvPicPr preferRelativeResize="0"/>
          <p:nvPr/>
        </p:nvPicPr>
        <p:blipFill rotWithShape="1">
          <a:blip r:embed="rId3">
            <a:alphaModFix/>
          </a:blip>
          <a:srcRect b="0" l="0" r="0" t="0"/>
          <a:stretch/>
        </p:blipFill>
        <p:spPr>
          <a:xfrm rot="-669029">
            <a:off x="16923044" y="8209249"/>
            <a:ext cx="768236" cy="778064"/>
          </a:xfrm>
          <a:prstGeom prst="rect">
            <a:avLst/>
          </a:prstGeom>
          <a:noFill/>
          <a:ln>
            <a:noFill/>
          </a:ln>
        </p:spPr>
      </p:pic>
      <p:pic>
        <p:nvPicPr>
          <p:cNvPr descr="alt=&quot;&quot;" id="819" name="Google Shape;819;p66"/>
          <p:cNvPicPr preferRelativeResize="0"/>
          <p:nvPr/>
        </p:nvPicPr>
        <p:blipFill rotWithShape="1">
          <a:blip r:embed="rId3">
            <a:alphaModFix/>
          </a:blip>
          <a:srcRect b="0" l="0" r="0" t="0"/>
          <a:stretch/>
        </p:blipFill>
        <p:spPr>
          <a:xfrm rot="-1107206">
            <a:off x="292166" y="2423508"/>
            <a:ext cx="485211" cy="491419"/>
          </a:xfrm>
          <a:prstGeom prst="rect">
            <a:avLst/>
          </a:prstGeom>
          <a:noFill/>
          <a:ln>
            <a:noFill/>
          </a:ln>
        </p:spPr>
      </p:pic>
      <p:pic>
        <p:nvPicPr>
          <p:cNvPr descr="alt=&quot;&quot;" id="820" name="Google Shape;820;p66"/>
          <p:cNvPicPr preferRelativeResize="0"/>
          <p:nvPr/>
        </p:nvPicPr>
        <p:blipFill rotWithShape="1">
          <a:blip r:embed="rId3">
            <a:alphaModFix/>
          </a:blip>
          <a:srcRect b="0" l="0" r="0" t="0"/>
          <a:stretch/>
        </p:blipFill>
        <p:spPr>
          <a:xfrm rot="450588">
            <a:off x="390984" y="3078575"/>
            <a:ext cx="189095" cy="19153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NoC">
  <p:cSld name="TITLE_1_1_1_1_1_1_1_1_1_1_1_1_1_1_1_1_1_1_1_1_1_1_1_1_1_1_1_1_1_1_1_1_1_1_1_1_1_1_1_1_1_1_1_1_1_1_1_1_1_2">
    <p:bg>
      <p:bgPr>
        <a:solidFill>
          <a:srgbClr val="CFE9FE"/>
        </a:solidFill>
      </p:bgPr>
    </p:bg>
    <p:spTree>
      <p:nvGrpSpPr>
        <p:cNvPr id="821" name="Shape 821"/>
        <p:cNvGrpSpPr/>
        <p:nvPr/>
      </p:nvGrpSpPr>
      <p:grpSpPr>
        <a:xfrm>
          <a:off x="0" y="0"/>
          <a:ext cx="0" cy="0"/>
          <a:chOff x="0" y="0"/>
          <a:chExt cx="0" cy="0"/>
        </a:xfrm>
      </p:grpSpPr>
      <p:sp>
        <p:nvSpPr>
          <p:cNvPr id="822" name="Google Shape;822;p67"/>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Notice of confidentiality</a:t>
            </a:r>
            <a:endParaRPr sz="5400">
              <a:solidFill>
                <a:schemeClr val="dk1"/>
              </a:solidFill>
              <a:latin typeface="Avant Garde Demi SFDC"/>
              <a:ea typeface="Avant Garde Demi SFDC"/>
              <a:cs typeface="Avant Garde Demi SFDC"/>
              <a:sym typeface="Avant Garde Demi SFDC"/>
            </a:endParaRPr>
          </a:p>
        </p:txBody>
      </p:sp>
      <p:sp>
        <p:nvSpPr>
          <p:cNvPr id="823" name="Google Shape;823;p67"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pic>
        <p:nvPicPr>
          <p:cNvPr id="824" name="Google Shape;824;p67"/>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25" name="Google Shape;825;p67"/>
          <p:cNvPicPr preferRelativeResize="0"/>
          <p:nvPr/>
        </p:nvPicPr>
        <p:blipFill rotWithShape="1">
          <a:blip r:embed="rId3">
            <a:alphaModFix/>
          </a:blip>
          <a:srcRect b="20754" l="3941" r="72741" t="17734"/>
          <a:stretch/>
        </p:blipFill>
        <p:spPr>
          <a:xfrm>
            <a:off x="1486825" y="3902925"/>
            <a:ext cx="3656673" cy="3786776"/>
          </a:xfrm>
          <a:prstGeom prst="rect">
            <a:avLst/>
          </a:prstGeom>
          <a:noFill/>
          <a:ln>
            <a:noFill/>
          </a:ln>
        </p:spPr>
      </p:pic>
      <p:sp>
        <p:nvSpPr>
          <p:cNvPr id="826" name="Google Shape;826;p67"/>
          <p:cNvSpPr txBox="1"/>
          <p:nvPr/>
        </p:nvSpPr>
        <p:spPr>
          <a:xfrm>
            <a:off x="6118768" y="4068438"/>
            <a:ext cx="9777000" cy="344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4263">
                <a:solidFill>
                  <a:srgbClr val="003366"/>
                </a:solidFill>
                <a:latin typeface="Salesforce Sans"/>
                <a:ea typeface="Salesforce Sans"/>
                <a:cs typeface="Salesforce Sans"/>
                <a:sym typeface="Salesforce Sans"/>
              </a:rPr>
              <a:t>The contents of this presentation are confidential and are intended solely </a:t>
            </a:r>
            <a:br>
              <a:rPr lang="en" sz="4263">
                <a:solidFill>
                  <a:srgbClr val="003366"/>
                </a:solidFill>
                <a:latin typeface="Salesforce Sans"/>
                <a:ea typeface="Salesforce Sans"/>
                <a:cs typeface="Salesforce Sans"/>
                <a:sym typeface="Salesforce Sans"/>
              </a:rPr>
            </a:br>
            <a:r>
              <a:rPr lang="en" sz="4263">
                <a:solidFill>
                  <a:srgbClr val="003366"/>
                </a:solidFill>
                <a:latin typeface="Salesforce Sans"/>
                <a:ea typeface="Salesforce Sans"/>
                <a:cs typeface="Salesforce Sans"/>
                <a:sym typeface="Salesforce Sans"/>
              </a:rPr>
              <a:t>for internal purposes. </a:t>
            </a:r>
            <a:r>
              <a:rPr b="1" lang="en" sz="4263">
                <a:solidFill>
                  <a:srgbClr val="003366"/>
                </a:solidFill>
                <a:latin typeface="Salesforce Sans"/>
                <a:ea typeface="Salesforce Sans"/>
                <a:cs typeface="Salesforce Sans"/>
                <a:sym typeface="Salesforce Sans"/>
              </a:rPr>
              <a:t>The contents </a:t>
            </a:r>
            <a:br>
              <a:rPr b="1" lang="en" sz="4263">
                <a:solidFill>
                  <a:srgbClr val="003366"/>
                </a:solidFill>
                <a:latin typeface="Salesforce Sans"/>
                <a:ea typeface="Salesforce Sans"/>
                <a:cs typeface="Salesforce Sans"/>
                <a:sym typeface="Salesforce Sans"/>
              </a:rPr>
            </a:br>
            <a:r>
              <a:rPr b="1" lang="en" sz="4263">
                <a:solidFill>
                  <a:srgbClr val="003366"/>
                </a:solidFill>
                <a:latin typeface="Salesforce Sans"/>
                <a:ea typeface="Salesforce Sans"/>
                <a:cs typeface="Salesforce Sans"/>
                <a:sym typeface="Salesforce Sans"/>
              </a:rPr>
              <a:t>are shared with you in trust.</a:t>
            </a:r>
            <a:endParaRPr sz="3654">
              <a:solidFill>
                <a:srgbClr val="59575C"/>
              </a:solidFill>
              <a:latin typeface="Salesforce Sans"/>
              <a:ea typeface="Salesforce Sans"/>
              <a:cs typeface="Salesforce Sans"/>
              <a:sym typeface="Salesforce San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Gradient Reverse">
  <p:cSld name="CUSTOM_4">
    <p:bg>
      <p:bgPr>
        <a:gradFill>
          <a:gsLst>
            <a:gs pos="0">
              <a:srgbClr val="90D0FE"/>
            </a:gs>
            <a:gs pos="100000">
              <a:srgbClr val="EAF5FE"/>
            </a:gs>
          </a:gsLst>
          <a:lin ang="5400012" scaled="0"/>
        </a:gradFill>
      </p:bgPr>
    </p:bg>
    <p:spTree>
      <p:nvGrpSpPr>
        <p:cNvPr id="827" name="Shape 827"/>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TITLE_1_4">
    <p:bg>
      <p:bgPr>
        <a:solidFill>
          <a:srgbClr val="CFE9FE"/>
        </a:solidFill>
      </p:bgPr>
    </p:bg>
    <p:spTree>
      <p:nvGrpSpPr>
        <p:cNvPr id="828" name="Shape 828"/>
        <p:cNvGrpSpPr/>
        <p:nvPr/>
      </p:nvGrpSpPr>
      <p:grpSpPr>
        <a:xfrm>
          <a:off x="0" y="0"/>
          <a:ext cx="0" cy="0"/>
          <a:chOff x="0" y="0"/>
          <a:chExt cx="0" cy="0"/>
        </a:xfrm>
      </p:grpSpPr>
      <p:sp>
        <p:nvSpPr>
          <p:cNvPr id="829" name="Google Shape;829;p69"/>
          <p:cNvSpPr txBox="1"/>
          <p:nvPr>
            <p:ph idx="12" type="sldNum"/>
          </p:nvPr>
        </p:nvSpPr>
        <p:spPr>
          <a:xfrm>
            <a:off x="24383999" y="9204037"/>
            <a:ext cx="4267200" cy="660900"/>
          </a:xfrm>
          <a:prstGeom prst="rect">
            <a:avLst/>
          </a:prstGeom>
          <a:noFill/>
          <a:ln>
            <a:noFill/>
          </a:ln>
        </p:spPr>
        <p:txBody>
          <a:bodyPr anchorCtr="0" anchor="ctr" bIns="182825" lIns="182825" spcFirstLastPara="1" rIns="182825" wrap="square" tIns="182825">
            <a:normAutofit/>
          </a:bodyPr>
          <a:lstStyle>
            <a:lvl1pPr indent="0" lvl="0"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indent="0" lvl="1"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indent="0" lvl="2"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3pPr>
            <a:lvl4pPr indent="0" lvl="3"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4pPr>
            <a:lvl5pPr indent="0" lvl="4"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5pPr>
            <a:lvl6pPr indent="0" lvl="5"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6pPr>
            <a:lvl7pPr indent="0" lvl="6"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7pPr>
            <a:lvl8pPr indent="0" lvl="7"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8pPr>
            <a:lvl9pPr indent="0" lvl="8"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b="0" i="0" u="none" cap="none" strike="noStrik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with Light Stage">
  <p:cSld name="CUSTOM_1_1">
    <p:bg>
      <p:bgPr>
        <a:solidFill>
          <a:srgbClr val="CFE9FE"/>
        </a:solidFill>
      </p:bgPr>
    </p:bg>
    <p:spTree>
      <p:nvGrpSpPr>
        <p:cNvPr id="830" name="Shape 830"/>
        <p:cNvGrpSpPr/>
        <p:nvPr/>
      </p:nvGrpSpPr>
      <p:grpSpPr>
        <a:xfrm>
          <a:off x="0" y="0"/>
          <a:ext cx="0" cy="0"/>
          <a:chOff x="0" y="0"/>
          <a:chExt cx="0" cy="0"/>
        </a:xfrm>
      </p:grpSpPr>
      <p:pic>
        <p:nvPicPr>
          <p:cNvPr id="831" name="Google Shape;831;p70"/>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832" name="Google Shape;832;p70"/>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Aubergine product">
  <p:cSld name="TITLE_1_1_1_1_1_1_1_1_1_1_1_1_1_1_1_1_1_1_1_1_1_1_1_1_1_1_1_1_2_1_1_1_1_1_1_1_1_1">
    <p:bg>
      <p:bgPr>
        <a:solidFill>
          <a:srgbClr val="CFE9FE"/>
        </a:solidFill>
      </p:bgPr>
    </p:bg>
    <p:spTree>
      <p:nvGrpSpPr>
        <p:cNvPr id="833" name="Shape 833"/>
        <p:cNvGrpSpPr/>
        <p:nvPr/>
      </p:nvGrpSpPr>
      <p:grpSpPr>
        <a:xfrm>
          <a:off x="0" y="0"/>
          <a:ext cx="0" cy="0"/>
          <a:chOff x="0" y="0"/>
          <a:chExt cx="0" cy="0"/>
        </a:xfrm>
      </p:grpSpPr>
      <p:pic>
        <p:nvPicPr>
          <p:cNvPr id="834" name="Google Shape;834;p71"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ales Cloud">
  <p:cSld name="TITLE_1_1_1_1_1_1_1_1_1_1_1_1_1_1_1_1_1_1_1_1_1_1_1_1_1_1_1_1_2_1_1">
    <p:bg>
      <p:bgPr>
        <a:solidFill>
          <a:srgbClr val="CFE9FE"/>
        </a:solidFill>
      </p:bgPr>
    </p:bg>
    <p:spTree>
      <p:nvGrpSpPr>
        <p:cNvPr id="835" name="Shape 835"/>
        <p:cNvGrpSpPr/>
        <p:nvPr/>
      </p:nvGrpSpPr>
      <p:grpSpPr>
        <a:xfrm>
          <a:off x="0" y="0"/>
          <a:ext cx="0" cy="0"/>
          <a:chOff x="0" y="0"/>
          <a:chExt cx="0" cy="0"/>
        </a:xfrm>
      </p:grpSpPr>
      <p:pic>
        <p:nvPicPr>
          <p:cNvPr id="836" name="Google Shape;836;p72"/>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37" name="Google Shape;837;p72" title="DF Slides for conversion_1920x1080 (6).001.jpeg"/>
          <p:cNvPicPr preferRelativeResize="0"/>
          <p:nvPr/>
        </p:nvPicPr>
        <p:blipFill rotWithShape="1">
          <a:blip r:embed="rId3">
            <a:alphaModFix/>
          </a:blip>
          <a:srcRect b="0" l="110" r="110" t="0"/>
          <a:stretch/>
        </p:blipFill>
        <p:spPr>
          <a:xfrm>
            <a:off x="-45350" y="-45346"/>
            <a:ext cx="18368626" cy="10355024"/>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ervice">
  <p:cSld name="TITLE_1_1_1_1_1_1_1_1_1_1_1_1_1_1_1_1_1_1_1_1_1_1_1_1_1_1_1_1_2_1_1_1">
    <p:bg>
      <p:bgPr>
        <a:solidFill>
          <a:srgbClr val="CFE9FE"/>
        </a:solidFill>
      </p:bgPr>
    </p:bg>
    <p:spTree>
      <p:nvGrpSpPr>
        <p:cNvPr id="838" name="Shape 838"/>
        <p:cNvGrpSpPr/>
        <p:nvPr/>
      </p:nvGrpSpPr>
      <p:grpSpPr>
        <a:xfrm>
          <a:off x="0" y="0"/>
          <a:ext cx="0" cy="0"/>
          <a:chOff x="0" y="0"/>
          <a:chExt cx="0" cy="0"/>
        </a:xfrm>
      </p:grpSpPr>
      <p:pic>
        <p:nvPicPr>
          <p:cNvPr id="839" name="Google Shape;839;p7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40" name="Google Shape;840;p73" title="DF Slides for conversion_1920x1080 (6).002.jpeg"/>
          <p:cNvPicPr preferRelativeResize="0"/>
          <p:nvPr/>
        </p:nvPicPr>
        <p:blipFill rotWithShape="1">
          <a:blip r:embed="rId3">
            <a:alphaModFix/>
          </a:blip>
          <a:srcRect b="626" l="338" r="288" t="0"/>
          <a:stretch/>
        </p:blipFill>
        <p:spPr>
          <a:xfrm>
            <a:off x="0" y="0"/>
            <a:ext cx="18288000" cy="10287000"/>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Electric Blue product">
  <p:cSld name="TITLE_1_1_1_1_1_1_1_1_1_1_1_1_1_1_1_1_1_1_1_1_1_1_1_1_1_1_1_1_2_1_1_1_1_1_1_1_1_2">
    <p:bg>
      <p:bgPr>
        <a:solidFill>
          <a:srgbClr val="CFE9FE"/>
        </a:solidFill>
      </p:bgPr>
    </p:bg>
    <p:spTree>
      <p:nvGrpSpPr>
        <p:cNvPr id="841" name="Shape 841"/>
        <p:cNvGrpSpPr/>
        <p:nvPr/>
      </p:nvGrpSpPr>
      <p:grpSpPr>
        <a:xfrm>
          <a:off x="0" y="0"/>
          <a:ext cx="0" cy="0"/>
          <a:chOff x="0" y="0"/>
          <a:chExt cx="0" cy="0"/>
        </a:xfrm>
      </p:grpSpPr>
      <p:pic>
        <p:nvPicPr>
          <p:cNvPr id="842" name="Google Shape;842;p74"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Marketing">
  <p:cSld name="TITLE_1_1_1_1_1_1_1_1_1_1_1_1_1_1_1_1_1_1_1_1_1_1_1_1_1_1_1_1_2_1_1_1_1">
    <p:bg>
      <p:bgPr>
        <a:solidFill>
          <a:srgbClr val="CFE9FE"/>
        </a:solidFill>
      </p:bgPr>
    </p:bg>
    <p:spTree>
      <p:nvGrpSpPr>
        <p:cNvPr id="843" name="Shape 843"/>
        <p:cNvGrpSpPr/>
        <p:nvPr/>
      </p:nvGrpSpPr>
      <p:grpSpPr>
        <a:xfrm>
          <a:off x="0" y="0"/>
          <a:ext cx="0" cy="0"/>
          <a:chOff x="0" y="0"/>
          <a:chExt cx="0" cy="0"/>
        </a:xfrm>
      </p:grpSpPr>
      <p:pic>
        <p:nvPicPr>
          <p:cNvPr id="844" name="Google Shape;844;p75" title="DF Slides for conversion_1920x1080.001.jpeg"/>
          <p:cNvPicPr preferRelativeResize="0"/>
          <p:nvPr/>
        </p:nvPicPr>
        <p:blipFill rotWithShape="1">
          <a:blip r:embed="rId2">
            <a:alphaModFix/>
          </a:blip>
          <a:srcRect b="0" l="338" r="338" t="0"/>
          <a:stretch/>
        </p:blipFill>
        <p:spPr>
          <a:xfrm>
            <a:off x="-53754" y="-68029"/>
            <a:ext cx="18470952" cy="10461074"/>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Commerce">
  <p:cSld name="TITLE_1_1_1_1_1_1_1_1_1_1_1_1_1_1_1_1_1_1_1_1_1_1_1_1_1_1_1_1_2_1_1_1_1_1">
    <p:bg>
      <p:bgPr>
        <a:solidFill>
          <a:srgbClr val="CFE9FE"/>
        </a:solidFill>
      </p:bgPr>
    </p:bg>
    <p:spTree>
      <p:nvGrpSpPr>
        <p:cNvPr id="845" name="Shape 845"/>
        <p:cNvGrpSpPr/>
        <p:nvPr/>
      </p:nvGrpSpPr>
      <p:grpSpPr>
        <a:xfrm>
          <a:off x="0" y="0"/>
          <a:ext cx="0" cy="0"/>
          <a:chOff x="0" y="0"/>
          <a:chExt cx="0" cy="0"/>
        </a:xfrm>
      </p:grpSpPr>
      <p:pic>
        <p:nvPicPr>
          <p:cNvPr id="846" name="Google Shape;846;p76" title="DF Slides for conversion_1920x1080 (6).004.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Tableau">
  <p:cSld name="TITLE_1_1_1_1_1_1_1_1_1_1_1_1_1_1_1_1_1_1_1_1_1_1_1_1_1_1_1_1_2_1_1_1_1_1_1">
    <p:bg>
      <p:bgPr>
        <a:solidFill>
          <a:srgbClr val="CFE9FE"/>
        </a:solidFill>
      </p:bgPr>
    </p:bg>
    <p:spTree>
      <p:nvGrpSpPr>
        <p:cNvPr id="847" name="Shape 847"/>
        <p:cNvGrpSpPr/>
        <p:nvPr/>
      </p:nvGrpSpPr>
      <p:grpSpPr>
        <a:xfrm>
          <a:off x="0" y="0"/>
          <a:ext cx="0" cy="0"/>
          <a:chOff x="0" y="0"/>
          <a:chExt cx="0" cy="0"/>
        </a:xfrm>
      </p:grpSpPr>
      <p:pic>
        <p:nvPicPr>
          <p:cNvPr id="848" name="Google Shape;848;p77" title="DF Slides for conversion_1920x1080 (6).005.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Purple Data">
  <p:cSld name="TITLE_1_1_1_1_1_1_1_1_1_1_1_1_1_1_1_1_1_1_1_1_1_1_1_1_1_1_1_1_2_1_1_1_1_1_1_1_1_1_1">
    <p:bg>
      <p:bgPr>
        <a:solidFill>
          <a:srgbClr val="CFE9FE"/>
        </a:solidFill>
      </p:bgPr>
    </p:bg>
    <p:spTree>
      <p:nvGrpSpPr>
        <p:cNvPr id="849" name="Shape 849"/>
        <p:cNvGrpSpPr/>
        <p:nvPr/>
      </p:nvGrpSpPr>
      <p:grpSpPr>
        <a:xfrm>
          <a:off x="0" y="0"/>
          <a:ext cx="0" cy="0"/>
          <a:chOff x="0" y="0"/>
          <a:chExt cx="0" cy="0"/>
        </a:xfrm>
      </p:grpSpPr>
      <p:pic>
        <p:nvPicPr>
          <p:cNvPr id="850" name="Google Shape;850;p78"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851" name="Shape 851"/>
        <p:cNvGrpSpPr/>
        <p:nvPr/>
      </p:nvGrpSpPr>
      <p:grpSpPr>
        <a:xfrm>
          <a:off x="0" y="0"/>
          <a:ext cx="0" cy="0"/>
          <a:chOff x="0" y="0"/>
          <a:chExt cx="0" cy="0"/>
        </a:xfrm>
      </p:grpSpPr>
      <p:sp>
        <p:nvSpPr>
          <p:cNvPr id="852" name="Google Shape;852;p79"/>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1">
  <p:cSld name="TITLE_1_1_1_1_1_1_1_1_1_1_1_1_1_1_1_1_1_1_1_1_1_1_1_1_1_1_1_2">
    <p:bg>
      <p:bgPr>
        <a:solidFill>
          <a:srgbClr val="CFE9FE"/>
        </a:solidFill>
      </p:bgPr>
    </p:bg>
    <p:spTree>
      <p:nvGrpSpPr>
        <p:cNvPr id="853" name="Shape 853"/>
        <p:cNvGrpSpPr/>
        <p:nvPr/>
      </p:nvGrpSpPr>
      <p:grpSpPr>
        <a:xfrm>
          <a:off x="0" y="0"/>
          <a:ext cx="0" cy="0"/>
          <a:chOff x="0" y="0"/>
          <a:chExt cx="0" cy="0"/>
        </a:xfrm>
      </p:grpSpPr>
      <p:pic>
        <p:nvPicPr>
          <p:cNvPr id="854" name="Google Shape;854;p8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855" name="Google Shape;855;p80"/>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ayer" showMasterSp="0">
  <p:cSld name="TITLE_AND_BODY_5_1">
    <p:spTree>
      <p:nvGrpSpPr>
        <p:cNvPr id="856" name="Shape 856"/>
        <p:cNvGrpSpPr/>
        <p:nvPr/>
      </p:nvGrpSpPr>
      <p:grpSpPr>
        <a:xfrm>
          <a:off x="0" y="0"/>
          <a:ext cx="0" cy="0"/>
          <a:chOff x="0" y="0"/>
          <a:chExt cx="0" cy="0"/>
        </a:xfrm>
      </p:grpSpPr>
      <p:sp>
        <p:nvSpPr>
          <p:cNvPr id="857" name="Google Shape;857;p81"/>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
        <p:nvSpPr>
          <p:cNvPr id="858" name="Google Shape;858;p81"/>
          <p:cNvSpPr/>
          <p:nvPr/>
        </p:nvSpPr>
        <p:spPr>
          <a:xfrm>
            <a:off x="755165"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59" name="Google Shape;859;p81"/>
          <p:cNvSpPr txBox="1"/>
          <p:nvPr/>
        </p:nvSpPr>
        <p:spPr>
          <a:xfrm>
            <a:off x="869852"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860" name="Google Shape;860;p81"/>
          <p:cNvSpPr txBox="1"/>
          <p:nvPr/>
        </p:nvSpPr>
        <p:spPr>
          <a:xfrm>
            <a:off x="2362728"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861" name="Google Shape;861;p81"/>
          <p:cNvSpPr txBox="1"/>
          <p:nvPr/>
        </p:nvSpPr>
        <p:spPr>
          <a:xfrm>
            <a:off x="888815" y="2036196"/>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862" name="Google Shape;862;p81"/>
          <p:cNvSpPr txBox="1"/>
          <p:nvPr/>
        </p:nvSpPr>
        <p:spPr>
          <a:xfrm>
            <a:off x="3726784"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863" name="Google Shape;863;p81"/>
          <p:cNvSpPr/>
          <p:nvPr/>
        </p:nvSpPr>
        <p:spPr>
          <a:xfrm>
            <a:off x="755165" y="4315542"/>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64" name="Google Shape;864;p81"/>
          <p:cNvSpPr txBox="1"/>
          <p:nvPr/>
        </p:nvSpPr>
        <p:spPr>
          <a:xfrm>
            <a:off x="888815" y="4415742"/>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Provider Network Management</a:t>
            </a:r>
            <a:endParaRPr sz="1600">
              <a:latin typeface="Avant Garde Demi SFDC"/>
              <a:ea typeface="Avant Garde Demi SFDC"/>
              <a:cs typeface="Avant Garde Demi SFDC"/>
              <a:sym typeface="Avant Garde Demi SFDC"/>
            </a:endParaRPr>
          </a:p>
        </p:txBody>
      </p:sp>
      <p:sp>
        <p:nvSpPr>
          <p:cNvPr id="865" name="Google Shape;865;p81"/>
          <p:cNvSpPr txBox="1"/>
          <p:nvPr/>
        </p:nvSpPr>
        <p:spPr>
          <a:xfrm>
            <a:off x="2362728" y="954979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Distribution Channel Management</a:t>
            </a:r>
            <a:endParaRPr sz="1600"/>
          </a:p>
        </p:txBody>
      </p:sp>
      <p:sp>
        <p:nvSpPr>
          <p:cNvPr id="866" name="Google Shape;866;p81"/>
          <p:cNvSpPr txBox="1"/>
          <p:nvPr/>
        </p:nvSpPr>
        <p:spPr>
          <a:xfrm>
            <a:off x="2362728" y="923293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Event Mgmt</a:t>
            </a:r>
            <a:endParaRPr sz="1600"/>
          </a:p>
        </p:txBody>
      </p:sp>
      <p:sp>
        <p:nvSpPr>
          <p:cNvPr id="867" name="Google Shape;867;p81"/>
          <p:cNvSpPr txBox="1"/>
          <p:nvPr/>
        </p:nvSpPr>
        <p:spPr>
          <a:xfrm>
            <a:off x="2362728" y="1936129"/>
            <a:ext cx="830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Brand Mgmt</a:t>
            </a:r>
            <a:endParaRPr sz="1600"/>
          </a:p>
        </p:txBody>
      </p:sp>
      <p:sp>
        <p:nvSpPr>
          <p:cNvPr id="868" name="Google Shape;868;p81"/>
          <p:cNvSpPr txBox="1"/>
          <p:nvPr/>
        </p:nvSpPr>
        <p:spPr>
          <a:xfrm>
            <a:off x="2362728" y="210268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Competitive</a:t>
            </a:r>
            <a:r>
              <a:rPr b="1" i="0" lang="en" sz="900" u="none" cap="none" strike="noStrike">
                <a:solidFill>
                  <a:srgbClr val="066AFE"/>
                </a:solidFill>
                <a:latin typeface="Arial"/>
                <a:ea typeface="Arial"/>
                <a:cs typeface="Arial"/>
                <a:sym typeface="Arial"/>
              </a:rPr>
              <a:t> </a:t>
            </a:r>
            <a:r>
              <a:rPr b="1" i="0" lang="en" sz="900" u="none" cap="none" strike="noStrike">
                <a:solidFill>
                  <a:srgbClr val="066AFE"/>
                </a:solidFill>
                <a:latin typeface="Salesforce Sans"/>
                <a:ea typeface="Salesforce Sans"/>
                <a:cs typeface="Salesforce Sans"/>
                <a:sym typeface="Salesforce Sans"/>
              </a:rPr>
              <a:t>Intelligence</a:t>
            </a:r>
            <a:endParaRPr sz="1600"/>
          </a:p>
        </p:txBody>
      </p:sp>
      <p:sp>
        <p:nvSpPr>
          <p:cNvPr id="869" name="Google Shape;869;p81"/>
          <p:cNvSpPr txBox="1"/>
          <p:nvPr/>
        </p:nvSpPr>
        <p:spPr>
          <a:xfrm>
            <a:off x="2362728" y="4308833"/>
            <a:ext cx="1130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Network Development (Adequacy/ Capacity Plan)</a:t>
            </a:r>
            <a:endParaRPr sz="1600"/>
          </a:p>
        </p:txBody>
      </p:sp>
      <p:sp>
        <p:nvSpPr>
          <p:cNvPr id="870" name="Google Shape;870;p81"/>
          <p:cNvSpPr txBox="1"/>
          <p:nvPr/>
        </p:nvSpPr>
        <p:spPr>
          <a:xfrm>
            <a:off x="2362728" y="522521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Application &amp; Credentialing</a:t>
            </a:r>
            <a:endParaRPr sz="1600"/>
          </a:p>
        </p:txBody>
      </p:sp>
      <p:sp>
        <p:nvSpPr>
          <p:cNvPr id="871" name="Google Shape;871;p81"/>
          <p:cNvSpPr txBox="1"/>
          <p:nvPr/>
        </p:nvSpPr>
        <p:spPr>
          <a:xfrm>
            <a:off x="2362728" y="659808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Relationship Mgmt</a:t>
            </a:r>
            <a:endParaRPr sz="1600"/>
          </a:p>
        </p:txBody>
      </p:sp>
      <p:sp>
        <p:nvSpPr>
          <p:cNvPr id="872" name="Google Shape;872;p81"/>
          <p:cNvSpPr txBox="1"/>
          <p:nvPr/>
        </p:nvSpPr>
        <p:spPr>
          <a:xfrm>
            <a:off x="2362728" y="256778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Product &amp; Benefit Development</a:t>
            </a:r>
            <a:endParaRPr sz="1600"/>
          </a:p>
        </p:txBody>
      </p:sp>
      <p:sp>
        <p:nvSpPr>
          <p:cNvPr id="873" name="Google Shape;873;p81"/>
          <p:cNvSpPr txBox="1"/>
          <p:nvPr/>
        </p:nvSpPr>
        <p:spPr>
          <a:xfrm>
            <a:off x="2362728" y="4913630"/>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Recruitment</a:t>
            </a:r>
            <a:endParaRPr sz="1600"/>
          </a:p>
        </p:txBody>
      </p:sp>
      <p:sp>
        <p:nvSpPr>
          <p:cNvPr id="874" name="Google Shape;874;p81"/>
          <p:cNvSpPr txBox="1"/>
          <p:nvPr/>
        </p:nvSpPr>
        <p:spPr>
          <a:xfrm>
            <a:off x="2362728" y="585481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Fee Schedule Mgmt</a:t>
            </a:r>
            <a:endParaRPr sz="1600"/>
          </a:p>
        </p:txBody>
      </p:sp>
      <p:sp>
        <p:nvSpPr>
          <p:cNvPr id="875" name="Google Shape;875;p81"/>
          <p:cNvSpPr txBox="1"/>
          <p:nvPr/>
        </p:nvSpPr>
        <p:spPr>
          <a:xfrm>
            <a:off x="2362728" y="869945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Campaign  Mgmt</a:t>
            </a:r>
            <a:endParaRPr sz="1600"/>
          </a:p>
        </p:txBody>
      </p:sp>
      <p:sp>
        <p:nvSpPr>
          <p:cNvPr id="876" name="Google Shape;876;p81"/>
          <p:cNvSpPr txBox="1"/>
          <p:nvPr/>
        </p:nvSpPr>
        <p:spPr>
          <a:xfrm>
            <a:off x="2362728" y="779546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Marketing</a:t>
            </a:r>
            <a:endParaRPr sz="1600"/>
          </a:p>
        </p:txBody>
      </p:sp>
      <p:sp>
        <p:nvSpPr>
          <p:cNvPr id="877" name="Google Shape;877;p81"/>
          <p:cNvSpPr txBox="1"/>
          <p:nvPr/>
        </p:nvSpPr>
        <p:spPr>
          <a:xfrm>
            <a:off x="2362728" y="411189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Formulary Mgmt</a:t>
            </a:r>
            <a:endParaRPr sz="1600"/>
          </a:p>
        </p:txBody>
      </p:sp>
      <p:sp>
        <p:nvSpPr>
          <p:cNvPr id="878" name="Google Shape;878;p81"/>
          <p:cNvSpPr txBox="1"/>
          <p:nvPr/>
        </p:nvSpPr>
        <p:spPr>
          <a:xfrm>
            <a:off x="2362728" y="732412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Maintenance &amp; Optimization</a:t>
            </a:r>
            <a:endParaRPr sz="1600"/>
          </a:p>
        </p:txBody>
      </p:sp>
      <p:sp>
        <p:nvSpPr>
          <p:cNvPr id="879" name="Google Shape;879;p81"/>
          <p:cNvSpPr txBox="1"/>
          <p:nvPr/>
        </p:nvSpPr>
        <p:spPr>
          <a:xfrm>
            <a:off x="2362728" y="9062201"/>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Lead Gen</a:t>
            </a:r>
            <a:endParaRPr sz="1600"/>
          </a:p>
        </p:txBody>
      </p:sp>
      <p:sp>
        <p:nvSpPr>
          <p:cNvPr id="880" name="Google Shape;880;p81"/>
          <p:cNvSpPr/>
          <p:nvPr/>
        </p:nvSpPr>
        <p:spPr>
          <a:xfrm>
            <a:off x="755165" y="781966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1" name="Google Shape;881;p81"/>
          <p:cNvSpPr txBox="1"/>
          <p:nvPr/>
        </p:nvSpPr>
        <p:spPr>
          <a:xfrm>
            <a:off x="888815" y="7881761"/>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882" name="Google Shape;882;p81"/>
          <p:cNvSpPr/>
          <p:nvPr/>
        </p:nvSpPr>
        <p:spPr>
          <a:xfrm>
            <a:off x="755165" y="926030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3" name="Google Shape;883;p81"/>
          <p:cNvSpPr txBox="1"/>
          <p:nvPr/>
        </p:nvSpPr>
        <p:spPr>
          <a:xfrm>
            <a:off x="888848" y="9322407"/>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884" name="Google Shape;884;p81"/>
          <p:cNvSpPr/>
          <p:nvPr/>
        </p:nvSpPr>
        <p:spPr>
          <a:xfrm>
            <a:off x="3596345" y="2280568"/>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5" name="Google Shape;885;p81"/>
          <p:cNvSpPr/>
          <p:nvPr/>
        </p:nvSpPr>
        <p:spPr>
          <a:xfrm>
            <a:off x="3596345" y="24344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6" name="Google Shape;886;p81"/>
          <p:cNvSpPr/>
          <p:nvPr/>
        </p:nvSpPr>
        <p:spPr>
          <a:xfrm>
            <a:off x="3596345" y="25883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7" name="Google Shape;887;p81"/>
          <p:cNvSpPr/>
          <p:nvPr/>
        </p:nvSpPr>
        <p:spPr>
          <a:xfrm>
            <a:off x="3596345" y="27422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8" name="Google Shape;888;p81"/>
          <p:cNvSpPr/>
          <p:nvPr/>
        </p:nvSpPr>
        <p:spPr>
          <a:xfrm>
            <a:off x="3596345" y="28961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9" name="Google Shape;889;p81"/>
          <p:cNvSpPr/>
          <p:nvPr/>
        </p:nvSpPr>
        <p:spPr>
          <a:xfrm>
            <a:off x="3596345" y="3049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0" name="Google Shape;890;p81"/>
          <p:cNvSpPr/>
          <p:nvPr/>
        </p:nvSpPr>
        <p:spPr>
          <a:xfrm>
            <a:off x="3596345" y="32038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1" name="Google Shape;891;p81"/>
          <p:cNvSpPr/>
          <p:nvPr/>
        </p:nvSpPr>
        <p:spPr>
          <a:xfrm>
            <a:off x="3596345" y="335775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2" name="Google Shape;892;p81"/>
          <p:cNvSpPr/>
          <p:nvPr/>
        </p:nvSpPr>
        <p:spPr>
          <a:xfrm>
            <a:off x="3596345" y="35116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3" name="Google Shape;893;p81"/>
          <p:cNvSpPr/>
          <p:nvPr/>
        </p:nvSpPr>
        <p:spPr>
          <a:xfrm>
            <a:off x="3596345" y="36655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4" name="Google Shape;894;p81"/>
          <p:cNvSpPr/>
          <p:nvPr/>
        </p:nvSpPr>
        <p:spPr>
          <a:xfrm>
            <a:off x="3596345" y="381940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5" name="Google Shape;895;p81"/>
          <p:cNvSpPr/>
          <p:nvPr/>
        </p:nvSpPr>
        <p:spPr>
          <a:xfrm>
            <a:off x="3596345" y="39732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6" name="Google Shape;896;p81"/>
          <p:cNvSpPr/>
          <p:nvPr/>
        </p:nvSpPr>
        <p:spPr>
          <a:xfrm>
            <a:off x="3596345" y="415693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7" name="Google Shape;897;p81"/>
          <p:cNvSpPr/>
          <p:nvPr/>
        </p:nvSpPr>
        <p:spPr>
          <a:xfrm>
            <a:off x="3596345" y="43354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8" name="Google Shape;898;p81"/>
          <p:cNvSpPr/>
          <p:nvPr/>
        </p:nvSpPr>
        <p:spPr>
          <a:xfrm>
            <a:off x="3596345" y="4478074"/>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9" name="Google Shape;899;p81"/>
          <p:cNvSpPr/>
          <p:nvPr/>
        </p:nvSpPr>
        <p:spPr>
          <a:xfrm>
            <a:off x="3596345" y="462069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0" name="Google Shape;900;p81"/>
          <p:cNvSpPr/>
          <p:nvPr/>
        </p:nvSpPr>
        <p:spPr>
          <a:xfrm>
            <a:off x="3596345" y="4763313"/>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1" name="Google Shape;901;p81"/>
          <p:cNvSpPr/>
          <p:nvPr/>
        </p:nvSpPr>
        <p:spPr>
          <a:xfrm>
            <a:off x="3596345" y="494403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2" name="Google Shape;902;p81"/>
          <p:cNvSpPr/>
          <p:nvPr/>
        </p:nvSpPr>
        <p:spPr>
          <a:xfrm>
            <a:off x="3596345" y="509617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3" name="Google Shape;903;p81"/>
          <p:cNvSpPr/>
          <p:nvPr/>
        </p:nvSpPr>
        <p:spPr>
          <a:xfrm>
            <a:off x="3596345" y="524832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4" name="Google Shape;904;p81"/>
          <p:cNvSpPr/>
          <p:nvPr/>
        </p:nvSpPr>
        <p:spPr>
          <a:xfrm>
            <a:off x="3596345" y="54004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5" name="Google Shape;905;p81"/>
          <p:cNvSpPr/>
          <p:nvPr/>
        </p:nvSpPr>
        <p:spPr>
          <a:xfrm>
            <a:off x="3596345" y="555261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6" name="Google Shape;906;p81"/>
          <p:cNvSpPr/>
          <p:nvPr/>
        </p:nvSpPr>
        <p:spPr>
          <a:xfrm>
            <a:off x="3596345" y="57047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7" name="Google Shape;907;p81"/>
          <p:cNvSpPr/>
          <p:nvPr/>
        </p:nvSpPr>
        <p:spPr>
          <a:xfrm>
            <a:off x="3596345" y="58865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8" name="Google Shape;908;p81"/>
          <p:cNvSpPr/>
          <p:nvPr/>
        </p:nvSpPr>
        <p:spPr>
          <a:xfrm>
            <a:off x="3596345" y="603259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9" name="Google Shape;909;p81"/>
          <p:cNvSpPr/>
          <p:nvPr/>
        </p:nvSpPr>
        <p:spPr>
          <a:xfrm>
            <a:off x="3596345" y="61786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0" name="Google Shape;910;p81"/>
          <p:cNvSpPr/>
          <p:nvPr/>
        </p:nvSpPr>
        <p:spPr>
          <a:xfrm>
            <a:off x="3596345" y="632471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1" name="Google Shape;911;p81"/>
          <p:cNvSpPr/>
          <p:nvPr/>
        </p:nvSpPr>
        <p:spPr>
          <a:xfrm>
            <a:off x="3596345" y="647077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2" name="Google Shape;912;p81"/>
          <p:cNvSpPr/>
          <p:nvPr/>
        </p:nvSpPr>
        <p:spPr>
          <a:xfrm>
            <a:off x="3596345" y="66376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3" name="Google Shape;913;p81"/>
          <p:cNvSpPr/>
          <p:nvPr/>
        </p:nvSpPr>
        <p:spPr>
          <a:xfrm>
            <a:off x="3596345" y="67938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4" name="Google Shape;914;p81"/>
          <p:cNvSpPr/>
          <p:nvPr/>
        </p:nvSpPr>
        <p:spPr>
          <a:xfrm>
            <a:off x="3596345" y="71278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5" name="Google Shape;915;p81"/>
          <p:cNvSpPr/>
          <p:nvPr/>
        </p:nvSpPr>
        <p:spPr>
          <a:xfrm>
            <a:off x="3596345" y="73691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6" name="Google Shape;916;p81"/>
          <p:cNvSpPr/>
          <p:nvPr/>
        </p:nvSpPr>
        <p:spPr>
          <a:xfrm>
            <a:off x="3596345" y="75131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7" name="Google Shape;917;p81"/>
          <p:cNvSpPr/>
          <p:nvPr/>
        </p:nvSpPr>
        <p:spPr>
          <a:xfrm>
            <a:off x="3596345" y="783675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8" name="Google Shape;918;p81"/>
          <p:cNvSpPr/>
          <p:nvPr/>
        </p:nvSpPr>
        <p:spPr>
          <a:xfrm>
            <a:off x="3596345" y="798318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9" name="Google Shape;919;p81"/>
          <p:cNvSpPr/>
          <p:nvPr/>
        </p:nvSpPr>
        <p:spPr>
          <a:xfrm>
            <a:off x="3596345" y="812961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0" name="Google Shape;920;p81"/>
          <p:cNvSpPr/>
          <p:nvPr/>
        </p:nvSpPr>
        <p:spPr>
          <a:xfrm>
            <a:off x="3596345" y="827603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1" name="Google Shape;921;p81"/>
          <p:cNvSpPr/>
          <p:nvPr/>
        </p:nvSpPr>
        <p:spPr>
          <a:xfrm>
            <a:off x="3596345" y="842246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2" name="Google Shape;922;p81"/>
          <p:cNvSpPr/>
          <p:nvPr/>
        </p:nvSpPr>
        <p:spPr>
          <a:xfrm>
            <a:off x="3596345" y="856889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3" name="Google Shape;923;p81"/>
          <p:cNvSpPr/>
          <p:nvPr/>
        </p:nvSpPr>
        <p:spPr>
          <a:xfrm>
            <a:off x="3596345" y="874929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4" name="Google Shape;924;p81"/>
          <p:cNvSpPr/>
          <p:nvPr/>
        </p:nvSpPr>
        <p:spPr>
          <a:xfrm>
            <a:off x="3596345" y="89111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5" name="Google Shape;925;p81"/>
          <p:cNvSpPr/>
          <p:nvPr/>
        </p:nvSpPr>
        <p:spPr>
          <a:xfrm>
            <a:off x="3596345" y="910273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6" name="Google Shape;926;p81"/>
          <p:cNvSpPr/>
          <p:nvPr/>
        </p:nvSpPr>
        <p:spPr>
          <a:xfrm>
            <a:off x="3596345" y="92645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7" name="Google Shape;927;p81"/>
          <p:cNvSpPr/>
          <p:nvPr/>
        </p:nvSpPr>
        <p:spPr>
          <a:xfrm>
            <a:off x="3596345" y="942640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8" name="Google Shape;928;p81"/>
          <p:cNvSpPr/>
          <p:nvPr/>
        </p:nvSpPr>
        <p:spPr>
          <a:xfrm>
            <a:off x="3596345" y="976411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9" name="Google Shape;929;p81"/>
          <p:cNvSpPr/>
          <p:nvPr/>
        </p:nvSpPr>
        <p:spPr>
          <a:xfrm>
            <a:off x="3596345" y="990985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30" name="Google Shape;930;p81"/>
          <p:cNvSpPr/>
          <p:nvPr/>
        </p:nvSpPr>
        <p:spPr>
          <a:xfrm>
            <a:off x="3596345" y="961837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31" name="Google Shape;931;p81"/>
          <p:cNvSpPr txBox="1"/>
          <p:nvPr/>
        </p:nvSpPr>
        <p:spPr>
          <a:xfrm>
            <a:off x="3683498" y="3965866"/>
            <a:ext cx="142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Times"/>
              <a:buNone/>
            </a:pPr>
            <a:r>
              <a:t/>
            </a:r>
            <a:endParaRPr b="0" i="0" sz="900" u="none" cap="none" strike="noStrike">
              <a:solidFill>
                <a:srgbClr val="000000"/>
              </a:solidFill>
              <a:latin typeface="Times"/>
              <a:ea typeface="Times"/>
              <a:cs typeface="Times"/>
              <a:sym typeface="Times"/>
            </a:endParaRPr>
          </a:p>
        </p:txBody>
      </p:sp>
      <p:sp>
        <p:nvSpPr>
          <p:cNvPr id="932" name="Google Shape;932;p81"/>
          <p:cNvSpPr txBox="1"/>
          <p:nvPr/>
        </p:nvSpPr>
        <p:spPr>
          <a:xfrm>
            <a:off x="3749002" y="973192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Territory Planning </a:t>
            </a:r>
            <a:endParaRPr sz="800"/>
          </a:p>
        </p:txBody>
      </p:sp>
      <p:sp>
        <p:nvSpPr>
          <p:cNvPr id="933" name="Google Shape;933;p81"/>
          <p:cNvSpPr txBox="1"/>
          <p:nvPr/>
        </p:nvSpPr>
        <p:spPr>
          <a:xfrm>
            <a:off x="3749002" y="988087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Outreach </a:t>
            </a:r>
            <a:endParaRPr sz="800"/>
          </a:p>
        </p:txBody>
      </p:sp>
      <p:sp>
        <p:nvSpPr>
          <p:cNvPr id="934" name="Google Shape;934;p81"/>
          <p:cNvSpPr txBox="1"/>
          <p:nvPr/>
        </p:nvSpPr>
        <p:spPr>
          <a:xfrm>
            <a:off x="3749002" y="95829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Distribution Channel Management </a:t>
            </a:r>
            <a:endParaRPr sz="800"/>
          </a:p>
        </p:txBody>
      </p:sp>
      <p:sp>
        <p:nvSpPr>
          <p:cNvPr id="935" name="Google Shape;935;p81"/>
          <p:cNvSpPr txBox="1"/>
          <p:nvPr/>
        </p:nvSpPr>
        <p:spPr>
          <a:xfrm>
            <a:off x="3749002" y="939556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Planner </a:t>
            </a:r>
            <a:endParaRPr sz="800"/>
          </a:p>
        </p:txBody>
      </p:sp>
      <p:sp>
        <p:nvSpPr>
          <p:cNvPr id="936" name="Google Shape;936;p81"/>
          <p:cNvSpPr txBox="1"/>
          <p:nvPr/>
        </p:nvSpPr>
        <p:spPr>
          <a:xfrm>
            <a:off x="3749002" y="9233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Outreach Agent </a:t>
            </a:r>
            <a:endParaRPr sz="800"/>
          </a:p>
        </p:txBody>
      </p:sp>
      <p:sp>
        <p:nvSpPr>
          <p:cNvPr id="937" name="Google Shape;937;p81"/>
          <p:cNvSpPr/>
          <p:nvPr/>
        </p:nvSpPr>
        <p:spPr>
          <a:xfrm>
            <a:off x="3596345" y="212668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938" name="Google Shape;938;p81"/>
          <p:cNvSpPr txBox="1"/>
          <p:nvPr/>
        </p:nvSpPr>
        <p:spPr>
          <a:xfrm>
            <a:off x="3749002" y="20937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Intelligence </a:t>
            </a:r>
            <a:endParaRPr sz="800"/>
          </a:p>
        </p:txBody>
      </p:sp>
      <p:sp>
        <p:nvSpPr>
          <p:cNvPr id="939" name="Google Shape;939;p81"/>
          <p:cNvSpPr txBox="1"/>
          <p:nvPr/>
        </p:nvSpPr>
        <p:spPr>
          <a:xfrm>
            <a:off x="3749002" y="22471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Trends &amp; Price Tracking </a:t>
            </a:r>
            <a:endParaRPr sz="800"/>
          </a:p>
        </p:txBody>
      </p:sp>
      <p:sp>
        <p:nvSpPr>
          <p:cNvPr id="940" name="Google Shape;940;p81"/>
          <p:cNvSpPr txBox="1"/>
          <p:nvPr/>
        </p:nvSpPr>
        <p:spPr>
          <a:xfrm>
            <a:off x="3749002" y="240050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Market Gaps </a:t>
            </a:r>
            <a:endParaRPr sz="800"/>
          </a:p>
        </p:txBody>
      </p:sp>
      <p:sp>
        <p:nvSpPr>
          <p:cNvPr id="941" name="Google Shape;941;p81"/>
          <p:cNvSpPr/>
          <p:nvPr/>
        </p:nvSpPr>
        <p:spPr>
          <a:xfrm>
            <a:off x="3596345" y="197280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942" name="Google Shape;942;p81"/>
          <p:cNvSpPr txBox="1"/>
          <p:nvPr/>
        </p:nvSpPr>
        <p:spPr>
          <a:xfrm>
            <a:off x="3749002" y="194033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Brand Builder </a:t>
            </a:r>
            <a:endParaRPr sz="800"/>
          </a:p>
        </p:txBody>
      </p:sp>
      <p:sp>
        <p:nvSpPr>
          <p:cNvPr id="943" name="Google Shape;943;p81"/>
          <p:cNvSpPr txBox="1"/>
          <p:nvPr/>
        </p:nvSpPr>
        <p:spPr>
          <a:xfrm>
            <a:off x="3749002" y="25503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Management </a:t>
            </a:r>
            <a:endParaRPr sz="800"/>
          </a:p>
        </p:txBody>
      </p:sp>
      <p:sp>
        <p:nvSpPr>
          <p:cNvPr id="944" name="Google Shape;944;p81"/>
          <p:cNvSpPr txBox="1"/>
          <p:nvPr/>
        </p:nvSpPr>
        <p:spPr>
          <a:xfrm>
            <a:off x="3749002" y="285746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Details </a:t>
            </a:r>
            <a:endParaRPr sz="800"/>
          </a:p>
        </p:txBody>
      </p:sp>
      <p:sp>
        <p:nvSpPr>
          <p:cNvPr id="945" name="Google Shape;945;p81"/>
          <p:cNvSpPr txBox="1"/>
          <p:nvPr/>
        </p:nvSpPr>
        <p:spPr>
          <a:xfrm>
            <a:off x="3749002" y="301104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Guideline </a:t>
            </a:r>
            <a:endParaRPr sz="800"/>
          </a:p>
        </p:txBody>
      </p:sp>
      <p:sp>
        <p:nvSpPr>
          <p:cNvPr id="946" name="Google Shape;946;p81"/>
          <p:cNvSpPr txBox="1"/>
          <p:nvPr/>
        </p:nvSpPr>
        <p:spPr>
          <a:xfrm>
            <a:off x="3749002" y="270388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Benefit Designer </a:t>
            </a:r>
            <a:endParaRPr sz="800"/>
          </a:p>
        </p:txBody>
      </p:sp>
      <p:sp>
        <p:nvSpPr>
          <p:cNvPr id="947" name="Google Shape;947;p81"/>
          <p:cNvSpPr txBox="1"/>
          <p:nvPr/>
        </p:nvSpPr>
        <p:spPr>
          <a:xfrm>
            <a:off x="3749002" y="3471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Regulatory Adherence </a:t>
            </a:r>
            <a:endParaRPr sz="800"/>
          </a:p>
        </p:txBody>
      </p:sp>
      <p:sp>
        <p:nvSpPr>
          <p:cNvPr id="948" name="Google Shape;948;p81"/>
          <p:cNvSpPr txBox="1"/>
          <p:nvPr/>
        </p:nvSpPr>
        <p:spPr>
          <a:xfrm>
            <a:off x="3749002" y="393252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Lifecycle Management </a:t>
            </a:r>
            <a:endParaRPr sz="800"/>
          </a:p>
        </p:txBody>
      </p:sp>
      <p:sp>
        <p:nvSpPr>
          <p:cNvPr id="949" name="Google Shape;949;p81"/>
          <p:cNvSpPr txBox="1"/>
          <p:nvPr/>
        </p:nvSpPr>
        <p:spPr>
          <a:xfrm>
            <a:off x="3749002" y="430483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Network Demand and Adequacy </a:t>
            </a:r>
            <a:endParaRPr sz="800"/>
          </a:p>
        </p:txBody>
      </p:sp>
      <p:sp>
        <p:nvSpPr>
          <p:cNvPr id="950" name="Google Shape;950;p81"/>
          <p:cNvSpPr txBox="1"/>
          <p:nvPr/>
        </p:nvSpPr>
        <p:spPr>
          <a:xfrm>
            <a:off x="3749002" y="536819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Enrollment Status </a:t>
            </a:r>
            <a:endParaRPr sz="800"/>
          </a:p>
        </p:txBody>
      </p:sp>
      <p:sp>
        <p:nvSpPr>
          <p:cNvPr id="951" name="Google Shape;951;p81"/>
          <p:cNvSpPr txBox="1"/>
          <p:nvPr/>
        </p:nvSpPr>
        <p:spPr>
          <a:xfrm>
            <a:off x="3749002" y="552051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Status </a:t>
            </a:r>
            <a:endParaRPr sz="800"/>
          </a:p>
        </p:txBody>
      </p:sp>
      <p:sp>
        <p:nvSpPr>
          <p:cNvPr id="952" name="Google Shape;952;p81"/>
          <p:cNvSpPr txBox="1"/>
          <p:nvPr/>
        </p:nvSpPr>
        <p:spPr>
          <a:xfrm>
            <a:off x="3749002" y="614716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Dispute </a:t>
            </a:r>
            <a:endParaRPr sz="800"/>
          </a:p>
        </p:txBody>
      </p:sp>
      <p:sp>
        <p:nvSpPr>
          <p:cNvPr id="953" name="Google Shape;953;p81"/>
          <p:cNvSpPr txBox="1"/>
          <p:nvPr/>
        </p:nvSpPr>
        <p:spPr>
          <a:xfrm>
            <a:off x="3749002" y="6293012"/>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Design </a:t>
            </a:r>
            <a:endParaRPr sz="800"/>
          </a:p>
        </p:txBody>
      </p:sp>
      <p:sp>
        <p:nvSpPr>
          <p:cNvPr id="954" name="Google Shape;954;p81"/>
          <p:cNvSpPr txBox="1"/>
          <p:nvPr/>
        </p:nvSpPr>
        <p:spPr>
          <a:xfrm>
            <a:off x="3749002" y="31646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Scoring </a:t>
            </a:r>
            <a:endParaRPr sz="800"/>
          </a:p>
        </p:txBody>
      </p:sp>
      <p:sp>
        <p:nvSpPr>
          <p:cNvPr id="955" name="Google Shape;955;p81"/>
          <p:cNvSpPr txBox="1"/>
          <p:nvPr/>
        </p:nvSpPr>
        <p:spPr>
          <a:xfrm>
            <a:off x="3749002" y="331820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Cross Product Identification </a:t>
            </a:r>
            <a:endParaRPr sz="800"/>
          </a:p>
        </p:txBody>
      </p:sp>
      <p:sp>
        <p:nvSpPr>
          <p:cNvPr id="956" name="Google Shape;956;p81"/>
          <p:cNvSpPr txBox="1"/>
          <p:nvPr/>
        </p:nvSpPr>
        <p:spPr>
          <a:xfrm>
            <a:off x="3749002" y="36253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957" name="Google Shape;957;p81"/>
          <p:cNvSpPr txBox="1"/>
          <p:nvPr/>
        </p:nvSpPr>
        <p:spPr>
          <a:xfrm>
            <a:off x="3749002" y="444595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958" name="Google Shape;958;p81"/>
          <p:cNvSpPr txBox="1"/>
          <p:nvPr/>
        </p:nvSpPr>
        <p:spPr>
          <a:xfrm>
            <a:off x="3749002" y="458708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and Amendments </a:t>
            </a:r>
            <a:endParaRPr sz="800"/>
          </a:p>
        </p:txBody>
      </p:sp>
      <p:sp>
        <p:nvSpPr>
          <p:cNvPr id="959" name="Google Shape;959;p81"/>
          <p:cNvSpPr txBox="1"/>
          <p:nvPr/>
        </p:nvSpPr>
        <p:spPr>
          <a:xfrm>
            <a:off x="3749002" y="472820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Onboard </a:t>
            </a:r>
            <a:endParaRPr sz="800"/>
          </a:p>
        </p:txBody>
      </p:sp>
      <p:sp>
        <p:nvSpPr>
          <p:cNvPr id="960" name="Google Shape;960;p81"/>
          <p:cNvSpPr txBox="1"/>
          <p:nvPr/>
        </p:nvSpPr>
        <p:spPr>
          <a:xfrm>
            <a:off x="3749002" y="491582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Recruitment </a:t>
            </a:r>
            <a:endParaRPr sz="800"/>
          </a:p>
        </p:txBody>
      </p:sp>
      <p:sp>
        <p:nvSpPr>
          <p:cNvPr id="961" name="Google Shape;961;p81"/>
          <p:cNvSpPr txBox="1"/>
          <p:nvPr/>
        </p:nvSpPr>
        <p:spPr>
          <a:xfrm>
            <a:off x="3749002" y="50673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Inquiry </a:t>
            </a:r>
            <a:endParaRPr sz="800"/>
          </a:p>
        </p:txBody>
      </p:sp>
      <p:sp>
        <p:nvSpPr>
          <p:cNvPr id="962" name="Google Shape;962;p81"/>
          <p:cNvSpPr txBox="1"/>
          <p:nvPr/>
        </p:nvSpPr>
        <p:spPr>
          <a:xfrm>
            <a:off x="3749002" y="521586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Processing </a:t>
            </a:r>
            <a:endParaRPr sz="800"/>
          </a:p>
        </p:txBody>
      </p:sp>
      <p:sp>
        <p:nvSpPr>
          <p:cNvPr id="963" name="Google Shape;963;p81"/>
          <p:cNvSpPr txBox="1"/>
          <p:nvPr/>
        </p:nvSpPr>
        <p:spPr>
          <a:xfrm>
            <a:off x="3749002" y="567284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Demographic Update </a:t>
            </a:r>
            <a:endParaRPr sz="800"/>
          </a:p>
        </p:txBody>
      </p:sp>
      <p:sp>
        <p:nvSpPr>
          <p:cNvPr id="964" name="Google Shape;964;p81"/>
          <p:cNvSpPr txBox="1"/>
          <p:nvPr/>
        </p:nvSpPr>
        <p:spPr>
          <a:xfrm>
            <a:off x="3749002" y="600131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Inquiry </a:t>
            </a:r>
            <a:endParaRPr sz="800"/>
          </a:p>
        </p:txBody>
      </p:sp>
      <p:sp>
        <p:nvSpPr>
          <p:cNvPr id="965" name="Google Shape;965;p81"/>
          <p:cNvSpPr txBox="1"/>
          <p:nvPr/>
        </p:nvSpPr>
        <p:spPr>
          <a:xfrm>
            <a:off x="3749002" y="585547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Management </a:t>
            </a:r>
            <a:endParaRPr sz="800"/>
          </a:p>
        </p:txBody>
      </p:sp>
      <p:sp>
        <p:nvSpPr>
          <p:cNvPr id="966" name="Google Shape;966;p81"/>
          <p:cNvSpPr txBox="1"/>
          <p:nvPr/>
        </p:nvSpPr>
        <p:spPr>
          <a:xfrm>
            <a:off x="3749002" y="643886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967" name="Google Shape;967;p81"/>
          <p:cNvSpPr txBox="1"/>
          <p:nvPr/>
        </p:nvSpPr>
        <p:spPr>
          <a:xfrm>
            <a:off x="3749002" y="676161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Referral Intake &amp; Routing</a:t>
            </a:r>
            <a:endParaRPr sz="800"/>
          </a:p>
        </p:txBody>
      </p:sp>
      <p:sp>
        <p:nvSpPr>
          <p:cNvPr id="968" name="Google Shape;968;p81"/>
          <p:cNvSpPr txBox="1"/>
          <p:nvPr/>
        </p:nvSpPr>
        <p:spPr>
          <a:xfrm>
            <a:off x="3749002" y="69264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Submission and Status </a:t>
            </a:r>
            <a:endParaRPr sz="800"/>
          </a:p>
        </p:txBody>
      </p:sp>
      <p:sp>
        <p:nvSpPr>
          <p:cNvPr id="969" name="Google Shape;969;p81"/>
          <p:cNvSpPr txBox="1"/>
          <p:nvPr/>
        </p:nvSpPr>
        <p:spPr>
          <a:xfrm>
            <a:off x="3749002" y="66075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Summary</a:t>
            </a:r>
            <a:endParaRPr sz="800"/>
          </a:p>
        </p:txBody>
      </p:sp>
      <p:sp>
        <p:nvSpPr>
          <p:cNvPr id="970" name="Google Shape;970;p81"/>
          <p:cNvSpPr txBox="1"/>
          <p:nvPr/>
        </p:nvSpPr>
        <p:spPr>
          <a:xfrm>
            <a:off x="3749002" y="377894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Actuarial &amp; Underwriting </a:t>
            </a:r>
            <a:endParaRPr sz="800"/>
          </a:p>
        </p:txBody>
      </p:sp>
      <p:sp>
        <p:nvSpPr>
          <p:cNvPr id="971" name="Google Shape;971;p81"/>
          <p:cNvSpPr txBox="1"/>
          <p:nvPr/>
        </p:nvSpPr>
        <p:spPr>
          <a:xfrm>
            <a:off x="3749002" y="412215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Formulary Management </a:t>
            </a:r>
            <a:endParaRPr sz="800"/>
          </a:p>
        </p:txBody>
      </p:sp>
      <p:sp>
        <p:nvSpPr>
          <p:cNvPr id="972" name="Google Shape;972;p81"/>
          <p:cNvSpPr txBox="1"/>
          <p:nvPr/>
        </p:nvSpPr>
        <p:spPr>
          <a:xfrm>
            <a:off x="3749002" y="709597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Contact Center </a:t>
            </a:r>
            <a:endParaRPr sz="800"/>
          </a:p>
        </p:txBody>
      </p:sp>
      <p:sp>
        <p:nvSpPr>
          <p:cNvPr id="973" name="Google Shape;973;p81"/>
          <p:cNvSpPr txBox="1"/>
          <p:nvPr/>
        </p:nvSpPr>
        <p:spPr>
          <a:xfrm>
            <a:off x="3749002" y="733909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Network Optimization </a:t>
            </a:r>
            <a:endParaRPr sz="800"/>
          </a:p>
        </p:txBody>
      </p:sp>
      <p:sp>
        <p:nvSpPr>
          <p:cNvPr id="974" name="Google Shape;974;p81"/>
          <p:cNvSpPr txBox="1"/>
          <p:nvPr/>
        </p:nvSpPr>
        <p:spPr>
          <a:xfrm>
            <a:off x="3749002" y="781048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Segmentation &amp; Audience Planner </a:t>
            </a:r>
            <a:endParaRPr sz="800"/>
          </a:p>
        </p:txBody>
      </p:sp>
      <p:sp>
        <p:nvSpPr>
          <p:cNvPr id="975" name="Google Shape;975;p81"/>
          <p:cNvSpPr txBox="1"/>
          <p:nvPr/>
        </p:nvSpPr>
        <p:spPr>
          <a:xfrm>
            <a:off x="3749002" y="79558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Personalized Marketing </a:t>
            </a:r>
            <a:endParaRPr sz="800"/>
          </a:p>
        </p:txBody>
      </p:sp>
      <p:sp>
        <p:nvSpPr>
          <p:cNvPr id="976" name="Google Shape;976;p81"/>
          <p:cNvSpPr txBox="1"/>
          <p:nvPr/>
        </p:nvSpPr>
        <p:spPr>
          <a:xfrm>
            <a:off x="3749002" y="810117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Campaign Designer  </a:t>
            </a:r>
            <a:endParaRPr sz="800"/>
          </a:p>
        </p:txBody>
      </p:sp>
      <p:sp>
        <p:nvSpPr>
          <p:cNvPr id="977" name="Google Shape;977;p81"/>
          <p:cNvSpPr txBox="1"/>
          <p:nvPr/>
        </p:nvSpPr>
        <p:spPr>
          <a:xfrm>
            <a:off x="3749002" y="824652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Promotion Agent  </a:t>
            </a:r>
            <a:endParaRPr sz="800"/>
          </a:p>
        </p:txBody>
      </p:sp>
      <p:sp>
        <p:nvSpPr>
          <p:cNvPr id="978" name="Google Shape;978;p81"/>
          <p:cNvSpPr txBox="1"/>
          <p:nvPr/>
        </p:nvSpPr>
        <p:spPr>
          <a:xfrm>
            <a:off x="3749002" y="839186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Dynamic Content Personalizer </a:t>
            </a:r>
            <a:endParaRPr sz="800"/>
          </a:p>
        </p:txBody>
      </p:sp>
      <p:sp>
        <p:nvSpPr>
          <p:cNvPr id="979" name="Google Shape;979;p81"/>
          <p:cNvSpPr txBox="1"/>
          <p:nvPr/>
        </p:nvSpPr>
        <p:spPr>
          <a:xfrm>
            <a:off x="3749002" y="85372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Omnichannel Care Gap Closure Journey</a:t>
            </a:r>
            <a:endParaRPr sz="800"/>
          </a:p>
        </p:txBody>
      </p:sp>
      <p:sp>
        <p:nvSpPr>
          <p:cNvPr id="980" name="Google Shape;980;p81"/>
          <p:cNvSpPr txBox="1"/>
          <p:nvPr/>
        </p:nvSpPr>
        <p:spPr>
          <a:xfrm>
            <a:off x="3749002" y="888048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Health Engagement</a:t>
            </a:r>
            <a:endParaRPr sz="800"/>
          </a:p>
        </p:txBody>
      </p:sp>
      <p:sp>
        <p:nvSpPr>
          <p:cNvPr id="981" name="Google Shape;981;p81"/>
          <p:cNvSpPr txBox="1"/>
          <p:nvPr/>
        </p:nvSpPr>
        <p:spPr>
          <a:xfrm>
            <a:off x="3749002" y="87187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Trigger Outreach</a:t>
            </a:r>
            <a:endParaRPr sz="800"/>
          </a:p>
        </p:txBody>
      </p:sp>
      <p:sp>
        <p:nvSpPr>
          <p:cNvPr id="982" name="Google Shape;982;p81"/>
          <p:cNvSpPr txBox="1"/>
          <p:nvPr/>
        </p:nvSpPr>
        <p:spPr>
          <a:xfrm>
            <a:off x="3749002" y="90720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Lead Generation </a:t>
            </a:r>
            <a:endParaRPr sz="800"/>
          </a:p>
        </p:txBody>
      </p:sp>
      <p:sp>
        <p:nvSpPr>
          <p:cNvPr id="983" name="Google Shape;983;p81"/>
          <p:cNvSpPr txBox="1"/>
          <p:nvPr/>
        </p:nvSpPr>
        <p:spPr>
          <a:xfrm>
            <a:off x="3738826" y="7505262"/>
            <a:ext cx="2857500" cy="12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Roster File Management</a:t>
            </a:r>
            <a:endParaRPr sz="800"/>
          </a:p>
        </p:txBody>
      </p:sp>
      <p:sp>
        <p:nvSpPr>
          <p:cNvPr id="984" name="Google Shape;984;p81"/>
          <p:cNvSpPr/>
          <p:nvPr/>
        </p:nvSpPr>
        <p:spPr>
          <a:xfrm>
            <a:off x="3596345" y="696282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85" name="Google Shape;985;p81"/>
          <p:cNvSpPr/>
          <p:nvPr/>
        </p:nvSpPr>
        <p:spPr>
          <a:xfrm>
            <a:off x="6503449"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86" name="Google Shape;986;p81"/>
          <p:cNvSpPr txBox="1"/>
          <p:nvPr/>
        </p:nvSpPr>
        <p:spPr>
          <a:xfrm>
            <a:off x="6618136"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987" name="Google Shape;987;p81"/>
          <p:cNvSpPr txBox="1"/>
          <p:nvPr/>
        </p:nvSpPr>
        <p:spPr>
          <a:xfrm>
            <a:off x="8111012"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988" name="Google Shape;988;p81"/>
          <p:cNvSpPr txBox="1"/>
          <p:nvPr/>
        </p:nvSpPr>
        <p:spPr>
          <a:xfrm>
            <a:off x="6637099" y="203619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989" name="Google Shape;989;p81"/>
          <p:cNvSpPr txBox="1"/>
          <p:nvPr/>
        </p:nvSpPr>
        <p:spPr>
          <a:xfrm>
            <a:off x="9803826"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990" name="Google Shape;990;p81"/>
          <p:cNvSpPr/>
          <p:nvPr/>
        </p:nvSpPr>
        <p:spPr>
          <a:xfrm>
            <a:off x="6503449" y="383106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1" name="Google Shape;991;p81"/>
          <p:cNvSpPr txBox="1"/>
          <p:nvPr/>
        </p:nvSpPr>
        <p:spPr>
          <a:xfrm>
            <a:off x="6637099" y="3931269"/>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Sales &amp; </a:t>
            </a:r>
            <a:br>
              <a:rPr i="0" lang="en" sz="900" u="none" cap="none" strike="noStrike">
                <a:solidFill>
                  <a:srgbClr val="FFFFFF"/>
                </a:solidFill>
                <a:latin typeface="Avant Garde Demi SFDC"/>
                <a:ea typeface="Avant Garde Demi SFDC"/>
                <a:cs typeface="Avant Garde Demi SFDC"/>
                <a:sym typeface="Avant Garde Demi SFDC"/>
              </a:rPr>
            </a:br>
            <a:r>
              <a:rPr i="0" lang="en" sz="900" u="none" cap="none" strike="noStrike">
                <a:solidFill>
                  <a:srgbClr val="FFFFFF"/>
                </a:solidFill>
                <a:latin typeface="Avant Garde Demi SFDC"/>
                <a:ea typeface="Avant Garde Demi SFDC"/>
                <a:cs typeface="Avant Garde Demi SFDC"/>
                <a:sym typeface="Avant Garde Demi SFDC"/>
              </a:rPr>
              <a:t>Admin</a:t>
            </a:r>
            <a:endParaRPr sz="1600">
              <a:latin typeface="Avant Garde Demi SFDC"/>
              <a:ea typeface="Avant Garde Demi SFDC"/>
              <a:cs typeface="Avant Garde Demi SFDC"/>
              <a:sym typeface="Avant Garde Demi SFDC"/>
            </a:endParaRPr>
          </a:p>
        </p:txBody>
      </p:sp>
      <p:sp>
        <p:nvSpPr>
          <p:cNvPr id="992" name="Google Shape;992;p81"/>
          <p:cNvSpPr txBox="1"/>
          <p:nvPr/>
        </p:nvSpPr>
        <p:spPr>
          <a:xfrm>
            <a:off x="8129601"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Contract Lifecycle Mgmt</a:t>
            </a:r>
            <a:endParaRPr sz="1600"/>
          </a:p>
        </p:txBody>
      </p:sp>
      <p:sp>
        <p:nvSpPr>
          <p:cNvPr id="993" name="Google Shape;993;p81"/>
          <p:cNvSpPr txBox="1"/>
          <p:nvPr/>
        </p:nvSpPr>
        <p:spPr>
          <a:xfrm>
            <a:off x="8124663" y="464310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Census Mgmt</a:t>
            </a:r>
            <a:endParaRPr sz="1600"/>
          </a:p>
        </p:txBody>
      </p:sp>
      <p:sp>
        <p:nvSpPr>
          <p:cNvPr id="994" name="Google Shape;994;p81"/>
          <p:cNvSpPr txBox="1"/>
          <p:nvPr/>
        </p:nvSpPr>
        <p:spPr>
          <a:xfrm>
            <a:off x="8124651" y="2244433"/>
            <a:ext cx="1130100" cy="443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Registration</a:t>
            </a:r>
            <a:br>
              <a:rPr b="1" i="0" lang="en" sz="900" u="none" cap="none" strike="noStrike">
                <a:solidFill>
                  <a:srgbClr val="066AFE"/>
                </a:solidFill>
                <a:latin typeface="Salesforce Sans"/>
                <a:ea typeface="Salesforce Sans"/>
                <a:cs typeface="Salesforce Sans"/>
                <a:sym typeface="Salesforce Sans"/>
              </a:rPr>
            </a:b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Broker Onboarding</a:t>
            </a:r>
            <a:endParaRPr sz="1600"/>
          </a:p>
        </p:txBody>
      </p:sp>
      <p:sp>
        <p:nvSpPr>
          <p:cNvPr id="995" name="Google Shape;995;p81"/>
          <p:cNvSpPr txBox="1"/>
          <p:nvPr/>
        </p:nvSpPr>
        <p:spPr>
          <a:xfrm>
            <a:off x="8124651" y="3815257"/>
            <a:ext cx="77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Frontline Sales</a:t>
            </a:r>
            <a:endParaRPr sz="1600"/>
          </a:p>
        </p:txBody>
      </p:sp>
      <p:sp>
        <p:nvSpPr>
          <p:cNvPr id="996" name="Google Shape;996;p81"/>
          <p:cNvSpPr/>
          <p:nvPr/>
        </p:nvSpPr>
        <p:spPr>
          <a:xfrm>
            <a:off x="6503449" y="603085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7" name="Google Shape;997;p81"/>
          <p:cNvSpPr txBox="1"/>
          <p:nvPr/>
        </p:nvSpPr>
        <p:spPr>
          <a:xfrm>
            <a:off x="6637099" y="619330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Service Excellence</a:t>
            </a:r>
            <a:endParaRPr sz="1600">
              <a:latin typeface="Avant Garde Demi SFDC"/>
              <a:ea typeface="Avant Garde Demi SFDC"/>
              <a:cs typeface="Avant Garde Demi SFDC"/>
              <a:sym typeface="Avant Garde Demi SFDC"/>
            </a:endParaRPr>
          </a:p>
        </p:txBody>
      </p:sp>
      <p:sp>
        <p:nvSpPr>
          <p:cNvPr id="998" name="Google Shape;998;p81"/>
          <p:cNvSpPr/>
          <p:nvPr/>
        </p:nvSpPr>
        <p:spPr>
          <a:xfrm>
            <a:off x="6503449" y="8853568"/>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9" name="Google Shape;999;p81"/>
          <p:cNvSpPr txBox="1"/>
          <p:nvPr/>
        </p:nvSpPr>
        <p:spPr>
          <a:xfrm>
            <a:off x="6637099" y="9016018"/>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1000" name="Google Shape;1000;p81"/>
          <p:cNvSpPr/>
          <p:nvPr/>
        </p:nvSpPr>
        <p:spPr>
          <a:xfrm>
            <a:off x="9649430" y="197280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1" name="Google Shape;1001;p81"/>
          <p:cNvSpPr/>
          <p:nvPr/>
        </p:nvSpPr>
        <p:spPr>
          <a:xfrm>
            <a:off x="9649430" y="210695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2" name="Google Shape;1002;p81"/>
          <p:cNvSpPr/>
          <p:nvPr/>
        </p:nvSpPr>
        <p:spPr>
          <a:xfrm>
            <a:off x="9649430" y="227920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3" name="Google Shape;1003;p81"/>
          <p:cNvSpPr/>
          <p:nvPr/>
        </p:nvSpPr>
        <p:spPr>
          <a:xfrm>
            <a:off x="9649430" y="240814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4" name="Google Shape;1004;p81"/>
          <p:cNvSpPr/>
          <p:nvPr/>
        </p:nvSpPr>
        <p:spPr>
          <a:xfrm>
            <a:off x="9649430" y="25656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5" name="Google Shape;1005;p81"/>
          <p:cNvSpPr/>
          <p:nvPr/>
        </p:nvSpPr>
        <p:spPr>
          <a:xfrm>
            <a:off x="9649430" y="2691857"/>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6" name="Google Shape;1006;p81"/>
          <p:cNvSpPr/>
          <p:nvPr/>
        </p:nvSpPr>
        <p:spPr>
          <a:xfrm>
            <a:off x="9649430" y="294425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7" name="Google Shape;1007;p81"/>
          <p:cNvSpPr/>
          <p:nvPr/>
        </p:nvSpPr>
        <p:spPr>
          <a:xfrm>
            <a:off x="9649430" y="307046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8" name="Google Shape;1008;p81"/>
          <p:cNvSpPr/>
          <p:nvPr/>
        </p:nvSpPr>
        <p:spPr>
          <a:xfrm>
            <a:off x="9649430" y="31966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9" name="Google Shape;1009;p81"/>
          <p:cNvSpPr/>
          <p:nvPr/>
        </p:nvSpPr>
        <p:spPr>
          <a:xfrm>
            <a:off x="9649430" y="34490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0" name="Google Shape;1010;p81"/>
          <p:cNvSpPr/>
          <p:nvPr/>
        </p:nvSpPr>
        <p:spPr>
          <a:xfrm>
            <a:off x="9649430" y="35752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1" name="Google Shape;1011;p81"/>
          <p:cNvSpPr/>
          <p:nvPr/>
        </p:nvSpPr>
        <p:spPr>
          <a:xfrm>
            <a:off x="9649430" y="370146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2" name="Google Shape;1012;p81"/>
          <p:cNvSpPr/>
          <p:nvPr/>
        </p:nvSpPr>
        <p:spPr>
          <a:xfrm>
            <a:off x="9649430" y="3975534"/>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3" name="Google Shape;1013;p81"/>
          <p:cNvSpPr/>
          <p:nvPr/>
        </p:nvSpPr>
        <p:spPr>
          <a:xfrm>
            <a:off x="9649430" y="409078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4" name="Google Shape;1014;p81"/>
          <p:cNvSpPr/>
          <p:nvPr/>
        </p:nvSpPr>
        <p:spPr>
          <a:xfrm>
            <a:off x="9649430" y="420602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5" name="Google Shape;1015;p81"/>
          <p:cNvSpPr/>
          <p:nvPr/>
        </p:nvSpPr>
        <p:spPr>
          <a:xfrm>
            <a:off x="9649430" y="4321275"/>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6" name="Google Shape;1016;p81"/>
          <p:cNvSpPr/>
          <p:nvPr/>
        </p:nvSpPr>
        <p:spPr>
          <a:xfrm>
            <a:off x="9649430" y="4436521"/>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7" name="Google Shape;1017;p81"/>
          <p:cNvSpPr/>
          <p:nvPr/>
        </p:nvSpPr>
        <p:spPr>
          <a:xfrm>
            <a:off x="9649430" y="45517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8" name="Google Shape;1018;p81"/>
          <p:cNvSpPr/>
          <p:nvPr/>
        </p:nvSpPr>
        <p:spPr>
          <a:xfrm>
            <a:off x="9649430" y="468296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9" name="Google Shape;1019;p81"/>
          <p:cNvSpPr/>
          <p:nvPr/>
        </p:nvSpPr>
        <p:spPr>
          <a:xfrm>
            <a:off x="9649430" y="5088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0" name="Google Shape;1020;p81"/>
          <p:cNvSpPr/>
          <p:nvPr/>
        </p:nvSpPr>
        <p:spPr>
          <a:xfrm>
            <a:off x="9649430" y="522495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1" name="Google Shape;1021;p81"/>
          <p:cNvSpPr/>
          <p:nvPr/>
        </p:nvSpPr>
        <p:spPr>
          <a:xfrm>
            <a:off x="9649430" y="542284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2" name="Google Shape;1022;p81"/>
          <p:cNvSpPr/>
          <p:nvPr/>
        </p:nvSpPr>
        <p:spPr>
          <a:xfrm>
            <a:off x="9649430" y="583076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3" name="Google Shape;1023;p81"/>
          <p:cNvSpPr/>
          <p:nvPr/>
        </p:nvSpPr>
        <p:spPr>
          <a:xfrm>
            <a:off x="9649430" y="60254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4" name="Google Shape;1024;p81"/>
          <p:cNvSpPr/>
          <p:nvPr/>
        </p:nvSpPr>
        <p:spPr>
          <a:xfrm>
            <a:off x="9649430" y="6404033"/>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5" name="Google Shape;1025;p81"/>
          <p:cNvSpPr/>
          <p:nvPr/>
        </p:nvSpPr>
        <p:spPr>
          <a:xfrm>
            <a:off x="9649430" y="653023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6" name="Google Shape;1026;p81"/>
          <p:cNvSpPr/>
          <p:nvPr/>
        </p:nvSpPr>
        <p:spPr>
          <a:xfrm>
            <a:off x="9649430" y="665644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7" name="Google Shape;1027;p81"/>
          <p:cNvSpPr/>
          <p:nvPr/>
        </p:nvSpPr>
        <p:spPr>
          <a:xfrm>
            <a:off x="9649430" y="678264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8" name="Google Shape;1028;p81"/>
          <p:cNvSpPr/>
          <p:nvPr/>
        </p:nvSpPr>
        <p:spPr>
          <a:xfrm>
            <a:off x="9649430" y="691838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9" name="Google Shape;1029;p81"/>
          <p:cNvSpPr/>
          <p:nvPr/>
        </p:nvSpPr>
        <p:spPr>
          <a:xfrm>
            <a:off x="9649430" y="704594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0" name="Google Shape;1030;p81"/>
          <p:cNvSpPr/>
          <p:nvPr/>
        </p:nvSpPr>
        <p:spPr>
          <a:xfrm>
            <a:off x="9654083" y="77673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1" name="Google Shape;1031;p81"/>
          <p:cNvSpPr/>
          <p:nvPr/>
        </p:nvSpPr>
        <p:spPr>
          <a:xfrm>
            <a:off x="9649430" y="803407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2" name="Google Shape;1032;p81"/>
          <p:cNvSpPr/>
          <p:nvPr/>
        </p:nvSpPr>
        <p:spPr>
          <a:xfrm>
            <a:off x="9649430" y="81674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3" name="Google Shape;1033;p81"/>
          <p:cNvSpPr/>
          <p:nvPr/>
        </p:nvSpPr>
        <p:spPr>
          <a:xfrm>
            <a:off x="9649430" y="83008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4" name="Google Shape;1034;p81"/>
          <p:cNvSpPr/>
          <p:nvPr/>
        </p:nvSpPr>
        <p:spPr>
          <a:xfrm>
            <a:off x="9649430" y="8701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5" name="Google Shape;1035;p81"/>
          <p:cNvSpPr/>
          <p:nvPr/>
        </p:nvSpPr>
        <p:spPr>
          <a:xfrm>
            <a:off x="9649430" y="886149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6" name="Google Shape;1036;p81"/>
          <p:cNvSpPr/>
          <p:nvPr/>
        </p:nvSpPr>
        <p:spPr>
          <a:xfrm>
            <a:off x="9649430" y="899270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7" name="Google Shape;1037;p81"/>
          <p:cNvSpPr/>
          <p:nvPr/>
        </p:nvSpPr>
        <p:spPr>
          <a:xfrm>
            <a:off x="9649430" y="912391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8" name="Google Shape;1038;p81"/>
          <p:cNvSpPr/>
          <p:nvPr/>
        </p:nvSpPr>
        <p:spPr>
          <a:xfrm>
            <a:off x="9649430" y="925511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9" name="Google Shape;1039;p81"/>
          <p:cNvSpPr/>
          <p:nvPr/>
        </p:nvSpPr>
        <p:spPr>
          <a:xfrm>
            <a:off x="9649430" y="790068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40" name="Google Shape;1040;p81"/>
          <p:cNvSpPr/>
          <p:nvPr/>
        </p:nvSpPr>
        <p:spPr>
          <a:xfrm>
            <a:off x="6503449" y="775103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41" name="Google Shape;1041;p81"/>
          <p:cNvSpPr txBox="1"/>
          <p:nvPr/>
        </p:nvSpPr>
        <p:spPr>
          <a:xfrm>
            <a:off x="6637099" y="785123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Health Management</a:t>
            </a:r>
            <a:endParaRPr sz="1600">
              <a:latin typeface="Avant Garde Demi SFDC"/>
              <a:ea typeface="Avant Garde Demi SFDC"/>
              <a:cs typeface="Avant Garde Demi SFDC"/>
              <a:sym typeface="Avant Garde Demi SFDC"/>
            </a:endParaRPr>
          </a:p>
        </p:txBody>
      </p:sp>
      <p:sp>
        <p:nvSpPr>
          <p:cNvPr id="1042" name="Google Shape;1042;p81"/>
          <p:cNvSpPr txBox="1"/>
          <p:nvPr/>
        </p:nvSpPr>
        <p:spPr>
          <a:xfrm>
            <a:off x="9818761" y="193450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Pipeline </a:t>
            </a:r>
            <a:endParaRPr sz="800"/>
          </a:p>
        </p:txBody>
      </p:sp>
      <p:sp>
        <p:nvSpPr>
          <p:cNvPr id="1043" name="Google Shape;1043;p81"/>
          <p:cNvSpPr txBox="1"/>
          <p:nvPr/>
        </p:nvSpPr>
        <p:spPr>
          <a:xfrm>
            <a:off x="9818751" y="28947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1044" name="Google Shape;1044;p81"/>
          <p:cNvSpPr txBox="1"/>
          <p:nvPr/>
        </p:nvSpPr>
        <p:spPr>
          <a:xfrm>
            <a:off x="9818751" y="353472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Performance and Compliance </a:t>
            </a:r>
            <a:endParaRPr sz="800"/>
          </a:p>
        </p:txBody>
      </p:sp>
      <p:sp>
        <p:nvSpPr>
          <p:cNvPr id="1045" name="Google Shape;1045;p81"/>
          <p:cNvSpPr txBox="1"/>
          <p:nvPr/>
        </p:nvSpPr>
        <p:spPr>
          <a:xfrm>
            <a:off x="9818751" y="366521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Adherence </a:t>
            </a:r>
            <a:endParaRPr sz="800"/>
          </a:p>
        </p:txBody>
      </p:sp>
      <p:sp>
        <p:nvSpPr>
          <p:cNvPr id="1046" name="Google Shape;1046;p81"/>
          <p:cNvSpPr txBox="1"/>
          <p:nvPr/>
        </p:nvSpPr>
        <p:spPr>
          <a:xfrm>
            <a:off x="9818751" y="238254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1047" name="Google Shape;1047;p81"/>
          <p:cNvSpPr txBox="1"/>
          <p:nvPr/>
        </p:nvSpPr>
        <p:spPr>
          <a:xfrm>
            <a:off x="9818751" y="252667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Onboarding </a:t>
            </a:r>
            <a:endParaRPr sz="800"/>
          </a:p>
        </p:txBody>
      </p:sp>
      <p:sp>
        <p:nvSpPr>
          <p:cNvPr id="1048" name="Google Shape;1048;p81"/>
          <p:cNvSpPr txBox="1"/>
          <p:nvPr/>
        </p:nvSpPr>
        <p:spPr>
          <a:xfrm>
            <a:off x="9818751" y="27720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1049" name="Google Shape;1049;p81"/>
          <p:cNvSpPr txBox="1"/>
          <p:nvPr/>
        </p:nvSpPr>
        <p:spPr>
          <a:xfrm>
            <a:off x="9818751" y="314005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Commission Management </a:t>
            </a:r>
            <a:endParaRPr sz="800"/>
          </a:p>
        </p:txBody>
      </p:sp>
      <p:sp>
        <p:nvSpPr>
          <p:cNvPr id="1050" name="Google Shape;1050;p81"/>
          <p:cNvSpPr txBox="1"/>
          <p:nvPr/>
        </p:nvSpPr>
        <p:spPr>
          <a:xfrm>
            <a:off x="9818751" y="34149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Management </a:t>
            </a:r>
            <a:endParaRPr sz="800"/>
          </a:p>
        </p:txBody>
      </p:sp>
      <p:sp>
        <p:nvSpPr>
          <p:cNvPr id="1051" name="Google Shape;1051;p81"/>
          <p:cNvSpPr txBox="1"/>
          <p:nvPr/>
        </p:nvSpPr>
        <p:spPr>
          <a:xfrm>
            <a:off x="9818761" y="207083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1052" name="Google Shape;1052;p81"/>
          <p:cNvSpPr txBox="1"/>
          <p:nvPr/>
        </p:nvSpPr>
        <p:spPr>
          <a:xfrm>
            <a:off x="9818751" y="264935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Coaching </a:t>
            </a:r>
            <a:endParaRPr sz="800"/>
          </a:p>
        </p:txBody>
      </p:sp>
      <p:sp>
        <p:nvSpPr>
          <p:cNvPr id="1053" name="Google Shape;1053;p81"/>
          <p:cNvSpPr txBox="1"/>
          <p:nvPr/>
        </p:nvSpPr>
        <p:spPr>
          <a:xfrm>
            <a:off x="9818751" y="301738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Quoting &amp; Collaboration </a:t>
            </a:r>
            <a:endParaRPr sz="800"/>
          </a:p>
        </p:txBody>
      </p:sp>
      <p:sp>
        <p:nvSpPr>
          <p:cNvPr id="1054" name="Google Shape;1054;p81"/>
          <p:cNvSpPr txBox="1"/>
          <p:nvPr/>
        </p:nvSpPr>
        <p:spPr>
          <a:xfrm>
            <a:off x="9818751" y="326273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Broker Commission </a:t>
            </a:r>
            <a:endParaRPr sz="800"/>
          </a:p>
        </p:txBody>
      </p:sp>
      <p:sp>
        <p:nvSpPr>
          <p:cNvPr id="1055" name="Google Shape;1055;p81"/>
          <p:cNvSpPr txBox="1"/>
          <p:nvPr/>
        </p:nvSpPr>
        <p:spPr>
          <a:xfrm>
            <a:off x="9818751" y="224440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Registration </a:t>
            </a:r>
            <a:endParaRPr sz="800"/>
          </a:p>
        </p:txBody>
      </p:sp>
      <p:sp>
        <p:nvSpPr>
          <p:cNvPr id="1056" name="Google Shape;1056;p81"/>
          <p:cNvSpPr txBox="1"/>
          <p:nvPr/>
        </p:nvSpPr>
        <p:spPr>
          <a:xfrm>
            <a:off x="9818761" y="382002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Submission </a:t>
            </a:r>
            <a:endParaRPr sz="800"/>
          </a:p>
        </p:txBody>
      </p:sp>
      <p:sp>
        <p:nvSpPr>
          <p:cNvPr id="1057" name="Google Shape;1057;p81"/>
          <p:cNvSpPr txBox="1"/>
          <p:nvPr/>
        </p:nvSpPr>
        <p:spPr>
          <a:xfrm>
            <a:off x="9818751" y="393609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Script </a:t>
            </a:r>
            <a:endParaRPr sz="800"/>
          </a:p>
        </p:txBody>
      </p:sp>
      <p:sp>
        <p:nvSpPr>
          <p:cNvPr id="1058" name="Google Shape;1058;p81"/>
          <p:cNvSpPr txBox="1"/>
          <p:nvPr/>
        </p:nvSpPr>
        <p:spPr>
          <a:xfrm>
            <a:off x="9818751" y="40521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1059" name="Google Shape;1059;p81"/>
          <p:cNvSpPr txBox="1"/>
          <p:nvPr/>
        </p:nvSpPr>
        <p:spPr>
          <a:xfrm>
            <a:off x="9818751" y="41682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Pipeline </a:t>
            </a:r>
            <a:endParaRPr sz="800"/>
          </a:p>
        </p:txBody>
      </p:sp>
      <p:sp>
        <p:nvSpPr>
          <p:cNvPr id="1060" name="Google Shape;1060;p81"/>
          <p:cNvSpPr txBox="1"/>
          <p:nvPr/>
        </p:nvSpPr>
        <p:spPr>
          <a:xfrm>
            <a:off x="9818751" y="42843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Strategy </a:t>
            </a:r>
            <a:endParaRPr sz="800"/>
          </a:p>
        </p:txBody>
      </p:sp>
      <p:sp>
        <p:nvSpPr>
          <p:cNvPr id="1061" name="Google Shape;1061;p81"/>
          <p:cNvSpPr txBox="1"/>
          <p:nvPr/>
        </p:nvSpPr>
        <p:spPr>
          <a:xfrm>
            <a:off x="9818751" y="45164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lang="en" sz="800">
                <a:latin typeface="Salesforce Sans"/>
                <a:ea typeface="Salesforce Sans"/>
                <a:cs typeface="Salesforce Sans"/>
                <a:sym typeface="Salesforce Sans"/>
              </a:rPr>
              <a:t>Revenue Quote Management</a:t>
            </a:r>
            <a:endParaRPr sz="800"/>
          </a:p>
        </p:txBody>
      </p:sp>
      <p:sp>
        <p:nvSpPr>
          <p:cNvPr id="1062" name="Google Shape;1062;p81"/>
          <p:cNvSpPr txBox="1"/>
          <p:nvPr/>
        </p:nvSpPr>
        <p:spPr>
          <a:xfrm>
            <a:off x="9818751" y="440040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Renewal </a:t>
            </a:r>
            <a:endParaRPr sz="800"/>
          </a:p>
        </p:txBody>
      </p:sp>
      <p:sp>
        <p:nvSpPr>
          <p:cNvPr id="1063" name="Google Shape;1063;p81"/>
          <p:cNvSpPr txBox="1"/>
          <p:nvPr/>
        </p:nvSpPr>
        <p:spPr>
          <a:xfrm>
            <a:off x="9818751" y="46478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Employer Group Census Management </a:t>
            </a:r>
            <a:endParaRPr sz="800"/>
          </a:p>
        </p:txBody>
      </p:sp>
      <p:sp>
        <p:nvSpPr>
          <p:cNvPr id="1064" name="Google Shape;1064;p81"/>
          <p:cNvSpPr txBox="1"/>
          <p:nvPr/>
        </p:nvSpPr>
        <p:spPr>
          <a:xfrm>
            <a:off x="9818751" y="47810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a:t>
            </a:r>
            <a:endParaRPr sz="800"/>
          </a:p>
        </p:txBody>
      </p:sp>
      <p:sp>
        <p:nvSpPr>
          <p:cNvPr id="1065" name="Google Shape;1065;p81"/>
          <p:cNvSpPr txBox="1"/>
          <p:nvPr/>
        </p:nvSpPr>
        <p:spPr>
          <a:xfrm>
            <a:off x="9818751" y="539450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Insurance Policy Administration </a:t>
            </a:r>
            <a:endParaRPr sz="800"/>
          </a:p>
        </p:txBody>
      </p:sp>
      <p:sp>
        <p:nvSpPr>
          <p:cNvPr id="1066" name="Google Shape;1066;p81"/>
          <p:cNvSpPr txBox="1"/>
          <p:nvPr/>
        </p:nvSpPr>
        <p:spPr>
          <a:xfrm>
            <a:off x="9818751" y="566077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Onboarding </a:t>
            </a:r>
            <a:endParaRPr sz="800"/>
          </a:p>
        </p:txBody>
      </p:sp>
      <p:sp>
        <p:nvSpPr>
          <p:cNvPr id="1067" name="Google Shape;1067;p81"/>
          <p:cNvSpPr txBox="1"/>
          <p:nvPr/>
        </p:nvSpPr>
        <p:spPr>
          <a:xfrm>
            <a:off x="9818751" y="552763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Generation </a:t>
            </a:r>
            <a:endParaRPr sz="800"/>
          </a:p>
        </p:txBody>
      </p:sp>
      <p:sp>
        <p:nvSpPr>
          <p:cNvPr id="1068" name="Google Shape;1068;p81"/>
          <p:cNvSpPr txBox="1"/>
          <p:nvPr/>
        </p:nvSpPr>
        <p:spPr>
          <a:xfrm>
            <a:off x="9818751" y="578894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1069" name="Google Shape;1069;p81"/>
          <p:cNvSpPr txBox="1"/>
          <p:nvPr/>
        </p:nvSpPr>
        <p:spPr>
          <a:xfrm>
            <a:off x="9818751" y="687544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Outreach </a:t>
            </a:r>
            <a:endParaRPr sz="800"/>
          </a:p>
        </p:txBody>
      </p:sp>
      <p:sp>
        <p:nvSpPr>
          <p:cNvPr id="1070" name="Google Shape;1070;p81"/>
          <p:cNvSpPr txBox="1"/>
          <p:nvPr/>
        </p:nvSpPr>
        <p:spPr>
          <a:xfrm>
            <a:off x="9818751" y="700253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Assessment Generation &amp; Auto-population</a:t>
            </a:r>
            <a:endParaRPr sz="800"/>
          </a:p>
        </p:txBody>
      </p:sp>
      <p:sp>
        <p:nvSpPr>
          <p:cNvPr id="1071" name="Google Shape;1071;p81"/>
          <p:cNvSpPr txBox="1"/>
          <p:nvPr/>
        </p:nvSpPr>
        <p:spPr>
          <a:xfrm>
            <a:off x="9818751" y="491414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Assessment </a:t>
            </a:r>
            <a:endParaRPr sz="800"/>
          </a:p>
        </p:txBody>
      </p:sp>
      <p:sp>
        <p:nvSpPr>
          <p:cNvPr id="1072" name="Google Shape;1072;p81"/>
          <p:cNvSpPr txBox="1"/>
          <p:nvPr/>
        </p:nvSpPr>
        <p:spPr>
          <a:xfrm>
            <a:off x="9818751" y="51804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Implementation / Installation </a:t>
            </a:r>
            <a:endParaRPr sz="800"/>
          </a:p>
        </p:txBody>
      </p:sp>
      <p:sp>
        <p:nvSpPr>
          <p:cNvPr id="1073" name="Google Shape;1073;p81"/>
          <p:cNvSpPr txBox="1"/>
          <p:nvPr/>
        </p:nvSpPr>
        <p:spPr>
          <a:xfrm>
            <a:off x="9818751" y="63670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a:t>
            </a:r>
            <a:r>
              <a:rPr lang="en" sz="800">
                <a:latin typeface="Salesforce Sans"/>
                <a:ea typeface="Salesforce Sans"/>
                <a:cs typeface="Salesforce Sans"/>
                <a:sym typeface="Salesforce Sans"/>
              </a:rPr>
              <a:t>Answers</a:t>
            </a:r>
            <a:r>
              <a:rPr b="0" i="0" lang="en" sz="800" u="none" cap="none" strike="noStrike">
                <a:latin typeface="Salesforce Sans"/>
                <a:ea typeface="Salesforce Sans"/>
                <a:cs typeface="Salesforce Sans"/>
                <a:sym typeface="Salesforce Sans"/>
              </a:rPr>
              <a:t> </a:t>
            </a:r>
            <a:endParaRPr sz="800"/>
          </a:p>
        </p:txBody>
      </p:sp>
      <p:sp>
        <p:nvSpPr>
          <p:cNvPr id="1074" name="Google Shape;1074;p81"/>
          <p:cNvSpPr txBox="1"/>
          <p:nvPr/>
        </p:nvSpPr>
        <p:spPr>
          <a:xfrm>
            <a:off x="9818751" y="649416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Upselling Ancillary Services </a:t>
            </a:r>
            <a:endParaRPr sz="800"/>
          </a:p>
        </p:txBody>
      </p:sp>
      <p:sp>
        <p:nvSpPr>
          <p:cNvPr id="1075" name="Google Shape;1075;p81"/>
          <p:cNvSpPr txBox="1"/>
          <p:nvPr/>
        </p:nvSpPr>
        <p:spPr>
          <a:xfrm>
            <a:off x="9818751" y="712962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 Adherence </a:t>
            </a:r>
            <a:endParaRPr sz="800"/>
          </a:p>
        </p:txBody>
      </p:sp>
      <p:sp>
        <p:nvSpPr>
          <p:cNvPr id="1076" name="Google Shape;1076;p81"/>
          <p:cNvSpPr txBox="1"/>
          <p:nvPr/>
        </p:nvSpPr>
        <p:spPr>
          <a:xfrm>
            <a:off x="9818751" y="725672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Auto-matching</a:t>
            </a:r>
            <a:endParaRPr sz="800"/>
          </a:p>
        </p:txBody>
      </p:sp>
      <p:sp>
        <p:nvSpPr>
          <p:cNvPr id="1077" name="Google Shape;1077;p81"/>
          <p:cNvSpPr txBox="1"/>
          <p:nvPr/>
        </p:nvSpPr>
        <p:spPr>
          <a:xfrm>
            <a:off x="9818751" y="737793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Disease Surveillance Case Management</a:t>
            </a:r>
            <a:endParaRPr sz="800"/>
          </a:p>
        </p:txBody>
      </p:sp>
      <p:sp>
        <p:nvSpPr>
          <p:cNvPr id="1078" name="Google Shape;1078;p81"/>
          <p:cNvSpPr txBox="1"/>
          <p:nvPr/>
        </p:nvSpPr>
        <p:spPr>
          <a:xfrm>
            <a:off x="9818751" y="598579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contact center </a:t>
            </a:r>
            <a:endParaRPr sz="800"/>
          </a:p>
        </p:txBody>
      </p:sp>
      <p:sp>
        <p:nvSpPr>
          <p:cNvPr id="1079" name="Google Shape;1079;p81"/>
          <p:cNvSpPr txBox="1"/>
          <p:nvPr/>
        </p:nvSpPr>
        <p:spPr>
          <a:xfrm>
            <a:off x="9818751" y="611288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Appeals &amp; Grievances </a:t>
            </a:r>
            <a:endParaRPr sz="800"/>
          </a:p>
        </p:txBody>
      </p:sp>
      <p:sp>
        <p:nvSpPr>
          <p:cNvPr id="1080" name="Google Shape;1080;p81"/>
          <p:cNvSpPr txBox="1"/>
          <p:nvPr/>
        </p:nvSpPr>
        <p:spPr>
          <a:xfrm>
            <a:off x="9818751" y="62399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Incentive Rewards Management </a:t>
            </a:r>
            <a:endParaRPr sz="800"/>
          </a:p>
        </p:txBody>
      </p:sp>
      <p:sp>
        <p:nvSpPr>
          <p:cNvPr id="1081" name="Google Shape;1081;p81"/>
          <p:cNvSpPr txBox="1"/>
          <p:nvPr/>
        </p:nvSpPr>
        <p:spPr>
          <a:xfrm>
            <a:off x="9818751" y="662125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summary &amp; details</a:t>
            </a:r>
            <a:endParaRPr sz="800"/>
          </a:p>
        </p:txBody>
      </p:sp>
      <p:sp>
        <p:nvSpPr>
          <p:cNvPr id="1082" name="Google Shape;1082;p81"/>
          <p:cNvSpPr txBox="1"/>
          <p:nvPr/>
        </p:nvSpPr>
        <p:spPr>
          <a:xfrm>
            <a:off x="9818751" y="504727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t>
            </a:r>
            <a:endParaRPr sz="800"/>
          </a:p>
        </p:txBody>
      </p:sp>
      <p:sp>
        <p:nvSpPr>
          <p:cNvPr id="1083" name="Google Shape;1083;p81"/>
          <p:cNvSpPr txBox="1"/>
          <p:nvPr/>
        </p:nvSpPr>
        <p:spPr>
          <a:xfrm>
            <a:off x="9818751" y="785998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Planning </a:t>
            </a:r>
            <a:endParaRPr sz="800"/>
          </a:p>
        </p:txBody>
      </p:sp>
      <p:sp>
        <p:nvSpPr>
          <p:cNvPr id="1084" name="Google Shape;1084;p81"/>
          <p:cNvSpPr txBox="1"/>
          <p:nvPr/>
        </p:nvSpPr>
        <p:spPr>
          <a:xfrm>
            <a:off x="9818751" y="79941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Engagement </a:t>
            </a:r>
            <a:endParaRPr sz="800"/>
          </a:p>
        </p:txBody>
      </p:sp>
      <p:sp>
        <p:nvSpPr>
          <p:cNvPr id="1085" name="Google Shape;1085;p81"/>
          <p:cNvSpPr txBox="1"/>
          <p:nvPr/>
        </p:nvSpPr>
        <p:spPr>
          <a:xfrm>
            <a:off x="9818751" y="8128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Intake </a:t>
            </a:r>
            <a:endParaRPr sz="800"/>
          </a:p>
        </p:txBody>
      </p:sp>
      <p:sp>
        <p:nvSpPr>
          <p:cNvPr id="1086" name="Google Shape;1086;p81"/>
          <p:cNvSpPr txBox="1"/>
          <p:nvPr/>
        </p:nvSpPr>
        <p:spPr>
          <a:xfrm>
            <a:off x="9818751" y="82623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Auto Approval </a:t>
            </a:r>
            <a:endParaRPr sz="800"/>
          </a:p>
        </p:txBody>
      </p:sp>
      <p:sp>
        <p:nvSpPr>
          <p:cNvPr id="1087" name="Google Shape;1087;p81"/>
          <p:cNvSpPr txBox="1"/>
          <p:nvPr/>
        </p:nvSpPr>
        <p:spPr>
          <a:xfrm>
            <a:off x="9818751" y="853056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Guidelines </a:t>
            </a:r>
            <a:endParaRPr sz="800"/>
          </a:p>
        </p:txBody>
      </p:sp>
      <p:sp>
        <p:nvSpPr>
          <p:cNvPr id="1088" name="Google Shape;1088;p81"/>
          <p:cNvSpPr txBox="1"/>
          <p:nvPr/>
        </p:nvSpPr>
        <p:spPr>
          <a:xfrm>
            <a:off x="9818751" y="86646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Summary </a:t>
            </a:r>
            <a:endParaRPr sz="800"/>
          </a:p>
        </p:txBody>
      </p:sp>
      <p:sp>
        <p:nvSpPr>
          <p:cNvPr id="1089" name="Google Shape;1089;p81"/>
          <p:cNvSpPr txBox="1"/>
          <p:nvPr/>
        </p:nvSpPr>
        <p:spPr>
          <a:xfrm>
            <a:off x="9818751" y="839644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Clinical Documentation </a:t>
            </a:r>
            <a:endParaRPr sz="800"/>
          </a:p>
        </p:txBody>
      </p:sp>
      <p:sp>
        <p:nvSpPr>
          <p:cNvPr id="1090" name="Google Shape;1090;p81"/>
          <p:cNvSpPr txBox="1"/>
          <p:nvPr/>
        </p:nvSpPr>
        <p:spPr>
          <a:xfrm>
            <a:off x="9818751" y="9084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Engagement </a:t>
            </a:r>
            <a:endParaRPr sz="800"/>
          </a:p>
        </p:txBody>
      </p:sp>
      <p:sp>
        <p:nvSpPr>
          <p:cNvPr id="1091" name="Google Shape;1091;p81"/>
          <p:cNvSpPr txBox="1"/>
          <p:nvPr/>
        </p:nvSpPr>
        <p:spPr>
          <a:xfrm>
            <a:off x="9818751" y="88206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Acquisition Agent </a:t>
            </a:r>
            <a:endParaRPr sz="800"/>
          </a:p>
        </p:txBody>
      </p:sp>
      <p:sp>
        <p:nvSpPr>
          <p:cNvPr id="1092" name="Google Shape;1092;p81"/>
          <p:cNvSpPr txBox="1"/>
          <p:nvPr/>
        </p:nvSpPr>
        <p:spPr>
          <a:xfrm>
            <a:off x="9818751" y="895242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Operations Agent </a:t>
            </a:r>
            <a:endParaRPr sz="800"/>
          </a:p>
        </p:txBody>
      </p:sp>
      <p:sp>
        <p:nvSpPr>
          <p:cNvPr id="1093" name="Google Shape;1093;p81"/>
          <p:cNvSpPr txBox="1"/>
          <p:nvPr/>
        </p:nvSpPr>
        <p:spPr>
          <a:xfrm>
            <a:off x="9818751" y="921601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Staff Scheduling </a:t>
            </a:r>
            <a:endParaRPr sz="800"/>
          </a:p>
        </p:txBody>
      </p:sp>
      <p:sp>
        <p:nvSpPr>
          <p:cNvPr id="1094" name="Google Shape;1094;p81"/>
          <p:cNvSpPr txBox="1"/>
          <p:nvPr/>
        </p:nvSpPr>
        <p:spPr>
          <a:xfrm>
            <a:off x="9818751" y="77258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Transitions of Care</a:t>
            </a:r>
            <a:endParaRPr sz="800"/>
          </a:p>
        </p:txBody>
      </p:sp>
      <p:sp>
        <p:nvSpPr>
          <p:cNvPr id="1095" name="Google Shape;1095;p81"/>
          <p:cNvSpPr txBox="1"/>
          <p:nvPr/>
        </p:nvSpPr>
        <p:spPr>
          <a:xfrm>
            <a:off x="9820090" y="67483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1096" name="Google Shape;1096;p81"/>
          <p:cNvSpPr txBox="1"/>
          <p:nvPr/>
        </p:nvSpPr>
        <p:spPr>
          <a:xfrm>
            <a:off x="8124651" y="3009452"/>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Quoting</a:t>
            </a:r>
            <a:endParaRPr sz="1600"/>
          </a:p>
        </p:txBody>
      </p:sp>
      <p:sp>
        <p:nvSpPr>
          <p:cNvPr id="1097" name="Google Shape;1097;p81"/>
          <p:cNvSpPr/>
          <p:nvPr/>
        </p:nvSpPr>
        <p:spPr>
          <a:xfrm>
            <a:off x="9649430" y="281805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98" name="Google Shape;1098;p81"/>
          <p:cNvSpPr/>
          <p:nvPr/>
        </p:nvSpPr>
        <p:spPr>
          <a:xfrm>
            <a:off x="9649430" y="332286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99" name="Google Shape;1099;p81"/>
          <p:cNvSpPr txBox="1"/>
          <p:nvPr/>
        </p:nvSpPr>
        <p:spPr>
          <a:xfrm>
            <a:off x="8124651" y="3133845"/>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Commissions</a:t>
            </a:r>
            <a:endParaRPr sz="1600"/>
          </a:p>
        </p:txBody>
      </p:sp>
      <p:sp>
        <p:nvSpPr>
          <p:cNvPr id="1100" name="Google Shape;1100;p81"/>
          <p:cNvSpPr txBox="1"/>
          <p:nvPr/>
        </p:nvSpPr>
        <p:spPr>
          <a:xfrm>
            <a:off x="8124651" y="3400789"/>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Relationship Mgmt</a:t>
            </a:r>
            <a:endParaRPr sz="1600"/>
          </a:p>
        </p:txBody>
      </p:sp>
      <p:sp>
        <p:nvSpPr>
          <p:cNvPr id="1101" name="Google Shape;1101;p81"/>
          <p:cNvSpPr txBox="1"/>
          <p:nvPr/>
        </p:nvSpPr>
        <p:spPr>
          <a:xfrm>
            <a:off x="8124663" y="477624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Underwriting</a:t>
            </a:r>
            <a:endParaRPr sz="1600"/>
          </a:p>
        </p:txBody>
      </p:sp>
      <p:sp>
        <p:nvSpPr>
          <p:cNvPr id="1102" name="Google Shape;1102;p81"/>
          <p:cNvSpPr txBox="1"/>
          <p:nvPr/>
        </p:nvSpPr>
        <p:spPr>
          <a:xfrm>
            <a:off x="8124679" y="5039825"/>
            <a:ext cx="1349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Contracting</a:t>
            </a:r>
            <a:endParaRPr sz="1600"/>
          </a:p>
        </p:txBody>
      </p:sp>
      <p:sp>
        <p:nvSpPr>
          <p:cNvPr id="1103" name="Google Shape;1103;p81"/>
          <p:cNvSpPr txBox="1"/>
          <p:nvPr/>
        </p:nvSpPr>
        <p:spPr>
          <a:xfrm>
            <a:off x="8124677" y="5175225"/>
            <a:ext cx="1494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Account/Case Installation</a:t>
            </a:r>
            <a:endParaRPr sz="1600"/>
          </a:p>
        </p:txBody>
      </p:sp>
      <p:sp>
        <p:nvSpPr>
          <p:cNvPr id="1104" name="Google Shape;1104;p81"/>
          <p:cNvSpPr txBox="1"/>
          <p:nvPr/>
        </p:nvSpPr>
        <p:spPr>
          <a:xfrm>
            <a:off x="8124679" y="5394763"/>
            <a:ext cx="130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Administration</a:t>
            </a:r>
            <a:endParaRPr sz="1600"/>
          </a:p>
        </p:txBody>
      </p:sp>
      <p:sp>
        <p:nvSpPr>
          <p:cNvPr id="1105" name="Google Shape;1105;p81"/>
          <p:cNvSpPr txBox="1"/>
          <p:nvPr/>
        </p:nvSpPr>
        <p:spPr>
          <a:xfrm>
            <a:off x="8124663" y="565600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Member Onboarding</a:t>
            </a:r>
            <a:endParaRPr sz="1600"/>
          </a:p>
        </p:txBody>
      </p:sp>
      <p:sp>
        <p:nvSpPr>
          <p:cNvPr id="1106" name="Google Shape;1106;p81"/>
          <p:cNvSpPr txBox="1"/>
          <p:nvPr/>
        </p:nvSpPr>
        <p:spPr>
          <a:xfrm>
            <a:off x="8124663" y="599475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Inquiry Mgmt &amp; Resolution</a:t>
            </a:r>
            <a:endParaRPr sz="1600"/>
          </a:p>
        </p:txBody>
      </p:sp>
      <p:sp>
        <p:nvSpPr>
          <p:cNvPr id="1107" name="Google Shape;1107;p81"/>
          <p:cNvSpPr txBox="1"/>
          <p:nvPr/>
        </p:nvSpPr>
        <p:spPr>
          <a:xfrm>
            <a:off x="8124663" y="635710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Engagement &amp; Education</a:t>
            </a:r>
            <a:endParaRPr sz="1600"/>
          </a:p>
        </p:txBody>
      </p:sp>
      <p:sp>
        <p:nvSpPr>
          <p:cNvPr id="1108" name="Google Shape;1108;p81"/>
          <p:cNvSpPr txBox="1"/>
          <p:nvPr/>
        </p:nvSpPr>
        <p:spPr>
          <a:xfrm>
            <a:off x="8124663" y="659462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Mgmt</a:t>
            </a:r>
            <a:endParaRPr sz="1600"/>
          </a:p>
        </p:txBody>
      </p:sp>
      <p:sp>
        <p:nvSpPr>
          <p:cNvPr id="1109" name="Google Shape;1109;p81"/>
          <p:cNvSpPr txBox="1"/>
          <p:nvPr/>
        </p:nvSpPr>
        <p:spPr>
          <a:xfrm>
            <a:off x="8124663" y="773358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Planning</a:t>
            </a:r>
            <a:endParaRPr sz="1600"/>
          </a:p>
        </p:txBody>
      </p:sp>
      <p:sp>
        <p:nvSpPr>
          <p:cNvPr id="1110" name="Google Shape;1110;p81"/>
          <p:cNvSpPr txBox="1"/>
          <p:nvPr/>
        </p:nvSpPr>
        <p:spPr>
          <a:xfrm>
            <a:off x="8124663" y="8183693"/>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Utilization Management</a:t>
            </a:r>
            <a:endParaRPr sz="1600"/>
          </a:p>
        </p:txBody>
      </p:sp>
      <p:sp>
        <p:nvSpPr>
          <p:cNvPr id="1111" name="Google Shape;1111;p81"/>
          <p:cNvSpPr txBox="1"/>
          <p:nvPr/>
        </p:nvSpPr>
        <p:spPr>
          <a:xfrm>
            <a:off x="8124663" y="881785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Workforce Management</a:t>
            </a:r>
            <a:endParaRPr sz="1600"/>
          </a:p>
        </p:txBody>
      </p:sp>
      <p:sp>
        <p:nvSpPr>
          <p:cNvPr id="1112" name="Google Shape;1112;p81"/>
          <p:cNvSpPr/>
          <p:nvPr/>
        </p:nvSpPr>
        <p:spPr>
          <a:xfrm>
            <a:off x="9649430" y="481513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3" name="Google Shape;1113;p81"/>
          <p:cNvSpPr/>
          <p:nvPr/>
        </p:nvSpPr>
        <p:spPr>
          <a:xfrm>
            <a:off x="9649430" y="495682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4" name="Google Shape;1114;p81"/>
          <p:cNvSpPr/>
          <p:nvPr/>
        </p:nvSpPr>
        <p:spPr>
          <a:xfrm>
            <a:off x="9649430" y="55588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5" name="Google Shape;1115;p81"/>
          <p:cNvSpPr/>
          <p:nvPr/>
        </p:nvSpPr>
        <p:spPr>
          <a:xfrm>
            <a:off x="9649430" y="569479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6" name="Google Shape;1116;p81"/>
          <p:cNvSpPr/>
          <p:nvPr/>
        </p:nvSpPr>
        <p:spPr>
          <a:xfrm>
            <a:off x="9649430" y="615162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7" name="Google Shape;1117;p81"/>
          <p:cNvSpPr/>
          <p:nvPr/>
        </p:nvSpPr>
        <p:spPr>
          <a:xfrm>
            <a:off x="9649430" y="627782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8" name="Google Shape;1118;p81"/>
          <p:cNvSpPr/>
          <p:nvPr/>
        </p:nvSpPr>
        <p:spPr>
          <a:xfrm>
            <a:off x="9649430" y="71639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9" name="Google Shape;1119;p81"/>
          <p:cNvSpPr/>
          <p:nvPr/>
        </p:nvSpPr>
        <p:spPr>
          <a:xfrm>
            <a:off x="9649430" y="7291552"/>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0" name="Google Shape;1120;p81"/>
          <p:cNvSpPr txBox="1"/>
          <p:nvPr/>
        </p:nvSpPr>
        <p:spPr>
          <a:xfrm>
            <a:off x="8129328" y="7377813"/>
            <a:ext cx="1494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Population Health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&amp; Analytics</a:t>
            </a:r>
            <a:endParaRPr sz="1600"/>
          </a:p>
        </p:txBody>
      </p:sp>
      <p:sp>
        <p:nvSpPr>
          <p:cNvPr id="1121" name="Google Shape;1121;p81"/>
          <p:cNvSpPr/>
          <p:nvPr/>
        </p:nvSpPr>
        <p:spPr>
          <a:xfrm>
            <a:off x="9649430" y="741448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2" name="Google Shape;1122;p81"/>
          <p:cNvSpPr/>
          <p:nvPr/>
        </p:nvSpPr>
        <p:spPr>
          <a:xfrm>
            <a:off x="9649430" y="843423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3" name="Google Shape;1123;p81"/>
          <p:cNvSpPr/>
          <p:nvPr/>
        </p:nvSpPr>
        <p:spPr>
          <a:xfrm>
            <a:off x="9649430" y="856762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4" name="Google Shape;1124;p81"/>
          <p:cNvSpPr/>
          <p:nvPr/>
        </p:nvSpPr>
        <p:spPr>
          <a:xfrm>
            <a:off x="12287257"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5" name="Google Shape;1125;p81"/>
          <p:cNvSpPr txBox="1"/>
          <p:nvPr/>
        </p:nvSpPr>
        <p:spPr>
          <a:xfrm>
            <a:off x="12401944"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126" name="Google Shape;1126;p81"/>
          <p:cNvSpPr txBox="1"/>
          <p:nvPr/>
        </p:nvSpPr>
        <p:spPr>
          <a:xfrm>
            <a:off x="13894820"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127" name="Google Shape;1127;p81"/>
          <p:cNvSpPr txBox="1"/>
          <p:nvPr/>
        </p:nvSpPr>
        <p:spPr>
          <a:xfrm>
            <a:off x="12420907" y="2098446"/>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1128" name="Google Shape;1128;p81"/>
          <p:cNvSpPr txBox="1"/>
          <p:nvPr/>
        </p:nvSpPr>
        <p:spPr>
          <a:xfrm>
            <a:off x="15578108"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129" name="Google Shape;1129;p81"/>
          <p:cNvSpPr txBox="1"/>
          <p:nvPr/>
        </p:nvSpPr>
        <p:spPr>
          <a:xfrm>
            <a:off x="13913408"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Enablement</a:t>
            </a:r>
            <a:endParaRPr sz="1600"/>
          </a:p>
        </p:txBody>
      </p:sp>
      <p:sp>
        <p:nvSpPr>
          <p:cNvPr id="1130" name="Google Shape;1130;p81"/>
          <p:cNvSpPr txBox="1"/>
          <p:nvPr/>
        </p:nvSpPr>
        <p:spPr>
          <a:xfrm>
            <a:off x="13908470" y="4352006"/>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Cyber</a:t>
            </a:r>
            <a:endParaRPr sz="1600"/>
          </a:p>
        </p:txBody>
      </p:sp>
      <p:sp>
        <p:nvSpPr>
          <p:cNvPr id="1131" name="Google Shape;1131;p81"/>
          <p:cNvSpPr txBox="1"/>
          <p:nvPr/>
        </p:nvSpPr>
        <p:spPr>
          <a:xfrm>
            <a:off x="13908459" y="2215858"/>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sz="1600"/>
          </a:p>
        </p:txBody>
      </p:sp>
      <p:sp>
        <p:nvSpPr>
          <p:cNvPr id="1132" name="Google Shape;1132;p81"/>
          <p:cNvSpPr txBox="1"/>
          <p:nvPr/>
        </p:nvSpPr>
        <p:spPr>
          <a:xfrm>
            <a:off x="13908459" y="3958132"/>
            <a:ext cx="7716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IT Helpdesk</a:t>
            </a:r>
            <a:endParaRPr sz="1600"/>
          </a:p>
        </p:txBody>
      </p:sp>
      <p:sp>
        <p:nvSpPr>
          <p:cNvPr id="1133" name="Google Shape;1133;p81"/>
          <p:cNvSpPr/>
          <p:nvPr/>
        </p:nvSpPr>
        <p:spPr>
          <a:xfrm>
            <a:off x="15280837" y="198232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4" name="Google Shape;1134;p81"/>
          <p:cNvSpPr/>
          <p:nvPr/>
        </p:nvSpPr>
        <p:spPr>
          <a:xfrm>
            <a:off x="15280837" y="21164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5" name="Google Shape;1135;p81"/>
          <p:cNvSpPr/>
          <p:nvPr/>
        </p:nvSpPr>
        <p:spPr>
          <a:xfrm>
            <a:off x="15280837" y="237088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6" name="Google Shape;1136;p81"/>
          <p:cNvSpPr/>
          <p:nvPr/>
        </p:nvSpPr>
        <p:spPr>
          <a:xfrm>
            <a:off x="15280837" y="24963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7" name="Google Shape;1137;p81"/>
          <p:cNvSpPr/>
          <p:nvPr/>
        </p:nvSpPr>
        <p:spPr>
          <a:xfrm>
            <a:off x="15280837" y="263127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8" name="Google Shape;1138;p81"/>
          <p:cNvSpPr/>
          <p:nvPr/>
        </p:nvSpPr>
        <p:spPr>
          <a:xfrm>
            <a:off x="15280837" y="28757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9" name="Google Shape;1139;p81"/>
          <p:cNvSpPr/>
          <p:nvPr/>
        </p:nvSpPr>
        <p:spPr>
          <a:xfrm>
            <a:off x="15280837" y="29980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0" name="Google Shape;1140;p81"/>
          <p:cNvSpPr/>
          <p:nvPr/>
        </p:nvSpPr>
        <p:spPr>
          <a:xfrm>
            <a:off x="15280837" y="324671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1" name="Google Shape;1141;p81"/>
          <p:cNvSpPr/>
          <p:nvPr/>
        </p:nvSpPr>
        <p:spPr>
          <a:xfrm>
            <a:off x="15280837" y="3507431"/>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2" name="Google Shape;1142;p81"/>
          <p:cNvSpPr/>
          <p:nvPr/>
        </p:nvSpPr>
        <p:spPr>
          <a:xfrm>
            <a:off x="15280837" y="362826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3" name="Google Shape;1143;p81"/>
          <p:cNvSpPr/>
          <p:nvPr/>
        </p:nvSpPr>
        <p:spPr>
          <a:xfrm>
            <a:off x="15280837" y="374909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4" name="Google Shape;1144;p81"/>
          <p:cNvSpPr/>
          <p:nvPr/>
        </p:nvSpPr>
        <p:spPr>
          <a:xfrm>
            <a:off x="15280837" y="399648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5" name="Google Shape;1145;p81"/>
          <p:cNvSpPr/>
          <p:nvPr/>
        </p:nvSpPr>
        <p:spPr>
          <a:xfrm>
            <a:off x="15280837" y="4116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6" name="Google Shape;1146;p81"/>
          <p:cNvSpPr/>
          <p:nvPr/>
        </p:nvSpPr>
        <p:spPr>
          <a:xfrm>
            <a:off x="15280837" y="423657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7" name="Google Shape;1147;p81"/>
          <p:cNvSpPr/>
          <p:nvPr/>
        </p:nvSpPr>
        <p:spPr>
          <a:xfrm>
            <a:off x="15280837" y="477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8" name="Google Shape;1148;p81"/>
          <p:cNvSpPr/>
          <p:nvPr/>
        </p:nvSpPr>
        <p:spPr>
          <a:xfrm>
            <a:off x="15280837" y="514562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9" name="Google Shape;1149;p81"/>
          <p:cNvSpPr/>
          <p:nvPr/>
        </p:nvSpPr>
        <p:spPr>
          <a:xfrm>
            <a:off x="15280837" y="526988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0" name="Google Shape;1150;p81"/>
          <p:cNvSpPr/>
          <p:nvPr/>
        </p:nvSpPr>
        <p:spPr>
          <a:xfrm>
            <a:off x="15280837" y="539415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1" name="Google Shape;1151;p81"/>
          <p:cNvSpPr/>
          <p:nvPr/>
        </p:nvSpPr>
        <p:spPr>
          <a:xfrm>
            <a:off x="15280837" y="651732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2" name="Google Shape;1152;p81"/>
          <p:cNvSpPr/>
          <p:nvPr/>
        </p:nvSpPr>
        <p:spPr>
          <a:xfrm>
            <a:off x="15280837" y="664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3" name="Google Shape;1153;p81"/>
          <p:cNvSpPr/>
          <p:nvPr/>
        </p:nvSpPr>
        <p:spPr>
          <a:xfrm>
            <a:off x="15280837" y="676988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4" name="Google Shape;1154;p81"/>
          <p:cNvSpPr/>
          <p:nvPr/>
        </p:nvSpPr>
        <p:spPr>
          <a:xfrm>
            <a:off x="15280837" y="6896173"/>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5" name="Google Shape;1155;p81"/>
          <p:cNvSpPr/>
          <p:nvPr/>
        </p:nvSpPr>
        <p:spPr>
          <a:xfrm>
            <a:off x="15280837" y="702245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6" name="Google Shape;1156;p81"/>
          <p:cNvSpPr/>
          <p:nvPr/>
        </p:nvSpPr>
        <p:spPr>
          <a:xfrm>
            <a:off x="15280837" y="715816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7" name="Google Shape;1157;p81"/>
          <p:cNvSpPr/>
          <p:nvPr/>
        </p:nvSpPr>
        <p:spPr>
          <a:xfrm>
            <a:off x="15285490" y="76634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8" name="Google Shape;1158;p81"/>
          <p:cNvSpPr txBox="1"/>
          <p:nvPr/>
        </p:nvSpPr>
        <p:spPr>
          <a:xfrm>
            <a:off x="13908459" y="2582340"/>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Attraction</a:t>
            </a:r>
            <a:endParaRPr sz="1600"/>
          </a:p>
        </p:txBody>
      </p:sp>
      <p:sp>
        <p:nvSpPr>
          <p:cNvPr id="1159" name="Google Shape;1159;p81"/>
          <p:cNvSpPr/>
          <p:nvPr/>
        </p:nvSpPr>
        <p:spPr>
          <a:xfrm>
            <a:off x="15280837" y="275352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60" name="Google Shape;1160;p81"/>
          <p:cNvSpPr/>
          <p:nvPr/>
        </p:nvSpPr>
        <p:spPr>
          <a:xfrm>
            <a:off x="15280837" y="336278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61" name="Google Shape;1161;p81"/>
          <p:cNvSpPr txBox="1"/>
          <p:nvPr/>
        </p:nvSpPr>
        <p:spPr>
          <a:xfrm>
            <a:off x="13908459" y="3076695"/>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
            </a:r>
            <a:r>
              <a:rPr b="1" lang="en" sz="900">
                <a:solidFill>
                  <a:srgbClr val="066AFE"/>
                </a:solidFill>
                <a:latin typeface="Salesforce Sans"/>
                <a:ea typeface="Salesforce Sans"/>
                <a:cs typeface="Salesforce Sans"/>
                <a:sym typeface="Salesforce Sans"/>
              </a:rPr>
              <a:t>Mgmt</a:t>
            </a:r>
            <a:r>
              <a:rPr b="1" i="0" lang="en" sz="900" u="none" cap="none" strike="noStrike">
                <a:solidFill>
                  <a:srgbClr val="066AFE"/>
                </a:solidFill>
                <a:latin typeface="Salesforce Sans"/>
                <a:ea typeface="Salesforce Sans"/>
                <a:cs typeface="Salesforce Sans"/>
                <a:sym typeface="Salesforce Sans"/>
              </a:rPr>
              <a:t> &amp; Development</a:t>
            </a:r>
            <a:endParaRPr sz="1600"/>
          </a:p>
        </p:txBody>
      </p:sp>
      <p:sp>
        <p:nvSpPr>
          <p:cNvPr id="1162" name="Google Shape;1162;p81"/>
          <p:cNvSpPr txBox="1"/>
          <p:nvPr/>
        </p:nvSpPr>
        <p:spPr>
          <a:xfrm>
            <a:off x="13908459" y="3483864"/>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Operations</a:t>
            </a:r>
            <a:endParaRPr sz="1600"/>
          </a:p>
        </p:txBody>
      </p:sp>
      <p:sp>
        <p:nvSpPr>
          <p:cNvPr id="1163" name="Google Shape;1163;p81"/>
          <p:cNvSpPr txBox="1"/>
          <p:nvPr/>
        </p:nvSpPr>
        <p:spPr>
          <a:xfrm>
            <a:off x="13908470" y="472620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sz="1600"/>
          </a:p>
        </p:txBody>
      </p:sp>
      <p:sp>
        <p:nvSpPr>
          <p:cNvPr id="1164" name="Google Shape;1164;p81"/>
          <p:cNvSpPr txBox="1"/>
          <p:nvPr/>
        </p:nvSpPr>
        <p:spPr>
          <a:xfrm>
            <a:off x="13908470" y="5104964"/>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Hospital Operations</a:t>
            </a:r>
            <a:endParaRPr sz="1600"/>
          </a:p>
        </p:txBody>
      </p:sp>
      <p:sp>
        <p:nvSpPr>
          <p:cNvPr id="1165" name="Google Shape;1165;p81"/>
          <p:cNvSpPr txBox="1"/>
          <p:nvPr/>
        </p:nvSpPr>
        <p:spPr>
          <a:xfrm>
            <a:off x="13908470" y="5486618"/>
            <a:ext cx="1199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sz="1600"/>
          </a:p>
        </p:txBody>
      </p:sp>
      <p:sp>
        <p:nvSpPr>
          <p:cNvPr id="1166" name="Google Shape;1166;p81"/>
          <p:cNvSpPr txBox="1"/>
          <p:nvPr/>
        </p:nvSpPr>
        <p:spPr>
          <a:xfrm>
            <a:off x="13908470" y="586921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Claims Mgmt</a:t>
            </a:r>
            <a:endParaRPr sz="1600"/>
          </a:p>
        </p:txBody>
      </p:sp>
      <p:sp>
        <p:nvSpPr>
          <p:cNvPr id="1167" name="Google Shape;1167;p81"/>
          <p:cNvSpPr txBox="1"/>
          <p:nvPr/>
        </p:nvSpPr>
        <p:spPr>
          <a:xfrm>
            <a:off x="13908470" y="648828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Billing &amp; Revenue Reconciliation</a:t>
            </a:r>
            <a:endParaRPr sz="1600"/>
          </a:p>
        </p:txBody>
      </p:sp>
      <p:sp>
        <p:nvSpPr>
          <p:cNvPr id="1168" name="Google Shape;1168;p81"/>
          <p:cNvSpPr txBox="1"/>
          <p:nvPr/>
        </p:nvSpPr>
        <p:spPr>
          <a:xfrm>
            <a:off x="13908470" y="711372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sz="1600"/>
          </a:p>
        </p:txBody>
      </p:sp>
      <p:sp>
        <p:nvSpPr>
          <p:cNvPr id="1169" name="Google Shape;1169;p81"/>
          <p:cNvSpPr txBox="1"/>
          <p:nvPr/>
        </p:nvSpPr>
        <p:spPr>
          <a:xfrm>
            <a:off x="13908470" y="749614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Finance Operations</a:t>
            </a:r>
            <a:endParaRPr sz="1600"/>
          </a:p>
        </p:txBody>
      </p:sp>
      <p:sp>
        <p:nvSpPr>
          <p:cNvPr id="1170" name="Google Shape;1170;p81"/>
          <p:cNvSpPr txBox="1"/>
          <p:nvPr/>
        </p:nvSpPr>
        <p:spPr>
          <a:xfrm>
            <a:off x="13908470" y="798907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Treasury</a:t>
            </a:r>
            <a:endParaRPr sz="1600"/>
          </a:p>
        </p:txBody>
      </p:sp>
      <p:sp>
        <p:nvSpPr>
          <p:cNvPr id="1171" name="Google Shape;1171;p81"/>
          <p:cNvSpPr txBox="1"/>
          <p:nvPr/>
        </p:nvSpPr>
        <p:spPr>
          <a:xfrm>
            <a:off x="13908470" y="8517473"/>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Management and Board Reporting Generation</a:t>
            </a:r>
            <a:endParaRPr sz="1600"/>
          </a:p>
        </p:txBody>
      </p:sp>
      <p:sp>
        <p:nvSpPr>
          <p:cNvPr id="1172" name="Google Shape;1172;p81"/>
          <p:cNvSpPr txBox="1"/>
          <p:nvPr/>
        </p:nvSpPr>
        <p:spPr>
          <a:xfrm>
            <a:off x="13908470" y="9025125"/>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 </a:t>
            </a:r>
            <a:endParaRPr sz="1600"/>
          </a:p>
        </p:txBody>
      </p:sp>
      <p:sp>
        <p:nvSpPr>
          <p:cNvPr id="1173" name="Google Shape;1173;p81"/>
          <p:cNvSpPr/>
          <p:nvPr/>
        </p:nvSpPr>
        <p:spPr>
          <a:xfrm>
            <a:off x="15280837" y="55342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4" name="Google Shape;1174;p81"/>
          <p:cNvSpPr/>
          <p:nvPr/>
        </p:nvSpPr>
        <p:spPr>
          <a:xfrm>
            <a:off x="15280837" y="577101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5" name="Google Shape;1175;p81"/>
          <p:cNvSpPr/>
          <p:nvPr/>
        </p:nvSpPr>
        <p:spPr>
          <a:xfrm>
            <a:off x="15280837" y="727620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6" name="Google Shape;1176;p81"/>
          <p:cNvSpPr/>
          <p:nvPr/>
        </p:nvSpPr>
        <p:spPr>
          <a:xfrm>
            <a:off x="15280837" y="739424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7" name="Google Shape;1177;p81"/>
          <p:cNvSpPr txBox="1"/>
          <p:nvPr/>
        </p:nvSpPr>
        <p:spPr>
          <a:xfrm>
            <a:off x="13913125" y="825036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Tax And Compliance</a:t>
            </a:r>
            <a:endParaRPr sz="1600"/>
          </a:p>
        </p:txBody>
      </p:sp>
      <p:sp>
        <p:nvSpPr>
          <p:cNvPr id="1178" name="Google Shape;1178;p81"/>
          <p:cNvSpPr/>
          <p:nvPr/>
        </p:nvSpPr>
        <p:spPr>
          <a:xfrm>
            <a:off x="15280837" y="856454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9" name="Google Shape;1179;p81"/>
          <p:cNvSpPr txBox="1"/>
          <p:nvPr/>
        </p:nvSpPr>
        <p:spPr>
          <a:xfrm>
            <a:off x="15455001" y="194870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Workflow Digitization </a:t>
            </a:r>
            <a:endParaRPr sz="800"/>
          </a:p>
        </p:txBody>
      </p:sp>
      <p:sp>
        <p:nvSpPr>
          <p:cNvPr id="1180" name="Google Shape;1180;p81"/>
          <p:cNvSpPr txBox="1"/>
          <p:nvPr/>
        </p:nvSpPr>
        <p:spPr>
          <a:xfrm>
            <a:off x="15455001" y="221841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Of Future And Skills Assessment </a:t>
            </a:r>
            <a:endParaRPr sz="800"/>
          </a:p>
        </p:txBody>
      </p:sp>
      <p:sp>
        <p:nvSpPr>
          <p:cNvPr id="1181" name="Google Shape;1181;p81"/>
          <p:cNvSpPr txBox="1"/>
          <p:nvPr/>
        </p:nvSpPr>
        <p:spPr>
          <a:xfrm>
            <a:off x="15455001" y="20787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SOP And Record Management  </a:t>
            </a:r>
            <a:endParaRPr sz="800"/>
          </a:p>
        </p:txBody>
      </p:sp>
      <p:sp>
        <p:nvSpPr>
          <p:cNvPr id="1182" name="Google Shape;1182;p81"/>
          <p:cNvSpPr txBox="1"/>
          <p:nvPr/>
        </p:nvSpPr>
        <p:spPr>
          <a:xfrm>
            <a:off x="15455001" y="233898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Planning  </a:t>
            </a:r>
            <a:endParaRPr sz="800"/>
          </a:p>
        </p:txBody>
      </p:sp>
      <p:sp>
        <p:nvSpPr>
          <p:cNvPr id="1183" name="Google Shape;1183;p81"/>
          <p:cNvSpPr txBox="1"/>
          <p:nvPr/>
        </p:nvSpPr>
        <p:spPr>
          <a:xfrm>
            <a:off x="15455001" y="321154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Content Design &amp; Delivery </a:t>
            </a:r>
            <a:endParaRPr sz="800"/>
          </a:p>
        </p:txBody>
      </p:sp>
      <p:sp>
        <p:nvSpPr>
          <p:cNvPr id="1184" name="Google Shape;1184;p81"/>
          <p:cNvSpPr txBox="1"/>
          <p:nvPr/>
        </p:nvSpPr>
        <p:spPr>
          <a:xfrm>
            <a:off x="15455001" y="3332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t>
            </a:r>
            <a:endParaRPr sz="800"/>
          </a:p>
        </p:txBody>
      </p:sp>
      <p:sp>
        <p:nvSpPr>
          <p:cNvPr id="1185" name="Google Shape;1185;p81"/>
          <p:cNvSpPr txBox="1"/>
          <p:nvPr/>
        </p:nvSpPr>
        <p:spPr>
          <a:xfrm>
            <a:off x="15455001" y="24595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People Measurement &amp; Reporting </a:t>
            </a:r>
            <a:endParaRPr sz="800"/>
          </a:p>
        </p:txBody>
      </p:sp>
      <p:sp>
        <p:nvSpPr>
          <p:cNvPr id="1186" name="Google Shape;1186;p81"/>
          <p:cNvSpPr txBox="1"/>
          <p:nvPr/>
        </p:nvSpPr>
        <p:spPr>
          <a:xfrm>
            <a:off x="15455001" y="25991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Sourcing Strategy Development </a:t>
            </a:r>
            <a:endParaRPr sz="800"/>
          </a:p>
        </p:txBody>
      </p:sp>
      <p:sp>
        <p:nvSpPr>
          <p:cNvPr id="1187" name="Google Shape;1187;p81"/>
          <p:cNvSpPr txBox="1"/>
          <p:nvPr/>
        </p:nvSpPr>
        <p:spPr>
          <a:xfrm>
            <a:off x="15455001" y="271974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Outreach </a:t>
            </a:r>
            <a:endParaRPr sz="800"/>
          </a:p>
        </p:txBody>
      </p:sp>
      <p:sp>
        <p:nvSpPr>
          <p:cNvPr id="1188" name="Google Shape;1188;p81"/>
          <p:cNvSpPr txBox="1"/>
          <p:nvPr/>
        </p:nvSpPr>
        <p:spPr>
          <a:xfrm>
            <a:off x="15455001" y="284031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Coaching</a:t>
            </a:r>
            <a:endParaRPr sz="800"/>
          </a:p>
        </p:txBody>
      </p:sp>
      <p:sp>
        <p:nvSpPr>
          <p:cNvPr id="1189" name="Google Shape;1189;p81"/>
          <p:cNvSpPr txBox="1"/>
          <p:nvPr/>
        </p:nvSpPr>
        <p:spPr>
          <a:xfrm>
            <a:off x="15455001" y="296088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Onboarding </a:t>
            </a:r>
            <a:endParaRPr sz="800"/>
          </a:p>
        </p:txBody>
      </p:sp>
      <p:sp>
        <p:nvSpPr>
          <p:cNvPr id="1190" name="Google Shape;1190;p81"/>
          <p:cNvSpPr txBox="1"/>
          <p:nvPr/>
        </p:nvSpPr>
        <p:spPr>
          <a:xfrm>
            <a:off x="15455001" y="347173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Compensation &amp; Benefit Creation &amp; Delivery </a:t>
            </a:r>
            <a:endParaRPr sz="800"/>
          </a:p>
        </p:txBody>
      </p:sp>
      <p:sp>
        <p:nvSpPr>
          <p:cNvPr id="1191" name="Google Shape;1191;p81"/>
          <p:cNvSpPr txBox="1"/>
          <p:nvPr/>
        </p:nvSpPr>
        <p:spPr>
          <a:xfrm>
            <a:off x="15455001" y="37128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Payroll &amp; Vacation Monitoring </a:t>
            </a:r>
            <a:endParaRPr sz="800"/>
          </a:p>
        </p:txBody>
      </p:sp>
      <p:sp>
        <p:nvSpPr>
          <p:cNvPr id="1192" name="Google Shape;1192;p81"/>
          <p:cNvSpPr txBox="1"/>
          <p:nvPr/>
        </p:nvSpPr>
        <p:spPr>
          <a:xfrm>
            <a:off x="15455001" y="359230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Experience &amp; Health Monitoring </a:t>
            </a:r>
            <a:endParaRPr sz="800"/>
          </a:p>
        </p:txBody>
      </p:sp>
      <p:sp>
        <p:nvSpPr>
          <p:cNvPr id="1193" name="Google Shape;1193;p81"/>
          <p:cNvSpPr txBox="1"/>
          <p:nvPr/>
        </p:nvSpPr>
        <p:spPr>
          <a:xfrm>
            <a:off x="15455001" y="383344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Compliance &amp; Labour Relations Monitoring </a:t>
            </a:r>
            <a:endParaRPr sz="800"/>
          </a:p>
        </p:txBody>
      </p:sp>
      <p:sp>
        <p:nvSpPr>
          <p:cNvPr id="1194" name="Google Shape;1194;p81"/>
          <p:cNvSpPr txBox="1"/>
          <p:nvPr/>
        </p:nvSpPr>
        <p:spPr>
          <a:xfrm>
            <a:off x="15455001" y="309097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Career Path Design </a:t>
            </a:r>
            <a:endParaRPr sz="800"/>
          </a:p>
        </p:txBody>
      </p:sp>
      <p:sp>
        <p:nvSpPr>
          <p:cNvPr id="1195" name="Google Shape;1195;p81"/>
          <p:cNvSpPr txBox="1"/>
          <p:nvPr/>
        </p:nvSpPr>
        <p:spPr>
          <a:xfrm>
            <a:off x="15455001" y="409363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Resolution &amp; Troubleshooting </a:t>
            </a:r>
            <a:endParaRPr sz="800"/>
          </a:p>
        </p:txBody>
      </p:sp>
      <p:sp>
        <p:nvSpPr>
          <p:cNvPr id="1196" name="Google Shape;1196;p81"/>
          <p:cNvSpPr txBox="1"/>
          <p:nvPr/>
        </p:nvSpPr>
        <p:spPr>
          <a:xfrm>
            <a:off x="15455001" y="421420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Base Updates &amp; Content Creation </a:t>
            </a:r>
            <a:endParaRPr sz="800"/>
          </a:p>
        </p:txBody>
      </p:sp>
      <p:sp>
        <p:nvSpPr>
          <p:cNvPr id="1197" name="Google Shape;1197;p81"/>
          <p:cNvSpPr txBox="1"/>
          <p:nvPr/>
        </p:nvSpPr>
        <p:spPr>
          <a:xfrm>
            <a:off x="15455001" y="447439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Incident Response </a:t>
            </a:r>
            <a:endParaRPr sz="800"/>
          </a:p>
        </p:txBody>
      </p:sp>
      <p:sp>
        <p:nvSpPr>
          <p:cNvPr id="1198" name="Google Shape;1198;p81"/>
          <p:cNvSpPr txBox="1"/>
          <p:nvPr/>
        </p:nvSpPr>
        <p:spPr>
          <a:xfrm>
            <a:off x="15455001" y="473458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&amp; Infra Lifecycle Management </a:t>
            </a:r>
            <a:endParaRPr sz="800"/>
          </a:p>
        </p:txBody>
      </p:sp>
      <p:sp>
        <p:nvSpPr>
          <p:cNvPr id="1199" name="Google Shape;1199;p81"/>
          <p:cNvSpPr txBox="1"/>
          <p:nvPr/>
        </p:nvSpPr>
        <p:spPr>
          <a:xfrm>
            <a:off x="15455001" y="485514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Development </a:t>
            </a:r>
            <a:endParaRPr sz="800"/>
          </a:p>
        </p:txBody>
      </p:sp>
      <p:sp>
        <p:nvSpPr>
          <p:cNvPr id="1200" name="Google Shape;1200;p81"/>
          <p:cNvSpPr txBox="1"/>
          <p:nvPr/>
        </p:nvSpPr>
        <p:spPr>
          <a:xfrm>
            <a:off x="15455001" y="459496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Access &amp; Security Policy Creation </a:t>
            </a:r>
            <a:endParaRPr sz="800"/>
          </a:p>
        </p:txBody>
      </p:sp>
      <p:sp>
        <p:nvSpPr>
          <p:cNvPr id="1201" name="Google Shape;1201;p81"/>
          <p:cNvSpPr txBox="1"/>
          <p:nvPr/>
        </p:nvSpPr>
        <p:spPr>
          <a:xfrm>
            <a:off x="15455001" y="549609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Demand Forecasting </a:t>
            </a:r>
            <a:endParaRPr sz="800"/>
          </a:p>
        </p:txBody>
      </p:sp>
      <p:sp>
        <p:nvSpPr>
          <p:cNvPr id="1202" name="Google Shape;1202;p81"/>
          <p:cNvSpPr txBox="1"/>
          <p:nvPr/>
        </p:nvSpPr>
        <p:spPr>
          <a:xfrm>
            <a:off x="15455001" y="523590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Flow </a:t>
            </a:r>
            <a:endParaRPr sz="800"/>
          </a:p>
        </p:txBody>
      </p:sp>
      <p:sp>
        <p:nvSpPr>
          <p:cNvPr id="1203" name="Google Shape;1203;p81"/>
          <p:cNvSpPr txBox="1"/>
          <p:nvPr/>
        </p:nvSpPr>
        <p:spPr>
          <a:xfrm>
            <a:off x="15455001" y="573723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VBC Outcome Tracking </a:t>
            </a:r>
            <a:endParaRPr sz="800"/>
          </a:p>
        </p:txBody>
      </p:sp>
      <p:sp>
        <p:nvSpPr>
          <p:cNvPr id="1204" name="Google Shape;1204;p81"/>
          <p:cNvSpPr txBox="1"/>
          <p:nvPr/>
        </p:nvSpPr>
        <p:spPr>
          <a:xfrm>
            <a:off x="15455001" y="561666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OR Optimization </a:t>
            </a:r>
            <a:endParaRPr sz="800"/>
          </a:p>
        </p:txBody>
      </p:sp>
      <p:sp>
        <p:nvSpPr>
          <p:cNvPr id="1205" name="Google Shape;1205;p81"/>
          <p:cNvSpPr txBox="1"/>
          <p:nvPr/>
        </p:nvSpPr>
        <p:spPr>
          <a:xfrm>
            <a:off x="15455001" y="673989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Payment Processing </a:t>
            </a:r>
            <a:endParaRPr sz="800"/>
          </a:p>
        </p:txBody>
      </p:sp>
      <p:sp>
        <p:nvSpPr>
          <p:cNvPr id="1206" name="Google Shape;1206;p81"/>
          <p:cNvSpPr txBox="1"/>
          <p:nvPr/>
        </p:nvSpPr>
        <p:spPr>
          <a:xfrm>
            <a:off x="15455001" y="686046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Analysis &amp; Reporting </a:t>
            </a:r>
            <a:endParaRPr sz="800"/>
          </a:p>
        </p:txBody>
      </p:sp>
      <p:sp>
        <p:nvSpPr>
          <p:cNvPr id="1207" name="Google Shape;1207;p81"/>
          <p:cNvSpPr txBox="1"/>
          <p:nvPr/>
        </p:nvSpPr>
        <p:spPr>
          <a:xfrm>
            <a:off x="15455001" y="497571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Testing </a:t>
            </a:r>
            <a:endParaRPr sz="800"/>
          </a:p>
        </p:txBody>
      </p:sp>
      <p:sp>
        <p:nvSpPr>
          <p:cNvPr id="1208" name="Google Shape;1208;p81"/>
          <p:cNvSpPr txBox="1"/>
          <p:nvPr/>
        </p:nvSpPr>
        <p:spPr>
          <a:xfrm>
            <a:off x="15455001" y="535647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Lifecycle </a:t>
            </a:r>
            <a:endParaRPr sz="800"/>
          </a:p>
        </p:txBody>
      </p:sp>
      <p:sp>
        <p:nvSpPr>
          <p:cNvPr id="1209" name="Google Shape;1209;p81"/>
          <p:cNvSpPr txBox="1"/>
          <p:nvPr/>
        </p:nvSpPr>
        <p:spPr>
          <a:xfrm>
            <a:off x="15455001" y="59974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Adjudication </a:t>
            </a:r>
            <a:endParaRPr sz="800"/>
          </a:p>
        </p:txBody>
      </p:sp>
      <p:sp>
        <p:nvSpPr>
          <p:cNvPr id="1210" name="Google Shape;1210;p81"/>
          <p:cNvSpPr txBox="1"/>
          <p:nvPr/>
        </p:nvSpPr>
        <p:spPr>
          <a:xfrm>
            <a:off x="15455001" y="61179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Distribution </a:t>
            </a:r>
            <a:endParaRPr sz="800"/>
          </a:p>
        </p:txBody>
      </p:sp>
      <p:sp>
        <p:nvSpPr>
          <p:cNvPr id="1211" name="Google Shape;1211;p81"/>
          <p:cNvSpPr txBox="1"/>
          <p:nvPr/>
        </p:nvSpPr>
        <p:spPr>
          <a:xfrm>
            <a:off x="15455001" y="623856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Submission Processing </a:t>
            </a:r>
            <a:endParaRPr sz="800"/>
          </a:p>
        </p:txBody>
      </p:sp>
      <p:sp>
        <p:nvSpPr>
          <p:cNvPr id="1212" name="Google Shape;1212;p81"/>
          <p:cNvSpPr txBox="1"/>
          <p:nvPr/>
        </p:nvSpPr>
        <p:spPr>
          <a:xfrm>
            <a:off x="15455001" y="635913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Summary</a:t>
            </a:r>
            <a:endParaRPr sz="800"/>
          </a:p>
        </p:txBody>
      </p:sp>
      <p:sp>
        <p:nvSpPr>
          <p:cNvPr id="1213" name="Google Shape;1213;p81"/>
          <p:cNvSpPr txBox="1"/>
          <p:nvPr/>
        </p:nvSpPr>
        <p:spPr>
          <a:xfrm>
            <a:off x="15455001" y="64987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Management </a:t>
            </a:r>
            <a:endParaRPr sz="800"/>
          </a:p>
        </p:txBody>
      </p:sp>
      <p:sp>
        <p:nvSpPr>
          <p:cNvPr id="1214" name="Google Shape;1214;p81"/>
          <p:cNvSpPr txBox="1"/>
          <p:nvPr/>
        </p:nvSpPr>
        <p:spPr>
          <a:xfrm>
            <a:off x="15455001" y="698103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Accounts Receivable </a:t>
            </a:r>
            <a:endParaRPr sz="800"/>
          </a:p>
        </p:txBody>
      </p:sp>
      <p:sp>
        <p:nvSpPr>
          <p:cNvPr id="1215" name="Google Shape;1215;p81"/>
          <p:cNvSpPr txBox="1"/>
          <p:nvPr/>
        </p:nvSpPr>
        <p:spPr>
          <a:xfrm>
            <a:off x="15455001" y="661932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&amp; Invoicing </a:t>
            </a:r>
            <a:endParaRPr sz="800"/>
          </a:p>
        </p:txBody>
      </p:sp>
      <p:sp>
        <p:nvSpPr>
          <p:cNvPr id="1216" name="Google Shape;1216;p81"/>
          <p:cNvSpPr txBox="1"/>
          <p:nvPr/>
        </p:nvSpPr>
        <p:spPr>
          <a:xfrm>
            <a:off x="15455001" y="735637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&amp; KPI Monitoring </a:t>
            </a:r>
            <a:endParaRPr sz="800"/>
          </a:p>
        </p:txBody>
      </p:sp>
      <p:sp>
        <p:nvSpPr>
          <p:cNvPr id="1217" name="Google Shape;1217;p81"/>
          <p:cNvSpPr txBox="1"/>
          <p:nvPr/>
        </p:nvSpPr>
        <p:spPr>
          <a:xfrm>
            <a:off x="15455001" y="712065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Long-Term &amp; Annual Budgeting </a:t>
            </a:r>
            <a:endParaRPr sz="800"/>
          </a:p>
        </p:txBody>
      </p:sp>
      <p:sp>
        <p:nvSpPr>
          <p:cNvPr id="1218" name="Google Shape;1218;p81"/>
          <p:cNvSpPr txBox="1"/>
          <p:nvPr/>
        </p:nvSpPr>
        <p:spPr>
          <a:xfrm>
            <a:off x="15455001" y="724122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Financial Forecasting &amp; Scenario Modeling </a:t>
            </a:r>
            <a:endParaRPr sz="800"/>
          </a:p>
        </p:txBody>
      </p:sp>
      <p:sp>
        <p:nvSpPr>
          <p:cNvPr id="1219" name="Google Shape;1219;p81"/>
          <p:cNvSpPr txBox="1"/>
          <p:nvPr/>
        </p:nvSpPr>
        <p:spPr>
          <a:xfrm>
            <a:off x="15455001" y="762197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Quote-To-Cash Management</a:t>
            </a:r>
            <a:endParaRPr sz="800"/>
          </a:p>
        </p:txBody>
      </p:sp>
      <p:sp>
        <p:nvSpPr>
          <p:cNvPr id="1220" name="Google Shape;1220;p81"/>
          <p:cNvSpPr txBox="1"/>
          <p:nvPr/>
        </p:nvSpPr>
        <p:spPr>
          <a:xfrm>
            <a:off x="15455001" y="774254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Procurement &amp; Vendor Management </a:t>
            </a:r>
            <a:endParaRPr sz="800"/>
          </a:p>
        </p:txBody>
      </p:sp>
      <p:sp>
        <p:nvSpPr>
          <p:cNvPr id="1221" name="Google Shape;1221;p81"/>
          <p:cNvSpPr txBox="1"/>
          <p:nvPr/>
        </p:nvSpPr>
        <p:spPr>
          <a:xfrm>
            <a:off x="15455001" y="786311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Accounting Reconciliation</a:t>
            </a:r>
            <a:endParaRPr sz="800"/>
          </a:p>
        </p:txBody>
      </p:sp>
      <p:sp>
        <p:nvSpPr>
          <p:cNvPr id="1222" name="Google Shape;1222;p81"/>
          <p:cNvSpPr txBox="1"/>
          <p:nvPr/>
        </p:nvSpPr>
        <p:spPr>
          <a:xfrm>
            <a:off x="15455001" y="826292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Tax Filing</a:t>
            </a:r>
            <a:endParaRPr sz="800"/>
          </a:p>
        </p:txBody>
      </p:sp>
      <p:sp>
        <p:nvSpPr>
          <p:cNvPr id="1223" name="Google Shape;1223;p81"/>
          <p:cNvSpPr txBox="1"/>
          <p:nvPr/>
        </p:nvSpPr>
        <p:spPr>
          <a:xfrm>
            <a:off x="15455001" y="8523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Analytics</a:t>
            </a:r>
            <a:endParaRPr sz="800"/>
          </a:p>
        </p:txBody>
      </p:sp>
      <p:sp>
        <p:nvSpPr>
          <p:cNvPr id="1224" name="Google Shape;1224;p81"/>
          <p:cNvSpPr txBox="1"/>
          <p:nvPr/>
        </p:nvSpPr>
        <p:spPr>
          <a:xfrm>
            <a:off x="15455001" y="864368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Presentation Creation</a:t>
            </a:r>
            <a:endParaRPr sz="800"/>
          </a:p>
        </p:txBody>
      </p:sp>
      <p:sp>
        <p:nvSpPr>
          <p:cNvPr id="1225" name="Google Shape;1225;p81"/>
          <p:cNvSpPr txBox="1"/>
          <p:nvPr/>
        </p:nvSpPr>
        <p:spPr>
          <a:xfrm>
            <a:off x="15455001" y="812330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Management</a:t>
            </a:r>
            <a:endParaRPr sz="800"/>
          </a:p>
        </p:txBody>
      </p:sp>
      <p:sp>
        <p:nvSpPr>
          <p:cNvPr id="1226" name="Google Shape;1226;p81"/>
          <p:cNvSpPr txBox="1"/>
          <p:nvPr/>
        </p:nvSpPr>
        <p:spPr>
          <a:xfrm>
            <a:off x="15455001" y="838349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Regulatory Reporting </a:t>
            </a:r>
            <a:endParaRPr sz="800"/>
          </a:p>
        </p:txBody>
      </p:sp>
      <p:sp>
        <p:nvSpPr>
          <p:cNvPr id="1227" name="Google Shape;1227;p81"/>
          <p:cNvSpPr txBox="1"/>
          <p:nvPr/>
        </p:nvSpPr>
        <p:spPr>
          <a:xfrm>
            <a:off x="15455001" y="750140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Transaction Monitoring</a:t>
            </a:r>
            <a:endParaRPr sz="800"/>
          </a:p>
        </p:txBody>
      </p:sp>
      <p:sp>
        <p:nvSpPr>
          <p:cNvPr id="1228" name="Google Shape;1228;p81"/>
          <p:cNvSpPr txBox="1"/>
          <p:nvPr/>
        </p:nvSpPr>
        <p:spPr>
          <a:xfrm>
            <a:off x="15455001" y="800273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Cash &amp; Liquidity Management</a:t>
            </a:r>
            <a:endParaRPr sz="800"/>
          </a:p>
        </p:txBody>
      </p:sp>
      <p:sp>
        <p:nvSpPr>
          <p:cNvPr id="1229" name="Google Shape;1229;p81"/>
          <p:cNvSpPr txBox="1"/>
          <p:nvPr/>
        </p:nvSpPr>
        <p:spPr>
          <a:xfrm>
            <a:off x="15455001" y="91515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Enforcement</a:t>
            </a:r>
            <a:endParaRPr sz="800"/>
          </a:p>
        </p:txBody>
      </p:sp>
      <p:sp>
        <p:nvSpPr>
          <p:cNvPr id="1230" name="Google Shape;1230;p81"/>
          <p:cNvSpPr txBox="1"/>
          <p:nvPr/>
        </p:nvSpPr>
        <p:spPr>
          <a:xfrm>
            <a:off x="15455001" y="903095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Registration </a:t>
            </a:r>
            <a:endParaRPr sz="800"/>
          </a:p>
        </p:txBody>
      </p:sp>
      <p:sp>
        <p:nvSpPr>
          <p:cNvPr id="1231" name="Google Shape;1231;p81"/>
          <p:cNvSpPr txBox="1"/>
          <p:nvPr/>
        </p:nvSpPr>
        <p:spPr>
          <a:xfrm>
            <a:off x="15455001" y="397306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Ticket Intake </a:t>
            </a:r>
            <a:endParaRPr sz="800"/>
          </a:p>
        </p:txBody>
      </p:sp>
      <p:sp>
        <p:nvSpPr>
          <p:cNvPr id="1232" name="Google Shape;1232;p81"/>
          <p:cNvSpPr txBox="1"/>
          <p:nvPr/>
        </p:nvSpPr>
        <p:spPr>
          <a:xfrm>
            <a:off x="15455001" y="435382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Threat Detection </a:t>
            </a:r>
            <a:endParaRPr sz="800"/>
          </a:p>
        </p:txBody>
      </p:sp>
      <p:sp>
        <p:nvSpPr>
          <p:cNvPr id="1233" name="Google Shape;1233;p81"/>
          <p:cNvSpPr txBox="1"/>
          <p:nvPr/>
        </p:nvSpPr>
        <p:spPr>
          <a:xfrm>
            <a:off x="15455001" y="511533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Capacity Management</a:t>
            </a:r>
            <a:endParaRPr sz="800"/>
          </a:p>
        </p:txBody>
      </p:sp>
      <p:sp>
        <p:nvSpPr>
          <p:cNvPr id="1234" name="Google Shape;1234;p81"/>
          <p:cNvSpPr txBox="1"/>
          <p:nvPr/>
        </p:nvSpPr>
        <p:spPr>
          <a:xfrm>
            <a:off x="15455001" y="587685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Pre-Processing </a:t>
            </a:r>
            <a:endParaRPr sz="800"/>
          </a:p>
        </p:txBody>
      </p:sp>
      <p:sp>
        <p:nvSpPr>
          <p:cNvPr id="1235" name="Google Shape;1235;p81"/>
          <p:cNvSpPr/>
          <p:nvPr/>
        </p:nvSpPr>
        <p:spPr>
          <a:xfrm>
            <a:off x="15280837" y="639103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6" name="Google Shape;1236;p81"/>
          <p:cNvSpPr/>
          <p:nvPr/>
        </p:nvSpPr>
        <p:spPr>
          <a:xfrm>
            <a:off x="15285490" y="778397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7" name="Google Shape;1237;p81"/>
          <p:cNvSpPr/>
          <p:nvPr/>
        </p:nvSpPr>
        <p:spPr>
          <a:xfrm>
            <a:off x="15285490" y="790126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8" name="Google Shape;1238;p81"/>
          <p:cNvSpPr txBox="1"/>
          <p:nvPr/>
        </p:nvSpPr>
        <p:spPr>
          <a:xfrm>
            <a:off x="12578375" y="9692475"/>
            <a:ext cx="50805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1239" name="Google Shape;1239;p81"/>
          <p:cNvSpPr txBox="1"/>
          <p:nvPr/>
        </p:nvSpPr>
        <p:spPr>
          <a:xfrm>
            <a:off x="346500" y="381000"/>
            <a:ext cx="175950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400">
                <a:solidFill>
                  <a:srgbClr val="002775"/>
                </a:solidFill>
                <a:latin typeface="Avant Garde Demi SFDC"/>
                <a:ea typeface="Avant Garde Demi SFDC"/>
                <a:cs typeface="Avant Garde Demi SFDC"/>
                <a:sym typeface="Avant Garde Demi SFDC"/>
              </a:rPr>
              <a:t>Accelerate outcomes with 100+ agentic payer workflows</a:t>
            </a:r>
            <a:endParaRPr sz="4400">
              <a:solidFill>
                <a:srgbClr val="002775"/>
              </a:solidFill>
              <a:latin typeface="Avant Garde Demi SFDC"/>
              <a:ea typeface="Avant Garde Demi SFDC"/>
              <a:cs typeface="Avant Garde Demi SFDC"/>
              <a:sym typeface="Avant Garde Demi SFDC"/>
            </a:endParaRPr>
          </a:p>
        </p:txBody>
      </p:sp>
      <p:grpSp>
        <p:nvGrpSpPr>
          <p:cNvPr id="1240" name="Google Shape;1240;p81"/>
          <p:cNvGrpSpPr/>
          <p:nvPr/>
        </p:nvGrpSpPr>
        <p:grpSpPr>
          <a:xfrm>
            <a:off x="5987400" y="1143000"/>
            <a:ext cx="6313200" cy="312153"/>
            <a:chOff x="18111450" y="1344920"/>
            <a:chExt cx="6313200" cy="312153"/>
          </a:xfrm>
        </p:grpSpPr>
        <p:sp>
          <p:nvSpPr>
            <p:cNvPr id="1241" name="Google Shape;1241;p81"/>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242" name="Google Shape;1242;p81"/>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3" name="Google Shape;1243;p81"/>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244" name="Google Shape;1244;p81"/>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5" name="Google Shape;1245;p81"/>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6" name="Google Shape;1246;p81"/>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247" name="Google Shape;1247;p81"/>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248" name="Google Shape;1248;p81"/>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249" name="Google Shape;1249;p81"/>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rovider" showMasterSp="0">
  <p:cSld name="TITLE_AND_BODY_5_1_1">
    <p:spTree>
      <p:nvGrpSpPr>
        <p:cNvPr id="1250" name="Shape 1250"/>
        <p:cNvGrpSpPr/>
        <p:nvPr/>
      </p:nvGrpSpPr>
      <p:grpSpPr>
        <a:xfrm>
          <a:off x="0" y="0"/>
          <a:ext cx="0" cy="0"/>
          <a:chOff x="0" y="0"/>
          <a:chExt cx="0" cy="0"/>
        </a:xfrm>
      </p:grpSpPr>
      <p:sp>
        <p:nvSpPr>
          <p:cNvPr id="1251" name="Google Shape;1251;p82"/>
          <p:cNvSpPr txBox="1"/>
          <p:nvPr/>
        </p:nvSpPr>
        <p:spPr>
          <a:xfrm>
            <a:off x="849750" y="381000"/>
            <a:ext cx="165885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Accelerate outcomes with 100+ agentic provider workflows</a:t>
            </a:r>
            <a:endParaRPr sz="4500">
              <a:solidFill>
                <a:srgbClr val="002775"/>
              </a:solidFill>
              <a:latin typeface="Avant Garde Demi SFDC"/>
              <a:ea typeface="Avant Garde Demi SFDC"/>
              <a:cs typeface="Avant Garde Demi SFDC"/>
              <a:sym typeface="Avant Garde Demi SFDC"/>
            </a:endParaRPr>
          </a:p>
        </p:txBody>
      </p:sp>
      <p:sp>
        <p:nvSpPr>
          <p:cNvPr id="1252" name="Google Shape;1252;p82"/>
          <p:cNvSpPr txBox="1"/>
          <p:nvPr/>
        </p:nvSpPr>
        <p:spPr>
          <a:xfrm>
            <a:off x="12643350" y="9693275"/>
            <a:ext cx="5445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 </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1253" name="Google Shape;1253;p82"/>
          <p:cNvSpPr txBox="1"/>
          <p:nvPr/>
        </p:nvSpPr>
        <p:spPr>
          <a:xfrm>
            <a:off x="3820748" y="34055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Lead Identification </a:t>
            </a:r>
            <a:endParaRPr i="0" sz="800" u="none" cap="none" strike="noStrike">
              <a:latin typeface="Salesforce Sans"/>
              <a:ea typeface="Salesforce Sans"/>
              <a:cs typeface="Salesforce Sans"/>
              <a:sym typeface="Salesforce Sans"/>
            </a:endParaRPr>
          </a:p>
        </p:txBody>
      </p:sp>
      <p:sp>
        <p:nvSpPr>
          <p:cNvPr id="1254" name="Google Shape;1254;p82"/>
          <p:cNvSpPr/>
          <p:nvPr/>
        </p:nvSpPr>
        <p:spPr>
          <a:xfrm>
            <a:off x="3663735" y="608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5" name="Google Shape;1255;p82"/>
          <p:cNvSpPr txBox="1"/>
          <p:nvPr/>
        </p:nvSpPr>
        <p:spPr>
          <a:xfrm>
            <a:off x="3820748" y="606428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Provider Auto-matching</a:t>
            </a:r>
            <a:endParaRPr i="0" sz="800" u="none" cap="none" strike="noStrike">
              <a:latin typeface="Salesforce Sans"/>
              <a:ea typeface="Salesforce Sans"/>
              <a:cs typeface="Salesforce Sans"/>
              <a:sym typeface="Salesforce Sans"/>
            </a:endParaRPr>
          </a:p>
        </p:txBody>
      </p:sp>
      <p:sp>
        <p:nvSpPr>
          <p:cNvPr id="1256" name="Google Shape;1256;p82"/>
          <p:cNvSpPr/>
          <p:nvPr/>
        </p:nvSpPr>
        <p:spPr>
          <a:xfrm>
            <a:off x="3663735" y="663744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7" name="Google Shape;1257;p82"/>
          <p:cNvSpPr txBox="1"/>
          <p:nvPr/>
        </p:nvSpPr>
        <p:spPr>
          <a:xfrm>
            <a:off x="3820748" y="661554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EHR data fetch &amp; write</a:t>
            </a:r>
            <a:endParaRPr i="0" sz="800" u="none" cap="none" strike="noStrike">
              <a:latin typeface="Salesforce Sans"/>
              <a:ea typeface="Salesforce Sans"/>
              <a:cs typeface="Salesforce Sans"/>
              <a:sym typeface="Salesforce Sans"/>
            </a:endParaRPr>
          </a:p>
        </p:txBody>
      </p:sp>
      <p:sp>
        <p:nvSpPr>
          <p:cNvPr id="1258" name="Google Shape;1258;p82"/>
          <p:cNvSpPr/>
          <p:nvPr/>
        </p:nvSpPr>
        <p:spPr>
          <a:xfrm>
            <a:off x="3663735" y="718508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9" name="Google Shape;1259;p82"/>
          <p:cNvSpPr txBox="1"/>
          <p:nvPr/>
        </p:nvSpPr>
        <p:spPr>
          <a:xfrm>
            <a:off x="3820748" y="716318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Document AI</a:t>
            </a:r>
            <a:endParaRPr i="0" sz="800" u="none" cap="none" strike="noStrike">
              <a:latin typeface="Salesforce Sans"/>
              <a:ea typeface="Salesforce Sans"/>
              <a:cs typeface="Salesforce Sans"/>
              <a:sym typeface="Salesforce Sans"/>
            </a:endParaRPr>
          </a:p>
        </p:txBody>
      </p:sp>
      <p:sp>
        <p:nvSpPr>
          <p:cNvPr id="1260" name="Google Shape;1260;p82"/>
          <p:cNvSpPr/>
          <p:nvPr/>
        </p:nvSpPr>
        <p:spPr>
          <a:xfrm>
            <a:off x="3663735" y="734242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61" name="Google Shape;1261;p82"/>
          <p:cNvSpPr txBox="1"/>
          <p:nvPr/>
        </p:nvSpPr>
        <p:spPr>
          <a:xfrm>
            <a:off x="3820748" y="732052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Disease Case Creation, Classification, De-dup</a:t>
            </a:r>
            <a:endParaRPr i="0" sz="800" u="none" cap="none" strike="noStrike">
              <a:latin typeface="Salesforce Sans"/>
              <a:ea typeface="Salesforce Sans"/>
              <a:cs typeface="Salesforce Sans"/>
              <a:sym typeface="Salesforce Sans"/>
            </a:endParaRPr>
          </a:p>
        </p:txBody>
      </p:sp>
      <p:sp>
        <p:nvSpPr>
          <p:cNvPr id="1262" name="Google Shape;1262;p82"/>
          <p:cNvSpPr/>
          <p:nvPr/>
        </p:nvSpPr>
        <p:spPr>
          <a:xfrm>
            <a:off x="3663735" y="749486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63" name="Google Shape;1263;p82"/>
          <p:cNvSpPr txBox="1"/>
          <p:nvPr/>
        </p:nvSpPr>
        <p:spPr>
          <a:xfrm>
            <a:off x="3820748" y="747296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Root Cause Analysis </a:t>
            </a:r>
            <a:endParaRPr i="0" sz="800" u="none" cap="none" strike="noStrike">
              <a:latin typeface="Salesforce Sans"/>
              <a:ea typeface="Salesforce Sans"/>
              <a:cs typeface="Salesforce Sans"/>
              <a:sym typeface="Salesforce Sans"/>
            </a:endParaRPr>
          </a:p>
        </p:txBody>
      </p:sp>
      <p:sp>
        <p:nvSpPr>
          <p:cNvPr id="1264" name="Google Shape;1264;p82"/>
          <p:cNvSpPr txBox="1"/>
          <p:nvPr/>
        </p:nvSpPr>
        <p:spPr>
          <a:xfrm>
            <a:off x="3820748" y="7635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Registry Curation (Disease, Donor) </a:t>
            </a:r>
            <a:endParaRPr i="0" sz="800" u="none" cap="none" strike="noStrike">
              <a:latin typeface="Salesforce Sans"/>
              <a:ea typeface="Salesforce Sans"/>
              <a:cs typeface="Salesforce Sans"/>
              <a:sym typeface="Salesforce Sans"/>
            </a:endParaRPr>
          </a:p>
        </p:txBody>
      </p:sp>
      <p:sp>
        <p:nvSpPr>
          <p:cNvPr id="1265" name="Google Shape;1265;p82"/>
          <p:cNvSpPr txBox="1"/>
          <p:nvPr/>
        </p:nvSpPr>
        <p:spPr>
          <a:xfrm>
            <a:off x="3820748" y="77925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Risk Management </a:t>
            </a:r>
            <a:endParaRPr i="0" sz="800" u="none" cap="none" strike="noStrike">
              <a:latin typeface="Salesforce Sans"/>
              <a:ea typeface="Salesforce Sans"/>
              <a:cs typeface="Salesforce Sans"/>
              <a:sym typeface="Salesforce Sans"/>
            </a:endParaRPr>
          </a:p>
        </p:txBody>
      </p:sp>
      <p:sp>
        <p:nvSpPr>
          <p:cNvPr id="1266" name="Google Shape;1266;p82"/>
          <p:cNvSpPr txBox="1"/>
          <p:nvPr/>
        </p:nvSpPr>
        <p:spPr>
          <a:xfrm>
            <a:off x="3820748" y="79498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Syndromic</a:t>
            </a:r>
            <a:r>
              <a:rPr i="0" lang="en" sz="800" u="none" cap="none" strike="noStrike">
                <a:latin typeface="Salesforce Sans"/>
                <a:ea typeface="Salesforce Sans"/>
                <a:cs typeface="Salesforce Sans"/>
                <a:sym typeface="Salesforce Sans"/>
              </a:rPr>
              <a:t> Surveillance </a:t>
            </a:r>
            <a:endParaRPr i="0" sz="800" u="none" cap="none" strike="noStrike">
              <a:latin typeface="Salesforce Sans"/>
              <a:ea typeface="Salesforce Sans"/>
              <a:cs typeface="Salesforce Sans"/>
              <a:sym typeface="Salesforce Sans"/>
            </a:endParaRPr>
          </a:p>
        </p:txBody>
      </p:sp>
      <p:sp>
        <p:nvSpPr>
          <p:cNvPr id="1267" name="Google Shape;1267;p82"/>
          <p:cNvSpPr txBox="1"/>
          <p:nvPr/>
        </p:nvSpPr>
        <p:spPr>
          <a:xfrm>
            <a:off x="3820748" y="810722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Attribution Modeling &amp; Management </a:t>
            </a:r>
            <a:endParaRPr i="0" sz="800" u="none" cap="none" strike="noStrike">
              <a:latin typeface="Salesforce Sans"/>
              <a:ea typeface="Salesforce Sans"/>
              <a:cs typeface="Salesforce Sans"/>
              <a:sym typeface="Salesforce Sans"/>
            </a:endParaRPr>
          </a:p>
        </p:txBody>
      </p:sp>
      <p:sp>
        <p:nvSpPr>
          <p:cNvPr id="1268" name="Google Shape;1268;p82"/>
          <p:cNvSpPr txBox="1"/>
          <p:nvPr/>
        </p:nvSpPr>
        <p:spPr>
          <a:xfrm>
            <a:off x="3820748" y="826456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Analytics </a:t>
            </a:r>
            <a:endParaRPr i="0" sz="800" u="none" cap="none" strike="noStrike">
              <a:latin typeface="Salesforce Sans"/>
              <a:ea typeface="Salesforce Sans"/>
              <a:cs typeface="Salesforce Sans"/>
              <a:sym typeface="Salesforce Sans"/>
            </a:endParaRPr>
          </a:p>
        </p:txBody>
      </p:sp>
      <p:sp>
        <p:nvSpPr>
          <p:cNvPr id="1269" name="Google Shape;1269;p82"/>
          <p:cNvSpPr txBox="1"/>
          <p:nvPr/>
        </p:nvSpPr>
        <p:spPr>
          <a:xfrm>
            <a:off x="3820748" y="842190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Program Management </a:t>
            </a:r>
            <a:endParaRPr i="0" sz="800" u="none" cap="none" strike="noStrike">
              <a:latin typeface="Salesforce Sans"/>
              <a:ea typeface="Salesforce Sans"/>
              <a:cs typeface="Salesforce Sans"/>
              <a:sym typeface="Salesforce Sans"/>
            </a:endParaRPr>
          </a:p>
        </p:txBody>
      </p:sp>
      <p:sp>
        <p:nvSpPr>
          <p:cNvPr id="1270" name="Google Shape;1270;p82"/>
          <p:cNvSpPr/>
          <p:nvPr/>
        </p:nvSpPr>
        <p:spPr>
          <a:xfrm>
            <a:off x="2362728" y="2998465"/>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Event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1" name="Google Shape;1271;p82"/>
          <p:cNvSpPr/>
          <p:nvPr/>
        </p:nvSpPr>
        <p:spPr>
          <a:xfrm>
            <a:off x="2362728" y="3424867"/>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Customer Lifecycle and Conversion</a:t>
            </a:r>
            <a:endParaRPr b="1" i="0" sz="900" u="none" cap="none" strike="noStrike">
              <a:solidFill>
                <a:srgbClr val="066AFE"/>
              </a:solidFill>
              <a:latin typeface="Salesforce Sans"/>
              <a:ea typeface="Salesforce Sans"/>
              <a:cs typeface="Salesforce Sans"/>
              <a:sym typeface="Salesforce Sans"/>
            </a:endParaRPr>
          </a:p>
        </p:txBody>
      </p:sp>
      <p:sp>
        <p:nvSpPr>
          <p:cNvPr id="1272" name="Google Shape;1272;p82"/>
          <p:cNvSpPr/>
          <p:nvPr/>
        </p:nvSpPr>
        <p:spPr>
          <a:xfrm>
            <a:off x="2362728" y="3822065"/>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External Stakeholder Engagement</a:t>
            </a:r>
            <a:endParaRPr b="1" i="0" sz="900" u="none" cap="none" strike="noStrike">
              <a:solidFill>
                <a:srgbClr val="066AFE"/>
              </a:solidFill>
              <a:latin typeface="Salesforce Sans"/>
              <a:ea typeface="Salesforce Sans"/>
              <a:cs typeface="Salesforce Sans"/>
              <a:sym typeface="Salesforce Sans"/>
            </a:endParaRPr>
          </a:p>
        </p:txBody>
      </p:sp>
      <p:sp>
        <p:nvSpPr>
          <p:cNvPr id="1273" name="Google Shape;1273;p82"/>
          <p:cNvSpPr/>
          <p:nvPr/>
        </p:nvSpPr>
        <p:spPr>
          <a:xfrm>
            <a:off x="2362728" y="4492537"/>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Contact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Inquiry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4" name="Google Shape;1274;p82"/>
          <p:cNvSpPr/>
          <p:nvPr/>
        </p:nvSpPr>
        <p:spPr>
          <a:xfrm>
            <a:off x="2362728" y="4809685"/>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Registration &amp; Appointment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5" name="Google Shape;1275;p82"/>
          <p:cNvSpPr/>
          <p:nvPr/>
        </p:nvSpPr>
        <p:spPr>
          <a:xfrm>
            <a:off x="2362728" y="5665978"/>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Assessments</a:t>
            </a:r>
            <a:endParaRPr b="1" i="0" sz="900" u="none" cap="none" strike="noStrike">
              <a:solidFill>
                <a:srgbClr val="066AFE"/>
              </a:solidFill>
              <a:latin typeface="Salesforce Sans"/>
              <a:ea typeface="Salesforce Sans"/>
              <a:cs typeface="Salesforce Sans"/>
              <a:sym typeface="Salesforce Sans"/>
            </a:endParaRPr>
          </a:p>
        </p:txBody>
      </p:sp>
      <p:sp>
        <p:nvSpPr>
          <p:cNvPr id="1276" name="Google Shape;1276;p82"/>
          <p:cNvSpPr/>
          <p:nvPr/>
        </p:nvSpPr>
        <p:spPr>
          <a:xfrm>
            <a:off x="2362728" y="6065754"/>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Action and Planning</a:t>
            </a:r>
            <a:endParaRPr b="1" i="0" sz="900" u="none" cap="none" strike="noStrike">
              <a:solidFill>
                <a:srgbClr val="066AFE"/>
              </a:solidFill>
              <a:latin typeface="Salesforce Sans"/>
              <a:ea typeface="Salesforce Sans"/>
              <a:cs typeface="Salesforce Sans"/>
              <a:sym typeface="Salesforce Sans"/>
            </a:endParaRPr>
          </a:p>
        </p:txBody>
      </p:sp>
      <p:sp>
        <p:nvSpPr>
          <p:cNvPr id="1277" name="Google Shape;1277;p82"/>
          <p:cNvSpPr/>
          <p:nvPr/>
        </p:nvSpPr>
        <p:spPr>
          <a:xfrm>
            <a:off x="2362728" y="6624603"/>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Data &amp; Documentation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1278" name="Google Shape;1278;p82"/>
          <p:cNvSpPr/>
          <p:nvPr/>
        </p:nvSpPr>
        <p:spPr>
          <a:xfrm>
            <a:off x="2362728" y="7159822"/>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Population Health Management</a:t>
            </a:r>
            <a:endParaRPr b="1" i="0" sz="900" u="none" cap="none" strike="noStrike">
              <a:solidFill>
                <a:srgbClr val="066AFE"/>
              </a:solidFill>
              <a:latin typeface="Salesforce Sans"/>
              <a:ea typeface="Salesforce Sans"/>
              <a:cs typeface="Salesforce Sans"/>
              <a:sym typeface="Salesforce Sans"/>
            </a:endParaRPr>
          </a:p>
        </p:txBody>
      </p:sp>
      <p:sp>
        <p:nvSpPr>
          <p:cNvPr id="1279" name="Google Shape;1279;p82"/>
          <p:cNvSpPr/>
          <p:nvPr/>
        </p:nvSpPr>
        <p:spPr>
          <a:xfrm>
            <a:off x="2362728" y="8658131"/>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Care Orchestration</a:t>
            </a:r>
            <a:endParaRPr b="1" i="0" sz="900" u="none" cap="none" strike="noStrike">
              <a:solidFill>
                <a:srgbClr val="066AFE"/>
              </a:solidFill>
              <a:latin typeface="Salesforce Sans"/>
              <a:ea typeface="Salesforce Sans"/>
              <a:cs typeface="Salesforce Sans"/>
              <a:sym typeface="Salesforce Sans"/>
            </a:endParaRPr>
          </a:p>
        </p:txBody>
      </p:sp>
      <p:sp>
        <p:nvSpPr>
          <p:cNvPr id="1280" name="Google Shape;1280;p82"/>
          <p:cNvSpPr/>
          <p:nvPr/>
        </p:nvSpPr>
        <p:spPr>
          <a:xfrm>
            <a:off x="2362728" y="9525416"/>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Relationship &amp; Activation</a:t>
            </a:r>
            <a:endParaRPr b="1" i="0" sz="900" u="none" cap="none" strike="noStrike">
              <a:solidFill>
                <a:srgbClr val="066AFE"/>
              </a:solidFill>
              <a:latin typeface="Salesforce Sans"/>
              <a:ea typeface="Salesforce Sans"/>
              <a:cs typeface="Salesforce Sans"/>
              <a:sym typeface="Salesforce Sans"/>
            </a:endParaRPr>
          </a:p>
        </p:txBody>
      </p:sp>
      <p:sp>
        <p:nvSpPr>
          <p:cNvPr id="1281" name="Google Shape;1281;p82"/>
          <p:cNvSpPr/>
          <p:nvPr/>
        </p:nvSpPr>
        <p:spPr>
          <a:xfrm>
            <a:off x="2362728" y="2298197"/>
            <a:ext cx="1099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Campaign Execution</a:t>
            </a:r>
            <a:endParaRPr b="1" i="0" sz="900" u="none" cap="none" strike="noStrike">
              <a:solidFill>
                <a:srgbClr val="066AFE"/>
              </a:solidFill>
              <a:latin typeface="Salesforce Sans"/>
              <a:ea typeface="Salesforce Sans"/>
              <a:cs typeface="Salesforce Sans"/>
              <a:sym typeface="Salesforce Sans"/>
            </a:endParaRPr>
          </a:p>
        </p:txBody>
      </p:sp>
      <p:sp>
        <p:nvSpPr>
          <p:cNvPr id="1282" name="Google Shape;1282;p82"/>
          <p:cNvSpPr txBox="1"/>
          <p:nvPr/>
        </p:nvSpPr>
        <p:spPr>
          <a:xfrm>
            <a:off x="3820748" y="229401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1283" name="Google Shape;1283;p82"/>
          <p:cNvSpPr/>
          <p:nvPr/>
        </p:nvSpPr>
        <p:spPr>
          <a:xfrm>
            <a:off x="3663735" y="231591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4" name="Google Shape;1284;p82"/>
          <p:cNvSpPr txBox="1"/>
          <p:nvPr/>
        </p:nvSpPr>
        <p:spPr>
          <a:xfrm>
            <a:off x="3820748" y="245135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Trigger Outreach</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285" name="Google Shape;1285;p82"/>
          <p:cNvSpPr/>
          <p:nvPr/>
        </p:nvSpPr>
        <p:spPr>
          <a:xfrm>
            <a:off x="3663735" y="2473255"/>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6" name="Google Shape;1286;p82"/>
          <p:cNvSpPr txBox="1"/>
          <p:nvPr/>
        </p:nvSpPr>
        <p:spPr>
          <a:xfrm>
            <a:off x="3820748" y="260869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287" name="Google Shape;1287;p82"/>
          <p:cNvSpPr/>
          <p:nvPr/>
        </p:nvSpPr>
        <p:spPr>
          <a:xfrm>
            <a:off x="3663735" y="263059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8" name="Google Shape;1288;p82"/>
          <p:cNvSpPr txBox="1"/>
          <p:nvPr/>
        </p:nvSpPr>
        <p:spPr>
          <a:xfrm>
            <a:off x="3820748" y="27660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Omnichannel Care Journeys</a:t>
            </a:r>
            <a:endParaRPr i="0" sz="800" u="none" cap="none" strike="noStrike">
              <a:latin typeface="Salesforce Sans"/>
              <a:ea typeface="Salesforce Sans"/>
              <a:cs typeface="Salesforce Sans"/>
              <a:sym typeface="Salesforce Sans"/>
            </a:endParaRPr>
          </a:p>
        </p:txBody>
      </p:sp>
      <p:sp>
        <p:nvSpPr>
          <p:cNvPr id="1289" name="Google Shape;1289;p82"/>
          <p:cNvSpPr/>
          <p:nvPr/>
        </p:nvSpPr>
        <p:spPr>
          <a:xfrm>
            <a:off x="3663735" y="278793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0" name="Google Shape;1290;p82"/>
          <p:cNvSpPr txBox="1"/>
          <p:nvPr/>
        </p:nvSpPr>
        <p:spPr>
          <a:xfrm>
            <a:off x="3820748" y="30027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Outreach </a:t>
            </a:r>
            <a:endParaRPr i="0" sz="800" u="none" cap="none" strike="noStrike">
              <a:latin typeface="Salesforce Sans"/>
              <a:ea typeface="Salesforce Sans"/>
              <a:cs typeface="Salesforce Sans"/>
              <a:sym typeface="Salesforce Sans"/>
            </a:endParaRPr>
          </a:p>
        </p:txBody>
      </p:sp>
      <p:sp>
        <p:nvSpPr>
          <p:cNvPr id="1291" name="Google Shape;1291;p82"/>
          <p:cNvSpPr/>
          <p:nvPr/>
        </p:nvSpPr>
        <p:spPr>
          <a:xfrm>
            <a:off x="3663735" y="30246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2" name="Google Shape;1292;p82"/>
          <p:cNvSpPr txBox="1"/>
          <p:nvPr/>
        </p:nvSpPr>
        <p:spPr>
          <a:xfrm>
            <a:off x="3820748" y="31600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Planner </a:t>
            </a:r>
            <a:endParaRPr i="0" sz="800" u="none" cap="none" strike="noStrike">
              <a:latin typeface="Salesforce Sans"/>
              <a:ea typeface="Salesforce Sans"/>
              <a:cs typeface="Salesforce Sans"/>
              <a:sym typeface="Salesforce Sans"/>
            </a:endParaRPr>
          </a:p>
        </p:txBody>
      </p:sp>
      <p:sp>
        <p:nvSpPr>
          <p:cNvPr id="1293" name="Google Shape;1293;p82"/>
          <p:cNvSpPr/>
          <p:nvPr/>
        </p:nvSpPr>
        <p:spPr>
          <a:xfrm>
            <a:off x="3663735" y="318198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4" name="Google Shape;1294;p82"/>
          <p:cNvSpPr/>
          <p:nvPr/>
        </p:nvSpPr>
        <p:spPr>
          <a:xfrm>
            <a:off x="3663735" y="341590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5" name="Google Shape;1295;p82"/>
          <p:cNvSpPr txBox="1"/>
          <p:nvPr/>
        </p:nvSpPr>
        <p:spPr>
          <a:xfrm>
            <a:off x="3820748" y="35533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Journey </a:t>
            </a:r>
            <a:endParaRPr i="0" sz="800" u="none" cap="none" strike="noStrike">
              <a:latin typeface="Salesforce Sans"/>
              <a:ea typeface="Salesforce Sans"/>
              <a:cs typeface="Salesforce Sans"/>
              <a:sym typeface="Salesforce Sans"/>
            </a:endParaRPr>
          </a:p>
        </p:txBody>
      </p:sp>
      <p:sp>
        <p:nvSpPr>
          <p:cNvPr id="1296" name="Google Shape;1296;p82"/>
          <p:cNvSpPr/>
          <p:nvPr/>
        </p:nvSpPr>
        <p:spPr>
          <a:xfrm>
            <a:off x="3663735" y="35752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7" name="Google Shape;1297;p82"/>
          <p:cNvSpPr txBox="1"/>
          <p:nvPr/>
        </p:nvSpPr>
        <p:spPr>
          <a:xfrm>
            <a:off x="3820748" y="378926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Health Engagement</a:t>
            </a:r>
            <a:endParaRPr i="0" sz="800" u="none" cap="none" strike="noStrike">
              <a:latin typeface="Salesforce Sans"/>
              <a:ea typeface="Salesforce Sans"/>
              <a:cs typeface="Salesforce Sans"/>
              <a:sym typeface="Salesforce Sans"/>
            </a:endParaRPr>
          </a:p>
        </p:txBody>
      </p:sp>
      <p:sp>
        <p:nvSpPr>
          <p:cNvPr id="1298" name="Google Shape;1298;p82"/>
          <p:cNvSpPr/>
          <p:nvPr/>
        </p:nvSpPr>
        <p:spPr>
          <a:xfrm>
            <a:off x="3663735" y="381116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9" name="Google Shape;1299;p82"/>
          <p:cNvSpPr txBox="1"/>
          <p:nvPr/>
        </p:nvSpPr>
        <p:spPr>
          <a:xfrm>
            <a:off x="3820748" y="39466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Donor Management </a:t>
            </a:r>
            <a:endParaRPr i="0" sz="800" u="none" cap="none" strike="noStrike">
              <a:latin typeface="Salesforce Sans"/>
              <a:ea typeface="Salesforce Sans"/>
              <a:cs typeface="Salesforce Sans"/>
              <a:sym typeface="Salesforce Sans"/>
            </a:endParaRPr>
          </a:p>
        </p:txBody>
      </p:sp>
      <p:sp>
        <p:nvSpPr>
          <p:cNvPr id="1300" name="Google Shape;1300;p82"/>
          <p:cNvSpPr/>
          <p:nvPr/>
        </p:nvSpPr>
        <p:spPr>
          <a:xfrm>
            <a:off x="3663735" y="396850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1" name="Google Shape;1301;p82"/>
          <p:cNvSpPr txBox="1"/>
          <p:nvPr/>
        </p:nvSpPr>
        <p:spPr>
          <a:xfrm>
            <a:off x="3820748" y="41039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Community Relations </a:t>
            </a:r>
            <a:endParaRPr i="0" sz="800" u="none" cap="none" strike="noStrike">
              <a:latin typeface="Salesforce Sans"/>
              <a:ea typeface="Salesforce Sans"/>
              <a:cs typeface="Salesforce Sans"/>
              <a:sym typeface="Salesforce Sans"/>
            </a:endParaRPr>
          </a:p>
        </p:txBody>
      </p:sp>
      <p:sp>
        <p:nvSpPr>
          <p:cNvPr id="1302" name="Google Shape;1302;p82"/>
          <p:cNvSpPr/>
          <p:nvPr/>
        </p:nvSpPr>
        <p:spPr>
          <a:xfrm>
            <a:off x="3663735" y="412584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3" name="Google Shape;1303;p82"/>
          <p:cNvSpPr txBox="1"/>
          <p:nvPr/>
        </p:nvSpPr>
        <p:spPr>
          <a:xfrm>
            <a:off x="3820748" y="42612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Policy     </a:t>
            </a:r>
            <a:endParaRPr i="0" sz="800" u="none" cap="none" strike="noStrike">
              <a:latin typeface="Salesforce Sans"/>
              <a:ea typeface="Salesforce Sans"/>
              <a:cs typeface="Salesforce Sans"/>
              <a:sym typeface="Salesforce Sans"/>
            </a:endParaRPr>
          </a:p>
        </p:txBody>
      </p:sp>
      <p:sp>
        <p:nvSpPr>
          <p:cNvPr id="1304" name="Google Shape;1304;p82"/>
          <p:cNvSpPr/>
          <p:nvPr/>
        </p:nvSpPr>
        <p:spPr>
          <a:xfrm>
            <a:off x="3663735" y="42831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5" name="Google Shape;1305;p82"/>
          <p:cNvSpPr txBox="1"/>
          <p:nvPr/>
        </p:nvSpPr>
        <p:spPr>
          <a:xfrm>
            <a:off x="3820748" y="44962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Support </a:t>
            </a:r>
            <a:endParaRPr i="0" sz="800" u="none" cap="none" strike="noStrike">
              <a:latin typeface="Salesforce Sans"/>
              <a:ea typeface="Salesforce Sans"/>
              <a:cs typeface="Salesforce Sans"/>
              <a:sym typeface="Salesforce Sans"/>
            </a:endParaRPr>
          </a:p>
        </p:txBody>
      </p:sp>
      <p:sp>
        <p:nvSpPr>
          <p:cNvPr id="1306" name="Google Shape;1306;p82"/>
          <p:cNvSpPr/>
          <p:nvPr/>
        </p:nvSpPr>
        <p:spPr>
          <a:xfrm>
            <a:off x="3663735" y="451816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7" name="Google Shape;1307;p82"/>
          <p:cNvSpPr txBox="1"/>
          <p:nvPr/>
        </p:nvSpPr>
        <p:spPr>
          <a:xfrm>
            <a:off x="3820748" y="48069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Intake </a:t>
            </a:r>
            <a:endParaRPr i="0" sz="800" u="none" cap="none" strike="noStrike">
              <a:latin typeface="Salesforce Sans"/>
              <a:ea typeface="Salesforce Sans"/>
              <a:cs typeface="Salesforce Sans"/>
              <a:sym typeface="Salesforce Sans"/>
            </a:endParaRPr>
          </a:p>
        </p:txBody>
      </p:sp>
      <p:sp>
        <p:nvSpPr>
          <p:cNvPr id="1308" name="Google Shape;1308;p82"/>
          <p:cNvSpPr/>
          <p:nvPr/>
        </p:nvSpPr>
        <p:spPr>
          <a:xfrm>
            <a:off x="3663735" y="482888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9" name="Google Shape;1309;p82"/>
          <p:cNvSpPr txBox="1"/>
          <p:nvPr/>
        </p:nvSpPr>
        <p:spPr>
          <a:xfrm>
            <a:off x="3820748" y="496403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10" name="Google Shape;1310;p82"/>
          <p:cNvSpPr/>
          <p:nvPr/>
        </p:nvSpPr>
        <p:spPr>
          <a:xfrm>
            <a:off x="3663735" y="498593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1" name="Google Shape;1311;p82"/>
          <p:cNvSpPr txBox="1"/>
          <p:nvPr/>
        </p:nvSpPr>
        <p:spPr>
          <a:xfrm>
            <a:off x="3820748" y="512108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Medication Refill </a:t>
            </a:r>
            <a:endParaRPr i="0" sz="800" u="none" cap="none" strike="noStrike">
              <a:latin typeface="Salesforce Sans"/>
              <a:ea typeface="Salesforce Sans"/>
              <a:cs typeface="Salesforce Sans"/>
              <a:sym typeface="Salesforce Sans"/>
            </a:endParaRPr>
          </a:p>
        </p:txBody>
      </p:sp>
      <p:sp>
        <p:nvSpPr>
          <p:cNvPr id="1312" name="Google Shape;1312;p82"/>
          <p:cNvSpPr/>
          <p:nvPr/>
        </p:nvSpPr>
        <p:spPr>
          <a:xfrm>
            <a:off x="3663735" y="5142986"/>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3" name="Google Shape;1313;p82"/>
          <p:cNvSpPr txBox="1"/>
          <p:nvPr/>
        </p:nvSpPr>
        <p:spPr>
          <a:xfrm>
            <a:off x="3820748" y="5278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Scheduling </a:t>
            </a:r>
            <a:endParaRPr i="0" sz="800" u="none" cap="none" strike="noStrike">
              <a:latin typeface="Salesforce Sans"/>
              <a:ea typeface="Salesforce Sans"/>
              <a:cs typeface="Salesforce Sans"/>
              <a:sym typeface="Salesforce Sans"/>
            </a:endParaRPr>
          </a:p>
        </p:txBody>
      </p:sp>
      <p:sp>
        <p:nvSpPr>
          <p:cNvPr id="1314" name="Google Shape;1314;p82"/>
          <p:cNvSpPr/>
          <p:nvPr/>
        </p:nvSpPr>
        <p:spPr>
          <a:xfrm>
            <a:off x="3663735" y="530003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5" name="Google Shape;1315;p82"/>
          <p:cNvSpPr txBox="1"/>
          <p:nvPr/>
        </p:nvSpPr>
        <p:spPr>
          <a:xfrm>
            <a:off x="3820748" y="543519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Referral </a:t>
            </a:r>
            <a:r>
              <a:rPr lang="en" sz="800">
                <a:latin typeface="Salesforce Sans"/>
                <a:ea typeface="Salesforce Sans"/>
                <a:cs typeface="Salesforce Sans"/>
                <a:sym typeface="Salesforce Sans"/>
              </a:rPr>
              <a:t>Intake &amp; routing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16" name="Google Shape;1316;p82"/>
          <p:cNvSpPr/>
          <p:nvPr/>
        </p:nvSpPr>
        <p:spPr>
          <a:xfrm>
            <a:off x="3663735" y="545709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7" name="Google Shape;1317;p82"/>
          <p:cNvSpPr txBox="1"/>
          <p:nvPr/>
        </p:nvSpPr>
        <p:spPr>
          <a:xfrm>
            <a:off x="3820748" y="56690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Assessment Generation &amp; Auto-populate</a:t>
            </a:r>
            <a:endParaRPr i="0" sz="800" u="none" cap="none" strike="noStrike">
              <a:latin typeface="Salesforce Sans"/>
              <a:ea typeface="Salesforce Sans"/>
              <a:cs typeface="Salesforce Sans"/>
              <a:sym typeface="Salesforce Sans"/>
            </a:endParaRPr>
          </a:p>
        </p:txBody>
      </p:sp>
      <p:sp>
        <p:nvSpPr>
          <p:cNvPr id="1318" name="Google Shape;1318;p82"/>
          <p:cNvSpPr/>
          <p:nvPr/>
        </p:nvSpPr>
        <p:spPr>
          <a:xfrm>
            <a:off x="3663735" y="569092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9" name="Google Shape;1319;p82"/>
          <p:cNvSpPr txBox="1"/>
          <p:nvPr/>
        </p:nvSpPr>
        <p:spPr>
          <a:xfrm>
            <a:off x="3820748" y="622451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Behavioral Health </a:t>
            </a:r>
            <a:endParaRPr i="0" sz="800" u="none" cap="none" strike="noStrike">
              <a:latin typeface="Salesforce Sans"/>
              <a:ea typeface="Salesforce Sans"/>
              <a:cs typeface="Salesforce Sans"/>
              <a:sym typeface="Salesforce Sans"/>
            </a:endParaRPr>
          </a:p>
        </p:txBody>
      </p:sp>
      <p:sp>
        <p:nvSpPr>
          <p:cNvPr id="1320" name="Google Shape;1320;p82"/>
          <p:cNvSpPr/>
          <p:nvPr/>
        </p:nvSpPr>
        <p:spPr>
          <a:xfrm>
            <a:off x="3663735" y="624641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1" name="Google Shape;1321;p82"/>
          <p:cNvSpPr txBox="1"/>
          <p:nvPr/>
        </p:nvSpPr>
        <p:spPr>
          <a:xfrm>
            <a:off x="3820748" y="677288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Medical Document Review </a:t>
            </a:r>
            <a:endParaRPr i="0" sz="800" u="none" cap="none" strike="noStrike">
              <a:latin typeface="Salesforce Sans"/>
              <a:ea typeface="Salesforce Sans"/>
              <a:cs typeface="Salesforce Sans"/>
              <a:sym typeface="Salesforce Sans"/>
            </a:endParaRPr>
          </a:p>
        </p:txBody>
      </p:sp>
      <p:sp>
        <p:nvSpPr>
          <p:cNvPr id="1322" name="Google Shape;1322;p82"/>
          <p:cNvSpPr/>
          <p:nvPr/>
        </p:nvSpPr>
        <p:spPr>
          <a:xfrm>
            <a:off x="3663735" y="67947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3" name="Google Shape;1323;p82"/>
          <p:cNvSpPr txBox="1"/>
          <p:nvPr/>
        </p:nvSpPr>
        <p:spPr>
          <a:xfrm>
            <a:off x="3820748" y="866212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Coordination </a:t>
            </a:r>
            <a:endParaRPr i="0" sz="800" u="none" cap="none" strike="noStrike">
              <a:latin typeface="Salesforce Sans"/>
              <a:ea typeface="Salesforce Sans"/>
              <a:cs typeface="Salesforce Sans"/>
              <a:sym typeface="Salesforce Sans"/>
            </a:endParaRPr>
          </a:p>
        </p:txBody>
      </p:sp>
      <p:sp>
        <p:nvSpPr>
          <p:cNvPr id="1324" name="Google Shape;1324;p82"/>
          <p:cNvSpPr/>
          <p:nvPr/>
        </p:nvSpPr>
        <p:spPr>
          <a:xfrm>
            <a:off x="3663735" y="8684024"/>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5" name="Google Shape;1325;p82"/>
          <p:cNvSpPr txBox="1"/>
          <p:nvPr/>
        </p:nvSpPr>
        <p:spPr>
          <a:xfrm>
            <a:off x="3820748" y="881946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Utilization Management </a:t>
            </a:r>
            <a:endParaRPr i="0" sz="800" u="none" cap="none" strike="noStrike">
              <a:latin typeface="Salesforce Sans"/>
              <a:ea typeface="Salesforce Sans"/>
              <a:cs typeface="Salesforce Sans"/>
              <a:sym typeface="Salesforce Sans"/>
            </a:endParaRPr>
          </a:p>
        </p:txBody>
      </p:sp>
      <p:sp>
        <p:nvSpPr>
          <p:cNvPr id="1326" name="Google Shape;1326;p82"/>
          <p:cNvSpPr/>
          <p:nvPr/>
        </p:nvSpPr>
        <p:spPr>
          <a:xfrm>
            <a:off x="3663735" y="88413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7" name="Google Shape;1327;p82"/>
          <p:cNvSpPr txBox="1"/>
          <p:nvPr/>
        </p:nvSpPr>
        <p:spPr>
          <a:xfrm>
            <a:off x="3820748" y="897680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Support </a:t>
            </a:r>
            <a:endParaRPr i="0" sz="800" u="none" cap="none" strike="noStrike">
              <a:latin typeface="Salesforce Sans"/>
              <a:ea typeface="Salesforce Sans"/>
              <a:cs typeface="Salesforce Sans"/>
              <a:sym typeface="Salesforce Sans"/>
            </a:endParaRPr>
          </a:p>
        </p:txBody>
      </p:sp>
      <p:sp>
        <p:nvSpPr>
          <p:cNvPr id="1328" name="Google Shape;1328;p82"/>
          <p:cNvSpPr/>
          <p:nvPr/>
        </p:nvSpPr>
        <p:spPr>
          <a:xfrm>
            <a:off x="3663735" y="899870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9" name="Google Shape;1329;p82"/>
          <p:cNvSpPr txBox="1"/>
          <p:nvPr/>
        </p:nvSpPr>
        <p:spPr>
          <a:xfrm>
            <a:off x="3820748" y="913414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Home Health </a:t>
            </a:r>
            <a:r>
              <a:rPr lang="en" sz="800">
                <a:latin typeface="Salesforce Sans"/>
                <a:ea typeface="Salesforce Sans"/>
                <a:cs typeface="Salesforce Sans"/>
                <a:sym typeface="Salesforce Sans"/>
              </a:rPr>
              <a:t>Quoting &amp; Budgeting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30" name="Google Shape;1330;p82"/>
          <p:cNvSpPr/>
          <p:nvPr/>
        </p:nvSpPr>
        <p:spPr>
          <a:xfrm>
            <a:off x="3663735" y="9156042"/>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1" name="Google Shape;1331;p82"/>
          <p:cNvSpPr txBox="1"/>
          <p:nvPr/>
        </p:nvSpPr>
        <p:spPr>
          <a:xfrm>
            <a:off x="3820748" y="92914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Benefits &amp; eligibility verification </a:t>
            </a:r>
            <a:endParaRPr i="0" sz="800" u="none" cap="none" strike="noStrike">
              <a:latin typeface="Salesforce Sans"/>
              <a:ea typeface="Salesforce Sans"/>
              <a:cs typeface="Salesforce Sans"/>
              <a:sym typeface="Salesforce Sans"/>
            </a:endParaRPr>
          </a:p>
        </p:txBody>
      </p:sp>
      <p:sp>
        <p:nvSpPr>
          <p:cNvPr id="1332" name="Google Shape;1332;p82"/>
          <p:cNvSpPr/>
          <p:nvPr/>
        </p:nvSpPr>
        <p:spPr>
          <a:xfrm>
            <a:off x="3663735" y="9313382"/>
            <a:ext cx="79200" cy="79200"/>
          </a:xfrm>
          <a:prstGeom prst="ellipse">
            <a:avLst/>
          </a:prstGeom>
          <a:solidFill>
            <a:srgbClr val="1360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3" name="Google Shape;1333;p82"/>
          <p:cNvSpPr txBox="1"/>
          <p:nvPr/>
        </p:nvSpPr>
        <p:spPr>
          <a:xfrm>
            <a:off x="3820748" y="95296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Engagement </a:t>
            </a:r>
            <a:endParaRPr i="0" sz="800" u="none" cap="none" strike="noStrike">
              <a:latin typeface="Salesforce Sans"/>
              <a:ea typeface="Salesforce Sans"/>
              <a:cs typeface="Salesforce Sans"/>
              <a:sym typeface="Salesforce Sans"/>
            </a:endParaRPr>
          </a:p>
        </p:txBody>
      </p:sp>
      <p:sp>
        <p:nvSpPr>
          <p:cNvPr id="1334" name="Google Shape;1334;p82"/>
          <p:cNvSpPr/>
          <p:nvPr/>
        </p:nvSpPr>
        <p:spPr>
          <a:xfrm>
            <a:off x="3663735" y="955156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5" name="Google Shape;1335;p82"/>
          <p:cNvSpPr txBox="1"/>
          <p:nvPr/>
        </p:nvSpPr>
        <p:spPr>
          <a:xfrm>
            <a:off x="3820748" y="968700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Patient and pre-call summaries </a:t>
            </a:r>
            <a:endParaRPr i="0" sz="800" u="none" cap="none" strike="noStrike">
              <a:latin typeface="Salesforce Sans"/>
              <a:ea typeface="Salesforce Sans"/>
              <a:cs typeface="Salesforce Sans"/>
              <a:sym typeface="Salesforce Sans"/>
            </a:endParaRPr>
          </a:p>
        </p:txBody>
      </p:sp>
      <p:sp>
        <p:nvSpPr>
          <p:cNvPr id="1336" name="Google Shape;1336;p82"/>
          <p:cNvSpPr/>
          <p:nvPr/>
        </p:nvSpPr>
        <p:spPr>
          <a:xfrm>
            <a:off x="3663735" y="970890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7" name="Google Shape;1337;p82"/>
          <p:cNvSpPr txBox="1"/>
          <p:nvPr/>
        </p:nvSpPr>
        <p:spPr>
          <a:xfrm>
            <a:off x="3820748" y="984435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Program Enrollment </a:t>
            </a:r>
            <a:endParaRPr i="0" sz="800" u="none" cap="none" strike="noStrike">
              <a:latin typeface="Salesforce Sans"/>
              <a:ea typeface="Salesforce Sans"/>
              <a:cs typeface="Salesforce Sans"/>
              <a:sym typeface="Salesforce Sans"/>
            </a:endParaRPr>
          </a:p>
        </p:txBody>
      </p:sp>
      <p:sp>
        <p:nvSpPr>
          <p:cNvPr id="1338" name="Google Shape;1338;p82"/>
          <p:cNvSpPr/>
          <p:nvPr/>
        </p:nvSpPr>
        <p:spPr>
          <a:xfrm>
            <a:off x="3663735" y="986625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9" name="Google Shape;1339;p82"/>
          <p:cNvSpPr txBox="1"/>
          <p:nvPr/>
        </p:nvSpPr>
        <p:spPr>
          <a:xfrm>
            <a:off x="3820748" y="5829601"/>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Voice &amp; AI-powered assessments </a:t>
            </a:r>
            <a:endParaRPr i="0" sz="800" u="none" cap="none" strike="noStrike">
              <a:latin typeface="Salesforce Sans"/>
              <a:ea typeface="Salesforce Sans"/>
              <a:cs typeface="Salesforce Sans"/>
              <a:sym typeface="Salesforce Sans"/>
            </a:endParaRPr>
          </a:p>
        </p:txBody>
      </p:sp>
      <p:sp>
        <p:nvSpPr>
          <p:cNvPr id="1340" name="Google Shape;1340;p82"/>
          <p:cNvSpPr/>
          <p:nvPr/>
        </p:nvSpPr>
        <p:spPr>
          <a:xfrm>
            <a:off x="3663735" y="5851501"/>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1" name="Google Shape;1341;p82"/>
          <p:cNvSpPr txBox="1"/>
          <p:nvPr/>
        </p:nvSpPr>
        <p:spPr>
          <a:xfrm>
            <a:off x="3820748" y="69302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Scribe </a:t>
            </a:r>
            <a:endParaRPr i="0" sz="800" u="none" cap="none" strike="noStrike">
              <a:latin typeface="Salesforce Sans"/>
              <a:ea typeface="Salesforce Sans"/>
              <a:cs typeface="Salesforce Sans"/>
              <a:sym typeface="Salesforce Sans"/>
            </a:endParaRPr>
          </a:p>
        </p:txBody>
      </p:sp>
      <p:sp>
        <p:nvSpPr>
          <p:cNvPr id="1342" name="Google Shape;1342;p82"/>
          <p:cNvSpPr/>
          <p:nvPr/>
        </p:nvSpPr>
        <p:spPr>
          <a:xfrm>
            <a:off x="3663735" y="695212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3" name="Google Shape;1343;p82"/>
          <p:cNvSpPr txBox="1"/>
          <p:nvPr/>
        </p:nvSpPr>
        <p:spPr>
          <a:xfrm>
            <a:off x="3820748" y="6381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Virtual Care </a:t>
            </a:r>
            <a:endParaRPr i="0" sz="800" u="none" cap="none" strike="noStrike">
              <a:latin typeface="Salesforce Sans"/>
              <a:ea typeface="Salesforce Sans"/>
              <a:cs typeface="Salesforce Sans"/>
              <a:sym typeface="Salesforce Sans"/>
            </a:endParaRPr>
          </a:p>
        </p:txBody>
      </p:sp>
      <p:sp>
        <p:nvSpPr>
          <p:cNvPr id="1344" name="Google Shape;1344;p82"/>
          <p:cNvSpPr/>
          <p:nvPr/>
        </p:nvSpPr>
        <p:spPr>
          <a:xfrm>
            <a:off x="3663735" y="640310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5" name="Google Shape;1345;p82"/>
          <p:cNvSpPr txBox="1"/>
          <p:nvPr/>
        </p:nvSpPr>
        <p:spPr>
          <a:xfrm>
            <a:off x="869852"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346" name="Google Shape;1346;p82"/>
          <p:cNvSpPr txBox="1"/>
          <p:nvPr/>
        </p:nvSpPr>
        <p:spPr>
          <a:xfrm>
            <a:off x="2362728"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347" name="Google Shape;1347;p82"/>
          <p:cNvGrpSpPr/>
          <p:nvPr/>
        </p:nvGrpSpPr>
        <p:grpSpPr>
          <a:xfrm>
            <a:off x="755165" y="1921709"/>
            <a:ext cx="1322400" cy="449700"/>
            <a:chOff x="755165" y="1828821"/>
            <a:chExt cx="1322400" cy="449700"/>
          </a:xfrm>
        </p:grpSpPr>
        <p:sp>
          <p:nvSpPr>
            <p:cNvPr id="1348" name="Google Shape;1348;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49" name="Google Shape;1349;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 &amp; Outreach</a:t>
              </a:r>
              <a:endParaRPr sz="900">
                <a:solidFill>
                  <a:srgbClr val="FFFFFF"/>
                </a:solidFill>
                <a:latin typeface="Avant Garde Demi SFDC"/>
                <a:ea typeface="Avant Garde Demi SFDC"/>
                <a:cs typeface="Avant Garde Demi SFDC"/>
                <a:sym typeface="Avant Garde Demi SFDC"/>
              </a:endParaRPr>
            </a:p>
          </p:txBody>
        </p:sp>
      </p:grpSp>
      <p:sp>
        <p:nvSpPr>
          <p:cNvPr id="1350" name="Google Shape;1350;p82"/>
          <p:cNvSpPr txBox="1"/>
          <p:nvPr/>
        </p:nvSpPr>
        <p:spPr>
          <a:xfrm>
            <a:off x="3820741"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351" name="Google Shape;1351;p82"/>
          <p:cNvSpPr txBox="1"/>
          <p:nvPr/>
        </p:nvSpPr>
        <p:spPr>
          <a:xfrm>
            <a:off x="3820748" y="190276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Segmentation </a:t>
            </a:r>
            <a:endParaRPr i="0" sz="800" u="none" cap="none" strike="noStrike">
              <a:latin typeface="Salesforce Sans"/>
              <a:ea typeface="Salesforce Sans"/>
              <a:cs typeface="Salesforce Sans"/>
              <a:sym typeface="Salesforce Sans"/>
            </a:endParaRPr>
          </a:p>
        </p:txBody>
      </p:sp>
      <p:sp>
        <p:nvSpPr>
          <p:cNvPr id="1352" name="Google Shape;1352;p82"/>
          <p:cNvSpPr/>
          <p:nvPr/>
        </p:nvSpPr>
        <p:spPr>
          <a:xfrm>
            <a:off x="3663735" y="192466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53" name="Google Shape;1353;p82"/>
          <p:cNvSpPr txBox="1"/>
          <p:nvPr/>
        </p:nvSpPr>
        <p:spPr>
          <a:xfrm>
            <a:off x="3820748" y="2060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Brand Builder </a:t>
            </a:r>
            <a:endParaRPr i="0" sz="800" u="none" cap="none" strike="noStrike">
              <a:latin typeface="Salesforce Sans"/>
              <a:ea typeface="Salesforce Sans"/>
              <a:cs typeface="Salesforce Sans"/>
              <a:sym typeface="Salesforce Sans"/>
            </a:endParaRPr>
          </a:p>
        </p:txBody>
      </p:sp>
      <p:sp>
        <p:nvSpPr>
          <p:cNvPr id="1354" name="Google Shape;1354;p82"/>
          <p:cNvSpPr/>
          <p:nvPr/>
        </p:nvSpPr>
        <p:spPr>
          <a:xfrm>
            <a:off x="3663735" y="208203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55" name="Google Shape;1355;p82"/>
          <p:cNvSpPr txBox="1"/>
          <p:nvPr/>
        </p:nvSpPr>
        <p:spPr>
          <a:xfrm>
            <a:off x="2362728" y="1896441"/>
            <a:ext cx="830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Strategic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356" name="Google Shape;1356;p82"/>
          <p:cNvGrpSpPr/>
          <p:nvPr/>
        </p:nvGrpSpPr>
        <p:grpSpPr>
          <a:xfrm>
            <a:off x="755165" y="4519559"/>
            <a:ext cx="1322400" cy="449700"/>
            <a:chOff x="755165" y="1828821"/>
            <a:chExt cx="1322400" cy="449700"/>
          </a:xfrm>
        </p:grpSpPr>
        <p:sp>
          <p:nvSpPr>
            <p:cNvPr id="1357" name="Google Shape;1357;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58" name="Google Shape;1358;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a:t>
              </a:r>
              <a:br>
                <a:rPr lang="en" sz="900">
                  <a:solidFill>
                    <a:srgbClr val="FFFFFF"/>
                  </a:solidFill>
                  <a:latin typeface="Avant Garde Demi SFDC"/>
                  <a:ea typeface="Avant Garde Demi SFDC"/>
                  <a:cs typeface="Avant Garde Demi SFDC"/>
                  <a:sym typeface="Avant Garde Demi SFDC"/>
                </a:rPr>
              </a:br>
              <a:r>
                <a:rPr lang="en" sz="900">
                  <a:solidFill>
                    <a:srgbClr val="FFFFFF"/>
                  </a:solidFill>
                  <a:latin typeface="Avant Garde Demi SFDC"/>
                  <a:ea typeface="Avant Garde Demi SFDC"/>
                  <a:cs typeface="Avant Garde Demi SFDC"/>
                  <a:sym typeface="Avant Garde Demi SFDC"/>
                </a:rPr>
                <a:t>Experience</a:t>
              </a:r>
              <a:endParaRPr sz="900">
                <a:solidFill>
                  <a:srgbClr val="FFFFFF"/>
                </a:solidFill>
                <a:latin typeface="Avant Garde Demi SFDC"/>
                <a:ea typeface="Avant Garde Demi SFDC"/>
                <a:cs typeface="Avant Garde Demi SFDC"/>
                <a:sym typeface="Avant Garde Demi SFDC"/>
              </a:endParaRPr>
            </a:p>
          </p:txBody>
        </p:sp>
      </p:grpSp>
      <p:grpSp>
        <p:nvGrpSpPr>
          <p:cNvPr id="1359" name="Google Shape;1359;p82"/>
          <p:cNvGrpSpPr/>
          <p:nvPr/>
        </p:nvGrpSpPr>
        <p:grpSpPr>
          <a:xfrm>
            <a:off x="755165" y="8686534"/>
            <a:ext cx="1322400" cy="449700"/>
            <a:chOff x="755165" y="1828821"/>
            <a:chExt cx="1322400" cy="449700"/>
          </a:xfrm>
        </p:grpSpPr>
        <p:sp>
          <p:nvSpPr>
            <p:cNvPr id="1360" name="Google Shape;1360;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61" name="Google Shape;1361;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Care Coordination for Providers</a:t>
              </a:r>
              <a:endParaRPr sz="900">
                <a:solidFill>
                  <a:srgbClr val="FFFFFF"/>
                </a:solidFill>
                <a:latin typeface="Avant Garde Demi SFDC"/>
                <a:ea typeface="Avant Garde Demi SFDC"/>
                <a:cs typeface="Avant Garde Demi SFDC"/>
                <a:sym typeface="Avant Garde Demi SFDC"/>
              </a:endParaRPr>
            </a:p>
          </p:txBody>
        </p:sp>
      </p:grpSp>
      <p:sp>
        <p:nvSpPr>
          <p:cNvPr id="1362" name="Google Shape;1362;p82"/>
          <p:cNvSpPr txBox="1"/>
          <p:nvPr/>
        </p:nvSpPr>
        <p:spPr>
          <a:xfrm>
            <a:off x="9761632" y="839720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Of Future And Skills Assessment </a:t>
            </a:r>
            <a:endParaRPr i="0" sz="800" u="none" cap="none" strike="noStrike">
              <a:latin typeface="Salesforce Sans"/>
              <a:ea typeface="Salesforce Sans"/>
              <a:cs typeface="Salesforce Sans"/>
              <a:sym typeface="Salesforce Sans"/>
            </a:endParaRPr>
          </a:p>
        </p:txBody>
      </p:sp>
      <p:sp>
        <p:nvSpPr>
          <p:cNvPr id="1363" name="Google Shape;1363;p82"/>
          <p:cNvSpPr/>
          <p:nvPr/>
        </p:nvSpPr>
        <p:spPr>
          <a:xfrm>
            <a:off x="8296054" y="1896585"/>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 Network Development &amp; Setup</a:t>
            </a:r>
            <a:endParaRPr b="1" i="0" sz="900" u="none" cap="none" strike="noStrike">
              <a:solidFill>
                <a:srgbClr val="066AFE"/>
              </a:solidFill>
              <a:latin typeface="Salesforce Sans"/>
              <a:ea typeface="Salesforce Sans"/>
              <a:cs typeface="Salesforce Sans"/>
              <a:sym typeface="Salesforce Sans"/>
            </a:endParaRPr>
          </a:p>
        </p:txBody>
      </p:sp>
      <p:sp>
        <p:nvSpPr>
          <p:cNvPr id="1364" name="Google Shape;1364;p82"/>
          <p:cNvSpPr/>
          <p:nvPr/>
        </p:nvSpPr>
        <p:spPr>
          <a:xfrm>
            <a:off x="8296050" y="2450962"/>
            <a:ext cx="1092600" cy="4395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Relationship &amp; Performance Mgmt</a:t>
            </a:r>
            <a:endParaRPr b="1" i="0" sz="900" u="none" cap="none" strike="noStrike">
              <a:solidFill>
                <a:srgbClr val="066AFE"/>
              </a:solidFill>
              <a:latin typeface="Salesforce Sans"/>
              <a:ea typeface="Salesforce Sans"/>
              <a:cs typeface="Salesforce Sans"/>
              <a:sym typeface="Salesforce Sans"/>
            </a:endParaRPr>
          </a:p>
        </p:txBody>
      </p:sp>
      <p:sp>
        <p:nvSpPr>
          <p:cNvPr id="1365" name="Google Shape;1365;p82"/>
          <p:cNvSpPr/>
          <p:nvPr/>
        </p:nvSpPr>
        <p:spPr>
          <a:xfrm>
            <a:off x="8296050" y="2914937"/>
            <a:ext cx="1092600" cy="2637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 Startupz</a:t>
            </a:r>
            <a:endParaRPr b="1" i="0" sz="900" u="none" cap="none" strike="noStrike">
              <a:solidFill>
                <a:srgbClr val="066AFE"/>
              </a:solidFill>
              <a:latin typeface="Salesforce Sans"/>
              <a:ea typeface="Salesforce Sans"/>
              <a:cs typeface="Salesforce Sans"/>
              <a:sym typeface="Salesforce Sans"/>
            </a:endParaRPr>
          </a:p>
        </p:txBody>
      </p:sp>
      <p:sp>
        <p:nvSpPr>
          <p:cNvPr id="1366" name="Google Shape;1366;p82"/>
          <p:cNvSpPr/>
          <p:nvPr/>
        </p:nvSpPr>
        <p:spPr>
          <a:xfrm>
            <a:off x="8296050" y="3465387"/>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Pre-Approval</a:t>
            </a:r>
            <a:endParaRPr b="1" i="0" sz="900" u="none" cap="none" strike="noStrike">
              <a:solidFill>
                <a:srgbClr val="066AFE"/>
              </a:solidFill>
              <a:latin typeface="Salesforce Sans"/>
              <a:ea typeface="Salesforce Sans"/>
              <a:cs typeface="Salesforce Sans"/>
              <a:sym typeface="Salesforce Sans"/>
            </a:endParaRPr>
          </a:p>
        </p:txBody>
      </p:sp>
      <p:sp>
        <p:nvSpPr>
          <p:cNvPr id="1367" name="Google Shape;1367;p82"/>
          <p:cNvSpPr/>
          <p:nvPr/>
        </p:nvSpPr>
        <p:spPr>
          <a:xfrm>
            <a:off x="8296042" y="3857951"/>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Trial Execution</a:t>
            </a:r>
            <a:endParaRPr b="1" i="0" sz="900" u="none" cap="none" strike="noStrike">
              <a:solidFill>
                <a:srgbClr val="066AFE"/>
              </a:solidFill>
              <a:latin typeface="Salesforce Sans"/>
              <a:ea typeface="Salesforce Sans"/>
              <a:cs typeface="Salesforce Sans"/>
              <a:sym typeface="Salesforce Sans"/>
            </a:endParaRPr>
          </a:p>
        </p:txBody>
      </p:sp>
      <p:sp>
        <p:nvSpPr>
          <p:cNvPr id="1368" name="Google Shape;1368;p82"/>
          <p:cNvSpPr/>
          <p:nvPr/>
        </p:nvSpPr>
        <p:spPr>
          <a:xfrm>
            <a:off x="8296042" y="4407125"/>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Data Analysis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Results</a:t>
            </a:r>
            <a:endParaRPr b="1" i="0" sz="900" u="none" cap="none" strike="noStrike">
              <a:solidFill>
                <a:srgbClr val="066AFE"/>
              </a:solidFill>
              <a:latin typeface="Salesforce Sans"/>
              <a:ea typeface="Salesforce Sans"/>
              <a:cs typeface="Salesforce Sans"/>
              <a:sym typeface="Salesforce Sans"/>
            </a:endParaRPr>
          </a:p>
        </p:txBody>
      </p:sp>
      <p:sp>
        <p:nvSpPr>
          <p:cNvPr id="1369" name="Google Shape;1369;p82"/>
          <p:cNvSpPr/>
          <p:nvPr/>
        </p:nvSpPr>
        <p:spPr>
          <a:xfrm>
            <a:off x="8296042" y="495467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Supply Chain Operations &amp; Management</a:t>
            </a:r>
            <a:endParaRPr b="1" i="0" sz="900" u="none" cap="none" strike="noStrike">
              <a:solidFill>
                <a:srgbClr val="066AFE"/>
              </a:solidFill>
              <a:latin typeface="Salesforce Sans"/>
              <a:ea typeface="Salesforce Sans"/>
              <a:cs typeface="Salesforce Sans"/>
              <a:sym typeface="Salesforce Sans"/>
            </a:endParaRPr>
          </a:p>
        </p:txBody>
      </p:sp>
      <p:sp>
        <p:nvSpPr>
          <p:cNvPr id="1370" name="Google Shape;1370;p82"/>
          <p:cNvSpPr/>
          <p:nvPr/>
        </p:nvSpPr>
        <p:spPr>
          <a:xfrm>
            <a:off x="8296042" y="5678728"/>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Procurement</a:t>
            </a:r>
            <a:endParaRPr b="1" i="0" sz="900" u="none" cap="none" strike="noStrike">
              <a:solidFill>
                <a:srgbClr val="066AFE"/>
              </a:solidFill>
              <a:latin typeface="Salesforce Sans"/>
              <a:ea typeface="Salesforce Sans"/>
              <a:cs typeface="Salesforce Sans"/>
              <a:sym typeface="Salesforce Sans"/>
            </a:endParaRPr>
          </a:p>
        </p:txBody>
      </p:sp>
      <p:sp>
        <p:nvSpPr>
          <p:cNvPr id="1371" name="Google Shape;1371;p82"/>
          <p:cNvSpPr/>
          <p:nvPr/>
        </p:nvSpPr>
        <p:spPr>
          <a:xfrm>
            <a:off x="8296042" y="622006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Logistics Management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Delivery</a:t>
            </a:r>
            <a:endParaRPr b="1" i="0" sz="900" u="none" cap="none" strike="noStrike">
              <a:solidFill>
                <a:srgbClr val="066AFE"/>
              </a:solidFill>
              <a:latin typeface="Salesforce Sans"/>
              <a:ea typeface="Salesforce Sans"/>
              <a:cs typeface="Salesforce Sans"/>
              <a:sym typeface="Salesforce Sans"/>
            </a:endParaRPr>
          </a:p>
        </p:txBody>
      </p:sp>
      <p:sp>
        <p:nvSpPr>
          <p:cNvPr id="1372" name="Google Shape;1372;p82"/>
          <p:cNvSpPr/>
          <p:nvPr/>
        </p:nvSpPr>
        <p:spPr>
          <a:xfrm>
            <a:off x="8296042" y="6937036"/>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Specialized Clinical Resource Management</a:t>
            </a:r>
            <a:endParaRPr b="1" i="0" sz="900" u="none" cap="none" strike="noStrike">
              <a:solidFill>
                <a:srgbClr val="066AFE"/>
              </a:solidFill>
              <a:latin typeface="Salesforce Sans"/>
              <a:ea typeface="Salesforce Sans"/>
              <a:cs typeface="Salesforce Sans"/>
              <a:sym typeface="Salesforce Sans"/>
            </a:endParaRPr>
          </a:p>
        </p:txBody>
      </p:sp>
      <p:sp>
        <p:nvSpPr>
          <p:cNvPr id="1373" name="Google Shape;1373;p82"/>
          <p:cNvSpPr/>
          <p:nvPr/>
        </p:nvSpPr>
        <p:spPr>
          <a:xfrm>
            <a:off x="8296042" y="7609744"/>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Workforce Management</a:t>
            </a:r>
            <a:endParaRPr b="1" i="0" sz="900" u="none" cap="none" strike="noStrike">
              <a:solidFill>
                <a:srgbClr val="066AFE"/>
              </a:solidFill>
              <a:latin typeface="Salesforce Sans"/>
              <a:ea typeface="Salesforce Sans"/>
              <a:cs typeface="Salesforce Sans"/>
              <a:sym typeface="Salesforce Sans"/>
            </a:endParaRPr>
          </a:p>
        </p:txBody>
      </p:sp>
      <p:sp>
        <p:nvSpPr>
          <p:cNvPr id="1374" name="Google Shape;1374;p82"/>
          <p:cNvSpPr/>
          <p:nvPr/>
        </p:nvSpPr>
        <p:spPr>
          <a:xfrm>
            <a:off x="8296050" y="7997005"/>
            <a:ext cx="1021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Digital Enablement</a:t>
            </a:r>
            <a:endParaRPr b="1" i="0" sz="900" u="none" cap="none" strike="noStrike">
              <a:solidFill>
                <a:srgbClr val="066AFE"/>
              </a:solidFill>
              <a:latin typeface="Salesforce Sans"/>
              <a:ea typeface="Salesforce Sans"/>
              <a:cs typeface="Salesforce Sans"/>
              <a:sym typeface="Salesforce Sans"/>
            </a:endParaRPr>
          </a:p>
        </p:txBody>
      </p:sp>
      <p:sp>
        <p:nvSpPr>
          <p:cNvPr id="1375" name="Google Shape;1375;p82"/>
          <p:cNvSpPr/>
          <p:nvPr/>
        </p:nvSpPr>
        <p:spPr>
          <a:xfrm>
            <a:off x="8296042" y="8384069"/>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376" name="Google Shape;1376;p82"/>
          <p:cNvSpPr/>
          <p:nvPr/>
        </p:nvSpPr>
        <p:spPr>
          <a:xfrm>
            <a:off x="8296042" y="8926420"/>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1377" name="Google Shape;1377;p82"/>
          <p:cNvSpPr txBox="1"/>
          <p:nvPr/>
        </p:nvSpPr>
        <p:spPr>
          <a:xfrm>
            <a:off x="9761633" y="18976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Acquisition </a:t>
            </a:r>
            <a:endParaRPr i="0" sz="800" u="none" cap="none" strike="noStrike">
              <a:latin typeface="Salesforce Sans"/>
              <a:ea typeface="Salesforce Sans"/>
              <a:cs typeface="Salesforce Sans"/>
              <a:sym typeface="Salesforce Sans"/>
            </a:endParaRPr>
          </a:p>
        </p:txBody>
      </p:sp>
      <p:sp>
        <p:nvSpPr>
          <p:cNvPr id="1378" name="Google Shape;1378;p82"/>
          <p:cNvSpPr/>
          <p:nvPr/>
        </p:nvSpPr>
        <p:spPr>
          <a:xfrm>
            <a:off x="9590884" y="191954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sz="800">
              <a:solidFill>
                <a:srgbClr val="002775"/>
              </a:solidFill>
              <a:latin typeface="Salesforce Sans"/>
              <a:ea typeface="Salesforce Sans"/>
              <a:cs typeface="Salesforce Sans"/>
              <a:sym typeface="Salesforce Sans"/>
            </a:endParaRPr>
          </a:p>
        </p:txBody>
      </p:sp>
      <p:sp>
        <p:nvSpPr>
          <p:cNvPr id="1379" name="Google Shape;1379;p82"/>
          <p:cNvSpPr txBox="1"/>
          <p:nvPr/>
        </p:nvSpPr>
        <p:spPr>
          <a:xfrm>
            <a:off x="9761633" y="205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Onboarding </a:t>
            </a:r>
            <a:endParaRPr i="0" sz="800" u="none" cap="none" strike="noStrike">
              <a:latin typeface="Salesforce Sans"/>
              <a:ea typeface="Salesforce Sans"/>
              <a:cs typeface="Salesforce Sans"/>
              <a:sym typeface="Salesforce Sans"/>
            </a:endParaRPr>
          </a:p>
        </p:txBody>
      </p:sp>
      <p:sp>
        <p:nvSpPr>
          <p:cNvPr id="1380" name="Google Shape;1380;p82"/>
          <p:cNvSpPr/>
          <p:nvPr/>
        </p:nvSpPr>
        <p:spPr>
          <a:xfrm>
            <a:off x="9590884" y="2076874"/>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1" name="Google Shape;1381;p82"/>
          <p:cNvSpPr txBox="1"/>
          <p:nvPr/>
        </p:nvSpPr>
        <p:spPr>
          <a:xfrm>
            <a:off x="9761633" y="22128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Relations </a:t>
            </a:r>
            <a:endParaRPr i="0" sz="800" u="none" cap="none" strike="noStrike">
              <a:latin typeface="Salesforce Sans"/>
              <a:ea typeface="Salesforce Sans"/>
              <a:cs typeface="Salesforce Sans"/>
              <a:sym typeface="Salesforce Sans"/>
            </a:endParaRPr>
          </a:p>
        </p:txBody>
      </p:sp>
      <p:sp>
        <p:nvSpPr>
          <p:cNvPr id="1382" name="Google Shape;1382;p82"/>
          <p:cNvSpPr/>
          <p:nvPr/>
        </p:nvSpPr>
        <p:spPr>
          <a:xfrm>
            <a:off x="9590884" y="223473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3" name="Google Shape;1383;p82"/>
          <p:cNvSpPr txBox="1"/>
          <p:nvPr/>
        </p:nvSpPr>
        <p:spPr>
          <a:xfrm>
            <a:off x="9761633" y="244761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84" name="Google Shape;1384;p82"/>
          <p:cNvSpPr/>
          <p:nvPr/>
        </p:nvSpPr>
        <p:spPr>
          <a:xfrm>
            <a:off x="9590884" y="246951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5" name="Google Shape;1385;p82"/>
          <p:cNvSpPr txBox="1"/>
          <p:nvPr/>
        </p:nvSpPr>
        <p:spPr>
          <a:xfrm>
            <a:off x="9761633" y="26052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Service </a:t>
            </a:r>
            <a:endParaRPr i="0" sz="800" u="none" cap="none" strike="noStrike">
              <a:latin typeface="Salesforce Sans"/>
              <a:ea typeface="Salesforce Sans"/>
              <a:cs typeface="Salesforce Sans"/>
              <a:sym typeface="Salesforce Sans"/>
            </a:endParaRPr>
          </a:p>
        </p:txBody>
      </p:sp>
      <p:sp>
        <p:nvSpPr>
          <p:cNvPr id="1386" name="Google Shape;1386;p82"/>
          <p:cNvSpPr/>
          <p:nvPr/>
        </p:nvSpPr>
        <p:spPr>
          <a:xfrm>
            <a:off x="9590884" y="26271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7" name="Google Shape;1387;p82"/>
          <p:cNvSpPr txBox="1"/>
          <p:nvPr/>
        </p:nvSpPr>
        <p:spPr>
          <a:xfrm>
            <a:off x="9761633" y="291655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Regional Identification </a:t>
            </a:r>
            <a:endParaRPr i="0" sz="800" u="none" cap="none" strike="noStrike">
              <a:latin typeface="Salesforce Sans"/>
              <a:ea typeface="Salesforce Sans"/>
              <a:cs typeface="Salesforce Sans"/>
              <a:sym typeface="Salesforce Sans"/>
            </a:endParaRPr>
          </a:p>
        </p:txBody>
      </p:sp>
      <p:sp>
        <p:nvSpPr>
          <p:cNvPr id="1388" name="Google Shape;1388;p82"/>
          <p:cNvSpPr/>
          <p:nvPr/>
        </p:nvSpPr>
        <p:spPr>
          <a:xfrm>
            <a:off x="9590884" y="29384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9" name="Google Shape;1389;p82"/>
          <p:cNvSpPr txBox="1"/>
          <p:nvPr/>
        </p:nvSpPr>
        <p:spPr>
          <a:xfrm>
            <a:off x="9761633" y="307442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Site Feasibility </a:t>
            </a:r>
            <a:endParaRPr i="0" sz="800" u="none" cap="none" strike="noStrike">
              <a:latin typeface="Salesforce Sans"/>
              <a:ea typeface="Salesforce Sans"/>
              <a:cs typeface="Salesforce Sans"/>
              <a:sym typeface="Salesforce Sans"/>
            </a:endParaRPr>
          </a:p>
        </p:txBody>
      </p:sp>
      <p:sp>
        <p:nvSpPr>
          <p:cNvPr id="1390" name="Google Shape;1390;p82"/>
          <p:cNvSpPr/>
          <p:nvPr/>
        </p:nvSpPr>
        <p:spPr>
          <a:xfrm>
            <a:off x="9590884" y="3096322"/>
            <a:ext cx="79200" cy="79200"/>
          </a:xfrm>
          <a:prstGeom prst="ellipse">
            <a:avLst/>
          </a:prstGeom>
          <a:solidFill>
            <a:srgbClr val="0B5CAB"/>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1" name="Google Shape;1391;p82"/>
          <p:cNvSpPr txBox="1"/>
          <p:nvPr/>
        </p:nvSpPr>
        <p:spPr>
          <a:xfrm>
            <a:off x="9761633" y="323229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Vendor Activation </a:t>
            </a:r>
            <a:endParaRPr i="0" sz="800" u="none" cap="none" strike="noStrike">
              <a:latin typeface="Salesforce Sans"/>
              <a:ea typeface="Salesforce Sans"/>
              <a:cs typeface="Salesforce Sans"/>
              <a:sym typeface="Salesforce Sans"/>
            </a:endParaRPr>
          </a:p>
        </p:txBody>
      </p:sp>
      <p:sp>
        <p:nvSpPr>
          <p:cNvPr id="1392" name="Google Shape;1392;p82"/>
          <p:cNvSpPr/>
          <p:nvPr/>
        </p:nvSpPr>
        <p:spPr>
          <a:xfrm>
            <a:off x="9590884" y="32541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3" name="Google Shape;1393;p82"/>
          <p:cNvSpPr txBox="1"/>
          <p:nvPr/>
        </p:nvSpPr>
        <p:spPr>
          <a:xfrm>
            <a:off x="9761633" y="346636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Country And Administrative Regulations </a:t>
            </a:r>
            <a:endParaRPr i="0" sz="800" u="none" cap="none" strike="noStrike">
              <a:latin typeface="Salesforce Sans"/>
              <a:ea typeface="Salesforce Sans"/>
              <a:cs typeface="Salesforce Sans"/>
              <a:sym typeface="Salesforce Sans"/>
            </a:endParaRPr>
          </a:p>
        </p:txBody>
      </p:sp>
      <p:sp>
        <p:nvSpPr>
          <p:cNvPr id="1394" name="Google Shape;1394;p82"/>
          <p:cNvSpPr/>
          <p:nvPr/>
        </p:nvSpPr>
        <p:spPr>
          <a:xfrm>
            <a:off x="9590884" y="348826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5" name="Google Shape;1395;p82"/>
          <p:cNvSpPr txBox="1"/>
          <p:nvPr/>
        </p:nvSpPr>
        <p:spPr>
          <a:xfrm>
            <a:off x="9761633" y="362424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Core Document Authoring </a:t>
            </a:r>
            <a:endParaRPr i="0" sz="800" u="none" cap="none" strike="noStrike">
              <a:latin typeface="Salesforce Sans"/>
              <a:ea typeface="Salesforce Sans"/>
              <a:cs typeface="Salesforce Sans"/>
              <a:sym typeface="Salesforce Sans"/>
            </a:endParaRPr>
          </a:p>
        </p:txBody>
      </p:sp>
      <p:sp>
        <p:nvSpPr>
          <p:cNvPr id="1396" name="Google Shape;1396;p82"/>
          <p:cNvSpPr/>
          <p:nvPr/>
        </p:nvSpPr>
        <p:spPr>
          <a:xfrm>
            <a:off x="9590884" y="364614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7" name="Google Shape;1397;p82"/>
          <p:cNvSpPr txBox="1"/>
          <p:nvPr/>
        </p:nvSpPr>
        <p:spPr>
          <a:xfrm>
            <a:off x="9761633" y="38606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CTMS </a:t>
            </a:r>
            <a:endParaRPr i="0" sz="800" u="none" cap="none" strike="noStrike">
              <a:latin typeface="Salesforce Sans"/>
              <a:ea typeface="Salesforce Sans"/>
              <a:cs typeface="Salesforce Sans"/>
              <a:sym typeface="Salesforce Sans"/>
            </a:endParaRPr>
          </a:p>
        </p:txBody>
      </p:sp>
      <p:sp>
        <p:nvSpPr>
          <p:cNvPr id="1398" name="Google Shape;1398;p82"/>
          <p:cNvSpPr/>
          <p:nvPr/>
        </p:nvSpPr>
        <p:spPr>
          <a:xfrm>
            <a:off x="9590884" y="38825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9" name="Google Shape;1399;p82"/>
          <p:cNvSpPr txBox="1"/>
          <p:nvPr/>
        </p:nvSpPr>
        <p:spPr>
          <a:xfrm>
            <a:off x="9761633" y="401641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Candidate Auto-matching</a:t>
            </a:r>
            <a:endParaRPr i="0" sz="800" u="none" cap="none" strike="noStrike">
              <a:latin typeface="Salesforce Sans"/>
              <a:ea typeface="Salesforce Sans"/>
              <a:cs typeface="Salesforce Sans"/>
              <a:sym typeface="Salesforce Sans"/>
            </a:endParaRPr>
          </a:p>
        </p:txBody>
      </p:sp>
      <p:sp>
        <p:nvSpPr>
          <p:cNvPr id="1400" name="Google Shape;1400;p82"/>
          <p:cNvSpPr/>
          <p:nvPr/>
        </p:nvSpPr>
        <p:spPr>
          <a:xfrm>
            <a:off x="9590884" y="403831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1" name="Google Shape;1401;p82"/>
          <p:cNvSpPr txBox="1"/>
          <p:nvPr/>
        </p:nvSpPr>
        <p:spPr>
          <a:xfrm>
            <a:off x="9761633" y="44069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Data Cleaning </a:t>
            </a:r>
            <a:endParaRPr i="0" sz="800" u="none" cap="none" strike="noStrike">
              <a:latin typeface="Salesforce Sans"/>
              <a:ea typeface="Salesforce Sans"/>
              <a:cs typeface="Salesforce Sans"/>
              <a:sym typeface="Salesforce Sans"/>
            </a:endParaRPr>
          </a:p>
        </p:txBody>
      </p:sp>
      <p:sp>
        <p:nvSpPr>
          <p:cNvPr id="1402" name="Google Shape;1402;p82"/>
          <p:cNvSpPr/>
          <p:nvPr/>
        </p:nvSpPr>
        <p:spPr>
          <a:xfrm>
            <a:off x="9590884" y="442883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3" name="Google Shape;1403;p82"/>
          <p:cNvSpPr txBox="1"/>
          <p:nvPr/>
        </p:nvSpPr>
        <p:spPr>
          <a:xfrm>
            <a:off x="9761633" y="47220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Publication Development </a:t>
            </a:r>
            <a:endParaRPr i="0" sz="800" u="none" cap="none" strike="noStrike">
              <a:latin typeface="Salesforce Sans"/>
              <a:ea typeface="Salesforce Sans"/>
              <a:cs typeface="Salesforce Sans"/>
              <a:sym typeface="Salesforce Sans"/>
            </a:endParaRPr>
          </a:p>
        </p:txBody>
      </p:sp>
      <p:sp>
        <p:nvSpPr>
          <p:cNvPr id="1404" name="Google Shape;1404;p82"/>
          <p:cNvSpPr/>
          <p:nvPr/>
        </p:nvSpPr>
        <p:spPr>
          <a:xfrm>
            <a:off x="9590884" y="474398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5" name="Google Shape;1405;p82"/>
          <p:cNvSpPr txBox="1"/>
          <p:nvPr/>
        </p:nvSpPr>
        <p:spPr>
          <a:xfrm>
            <a:off x="9761633" y="495615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Supply Chain </a:t>
            </a:r>
            <a:endParaRPr i="0" sz="800" u="none" cap="none" strike="noStrike">
              <a:latin typeface="Salesforce Sans"/>
              <a:ea typeface="Salesforce Sans"/>
              <a:cs typeface="Salesforce Sans"/>
              <a:sym typeface="Salesforce Sans"/>
            </a:endParaRPr>
          </a:p>
        </p:txBody>
      </p:sp>
      <p:sp>
        <p:nvSpPr>
          <p:cNvPr id="1406" name="Google Shape;1406;p82"/>
          <p:cNvSpPr/>
          <p:nvPr/>
        </p:nvSpPr>
        <p:spPr>
          <a:xfrm>
            <a:off x="9590884" y="497805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7" name="Google Shape;1407;p82"/>
          <p:cNvSpPr txBox="1"/>
          <p:nvPr/>
        </p:nvSpPr>
        <p:spPr>
          <a:xfrm>
            <a:off x="9761633" y="511522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Management </a:t>
            </a:r>
            <a:endParaRPr i="0" sz="800" u="none" cap="none" strike="noStrike">
              <a:latin typeface="Salesforce Sans"/>
              <a:ea typeface="Salesforce Sans"/>
              <a:cs typeface="Salesforce Sans"/>
              <a:sym typeface="Salesforce Sans"/>
            </a:endParaRPr>
          </a:p>
        </p:txBody>
      </p:sp>
      <p:sp>
        <p:nvSpPr>
          <p:cNvPr id="1408" name="Google Shape;1408;p82"/>
          <p:cNvSpPr/>
          <p:nvPr/>
        </p:nvSpPr>
        <p:spPr>
          <a:xfrm>
            <a:off x="9590884" y="513712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9" name="Google Shape;1409;p82"/>
          <p:cNvSpPr txBox="1"/>
          <p:nvPr/>
        </p:nvSpPr>
        <p:spPr>
          <a:xfrm>
            <a:off x="9761633" y="527428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t>
            </a:r>
            <a:endParaRPr i="0" sz="800" u="none" cap="none" strike="noStrike">
              <a:latin typeface="Salesforce Sans"/>
              <a:ea typeface="Salesforce Sans"/>
              <a:cs typeface="Salesforce Sans"/>
              <a:sym typeface="Salesforce Sans"/>
            </a:endParaRPr>
          </a:p>
        </p:txBody>
      </p:sp>
      <p:sp>
        <p:nvSpPr>
          <p:cNvPr id="1410" name="Google Shape;1410;p82"/>
          <p:cNvSpPr/>
          <p:nvPr/>
        </p:nvSpPr>
        <p:spPr>
          <a:xfrm>
            <a:off x="9590884" y="529618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1" name="Google Shape;1411;p82"/>
          <p:cNvSpPr txBox="1"/>
          <p:nvPr/>
        </p:nvSpPr>
        <p:spPr>
          <a:xfrm>
            <a:off x="9761633" y="543334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Logistics </a:t>
            </a:r>
            <a:endParaRPr i="0" sz="800" u="none" cap="none" strike="noStrike">
              <a:latin typeface="Salesforce Sans"/>
              <a:ea typeface="Salesforce Sans"/>
              <a:cs typeface="Salesforce Sans"/>
              <a:sym typeface="Salesforce Sans"/>
            </a:endParaRPr>
          </a:p>
        </p:txBody>
      </p:sp>
      <p:sp>
        <p:nvSpPr>
          <p:cNvPr id="1412" name="Google Shape;1412;p82"/>
          <p:cNvSpPr/>
          <p:nvPr/>
        </p:nvSpPr>
        <p:spPr>
          <a:xfrm>
            <a:off x="9590884" y="545524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3" name="Google Shape;1413;p82"/>
          <p:cNvSpPr txBox="1"/>
          <p:nvPr/>
        </p:nvSpPr>
        <p:spPr>
          <a:xfrm>
            <a:off x="9761632" y="566906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Qualification &amp; Contracting </a:t>
            </a:r>
            <a:endParaRPr i="0" sz="800" u="none" cap="none" strike="noStrike">
              <a:latin typeface="Salesforce Sans"/>
              <a:ea typeface="Salesforce Sans"/>
              <a:cs typeface="Salesforce Sans"/>
              <a:sym typeface="Salesforce Sans"/>
            </a:endParaRPr>
          </a:p>
        </p:txBody>
      </p:sp>
      <p:sp>
        <p:nvSpPr>
          <p:cNvPr id="1414" name="Google Shape;1414;p82"/>
          <p:cNvSpPr/>
          <p:nvPr/>
        </p:nvSpPr>
        <p:spPr>
          <a:xfrm>
            <a:off x="9590884" y="56909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5" name="Google Shape;1415;p82"/>
          <p:cNvSpPr txBox="1"/>
          <p:nvPr/>
        </p:nvSpPr>
        <p:spPr>
          <a:xfrm>
            <a:off x="9761632" y="58266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And Negotiation </a:t>
            </a:r>
            <a:endParaRPr i="0" sz="800" u="none" cap="none" strike="noStrike">
              <a:latin typeface="Salesforce Sans"/>
              <a:ea typeface="Salesforce Sans"/>
              <a:cs typeface="Salesforce Sans"/>
              <a:sym typeface="Salesforce Sans"/>
            </a:endParaRPr>
          </a:p>
        </p:txBody>
      </p:sp>
      <p:sp>
        <p:nvSpPr>
          <p:cNvPr id="1416" name="Google Shape;1416;p82"/>
          <p:cNvSpPr/>
          <p:nvPr/>
        </p:nvSpPr>
        <p:spPr>
          <a:xfrm>
            <a:off x="9590884" y="584853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7" name="Google Shape;1417;p82"/>
          <p:cNvSpPr txBox="1"/>
          <p:nvPr/>
        </p:nvSpPr>
        <p:spPr>
          <a:xfrm>
            <a:off x="9761632" y="598614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Performance Monitoring </a:t>
            </a:r>
            <a:endParaRPr i="0" sz="800" u="none" cap="none" strike="noStrike">
              <a:latin typeface="Salesforce Sans"/>
              <a:ea typeface="Salesforce Sans"/>
              <a:cs typeface="Salesforce Sans"/>
              <a:sym typeface="Salesforce Sans"/>
            </a:endParaRPr>
          </a:p>
        </p:txBody>
      </p:sp>
      <p:sp>
        <p:nvSpPr>
          <p:cNvPr id="1418" name="Google Shape;1418;p82"/>
          <p:cNvSpPr/>
          <p:nvPr/>
        </p:nvSpPr>
        <p:spPr>
          <a:xfrm>
            <a:off x="9590884" y="600804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9" name="Google Shape;1419;p82"/>
          <p:cNvSpPr txBox="1"/>
          <p:nvPr/>
        </p:nvSpPr>
        <p:spPr>
          <a:xfrm>
            <a:off x="9761632" y="622235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And Warehouse Optimization </a:t>
            </a:r>
            <a:endParaRPr i="0" sz="800" u="none" cap="none" strike="noStrike">
              <a:latin typeface="Salesforce Sans"/>
              <a:ea typeface="Salesforce Sans"/>
              <a:cs typeface="Salesforce Sans"/>
              <a:sym typeface="Salesforce Sans"/>
            </a:endParaRPr>
          </a:p>
        </p:txBody>
      </p:sp>
      <p:sp>
        <p:nvSpPr>
          <p:cNvPr id="1420" name="Google Shape;1420;p82"/>
          <p:cNvSpPr/>
          <p:nvPr/>
        </p:nvSpPr>
        <p:spPr>
          <a:xfrm>
            <a:off x="9590884" y="624425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1" name="Google Shape;1421;p82"/>
          <p:cNvSpPr txBox="1"/>
          <p:nvPr/>
        </p:nvSpPr>
        <p:spPr>
          <a:xfrm>
            <a:off x="9761632" y="637650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Distribution Control </a:t>
            </a:r>
            <a:endParaRPr i="0" sz="800" u="none" cap="none" strike="noStrike">
              <a:latin typeface="Salesforce Sans"/>
              <a:ea typeface="Salesforce Sans"/>
              <a:cs typeface="Salesforce Sans"/>
              <a:sym typeface="Salesforce Sans"/>
            </a:endParaRPr>
          </a:p>
        </p:txBody>
      </p:sp>
      <p:sp>
        <p:nvSpPr>
          <p:cNvPr id="1422" name="Google Shape;1422;p82"/>
          <p:cNvSpPr/>
          <p:nvPr/>
        </p:nvSpPr>
        <p:spPr>
          <a:xfrm>
            <a:off x="9590884" y="639840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rPr baseline="30000" lang="en" sz="800">
                <a:solidFill>
                  <a:srgbClr val="002775"/>
                </a:solidFill>
                <a:latin typeface="Salesforce Sans"/>
                <a:ea typeface="Salesforce Sans"/>
                <a:cs typeface="Salesforce Sans"/>
                <a:sym typeface="Salesforce Sans"/>
              </a:rPr>
              <a:t> </a:t>
            </a:r>
            <a:endParaRPr baseline="30000" i="0" sz="800" u="none" cap="none" strike="noStrike">
              <a:solidFill>
                <a:srgbClr val="002775"/>
              </a:solidFill>
              <a:latin typeface="Salesforce Sans"/>
              <a:ea typeface="Salesforce Sans"/>
              <a:cs typeface="Salesforce Sans"/>
              <a:sym typeface="Salesforce Sans"/>
            </a:endParaRPr>
          </a:p>
        </p:txBody>
      </p:sp>
      <p:sp>
        <p:nvSpPr>
          <p:cNvPr id="1423" name="Google Shape;1423;p82"/>
          <p:cNvSpPr txBox="1"/>
          <p:nvPr/>
        </p:nvSpPr>
        <p:spPr>
          <a:xfrm>
            <a:off x="9761632" y="6531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Transportation Planning </a:t>
            </a:r>
            <a:endParaRPr i="0" sz="800" u="none" cap="none" strike="noStrike">
              <a:latin typeface="Salesforce Sans"/>
              <a:ea typeface="Salesforce Sans"/>
              <a:cs typeface="Salesforce Sans"/>
              <a:sym typeface="Salesforce Sans"/>
            </a:endParaRPr>
          </a:p>
        </p:txBody>
      </p:sp>
      <p:sp>
        <p:nvSpPr>
          <p:cNvPr id="1424" name="Google Shape;1424;p82"/>
          <p:cNvSpPr/>
          <p:nvPr/>
        </p:nvSpPr>
        <p:spPr>
          <a:xfrm>
            <a:off x="9590884" y="655389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5" name="Google Shape;1425;p82"/>
          <p:cNvSpPr txBox="1"/>
          <p:nvPr/>
        </p:nvSpPr>
        <p:spPr>
          <a:xfrm>
            <a:off x="9761632" y="668749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Returns And Reporting </a:t>
            </a:r>
            <a:endParaRPr i="0" sz="800" u="none" cap="none" strike="noStrike">
              <a:latin typeface="Salesforce Sans"/>
              <a:ea typeface="Salesforce Sans"/>
              <a:cs typeface="Salesforce Sans"/>
              <a:sym typeface="Salesforce Sans"/>
            </a:endParaRPr>
          </a:p>
        </p:txBody>
      </p:sp>
      <p:sp>
        <p:nvSpPr>
          <p:cNvPr id="1426" name="Google Shape;1426;p82"/>
          <p:cNvSpPr/>
          <p:nvPr/>
        </p:nvSpPr>
        <p:spPr>
          <a:xfrm>
            <a:off x="9590884" y="670939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7" name="Google Shape;1427;p82"/>
          <p:cNvSpPr txBox="1"/>
          <p:nvPr/>
        </p:nvSpPr>
        <p:spPr>
          <a:xfrm>
            <a:off x="9761632" y="69175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Pharmacy Inventory </a:t>
            </a:r>
            <a:endParaRPr i="0" sz="800" u="none" cap="none" strike="noStrike">
              <a:latin typeface="Salesforce Sans"/>
              <a:ea typeface="Salesforce Sans"/>
              <a:cs typeface="Salesforce Sans"/>
              <a:sym typeface="Salesforce Sans"/>
            </a:endParaRPr>
          </a:p>
        </p:txBody>
      </p:sp>
      <p:sp>
        <p:nvSpPr>
          <p:cNvPr id="1428" name="Google Shape;1428;p82"/>
          <p:cNvSpPr/>
          <p:nvPr/>
        </p:nvSpPr>
        <p:spPr>
          <a:xfrm>
            <a:off x="9590884" y="693949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9" name="Google Shape;1429;p82"/>
          <p:cNvSpPr txBox="1"/>
          <p:nvPr/>
        </p:nvSpPr>
        <p:spPr>
          <a:xfrm>
            <a:off x="9761632" y="707308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Blood Inventory </a:t>
            </a:r>
            <a:endParaRPr i="0" sz="800" u="none" cap="none" strike="noStrike">
              <a:latin typeface="Salesforce Sans"/>
              <a:ea typeface="Salesforce Sans"/>
              <a:cs typeface="Salesforce Sans"/>
              <a:sym typeface="Salesforce Sans"/>
            </a:endParaRPr>
          </a:p>
        </p:txBody>
      </p:sp>
      <p:sp>
        <p:nvSpPr>
          <p:cNvPr id="1430" name="Google Shape;1430;p82"/>
          <p:cNvSpPr/>
          <p:nvPr/>
        </p:nvSpPr>
        <p:spPr>
          <a:xfrm>
            <a:off x="9590884" y="70949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1" name="Google Shape;1431;p82"/>
          <p:cNvSpPr txBox="1"/>
          <p:nvPr/>
        </p:nvSpPr>
        <p:spPr>
          <a:xfrm>
            <a:off x="9761632" y="722857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Sterilization </a:t>
            </a:r>
            <a:endParaRPr i="0" sz="800" u="none" cap="none" strike="noStrike">
              <a:latin typeface="Salesforce Sans"/>
              <a:ea typeface="Salesforce Sans"/>
              <a:cs typeface="Salesforce Sans"/>
              <a:sym typeface="Salesforce Sans"/>
            </a:endParaRPr>
          </a:p>
        </p:txBody>
      </p:sp>
      <p:sp>
        <p:nvSpPr>
          <p:cNvPr id="1432" name="Google Shape;1432;p82"/>
          <p:cNvSpPr/>
          <p:nvPr/>
        </p:nvSpPr>
        <p:spPr>
          <a:xfrm>
            <a:off x="9590884" y="725047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3" name="Google Shape;1433;p82"/>
          <p:cNvSpPr txBox="1"/>
          <p:nvPr/>
        </p:nvSpPr>
        <p:spPr>
          <a:xfrm>
            <a:off x="9761632" y="738407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Waste Management </a:t>
            </a:r>
            <a:endParaRPr i="0" sz="800" u="none" cap="none" strike="noStrike">
              <a:latin typeface="Salesforce Sans"/>
              <a:ea typeface="Salesforce Sans"/>
              <a:cs typeface="Salesforce Sans"/>
              <a:sym typeface="Salesforce Sans"/>
            </a:endParaRPr>
          </a:p>
        </p:txBody>
      </p:sp>
      <p:sp>
        <p:nvSpPr>
          <p:cNvPr id="1434" name="Google Shape;1434;p82"/>
          <p:cNvSpPr/>
          <p:nvPr/>
        </p:nvSpPr>
        <p:spPr>
          <a:xfrm>
            <a:off x="9590884" y="740597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5" name="Google Shape;1435;p82"/>
          <p:cNvSpPr txBox="1"/>
          <p:nvPr/>
        </p:nvSpPr>
        <p:spPr>
          <a:xfrm>
            <a:off x="9761632" y="761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Acquisition </a:t>
            </a:r>
            <a:endParaRPr i="0" sz="800" u="none" cap="none" strike="noStrike">
              <a:latin typeface="Salesforce Sans"/>
              <a:ea typeface="Salesforce Sans"/>
              <a:cs typeface="Salesforce Sans"/>
              <a:sym typeface="Salesforce Sans"/>
            </a:endParaRPr>
          </a:p>
        </p:txBody>
      </p:sp>
      <p:sp>
        <p:nvSpPr>
          <p:cNvPr id="1436" name="Google Shape;1436;p82"/>
          <p:cNvSpPr/>
          <p:nvPr/>
        </p:nvSpPr>
        <p:spPr>
          <a:xfrm>
            <a:off x="9590884" y="763686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7" name="Google Shape;1437;p82"/>
          <p:cNvSpPr txBox="1"/>
          <p:nvPr/>
        </p:nvSpPr>
        <p:spPr>
          <a:xfrm>
            <a:off x="9761632" y="77701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Operations </a:t>
            </a:r>
            <a:endParaRPr i="0" sz="800" u="none" cap="none" strike="noStrike">
              <a:latin typeface="Salesforce Sans"/>
              <a:ea typeface="Salesforce Sans"/>
              <a:cs typeface="Salesforce Sans"/>
              <a:sym typeface="Salesforce Sans"/>
            </a:endParaRPr>
          </a:p>
        </p:txBody>
      </p:sp>
      <p:sp>
        <p:nvSpPr>
          <p:cNvPr id="1438" name="Google Shape;1438;p82"/>
          <p:cNvSpPr/>
          <p:nvPr/>
        </p:nvSpPr>
        <p:spPr>
          <a:xfrm>
            <a:off x="9590884" y="779208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9" name="Google Shape;1439;p82"/>
          <p:cNvSpPr txBox="1"/>
          <p:nvPr/>
        </p:nvSpPr>
        <p:spPr>
          <a:xfrm>
            <a:off x="9761632" y="800056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Workflow Digitization </a:t>
            </a:r>
            <a:endParaRPr i="0" sz="800" u="none" cap="none" strike="noStrike">
              <a:latin typeface="Salesforce Sans"/>
              <a:ea typeface="Salesforce Sans"/>
              <a:cs typeface="Salesforce Sans"/>
              <a:sym typeface="Salesforce Sans"/>
            </a:endParaRPr>
          </a:p>
        </p:txBody>
      </p:sp>
      <p:sp>
        <p:nvSpPr>
          <p:cNvPr id="1440" name="Google Shape;1440;p82"/>
          <p:cNvSpPr/>
          <p:nvPr/>
        </p:nvSpPr>
        <p:spPr>
          <a:xfrm>
            <a:off x="9590884" y="802246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1" name="Google Shape;1441;p82"/>
          <p:cNvSpPr txBox="1"/>
          <p:nvPr/>
        </p:nvSpPr>
        <p:spPr>
          <a:xfrm>
            <a:off x="9761632" y="816557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Sop And Record Management </a:t>
            </a:r>
            <a:endParaRPr i="0" sz="800" u="none" cap="none" strike="noStrike">
              <a:latin typeface="Salesforce Sans"/>
              <a:ea typeface="Salesforce Sans"/>
              <a:cs typeface="Salesforce Sans"/>
              <a:sym typeface="Salesforce Sans"/>
            </a:endParaRPr>
          </a:p>
        </p:txBody>
      </p:sp>
      <p:sp>
        <p:nvSpPr>
          <p:cNvPr id="1442" name="Google Shape;1442;p82"/>
          <p:cNvSpPr/>
          <p:nvPr/>
        </p:nvSpPr>
        <p:spPr>
          <a:xfrm>
            <a:off x="9590884" y="8187477"/>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3" name="Google Shape;1443;p82"/>
          <p:cNvSpPr txBox="1"/>
          <p:nvPr/>
        </p:nvSpPr>
        <p:spPr>
          <a:xfrm>
            <a:off x="9761632" y="85479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Planning </a:t>
            </a:r>
            <a:endParaRPr i="0" sz="800" u="none" cap="none" strike="noStrike">
              <a:latin typeface="Salesforce Sans"/>
              <a:ea typeface="Salesforce Sans"/>
              <a:cs typeface="Salesforce Sans"/>
              <a:sym typeface="Salesforce Sans"/>
            </a:endParaRPr>
          </a:p>
        </p:txBody>
      </p:sp>
      <p:sp>
        <p:nvSpPr>
          <p:cNvPr id="1444" name="Google Shape;1444;p82"/>
          <p:cNvSpPr/>
          <p:nvPr/>
        </p:nvSpPr>
        <p:spPr>
          <a:xfrm>
            <a:off x="9590884" y="856989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5" name="Google Shape;1445;p82"/>
          <p:cNvSpPr txBox="1"/>
          <p:nvPr/>
        </p:nvSpPr>
        <p:spPr>
          <a:xfrm>
            <a:off x="9761632" y="870348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People Measurement &amp; Reporting </a:t>
            </a:r>
            <a:endParaRPr i="0" sz="800" u="none" cap="none" strike="noStrike">
              <a:latin typeface="Salesforce Sans"/>
              <a:ea typeface="Salesforce Sans"/>
              <a:cs typeface="Salesforce Sans"/>
              <a:sym typeface="Salesforce Sans"/>
            </a:endParaRPr>
          </a:p>
        </p:txBody>
      </p:sp>
      <p:sp>
        <p:nvSpPr>
          <p:cNvPr id="1446" name="Google Shape;1446;p82"/>
          <p:cNvSpPr/>
          <p:nvPr/>
        </p:nvSpPr>
        <p:spPr>
          <a:xfrm>
            <a:off x="9590884" y="8725386"/>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7" name="Google Shape;1447;p82"/>
          <p:cNvSpPr txBox="1"/>
          <p:nvPr/>
        </p:nvSpPr>
        <p:spPr>
          <a:xfrm>
            <a:off x="9761632" y="893425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Strategy Development </a:t>
            </a:r>
            <a:endParaRPr i="0" sz="800" u="none" cap="none" strike="noStrike">
              <a:latin typeface="Salesforce Sans"/>
              <a:ea typeface="Salesforce Sans"/>
              <a:cs typeface="Salesforce Sans"/>
              <a:sym typeface="Salesforce Sans"/>
            </a:endParaRPr>
          </a:p>
        </p:txBody>
      </p:sp>
      <p:sp>
        <p:nvSpPr>
          <p:cNvPr id="1448" name="Google Shape;1448;p82"/>
          <p:cNvSpPr/>
          <p:nvPr/>
        </p:nvSpPr>
        <p:spPr>
          <a:xfrm>
            <a:off x="9590884" y="895615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9" name="Google Shape;1449;p82"/>
          <p:cNvSpPr txBox="1"/>
          <p:nvPr/>
        </p:nvSpPr>
        <p:spPr>
          <a:xfrm>
            <a:off x="9761632" y="909781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Outreach </a:t>
            </a:r>
            <a:endParaRPr i="0" sz="800" u="none" cap="none" strike="noStrike">
              <a:latin typeface="Salesforce Sans"/>
              <a:ea typeface="Salesforce Sans"/>
              <a:cs typeface="Salesforce Sans"/>
              <a:sym typeface="Salesforce Sans"/>
            </a:endParaRPr>
          </a:p>
        </p:txBody>
      </p:sp>
      <p:sp>
        <p:nvSpPr>
          <p:cNvPr id="1450" name="Google Shape;1450;p82"/>
          <p:cNvSpPr/>
          <p:nvPr/>
        </p:nvSpPr>
        <p:spPr>
          <a:xfrm>
            <a:off x="9590884" y="911971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1" name="Google Shape;1451;p82"/>
          <p:cNvSpPr txBox="1"/>
          <p:nvPr/>
        </p:nvSpPr>
        <p:spPr>
          <a:xfrm>
            <a:off x="9761632" y="926282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Coaching </a:t>
            </a:r>
            <a:endParaRPr i="0" sz="800" u="none" cap="none" strike="noStrike">
              <a:latin typeface="Salesforce Sans"/>
              <a:ea typeface="Salesforce Sans"/>
              <a:cs typeface="Salesforce Sans"/>
              <a:sym typeface="Salesforce Sans"/>
            </a:endParaRPr>
          </a:p>
        </p:txBody>
      </p:sp>
      <p:sp>
        <p:nvSpPr>
          <p:cNvPr id="1452" name="Google Shape;1452;p82"/>
          <p:cNvSpPr/>
          <p:nvPr/>
        </p:nvSpPr>
        <p:spPr>
          <a:xfrm>
            <a:off x="9590884" y="928472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3" name="Google Shape;1453;p82"/>
          <p:cNvSpPr txBox="1"/>
          <p:nvPr/>
        </p:nvSpPr>
        <p:spPr>
          <a:xfrm>
            <a:off x="9761632" y="942780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Onboarding </a:t>
            </a:r>
            <a:endParaRPr i="0" sz="800" u="none" cap="none" strike="noStrike">
              <a:latin typeface="Salesforce Sans"/>
              <a:ea typeface="Salesforce Sans"/>
              <a:cs typeface="Salesforce Sans"/>
              <a:sym typeface="Salesforce Sans"/>
            </a:endParaRPr>
          </a:p>
        </p:txBody>
      </p:sp>
      <p:sp>
        <p:nvSpPr>
          <p:cNvPr id="1454" name="Google Shape;1454;p82"/>
          <p:cNvSpPr/>
          <p:nvPr/>
        </p:nvSpPr>
        <p:spPr>
          <a:xfrm>
            <a:off x="9590884" y="94497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5" name="Google Shape;1455;p82"/>
          <p:cNvSpPr txBox="1"/>
          <p:nvPr/>
        </p:nvSpPr>
        <p:spPr>
          <a:xfrm>
            <a:off x="9761633" y="417428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Study Management &amp; Site Selection</a:t>
            </a:r>
            <a:endParaRPr i="0" sz="800" u="none" cap="none" strike="noStrike">
              <a:latin typeface="Salesforce Sans"/>
              <a:ea typeface="Salesforce Sans"/>
              <a:cs typeface="Salesforce Sans"/>
              <a:sym typeface="Salesforce Sans"/>
            </a:endParaRPr>
          </a:p>
        </p:txBody>
      </p:sp>
      <p:sp>
        <p:nvSpPr>
          <p:cNvPr id="1456" name="Google Shape;1456;p82"/>
          <p:cNvSpPr/>
          <p:nvPr/>
        </p:nvSpPr>
        <p:spPr>
          <a:xfrm>
            <a:off x="9590884" y="419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1457" name="Google Shape;1457;p82"/>
          <p:cNvGrpSpPr/>
          <p:nvPr/>
        </p:nvGrpSpPr>
        <p:grpSpPr>
          <a:xfrm>
            <a:off x="6692090" y="1921709"/>
            <a:ext cx="1322400" cy="449700"/>
            <a:chOff x="755165" y="1828821"/>
            <a:chExt cx="1322400" cy="449700"/>
          </a:xfrm>
        </p:grpSpPr>
        <p:sp>
          <p:nvSpPr>
            <p:cNvPr id="1458" name="Google Shape;1458;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59" name="Google Shape;1459;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Provider Relations</a:t>
              </a:r>
              <a:endParaRPr sz="900">
                <a:solidFill>
                  <a:srgbClr val="FFFFFF"/>
                </a:solidFill>
                <a:latin typeface="Avant Garde Demi SFDC"/>
                <a:ea typeface="Avant Garde Demi SFDC"/>
                <a:cs typeface="Avant Garde Demi SFDC"/>
                <a:sym typeface="Avant Garde Demi SFDC"/>
              </a:endParaRPr>
            </a:p>
          </p:txBody>
        </p:sp>
      </p:grpSp>
      <p:grpSp>
        <p:nvGrpSpPr>
          <p:cNvPr id="1460" name="Google Shape;1460;p82"/>
          <p:cNvGrpSpPr/>
          <p:nvPr/>
        </p:nvGrpSpPr>
        <p:grpSpPr>
          <a:xfrm>
            <a:off x="6692090" y="2878284"/>
            <a:ext cx="1322400" cy="449700"/>
            <a:chOff x="755165" y="1828821"/>
            <a:chExt cx="1322400" cy="449700"/>
          </a:xfrm>
        </p:grpSpPr>
        <p:sp>
          <p:nvSpPr>
            <p:cNvPr id="1461" name="Google Shape;1461;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62" name="Google Shape;1462;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Research</a:t>
              </a:r>
              <a:endParaRPr sz="900">
                <a:solidFill>
                  <a:srgbClr val="FFFFFF"/>
                </a:solidFill>
                <a:latin typeface="Avant Garde Demi SFDC"/>
                <a:ea typeface="Avant Garde Demi SFDC"/>
                <a:cs typeface="Avant Garde Demi SFDC"/>
                <a:sym typeface="Avant Garde Demi SFDC"/>
              </a:endParaRPr>
            </a:p>
          </p:txBody>
        </p:sp>
      </p:grpSp>
      <p:grpSp>
        <p:nvGrpSpPr>
          <p:cNvPr id="1463" name="Google Shape;1463;p82"/>
          <p:cNvGrpSpPr/>
          <p:nvPr/>
        </p:nvGrpSpPr>
        <p:grpSpPr>
          <a:xfrm>
            <a:off x="6692090" y="7639321"/>
            <a:ext cx="1322400" cy="449700"/>
            <a:chOff x="755165" y="1828821"/>
            <a:chExt cx="1322400" cy="449700"/>
          </a:xfrm>
        </p:grpSpPr>
        <p:sp>
          <p:nvSpPr>
            <p:cNvPr id="1464" name="Google Shape;1464;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65" name="Google Shape;1465;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466" name="Google Shape;1466;p82"/>
          <p:cNvSpPr txBox="1"/>
          <p:nvPr/>
        </p:nvSpPr>
        <p:spPr>
          <a:xfrm>
            <a:off x="9761633" y="4565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Statistical Analysis </a:t>
            </a:r>
            <a:endParaRPr i="0" sz="800" u="none" cap="none" strike="noStrike">
              <a:latin typeface="Salesforce Sans"/>
              <a:ea typeface="Salesforce Sans"/>
              <a:cs typeface="Salesforce Sans"/>
              <a:sym typeface="Salesforce Sans"/>
            </a:endParaRPr>
          </a:p>
        </p:txBody>
      </p:sp>
      <p:sp>
        <p:nvSpPr>
          <p:cNvPr id="1467" name="Google Shape;1467;p82"/>
          <p:cNvSpPr/>
          <p:nvPr/>
        </p:nvSpPr>
        <p:spPr>
          <a:xfrm>
            <a:off x="9590884" y="4593852"/>
            <a:ext cx="79200" cy="79200"/>
          </a:xfrm>
          <a:prstGeom prst="ellipse">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68" name="Google Shape;1468;p82"/>
          <p:cNvSpPr txBox="1"/>
          <p:nvPr/>
        </p:nvSpPr>
        <p:spPr>
          <a:xfrm>
            <a:off x="6808917"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469" name="Google Shape;1469;p82"/>
          <p:cNvSpPr txBox="1"/>
          <p:nvPr/>
        </p:nvSpPr>
        <p:spPr>
          <a:xfrm>
            <a:off x="8301793"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470" name="Google Shape;1470;p82"/>
          <p:cNvSpPr txBox="1"/>
          <p:nvPr/>
        </p:nvSpPr>
        <p:spPr>
          <a:xfrm>
            <a:off x="9759805"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471" name="Google Shape;1471;p82"/>
          <p:cNvSpPr txBox="1"/>
          <p:nvPr/>
        </p:nvSpPr>
        <p:spPr>
          <a:xfrm>
            <a:off x="14884817" y="19139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Career Path Design </a:t>
            </a:r>
            <a:endParaRPr i="0" sz="800" u="none" cap="none" strike="noStrike">
              <a:latin typeface="Salesforce Sans"/>
              <a:ea typeface="Salesforce Sans"/>
              <a:cs typeface="Salesforce Sans"/>
              <a:sym typeface="Salesforce Sans"/>
            </a:endParaRPr>
          </a:p>
        </p:txBody>
      </p:sp>
      <p:sp>
        <p:nvSpPr>
          <p:cNvPr id="1472" name="Google Shape;1472;p82"/>
          <p:cNvSpPr txBox="1"/>
          <p:nvPr/>
        </p:nvSpPr>
        <p:spPr>
          <a:xfrm>
            <a:off x="14884817" y="292262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Compliance &amp; Labour Relations Monitoring </a:t>
            </a:r>
            <a:endParaRPr i="0" sz="800" u="none" cap="none" strike="noStrike">
              <a:latin typeface="Salesforce Sans"/>
              <a:ea typeface="Salesforce Sans"/>
              <a:cs typeface="Salesforce Sans"/>
              <a:sym typeface="Salesforce Sans"/>
            </a:endParaRPr>
          </a:p>
        </p:txBody>
      </p:sp>
      <p:sp>
        <p:nvSpPr>
          <p:cNvPr id="1473" name="Google Shape;1473;p82"/>
          <p:cNvSpPr txBox="1"/>
          <p:nvPr/>
        </p:nvSpPr>
        <p:spPr>
          <a:xfrm>
            <a:off x="14884817" y="37002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1474" name="Google Shape;1474;p82"/>
          <p:cNvSpPr txBox="1"/>
          <p:nvPr/>
        </p:nvSpPr>
        <p:spPr>
          <a:xfrm>
            <a:off x="14884817" y="38568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1475" name="Google Shape;1475;p82"/>
          <p:cNvSpPr txBox="1"/>
          <p:nvPr/>
        </p:nvSpPr>
        <p:spPr>
          <a:xfrm>
            <a:off x="14884817" y="401345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Access &amp; Security Policy Creation </a:t>
            </a:r>
            <a:endParaRPr i="0" sz="800" u="none" cap="none" strike="noStrike">
              <a:latin typeface="Salesforce Sans"/>
              <a:ea typeface="Salesforce Sans"/>
              <a:cs typeface="Salesforce Sans"/>
              <a:sym typeface="Salesforce Sans"/>
            </a:endParaRPr>
          </a:p>
        </p:txBody>
      </p:sp>
      <p:sp>
        <p:nvSpPr>
          <p:cNvPr id="1476" name="Google Shape;1476;p82"/>
          <p:cNvSpPr txBox="1"/>
          <p:nvPr/>
        </p:nvSpPr>
        <p:spPr>
          <a:xfrm>
            <a:off x="14884817" y="433738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Development </a:t>
            </a:r>
            <a:endParaRPr i="0" sz="800" u="none" cap="none" strike="noStrike">
              <a:latin typeface="Salesforce Sans"/>
              <a:ea typeface="Salesforce Sans"/>
              <a:cs typeface="Salesforce Sans"/>
              <a:sym typeface="Salesforce Sans"/>
            </a:endParaRPr>
          </a:p>
        </p:txBody>
      </p:sp>
      <p:sp>
        <p:nvSpPr>
          <p:cNvPr id="1477" name="Google Shape;1477;p82"/>
          <p:cNvSpPr txBox="1"/>
          <p:nvPr/>
        </p:nvSpPr>
        <p:spPr>
          <a:xfrm>
            <a:off x="14884817" y="451422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Testing </a:t>
            </a:r>
            <a:endParaRPr i="0" sz="800" u="none" cap="none" strike="noStrike">
              <a:latin typeface="Salesforce Sans"/>
              <a:ea typeface="Salesforce Sans"/>
              <a:cs typeface="Salesforce Sans"/>
              <a:sym typeface="Salesforce Sans"/>
            </a:endParaRPr>
          </a:p>
        </p:txBody>
      </p:sp>
      <p:sp>
        <p:nvSpPr>
          <p:cNvPr id="1478" name="Google Shape;1478;p82"/>
          <p:cNvSpPr txBox="1"/>
          <p:nvPr/>
        </p:nvSpPr>
        <p:spPr>
          <a:xfrm>
            <a:off x="14884817" y="69298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Transaction Monitoring </a:t>
            </a:r>
            <a:endParaRPr i="0" sz="800" u="none" cap="none" strike="noStrike">
              <a:latin typeface="Salesforce Sans"/>
              <a:ea typeface="Salesforce Sans"/>
              <a:cs typeface="Salesforce Sans"/>
              <a:sym typeface="Salesforce Sans"/>
            </a:endParaRPr>
          </a:p>
        </p:txBody>
      </p:sp>
      <p:sp>
        <p:nvSpPr>
          <p:cNvPr id="1479" name="Google Shape;1479;p82"/>
          <p:cNvSpPr txBox="1"/>
          <p:nvPr/>
        </p:nvSpPr>
        <p:spPr>
          <a:xfrm>
            <a:off x="14884817" y="762537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Cash &amp; Liquidity Management </a:t>
            </a:r>
            <a:endParaRPr i="0" sz="800" u="none" cap="none" strike="noStrike">
              <a:latin typeface="Salesforce Sans"/>
              <a:ea typeface="Salesforce Sans"/>
              <a:cs typeface="Salesforce Sans"/>
              <a:sym typeface="Salesforce Sans"/>
            </a:endParaRPr>
          </a:p>
        </p:txBody>
      </p:sp>
      <p:sp>
        <p:nvSpPr>
          <p:cNvPr id="1480" name="Google Shape;1480;p82"/>
          <p:cNvSpPr txBox="1"/>
          <p:nvPr/>
        </p:nvSpPr>
        <p:spPr>
          <a:xfrm>
            <a:off x="14884817" y="778078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Risk Management </a:t>
            </a:r>
            <a:endParaRPr i="0" sz="800" u="none" cap="none" strike="noStrike">
              <a:latin typeface="Salesforce Sans"/>
              <a:ea typeface="Salesforce Sans"/>
              <a:cs typeface="Salesforce Sans"/>
              <a:sym typeface="Salesforce Sans"/>
            </a:endParaRPr>
          </a:p>
        </p:txBody>
      </p:sp>
      <p:sp>
        <p:nvSpPr>
          <p:cNvPr id="1481" name="Google Shape;1481;p82"/>
          <p:cNvSpPr txBox="1"/>
          <p:nvPr/>
        </p:nvSpPr>
        <p:spPr>
          <a:xfrm>
            <a:off x="14884817" y="801001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Tax Filing </a:t>
            </a:r>
            <a:endParaRPr i="0" sz="800" u="none" cap="none" strike="noStrike">
              <a:latin typeface="Salesforce Sans"/>
              <a:ea typeface="Salesforce Sans"/>
              <a:cs typeface="Salesforce Sans"/>
              <a:sym typeface="Salesforce Sans"/>
            </a:endParaRPr>
          </a:p>
        </p:txBody>
      </p:sp>
      <p:sp>
        <p:nvSpPr>
          <p:cNvPr id="1482" name="Google Shape;1482;p82"/>
          <p:cNvSpPr txBox="1"/>
          <p:nvPr/>
        </p:nvSpPr>
        <p:spPr>
          <a:xfrm>
            <a:off x="14884817" y="81844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Regulatory Reporting </a:t>
            </a:r>
            <a:endParaRPr i="0" sz="800" u="none" cap="none" strike="noStrike">
              <a:latin typeface="Salesforce Sans"/>
              <a:ea typeface="Salesforce Sans"/>
              <a:cs typeface="Salesforce Sans"/>
              <a:sym typeface="Salesforce Sans"/>
            </a:endParaRPr>
          </a:p>
        </p:txBody>
      </p:sp>
      <p:sp>
        <p:nvSpPr>
          <p:cNvPr id="1483" name="Google Shape;1483;p82"/>
          <p:cNvSpPr txBox="1"/>
          <p:nvPr/>
        </p:nvSpPr>
        <p:spPr>
          <a:xfrm>
            <a:off x="14884817" y="857150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Presentation Creation </a:t>
            </a:r>
            <a:endParaRPr i="0" sz="800" u="none" cap="none" strike="noStrike">
              <a:latin typeface="Salesforce Sans"/>
              <a:ea typeface="Salesforce Sans"/>
              <a:cs typeface="Salesforce Sans"/>
              <a:sym typeface="Salesforce Sans"/>
            </a:endParaRPr>
          </a:p>
        </p:txBody>
      </p:sp>
      <p:sp>
        <p:nvSpPr>
          <p:cNvPr id="1484" name="Google Shape;1484;p82"/>
          <p:cNvSpPr txBox="1"/>
          <p:nvPr/>
        </p:nvSpPr>
        <p:spPr>
          <a:xfrm>
            <a:off x="14884817" y="887932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Registration </a:t>
            </a:r>
            <a:endParaRPr i="0" sz="800" u="none" cap="none" strike="noStrike">
              <a:latin typeface="Salesforce Sans"/>
              <a:ea typeface="Salesforce Sans"/>
              <a:cs typeface="Salesforce Sans"/>
              <a:sym typeface="Salesforce Sans"/>
            </a:endParaRPr>
          </a:p>
        </p:txBody>
      </p:sp>
      <p:sp>
        <p:nvSpPr>
          <p:cNvPr id="1485" name="Google Shape;1485;p82"/>
          <p:cNvSpPr txBox="1"/>
          <p:nvPr/>
        </p:nvSpPr>
        <p:spPr>
          <a:xfrm>
            <a:off x="14884825" y="9034721"/>
            <a:ext cx="307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Enforcement </a:t>
            </a:r>
            <a:endParaRPr i="0" sz="800" u="none" cap="none" strike="noStrike">
              <a:latin typeface="Salesforce Sans"/>
              <a:ea typeface="Salesforce Sans"/>
              <a:cs typeface="Salesforce Sans"/>
              <a:sym typeface="Salesforce Sans"/>
            </a:endParaRPr>
          </a:p>
        </p:txBody>
      </p:sp>
      <p:sp>
        <p:nvSpPr>
          <p:cNvPr id="1486" name="Google Shape;1486;p82"/>
          <p:cNvSpPr/>
          <p:nvPr/>
        </p:nvSpPr>
        <p:spPr>
          <a:xfrm>
            <a:off x="13420704" y="1891938"/>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Management &amp; Development</a:t>
            </a:r>
            <a:endParaRPr b="1" i="0" sz="900" u="none" cap="none" strike="noStrike">
              <a:solidFill>
                <a:srgbClr val="066AFE"/>
              </a:solidFill>
              <a:latin typeface="Salesforce Sans"/>
              <a:ea typeface="Salesforce Sans"/>
              <a:cs typeface="Salesforce Sans"/>
              <a:sym typeface="Salesforce Sans"/>
            </a:endParaRPr>
          </a:p>
        </p:txBody>
      </p:sp>
      <p:sp>
        <p:nvSpPr>
          <p:cNvPr id="1487" name="Google Shape;1487;p82"/>
          <p:cNvSpPr/>
          <p:nvPr/>
        </p:nvSpPr>
        <p:spPr>
          <a:xfrm>
            <a:off x="13420704" y="2450155"/>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Operations</a:t>
            </a:r>
            <a:endParaRPr b="1" i="0" sz="900" u="none" cap="none" strike="noStrike">
              <a:solidFill>
                <a:srgbClr val="066AFE"/>
              </a:solidFill>
              <a:latin typeface="Salesforce Sans"/>
              <a:ea typeface="Salesforce Sans"/>
              <a:cs typeface="Salesforce Sans"/>
              <a:sym typeface="Salesforce Sans"/>
            </a:endParaRPr>
          </a:p>
        </p:txBody>
      </p:sp>
      <p:sp>
        <p:nvSpPr>
          <p:cNvPr id="1488" name="Google Shape;1488;p82"/>
          <p:cNvSpPr/>
          <p:nvPr/>
        </p:nvSpPr>
        <p:spPr>
          <a:xfrm>
            <a:off x="13420704" y="314929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1489" name="Google Shape;1489;p82"/>
          <p:cNvSpPr/>
          <p:nvPr/>
        </p:nvSpPr>
        <p:spPr>
          <a:xfrm>
            <a:off x="13420704" y="369785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Cyber</a:t>
            </a:r>
            <a:endParaRPr b="1" i="0" sz="900" u="none" cap="none" strike="noStrike">
              <a:solidFill>
                <a:srgbClr val="066AFE"/>
              </a:solidFill>
              <a:latin typeface="Salesforce Sans"/>
              <a:ea typeface="Salesforce Sans"/>
              <a:cs typeface="Salesforce Sans"/>
              <a:sym typeface="Salesforce Sans"/>
            </a:endParaRPr>
          </a:p>
        </p:txBody>
      </p:sp>
      <p:sp>
        <p:nvSpPr>
          <p:cNvPr id="1490" name="Google Shape;1490;p82"/>
          <p:cNvSpPr/>
          <p:nvPr/>
        </p:nvSpPr>
        <p:spPr>
          <a:xfrm>
            <a:off x="13420704" y="4175744"/>
            <a:ext cx="10218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1491" name="Google Shape;1491;p82"/>
          <p:cNvSpPr/>
          <p:nvPr/>
        </p:nvSpPr>
        <p:spPr>
          <a:xfrm>
            <a:off x="13420704" y="4743720"/>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Hospital Operations</a:t>
            </a:r>
            <a:endParaRPr b="1" i="0" sz="900" u="none" cap="none" strike="noStrike">
              <a:solidFill>
                <a:srgbClr val="066AFE"/>
              </a:solidFill>
              <a:latin typeface="Salesforce Sans"/>
              <a:ea typeface="Salesforce Sans"/>
              <a:cs typeface="Salesforce Sans"/>
              <a:sym typeface="Salesforce Sans"/>
            </a:endParaRPr>
          </a:p>
        </p:txBody>
      </p:sp>
      <p:sp>
        <p:nvSpPr>
          <p:cNvPr id="1492" name="Google Shape;1492;p82"/>
          <p:cNvSpPr/>
          <p:nvPr/>
        </p:nvSpPr>
        <p:spPr>
          <a:xfrm>
            <a:off x="13420704" y="529734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493" name="Google Shape;1493;p82"/>
          <p:cNvSpPr/>
          <p:nvPr/>
        </p:nvSpPr>
        <p:spPr>
          <a:xfrm>
            <a:off x="13420704" y="584663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Revenue Cycle Management</a:t>
            </a:r>
            <a:endParaRPr b="1" i="0" sz="900" u="none" cap="none" strike="noStrike">
              <a:solidFill>
                <a:srgbClr val="066AFE"/>
              </a:solidFill>
              <a:latin typeface="Salesforce Sans"/>
              <a:ea typeface="Salesforce Sans"/>
              <a:cs typeface="Salesforce Sans"/>
              <a:sym typeface="Salesforce Sans"/>
            </a:endParaRPr>
          </a:p>
        </p:txBody>
      </p:sp>
      <p:sp>
        <p:nvSpPr>
          <p:cNvPr id="1494" name="Google Shape;1494;p82"/>
          <p:cNvSpPr/>
          <p:nvPr/>
        </p:nvSpPr>
        <p:spPr>
          <a:xfrm>
            <a:off x="13420704" y="6386911"/>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495" name="Google Shape;1495;p82"/>
          <p:cNvSpPr/>
          <p:nvPr/>
        </p:nvSpPr>
        <p:spPr>
          <a:xfrm>
            <a:off x="13420704" y="6925512"/>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Finance Operations</a:t>
            </a:r>
            <a:endParaRPr b="1" i="0" sz="900" u="none" cap="none" strike="noStrike">
              <a:solidFill>
                <a:srgbClr val="066AFE"/>
              </a:solidFill>
              <a:latin typeface="Salesforce Sans"/>
              <a:ea typeface="Salesforce Sans"/>
              <a:cs typeface="Salesforce Sans"/>
              <a:sym typeface="Salesforce Sans"/>
            </a:endParaRPr>
          </a:p>
        </p:txBody>
      </p:sp>
      <p:sp>
        <p:nvSpPr>
          <p:cNvPr id="1496" name="Google Shape;1496;p82"/>
          <p:cNvSpPr/>
          <p:nvPr/>
        </p:nvSpPr>
        <p:spPr>
          <a:xfrm>
            <a:off x="13420704" y="7619359"/>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Treasury</a:t>
            </a:r>
            <a:endParaRPr b="1" i="0" sz="900" u="none" cap="none" strike="noStrike">
              <a:solidFill>
                <a:srgbClr val="066AFE"/>
              </a:solidFill>
              <a:latin typeface="Salesforce Sans"/>
              <a:ea typeface="Salesforce Sans"/>
              <a:cs typeface="Salesforce Sans"/>
              <a:sym typeface="Salesforce Sans"/>
            </a:endParaRPr>
          </a:p>
        </p:txBody>
      </p:sp>
      <p:sp>
        <p:nvSpPr>
          <p:cNvPr id="1497" name="Google Shape;1497;p82"/>
          <p:cNvSpPr/>
          <p:nvPr/>
        </p:nvSpPr>
        <p:spPr>
          <a:xfrm>
            <a:off x="13420704" y="8006349"/>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Tax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Compliance</a:t>
            </a:r>
            <a:endParaRPr b="1" i="0" sz="900" u="none" cap="none" strike="noStrike">
              <a:solidFill>
                <a:srgbClr val="066AFE"/>
              </a:solidFill>
              <a:latin typeface="Salesforce Sans"/>
              <a:ea typeface="Salesforce Sans"/>
              <a:cs typeface="Salesforce Sans"/>
              <a:sym typeface="Salesforce Sans"/>
            </a:endParaRPr>
          </a:p>
        </p:txBody>
      </p:sp>
      <p:sp>
        <p:nvSpPr>
          <p:cNvPr id="1498" name="Google Shape;1498;p82"/>
          <p:cNvSpPr/>
          <p:nvPr/>
        </p:nvSpPr>
        <p:spPr>
          <a:xfrm>
            <a:off x="13420704" y="8429628"/>
            <a:ext cx="1092600" cy="246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Management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1499" name="Google Shape;1499;p82"/>
          <p:cNvSpPr/>
          <p:nvPr/>
        </p:nvSpPr>
        <p:spPr>
          <a:xfrm>
            <a:off x="13420704" y="8876755"/>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a:t>
            </a:r>
            <a:endParaRPr b="1" i="0" sz="900" u="none" cap="none" strike="noStrike">
              <a:solidFill>
                <a:srgbClr val="066AFE"/>
              </a:solidFill>
              <a:latin typeface="Salesforce Sans"/>
              <a:ea typeface="Salesforce Sans"/>
              <a:cs typeface="Salesforce Sans"/>
              <a:sym typeface="Salesforce Sans"/>
            </a:endParaRPr>
          </a:p>
        </p:txBody>
      </p:sp>
      <p:sp>
        <p:nvSpPr>
          <p:cNvPr id="1500" name="Google Shape;1500;p82"/>
          <p:cNvSpPr txBox="1"/>
          <p:nvPr/>
        </p:nvSpPr>
        <p:spPr>
          <a:xfrm>
            <a:off x="14884817" y="206935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Content Design &amp; Delivery </a:t>
            </a:r>
            <a:endParaRPr i="0" sz="800" u="none" cap="none" strike="noStrike">
              <a:latin typeface="Salesforce Sans"/>
              <a:ea typeface="Salesforce Sans"/>
              <a:cs typeface="Salesforce Sans"/>
              <a:sym typeface="Salesforce Sans"/>
            </a:endParaRPr>
          </a:p>
        </p:txBody>
      </p:sp>
      <p:sp>
        <p:nvSpPr>
          <p:cNvPr id="1501" name="Google Shape;1501;p82"/>
          <p:cNvSpPr/>
          <p:nvPr/>
        </p:nvSpPr>
        <p:spPr>
          <a:xfrm>
            <a:off x="14716218" y="20912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2" name="Google Shape;1502;p82"/>
          <p:cNvSpPr txBox="1"/>
          <p:nvPr/>
        </p:nvSpPr>
        <p:spPr>
          <a:xfrm>
            <a:off x="14884817" y="222476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1503" name="Google Shape;1503;p82"/>
          <p:cNvSpPr/>
          <p:nvPr/>
        </p:nvSpPr>
        <p:spPr>
          <a:xfrm>
            <a:off x="14716218" y="224666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4" name="Google Shape;1504;p82"/>
          <p:cNvSpPr txBox="1"/>
          <p:nvPr/>
        </p:nvSpPr>
        <p:spPr>
          <a:xfrm>
            <a:off x="14884817" y="24539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Compensation &amp; Benefit Creation &amp; Delivery </a:t>
            </a:r>
            <a:endParaRPr i="0" sz="800" u="none" cap="none" strike="noStrike">
              <a:latin typeface="Salesforce Sans"/>
              <a:ea typeface="Salesforce Sans"/>
              <a:cs typeface="Salesforce Sans"/>
              <a:sym typeface="Salesforce Sans"/>
            </a:endParaRPr>
          </a:p>
        </p:txBody>
      </p:sp>
      <p:sp>
        <p:nvSpPr>
          <p:cNvPr id="1505" name="Google Shape;1505;p82"/>
          <p:cNvSpPr/>
          <p:nvPr/>
        </p:nvSpPr>
        <p:spPr>
          <a:xfrm>
            <a:off x="14716218" y="247589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6" name="Google Shape;1506;p82"/>
          <p:cNvSpPr txBox="1"/>
          <p:nvPr/>
        </p:nvSpPr>
        <p:spPr>
          <a:xfrm>
            <a:off x="14884817" y="261179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Experience &amp; Health Monitoring </a:t>
            </a:r>
            <a:endParaRPr i="0" sz="800" u="none" cap="none" strike="noStrike">
              <a:latin typeface="Salesforce Sans"/>
              <a:ea typeface="Salesforce Sans"/>
              <a:cs typeface="Salesforce Sans"/>
              <a:sym typeface="Salesforce Sans"/>
            </a:endParaRPr>
          </a:p>
        </p:txBody>
      </p:sp>
      <p:sp>
        <p:nvSpPr>
          <p:cNvPr id="1507" name="Google Shape;1507;p82"/>
          <p:cNvSpPr/>
          <p:nvPr/>
        </p:nvSpPr>
        <p:spPr>
          <a:xfrm>
            <a:off x="14716218" y="2633692"/>
            <a:ext cx="79200" cy="79200"/>
          </a:xfrm>
          <a:prstGeom prst="ellipse">
            <a:avLst/>
          </a:prstGeom>
          <a:solidFill>
            <a:srgbClr val="D17D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8" name="Google Shape;1508;p82"/>
          <p:cNvSpPr txBox="1"/>
          <p:nvPr/>
        </p:nvSpPr>
        <p:spPr>
          <a:xfrm>
            <a:off x="14884817" y="276720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Payroll &amp; Vacation Monitoring </a:t>
            </a:r>
            <a:endParaRPr i="0" sz="800" u="none" cap="none" strike="noStrike">
              <a:latin typeface="Salesforce Sans"/>
              <a:ea typeface="Salesforce Sans"/>
              <a:cs typeface="Salesforce Sans"/>
              <a:sym typeface="Salesforce Sans"/>
            </a:endParaRPr>
          </a:p>
        </p:txBody>
      </p:sp>
      <p:sp>
        <p:nvSpPr>
          <p:cNvPr id="1509" name="Google Shape;1509;p82"/>
          <p:cNvSpPr/>
          <p:nvPr/>
        </p:nvSpPr>
        <p:spPr>
          <a:xfrm>
            <a:off x="14716218" y="27891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0" name="Google Shape;1510;p82"/>
          <p:cNvSpPr txBox="1"/>
          <p:nvPr/>
        </p:nvSpPr>
        <p:spPr>
          <a:xfrm>
            <a:off x="14884817" y="31530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Ticket Intake </a:t>
            </a:r>
            <a:endParaRPr i="0" sz="800" u="none" cap="none" strike="noStrike">
              <a:latin typeface="Salesforce Sans"/>
              <a:ea typeface="Salesforce Sans"/>
              <a:cs typeface="Salesforce Sans"/>
              <a:sym typeface="Salesforce Sans"/>
            </a:endParaRPr>
          </a:p>
        </p:txBody>
      </p:sp>
      <p:sp>
        <p:nvSpPr>
          <p:cNvPr id="1511" name="Google Shape;1511;p82"/>
          <p:cNvSpPr/>
          <p:nvPr/>
        </p:nvSpPr>
        <p:spPr>
          <a:xfrm>
            <a:off x="14716218" y="31749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2" name="Google Shape;1512;p82"/>
          <p:cNvSpPr txBox="1"/>
          <p:nvPr/>
        </p:nvSpPr>
        <p:spPr>
          <a:xfrm>
            <a:off x="14884817" y="33096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Resolution &amp; Troubleshooting </a:t>
            </a:r>
            <a:endParaRPr i="0" sz="800" u="none" cap="none" strike="noStrike">
              <a:latin typeface="Salesforce Sans"/>
              <a:ea typeface="Salesforce Sans"/>
              <a:cs typeface="Salesforce Sans"/>
              <a:sym typeface="Salesforce Sans"/>
            </a:endParaRPr>
          </a:p>
        </p:txBody>
      </p:sp>
      <p:sp>
        <p:nvSpPr>
          <p:cNvPr id="1513" name="Google Shape;1513;p82"/>
          <p:cNvSpPr/>
          <p:nvPr/>
        </p:nvSpPr>
        <p:spPr>
          <a:xfrm>
            <a:off x="14716218" y="33315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4" name="Google Shape;1514;p82"/>
          <p:cNvSpPr txBox="1"/>
          <p:nvPr/>
        </p:nvSpPr>
        <p:spPr>
          <a:xfrm>
            <a:off x="14884817" y="418196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&amp; Infra Lifecycle Management </a:t>
            </a:r>
            <a:endParaRPr i="0" sz="800" u="none" cap="none" strike="noStrike">
              <a:latin typeface="Salesforce Sans"/>
              <a:ea typeface="Salesforce Sans"/>
              <a:cs typeface="Salesforce Sans"/>
              <a:sym typeface="Salesforce Sans"/>
            </a:endParaRPr>
          </a:p>
        </p:txBody>
      </p:sp>
      <p:sp>
        <p:nvSpPr>
          <p:cNvPr id="1515" name="Google Shape;1515;p82"/>
          <p:cNvSpPr/>
          <p:nvPr/>
        </p:nvSpPr>
        <p:spPr>
          <a:xfrm>
            <a:off x="14716218" y="420386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6" name="Google Shape;1516;p82"/>
          <p:cNvSpPr txBox="1"/>
          <p:nvPr/>
        </p:nvSpPr>
        <p:spPr>
          <a:xfrm>
            <a:off x="14884817" y="474584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Capacity Management </a:t>
            </a:r>
            <a:endParaRPr i="0" sz="800" u="none" cap="none" strike="noStrike">
              <a:latin typeface="Salesforce Sans"/>
              <a:ea typeface="Salesforce Sans"/>
              <a:cs typeface="Salesforce Sans"/>
              <a:sym typeface="Salesforce Sans"/>
            </a:endParaRPr>
          </a:p>
        </p:txBody>
      </p:sp>
      <p:sp>
        <p:nvSpPr>
          <p:cNvPr id="1517" name="Google Shape;1517;p82"/>
          <p:cNvSpPr/>
          <p:nvPr/>
        </p:nvSpPr>
        <p:spPr>
          <a:xfrm>
            <a:off x="14716218" y="476774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8" name="Google Shape;1518;p82"/>
          <p:cNvSpPr txBox="1"/>
          <p:nvPr/>
        </p:nvSpPr>
        <p:spPr>
          <a:xfrm>
            <a:off x="14884817" y="490363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Flow </a:t>
            </a:r>
            <a:endParaRPr i="0" sz="800" u="none" cap="none" strike="noStrike">
              <a:latin typeface="Salesforce Sans"/>
              <a:ea typeface="Salesforce Sans"/>
              <a:cs typeface="Salesforce Sans"/>
              <a:sym typeface="Salesforce Sans"/>
            </a:endParaRPr>
          </a:p>
        </p:txBody>
      </p:sp>
      <p:sp>
        <p:nvSpPr>
          <p:cNvPr id="1519" name="Google Shape;1519;p82"/>
          <p:cNvSpPr/>
          <p:nvPr/>
        </p:nvSpPr>
        <p:spPr>
          <a:xfrm>
            <a:off x="14716218" y="492553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0" name="Google Shape;1520;p82"/>
          <p:cNvSpPr txBox="1"/>
          <p:nvPr/>
        </p:nvSpPr>
        <p:spPr>
          <a:xfrm>
            <a:off x="14884817" y="505905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Lifecycle </a:t>
            </a:r>
            <a:endParaRPr i="0" sz="800" u="none" cap="none" strike="noStrike">
              <a:latin typeface="Salesforce Sans"/>
              <a:ea typeface="Salesforce Sans"/>
              <a:cs typeface="Salesforce Sans"/>
              <a:sym typeface="Salesforce Sans"/>
            </a:endParaRPr>
          </a:p>
        </p:txBody>
      </p:sp>
      <p:sp>
        <p:nvSpPr>
          <p:cNvPr id="1521" name="Google Shape;1521;p82"/>
          <p:cNvSpPr/>
          <p:nvPr/>
        </p:nvSpPr>
        <p:spPr>
          <a:xfrm>
            <a:off x="14716218" y="508095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2" name="Google Shape;1522;p82"/>
          <p:cNvSpPr txBox="1"/>
          <p:nvPr/>
        </p:nvSpPr>
        <p:spPr>
          <a:xfrm>
            <a:off x="14884817" y="528828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Demand Forecasting </a:t>
            </a:r>
            <a:endParaRPr i="0" sz="800" u="none" cap="none" strike="noStrike">
              <a:latin typeface="Salesforce Sans"/>
              <a:ea typeface="Salesforce Sans"/>
              <a:cs typeface="Salesforce Sans"/>
              <a:sym typeface="Salesforce Sans"/>
            </a:endParaRPr>
          </a:p>
        </p:txBody>
      </p:sp>
      <p:sp>
        <p:nvSpPr>
          <p:cNvPr id="1523" name="Google Shape;1523;p82"/>
          <p:cNvSpPr/>
          <p:nvPr/>
        </p:nvSpPr>
        <p:spPr>
          <a:xfrm>
            <a:off x="14716218" y="531018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4" name="Google Shape;1524;p82"/>
          <p:cNvSpPr txBox="1"/>
          <p:nvPr/>
        </p:nvSpPr>
        <p:spPr>
          <a:xfrm>
            <a:off x="14884817" y="54627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OR Optimization </a:t>
            </a:r>
            <a:endParaRPr i="0" sz="800" u="none" cap="none" strike="noStrike">
              <a:latin typeface="Salesforce Sans"/>
              <a:ea typeface="Salesforce Sans"/>
              <a:cs typeface="Salesforce Sans"/>
              <a:sym typeface="Salesforce Sans"/>
            </a:endParaRPr>
          </a:p>
        </p:txBody>
      </p:sp>
      <p:sp>
        <p:nvSpPr>
          <p:cNvPr id="1525" name="Google Shape;1525;p82"/>
          <p:cNvSpPr/>
          <p:nvPr/>
        </p:nvSpPr>
        <p:spPr>
          <a:xfrm>
            <a:off x="14716218" y="5484648"/>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6" name="Google Shape;1526;p82"/>
          <p:cNvSpPr txBox="1"/>
          <p:nvPr/>
        </p:nvSpPr>
        <p:spPr>
          <a:xfrm>
            <a:off x="14884817" y="561698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VBC Outcome Tracking </a:t>
            </a:r>
            <a:endParaRPr i="0" sz="800" u="none" cap="none" strike="noStrike">
              <a:latin typeface="Salesforce Sans"/>
              <a:ea typeface="Salesforce Sans"/>
              <a:cs typeface="Salesforce Sans"/>
              <a:sym typeface="Salesforce Sans"/>
            </a:endParaRPr>
          </a:p>
        </p:txBody>
      </p:sp>
      <p:sp>
        <p:nvSpPr>
          <p:cNvPr id="1527" name="Google Shape;1527;p82"/>
          <p:cNvSpPr/>
          <p:nvPr/>
        </p:nvSpPr>
        <p:spPr>
          <a:xfrm>
            <a:off x="14716218" y="56388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8" name="Google Shape;1528;p82"/>
          <p:cNvSpPr txBox="1"/>
          <p:nvPr/>
        </p:nvSpPr>
        <p:spPr>
          <a:xfrm>
            <a:off x="14884817" y="584739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Documentation &amp; Pre-Auth </a:t>
            </a:r>
            <a:endParaRPr i="0" sz="800" u="none" cap="none" strike="noStrike">
              <a:latin typeface="Salesforce Sans"/>
              <a:ea typeface="Salesforce Sans"/>
              <a:cs typeface="Salesforce Sans"/>
              <a:sym typeface="Salesforce Sans"/>
            </a:endParaRPr>
          </a:p>
        </p:txBody>
      </p:sp>
      <p:sp>
        <p:nvSpPr>
          <p:cNvPr id="1529" name="Google Shape;1529;p82"/>
          <p:cNvSpPr/>
          <p:nvPr/>
        </p:nvSpPr>
        <p:spPr>
          <a:xfrm>
            <a:off x="14716218" y="58692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0" name="Google Shape;1530;p82"/>
          <p:cNvSpPr txBox="1"/>
          <p:nvPr/>
        </p:nvSpPr>
        <p:spPr>
          <a:xfrm>
            <a:off x="14884817" y="600280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Claims Submission &amp; Billing </a:t>
            </a:r>
            <a:endParaRPr i="0" sz="800" u="none" cap="none" strike="noStrike">
              <a:latin typeface="Salesforce Sans"/>
              <a:ea typeface="Salesforce Sans"/>
              <a:cs typeface="Salesforce Sans"/>
              <a:sym typeface="Salesforce Sans"/>
            </a:endParaRPr>
          </a:p>
        </p:txBody>
      </p:sp>
      <p:sp>
        <p:nvSpPr>
          <p:cNvPr id="1531" name="Google Shape;1531;p82"/>
          <p:cNvSpPr/>
          <p:nvPr/>
        </p:nvSpPr>
        <p:spPr>
          <a:xfrm>
            <a:off x="14716218" y="602470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2" name="Google Shape;1532;p82"/>
          <p:cNvSpPr txBox="1"/>
          <p:nvPr/>
        </p:nvSpPr>
        <p:spPr>
          <a:xfrm>
            <a:off x="14884817" y="615822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Payment &amp; Follow-Up </a:t>
            </a:r>
            <a:endParaRPr i="0" sz="800" u="none" cap="none" strike="noStrike">
              <a:latin typeface="Salesforce Sans"/>
              <a:ea typeface="Salesforce Sans"/>
              <a:cs typeface="Salesforce Sans"/>
              <a:sym typeface="Salesforce Sans"/>
            </a:endParaRPr>
          </a:p>
        </p:txBody>
      </p:sp>
      <p:sp>
        <p:nvSpPr>
          <p:cNvPr id="1533" name="Google Shape;1533;p82"/>
          <p:cNvSpPr/>
          <p:nvPr/>
        </p:nvSpPr>
        <p:spPr>
          <a:xfrm>
            <a:off x="14716218" y="618012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4" name="Google Shape;1534;p82"/>
          <p:cNvSpPr txBox="1"/>
          <p:nvPr/>
        </p:nvSpPr>
        <p:spPr>
          <a:xfrm>
            <a:off x="14884817" y="63898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Long-Term &amp; Annual Budgeting </a:t>
            </a:r>
            <a:endParaRPr i="0" sz="800" u="none" cap="none" strike="noStrike">
              <a:latin typeface="Salesforce Sans"/>
              <a:ea typeface="Salesforce Sans"/>
              <a:cs typeface="Salesforce Sans"/>
              <a:sym typeface="Salesforce Sans"/>
            </a:endParaRPr>
          </a:p>
        </p:txBody>
      </p:sp>
      <p:sp>
        <p:nvSpPr>
          <p:cNvPr id="1535" name="Google Shape;1535;p82"/>
          <p:cNvSpPr/>
          <p:nvPr/>
        </p:nvSpPr>
        <p:spPr>
          <a:xfrm>
            <a:off x="14716218" y="641173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6" name="Google Shape;1536;p82"/>
          <p:cNvSpPr txBox="1"/>
          <p:nvPr/>
        </p:nvSpPr>
        <p:spPr>
          <a:xfrm>
            <a:off x="14884817" y="654286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Financial Forecasting &amp; Scenario Modeling </a:t>
            </a:r>
            <a:endParaRPr i="0" sz="800" u="none" cap="none" strike="noStrike">
              <a:latin typeface="Salesforce Sans"/>
              <a:ea typeface="Salesforce Sans"/>
              <a:cs typeface="Salesforce Sans"/>
              <a:sym typeface="Salesforce Sans"/>
            </a:endParaRPr>
          </a:p>
        </p:txBody>
      </p:sp>
      <p:sp>
        <p:nvSpPr>
          <p:cNvPr id="1537" name="Google Shape;1537;p82"/>
          <p:cNvSpPr/>
          <p:nvPr/>
        </p:nvSpPr>
        <p:spPr>
          <a:xfrm>
            <a:off x="14716218" y="656476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8" name="Google Shape;1538;p82"/>
          <p:cNvSpPr txBox="1"/>
          <p:nvPr/>
        </p:nvSpPr>
        <p:spPr>
          <a:xfrm>
            <a:off x="14884817" y="66982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&amp; KPI Monitoring </a:t>
            </a:r>
            <a:endParaRPr i="0" sz="800" u="none" cap="none" strike="noStrike">
              <a:latin typeface="Salesforce Sans"/>
              <a:ea typeface="Salesforce Sans"/>
              <a:cs typeface="Salesforce Sans"/>
              <a:sym typeface="Salesforce Sans"/>
            </a:endParaRPr>
          </a:p>
        </p:txBody>
      </p:sp>
      <p:sp>
        <p:nvSpPr>
          <p:cNvPr id="1539" name="Google Shape;1539;p82"/>
          <p:cNvSpPr/>
          <p:nvPr/>
        </p:nvSpPr>
        <p:spPr>
          <a:xfrm>
            <a:off x="14716218" y="67201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0" name="Google Shape;1540;p82"/>
          <p:cNvSpPr txBox="1"/>
          <p:nvPr/>
        </p:nvSpPr>
        <p:spPr>
          <a:xfrm>
            <a:off x="14884817" y="708531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Quote-To-Cash Management </a:t>
            </a:r>
            <a:endParaRPr i="0" sz="800" u="none" cap="none" strike="noStrike">
              <a:latin typeface="Salesforce Sans"/>
              <a:ea typeface="Salesforce Sans"/>
              <a:cs typeface="Salesforce Sans"/>
              <a:sym typeface="Salesforce Sans"/>
            </a:endParaRPr>
          </a:p>
        </p:txBody>
      </p:sp>
      <p:sp>
        <p:nvSpPr>
          <p:cNvPr id="1541" name="Google Shape;1541;p82"/>
          <p:cNvSpPr/>
          <p:nvPr/>
        </p:nvSpPr>
        <p:spPr>
          <a:xfrm>
            <a:off x="14716218" y="710721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2" name="Google Shape;1542;p82"/>
          <p:cNvSpPr txBox="1"/>
          <p:nvPr/>
        </p:nvSpPr>
        <p:spPr>
          <a:xfrm>
            <a:off x="14884817" y="72383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Procurement &amp; Vendor Management </a:t>
            </a:r>
            <a:endParaRPr i="0" sz="800" u="none" cap="none" strike="noStrike">
              <a:latin typeface="Salesforce Sans"/>
              <a:ea typeface="Salesforce Sans"/>
              <a:cs typeface="Salesforce Sans"/>
              <a:sym typeface="Salesforce Sans"/>
            </a:endParaRPr>
          </a:p>
        </p:txBody>
      </p:sp>
      <p:sp>
        <p:nvSpPr>
          <p:cNvPr id="1543" name="Google Shape;1543;p82"/>
          <p:cNvSpPr/>
          <p:nvPr/>
        </p:nvSpPr>
        <p:spPr>
          <a:xfrm>
            <a:off x="14716218" y="72602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4" name="Google Shape;1544;p82"/>
          <p:cNvSpPr txBox="1"/>
          <p:nvPr/>
        </p:nvSpPr>
        <p:spPr>
          <a:xfrm>
            <a:off x="14884817" y="739375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Accounting Reconciliation </a:t>
            </a:r>
            <a:endParaRPr i="0" sz="800" u="none" cap="none" strike="noStrike">
              <a:latin typeface="Salesforce Sans"/>
              <a:ea typeface="Salesforce Sans"/>
              <a:cs typeface="Salesforce Sans"/>
              <a:sym typeface="Salesforce Sans"/>
            </a:endParaRPr>
          </a:p>
        </p:txBody>
      </p:sp>
      <p:sp>
        <p:nvSpPr>
          <p:cNvPr id="1545" name="Google Shape;1545;p82"/>
          <p:cNvSpPr/>
          <p:nvPr/>
        </p:nvSpPr>
        <p:spPr>
          <a:xfrm>
            <a:off x="14716218" y="741565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6" name="Google Shape;1546;p82"/>
          <p:cNvSpPr txBox="1"/>
          <p:nvPr/>
        </p:nvSpPr>
        <p:spPr>
          <a:xfrm>
            <a:off x="14884817" y="841847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Analytics </a:t>
            </a:r>
            <a:endParaRPr i="0" sz="800" u="none" cap="none" strike="noStrike">
              <a:latin typeface="Salesforce Sans"/>
              <a:ea typeface="Salesforce Sans"/>
              <a:cs typeface="Salesforce Sans"/>
              <a:sym typeface="Salesforce Sans"/>
            </a:endParaRPr>
          </a:p>
        </p:txBody>
      </p:sp>
      <p:sp>
        <p:nvSpPr>
          <p:cNvPr id="1547" name="Google Shape;1547;p82"/>
          <p:cNvSpPr/>
          <p:nvPr/>
        </p:nvSpPr>
        <p:spPr>
          <a:xfrm>
            <a:off x="14716218" y="8440376"/>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8" name="Google Shape;1548;p82"/>
          <p:cNvSpPr txBox="1"/>
          <p:nvPr/>
        </p:nvSpPr>
        <p:spPr>
          <a:xfrm>
            <a:off x="14884817" y="34662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Knowledge Base Updat</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s &amp; Content Creation </a:t>
            </a:r>
            <a:endParaRPr i="0" sz="800" u="none" cap="none" strike="noStrike">
              <a:latin typeface="Salesforce Sans"/>
              <a:ea typeface="Salesforce Sans"/>
              <a:cs typeface="Salesforce Sans"/>
              <a:sym typeface="Salesforce Sans"/>
            </a:endParaRPr>
          </a:p>
        </p:txBody>
      </p:sp>
      <p:sp>
        <p:nvSpPr>
          <p:cNvPr id="1549" name="Google Shape;1549;p82"/>
          <p:cNvSpPr/>
          <p:nvPr/>
        </p:nvSpPr>
        <p:spPr>
          <a:xfrm>
            <a:off x="14716218" y="3488153"/>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1550" name="Google Shape;1550;p82"/>
          <p:cNvGrpSpPr/>
          <p:nvPr/>
        </p:nvGrpSpPr>
        <p:grpSpPr>
          <a:xfrm>
            <a:off x="11811002" y="1921709"/>
            <a:ext cx="1322400" cy="449700"/>
            <a:chOff x="755165" y="1828821"/>
            <a:chExt cx="1322400" cy="449700"/>
          </a:xfrm>
        </p:grpSpPr>
        <p:sp>
          <p:nvSpPr>
            <p:cNvPr id="1551" name="Google Shape;1551;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552" name="Google Shape;1552;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553" name="Google Shape;1553;p82"/>
          <p:cNvSpPr txBox="1"/>
          <p:nvPr/>
        </p:nvSpPr>
        <p:spPr>
          <a:xfrm>
            <a:off x="11927828"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554" name="Google Shape;1554;p82"/>
          <p:cNvSpPr txBox="1"/>
          <p:nvPr/>
        </p:nvSpPr>
        <p:spPr>
          <a:xfrm>
            <a:off x="13420704"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555" name="Google Shape;1555;p82"/>
          <p:cNvSpPr txBox="1"/>
          <p:nvPr/>
        </p:nvSpPr>
        <p:spPr>
          <a:xfrm>
            <a:off x="14878717"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grpSp>
        <p:nvGrpSpPr>
          <p:cNvPr id="1556" name="Google Shape;1556;p82"/>
          <p:cNvGrpSpPr/>
          <p:nvPr/>
        </p:nvGrpSpPr>
        <p:grpSpPr>
          <a:xfrm>
            <a:off x="5987400" y="1143000"/>
            <a:ext cx="6313200" cy="312153"/>
            <a:chOff x="18111450" y="1344920"/>
            <a:chExt cx="6313200" cy="312153"/>
          </a:xfrm>
        </p:grpSpPr>
        <p:sp>
          <p:nvSpPr>
            <p:cNvPr id="1557" name="Google Shape;1557;p82"/>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558" name="Google Shape;1558;p82"/>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59" name="Google Shape;1559;p82"/>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560" name="Google Shape;1560;p82"/>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61" name="Google Shape;1561;p82"/>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62" name="Google Shape;1562;p82"/>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563" name="Google Shape;1563;p82"/>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564" name="Google Shape;1564;p82"/>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565" name="Google Shape;1565;p82"/>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1566" name="Google Shape;1566;p82"/>
          <p:cNvSpPr/>
          <p:nvPr/>
        </p:nvSpPr>
        <p:spPr>
          <a:xfrm>
            <a:off x="3665465" y="7961774"/>
            <a:ext cx="79200" cy="79200"/>
          </a:xfrm>
          <a:prstGeom prst="ellipse">
            <a:avLst/>
          </a:prstGeom>
          <a:solidFill>
            <a:srgbClr val="DD7A01"/>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67" name="Google Shape;1567;p82"/>
          <p:cNvSpPr/>
          <p:nvPr/>
        </p:nvSpPr>
        <p:spPr>
          <a:xfrm>
            <a:off x="3669596" y="844732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68" name="Google Shape;1568;p82"/>
          <p:cNvSpPr/>
          <p:nvPr/>
        </p:nvSpPr>
        <p:spPr>
          <a:xfrm>
            <a:off x="3669494" y="78035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Banking" showMasterSp="0">
  <p:cSld name="TITLE_AND_BODY_5_1_1_1">
    <p:spTree>
      <p:nvGrpSpPr>
        <p:cNvPr id="1569" name="Shape 1569"/>
        <p:cNvGrpSpPr/>
        <p:nvPr/>
      </p:nvGrpSpPr>
      <p:grpSpPr>
        <a:xfrm>
          <a:off x="0" y="0"/>
          <a:ext cx="0" cy="0"/>
          <a:chOff x="0" y="0"/>
          <a:chExt cx="0" cy="0"/>
        </a:xfrm>
      </p:grpSpPr>
      <p:grpSp>
        <p:nvGrpSpPr>
          <p:cNvPr id="1570" name="Google Shape;1570;p83"/>
          <p:cNvGrpSpPr/>
          <p:nvPr/>
        </p:nvGrpSpPr>
        <p:grpSpPr>
          <a:xfrm>
            <a:off x="11456825" y="666750"/>
            <a:ext cx="6313200" cy="304786"/>
            <a:chOff x="18111450" y="1344920"/>
            <a:chExt cx="6313200" cy="312153"/>
          </a:xfrm>
        </p:grpSpPr>
        <p:sp>
          <p:nvSpPr>
            <p:cNvPr id="1571" name="Google Shape;1571;p83"/>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572" name="Google Shape;1572;p83"/>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3" name="Google Shape;1573;p83"/>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574" name="Google Shape;1574;p83"/>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5" name="Google Shape;1575;p83"/>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6" name="Google Shape;1576;p83"/>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577" name="Google Shape;1577;p83"/>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578" name="Google Shape;1578;p83"/>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579" name="Google Shape;1579;p83"/>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1580" name="Google Shape;1580;p83"/>
          <p:cNvSpPr txBox="1"/>
          <p:nvPr/>
        </p:nvSpPr>
        <p:spPr>
          <a:xfrm>
            <a:off x="762000" y="381000"/>
            <a:ext cx="12679200" cy="90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100+ retail banking agentic workflows </a:t>
            </a:r>
            <a:endParaRPr sz="4500">
              <a:solidFill>
                <a:srgbClr val="002775"/>
              </a:solidFill>
              <a:latin typeface="Avant Garde Demi SFDC"/>
              <a:ea typeface="Avant Garde Demi SFDC"/>
              <a:cs typeface="Avant Garde Demi SFDC"/>
              <a:sym typeface="Avant Garde Demi SFDC"/>
            </a:endParaRPr>
          </a:p>
        </p:txBody>
      </p:sp>
      <p:sp>
        <p:nvSpPr>
          <p:cNvPr id="1581" name="Google Shape;1581;p83"/>
          <p:cNvSpPr txBox="1"/>
          <p:nvPr/>
        </p:nvSpPr>
        <p:spPr>
          <a:xfrm>
            <a:off x="13516378" y="9768675"/>
            <a:ext cx="4543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G&amp;A Agent can also be enabled by Agentforce Operations customizations</a:t>
            </a:r>
            <a:endParaRPr sz="800">
              <a:latin typeface="Salesforce Sans"/>
              <a:ea typeface="Salesforce Sans"/>
              <a:cs typeface="Salesforce Sans"/>
              <a:sym typeface="Salesforce Sans"/>
            </a:endParaRPr>
          </a:p>
        </p:txBody>
      </p:sp>
      <p:sp>
        <p:nvSpPr>
          <p:cNvPr id="1582" name="Google Shape;1582;p83"/>
          <p:cNvSpPr/>
          <p:nvPr/>
        </p:nvSpPr>
        <p:spPr>
          <a:xfrm>
            <a:off x="3054012" y="427401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3" name="Google Shape;1583;p83"/>
          <p:cNvSpPr/>
          <p:nvPr/>
        </p:nvSpPr>
        <p:spPr>
          <a:xfrm>
            <a:off x="3054012" y="672077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4" name="Google Shape;1584;p83"/>
          <p:cNvSpPr/>
          <p:nvPr/>
        </p:nvSpPr>
        <p:spPr>
          <a:xfrm>
            <a:off x="3054012" y="3492989"/>
            <a:ext cx="79200" cy="79200"/>
          </a:xfrm>
          <a:prstGeom prst="ellipse">
            <a:avLst/>
          </a:prstGeom>
          <a:solidFill>
            <a:srgbClr val="0B5CAB"/>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5" name="Google Shape;1585;p83"/>
          <p:cNvSpPr/>
          <p:nvPr/>
        </p:nvSpPr>
        <p:spPr>
          <a:xfrm>
            <a:off x="3054012" y="687705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6" name="Google Shape;1586;p83"/>
          <p:cNvSpPr/>
          <p:nvPr/>
        </p:nvSpPr>
        <p:spPr>
          <a:xfrm>
            <a:off x="3054012" y="71220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7" name="Google Shape;1587;p83"/>
          <p:cNvSpPr/>
          <p:nvPr/>
        </p:nvSpPr>
        <p:spPr>
          <a:xfrm>
            <a:off x="3054012" y="7416317"/>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8" name="Google Shape;1588;p83"/>
          <p:cNvSpPr/>
          <p:nvPr/>
        </p:nvSpPr>
        <p:spPr>
          <a:xfrm>
            <a:off x="3054012" y="612809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9" name="Google Shape;1589;p83"/>
          <p:cNvSpPr/>
          <p:nvPr/>
        </p:nvSpPr>
        <p:spPr>
          <a:xfrm>
            <a:off x="3054012" y="640820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0" name="Google Shape;1590;p83"/>
          <p:cNvSpPr/>
          <p:nvPr/>
        </p:nvSpPr>
        <p:spPr>
          <a:xfrm>
            <a:off x="3054012" y="656448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1" name="Google Shape;1591;p83"/>
          <p:cNvSpPr/>
          <p:nvPr/>
        </p:nvSpPr>
        <p:spPr>
          <a:xfrm>
            <a:off x="3054012" y="597499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2" name="Google Shape;1592;p83"/>
          <p:cNvSpPr/>
          <p:nvPr/>
        </p:nvSpPr>
        <p:spPr>
          <a:xfrm>
            <a:off x="3054012" y="581870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3" name="Google Shape;1593;p83"/>
          <p:cNvSpPr txBox="1"/>
          <p:nvPr/>
        </p:nvSpPr>
        <p:spPr>
          <a:xfrm>
            <a:off x="3209568" y="7811885"/>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Real-Time Market Position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Liquidity Capture</a:t>
            </a:r>
            <a:endParaRPr i="0" sz="800" u="none" cap="none" strike="noStrike">
              <a:latin typeface="Salesforce Sans"/>
              <a:ea typeface="Salesforce Sans"/>
              <a:cs typeface="Salesforce Sans"/>
              <a:sym typeface="Salesforce Sans"/>
            </a:endParaRPr>
          </a:p>
        </p:txBody>
      </p:sp>
      <p:sp>
        <p:nvSpPr>
          <p:cNvPr id="1594" name="Google Shape;1594;p83"/>
          <p:cNvSpPr/>
          <p:nvPr/>
        </p:nvSpPr>
        <p:spPr>
          <a:xfrm>
            <a:off x="3054012" y="16358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5" name="Google Shape;1595;p83"/>
          <p:cNvSpPr txBox="1"/>
          <p:nvPr/>
        </p:nvSpPr>
        <p:spPr>
          <a:xfrm>
            <a:off x="3209568" y="1602062"/>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1596" name="Google Shape;1596;p83"/>
          <p:cNvSpPr/>
          <p:nvPr/>
        </p:nvSpPr>
        <p:spPr>
          <a:xfrm>
            <a:off x="3054012" y="178952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7" name="Google Shape;1597;p83"/>
          <p:cNvSpPr txBox="1"/>
          <p:nvPr/>
        </p:nvSpPr>
        <p:spPr>
          <a:xfrm>
            <a:off x="3209568" y="1765071"/>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598" name="Google Shape;1598;p83"/>
          <p:cNvSpPr/>
          <p:nvPr/>
        </p:nvSpPr>
        <p:spPr>
          <a:xfrm>
            <a:off x="3054012" y="194438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9" name="Google Shape;1599;p83"/>
          <p:cNvSpPr txBox="1"/>
          <p:nvPr/>
        </p:nvSpPr>
        <p:spPr>
          <a:xfrm>
            <a:off x="3209568" y="1919934"/>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1600" name="Google Shape;1600;p83"/>
          <p:cNvSpPr/>
          <p:nvPr/>
        </p:nvSpPr>
        <p:spPr>
          <a:xfrm>
            <a:off x="3054012" y="20992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1" name="Google Shape;1601;p83"/>
          <p:cNvSpPr txBox="1"/>
          <p:nvPr/>
        </p:nvSpPr>
        <p:spPr>
          <a:xfrm>
            <a:off x="3209568" y="207479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1602" name="Google Shape;1602;p83"/>
          <p:cNvSpPr/>
          <p:nvPr/>
        </p:nvSpPr>
        <p:spPr>
          <a:xfrm>
            <a:off x="3054012" y="22541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3" name="Google Shape;1603;p83"/>
          <p:cNvSpPr txBox="1"/>
          <p:nvPr/>
        </p:nvSpPr>
        <p:spPr>
          <a:xfrm>
            <a:off x="3209568" y="2229658"/>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1604" name="Google Shape;1604;p83"/>
          <p:cNvSpPr/>
          <p:nvPr/>
        </p:nvSpPr>
        <p:spPr>
          <a:xfrm>
            <a:off x="3054012" y="263966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5" name="Google Shape;1605;p83"/>
          <p:cNvSpPr txBox="1"/>
          <p:nvPr/>
        </p:nvSpPr>
        <p:spPr>
          <a:xfrm>
            <a:off x="3209568" y="2615213"/>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 </a:t>
            </a:r>
            <a:endParaRPr i="0" sz="800" u="none" cap="none" strike="noStrike">
              <a:latin typeface="Salesforce Sans"/>
              <a:ea typeface="Salesforce Sans"/>
              <a:cs typeface="Salesforce Sans"/>
              <a:sym typeface="Salesforce Sans"/>
            </a:endParaRPr>
          </a:p>
        </p:txBody>
      </p:sp>
      <p:sp>
        <p:nvSpPr>
          <p:cNvPr id="1606" name="Google Shape;1606;p83"/>
          <p:cNvSpPr/>
          <p:nvPr/>
        </p:nvSpPr>
        <p:spPr>
          <a:xfrm>
            <a:off x="3054012" y="27945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7" name="Google Shape;1607;p83"/>
          <p:cNvSpPr txBox="1"/>
          <p:nvPr/>
        </p:nvSpPr>
        <p:spPr>
          <a:xfrm>
            <a:off x="3209568" y="277007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 </a:t>
            </a:r>
            <a:endParaRPr i="0" sz="800" u="none" cap="none" strike="noStrike">
              <a:latin typeface="Salesforce Sans"/>
              <a:ea typeface="Salesforce Sans"/>
              <a:cs typeface="Salesforce Sans"/>
              <a:sym typeface="Salesforce Sans"/>
            </a:endParaRPr>
          </a:p>
        </p:txBody>
      </p:sp>
      <p:sp>
        <p:nvSpPr>
          <p:cNvPr id="1608" name="Google Shape;1608;p83"/>
          <p:cNvSpPr/>
          <p:nvPr/>
        </p:nvSpPr>
        <p:spPr>
          <a:xfrm>
            <a:off x="3054012" y="248665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9" name="Google Shape;1609;p83"/>
          <p:cNvSpPr txBox="1"/>
          <p:nvPr/>
        </p:nvSpPr>
        <p:spPr>
          <a:xfrm>
            <a:off x="3209568" y="246220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Qualification</a:t>
            </a:r>
            <a:endParaRPr i="0" sz="800" u="none" cap="none" strike="noStrike">
              <a:latin typeface="Salesforce Sans"/>
              <a:ea typeface="Salesforce Sans"/>
              <a:cs typeface="Salesforce Sans"/>
              <a:sym typeface="Salesforce Sans"/>
            </a:endParaRPr>
          </a:p>
        </p:txBody>
      </p:sp>
      <p:sp>
        <p:nvSpPr>
          <p:cNvPr id="1610" name="Google Shape;1610;p83"/>
          <p:cNvSpPr/>
          <p:nvPr/>
        </p:nvSpPr>
        <p:spPr>
          <a:xfrm>
            <a:off x="3054012" y="364825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1" name="Google Shape;1611;p83"/>
          <p:cNvSpPr txBox="1"/>
          <p:nvPr/>
        </p:nvSpPr>
        <p:spPr>
          <a:xfrm>
            <a:off x="3209568" y="3623808"/>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 </a:t>
            </a:r>
            <a:endParaRPr i="0" sz="800" u="none" cap="none" strike="noStrike">
              <a:latin typeface="Salesforce Sans"/>
              <a:ea typeface="Salesforce Sans"/>
              <a:cs typeface="Salesforce Sans"/>
              <a:sym typeface="Salesforce Sans"/>
            </a:endParaRPr>
          </a:p>
        </p:txBody>
      </p:sp>
      <p:sp>
        <p:nvSpPr>
          <p:cNvPr id="1612" name="Google Shape;1612;p83"/>
          <p:cNvSpPr/>
          <p:nvPr/>
        </p:nvSpPr>
        <p:spPr>
          <a:xfrm>
            <a:off x="3054012" y="33396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3" name="Google Shape;1613;p83"/>
          <p:cNvSpPr txBox="1"/>
          <p:nvPr/>
        </p:nvSpPr>
        <p:spPr>
          <a:xfrm>
            <a:off x="3209568" y="3315214"/>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1614" name="Google Shape;1614;p83"/>
          <p:cNvSpPr/>
          <p:nvPr/>
        </p:nvSpPr>
        <p:spPr>
          <a:xfrm>
            <a:off x="3054012" y="40418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5" name="Google Shape;1615;p83"/>
          <p:cNvSpPr txBox="1"/>
          <p:nvPr/>
        </p:nvSpPr>
        <p:spPr>
          <a:xfrm>
            <a:off x="3209568" y="401743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616" name="Google Shape;1616;p83"/>
          <p:cNvSpPr/>
          <p:nvPr/>
        </p:nvSpPr>
        <p:spPr>
          <a:xfrm>
            <a:off x="3054012" y="3884642"/>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7" name="Google Shape;1617;p83"/>
          <p:cNvSpPr txBox="1"/>
          <p:nvPr/>
        </p:nvSpPr>
        <p:spPr>
          <a:xfrm>
            <a:off x="3209568" y="386019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Scoring</a:t>
            </a:r>
            <a:endParaRPr i="0" sz="800" u="none" cap="none" strike="noStrike">
              <a:latin typeface="Salesforce Sans"/>
              <a:ea typeface="Salesforce Sans"/>
              <a:cs typeface="Salesforce Sans"/>
              <a:sym typeface="Salesforce Sans"/>
            </a:endParaRPr>
          </a:p>
        </p:txBody>
      </p:sp>
      <p:sp>
        <p:nvSpPr>
          <p:cNvPr id="1618" name="Google Shape;1618;p83"/>
          <p:cNvSpPr txBox="1"/>
          <p:nvPr/>
        </p:nvSpPr>
        <p:spPr>
          <a:xfrm>
            <a:off x="3209568" y="4249563"/>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Skills And Knowledge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Gap Assessment</a:t>
            </a:r>
            <a:endParaRPr i="0" sz="800" u="none" cap="none" strike="noStrike">
              <a:latin typeface="Salesforce Sans"/>
              <a:ea typeface="Salesforce Sans"/>
              <a:cs typeface="Salesforce Sans"/>
              <a:sym typeface="Salesforce Sans"/>
            </a:endParaRPr>
          </a:p>
        </p:txBody>
      </p:sp>
      <p:sp>
        <p:nvSpPr>
          <p:cNvPr id="1619" name="Google Shape;1619;p83"/>
          <p:cNvSpPr/>
          <p:nvPr/>
        </p:nvSpPr>
        <p:spPr>
          <a:xfrm>
            <a:off x="3054012" y="558191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0" name="Google Shape;1620;p83"/>
          <p:cNvSpPr txBox="1"/>
          <p:nvPr/>
        </p:nvSpPr>
        <p:spPr>
          <a:xfrm>
            <a:off x="3209568" y="555746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Opening </a:t>
            </a:r>
            <a:endParaRPr i="0" sz="800" u="none" cap="none" strike="noStrike">
              <a:latin typeface="Salesforce Sans"/>
              <a:ea typeface="Salesforce Sans"/>
              <a:cs typeface="Salesforce Sans"/>
              <a:sym typeface="Salesforce Sans"/>
            </a:endParaRPr>
          </a:p>
        </p:txBody>
      </p:sp>
      <p:sp>
        <p:nvSpPr>
          <p:cNvPr id="1621" name="Google Shape;1621;p83"/>
          <p:cNvSpPr txBox="1"/>
          <p:nvPr/>
        </p:nvSpPr>
        <p:spPr>
          <a:xfrm>
            <a:off x="3209568" y="579331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Card Fraud Detection</a:t>
            </a:r>
            <a:endParaRPr i="0" sz="800" u="none" cap="none" strike="noStrike">
              <a:latin typeface="Salesforce Sans"/>
              <a:ea typeface="Salesforce Sans"/>
              <a:cs typeface="Salesforce Sans"/>
              <a:sym typeface="Salesforce Sans"/>
            </a:endParaRPr>
          </a:p>
        </p:txBody>
      </p:sp>
      <p:sp>
        <p:nvSpPr>
          <p:cNvPr id="1622" name="Google Shape;1622;p83"/>
          <p:cNvSpPr txBox="1"/>
          <p:nvPr/>
        </p:nvSpPr>
        <p:spPr>
          <a:xfrm>
            <a:off x="3209568" y="65429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Takeover Detection</a:t>
            </a:r>
            <a:endParaRPr i="0" sz="800" u="none" cap="none" strike="noStrike">
              <a:latin typeface="Salesforce Sans"/>
              <a:ea typeface="Salesforce Sans"/>
              <a:cs typeface="Salesforce Sans"/>
              <a:sym typeface="Salesforce Sans"/>
            </a:endParaRPr>
          </a:p>
        </p:txBody>
      </p:sp>
      <p:sp>
        <p:nvSpPr>
          <p:cNvPr id="1623" name="Google Shape;1623;p83"/>
          <p:cNvSpPr txBox="1"/>
          <p:nvPr/>
        </p:nvSpPr>
        <p:spPr>
          <a:xfrm>
            <a:off x="3209568" y="670018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Fraud Alert</a:t>
            </a:r>
            <a:endParaRPr i="0" sz="800" u="none" cap="none" strike="noStrike">
              <a:latin typeface="Salesforce Sans"/>
              <a:ea typeface="Salesforce Sans"/>
              <a:cs typeface="Salesforce Sans"/>
              <a:sym typeface="Salesforce Sans"/>
            </a:endParaRPr>
          </a:p>
        </p:txBody>
      </p:sp>
      <p:sp>
        <p:nvSpPr>
          <p:cNvPr id="1624" name="Google Shape;1624;p83"/>
          <p:cNvSpPr/>
          <p:nvPr/>
        </p:nvSpPr>
        <p:spPr>
          <a:xfrm>
            <a:off x="3054012" y="2949387"/>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5" name="Google Shape;1625;p83"/>
          <p:cNvSpPr txBox="1"/>
          <p:nvPr/>
        </p:nvSpPr>
        <p:spPr>
          <a:xfrm>
            <a:off x="3209568" y="292493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Meeting Live Response </a:t>
            </a:r>
            <a:endParaRPr i="0" sz="800" u="none" cap="none" strike="noStrike">
              <a:latin typeface="Salesforce Sans"/>
              <a:ea typeface="Salesforce Sans"/>
              <a:cs typeface="Salesforce Sans"/>
              <a:sym typeface="Salesforce Sans"/>
            </a:endParaRPr>
          </a:p>
        </p:txBody>
      </p:sp>
      <p:sp>
        <p:nvSpPr>
          <p:cNvPr id="1626" name="Google Shape;1626;p83"/>
          <p:cNvSpPr/>
          <p:nvPr/>
        </p:nvSpPr>
        <p:spPr>
          <a:xfrm>
            <a:off x="3054012" y="310587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7" name="Google Shape;1627;p83"/>
          <p:cNvSpPr txBox="1"/>
          <p:nvPr/>
        </p:nvSpPr>
        <p:spPr>
          <a:xfrm>
            <a:off x="3209568" y="308142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Follow-up</a:t>
            </a:r>
            <a:endParaRPr i="0" sz="800" u="none" cap="none" strike="noStrike">
              <a:latin typeface="Salesforce Sans"/>
              <a:ea typeface="Salesforce Sans"/>
              <a:cs typeface="Salesforce Sans"/>
              <a:sym typeface="Salesforce Sans"/>
            </a:endParaRPr>
          </a:p>
        </p:txBody>
      </p:sp>
      <p:sp>
        <p:nvSpPr>
          <p:cNvPr id="1628" name="Google Shape;1628;p83"/>
          <p:cNvSpPr txBox="1"/>
          <p:nvPr/>
        </p:nvSpPr>
        <p:spPr>
          <a:xfrm>
            <a:off x="3209568" y="34685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 </a:t>
            </a:r>
            <a:endParaRPr i="0" sz="800" u="none" cap="none" strike="noStrike">
              <a:latin typeface="Salesforce Sans"/>
              <a:ea typeface="Salesforce Sans"/>
              <a:cs typeface="Salesforce Sans"/>
              <a:sym typeface="Salesforce Sans"/>
            </a:endParaRPr>
          </a:p>
        </p:txBody>
      </p:sp>
      <p:sp>
        <p:nvSpPr>
          <p:cNvPr id="1629" name="Google Shape;1629;p83"/>
          <p:cNvSpPr/>
          <p:nvPr/>
        </p:nvSpPr>
        <p:spPr>
          <a:xfrm>
            <a:off x="3054012" y="455984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0" name="Google Shape;1630;p83"/>
          <p:cNvSpPr txBox="1"/>
          <p:nvPr/>
        </p:nvSpPr>
        <p:spPr>
          <a:xfrm>
            <a:off x="3209568" y="453539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1631" name="Google Shape;1631;p83"/>
          <p:cNvSpPr/>
          <p:nvPr/>
        </p:nvSpPr>
        <p:spPr>
          <a:xfrm>
            <a:off x="3054012" y="47170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2" name="Google Shape;1632;p83"/>
          <p:cNvSpPr txBox="1"/>
          <p:nvPr/>
        </p:nvSpPr>
        <p:spPr>
          <a:xfrm>
            <a:off x="3209568" y="46926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1633" name="Google Shape;1633;p83"/>
          <p:cNvSpPr/>
          <p:nvPr/>
        </p:nvSpPr>
        <p:spPr>
          <a:xfrm>
            <a:off x="3054012" y="495293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4" name="Google Shape;1634;p83"/>
          <p:cNvSpPr txBox="1"/>
          <p:nvPr/>
        </p:nvSpPr>
        <p:spPr>
          <a:xfrm>
            <a:off x="3209568" y="492848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35" name="Google Shape;1635;p83"/>
          <p:cNvSpPr/>
          <p:nvPr/>
        </p:nvSpPr>
        <p:spPr>
          <a:xfrm>
            <a:off x="3054012" y="511018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6" name="Google Shape;1636;p83"/>
          <p:cNvSpPr txBox="1"/>
          <p:nvPr/>
        </p:nvSpPr>
        <p:spPr>
          <a:xfrm>
            <a:off x="3209568" y="508573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Enrichment</a:t>
            </a:r>
            <a:endParaRPr i="0" sz="800" u="none" cap="none" strike="noStrike">
              <a:latin typeface="Salesforce Sans"/>
              <a:ea typeface="Salesforce Sans"/>
              <a:cs typeface="Salesforce Sans"/>
              <a:sym typeface="Salesforce Sans"/>
            </a:endParaRPr>
          </a:p>
        </p:txBody>
      </p:sp>
      <p:sp>
        <p:nvSpPr>
          <p:cNvPr id="1637" name="Google Shape;1637;p83"/>
          <p:cNvSpPr/>
          <p:nvPr/>
        </p:nvSpPr>
        <p:spPr>
          <a:xfrm>
            <a:off x="3054012" y="526425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8" name="Google Shape;1638;p83"/>
          <p:cNvSpPr txBox="1"/>
          <p:nvPr/>
        </p:nvSpPr>
        <p:spPr>
          <a:xfrm>
            <a:off x="3209568" y="5239801"/>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Screening</a:t>
            </a:r>
            <a:endParaRPr i="0" sz="800" u="none" cap="none" strike="noStrike">
              <a:latin typeface="Salesforce Sans"/>
              <a:ea typeface="Salesforce Sans"/>
              <a:cs typeface="Salesforce Sans"/>
              <a:sym typeface="Salesforce Sans"/>
            </a:endParaRPr>
          </a:p>
        </p:txBody>
      </p:sp>
      <p:sp>
        <p:nvSpPr>
          <p:cNvPr id="1639" name="Google Shape;1639;p83"/>
          <p:cNvSpPr/>
          <p:nvPr/>
        </p:nvSpPr>
        <p:spPr>
          <a:xfrm>
            <a:off x="3054012" y="542149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40" name="Google Shape;1640;p83"/>
          <p:cNvSpPr txBox="1"/>
          <p:nvPr/>
        </p:nvSpPr>
        <p:spPr>
          <a:xfrm>
            <a:off x="3209568" y="539704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KYC Memo </a:t>
            </a:r>
            <a:endParaRPr i="0" sz="800" u="none" cap="none" strike="noStrike">
              <a:latin typeface="Salesforce Sans"/>
              <a:ea typeface="Salesforce Sans"/>
              <a:cs typeface="Salesforce Sans"/>
              <a:sym typeface="Salesforce Sans"/>
            </a:endParaRPr>
          </a:p>
        </p:txBody>
      </p:sp>
      <p:sp>
        <p:nvSpPr>
          <p:cNvPr id="1641" name="Google Shape;1641;p83"/>
          <p:cNvSpPr txBox="1"/>
          <p:nvPr/>
        </p:nvSpPr>
        <p:spPr>
          <a:xfrm>
            <a:off x="3209568" y="595055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Application Fraud Detection</a:t>
            </a:r>
            <a:endParaRPr i="0" sz="800" u="none" cap="none" strike="noStrike">
              <a:latin typeface="Salesforce Sans"/>
              <a:ea typeface="Salesforce Sans"/>
              <a:cs typeface="Salesforce Sans"/>
              <a:sym typeface="Salesforce Sans"/>
            </a:endParaRPr>
          </a:p>
        </p:txBody>
      </p:sp>
      <p:sp>
        <p:nvSpPr>
          <p:cNvPr id="1642" name="Google Shape;1642;p83"/>
          <p:cNvSpPr txBox="1"/>
          <p:nvPr/>
        </p:nvSpPr>
        <p:spPr>
          <a:xfrm>
            <a:off x="3209568" y="638569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AML Detection</a:t>
            </a:r>
            <a:endParaRPr i="0" sz="800" u="none" cap="none" strike="noStrike">
              <a:latin typeface="Salesforce Sans"/>
              <a:ea typeface="Salesforce Sans"/>
              <a:cs typeface="Salesforce Sans"/>
              <a:sym typeface="Salesforce Sans"/>
            </a:endParaRPr>
          </a:p>
        </p:txBody>
      </p:sp>
      <p:sp>
        <p:nvSpPr>
          <p:cNvPr id="1643" name="Google Shape;1643;p83"/>
          <p:cNvSpPr txBox="1"/>
          <p:nvPr/>
        </p:nvSpPr>
        <p:spPr>
          <a:xfrm>
            <a:off x="3209568" y="6104627"/>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Behavioral / Biometric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Fraud Detection</a:t>
            </a:r>
            <a:endParaRPr i="0" sz="800" u="none" cap="none" strike="noStrike">
              <a:latin typeface="Salesforce Sans"/>
              <a:ea typeface="Salesforce Sans"/>
              <a:cs typeface="Salesforce Sans"/>
              <a:sym typeface="Salesforce Sans"/>
            </a:endParaRPr>
          </a:p>
        </p:txBody>
      </p:sp>
      <p:sp>
        <p:nvSpPr>
          <p:cNvPr id="1644" name="Google Shape;1644;p83"/>
          <p:cNvSpPr txBox="1"/>
          <p:nvPr/>
        </p:nvSpPr>
        <p:spPr>
          <a:xfrm>
            <a:off x="3209568" y="685742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Investigation</a:t>
            </a:r>
            <a:endParaRPr i="0" sz="800" u="none" cap="none" strike="noStrike">
              <a:latin typeface="Salesforce Sans"/>
              <a:ea typeface="Salesforce Sans"/>
              <a:cs typeface="Salesforce Sans"/>
              <a:sym typeface="Salesforce Sans"/>
            </a:endParaRPr>
          </a:p>
        </p:txBody>
      </p:sp>
      <p:sp>
        <p:nvSpPr>
          <p:cNvPr id="1645" name="Google Shape;1645;p83"/>
          <p:cNvSpPr txBox="1"/>
          <p:nvPr/>
        </p:nvSpPr>
        <p:spPr>
          <a:xfrm>
            <a:off x="3209568" y="737910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Interpretation</a:t>
            </a:r>
            <a:endParaRPr i="0" sz="800" u="none" cap="none" strike="noStrike">
              <a:latin typeface="Salesforce Sans"/>
              <a:ea typeface="Salesforce Sans"/>
              <a:cs typeface="Salesforce Sans"/>
              <a:sym typeface="Salesforce Sans"/>
            </a:endParaRPr>
          </a:p>
        </p:txBody>
      </p:sp>
      <p:sp>
        <p:nvSpPr>
          <p:cNvPr id="1646" name="Google Shape;1646;p83"/>
          <p:cNvSpPr/>
          <p:nvPr/>
        </p:nvSpPr>
        <p:spPr>
          <a:xfrm>
            <a:off x="3054012" y="759890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47" name="Google Shape;1647;p83"/>
          <p:cNvSpPr txBox="1"/>
          <p:nvPr/>
        </p:nvSpPr>
        <p:spPr>
          <a:xfrm>
            <a:off x="3209568" y="757445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Filing</a:t>
            </a:r>
            <a:endParaRPr i="0" sz="800" u="none" cap="none" strike="noStrike">
              <a:latin typeface="Salesforce Sans"/>
              <a:ea typeface="Salesforce Sans"/>
              <a:cs typeface="Salesforce Sans"/>
              <a:sym typeface="Salesforce Sans"/>
            </a:endParaRPr>
          </a:p>
        </p:txBody>
      </p:sp>
      <p:sp>
        <p:nvSpPr>
          <p:cNvPr id="1648" name="Google Shape;1648;p83"/>
          <p:cNvSpPr txBox="1"/>
          <p:nvPr/>
        </p:nvSpPr>
        <p:spPr>
          <a:xfrm>
            <a:off x="3209568" y="809454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Analysis And Stress Testing</a:t>
            </a:r>
            <a:endParaRPr i="0" sz="800" u="none" cap="none" strike="noStrike">
              <a:latin typeface="Salesforce Sans"/>
              <a:ea typeface="Salesforce Sans"/>
              <a:cs typeface="Salesforce Sans"/>
              <a:sym typeface="Salesforce Sans"/>
            </a:endParaRPr>
          </a:p>
        </p:txBody>
      </p:sp>
      <p:sp>
        <p:nvSpPr>
          <p:cNvPr id="1649" name="Google Shape;1649;p83"/>
          <p:cNvSpPr txBox="1"/>
          <p:nvPr/>
        </p:nvSpPr>
        <p:spPr>
          <a:xfrm>
            <a:off x="3209568" y="7093278"/>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management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Monitoring</a:t>
            </a:r>
            <a:endParaRPr i="0" sz="800" u="none" cap="none" strike="noStrike">
              <a:latin typeface="Salesforce Sans"/>
              <a:ea typeface="Salesforce Sans"/>
              <a:cs typeface="Salesforce Sans"/>
              <a:sym typeface="Salesforce Sans"/>
            </a:endParaRPr>
          </a:p>
        </p:txBody>
      </p:sp>
      <p:sp>
        <p:nvSpPr>
          <p:cNvPr id="1650" name="Google Shape;1650;p83"/>
          <p:cNvSpPr/>
          <p:nvPr/>
        </p:nvSpPr>
        <p:spPr>
          <a:xfrm>
            <a:off x="1789208" y="3861781"/>
            <a:ext cx="8466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Dynamic Deal Scoring</a:t>
            </a:r>
            <a:endParaRPr b="1" i="0" sz="900" u="none" cap="none" strike="noStrike">
              <a:solidFill>
                <a:srgbClr val="066AFE"/>
              </a:solidFill>
              <a:latin typeface="Salesforce Sans"/>
              <a:ea typeface="Salesforce Sans"/>
              <a:cs typeface="Salesforce Sans"/>
              <a:sym typeface="Salesforce Sans"/>
            </a:endParaRPr>
          </a:p>
        </p:txBody>
      </p:sp>
      <p:sp>
        <p:nvSpPr>
          <p:cNvPr id="1651" name="Google Shape;1651;p83"/>
          <p:cNvSpPr/>
          <p:nvPr/>
        </p:nvSpPr>
        <p:spPr>
          <a:xfrm>
            <a:off x="1789208" y="2466358"/>
            <a:ext cx="815400" cy="415200"/>
          </a:xfrm>
          <a:prstGeom prst="roundRect">
            <a:avLst>
              <a:gd fmla="val 0" name="adj"/>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Banking Relationship</a:t>
            </a:r>
            <a:endParaRPr b="1" i="0" sz="900" u="none" cap="none" strike="noStrike">
              <a:solidFill>
                <a:srgbClr val="066AFE"/>
              </a:solidFill>
              <a:latin typeface="Salesforce Sans"/>
              <a:ea typeface="Salesforce Sans"/>
              <a:cs typeface="Salesforce Sans"/>
              <a:sym typeface="Salesforce Sans"/>
            </a:endParaRPr>
          </a:p>
        </p:txBody>
      </p:sp>
      <p:sp>
        <p:nvSpPr>
          <p:cNvPr id="1652" name="Google Shape;1652;p83"/>
          <p:cNvSpPr/>
          <p:nvPr/>
        </p:nvSpPr>
        <p:spPr>
          <a:xfrm>
            <a:off x="1789219" y="3321250"/>
            <a:ext cx="11049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Engagement, Cross-Selling and Customer Retention</a:t>
            </a:r>
            <a:endParaRPr b="1" i="0" sz="900" u="none" cap="none" strike="noStrike">
              <a:solidFill>
                <a:srgbClr val="066AFE"/>
              </a:solidFill>
              <a:latin typeface="Salesforce Sans"/>
              <a:ea typeface="Salesforce Sans"/>
              <a:cs typeface="Salesforce Sans"/>
              <a:sym typeface="Salesforce Sans"/>
            </a:endParaRPr>
          </a:p>
        </p:txBody>
      </p:sp>
      <p:sp>
        <p:nvSpPr>
          <p:cNvPr id="1653" name="Google Shape;1653;p83"/>
          <p:cNvSpPr/>
          <p:nvPr/>
        </p:nvSpPr>
        <p:spPr>
          <a:xfrm>
            <a:off x="1789208" y="425244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Frontline Sales Coaching</a:t>
            </a:r>
            <a:endParaRPr b="1" i="0" sz="900" u="none" cap="none" strike="noStrike">
              <a:solidFill>
                <a:srgbClr val="066AFE"/>
              </a:solidFill>
              <a:latin typeface="Salesforce Sans"/>
              <a:ea typeface="Salesforce Sans"/>
              <a:cs typeface="Salesforce Sans"/>
              <a:sym typeface="Salesforce Sans"/>
            </a:endParaRPr>
          </a:p>
        </p:txBody>
      </p:sp>
      <p:sp>
        <p:nvSpPr>
          <p:cNvPr id="1654" name="Google Shape;1654;p83"/>
          <p:cNvSpPr/>
          <p:nvPr/>
        </p:nvSpPr>
        <p:spPr>
          <a:xfrm>
            <a:off x="1789208" y="4934067"/>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K</a:t>
            </a:r>
            <a:r>
              <a:rPr b="1" lang="en" sz="900">
                <a:solidFill>
                  <a:srgbClr val="066AFE"/>
                </a:solidFill>
                <a:latin typeface="Salesforce Sans"/>
                <a:ea typeface="Salesforce Sans"/>
                <a:cs typeface="Salesforce Sans"/>
                <a:sym typeface="Salesforce Sans"/>
              </a:rPr>
              <a:t>now Your Customer</a:t>
            </a:r>
            <a:endParaRPr b="1" i="0" sz="900" u="none" cap="none" strike="noStrike">
              <a:solidFill>
                <a:srgbClr val="066AFE"/>
              </a:solidFill>
              <a:latin typeface="Salesforce Sans"/>
              <a:ea typeface="Salesforce Sans"/>
              <a:cs typeface="Salesforce Sans"/>
              <a:sym typeface="Salesforce Sans"/>
            </a:endParaRPr>
          </a:p>
        </p:txBody>
      </p:sp>
      <p:sp>
        <p:nvSpPr>
          <p:cNvPr id="1655" name="Google Shape;1655;p83"/>
          <p:cNvSpPr/>
          <p:nvPr/>
        </p:nvSpPr>
        <p:spPr>
          <a:xfrm>
            <a:off x="1789208" y="5793127"/>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Fraud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1656" name="Google Shape;1656;p83"/>
          <p:cNvSpPr/>
          <p:nvPr/>
        </p:nvSpPr>
        <p:spPr>
          <a:xfrm>
            <a:off x="1789208" y="7093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Regulatory Reporting</a:t>
            </a:r>
            <a:endParaRPr b="1" i="0" sz="900" u="none" cap="none" strike="noStrike">
              <a:solidFill>
                <a:srgbClr val="066AFE"/>
              </a:solidFill>
              <a:latin typeface="Salesforce Sans"/>
              <a:ea typeface="Salesforce Sans"/>
              <a:cs typeface="Salesforce Sans"/>
              <a:sym typeface="Salesforce Sans"/>
            </a:endParaRPr>
          </a:p>
        </p:txBody>
      </p:sp>
      <p:sp>
        <p:nvSpPr>
          <p:cNvPr id="1657" name="Google Shape;1657;p83"/>
          <p:cNvSpPr/>
          <p:nvPr/>
        </p:nvSpPr>
        <p:spPr>
          <a:xfrm>
            <a:off x="1789208" y="7811894"/>
            <a:ext cx="8154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 &amp; Liquidity Risk Monitoring</a:t>
            </a:r>
            <a:endParaRPr b="1" i="0" sz="900" u="none" cap="none" strike="noStrike">
              <a:solidFill>
                <a:srgbClr val="066AFE"/>
              </a:solidFill>
              <a:latin typeface="Salesforce Sans"/>
              <a:ea typeface="Salesforce Sans"/>
              <a:cs typeface="Salesforce Sans"/>
              <a:sym typeface="Salesforce Sans"/>
            </a:endParaRPr>
          </a:p>
        </p:txBody>
      </p:sp>
      <p:sp>
        <p:nvSpPr>
          <p:cNvPr id="1658" name="Google Shape;1658;p83"/>
          <p:cNvSpPr txBox="1"/>
          <p:nvPr/>
        </p:nvSpPr>
        <p:spPr>
          <a:xfrm>
            <a:off x="3209568" y="82565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Limit Monitoring Management</a:t>
            </a:r>
            <a:endParaRPr i="0" sz="800" u="none" cap="none" strike="noStrike">
              <a:latin typeface="Salesforce Sans"/>
              <a:ea typeface="Salesforce Sans"/>
              <a:cs typeface="Salesforce Sans"/>
              <a:sym typeface="Salesforce Sans"/>
            </a:endParaRPr>
          </a:p>
        </p:txBody>
      </p:sp>
      <p:sp>
        <p:nvSpPr>
          <p:cNvPr id="1659" name="Google Shape;1659;p83"/>
          <p:cNvSpPr/>
          <p:nvPr/>
        </p:nvSpPr>
        <p:spPr>
          <a:xfrm>
            <a:off x="3054012" y="82809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60" name="Google Shape;1660;p83"/>
          <p:cNvSpPr txBox="1"/>
          <p:nvPr/>
        </p:nvSpPr>
        <p:spPr>
          <a:xfrm>
            <a:off x="431325"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661" name="Google Shape;1661;p83"/>
          <p:cNvSpPr txBox="1"/>
          <p:nvPr/>
        </p:nvSpPr>
        <p:spPr>
          <a:xfrm>
            <a:off x="1794423"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662" name="Google Shape;1662;p83"/>
          <p:cNvGrpSpPr/>
          <p:nvPr/>
        </p:nvGrpSpPr>
        <p:grpSpPr>
          <a:xfrm>
            <a:off x="316638" y="1635959"/>
            <a:ext cx="1322400" cy="449700"/>
            <a:chOff x="755165" y="1828821"/>
            <a:chExt cx="1322400" cy="449700"/>
          </a:xfrm>
        </p:grpSpPr>
        <p:sp>
          <p:nvSpPr>
            <p:cNvPr id="1663" name="Google Shape;166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664" name="Google Shape;166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 </a:t>
              </a:r>
              <a:endParaRPr sz="900">
                <a:solidFill>
                  <a:srgbClr val="FFFFFF"/>
                </a:solidFill>
                <a:latin typeface="Avant Garde Demi SFDC"/>
                <a:ea typeface="Avant Garde Demi SFDC"/>
                <a:cs typeface="Avant Garde Demi SFDC"/>
                <a:sym typeface="Avant Garde Demi SFDC"/>
              </a:endParaRPr>
            </a:p>
          </p:txBody>
        </p:sp>
      </p:grpSp>
      <p:sp>
        <p:nvSpPr>
          <p:cNvPr id="1665" name="Google Shape;1665;p83"/>
          <p:cNvSpPr txBox="1"/>
          <p:nvPr/>
        </p:nvSpPr>
        <p:spPr>
          <a:xfrm>
            <a:off x="3211954"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666" name="Google Shape;1666;p83"/>
          <p:cNvSpPr txBox="1"/>
          <p:nvPr/>
        </p:nvSpPr>
        <p:spPr>
          <a:xfrm>
            <a:off x="1789208"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Marketing Personalization</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667" name="Google Shape;1667;p83"/>
          <p:cNvGrpSpPr/>
          <p:nvPr/>
        </p:nvGrpSpPr>
        <p:grpSpPr>
          <a:xfrm>
            <a:off x="316638" y="4963046"/>
            <a:ext cx="1322400" cy="449700"/>
            <a:chOff x="755165" y="1828821"/>
            <a:chExt cx="1322400" cy="449700"/>
          </a:xfrm>
        </p:grpSpPr>
        <p:sp>
          <p:nvSpPr>
            <p:cNvPr id="1668" name="Google Shape;166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669" name="Google Shape;166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1670" name="Google Shape;1670;p83"/>
          <p:cNvSpPr/>
          <p:nvPr/>
        </p:nvSpPr>
        <p:spPr>
          <a:xfrm>
            <a:off x="7653242" y="460475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71" name="Google Shape;1671;p83"/>
          <p:cNvSpPr/>
          <p:nvPr/>
        </p:nvSpPr>
        <p:spPr>
          <a:xfrm>
            <a:off x="7653242" y="4296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2" name="Google Shape;1672;p83"/>
          <p:cNvSpPr txBox="1"/>
          <p:nvPr/>
        </p:nvSpPr>
        <p:spPr>
          <a:xfrm>
            <a:off x="7811494" y="192417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 Monitoring</a:t>
            </a:r>
            <a:endParaRPr i="0" sz="800" u="none" cap="none" strike="noStrike">
              <a:latin typeface="Salesforce Sans"/>
              <a:ea typeface="Salesforce Sans"/>
              <a:cs typeface="Salesforce Sans"/>
              <a:sym typeface="Salesforce Sans"/>
            </a:endParaRPr>
          </a:p>
        </p:txBody>
      </p:sp>
      <p:sp>
        <p:nvSpPr>
          <p:cNvPr id="1673" name="Google Shape;1673;p83"/>
          <p:cNvSpPr/>
          <p:nvPr/>
        </p:nvSpPr>
        <p:spPr>
          <a:xfrm>
            <a:off x="7653242" y="218274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4" name="Google Shape;1674;p83"/>
          <p:cNvSpPr txBox="1"/>
          <p:nvPr/>
        </p:nvSpPr>
        <p:spPr>
          <a:xfrm>
            <a:off x="7811494" y="215814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Customer Research</a:t>
            </a:r>
            <a:endParaRPr i="0" sz="800" u="none" cap="none" strike="noStrike">
              <a:latin typeface="Salesforce Sans"/>
              <a:ea typeface="Salesforce Sans"/>
              <a:cs typeface="Salesforce Sans"/>
              <a:sym typeface="Salesforce Sans"/>
            </a:endParaRPr>
          </a:p>
        </p:txBody>
      </p:sp>
      <p:sp>
        <p:nvSpPr>
          <p:cNvPr id="1675" name="Google Shape;1675;p83"/>
          <p:cNvSpPr/>
          <p:nvPr/>
        </p:nvSpPr>
        <p:spPr>
          <a:xfrm>
            <a:off x="7653242" y="234011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6" name="Google Shape;1676;p83"/>
          <p:cNvSpPr txBox="1"/>
          <p:nvPr/>
        </p:nvSpPr>
        <p:spPr>
          <a:xfrm>
            <a:off x="7811494" y="231551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Ideation</a:t>
            </a:r>
            <a:endParaRPr i="0" sz="800" u="none" cap="none" strike="noStrike">
              <a:latin typeface="Salesforce Sans"/>
              <a:ea typeface="Salesforce Sans"/>
              <a:cs typeface="Salesforce Sans"/>
              <a:sym typeface="Salesforce Sans"/>
            </a:endParaRPr>
          </a:p>
        </p:txBody>
      </p:sp>
      <p:sp>
        <p:nvSpPr>
          <p:cNvPr id="1677" name="Google Shape;1677;p83"/>
          <p:cNvSpPr/>
          <p:nvPr/>
        </p:nvSpPr>
        <p:spPr>
          <a:xfrm>
            <a:off x="7653242" y="2658030"/>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78" name="Google Shape;1678;p83"/>
          <p:cNvSpPr txBox="1"/>
          <p:nvPr/>
        </p:nvSpPr>
        <p:spPr>
          <a:xfrm>
            <a:off x="7811494" y="263343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Profitability Modeling</a:t>
            </a:r>
            <a:endParaRPr i="0" sz="800" u="none" cap="none" strike="noStrike">
              <a:latin typeface="Salesforce Sans"/>
              <a:ea typeface="Salesforce Sans"/>
              <a:cs typeface="Salesforce Sans"/>
              <a:sym typeface="Salesforce Sans"/>
            </a:endParaRPr>
          </a:p>
        </p:txBody>
      </p:sp>
      <p:sp>
        <p:nvSpPr>
          <p:cNvPr id="1679" name="Google Shape;1679;p83"/>
          <p:cNvSpPr txBox="1"/>
          <p:nvPr/>
        </p:nvSpPr>
        <p:spPr>
          <a:xfrm>
            <a:off x="7811494" y="286739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t>
            </a:r>
            <a:r>
              <a:rPr i="0" lang="en" sz="800" u="none" cap="none" strike="noStrike">
                <a:latin typeface="Salesforce Sans"/>
                <a:ea typeface="Salesforce Sans"/>
                <a:cs typeface="Salesforce Sans"/>
                <a:sym typeface="Salesforce Sans"/>
              </a:rPr>
              <a:t>eature Build</a:t>
            </a:r>
            <a:endParaRPr i="0" sz="800" u="none" cap="none" strike="noStrike">
              <a:latin typeface="Salesforce Sans"/>
              <a:ea typeface="Salesforce Sans"/>
              <a:cs typeface="Salesforce Sans"/>
              <a:sym typeface="Salesforce Sans"/>
            </a:endParaRPr>
          </a:p>
        </p:txBody>
      </p:sp>
      <p:sp>
        <p:nvSpPr>
          <p:cNvPr id="1680" name="Google Shape;1680;p83"/>
          <p:cNvSpPr/>
          <p:nvPr/>
        </p:nvSpPr>
        <p:spPr>
          <a:xfrm>
            <a:off x="7653242" y="304936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81" name="Google Shape;1681;p83"/>
          <p:cNvSpPr txBox="1"/>
          <p:nvPr/>
        </p:nvSpPr>
        <p:spPr>
          <a:xfrm>
            <a:off x="7811494" y="302476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&amp; Compliance Review</a:t>
            </a:r>
            <a:endParaRPr i="0" sz="800" u="none" cap="none" strike="noStrike">
              <a:latin typeface="Salesforce Sans"/>
              <a:ea typeface="Salesforce Sans"/>
              <a:cs typeface="Salesforce Sans"/>
              <a:sym typeface="Salesforce Sans"/>
            </a:endParaRPr>
          </a:p>
        </p:txBody>
      </p:sp>
      <p:sp>
        <p:nvSpPr>
          <p:cNvPr id="1682" name="Google Shape;1682;p83"/>
          <p:cNvSpPr/>
          <p:nvPr/>
        </p:nvSpPr>
        <p:spPr>
          <a:xfrm>
            <a:off x="7653242" y="250065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83" name="Google Shape;1683;p83"/>
          <p:cNvSpPr txBox="1"/>
          <p:nvPr/>
        </p:nvSpPr>
        <p:spPr>
          <a:xfrm>
            <a:off x="7811494" y="247605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Feature Definition</a:t>
            </a:r>
            <a:endParaRPr i="0" sz="800" u="none" cap="none" strike="noStrike">
              <a:latin typeface="Salesforce Sans"/>
              <a:ea typeface="Salesforce Sans"/>
              <a:cs typeface="Salesforce Sans"/>
              <a:sym typeface="Salesforce Sans"/>
            </a:endParaRPr>
          </a:p>
        </p:txBody>
      </p:sp>
      <p:sp>
        <p:nvSpPr>
          <p:cNvPr id="1684" name="Google Shape;1684;p83"/>
          <p:cNvSpPr/>
          <p:nvPr/>
        </p:nvSpPr>
        <p:spPr>
          <a:xfrm>
            <a:off x="7653242" y="445338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85" name="Google Shape;1685;p83"/>
          <p:cNvSpPr txBox="1"/>
          <p:nvPr/>
        </p:nvSpPr>
        <p:spPr>
          <a:xfrm>
            <a:off x="7811494" y="442878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Facility Letter</a:t>
            </a:r>
            <a:endParaRPr i="0" sz="800" u="none" cap="none" strike="noStrike">
              <a:latin typeface="Salesforce Sans"/>
              <a:ea typeface="Salesforce Sans"/>
              <a:cs typeface="Salesforce Sans"/>
              <a:sym typeface="Salesforce Sans"/>
            </a:endParaRPr>
          </a:p>
        </p:txBody>
      </p:sp>
      <p:sp>
        <p:nvSpPr>
          <p:cNvPr id="1686" name="Google Shape;1686;p83"/>
          <p:cNvSpPr/>
          <p:nvPr/>
        </p:nvSpPr>
        <p:spPr>
          <a:xfrm>
            <a:off x="7653242" y="414181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87" name="Google Shape;1687;p83"/>
          <p:cNvSpPr txBox="1"/>
          <p:nvPr/>
        </p:nvSpPr>
        <p:spPr>
          <a:xfrm>
            <a:off x="7811494" y="411721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88" name="Google Shape;1688;p83"/>
          <p:cNvSpPr txBox="1"/>
          <p:nvPr/>
        </p:nvSpPr>
        <p:spPr>
          <a:xfrm>
            <a:off x="7811494" y="458615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Collections &amp; Recovery </a:t>
            </a:r>
            <a:endParaRPr i="0" sz="800" u="none" cap="none" strike="noStrike">
              <a:latin typeface="Salesforce Sans"/>
              <a:ea typeface="Salesforce Sans"/>
              <a:cs typeface="Salesforce Sans"/>
              <a:sym typeface="Salesforce Sans"/>
            </a:endParaRPr>
          </a:p>
        </p:txBody>
      </p:sp>
      <p:sp>
        <p:nvSpPr>
          <p:cNvPr id="1689" name="Google Shape;1689;p83"/>
          <p:cNvSpPr/>
          <p:nvPr/>
        </p:nvSpPr>
        <p:spPr>
          <a:xfrm>
            <a:off x="7653242" y="4847896"/>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0" name="Google Shape;1690;p83"/>
          <p:cNvSpPr txBox="1"/>
          <p:nvPr/>
        </p:nvSpPr>
        <p:spPr>
          <a:xfrm>
            <a:off x="7811494" y="4823296"/>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91" name="Google Shape;1691;p83"/>
          <p:cNvSpPr/>
          <p:nvPr/>
        </p:nvSpPr>
        <p:spPr>
          <a:xfrm>
            <a:off x="7653242" y="500225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92" name="Google Shape;1692;p83"/>
          <p:cNvSpPr txBox="1"/>
          <p:nvPr/>
        </p:nvSpPr>
        <p:spPr>
          <a:xfrm>
            <a:off x="7811494" y="497765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Deposit Processing</a:t>
            </a:r>
            <a:endParaRPr i="0" sz="800" u="none" cap="none" strike="noStrike">
              <a:latin typeface="Salesforce Sans"/>
              <a:ea typeface="Salesforce Sans"/>
              <a:cs typeface="Salesforce Sans"/>
              <a:sym typeface="Salesforce Sans"/>
            </a:endParaRPr>
          </a:p>
        </p:txBody>
      </p:sp>
      <p:sp>
        <p:nvSpPr>
          <p:cNvPr id="1693" name="Google Shape;1693;p83"/>
          <p:cNvSpPr/>
          <p:nvPr/>
        </p:nvSpPr>
        <p:spPr>
          <a:xfrm>
            <a:off x="7653242" y="320356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4" name="Google Shape;1694;p83"/>
          <p:cNvSpPr txBox="1"/>
          <p:nvPr/>
        </p:nvSpPr>
        <p:spPr>
          <a:xfrm>
            <a:off x="7811494" y="317896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 Rate-Setting</a:t>
            </a:r>
            <a:endParaRPr i="0" sz="800" u="none" cap="none" strike="noStrike">
              <a:latin typeface="Salesforce Sans"/>
              <a:ea typeface="Salesforce Sans"/>
              <a:cs typeface="Salesforce Sans"/>
              <a:sym typeface="Salesforce Sans"/>
            </a:endParaRPr>
          </a:p>
        </p:txBody>
      </p:sp>
      <p:sp>
        <p:nvSpPr>
          <p:cNvPr id="1695" name="Google Shape;1695;p83"/>
          <p:cNvSpPr txBox="1"/>
          <p:nvPr/>
        </p:nvSpPr>
        <p:spPr>
          <a:xfrm>
            <a:off x="7811494" y="42714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Credit Memo</a:t>
            </a:r>
            <a:endParaRPr i="0" sz="800" u="none" cap="none" strike="noStrike">
              <a:latin typeface="Salesforce Sans"/>
              <a:ea typeface="Salesforce Sans"/>
              <a:cs typeface="Salesforce Sans"/>
              <a:sym typeface="Salesforce Sans"/>
            </a:endParaRPr>
          </a:p>
        </p:txBody>
      </p:sp>
      <p:sp>
        <p:nvSpPr>
          <p:cNvPr id="1696" name="Google Shape;1696;p83"/>
          <p:cNvSpPr/>
          <p:nvPr/>
        </p:nvSpPr>
        <p:spPr>
          <a:xfrm>
            <a:off x="7653242" y="5622600"/>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97" name="Google Shape;1697;p83"/>
          <p:cNvSpPr txBox="1"/>
          <p:nvPr/>
        </p:nvSpPr>
        <p:spPr>
          <a:xfrm>
            <a:off x="7811494" y="565132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 Payment Matching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and Reconciliation</a:t>
            </a:r>
            <a:endParaRPr i="0" sz="800" u="none" cap="none" strike="noStrike">
              <a:latin typeface="Salesforce Sans"/>
              <a:ea typeface="Salesforce Sans"/>
              <a:cs typeface="Salesforce Sans"/>
              <a:sym typeface="Salesforce Sans"/>
            </a:endParaRPr>
          </a:p>
        </p:txBody>
      </p:sp>
      <p:sp>
        <p:nvSpPr>
          <p:cNvPr id="1698" name="Google Shape;1698;p83"/>
          <p:cNvSpPr/>
          <p:nvPr/>
        </p:nvSpPr>
        <p:spPr>
          <a:xfrm>
            <a:off x="7653242" y="589571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9" name="Google Shape;1699;p83"/>
          <p:cNvSpPr txBox="1"/>
          <p:nvPr/>
        </p:nvSpPr>
        <p:spPr>
          <a:xfrm>
            <a:off x="7811494" y="587111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Adjustment and Posting</a:t>
            </a:r>
            <a:endParaRPr i="0" sz="800" u="none" cap="none" strike="noStrike">
              <a:latin typeface="Salesforce Sans"/>
              <a:ea typeface="Salesforce Sans"/>
              <a:cs typeface="Salesforce Sans"/>
              <a:sym typeface="Salesforce Sans"/>
            </a:endParaRPr>
          </a:p>
        </p:txBody>
      </p:sp>
      <p:sp>
        <p:nvSpPr>
          <p:cNvPr id="1700" name="Google Shape;1700;p83"/>
          <p:cNvSpPr txBox="1"/>
          <p:nvPr/>
        </p:nvSpPr>
        <p:spPr>
          <a:xfrm>
            <a:off x="7811494" y="341293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Performance Visibility</a:t>
            </a:r>
            <a:endParaRPr i="0" sz="800" u="none" cap="none" strike="noStrike">
              <a:latin typeface="Salesforce Sans"/>
              <a:ea typeface="Salesforce Sans"/>
              <a:cs typeface="Salesforce Sans"/>
              <a:sym typeface="Salesforce Sans"/>
            </a:endParaRPr>
          </a:p>
        </p:txBody>
      </p:sp>
      <p:sp>
        <p:nvSpPr>
          <p:cNvPr id="1701" name="Google Shape;1701;p83"/>
          <p:cNvSpPr txBox="1"/>
          <p:nvPr/>
        </p:nvSpPr>
        <p:spPr>
          <a:xfrm>
            <a:off x="7811494" y="372767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Activation</a:t>
            </a:r>
            <a:endParaRPr i="0" sz="800" u="none" cap="none" strike="noStrike">
              <a:latin typeface="Salesforce Sans"/>
              <a:ea typeface="Salesforce Sans"/>
              <a:cs typeface="Salesforce Sans"/>
              <a:sym typeface="Salesforce Sans"/>
            </a:endParaRPr>
          </a:p>
        </p:txBody>
      </p:sp>
      <p:sp>
        <p:nvSpPr>
          <p:cNvPr id="1702" name="Google Shape;1702;p83"/>
          <p:cNvSpPr/>
          <p:nvPr/>
        </p:nvSpPr>
        <p:spPr>
          <a:xfrm>
            <a:off x="7653242" y="52356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03" name="Google Shape;1703;p83"/>
          <p:cNvSpPr txBox="1"/>
          <p:nvPr/>
        </p:nvSpPr>
        <p:spPr>
          <a:xfrm>
            <a:off x="7811494" y="52110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Payment Processing</a:t>
            </a:r>
            <a:endParaRPr i="0" sz="800" u="none" cap="none" strike="noStrike">
              <a:latin typeface="Salesforce Sans"/>
              <a:ea typeface="Salesforce Sans"/>
              <a:cs typeface="Salesforce Sans"/>
              <a:sym typeface="Salesforce Sans"/>
            </a:endParaRPr>
          </a:p>
        </p:txBody>
      </p:sp>
      <p:sp>
        <p:nvSpPr>
          <p:cNvPr id="1704" name="Google Shape;1704;p83"/>
          <p:cNvSpPr/>
          <p:nvPr/>
        </p:nvSpPr>
        <p:spPr>
          <a:xfrm>
            <a:off x="6401215" y="286739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Dev &amp; Build</a:t>
            </a:r>
            <a:endParaRPr b="1" i="0" sz="900" u="none" cap="none" strike="noStrike">
              <a:solidFill>
                <a:srgbClr val="066AFE"/>
              </a:solidFill>
              <a:latin typeface="Salesforce Sans"/>
              <a:ea typeface="Salesforce Sans"/>
              <a:cs typeface="Salesforce Sans"/>
              <a:sym typeface="Salesforce Sans"/>
            </a:endParaRPr>
          </a:p>
        </p:txBody>
      </p:sp>
      <p:sp>
        <p:nvSpPr>
          <p:cNvPr id="1705" name="Google Shape;1705;p83"/>
          <p:cNvSpPr/>
          <p:nvPr/>
        </p:nvSpPr>
        <p:spPr>
          <a:xfrm>
            <a:off x="6401215" y="2158141"/>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Value Prop Strategy &amp; Design</a:t>
            </a:r>
            <a:endParaRPr b="1" i="0" sz="900" u="none" cap="none" strike="noStrike">
              <a:solidFill>
                <a:srgbClr val="066AFE"/>
              </a:solidFill>
              <a:latin typeface="Salesforce Sans"/>
              <a:ea typeface="Salesforce Sans"/>
              <a:cs typeface="Salesforce Sans"/>
              <a:sym typeface="Salesforce Sans"/>
            </a:endParaRPr>
          </a:p>
        </p:txBody>
      </p:sp>
      <p:sp>
        <p:nvSpPr>
          <p:cNvPr id="1706" name="Google Shape;1706;p83"/>
          <p:cNvSpPr/>
          <p:nvPr/>
        </p:nvSpPr>
        <p:spPr>
          <a:xfrm>
            <a:off x="6401214" y="5594469"/>
            <a:ext cx="1116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Reconciliations</a:t>
            </a:r>
            <a:endParaRPr b="1" i="0" sz="900" u="none" cap="none" strike="noStrike">
              <a:solidFill>
                <a:srgbClr val="066AFE"/>
              </a:solidFill>
              <a:latin typeface="Salesforce Sans"/>
              <a:ea typeface="Salesforce Sans"/>
              <a:cs typeface="Salesforce Sans"/>
              <a:sym typeface="Salesforce Sans"/>
            </a:endParaRPr>
          </a:p>
        </p:txBody>
      </p:sp>
      <p:sp>
        <p:nvSpPr>
          <p:cNvPr id="1707" name="Google Shape;1707;p83"/>
          <p:cNvSpPr/>
          <p:nvPr/>
        </p:nvSpPr>
        <p:spPr>
          <a:xfrm>
            <a:off x="6401215" y="412038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Lending Operations</a:t>
            </a:r>
            <a:endParaRPr b="1" i="0" sz="900" u="none" cap="none" strike="noStrike">
              <a:solidFill>
                <a:srgbClr val="066AFE"/>
              </a:solidFill>
              <a:latin typeface="Salesforce Sans"/>
              <a:ea typeface="Salesforce Sans"/>
              <a:cs typeface="Salesforce Sans"/>
              <a:sym typeface="Salesforce Sans"/>
            </a:endParaRPr>
          </a:p>
        </p:txBody>
      </p:sp>
      <p:sp>
        <p:nvSpPr>
          <p:cNvPr id="1708" name="Google Shape;1708;p83"/>
          <p:cNvSpPr/>
          <p:nvPr/>
        </p:nvSpPr>
        <p:spPr>
          <a:xfrm>
            <a:off x="6401215" y="482329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Deposit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1709" name="Google Shape;1709;p83"/>
          <p:cNvSpPr/>
          <p:nvPr/>
        </p:nvSpPr>
        <p:spPr>
          <a:xfrm>
            <a:off x="6401214" y="5214200"/>
            <a:ext cx="1253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Payment &amp;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Trans</a:t>
            </a:r>
            <a:r>
              <a:rPr b="1" lang="en" sz="900">
                <a:solidFill>
                  <a:srgbClr val="066AFE"/>
                </a:solidFill>
                <a:latin typeface="Salesforce Sans"/>
                <a:ea typeface="Salesforce Sans"/>
                <a:cs typeface="Salesforce Sans"/>
                <a:sym typeface="Salesforce Sans"/>
              </a:rPr>
              <a:t>fer Operations</a:t>
            </a:r>
            <a:endParaRPr b="1" i="0" sz="900" u="none" cap="none" strike="noStrike">
              <a:solidFill>
                <a:srgbClr val="066AFE"/>
              </a:solidFill>
              <a:latin typeface="Salesforce Sans"/>
              <a:ea typeface="Salesforce Sans"/>
              <a:cs typeface="Salesforce Sans"/>
              <a:sym typeface="Salesforce Sans"/>
            </a:endParaRPr>
          </a:p>
        </p:txBody>
      </p:sp>
      <p:sp>
        <p:nvSpPr>
          <p:cNvPr id="1710" name="Google Shape;1710;p83"/>
          <p:cNvSpPr/>
          <p:nvPr/>
        </p:nvSpPr>
        <p:spPr>
          <a:xfrm>
            <a:off x="6401215" y="3412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Onboarding</a:t>
            </a:r>
            <a:endParaRPr b="1" i="0" sz="900" u="none" cap="none" strike="noStrike">
              <a:solidFill>
                <a:srgbClr val="066AFE"/>
              </a:solidFill>
              <a:latin typeface="Salesforce Sans"/>
              <a:ea typeface="Salesforce Sans"/>
              <a:cs typeface="Salesforce Sans"/>
              <a:sym typeface="Salesforce Sans"/>
            </a:endParaRPr>
          </a:p>
        </p:txBody>
      </p:sp>
      <p:sp>
        <p:nvSpPr>
          <p:cNvPr id="1711" name="Google Shape;1711;p83"/>
          <p:cNvSpPr/>
          <p:nvPr/>
        </p:nvSpPr>
        <p:spPr>
          <a:xfrm>
            <a:off x="7653242" y="769282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12" name="Google Shape;1712;p83"/>
          <p:cNvSpPr txBox="1"/>
          <p:nvPr/>
        </p:nvSpPr>
        <p:spPr>
          <a:xfrm>
            <a:off x="7805144" y="766822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Translation</a:t>
            </a:r>
            <a:endParaRPr i="0" sz="800" u="none" cap="none" strike="noStrike">
              <a:latin typeface="Salesforce Sans"/>
              <a:ea typeface="Salesforce Sans"/>
              <a:cs typeface="Salesforce Sans"/>
              <a:sym typeface="Salesforce Sans"/>
            </a:endParaRPr>
          </a:p>
        </p:txBody>
      </p:sp>
      <p:sp>
        <p:nvSpPr>
          <p:cNvPr id="1713" name="Google Shape;1713;p83"/>
          <p:cNvSpPr/>
          <p:nvPr/>
        </p:nvSpPr>
        <p:spPr>
          <a:xfrm>
            <a:off x="7653242" y="79267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14" name="Google Shape;1714;p83"/>
          <p:cNvSpPr txBox="1"/>
          <p:nvPr/>
        </p:nvSpPr>
        <p:spPr>
          <a:xfrm>
            <a:off x="7811494" y="790218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Intake</a:t>
            </a:r>
            <a:endParaRPr i="0" sz="800" u="none" cap="none" strike="noStrike">
              <a:latin typeface="Salesforce Sans"/>
              <a:ea typeface="Salesforce Sans"/>
              <a:cs typeface="Salesforce Sans"/>
              <a:sym typeface="Salesforce Sans"/>
            </a:endParaRPr>
          </a:p>
        </p:txBody>
      </p:sp>
      <p:sp>
        <p:nvSpPr>
          <p:cNvPr id="1715" name="Google Shape;1715;p83"/>
          <p:cNvSpPr/>
          <p:nvPr/>
        </p:nvSpPr>
        <p:spPr>
          <a:xfrm>
            <a:off x="7653242" y="722070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16" name="Google Shape;1716;p83"/>
          <p:cNvSpPr txBox="1"/>
          <p:nvPr/>
        </p:nvSpPr>
        <p:spPr>
          <a:xfrm>
            <a:off x="7801969" y="718449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Requirements</a:t>
            </a:r>
            <a:endParaRPr i="0" sz="800" u="none" cap="none" strike="noStrike">
              <a:latin typeface="Salesforce Sans"/>
              <a:ea typeface="Salesforce Sans"/>
              <a:cs typeface="Salesforce Sans"/>
              <a:sym typeface="Salesforce Sans"/>
            </a:endParaRPr>
          </a:p>
        </p:txBody>
      </p:sp>
      <p:sp>
        <p:nvSpPr>
          <p:cNvPr id="1717" name="Google Shape;1717;p83"/>
          <p:cNvSpPr/>
          <p:nvPr/>
        </p:nvSpPr>
        <p:spPr>
          <a:xfrm>
            <a:off x="7653242" y="73780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18" name="Google Shape;1718;p83"/>
          <p:cNvSpPr txBox="1"/>
          <p:nvPr/>
        </p:nvSpPr>
        <p:spPr>
          <a:xfrm>
            <a:off x="7805144" y="735348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Documentation </a:t>
            </a:r>
            <a:endParaRPr i="0" sz="800" u="none" cap="none" strike="noStrike">
              <a:latin typeface="Salesforce Sans"/>
              <a:ea typeface="Salesforce Sans"/>
              <a:cs typeface="Salesforce Sans"/>
              <a:sym typeface="Salesforce Sans"/>
            </a:endParaRPr>
          </a:p>
        </p:txBody>
      </p:sp>
      <p:sp>
        <p:nvSpPr>
          <p:cNvPr id="1719" name="Google Shape;1719;p83"/>
          <p:cNvSpPr/>
          <p:nvPr/>
        </p:nvSpPr>
        <p:spPr>
          <a:xfrm>
            <a:off x="7653242" y="753545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20" name="Google Shape;1720;p83"/>
          <p:cNvSpPr txBox="1"/>
          <p:nvPr/>
        </p:nvSpPr>
        <p:spPr>
          <a:xfrm>
            <a:off x="7811494" y="751085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a:t>
            </a:r>
            <a:endParaRPr i="0" sz="800" u="none" cap="none" strike="noStrike">
              <a:latin typeface="Salesforce Sans"/>
              <a:ea typeface="Salesforce Sans"/>
              <a:cs typeface="Salesforce Sans"/>
              <a:sym typeface="Salesforce Sans"/>
            </a:endParaRPr>
          </a:p>
        </p:txBody>
      </p:sp>
      <p:sp>
        <p:nvSpPr>
          <p:cNvPr id="1721" name="Google Shape;1721;p83"/>
          <p:cNvSpPr/>
          <p:nvPr/>
        </p:nvSpPr>
        <p:spPr>
          <a:xfrm>
            <a:off x="7653242" y="810103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22" name="Google Shape;1722;p83"/>
          <p:cNvSpPr txBox="1"/>
          <p:nvPr/>
        </p:nvSpPr>
        <p:spPr>
          <a:xfrm>
            <a:off x="7801975" y="8076432"/>
            <a:ext cx="2089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&amp; Troubleshooting</a:t>
            </a:r>
            <a:endParaRPr i="0" sz="800" u="none" cap="none" strike="noStrike">
              <a:latin typeface="Salesforce Sans"/>
              <a:ea typeface="Salesforce Sans"/>
              <a:cs typeface="Salesforce Sans"/>
              <a:sym typeface="Salesforce Sans"/>
            </a:endParaRPr>
          </a:p>
        </p:txBody>
      </p:sp>
      <p:sp>
        <p:nvSpPr>
          <p:cNvPr id="1723" name="Google Shape;1723;p83"/>
          <p:cNvSpPr/>
          <p:nvPr/>
        </p:nvSpPr>
        <p:spPr>
          <a:xfrm>
            <a:off x="7653242" y="82752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24" name="Google Shape;1724;p83"/>
          <p:cNvSpPr txBox="1"/>
          <p:nvPr/>
        </p:nvSpPr>
        <p:spPr>
          <a:xfrm>
            <a:off x="7801969" y="825067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Knowledge</a:t>
            </a:r>
            <a:endParaRPr i="0" sz="800" u="none" cap="none" strike="noStrike">
              <a:latin typeface="Salesforce Sans"/>
              <a:ea typeface="Salesforce Sans"/>
              <a:cs typeface="Salesforce Sans"/>
              <a:sym typeface="Salesforce Sans"/>
            </a:endParaRPr>
          </a:p>
        </p:txBody>
      </p:sp>
      <p:sp>
        <p:nvSpPr>
          <p:cNvPr id="1725" name="Google Shape;1725;p83"/>
          <p:cNvSpPr/>
          <p:nvPr/>
        </p:nvSpPr>
        <p:spPr>
          <a:xfrm>
            <a:off x="6401215" y="790382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1726" name="Google Shape;1726;p83"/>
          <p:cNvSpPr/>
          <p:nvPr/>
        </p:nvSpPr>
        <p:spPr>
          <a:xfrm>
            <a:off x="6401215" y="7196106"/>
            <a:ext cx="892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Technology Modernization</a:t>
            </a:r>
            <a:endParaRPr b="1" i="0" sz="900" u="none" cap="none" strike="noStrike">
              <a:solidFill>
                <a:srgbClr val="066AFE"/>
              </a:solidFill>
              <a:latin typeface="Salesforce Sans"/>
              <a:ea typeface="Salesforce Sans"/>
              <a:cs typeface="Salesforce Sans"/>
              <a:sym typeface="Salesforce Sans"/>
            </a:endParaRPr>
          </a:p>
        </p:txBody>
      </p:sp>
      <p:sp>
        <p:nvSpPr>
          <p:cNvPr id="1727" name="Google Shape;1727;p83"/>
          <p:cNvSpPr txBox="1"/>
          <p:nvPr/>
        </p:nvSpPr>
        <p:spPr>
          <a:xfrm>
            <a:off x="7811494" y="388414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Compliance Guardrails</a:t>
            </a:r>
            <a:endParaRPr i="0" sz="800" u="none" cap="none" strike="noStrike">
              <a:latin typeface="Salesforce Sans"/>
              <a:ea typeface="Salesforce Sans"/>
              <a:cs typeface="Salesforce Sans"/>
              <a:sym typeface="Salesforce Sans"/>
            </a:endParaRPr>
          </a:p>
        </p:txBody>
      </p:sp>
      <p:sp>
        <p:nvSpPr>
          <p:cNvPr id="1728" name="Google Shape;1728;p83"/>
          <p:cNvSpPr txBox="1"/>
          <p:nvPr/>
        </p:nvSpPr>
        <p:spPr>
          <a:xfrm>
            <a:off x="7811494" y="357030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Onboarding </a:t>
            </a:r>
            <a:endParaRPr i="0" sz="800" u="none" cap="none" strike="noStrike">
              <a:latin typeface="Salesforce Sans"/>
              <a:ea typeface="Salesforce Sans"/>
              <a:cs typeface="Salesforce Sans"/>
              <a:sym typeface="Salesforce Sans"/>
            </a:endParaRPr>
          </a:p>
        </p:txBody>
      </p:sp>
      <p:sp>
        <p:nvSpPr>
          <p:cNvPr id="1729" name="Google Shape;1729;p83"/>
          <p:cNvSpPr/>
          <p:nvPr/>
        </p:nvSpPr>
        <p:spPr>
          <a:xfrm>
            <a:off x="7653242" y="359490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30" name="Google Shape;1730;p83"/>
          <p:cNvSpPr txBox="1"/>
          <p:nvPr/>
        </p:nvSpPr>
        <p:spPr>
          <a:xfrm>
            <a:off x="7811294" y="6260866"/>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Disaster Recovery</a:t>
            </a:r>
            <a:endParaRPr i="0" sz="800" u="none" cap="none" strike="noStrike">
              <a:latin typeface="Salesforce Sans"/>
              <a:ea typeface="Salesforce Sans"/>
              <a:cs typeface="Salesforce Sans"/>
              <a:sym typeface="Salesforce Sans"/>
            </a:endParaRPr>
          </a:p>
        </p:txBody>
      </p:sp>
      <p:sp>
        <p:nvSpPr>
          <p:cNvPr id="1731" name="Google Shape;1731;p83"/>
          <p:cNvSpPr txBox="1"/>
          <p:nvPr/>
        </p:nvSpPr>
        <p:spPr>
          <a:xfrm>
            <a:off x="7823994" y="641788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1732" name="Google Shape;1732;p83"/>
          <p:cNvSpPr txBox="1"/>
          <p:nvPr/>
        </p:nvSpPr>
        <p:spPr>
          <a:xfrm>
            <a:off x="7811294" y="610384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Continuity Planning</a:t>
            </a:r>
            <a:endParaRPr i="0" sz="800" u="none" cap="none" strike="noStrike">
              <a:latin typeface="Salesforce Sans"/>
              <a:ea typeface="Salesforce Sans"/>
              <a:cs typeface="Salesforce Sans"/>
              <a:sym typeface="Salesforce Sans"/>
            </a:endParaRPr>
          </a:p>
        </p:txBody>
      </p:sp>
      <p:sp>
        <p:nvSpPr>
          <p:cNvPr id="1733" name="Google Shape;1733;p83"/>
          <p:cNvSpPr txBox="1"/>
          <p:nvPr/>
        </p:nvSpPr>
        <p:spPr>
          <a:xfrm>
            <a:off x="7823994" y="657491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1734" name="Google Shape;1734;p83"/>
          <p:cNvSpPr txBox="1"/>
          <p:nvPr/>
        </p:nvSpPr>
        <p:spPr>
          <a:xfrm>
            <a:off x="7807494" y="6964910"/>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Offensive Security Testing</a:t>
            </a:r>
            <a:endParaRPr i="0" sz="800" u="none" cap="none" strike="noStrike">
              <a:latin typeface="Salesforce Sans"/>
              <a:ea typeface="Salesforce Sans"/>
              <a:cs typeface="Salesforce Sans"/>
              <a:sym typeface="Salesforce Sans"/>
            </a:endParaRPr>
          </a:p>
        </p:txBody>
      </p:sp>
      <p:sp>
        <p:nvSpPr>
          <p:cNvPr id="1735" name="Google Shape;1735;p83"/>
          <p:cNvSpPr txBox="1"/>
          <p:nvPr/>
        </p:nvSpPr>
        <p:spPr>
          <a:xfrm>
            <a:off x="7813844" y="680753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Access &amp; Security Policy Creation</a:t>
            </a:r>
            <a:endParaRPr i="0" sz="800" u="none" cap="none" strike="noStrike">
              <a:latin typeface="Salesforce Sans"/>
              <a:ea typeface="Salesforce Sans"/>
              <a:cs typeface="Salesforce Sans"/>
              <a:sym typeface="Salesforce Sans"/>
            </a:endParaRPr>
          </a:p>
        </p:txBody>
      </p:sp>
      <p:sp>
        <p:nvSpPr>
          <p:cNvPr id="1736" name="Google Shape;1736;p83"/>
          <p:cNvSpPr/>
          <p:nvPr/>
        </p:nvSpPr>
        <p:spPr>
          <a:xfrm>
            <a:off x="6401215" y="6113367"/>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Infra Operations</a:t>
            </a:r>
            <a:endParaRPr b="1" i="0" sz="900" u="none" cap="none" strike="noStrike">
              <a:solidFill>
                <a:srgbClr val="066AFE"/>
              </a:solidFill>
              <a:latin typeface="Salesforce Sans"/>
              <a:ea typeface="Salesforce Sans"/>
              <a:cs typeface="Salesforce Sans"/>
              <a:sym typeface="Salesforce Sans"/>
            </a:endParaRPr>
          </a:p>
        </p:txBody>
      </p:sp>
      <p:sp>
        <p:nvSpPr>
          <p:cNvPr id="1737" name="Google Shape;1737;p83"/>
          <p:cNvSpPr/>
          <p:nvPr/>
        </p:nvSpPr>
        <p:spPr>
          <a:xfrm>
            <a:off x="6401215" y="6813888"/>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a:t>
            </a:r>
            <a:r>
              <a:rPr b="1" lang="en" sz="900">
                <a:solidFill>
                  <a:srgbClr val="066AFE"/>
                </a:solidFill>
                <a:latin typeface="Salesforce Sans"/>
                <a:ea typeface="Salesforce Sans"/>
                <a:cs typeface="Salesforce Sans"/>
                <a:sym typeface="Salesforce Sans"/>
              </a:rPr>
              <a:t> Security</a:t>
            </a:r>
            <a:endParaRPr b="1" i="0" sz="900" u="none" cap="none" strike="noStrike">
              <a:solidFill>
                <a:srgbClr val="066AFE"/>
              </a:solidFill>
              <a:latin typeface="Salesforce Sans"/>
              <a:ea typeface="Salesforce Sans"/>
              <a:cs typeface="Salesforce Sans"/>
              <a:sym typeface="Salesforce Sans"/>
            </a:endParaRPr>
          </a:p>
        </p:txBody>
      </p:sp>
      <p:sp>
        <p:nvSpPr>
          <p:cNvPr id="1738" name="Google Shape;1738;p83"/>
          <p:cNvSpPr txBox="1"/>
          <p:nvPr/>
        </p:nvSpPr>
        <p:spPr>
          <a:xfrm>
            <a:off x="5042141"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739" name="Google Shape;1739;p83"/>
          <p:cNvSpPr txBox="1"/>
          <p:nvPr/>
        </p:nvSpPr>
        <p:spPr>
          <a:xfrm>
            <a:off x="7814431" y="176824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Development</a:t>
            </a:r>
            <a:endParaRPr sz="800">
              <a:latin typeface="Salesforce Sans"/>
              <a:ea typeface="Salesforce Sans"/>
              <a:cs typeface="Salesforce Sans"/>
              <a:sym typeface="Salesforce Sans"/>
            </a:endParaRPr>
          </a:p>
        </p:txBody>
      </p:sp>
      <p:sp>
        <p:nvSpPr>
          <p:cNvPr id="1740" name="Google Shape;1740;p83"/>
          <p:cNvSpPr txBox="1"/>
          <p:nvPr/>
        </p:nvSpPr>
        <p:spPr>
          <a:xfrm>
            <a:off x="7814431" y="1611400"/>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Inventory management</a:t>
            </a:r>
            <a:endParaRPr sz="800">
              <a:latin typeface="Salesforce Sans"/>
              <a:ea typeface="Salesforce Sans"/>
              <a:cs typeface="Salesforce Sans"/>
              <a:sym typeface="Salesforce Sans"/>
            </a:endParaRPr>
          </a:p>
        </p:txBody>
      </p:sp>
      <p:sp>
        <p:nvSpPr>
          <p:cNvPr id="1741" name="Google Shape;1741;p83"/>
          <p:cNvSpPr txBox="1"/>
          <p:nvPr/>
        </p:nvSpPr>
        <p:spPr>
          <a:xfrm>
            <a:off x="6406430"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742" name="Google Shape;1742;p83"/>
          <p:cNvGrpSpPr/>
          <p:nvPr/>
        </p:nvGrpSpPr>
        <p:grpSpPr>
          <a:xfrm>
            <a:off x="4927454" y="1635959"/>
            <a:ext cx="1322400" cy="449700"/>
            <a:chOff x="755165" y="1828821"/>
            <a:chExt cx="1322400" cy="449700"/>
          </a:xfrm>
        </p:grpSpPr>
        <p:sp>
          <p:nvSpPr>
            <p:cNvPr id="1743" name="Google Shape;174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44" name="Google Shape;174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1745" name="Google Shape;1745;p83"/>
          <p:cNvSpPr txBox="1"/>
          <p:nvPr/>
        </p:nvSpPr>
        <p:spPr>
          <a:xfrm>
            <a:off x="7816818"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746" name="Google Shape;1746;p83"/>
          <p:cNvSpPr txBox="1"/>
          <p:nvPr/>
        </p:nvSpPr>
        <p:spPr>
          <a:xfrm>
            <a:off x="6401215"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Model Risk Management</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747" name="Google Shape;1747;p83"/>
          <p:cNvGrpSpPr/>
          <p:nvPr/>
        </p:nvGrpSpPr>
        <p:grpSpPr>
          <a:xfrm>
            <a:off x="4927454" y="2134746"/>
            <a:ext cx="1322400" cy="449700"/>
            <a:chOff x="755165" y="1828821"/>
            <a:chExt cx="1322400" cy="449700"/>
          </a:xfrm>
        </p:grpSpPr>
        <p:sp>
          <p:nvSpPr>
            <p:cNvPr id="1748" name="Google Shape;174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49" name="Google Shape;174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Products</a:t>
              </a:r>
              <a:endParaRPr sz="900">
                <a:solidFill>
                  <a:srgbClr val="FFFFFF"/>
                </a:solidFill>
                <a:latin typeface="Avant Garde Demi SFDC"/>
                <a:ea typeface="Avant Garde Demi SFDC"/>
                <a:cs typeface="Avant Garde Demi SFDC"/>
                <a:sym typeface="Avant Garde Demi SFDC"/>
              </a:endParaRPr>
            </a:p>
          </p:txBody>
        </p:sp>
      </p:grpSp>
      <p:grpSp>
        <p:nvGrpSpPr>
          <p:cNvPr id="1750" name="Google Shape;1750;p83"/>
          <p:cNvGrpSpPr/>
          <p:nvPr/>
        </p:nvGrpSpPr>
        <p:grpSpPr>
          <a:xfrm>
            <a:off x="4927454" y="4150296"/>
            <a:ext cx="1322400" cy="449700"/>
            <a:chOff x="755165" y="1828821"/>
            <a:chExt cx="1322400" cy="449700"/>
          </a:xfrm>
        </p:grpSpPr>
        <p:sp>
          <p:nvSpPr>
            <p:cNvPr id="1751" name="Google Shape;1751;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52" name="Google Shape;1752;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grpSp>
        <p:nvGrpSpPr>
          <p:cNvPr id="1753" name="Google Shape;1753;p83"/>
          <p:cNvGrpSpPr/>
          <p:nvPr/>
        </p:nvGrpSpPr>
        <p:grpSpPr>
          <a:xfrm>
            <a:off x="4927454" y="6136146"/>
            <a:ext cx="1322400" cy="449700"/>
            <a:chOff x="755165" y="1828821"/>
            <a:chExt cx="1322400" cy="449700"/>
          </a:xfrm>
        </p:grpSpPr>
        <p:sp>
          <p:nvSpPr>
            <p:cNvPr id="1754" name="Google Shape;1754;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55" name="Google Shape;1755;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Technology</a:t>
              </a:r>
              <a:endParaRPr sz="900">
                <a:solidFill>
                  <a:srgbClr val="FFFFFF"/>
                </a:solidFill>
                <a:latin typeface="Avant Garde Demi SFDC"/>
                <a:ea typeface="Avant Garde Demi SFDC"/>
                <a:cs typeface="Avant Garde Demi SFDC"/>
                <a:sym typeface="Avant Garde Demi SFDC"/>
              </a:endParaRPr>
            </a:p>
          </p:txBody>
        </p:sp>
      </p:grpSp>
      <p:sp>
        <p:nvSpPr>
          <p:cNvPr id="1756" name="Google Shape;1756;p83"/>
          <p:cNvSpPr txBox="1"/>
          <p:nvPr/>
        </p:nvSpPr>
        <p:spPr>
          <a:xfrm>
            <a:off x="9617033"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757" name="Google Shape;1757;p83"/>
          <p:cNvSpPr/>
          <p:nvPr/>
        </p:nvSpPr>
        <p:spPr>
          <a:xfrm>
            <a:off x="12013084" y="939798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58" name="Google Shape;1758;p83"/>
          <p:cNvSpPr txBox="1"/>
          <p:nvPr/>
        </p:nvSpPr>
        <p:spPr>
          <a:xfrm>
            <a:off x="12177393" y="9364517"/>
            <a:ext cx="18684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1759" name="Google Shape;1759;p83"/>
          <p:cNvSpPr/>
          <p:nvPr/>
        </p:nvSpPr>
        <p:spPr>
          <a:xfrm>
            <a:off x="12013084" y="78927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60" name="Google Shape;1760;p83"/>
          <p:cNvSpPr/>
          <p:nvPr/>
        </p:nvSpPr>
        <p:spPr>
          <a:xfrm>
            <a:off x="12013084" y="881779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1" name="Google Shape;1761;p83"/>
          <p:cNvSpPr/>
          <p:nvPr/>
        </p:nvSpPr>
        <p:spPr>
          <a:xfrm>
            <a:off x="12013084" y="8485387"/>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2" name="Google Shape;1762;p83"/>
          <p:cNvSpPr/>
          <p:nvPr/>
        </p:nvSpPr>
        <p:spPr>
          <a:xfrm>
            <a:off x="12013084" y="923012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63" name="Google Shape;1763;p83"/>
          <p:cNvSpPr/>
          <p:nvPr/>
        </p:nvSpPr>
        <p:spPr>
          <a:xfrm>
            <a:off x="12013084" y="8257270"/>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4" name="Google Shape;1764;p83"/>
          <p:cNvSpPr/>
          <p:nvPr/>
        </p:nvSpPr>
        <p:spPr>
          <a:xfrm>
            <a:off x="12013084" y="8651591"/>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5" name="Google Shape;1765;p83"/>
          <p:cNvSpPr txBox="1"/>
          <p:nvPr/>
        </p:nvSpPr>
        <p:spPr>
          <a:xfrm>
            <a:off x="12177400" y="7367810"/>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Skills Assessment</a:t>
            </a:r>
            <a:endParaRPr i="0" sz="800" u="none" cap="none" strike="noStrike">
              <a:latin typeface="Salesforce Sans"/>
              <a:ea typeface="Salesforce Sans"/>
              <a:cs typeface="Salesforce Sans"/>
              <a:sym typeface="Salesforce Sans"/>
            </a:endParaRPr>
          </a:p>
        </p:txBody>
      </p:sp>
      <p:sp>
        <p:nvSpPr>
          <p:cNvPr id="1766" name="Google Shape;1766;p83"/>
          <p:cNvSpPr txBox="1"/>
          <p:nvPr/>
        </p:nvSpPr>
        <p:spPr>
          <a:xfrm>
            <a:off x="12177400" y="764996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1767" name="Google Shape;1767;p83"/>
          <p:cNvSpPr txBox="1"/>
          <p:nvPr/>
        </p:nvSpPr>
        <p:spPr>
          <a:xfrm>
            <a:off x="12177400" y="785930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Reporting</a:t>
            </a:r>
            <a:endParaRPr i="0" sz="800" u="none" cap="none" strike="noStrike">
              <a:latin typeface="Salesforce Sans"/>
              <a:ea typeface="Salesforce Sans"/>
              <a:cs typeface="Salesforce Sans"/>
              <a:sym typeface="Salesforce Sans"/>
            </a:endParaRPr>
          </a:p>
        </p:txBody>
      </p:sp>
      <p:sp>
        <p:nvSpPr>
          <p:cNvPr id="1768" name="Google Shape;1768;p83"/>
          <p:cNvSpPr txBox="1"/>
          <p:nvPr/>
        </p:nvSpPr>
        <p:spPr>
          <a:xfrm>
            <a:off x="12177400" y="8778718"/>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1769" name="Google Shape;1769;p83"/>
          <p:cNvSpPr txBox="1"/>
          <p:nvPr/>
        </p:nvSpPr>
        <p:spPr>
          <a:xfrm>
            <a:off x="12177400" y="8450042"/>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1770" name="Google Shape;1770;p83"/>
          <p:cNvSpPr txBox="1"/>
          <p:nvPr/>
        </p:nvSpPr>
        <p:spPr>
          <a:xfrm>
            <a:off x="12177400" y="9196663"/>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1771" name="Google Shape;1771;p83"/>
          <p:cNvSpPr txBox="1"/>
          <p:nvPr/>
        </p:nvSpPr>
        <p:spPr>
          <a:xfrm>
            <a:off x="12177400" y="9019276"/>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1772" name="Google Shape;1772;p83"/>
          <p:cNvSpPr txBox="1"/>
          <p:nvPr/>
        </p:nvSpPr>
        <p:spPr>
          <a:xfrm>
            <a:off x="12177400" y="822379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1773" name="Google Shape;1773;p83"/>
          <p:cNvSpPr txBox="1"/>
          <p:nvPr/>
        </p:nvSpPr>
        <p:spPr>
          <a:xfrm>
            <a:off x="12177400" y="8614380"/>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1774" name="Google Shape;1774;p83"/>
          <p:cNvSpPr/>
          <p:nvPr/>
        </p:nvSpPr>
        <p:spPr>
          <a:xfrm>
            <a:off x="10976107" y="737407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775" name="Google Shape;1775;p83"/>
          <p:cNvSpPr/>
          <p:nvPr/>
        </p:nvSpPr>
        <p:spPr>
          <a:xfrm>
            <a:off x="10976107" y="9030426"/>
            <a:ext cx="8736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M</a:t>
            </a:r>
            <a:r>
              <a:rPr b="1" lang="en" sz="900">
                <a:solidFill>
                  <a:srgbClr val="066AFE"/>
                </a:solidFill>
                <a:latin typeface="Salesforce Sans"/>
                <a:ea typeface="Salesforce Sans"/>
                <a:cs typeface="Salesforce Sans"/>
                <a:sym typeface="Salesforce Sans"/>
              </a:rPr>
              <a:t>anagement &amp;</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1776" name="Google Shape;1776;p83"/>
          <p:cNvSpPr/>
          <p:nvPr/>
        </p:nvSpPr>
        <p:spPr>
          <a:xfrm>
            <a:off x="10976107" y="8233907"/>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1777" name="Google Shape;1777;p83"/>
          <p:cNvSpPr/>
          <p:nvPr/>
        </p:nvSpPr>
        <p:spPr>
          <a:xfrm>
            <a:off x="12013084" y="242894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78" name="Google Shape;1778;p83"/>
          <p:cNvSpPr/>
          <p:nvPr/>
        </p:nvSpPr>
        <p:spPr>
          <a:xfrm>
            <a:off x="12013084" y="302183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79" name="Google Shape;1779;p83"/>
          <p:cNvSpPr/>
          <p:nvPr/>
        </p:nvSpPr>
        <p:spPr>
          <a:xfrm>
            <a:off x="12013084" y="330399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80" name="Google Shape;1780;p83"/>
          <p:cNvSpPr/>
          <p:nvPr/>
        </p:nvSpPr>
        <p:spPr>
          <a:xfrm>
            <a:off x="12013084" y="272538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81" name="Google Shape;1781;p83"/>
          <p:cNvSpPr txBox="1"/>
          <p:nvPr/>
        </p:nvSpPr>
        <p:spPr>
          <a:xfrm>
            <a:off x="12177400" y="2404977"/>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Authentication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Access Mgmt. </a:t>
            </a:r>
            <a:endParaRPr i="0" sz="800" u="none" cap="none" strike="noStrike">
              <a:latin typeface="Salesforce Sans"/>
              <a:ea typeface="Salesforce Sans"/>
              <a:cs typeface="Salesforce Sans"/>
              <a:sym typeface="Salesforce Sans"/>
            </a:endParaRPr>
          </a:p>
        </p:txBody>
      </p:sp>
      <p:sp>
        <p:nvSpPr>
          <p:cNvPr id="1782" name="Google Shape;1782;p83"/>
          <p:cNvSpPr txBox="1"/>
          <p:nvPr/>
        </p:nvSpPr>
        <p:spPr>
          <a:xfrm>
            <a:off x="12177400" y="304549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Personalized Engagement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Recommendations</a:t>
            </a:r>
            <a:endParaRPr i="0" sz="800" u="none" cap="none" strike="noStrike">
              <a:latin typeface="Salesforce Sans"/>
              <a:ea typeface="Salesforce Sans"/>
              <a:cs typeface="Salesforce Sans"/>
              <a:sym typeface="Salesforce Sans"/>
            </a:endParaRPr>
          </a:p>
        </p:txBody>
      </p:sp>
      <p:sp>
        <p:nvSpPr>
          <p:cNvPr id="1783" name="Google Shape;1783;p83"/>
          <p:cNvSpPr txBox="1"/>
          <p:nvPr/>
        </p:nvSpPr>
        <p:spPr>
          <a:xfrm>
            <a:off x="12177400" y="327050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Feedback &amp; Monitoring </a:t>
            </a:r>
            <a:endParaRPr i="0" sz="800" u="none" cap="none" strike="noStrike">
              <a:latin typeface="Salesforce Sans"/>
              <a:ea typeface="Salesforce Sans"/>
              <a:cs typeface="Salesforce Sans"/>
              <a:sym typeface="Salesforce Sans"/>
            </a:endParaRPr>
          </a:p>
        </p:txBody>
      </p:sp>
      <p:sp>
        <p:nvSpPr>
          <p:cNvPr id="1784" name="Google Shape;1784;p83"/>
          <p:cNvSpPr txBox="1"/>
          <p:nvPr/>
        </p:nvSpPr>
        <p:spPr>
          <a:xfrm>
            <a:off x="12177400" y="2691899"/>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Execution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Service Requests</a:t>
            </a:r>
            <a:endParaRPr i="0" sz="800" u="none" cap="none" strike="noStrike">
              <a:latin typeface="Salesforce Sans"/>
              <a:ea typeface="Salesforce Sans"/>
              <a:cs typeface="Salesforce Sans"/>
              <a:sym typeface="Salesforce Sans"/>
            </a:endParaRPr>
          </a:p>
        </p:txBody>
      </p:sp>
      <p:sp>
        <p:nvSpPr>
          <p:cNvPr id="1785" name="Google Shape;1785;p83"/>
          <p:cNvSpPr/>
          <p:nvPr/>
        </p:nvSpPr>
        <p:spPr>
          <a:xfrm>
            <a:off x="12013084"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6" name="Google Shape;1786;p83"/>
          <p:cNvSpPr/>
          <p:nvPr/>
        </p:nvSpPr>
        <p:spPr>
          <a:xfrm>
            <a:off x="12013084" y="181780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7" name="Google Shape;1787;p83"/>
          <p:cNvSpPr/>
          <p:nvPr/>
        </p:nvSpPr>
        <p:spPr>
          <a:xfrm>
            <a:off x="12013084" y="21869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8" name="Google Shape;1788;p83"/>
          <p:cNvSpPr/>
          <p:nvPr/>
        </p:nvSpPr>
        <p:spPr>
          <a:xfrm>
            <a:off x="12013084" y="200817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9" name="Google Shape;1789;p83"/>
          <p:cNvSpPr txBox="1"/>
          <p:nvPr/>
        </p:nvSpPr>
        <p:spPr>
          <a:xfrm>
            <a:off x="12177400" y="1593917"/>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1790" name="Google Shape;1790;p83"/>
          <p:cNvSpPr txBox="1"/>
          <p:nvPr/>
        </p:nvSpPr>
        <p:spPr>
          <a:xfrm>
            <a:off x="12177400" y="1779653"/>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 </a:t>
            </a:r>
            <a:endParaRPr i="0" sz="800" u="none" cap="none" strike="noStrike">
              <a:latin typeface="Salesforce Sans"/>
              <a:ea typeface="Salesforce Sans"/>
              <a:cs typeface="Salesforce Sans"/>
              <a:sym typeface="Salesforce Sans"/>
            </a:endParaRPr>
          </a:p>
        </p:txBody>
      </p:sp>
      <p:sp>
        <p:nvSpPr>
          <p:cNvPr id="1791" name="Google Shape;1791;p83"/>
          <p:cNvSpPr txBox="1"/>
          <p:nvPr/>
        </p:nvSpPr>
        <p:spPr>
          <a:xfrm>
            <a:off x="12177400" y="2151124"/>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1792" name="Google Shape;1792;p83"/>
          <p:cNvSpPr txBox="1"/>
          <p:nvPr/>
        </p:nvSpPr>
        <p:spPr>
          <a:xfrm>
            <a:off x="12177400" y="1965389"/>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Sentiment Analysis</a:t>
            </a:r>
            <a:endParaRPr i="0" sz="800" u="none" cap="none" strike="noStrike">
              <a:latin typeface="Salesforce Sans"/>
              <a:ea typeface="Salesforce Sans"/>
              <a:cs typeface="Salesforce Sans"/>
              <a:sym typeface="Salesforce Sans"/>
            </a:endParaRPr>
          </a:p>
        </p:txBody>
      </p:sp>
      <p:sp>
        <p:nvSpPr>
          <p:cNvPr id="1793" name="Google Shape;1793;p83"/>
          <p:cNvSpPr/>
          <p:nvPr/>
        </p:nvSpPr>
        <p:spPr>
          <a:xfrm>
            <a:off x="10976107" y="3517445"/>
            <a:ext cx="841200" cy="692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n" sz="900">
                <a:solidFill>
                  <a:srgbClr val="066AFE"/>
                </a:solidFill>
                <a:latin typeface="Salesforce Sans"/>
                <a:ea typeface="Salesforce Sans"/>
                <a:cs typeface="Salesforce Sans"/>
                <a:sym typeface="Salesforce Sans"/>
              </a:rPr>
              <a:t>Banking Service</a:t>
            </a:r>
            <a:endParaRPr b="1" i="0" sz="900" u="none" cap="none" strike="noStrike">
              <a:solidFill>
                <a:srgbClr val="066AFE"/>
              </a:solidFill>
              <a:latin typeface="Salesforce Sans"/>
              <a:ea typeface="Salesforce Sans"/>
              <a:cs typeface="Salesforce Sans"/>
              <a:sym typeface="Salesforce Sans"/>
            </a:endParaRPr>
          </a:p>
        </p:txBody>
      </p:sp>
      <p:sp>
        <p:nvSpPr>
          <p:cNvPr id="1794" name="Google Shape;1794;p83"/>
          <p:cNvSpPr/>
          <p:nvPr/>
        </p:nvSpPr>
        <p:spPr>
          <a:xfrm>
            <a:off x="12013084" y="354449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5" name="Google Shape;1795;p83"/>
          <p:cNvSpPr txBox="1"/>
          <p:nvPr/>
        </p:nvSpPr>
        <p:spPr>
          <a:xfrm>
            <a:off x="12177400" y="35109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Frequently Asked Questions</a:t>
            </a:r>
            <a:endParaRPr i="0" sz="800" u="none" cap="none" strike="noStrike">
              <a:latin typeface="Salesforce Sans"/>
              <a:ea typeface="Salesforce Sans"/>
              <a:cs typeface="Salesforce Sans"/>
              <a:sym typeface="Salesforce Sans"/>
            </a:endParaRPr>
          </a:p>
        </p:txBody>
      </p:sp>
      <p:sp>
        <p:nvSpPr>
          <p:cNvPr id="1796" name="Google Shape;1796;p83"/>
          <p:cNvSpPr/>
          <p:nvPr/>
        </p:nvSpPr>
        <p:spPr>
          <a:xfrm>
            <a:off x="12013084" y="37298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7" name="Google Shape;1797;p83"/>
          <p:cNvSpPr txBox="1"/>
          <p:nvPr/>
        </p:nvSpPr>
        <p:spPr>
          <a:xfrm>
            <a:off x="12177400" y="369633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View Balances &amp; Transactions</a:t>
            </a:r>
            <a:endParaRPr i="0" sz="800" u="none" cap="none" strike="noStrike">
              <a:latin typeface="Salesforce Sans"/>
              <a:ea typeface="Salesforce Sans"/>
              <a:cs typeface="Salesforce Sans"/>
              <a:sym typeface="Salesforce Sans"/>
            </a:endParaRPr>
          </a:p>
        </p:txBody>
      </p:sp>
      <p:sp>
        <p:nvSpPr>
          <p:cNvPr id="1798" name="Google Shape;1798;p83"/>
          <p:cNvSpPr/>
          <p:nvPr/>
        </p:nvSpPr>
        <p:spPr>
          <a:xfrm>
            <a:off x="12013084" y="39054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9" name="Google Shape;1799;p83"/>
          <p:cNvSpPr txBox="1"/>
          <p:nvPr/>
        </p:nvSpPr>
        <p:spPr>
          <a:xfrm>
            <a:off x="12177400" y="387199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Transfer Funds</a:t>
            </a:r>
            <a:endParaRPr i="0" sz="800" u="none" cap="none" strike="noStrike">
              <a:latin typeface="Salesforce Sans"/>
              <a:ea typeface="Salesforce Sans"/>
              <a:cs typeface="Salesforce Sans"/>
              <a:sym typeface="Salesforce Sans"/>
            </a:endParaRPr>
          </a:p>
        </p:txBody>
      </p:sp>
      <p:sp>
        <p:nvSpPr>
          <p:cNvPr id="1800" name="Google Shape;1800;p83"/>
          <p:cNvSpPr/>
          <p:nvPr/>
        </p:nvSpPr>
        <p:spPr>
          <a:xfrm>
            <a:off x="12013084" y="40908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1" name="Google Shape;1801;p83"/>
          <p:cNvSpPr txBox="1"/>
          <p:nvPr/>
        </p:nvSpPr>
        <p:spPr>
          <a:xfrm>
            <a:off x="12177400" y="40573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Credit Card Bill Payment</a:t>
            </a:r>
            <a:endParaRPr i="0" sz="800" u="none" cap="none" strike="noStrike">
              <a:latin typeface="Salesforce Sans"/>
              <a:ea typeface="Salesforce Sans"/>
              <a:cs typeface="Salesforce Sans"/>
              <a:sym typeface="Salesforce Sans"/>
            </a:endParaRPr>
          </a:p>
        </p:txBody>
      </p:sp>
      <p:sp>
        <p:nvSpPr>
          <p:cNvPr id="1802" name="Google Shape;1802;p83"/>
          <p:cNvSpPr/>
          <p:nvPr/>
        </p:nvSpPr>
        <p:spPr>
          <a:xfrm>
            <a:off x="12013084" y="428622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3" name="Google Shape;1803;p83"/>
          <p:cNvSpPr txBox="1"/>
          <p:nvPr/>
        </p:nvSpPr>
        <p:spPr>
          <a:xfrm>
            <a:off x="12177400" y="42527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Loan Payment</a:t>
            </a:r>
            <a:endParaRPr i="0" sz="800" u="none" cap="none" strike="noStrike">
              <a:latin typeface="Salesforce Sans"/>
              <a:ea typeface="Salesforce Sans"/>
              <a:cs typeface="Salesforce Sans"/>
              <a:sym typeface="Salesforce Sans"/>
            </a:endParaRPr>
          </a:p>
        </p:txBody>
      </p:sp>
      <p:sp>
        <p:nvSpPr>
          <p:cNvPr id="1804" name="Google Shape;1804;p83"/>
          <p:cNvSpPr/>
          <p:nvPr/>
        </p:nvSpPr>
        <p:spPr>
          <a:xfrm>
            <a:off x="12013084" y="447156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5" name="Google Shape;1805;p83"/>
          <p:cNvSpPr txBox="1"/>
          <p:nvPr/>
        </p:nvSpPr>
        <p:spPr>
          <a:xfrm>
            <a:off x="12177400" y="443806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Payment</a:t>
            </a:r>
            <a:endParaRPr i="0" sz="800" u="none" cap="none" strike="noStrike">
              <a:latin typeface="Salesforce Sans"/>
              <a:ea typeface="Salesforce Sans"/>
              <a:cs typeface="Salesforce Sans"/>
              <a:sym typeface="Salesforce Sans"/>
            </a:endParaRPr>
          </a:p>
        </p:txBody>
      </p:sp>
      <p:sp>
        <p:nvSpPr>
          <p:cNvPr id="1806" name="Google Shape;1806;p83"/>
          <p:cNvSpPr/>
          <p:nvPr/>
        </p:nvSpPr>
        <p:spPr>
          <a:xfrm>
            <a:off x="12013084" y="464721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7" name="Google Shape;1807;p83"/>
          <p:cNvSpPr txBox="1"/>
          <p:nvPr/>
        </p:nvSpPr>
        <p:spPr>
          <a:xfrm>
            <a:off x="12177400" y="461372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ACH-Deposit</a:t>
            </a:r>
            <a:endParaRPr i="0" sz="800" u="none" cap="none" strike="noStrike">
              <a:latin typeface="Salesforce Sans"/>
              <a:ea typeface="Salesforce Sans"/>
              <a:cs typeface="Salesforce Sans"/>
              <a:sym typeface="Salesforce Sans"/>
            </a:endParaRPr>
          </a:p>
        </p:txBody>
      </p:sp>
      <p:sp>
        <p:nvSpPr>
          <p:cNvPr id="1808" name="Google Shape;1808;p83"/>
          <p:cNvSpPr/>
          <p:nvPr/>
        </p:nvSpPr>
        <p:spPr>
          <a:xfrm>
            <a:off x="12013084" y="483255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9" name="Google Shape;1809;p83"/>
          <p:cNvSpPr txBox="1"/>
          <p:nvPr/>
        </p:nvSpPr>
        <p:spPr>
          <a:xfrm>
            <a:off x="12177400" y="479906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Dispute Intake</a:t>
            </a:r>
            <a:endParaRPr i="0" sz="800" u="none" cap="none" strike="noStrike">
              <a:latin typeface="Salesforce Sans"/>
              <a:ea typeface="Salesforce Sans"/>
              <a:cs typeface="Salesforce Sans"/>
              <a:sym typeface="Salesforce Sans"/>
            </a:endParaRPr>
          </a:p>
        </p:txBody>
      </p:sp>
      <p:sp>
        <p:nvSpPr>
          <p:cNvPr id="1810" name="Google Shape;1810;p83"/>
          <p:cNvSpPr/>
          <p:nvPr/>
        </p:nvSpPr>
        <p:spPr>
          <a:xfrm>
            <a:off x="12013084" y="502664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1" name="Google Shape;1811;p83"/>
          <p:cNvSpPr txBox="1"/>
          <p:nvPr/>
        </p:nvSpPr>
        <p:spPr>
          <a:xfrm>
            <a:off x="12177400" y="499315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Secure PIN Services</a:t>
            </a:r>
            <a:endParaRPr i="0" sz="800" u="none" cap="none" strike="noStrike">
              <a:latin typeface="Salesforce Sans"/>
              <a:ea typeface="Salesforce Sans"/>
              <a:cs typeface="Salesforce Sans"/>
              <a:sym typeface="Salesforce Sans"/>
            </a:endParaRPr>
          </a:p>
        </p:txBody>
      </p:sp>
      <p:sp>
        <p:nvSpPr>
          <p:cNvPr id="1812" name="Google Shape;1812;p83"/>
          <p:cNvSpPr/>
          <p:nvPr/>
        </p:nvSpPr>
        <p:spPr>
          <a:xfrm>
            <a:off x="12013084" y="521197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3" name="Google Shape;1813;p83"/>
          <p:cNvSpPr txBox="1"/>
          <p:nvPr/>
        </p:nvSpPr>
        <p:spPr>
          <a:xfrm>
            <a:off x="12177400" y="51784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Request Loan Payoff</a:t>
            </a:r>
            <a:endParaRPr i="0" sz="800" u="none" cap="none" strike="noStrike">
              <a:latin typeface="Salesforce Sans"/>
              <a:ea typeface="Salesforce Sans"/>
              <a:cs typeface="Salesforce Sans"/>
              <a:sym typeface="Salesforce Sans"/>
            </a:endParaRPr>
          </a:p>
        </p:txBody>
      </p:sp>
      <p:sp>
        <p:nvSpPr>
          <p:cNvPr id="1814" name="Google Shape;1814;p83"/>
          <p:cNvSpPr/>
          <p:nvPr/>
        </p:nvSpPr>
        <p:spPr>
          <a:xfrm>
            <a:off x="12013084" y="538763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5" name="Google Shape;1815;p83"/>
          <p:cNvSpPr txBox="1"/>
          <p:nvPr/>
        </p:nvSpPr>
        <p:spPr>
          <a:xfrm>
            <a:off x="12177400" y="535414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Card Security Lock / Unlock</a:t>
            </a:r>
            <a:endParaRPr i="0" sz="800" u="none" cap="none" strike="noStrike">
              <a:latin typeface="Salesforce Sans"/>
              <a:ea typeface="Salesforce Sans"/>
              <a:cs typeface="Salesforce Sans"/>
              <a:sym typeface="Salesforce Sans"/>
            </a:endParaRPr>
          </a:p>
        </p:txBody>
      </p:sp>
      <p:sp>
        <p:nvSpPr>
          <p:cNvPr id="1816" name="Google Shape;1816;p83"/>
          <p:cNvSpPr/>
          <p:nvPr/>
        </p:nvSpPr>
        <p:spPr>
          <a:xfrm>
            <a:off x="12013084" y="557297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7" name="Google Shape;1817;p83"/>
          <p:cNvSpPr txBox="1"/>
          <p:nvPr/>
        </p:nvSpPr>
        <p:spPr>
          <a:xfrm>
            <a:off x="12177400" y="553948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Report Lost Card</a:t>
            </a:r>
            <a:endParaRPr i="0" sz="800" u="none" cap="none" strike="noStrike">
              <a:latin typeface="Salesforce Sans"/>
              <a:ea typeface="Salesforce Sans"/>
              <a:cs typeface="Salesforce Sans"/>
              <a:sym typeface="Salesforce Sans"/>
            </a:endParaRPr>
          </a:p>
        </p:txBody>
      </p:sp>
      <p:sp>
        <p:nvSpPr>
          <p:cNvPr id="1818" name="Google Shape;1818;p83"/>
          <p:cNvSpPr/>
          <p:nvPr/>
        </p:nvSpPr>
        <p:spPr>
          <a:xfrm>
            <a:off x="12013084" y="576909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9" name="Google Shape;1819;p83"/>
          <p:cNvSpPr txBox="1"/>
          <p:nvPr/>
        </p:nvSpPr>
        <p:spPr>
          <a:xfrm>
            <a:off x="12177400" y="57356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Travel Notification</a:t>
            </a:r>
            <a:endParaRPr i="0" sz="800" u="none" cap="none" strike="noStrike">
              <a:latin typeface="Salesforce Sans"/>
              <a:ea typeface="Salesforce Sans"/>
              <a:cs typeface="Salesforce Sans"/>
              <a:sym typeface="Salesforce Sans"/>
            </a:endParaRPr>
          </a:p>
        </p:txBody>
      </p:sp>
      <p:sp>
        <p:nvSpPr>
          <p:cNvPr id="1820" name="Google Shape;1820;p83"/>
          <p:cNvSpPr/>
          <p:nvPr/>
        </p:nvSpPr>
        <p:spPr>
          <a:xfrm>
            <a:off x="12013084" y="59447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1" name="Google Shape;1821;p83"/>
          <p:cNvSpPr txBox="1"/>
          <p:nvPr/>
        </p:nvSpPr>
        <p:spPr>
          <a:xfrm>
            <a:off x="12177400" y="591126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Flexible Billing Management</a:t>
            </a:r>
            <a:endParaRPr i="0" sz="800" u="none" cap="none" strike="noStrike">
              <a:latin typeface="Salesforce Sans"/>
              <a:ea typeface="Salesforce Sans"/>
              <a:cs typeface="Salesforce Sans"/>
              <a:sym typeface="Salesforce Sans"/>
            </a:endParaRPr>
          </a:p>
        </p:txBody>
      </p:sp>
      <p:sp>
        <p:nvSpPr>
          <p:cNvPr id="1822" name="Google Shape;1822;p83"/>
          <p:cNvSpPr/>
          <p:nvPr/>
        </p:nvSpPr>
        <p:spPr>
          <a:xfrm>
            <a:off x="12013084" y="61300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3" name="Google Shape;1823;p83"/>
          <p:cNvSpPr txBox="1"/>
          <p:nvPr/>
        </p:nvSpPr>
        <p:spPr>
          <a:xfrm>
            <a:off x="12177400" y="609659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Statement Services</a:t>
            </a:r>
            <a:endParaRPr i="0" sz="800" u="none" cap="none" strike="noStrike">
              <a:latin typeface="Salesforce Sans"/>
              <a:ea typeface="Salesforce Sans"/>
              <a:cs typeface="Salesforce Sans"/>
              <a:sym typeface="Salesforce Sans"/>
            </a:endParaRPr>
          </a:p>
        </p:txBody>
      </p:sp>
      <p:sp>
        <p:nvSpPr>
          <p:cNvPr id="1824" name="Google Shape;1824;p83"/>
          <p:cNvSpPr/>
          <p:nvPr/>
        </p:nvSpPr>
        <p:spPr>
          <a:xfrm>
            <a:off x="12013084" y="63146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5" name="Google Shape;1825;p83"/>
          <p:cNvSpPr txBox="1"/>
          <p:nvPr/>
        </p:nvSpPr>
        <p:spPr>
          <a:xfrm>
            <a:off x="12177400" y="628116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Fee Reversal</a:t>
            </a:r>
            <a:endParaRPr i="0" sz="800" u="none" cap="none" strike="noStrike">
              <a:latin typeface="Salesforce Sans"/>
              <a:ea typeface="Salesforce Sans"/>
              <a:cs typeface="Salesforce Sans"/>
              <a:sym typeface="Salesforce Sans"/>
            </a:endParaRPr>
          </a:p>
        </p:txBody>
      </p:sp>
      <p:sp>
        <p:nvSpPr>
          <p:cNvPr id="1826" name="Google Shape;1826;p83"/>
          <p:cNvSpPr/>
          <p:nvPr/>
        </p:nvSpPr>
        <p:spPr>
          <a:xfrm>
            <a:off x="12013084" y="651427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7" name="Google Shape;1827;p83"/>
          <p:cNvSpPr txBox="1"/>
          <p:nvPr/>
        </p:nvSpPr>
        <p:spPr>
          <a:xfrm>
            <a:off x="12177400" y="648078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Address Update</a:t>
            </a:r>
            <a:endParaRPr i="0" sz="800" u="none" cap="none" strike="noStrike">
              <a:latin typeface="Salesforce Sans"/>
              <a:ea typeface="Salesforce Sans"/>
              <a:cs typeface="Salesforce Sans"/>
              <a:sym typeface="Salesforce Sans"/>
            </a:endParaRPr>
          </a:p>
        </p:txBody>
      </p:sp>
      <p:sp>
        <p:nvSpPr>
          <p:cNvPr id="1828" name="Google Shape;1828;p83"/>
          <p:cNvSpPr/>
          <p:nvPr/>
        </p:nvSpPr>
        <p:spPr>
          <a:xfrm>
            <a:off x="12013084" y="668992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9" name="Google Shape;1829;p83"/>
          <p:cNvSpPr txBox="1"/>
          <p:nvPr/>
        </p:nvSpPr>
        <p:spPr>
          <a:xfrm>
            <a:off x="12177400" y="665644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Stop Check Payment</a:t>
            </a:r>
            <a:endParaRPr i="0" sz="800" u="none" cap="none" strike="noStrike">
              <a:latin typeface="Salesforce Sans"/>
              <a:ea typeface="Salesforce Sans"/>
              <a:cs typeface="Salesforce Sans"/>
              <a:sym typeface="Salesforce Sans"/>
            </a:endParaRPr>
          </a:p>
        </p:txBody>
      </p:sp>
      <p:sp>
        <p:nvSpPr>
          <p:cNvPr id="1830" name="Google Shape;1830;p83"/>
          <p:cNvSpPr/>
          <p:nvPr/>
        </p:nvSpPr>
        <p:spPr>
          <a:xfrm>
            <a:off x="12013084" y="68752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31" name="Google Shape;1831;p83"/>
          <p:cNvSpPr txBox="1"/>
          <p:nvPr/>
        </p:nvSpPr>
        <p:spPr>
          <a:xfrm>
            <a:off x="12177400" y="684178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Checkbook</a:t>
            </a:r>
            <a:endParaRPr i="0" sz="800" u="none" cap="none" strike="noStrike">
              <a:latin typeface="Salesforce Sans"/>
              <a:ea typeface="Salesforce Sans"/>
              <a:cs typeface="Salesforce Sans"/>
              <a:sym typeface="Salesforce Sans"/>
            </a:endParaRPr>
          </a:p>
        </p:txBody>
      </p:sp>
      <p:sp>
        <p:nvSpPr>
          <p:cNvPr id="1832" name="Google Shape;1832;p83"/>
          <p:cNvSpPr/>
          <p:nvPr/>
        </p:nvSpPr>
        <p:spPr>
          <a:xfrm>
            <a:off x="12013084" y="705783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33" name="Google Shape;1833;p83"/>
          <p:cNvSpPr txBox="1"/>
          <p:nvPr/>
        </p:nvSpPr>
        <p:spPr>
          <a:xfrm>
            <a:off x="12177400" y="7008832"/>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Complaint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Resolution Assistance</a:t>
            </a:r>
            <a:endParaRPr i="0" sz="800" u="none" cap="none" strike="noStrike">
              <a:latin typeface="Salesforce Sans"/>
              <a:ea typeface="Salesforce Sans"/>
              <a:cs typeface="Salesforce Sans"/>
              <a:sym typeface="Salesforce Sans"/>
            </a:endParaRPr>
          </a:p>
        </p:txBody>
      </p:sp>
      <p:sp>
        <p:nvSpPr>
          <p:cNvPr id="1834" name="Google Shape;1834;p83"/>
          <p:cNvSpPr/>
          <p:nvPr/>
        </p:nvSpPr>
        <p:spPr>
          <a:xfrm>
            <a:off x="12013084" y="768323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835" name="Google Shape;1835;p83"/>
          <p:cNvSpPr/>
          <p:nvPr/>
        </p:nvSpPr>
        <p:spPr>
          <a:xfrm>
            <a:off x="10976107" y="239192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Digital Self Service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66AFE"/>
              </a:solidFill>
              <a:latin typeface="Salesforce Sans"/>
              <a:ea typeface="Salesforce Sans"/>
              <a:cs typeface="Salesforce Sans"/>
              <a:sym typeface="Salesforce Sans"/>
            </a:endParaRPr>
          </a:p>
        </p:txBody>
      </p:sp>
      <p:sp>
        <p:nvSpPr>
          <p:cNvPr id="1836" name="Google Shape;1836;p83"/>
          <p:cNvSpPr txBox="1"/>
          <p:nvPr/>
        </p:nvSpPr>
        <p:spPr>
          <a:xfrm>
            <a:off x="10981321"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837" name="Google Shape;1837;p83"/>
          <p:cNvGrpSpPr/>
          <p:nvPr/>
        </p:nvGrpSpPr>
        <p:grpSpPr>
          <a:xfrm>
            <a:off x="9502346" y="1635959"/>
            <a:ext cx="1322400" cy="449700"/>
            <a:chOff x="755165" y="1828821"/>
            <a:chExt cx="1322400" cy="449700"/>
          </a:xfrm>
        </p:grpSpPr>
        <p:sp>
          <p:nvSpPr>
            <p:cNvPr id="1838" name="Google Shape;183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839" name="Google Shape;183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Servicing</a:t>
              </a:r>
              <a:endParaRPr sz="900">
                <a:solidFill>
                  <a:srgbClr val="FFFFFF"/>
                </a:solidFill>
                <a:latin typeface="Avant Garde Demi SFDC"/>
                <a:ea typeface="Avant Garde Demi SFDC"/>
                <a:cs typeface="Avant Garde Demi SFDC"/>
                <a:sym typeface="Avant Garde Demi SFDC"/>
              </a:endParaRPr>
            </a:p>
          </p:txBody>
        </p:sp>
      </p:grpSp>
      <p:sp>
        <p:nvSpPr>
          <p:cNvPr id="1840" name="Google Shape;1840;p83"/>
          <p:cNvSpPr txBox="1"/>
          <p:nvPr/>
        </p:nvSpPr>
        <p:spPr>
          <a:xfrm>
            <a:off x="12179626"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841" name="Google Shape;1841;p83"/>
          <p:cNvSpPr txBox="1"/>
          <p:nvPr/>
        </p:nvSpPr>
        <p:spPr>
          <a:xfrm>
            <a:off x="10976102" y="1610700"/>
            <a:ext cx="929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Assisted Service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Via Contact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Center</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842" name="Google Shape;1842;p83"/>
          <p:cNvGrpSpPr/>
          <p:nvPr/>
        </p:nvGrpSpPr>
        <p:grpSpPr>
          <a:xfrm>
            <a:off x="9502346" y="7402283"/>
            <a:ext cx="1322400" cy="449700"/>
            <a:chOff x="755165" y="1828821"/>
            <a:chExt cx="1322400" cy="449700"/>
          </a:xfrm>
        </p:grpSpPr>
        <p:sp>
          <p:nvSpPr>
            <p:cNvPr id="1843" name="Google Shape;184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844" name="Google Shape;184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845" name="Google Shape;1845;p83"/>
          <p:cNvSpPr/>
          <p:nvPr/>
        </p:nvSpPr>
        <p:spPr>
          <a:xfrm>
            <a:off x="15184789" y="5637635"/>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Contract Lifecycle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1846" name="Google Shape;1846;p83"/>
          <p:cNvSpPr/>
          <p:nvPr/>
        </p:nvSpPr>
        <p:spPr>
          <a:xfrm>
            <a:off x="15184789" y="354082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Finance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1847" name="Google Shape;1847;p83"/>
          <p:cNvSpPr/>
          <p:nvPr/>
        </p:nvSpPr>
        <p:spPr>
          <a:xfrm>
            <a:off x="15184789" y="2755050"/>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848" name="Google Shape;1848;p83"/>
          <p:cNvSpPr/>
          <p:nvPr/>
        </p:nvSpPr>
        <p:spPr>
          <a:xfrm>
            <a:off x="15184789" y="6282095"/>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&amp; Dispute</a:t>
            </a:r>
            <a:endParaRPr b="1" i="0" sz="900" u="none" cap="none" strike="noStrike">
              <a:solidFill>
                <a:srgbClr val="066AFE"/>
              </a:solidFill>
              <a:latin typeface="Salesforce Sans"/>
              <a:ea typeface="Salesforce Sans"/>
              <a:cs typeface="Salesforce Sans"/>
              <a:sym typeface="Salesforce Sans"/>
            </a:endParaRPr>
          </a:p>
        </p:txBody>
      </p:sp>
      <p:sp>
        <p:nvSpPr>
          <p:cNvPr id="1849" name="Google Shape;1849;p83"/>
          <p:cNvSpPr/>
          <p:nvPr/>
        </p:nvSpPr>
        <p:spPr>
          <a:xfrm>
            <a:off x="15184789" y="4238872"/>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Comp</a:t>
            </a:r>
            <a:r>
              <a:rPr b="1" lang="en" sz="900">
                <a:solidFill>
                  <a:srgbClr val="066AFE"/>
                </a:solidFill>
                <a:latin typeface="Salesforce Sans"/>
                <a:ea typeface="Salesforce Sans"/>
                <a:cs typeface="Salesforce Sans"/>
                <a:sym typeface="Salesforce Sans"/>
              </a:rPr>
              <a:t>liance</a:t>
            </a:r>
            <a:endParaRPr b="1" i="0" sz="900" u="none" cap="none" strike="noStrike">
              <a:solidFill>
                <a:srgbClr val="066AFE"/>
              </a:solidFill>
              <a:latin typeface="Salesforce Sans"/>
              <a:ea typeface="Salesforce Sans"/>
              <a:cs typeface="Salesforce Sans"/>
              <a:sym typeface="Salesforce Sans"/>
            </a:endParaRPr>
          </a:p>
        </p:txBody>
      </p:sp>
      <p:sp>
        <p:nvSpPr>
          <p:cNvPr id="1850" name="Google Shape;1850;p83"/>
          <p:cNvSpPr/>
          <p:nvPr/>
        </p:nvSpPr>
        <p:spPr>
          <a:xfrm>
            <a:off x="15184789" y="5190103"/>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1851" name="Google Shape;1851;p83"/>
          <p:cNvSpPr/>
          <p:nvPr/>
        </p:nvSpPr>
        <p:spPr>
          <a:xfrm>
            <a:off x="15184789" y="684081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Selection</a:t>
            </a:r>
            <a:endParaRPr b="1" i="0" sz="900" u="none" cap="none" strike="noStrike">
              <a:solidFill>
                <a:srgbClr val="066AFE"/>
              </a:solidFill>
              <a:latin typeface="Salesforce Sans"/>
              <a:ea typeface="Salesforce Sans"/>
              <a:cs typeface="Salesforce Sans"/>
              <a:sym typeface="Salesforce Sans"/>
            </a:endParaRPr>
          </a:p>
        </p:txBody>
      </p:sp>
      <p:sp>
        <p:nvSpPr>
          <p:cNvPr id="1852" name="Google Shape;1852;p83"/>
          <p:cNvSpPr/>
          <p:nvPr/>
        </p:nvSpPr>
        <p:spPr>
          <a:xfrm>
            <a:off x="15184789" y="736451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Onboarding</a:t>
            </a:r>
            <a:endParaRPr b="1" i="0" sz="900" u="none" cap="none" strike="noStrike">
              <a:solidFill>
                <a:srgbClr val="066AFE"/>
              </a:solidFill>
              <a:latin typeface="Salesforce Sans"/>
              <a:ea typeface="Salesforce Sans"/>
              <a:cs typeface="Salesforce Sans"/>
              <a:sym typeface="Salesforce Sans"/>
            </a:endParaRPr>
          </a:p>
        </p:txBody>
      </p:sp>
      <p:sp>
        <p:nvSpPr>
          <p:cNvPr id="1853" name="Google Shape;1853;p83"/>
          <p:cNvSpPr/>
          <p:nvPr/>
        </p:nvSpPr>
        <p:spPr>
          <a:xfrm>
            <a:off x="15184789" y="789706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Collections &amp; Recovery</a:t>
            </a:r>
            <a:endParaRPr b="1" i="0" sz="900" u="none" cap="none" strike="noStrike">
              <a:solidFill>
                <a:srgbClr val="066AFE"/>
              </a:solidFill>
              <a:latin typeface="Salesforce Sans"/>
              <a:ea typeface="Salesforce Sans"/>
              <a:cs typeface="Salesforce Sans"/>
              <a:sym typeface="Salesforce Sans"/>
            </a:endParaRPr>
          </a:p>
        </p:txBody>
      </p:sp>
      <p:sp>
        <p:nvSpPr>
          <p:cNvPr id="1854" name="Google Shape;1854;p83"/>
          <p:cNvSpPr txBox="1"/>
          <p:nvPr/>
        </p:nvSpPr>
        <p:spPr>
          <a:xfrm>
            <a:off x="16339882" y="9381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Extension Requests</a:t>
            </a:r>
            <a:endParaRPr i="0" sz="800" u="none" cap="none" strike="noStrike">
              <a:latin typeface="Salesforce Sans"/>
              <a:ea typeface="Salesforce Sans"/>
              <a:cs typeface="Salesforce Sans"/>
              <a:sym typeface="Salesforce Sans"/>
            </a:endParaRPr>
          </a:p>
        </p:txBody>
      </p:sp>
      <p:sp>
        <p:nvSpPr>
          <p:cNvPr id="1855" name="Google Shape;1855;p83"/>
          <p:cNvSpPr/>
          <p:nvPr/>
        </p:nvSpPr>
        <p:spPr>
          <a:xfrm>
            <a:off x="15184789" y="4961804"/>
            <a:ext cx="841200" cy="17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Tax &amp; Comp</a:t>
            </a:r>
            <a:endParaRPr b="1" i="0" sz="900" u="none" cap="none" strike="noStrike">
              <a:solidFill>
                <a:srgbClr val="066AFE"/>
              </a:solidFill>
              <a:latin typeface="Salesforce Sans"/>
              <a:ea typeface="Salesforce Sans"/>
              <a:cs typeface="Salesforce Sans"/>
              <a:sym typeface="Salesforce Sans"/>
            </a:endParaRPr>
          </a:p>
        </p:txBody>
      </p:sp>
      <p:sp>
        <p:nvSpPr>
          <p:cNvPr id="1856" name="Google Shape;1856;p83"/>
          <p:cNvSpPr txBox="1"/>
          <p:nvPr/>
        </p:nvSpPr>
        <p:spPr>
          <a:xfrm>
            <a:off x="13825720"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857" name="Google Shape;1857;p83"/>
          <p:cNvSpPr/>
          <p:nvPr/>
        </p:nvSpPr>
        <p:spPr>
          <a:xfrm>
            <a:off x="16175571" y="792612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858" name="Google Shape;1858;p83"/>
          <p:cNvSpPr/>
          <p:nvPr/>
        </p:nvSpPr>
        <p:spPr>
          <a:xfrm>
            <a:off x="16175571" y="87273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59" name="Google Shape;1859;p83"/>
          <p:cNvSpPr/>
          <p:nvPr/>
        </p:nvSpPr>
        <p:spPr>
          <a:xfrm>
            <a:off x="16175571" y="820012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0" name="Google Shape;1860;p83"/>
          <p:cNvSpPr/>
          <p:nvPr/>
        </p:nvSpPr>
        <p:spPr>
          <a:xfrm>
            <a:off x="16175571" y="84669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1" name="Google Shape;1861;p83"/>
          <p:cNvSpPr txBox="1"/>
          <p:nvPr/>
        </p:nvSpPr>
        <p:spPr>
          <a:xfrm>
            <a:off x="16339887" y="766901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Management</a:t>
            </a:r>
            <a:endParaRPr sz="800">
              <a:latin typeface="Salesforce Sans"/>
              <a:ea typeface="Salesforce Sans"/>
              <a:cs typeface="Salesforce Sans"/>
              <a:sym typeface="Salesforce Sans"/>
            </a:endParaRPr>
          </a:p>
        </p:txBody>
      </p:sp>
      <p:sp>
        <p:nvSpPr>
          <p:cNvPr id="1862" name="Google Shape;1862;p83"/>
          <p:cNvSpPr txBox="1"/>
          <p:nvPr/>
        </p:nvSpPr>
        <p:spPr>
          <a:xfrm>
            <a:off x="16339887" y="7892644"/>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Management for Collections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3" name="Google Shape;1863;p83"/>
          <p:cNvSpPr txBox="1"/>
          <p:nvPr/>
        </p:nvSpPr>
        <p:spPr>
          <a:xfrm>
            <a:off x="16339887" y="868823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Call Script for Collections</a:t>
            </a:r>
            <a:endParaRPr sz="800">
              <a:latin typeface="Salesforce Sans"/>
              <a:ea typeface="Salesforce Sans"/>
              <a:cs typeface="Salesforce Sans"/>
              <a:sym typeface="Salesforce Sans"/>
            </a:endParaRPr>
          </a:p>
        </p:txBody>
      </p:sp>
      <p:sp>
        <p:nvSpPr>
          <p:cNvPr id="1864" name="Google Shape;1864;p83"/>
          <p:cNvSpPr txBox="1"/>
          <p:nvPr/>
        </p:nvSpPr>
        <p:spPr>
          <a:xfrm>
            <a:off x="16339887" y="8166641"/>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Promise-to-Pay Agreements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5" name="Google Shape;1865;p83"/>
          <p:cNvSpPr txBox="1"/>
          <p:nvPr/>
        </p:nvSpPr>
        <p:spPr>
          <a:xfrm>
            <a:off x="16339887" y="842976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Link for Collection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6" name="Google Shape;1866;p83"/>
          <p:cNvSpPr/>
          <p:nvPr/>
        </p:nvSpPr>
        <p:spPr>
          <a:xfrm>
            <a:off x="16175571" y="277184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7" name="Google Shape;1867;p83"/>
          <p:cNvSpPr/>
          <p:nvPr/>
        </p:nvSpPr>
        <p:spPr>
          <a:xfrm>
            <a:off x="16175571" y="333449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8" name="Google Shape;1868;p83"/>
          <p:cNvSpPr/>
          <p:nvPr/>
        </p:nvSpPr>
        <p:spPr>
          <a:xfrm>
            <a:off x="16175571" y="35659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9" name="Google Shape;1869;p83"/>
          <p:cNvSpPr/>
          <p:nvPr/>
        </p:nvSpPr>
        <p:spPr>
          <a:xfrm>
            <a:off x="16175571" y="3068286"/>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70" name="Google Shape;1870;p83"/>
          <p:cNvSpPr txBox="1"/>
          <p:nvPr/>
        </p:nvSpPr>
        <p:spPr>
          <a:xfrm>
            <a:off x="16339887" y="2747877"/>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71" name="Google Shape;1871;p83"/>
          <p:cNvSpPr txBox="1"/>
          <p:nvPr/>
        </p:nvSpPr>
        <p:spPr>
          <a:xfrm>
            <a:off x="16339887" y="3309890"/>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1872" name="Google Shape;1872;p83"/>
          <p:cNvSpPr txBox="1"/>
          <p:nvPr/>
        </p:nvSpPr>
        <p:spPr>
          <a:xfrm>
            <a:off x="16339888" y="3532438"/>
            <a:ext cx="14184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 </a:t>
            </a:r>
            <a:endParaRPr sz="800">
              <a:latin typeface="Salesforce Sans"/>
              <a:ea typeface="Salesforce Sans"/>
              <a:cs typeface="Salesforce Sans"/>
              <a:sym typeface="Salesforce Sans"/>
            </a:endParaRPr>
          </a:p>
        </p:txBody>
      </p:sp>
      <p:sp>
        <p:nvSpPr>
          <p:cNvPr id="1873" name="Google Shape;1873;p83"/>
          <p:cNvSpPr txBox="1"/>
          <p:nvPr/>
        </p:nvSpPr>
        <p:spPr>
          <a:xfrm>
            <a:off x="16339887" y="3034799"/>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a:p>
            <a:pPr indent="0" lvl="0" marL="0" rtl="0" algn="l">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74" name="Google Shape;1874;p83"/>
          <p:cNvSpPr/>
          <p:nvPr/>
        </p:nvSpPr>
        <p:spPr>
          <a:xfrm>
            <a:off x="16175571"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5" name="Google Shape;1875;p83"/>
          <p:cNvSpPr/>
          <p:nvPr/>
        </p:nvSpPr>
        <p:spPr>
          <a:xfrm>
            <a:off x="16175571" y="1903529"/>
            <a:ext cx="79200" cy="79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6" name="Google Shape;1876;p83"/>
          <p:cNvSpPr/>
          <p:nvPr/>
        </p:nvSpPr>
        <p:spPr>
          <a:xfrm>
            <a:off x="16175571" y="2174863"/>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7" name="Google Shape;1877;p83"/>
          <p:cNvSpPr txBox="1"/>
          <p:nvPr/>
        </p:nvSpPr>
        <p:spPr>
          <a:xfrm>
            <a:off x="16339888" y="1593925"/>
            <a:ext cx="13239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Benefit Management</a:t>
            </a:r>
            <a:endParaRPr sz="800">
              <a:latin typeface="Salesforce Sans"/>
              <a:ea typeface="Salesforce Sans"/>
              <a:cs typeface="Salesforce Sans"/>
              <a:sym typeface="Salesforce Sans"/>
            </a:endParaRPr>
          </a:p>
        </p:txBody>
      </p:sp>
      <p:sp>
        <p:nvSpPr>
          <p:cNvPr id="1878" name="Google Shape;1878;p83"/>
          <p:cNvSpPr txBox="1"/>
          <p:nvPr/>
        </p:nvSpPr>
        <p:spPr>
          <a:xfrm>
            <a:off x="16339888" y="1865375"/>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Health Monitoring</a:t>
            </a:r>
            <a:endParaRPr sz="800">
              <a:latin typeface="Salesforce Sans"/>
              <a:ea typeface="Salesforce Sans"/>
              <a:cs typeface="Salesforce Sans"/>
              <a:sym typeface="Salesforce Sans"/>
            </a:endParaRPr>
          </a:p>
        </p:txBody>
      </p:sp>
      <p:sp>
        <p:nvSpPr>
          <p:cNvPr id="1879" name="Google Shape;1879;p83"/>
          <p:cNvSpPr txBox="1"/>
          <p:nvPr/>
        </p:nvSpPr>
        <p:spPr>
          <a:xfrm>
            <a:off x="16339888" y="2403550"/>
            <a:ext cx="112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Relations Monitoring</a:t>
            </a:r>
            <a:endParaRPr sz="800">
              <a:latin typeface="Salesforce Sans"/>
              <a:ea typeface="Salesforce Sans"/>
              <a:cs typeface="Salesforce Sans"/>
              <a:sym typeface="Salesforce Sans"/>
            </a:endParaRPr>
          </a:p>
        </p:txBody>
      </p:sp>
      <p:sp>
        <p:nvSpPr>
          <p:cNvPr id="1880" name="Google Shape;1880;p83"/>
          <p:cNvSpPr txBox="1"/>
          <p:nvPr/>
        </p:nvSpPr>
        <p:spPr>
          <a:xfrm>
            <a:off x="16339888" y="2132088"/>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Monitoring</a:t>
            </a:r>
            <a:endParaRPr sz="800">
              <a:latin typeface="Salesforce Sans"/>
              <a:ea typeface="Salesforce Sans"/>
              <a:cs typeface="Salesforce Sans"/>
              <a:sym typeface="Salesforce Sans"/>
            </a:endParaRPr>
          </a:p>
        </p:txBody>
      </p:sp>
      <p:grpSp>
        <p:nvGrpSpPr>
          <p:cNvPr id="1881" name="Google Shape;1881;p83"/>
          <p:cNvGrpSpPr/>
          <p:nvPr/>
        </p:nvGrpSpPr>
        <p:grpSpPr>
          <a:xfrm>
            <a:off x="16175571" y="3720707"/>
            <a:ext cx="1653816" cy="147291"/>
            <a:chOff x="16170809" y="4177907"/>
            <a:chExt cx="1653816" cy="147291"/>
          </a:xfrm>
        </p:grpSpPr>
        <p:sp>
          <p:nvSpPr>
            <p:cNvPr id="1882" name="Google Shape;1882;p83"/>
            <p:cNvSpPr/>
            <p:nvPr/>
          </p:nvSpPr>
          <p:spPr>
            <a:xfrm>
              <a:off x="16170809" y="4177907"/>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1883" name="Google Shape;1883;p83"/>
            <p:cNvSpPr txBox="1"/>
            <p:nvPr/>
          </p:nvSpPr>
          <p:spPr>
            <a:xfrm>
              <a:off x="16335125" y="41967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grpSp>
      <p:sp>
        <p:nvSpPr>
          <p:cNvPr id="1884" name="Google Shape;1884;p83"/>
          <p:cNvSpPr/>
          <p:nvPr/>
        </p:nvSpPr>
        <p:spPr>
          <a:xfrm>
            <a:off x="16175571" y="3982243"/>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5" name="Google Shape;1885;p83"/>
          <p:cNvSpPr txBox="1"/>
          <p:nvPr/>
        </p:nvSpPr>
        <p:spPr>
          <a:xfrm>
            <a:off x="16339887" y="3948747"/>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1886" name="Google Shape;1886;p83"/>
          <p:cNvSpPr/>
          <p:nvPr/>
        </p:nvSpPr>
        <p:spPr>
          <a:xfrm>
            <a:off x="16175571" y="42579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7" name="Google Shape;1887;p83"/>
          <p:cNvSpPr txBox="1"/>
          <p:nvPr/>
        </p:nvSpPr>
        <p:spPr>
          <a:xfrm>
            <a:off x="16339887" y="422441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Extraction</a:t>
            </a:r>
            <a:endParaRPr i="0" sz="800" u="none" cap="none" strike="noStrike">
              <a:latin typeface="Salesforce Sans"/>
              <a:ea typeface="Salesforce Sans"/>
              <a:cs typeface="Salesforce Sans"/>
              <a:sym typeface="Salesforce Sans"/>
            </a:endParaRPr>
          </a:p>
        </p:txBody>
      </p:sp>
      <p:sp>
        <p:nvSpPr>
          <p:cNvPr id="1888" name="Google Shape;1888;p83"/>
          <p:cNvSpPr/>
          <p:nvPr/>
        </p:nvSpPr>
        <p:spPr>
          <a:xfrm>
            <a:off x="16175571" y="44051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9" name="Google Shape;1889;p83"/>
          <p:cNvSpPr txBox="1"/>
          <p:nvPr/>
        </p:nvSpPr>
        <p:spPr>
          <a:xfrm>
            <a:off x="16339887" y="437165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Impact Analysis</a:t>
            </a:r>
            <a:endParaRPr i="0" sz="800" u="none" cap="none" strike="noStrike">
              <a:latin typeface="Salesforce Sans"/>
              <a:ea typeface="Salesforce Sans"/>
              <a:cs typeface="Salesforce Sans"/>
              <a:sym typeface="Salesforce Sans"/>
            </a:endParaRPr>
          </a:p>
        </p:txBody>
      </p:sp>
      <p:grpSp>
        <p:nvGrpSpPr>
          <p:cNvPr id="1890" name="Google Shape;1890;p83"/>
          <p:cNvGrpSpPr/>
          <p:nvPr/>
        </p:nvGrpSpPr>
        <p:grpSpPr>
          <a:xfrm>
            <a:off x="16175571" y="4519431"/>
            <a:ext cx="1653816" cy="128400"/>
            <a:chOff x="16170809" y="4938531"/>
            <a:chExt cx="1653816" cy="128400"/>
          </a:xfrm>
        </p:grpSpPr>
        <p:sp>
          <p:nvSpPr>
            <p:cNvPr id="1891" name="Google Shape;1891;p83"/>
            <p:cNvSpPr/>
            <p:nvPr/>
          </p:nvSpPr>
          <p:spPr>
            <a:xfrm>
              <a:off x="16170809" y="49631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1892" name="Google Shape;1892;p83"/>
            <p:cNvSpPr txBox="1"/>
            <p:nvPr/>
          </p:nvSpPr>
          <p:spPr>
            <a:xfrm>
              <a:off x="16335125" y="49385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Frontline Compliance</a:t>
              </a:r>
              <a:endParaRPr i="0" sz="800" u="none" cap="none" strike="noStrike">
                <a:latin typeface="Salesforce Sans"/>
                <a:ea typeface="Salesforce Sans"/>
                <a:cs typeface="Salesforce Sans"/>
                <a:sym typeface="Salesforce Sans"/>
              </a:endParaRPr>
            </a:p>
          </p:txBody>
        </p:sp>
      </p:grpSp>
      <p:sp>
        <p:nvSpPr>
          <p:cNvPr id="1893" name="Google Shape;1893;p83"/>
          <p:cNvSpPr/>
          <p:nvPr/>
        </p:nvSpPr>
        <p:spPr>
          <a:xfrm>
            <a:off x="16175571" y="470492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94" name="Google Shape;1894;p83"/>
          <p:cNvSpPr txBox="1"/>
          <p:nvPr/>
        </p:nvSpPr>
        <p:spPr>
          <a:xfrm>
            <a:off x="16339887" y="4671430"/>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Natural Language Policy Controls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95" name="Google Shape;1895;p83"/>
          <p:cNvSpPr txBox="1"/>
          <p:nvPr/>
        </p:nvSpPr>
        <p:spPr>
          <a:xfrm>
            <a:off x="16339887" y="489471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t/>
            </a:r>
            <a:endParaRPr i="0" sz="800" u="none" cap="none" strike="noStrike">
              <a:latin typeface="Salesforce Sans"/>
              <a:ea typeface="Salesforce Sans"/>
              <a:cs typeface="Salesforce Sans"/>
              <a:sym typeface="Salesforce Sans"/>
            </a:endParaRPr>
          </a:p>
        </p:txBody>
      </p:sp>
      <p:sp>
        <p:nvSpPr>
          <p:cNvPr id="1896" name="Google Shape;1896;p83"/>
          <p:cNvSpPr txBox="1"/>
          <p:nvPr/>
        </p:nvSpPr>
        <p:spPr>
          <a:xfrm>
            <a:off x="16339887" y="494908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1897" name="Google Shape;1897;p83"/>
          <p:cNvSpPr/>
          <p:nvPr/>
        </p:nvSpPr>
        <p:spPr>
          <a:xfrm>
            <a:off x="16175571" y="5654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98" name="Google Shape;1898;p83"/>
          <p:cNvSpPr txBox="1"/>
          <p:nvPr/>
        </p:nvSpPr>
        <p:spPr>
          <a:xfrm>
            <a:off x="16339887" y="562052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1899" name="Google Shape;1899;p83"/>
          <p:cNvSpPr txBox="1"/>
          <p:nvPr/>
        </p:nvSpPr>
        <p:spPr>
          <a:xfrm>
            <a:off x="16339887" y="5768083"/>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00" name="Google Shape;1900;p83"/>
          <p:cNvSpPr/>
          <p:nvPr/>
        </p:nvSpPr>
        <p:spPr>
          <a:xfrm>
            <a:off x="16175571" y="607389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1" name="Google Shape;1901;p83"/>
          <p:cNvSpPr txBox="1"/>
          <p:nvPr/>
        </p:nvSpPr>
        <p:spPr>
          <a:xfrm>
            <a:off x="16339887" y="60404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1902" name="Google Shape;1902;p83"/>
          <p:cNvSpPr txBox="1"/>
          <p:nvPr/>
        </p:nvSpPr>
        <p:spPr>
          <a:xfrm>
            <a:off x="16339887" y="62636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 Agent</a:t>
            </a:r>
            <a:endParaRPr sz="800">
              <a:latin typeface="Salesforce Sans"/>
              <a:ea typeface="Salesforce Sans"/>
              <a:cs typeface="Salesforce Sans"/>
              <a:sym typeface="Salesforce Sans"/>
            </a:endParaRPr>
          </a:p>
        </p:txBody>
      </p:sp>
      <p:sp>
        <p:nvSpPr>
          <p:cNvPr id="1903" name="Google Shape;1903;p83"/>
          <p:cNvSpPr txBox="1"/>
          <p:nvPr/>
        </p:nvSpPr>
        <p:spPr>
          <a:xfrm>
            <a:off x="16339887" y="644902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 Agent</a:t>
            </a:r>
            <a:endParaRPr sz="800">
              <a:latin typeface="Salesforce Sans"/>
              <a:ea typeface="Salesforce Sans"/>
              <a:cs typeface="Salesforce Sans"/>
              <a:sym typeface="Salesforce Sans"/>
            </a:endParaRPr>
          </a:p>
        </p:txBody>
      </p:sp>
      <p:sp>
        <p:nvSpPr>
          <p:cNvPr id="1904" name="Google Shape;1904;p83"/>
          <p:cNvSpPr txBox="1"/>
          <p:nvPr/>
        </p:nvSpPr>
        <p:spPr>
          <a:xfrm>
            <a:off x="16339887" y="663358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 Agent</a:t>
            </a:r>
            <a:endParaRPr sz="800">
              <a:latin typeface="Salesforce Sans"/>
              <a:ea typeface="Salesforce Sans"/>
              <a:cs typeface="Salesforce Sans"/>
              <a:sym typeface="Salesforce Sans"/>
            </a:endParaRPr>
          </a:p>
        </p:txBody>
      </p:sp>
      <p:sp>
        <p:nvSpPr>
          <p:cNvPr id="1905" name="Google Shape;1905;p83"/>
          <p:cNvSpPr/>
          <p:nvPr/>
        </p:nvSpPr>
        <p:spPr>
          <a:xfrm>
            <a:off x="16175571" y="686669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6" name="Google Shape;1906;p83"/>
          <p:cNvSpPr txBox="1"/>
          <p:nvPr/>
        </p:nvSpPr>
        <p:spPr>
          <a:xfrm>
            <a:off x="16339887" y="6833210"/>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a:latin typeface="Salesforce Sans"/>
              <a:ea typeface="Salesforce Sans"/>
              <a:cs typeface="Salesforce Sans"/>
              <a:sym typeface="Salesforce Sans"/>
            </a:endParaRPr>
          </a:p>
        </p:txBody>
      </p:sp>
      <p:sp>
        <p:nvSpPr>
          <p:cNvPr id="1907" name="Google Shape;1907;p83"/>
          <p:cNvSpPr/>
          <p:nvPr/>
        </p:nvSpPr>
        <p:spPr>
          <a:xfrm>
            <a:off x="16175571" y="701377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8" name="Google Shape;1908;p83"/>
          <p:cNvSpPr txBox="1"/>
          <p:nvPr/>
        </p:nvSpPr>
        <p:spPr>
          <a:xfrm>
            <a:off x="16339887" y="698029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a:latin typeface="Salesforce Sans"/>
              <a:ea typeface="Salesforce Sans"/>
              <a:cs typeface="Salesforce Sans"/>
              <a:sym typeface="Salesforce Sans"/>
            </a:endParaRPr>
          </a:p>
        </p:txBody>
      </p:sp>
      <p:sp>
        <p:nvSpPr>
          <p:cNvPr id="1909" name="Google Shape;1909;p83"/>
          <p:cNvSpPr/>
          <p:nvPr/>
        </p:nvSpPr>
        <p:spPr>
          <a:xfrm>
            <a:off x="16175571" y="71610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10" name="Google Shape;1910;p83"/>
          <p:cNvSpPr txBox="1"/>
          <p:nvPr/>
        </p:nvSpPr>
        <p:spPr>
          <a:xfrm>
            <a:off x="16339887" y="7127531"/>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1911" name="Google Shape;1911;p83"/>
          <p:cNvSpPr txBox="1"/>
          <p:nvPr/>
        </p:nvSpPr>
        <p:spPr>
          <a:xfrm>
            <a:off x="16339887" y="7359132"/>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Enablement</a:t>
            </a:r>
            <a:endParaRPr sz="800">
              <a:latin typeface="Salesforce Sans"/>
              <a:ea typeface="Salesforce Sans"/>
              <a:cs typeface="Salesforce Sans"/>
              <a:sym typeface="Salesforce Sans"/>
            </a:endParaRPr>
          </a:p>
        </p:txBody>
      </p:sp>
      <p:sp>
        <p:nvSpPr>
          <p:cNvPr id="1912" name="Google Shape;1912;p83"/>
          <p:cNvSpPr/>
          <p:nvPr/>
        </p:nvSpPr>
        <p:spPr>
          <a:xfrm>
            <a:off x="16175571" y="77022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13" name="Google Shape;1913;p83"/>
          <p:cNvSpPr txBox="1"/>
          <p:nvPr/>
        </p:nvSpPr>
        <p:spPr>
          <a:xfrm>
            <a:off x="15190009"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914" name="Google Shape;1914;p83"/>
          <p:cNvGrpSpPr/>
          <p:nvPr/>
        </p:nvGrpSpPr>
        <p:grpSpPr>
          <a:xfrm>
            <a:off x="13711033" y="1635959"/>
            <a:ext cx="1322400" cy="449700"/>
            <a:chOff x="755165" y="1828821"/>
            <a:chExt cx="1322400" cy="449700"/>
          </a:xfrm>
        </p:grpSpPr>
        <p:sp>
          <p:nvSpPr>
            <p:cNvPr id="1915" name="Google Shape;1915;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916" name="Google Shape;1916;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917" name="Google Shape;1917;p83"/>
          <p:cNvSpPr txBox="1"/>
          <p:nvPr/>
        </p:nvSpPr>
        <p:spPr>
          <a:xfrm>
            <a:off x="16342114"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918" name="Google Shape;1918;p83"/>
          <p:cNvSpPr txBox="1"/>
          <p:nvPr/>
        </p:nvSpPr>
        <p:spPr>
          <a:xfrm>
            <a:off x="15184789" y="1610700"/>
            <a:ext cx="963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Operations</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919" name="Google Shape;1919;p83"/>
          <p:cNvGrpSpPr/>
          <p:nvPr/>
        </p:nvGrpSpPr>
        <p:grpSpPr>
          <a:xfrm>
            <a:off x="13711033" y="7918896"/>
            <a:ext cx="1322400" cy="449700"/>
            <a:chOff x="755165" y="1828821"/>
            <a:chExt cx="1322400" cy="449700"/>
          </a:xfrm>
        </p:grpSpPr>
        <p:sp>
          <p:nvSpPr>
            <p:cNvPr id="1920" name="Google Shape;1920;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921" name="Google Shape;1921;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Collections &amp; Recover</a:t>
              </a:r>
              <a:endParaRPr sz="900">
                <a:solidFill>
                  <a:srgbClr val="FFFFFF"/>
                </a:solidFill>
                <a:latin typeface="Avant Garde Demi SFDC"/>
                <a:ea typeface="Avant Garde Demi SFDC"/>
                <a:cs typeface="Avant Garde Demi SFDC"/>
                <a:sym typeface="Avant Garde Demi SFDC"/>
              </a:endParaRPr>
            </a:p>
          </p:txBody>
        </p:sp>
      </p:grpSp>
      <p:sp>
        <p:nvSpPr>
          <p:cNvPr id="1922" name="Google Shape;1922;p83"/>
          <p:cNvSpPr/>
          <p:nvPr/>
        </p:nvSpPr>
        <p:spPr>
          <a:xfrm>
            <a:off x="16175571" y="520296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23" name="Google Shape;1923;p83"/>
          <p:cNvSpPr txBox="1"/>
          <p:nvPr/>
        </p:nvSpPr>
        <p:spPr>
          <a:xfrm>
            <a:off x="16339887" y="516947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a:latin typeface="Salesforce Sans"/>
              <a:ea typeface="Salesforce Sans"/>
              <a:cs typeface="Salesforce Sans"/>
              <a:sym typeface="Salesforce Sans"/>
            </a:endParaRPr>
          </a:p>
        </p:txBody>
      </p:sp>
      <p:sp>
        <p:nvSpPr>
          <p:cNvPr id="1924" name="Google Shape;1924;p83"/>
          <p:cNvSpPr txBox="1"/>
          <p:nvPr/>
        </p:nvSpPr>
        <p:spPr>
          <a:xfrm>
            <a:off x="16339887" y="531975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a:latin typeface="Salesforce Sans"/>
              <a:ea typeface="Salesforce Sans"/>
              <a:cs typeface="Salesforce Sans"/>
              <a:sym typeface="Salesforce Sans"/>
            </a:endParaRPr>
          </a:p>
        </p:txBody>
      </p:sp>
      <p:sp>
        <p:nvSpPr>
          <p:cNvPr id="1925" name="Google Shape;1925;p83"/>
          <p:cNvSpPr/>
          <p:nvPr/>
        </p:nvSpPr>
        <p:spPr>
          <a:xfrm>
            <a:off x="16175571" y="754773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26" name="Google Shape;1926;p83"/>
          <p:cNvSpPr txBox="1"/>
          <p:nvPr/>
        </p:nvSpPr>
        <p:spPr>
          <a:xfrm>
            <a:off x="16339887" y="751425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27" name="Google Shape;1927;p83"/>
          <p:cNvSpPr/>
          <p:nvPr/>
        </p:nvSpPr>
        <p:spPr>
          <a:xfrm>
            <a:off x="16175571" y="887325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28" name="Google Shape;1928;p83"/>
          <p:cNvSpPr txBox="1"/>
          <p:nvPr/>
        </p:nvSpPr>
        <p:spPr>
          <a:xfrm>
            <a:off x="16339887" y="8836042"/>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Information and Query Support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29" name="Google Shape;1929;p83"/>
          <p:cNvSpPr/>
          <p:nvPr/>
        </p:nvSpPr>
        <p:spPr>
          <a:xfrm>
            <a:off x="16175571" y="91447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30" name="Google Shape;1930;p83"/>
          <p:cNvSpPr txBox="1"/>
          <p:nvPr/>
        </p:nvSpPr>
        <p:spPr>
          <a:xfrm>
            <a:off x="16339887" y="910751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Representative Contact Update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31" name="Google Shape;1931;p83"/>
          <p:cNvSpPr/>
          <p:nvPr/>
        </p:nvSpPr>
        <p:spPr>
          <a:xfrm>
            <a:off x="16175571" y="9406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1932" name="Google Shape;1932;p83"/>
          <p:cNvGrpSpPr/>
          <p:nvPr/>
        </p:nvGrpSpPr>
        <p:grpSpPr>
          <a:xfrm>
            <a:off x="16175571" y="9526048"/>
            <a:ext cx="2530136" cy="128400"/>
            <a:chOff x="16170809" y="9954673"/>
            <a:chExt cx="2530136" cy="128400"/>
          </a:xfrm>
        </p:grpSpPr>
        <p:sp>
          <p:nvSpPr>
            <p:cNvPr id="1933" name="Google Shape;1933;p83"/>
            <p:cNvSpPr txBox="1"/>
            <p:nvPr/>
          </p:nvSpPr>
          <p:spPr>
            <a:xfrm>
              <a:off x="16335145" y="9954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Customer Verification</a:t>
              </a:r>
              <a:endParaRPr i="0" sz="800" u="none" cap="none" strike="noStrike">
                <a:latin typeface="Salesforce Sans"/>
                <a:ea typeface="Salesforce Sans"/>
                <a:cs typeface="Salesforce Sans"/>
                <a:sym typeface="Salesforce Sans"/>
              </a:endParaRPr>
            </a:p>
          </p:txBody>
        </p:sp>
        <p:sp>
          <p:nvSpPr>
            <p:cNvPr id="1934" name="Google Shape;1934;p83"/>
            <p:cNvSpPr/>
            <p:nvPr/>
          </p:nvSpPr>
          <p:spPr>
            <a:xfrm>
              <a:off x="16170809" y="9979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grpSp>
      <p:sp>
        <p:nvSpPr>
          <p:cNvPr id="1935" name="Google Shape;1935;p83"/>
          <p:cNvSpPr txBox="1"/>
          <p:nvPr/>
        </p:nvSpPr>
        <p:spPr>
          <a:xfrm>
            <a:off x="9694269" y="9906521"/>
            <a:ext cx="8385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harma" showMasterSp="0">
  <p:cSld name="TITLE_AND_BODY_5_1_1_1_1">
    <p:spTree>
      <p:nvGrpSpPr>
        <p:cNvPr id="1936" name="Shape 1936"/>
        <p:cNvGrpSpPr/>
        <p:nvPr/>
      </p:nvGrpSpPr>
      <p:grpSpPr>
        <a:xfrm>
          <a:off x="0" y="0"/>
          <a:ext cx="0" cy="0"/>
          <a:chOff x="0" y="0"/>
          <a:chExt cx="0" cy="0"/>
        </a:xfrm>
      </p:grpSpPr>
      <p:sp>
        <p:nvSpPr>
          <p:cNvPr id="1937" name="Google Shape;1937;p84"/>
          <p:cNvSpPr txBox="1"/>
          <p:nvPr/>
        </p:nvSpPr>
        <p:spPr>
          <a:xfrm>
            <a:off x="857250"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pharma workflows</a:t>
            </a:r>
            <a:endParaRPr sz="4200">
              <a:solidFill>
                <a:schemeClr val="dk1"/>
              </a:solidFill>
              <a:latin typeface="Avant Garde Demi SFDC"/>
              <a:ea typeface="Avant Garde Demi SFDC"/>
              <a:cs typeface="Avant Garde Demi SFDC"/>
              <a:sym typeface="Avant Garde Demi SFDC"/>
            </a:endParaRPr>
          </a:p>
        </p:txBody>
      </p:sp>
      <p:grpSp>
        <p:nvGrpSpPr>
          <p:cNvPr id="1938" name="Google Shape;1938;p84"/>
          <p:cNvGrpSpPr/>
          <p:nvPr/>
        </p:nvGrpSpPr>
        <p:grpSpPr>
          <a:xfrm>
            <a:off x="5987400" y="1143000"/>
            <a:ext cx="6313200" cy="307800"/>
            <a:chOff x="10935900" y="1111148"/>
            <a:chExt cx="6313200" cy="307800"/>
          </a:xfrm>
        </p:grpSpPr>
        <p:grpSp>
          <p:nvGrpSpPr>
            <p:cNvPr id="1939" name="Google Shape;1939;p84"/>
            <p:cNvGrpSpPr/>
            <p:nvPr/>
          </p:nvGrpSpPr>
          <p:grpSpPr>
            <a:xfrm>
              <a:off x="10935900" y="1111148"/>
              <a:ext cx="6313200" cy="307800"/>
              <a:chOff x="11238000" y="958400"/>
              <a:chExt cx="6313200" cy="307800"/>
            </a:xfrm>
          </p:grpSpPr>
          <p:sp>
            <p:nvSpPr>
              <p:cNvPr id="1940" name="Google Shape;1940;p84"/>
              <p:cNvSpPr/>
              <p:nvPr/>
            </p:nvSpPr>
            <p:spPr>
              <a:xfrm>
                <a:off x="11238000" y="9614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941" name="Google Shape;1941;p84"/>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2" name="Google Shape;1942;p84"/>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43" name="Google Shape;1943;p84"/>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4" name="Google Shape;1944;p84"/>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5" name="Google Shape;1945;p84"/>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946" name="Google Shape;1946;p84"/>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947" name="Google Shape;1947;p84"/>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1948" name="Google Shape;1948;p84"/>
            <p:cNvSpPr txBox="1"/>
            <p:nvPr/>
          </p:nvSpPr>
          <p:spPr>
            <a:xfrm>
              <a:off x="16504798" y="1185550"/>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1949" name="Google Shape;1949;p84"/>
          <p:cNvGrpSpPr/>
          <p:nvPr/>
        </p:nvGrpSpPr>
        <p:grpSpPr>
          <a:xfrm>
            <a:off x="439619" y="1524000"/>
            <a:ext cx="4336282" cy="8401512"/>
            <a:chOff x="478339" y="1521600"/>
            <a:chExt cx="4336282" cy="8401512"/>
          </a:xfrm>
        </p:grpSpPr>
        <p:sp>
          <p:nvSpPr>
            <p:cNvPr id="1950" name="Google Shape;1950;p84"/>
            <p:cNvSpPr/>
            <p:nvPr/>
          </p:nvSpPr>
          <p:spPr>
            <a:xfrm>
              <a:off x="1601900" y="2618605"/>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Early Disease Research </a:t>
              </a:r>
              <a:endParaRPr b="1" i="0" sz="945" u="none" cap="none" strike="noStrike">
                <a:solidFill>
                  <a:srgbClr val="066AFE"/>
                </a:solidFill>
                <a:latin typeface="Salesforce Sans"/>
                <a:ea typeface="Salesforce Sans"/>
                <a:cs typeface="Salesforce Sans"/>
                <a:sym typeface="Salesforce Sans"/>
              </a:endParaRPr>
            </a:p>
          </p:txBody>
        </p:sp>
        <p:sp>
          <p:nvSpPr>
            <p:cNvPr id="1951" name="Google Shape;1951;p84"/>
            <p:cNvSpPr/>
            <p:nvPr/>
          </p:nvSpPr>
          <p:spPr>
            <a:xfrm>
              <a:off x="1601900" y="9464113"/>
              <a:ext cx="14577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a:t>
              </a:r>
              <a:r>
                <a:rPr b="1" lang="en" sz="945">
                  <a:solidFill>
                    <a:srgbClr val="066AFE"/>
                  </a:solidFill>
                  <a:latin typeface="Salesforce Sans"/>
                  <a:ea typeface="Salesforce Sans"/>
                  <a:cs typeface="Salesforce Sans"/>
                  <a:sym typeface="Salesforce Sans"/>
                </a:rPr>
                <a:t> </a:t>
              </a:r>
              <a:br>
                <a:rPr b="1" lang="en" sz="945">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Intelligence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Monitoring </a:t>
              </a:r>
              <a:endParaRPr b="1" i="0" sz="945" u="none" cap="none" strike="noStrike">
                <a:solidFill>
                  <a:srgbClr val="066AFE"/>
                </a:solidFill>
                <a:latin typeface="Salesforce Sans"/>
                <a:ea typeface="Salesforce Sans"/>
                <a:cs typeface="Salesforce Sans"/>
                <a:sym typeface="Salesforce Sans"/>
              </a:endParaRPr>
            </a:p>
          </p:txBody>
        </p:sp>
        <p:sp>
          <p:nvSpPr>
            <p:cNvPr id="1952" name="Google Shape;1952;p84"/>
            <p:cNvSpPr/>
            <p:nvPr/>
          </p:nvSpPr>
          <p:spPr>
            <a:xfrm>
              <a:off x="1601900" y="3693863"/>
              <a:ext cx="12960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Drug / Compound Identification </a:t>
              </a:r>
              <a:endParaRPr b="1" i="0" sz="945" u="none" cap="none" strike="noStrike">
                <a:solidFill>
                  <a:srgbClr val="066AFE"/>
                </a:solidFill>
                <a:latin typeface="Salesforce Sans"/>
                <a:ea typeface="Salesforce Sans"/>
                <a:cs typeface="Salesforce Sans"/>
                <a:sym typeface="Salesforce Sans"/>
              </a:endParaRPr>
            </a:p>
          </p:txBody>
        </p:sp>
        <p:sp>
          <p:nvSpPr>
            <p:cNvPr id="1953" name="Google Shape;1953;p84"/>
            <p:cNvSpPr/>
            <p:nvPr/>
          </p:nvSpPr>
          <p:spPr>
            <a:xfrm>
              <a:off x="1601900" y="3158862"/>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Target Discovery </a:t>
              </a:r>
              <a:endParaRPr b="1" i="0" sz="945" u="none" cap="none" strike="noStrike">
                <a:solidFill>
                  <a:srgbClr val="066AFE"/>
                </a:solidFill>
                <a:latin typeface="Salesforce Sans"/>
                <a:ea typeface="Salesforce Sans"/>
                <a:cs typeface="Salesforce Sans"/>
                <a:sym typeface="Salesforce Sans"/>
              </a:endParaRPr>
            </a:p>
          </p:txBody>
        </p:sp>
        <p:sp>
          <p:nvSpPr>
            <p:cNvPr id="1954" name="Google Shape;1954;p84"/>
            <p:cNvSpPr/>
            <p:nvPr/>
          </p:nvSpPr>
          <p:spPr>
            <a:xfrm>
              <a:off x="1601900" y="4084100"/>
              <a:ext cx="11211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Biochemical Simulation &amp; Modelling</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highlight>
                  <a:srgbClr val="FFFF00"/>
                </a:highlight>
                <a:latin typeface="Salesforce Sans"/>
                <a:ea typeface="Salesforce Sans"/>
                <a:cs typeface="Salesforce Sans"/>
                <a:sym typeface="Salesforce Sans"/>
              </a:endParaRPr>
            </a:p>
          </p:txBody>
        </p:sp>
        <p:sp>
          <p:nvSpPr>
            <p:cNvPr id="1955" name="Google Shape;1955;p84"/>
            <p:cNvSpPr/>
            <p:nvPr/>
          </p:nvSpPr>
          <p:spPr>
            <a:xfrm>
              <a:off x="1601900" y="4562067"/>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Protocol Design </a:t>
              </a:r>
              <a:endParaRPr b="1" i="0" sz="945" u="none" cap="none" strike="noStrike">
                <a:solidFill>
                  <a:srgbClr val="066AFE"/>
                </a:solidFill>
                <a:latin typeface="Salesforce Sans"/>
                <a:ea typeface="Salesforce Sans"/>
                <a:cs typeface="Salesforce Sans"/>
                <a:sym typeface="Salesforce Sans"/>
              </a:endParaRPr>
            </a:p>
          </p:txBody>
        </p:sp>
        <p:sp>
          <p:nvSpPr>
            <p:cNvPr id="1956" name="Google Shape;1956;p84"/>
            <p:cNvSpPr/>
            <p:nvPr/>
          </p:nvSpPr>
          <p:spPr>
            <a:xfrm>
              <a:off x="1601900" y="5363200"/>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Comparative Analysis </a:t>
              </a:r>
              <a:endParaRPr b="1" i="0" sz="945" u="none" cap="none" strike="noStrike">
                <a:solidFill>
                  <a:srgbClr val="066AFE"/>
                </a:solidFill>
                <a:latin typeface="Salesforce Sans"/>
                <a:ea typeface="Salesforce Sans"/>
                <a:cs typeface="Salesforce Sans"/>
                <a:sym typeface="Salesforce Sans"/>
              </a:endParaRPr>
            </a:p>
          </p:txBody>
        </p:sp>
        <p:sp>
          <p:nvSpPr>
            <p:cNvPr id="1957" name="Google Shape;1957;p84"/>
            <p:cNvSpPr/>
            <p:nvPr/>
          </p:nvSpPr>
          <p:spPr>
            <a:xfrm>
              <a:off x="1601900" y="6256263"/>
              <a:ext cx="11835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Pre-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Approval</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1958" name="Google Shape;1958;p84"/>
            <p:cNvSpPr/>
            <p:nvPr/>
          </p:nvSpPr>
          <p:spPr>
            <a:xfrm>
              <a:off x="1601900" y="7298388"/>
              <a:ext cx="10920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Data Analysis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&amp; Results</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1959" name="Google Shape;1959;p84"/>
            <p:cNvSpPr/>
            <p:nvPr/>
          </p:nvSpPr>
          <p:spPr>
            <a:xfrm>
              <a:off x="1601900" y="6629419"/>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Execution </a:t>
              </a:r>
              <a:endParaRPr b="1" i="0" sz="945" u="none" cap="none" strike="noStrike">
                <a:solidFill>
                  <a:srgbClr val="066AFE"/>
                </a:solidFill>
                <a:latin typeface="Salesforce Sans"/>
                <a:ea typeface="Salesforce Sans"/>
                <a:cs typeface="Salesforce Sans"/>
                <a:sym typeface="Salesforce Sans"/>
              </a:endParaRPr>
            </a:p>
          </p:txBody>
        </p:sp>
        <p:sp>
          <p:nvSpPr>
            <p:cNvPr id="1960" name="Google Shape;1960;p84"/>
            <p:cNvSpPr/>
            <p:nvPr/>
          </p:nvSpPr>
          <p:spPr>
            <a:xfrm>
              <a:off x="1601900" y="5727840"/>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Startup </a:t>
              </a:r>
              <a:endParaRPr b="1" i="0" sz="945" u="none" cap="none" strike="noStrike">
                <a:solidFill>
                  <a:srgbClr val="066AFE"/>
                </a:solidFill>
                <a:latin typeface="Salesforce Sans"/>
                <a:ea typeface="Salesforce Sans"/>
                <a:cs typeface="Salesforce Sans"/>
                <a:sym typeface="Salesforce Sans"/>
              </a:endParaRPr>
            </a:p>
          </p:txBody>
        </p:sp>
        <p:sp>
          <p:nvSpPr>
            <p:cNvPr id="1961" name="Google Shape;1961;p84"/>
            <p:cNvSpPr/>
            <p:nvPr/>
          </p:nvSpPr>
          <p:spPr>
            <a:xfrm>
              <a:off x="1601900" y="7641472"/>
              <a:ext cx="10749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Initial</a:t>
              </a:r>
              <a:r>
                <a:rPr b="1" lang="en" sz="945">
                  <a:solidFill>
                    <a:srgbClr val="066AFE"/>
                  </a:solidFill>
                  <a:latin typeface="Salesforce Sans"/>
                  <a:ea typeface="Salesforce Sans"/>
                  <a:cs typeface="Salesforce Sans"/>
                  <a:sym typeface="Salesforce Sans"/>
                </a:rPr>
                <a:t> </a:t>
              </a:r>
              <a:r>
                <a:rPr b="1" i="0" lang="en" sz="945" u="none" cap="none" strike="noStrike">
                  <a:solidFill>
                    <a:srgbClr val="066AFE"/>
                  </a:solidFill>
                  <a:latin typeface="Salesforce Sans"/>
                  <a:ea typeface="Salesforce Sans"/>
                  <a:cs typeface="Salesforce Sans"/>
                  <a:sym typeface="Salesforce Sans"/>
                </a:rPr>
                <a:t>Regulatory Reporting </a:t>
              </a:r>
              <a:endParaRPr b="1" i="0" sz="945" u="none" cap="none" strike="noStrike">
                <a:solidFill>
                  <a:srgbClr val="066AFE"/>
                </a:solidFill>
                <a:latin typeface="Salesforce Sans"/>
                <a:ea typeface="Salesforce Sans"/>
                <a:cs typeface="Salesforce Sans"/>
                <a:sym typeface="Salesforce Sans"/>
              </a:endParaRPr>
            </a:p>
          </p:txBody>
        </p:sp>
        <p:sp>
          <p:nvSpPr>
            <p:cNvPr id="1962" name="Google Shape;1962;p84"/>
            <p:cNvSpPr/>
            <p:nvPr/>
          </p:nvSpPr>
          <p:spPr>
            <a:xfrm>
              <a:off x="1601900" y="82988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Inquiry </a:t>
              </a:r>
              <a:endParaRPr b="1" i="0" sz="945" u="none" cap="none" strike="noStrike">
                <a:solidFill>
                  <a:srgbClr val="066AFE"/>
                </a:solidFill>
                <a:latin typeface="Salesforce Sans"/>
                <a:ea typeface="Salesforce Sans"/>
                <a:cs typeface="Salesforce Sans"/>
                <a:sym typeface="Salesforce Sans"/>
              </a:endParaRPr>
            </a:p>
          </p:txBody>
        </p:sp>
        <p:sp>
          <p:nvSpPr>
            <p:cNvPr id="1963" name="Google Shape;1963;p84"/>
            <p:cNvSpPr/>
            <p:nvPr/>
          </p:nvSpPr>
          <p:spPr>
            <a:xfrm>
              <a:off x="1601900" y="8659599"/>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Post-Marketing Surveillance </a:t>
              </a:r>
              <a:endParaRPr b="1" i="0" sz="945" u="none" cap="none" strike="noStrike">
                <a:solidFill>
                  <a:srgbClr val="066AFE"/>
                </a:solidFill>
                <a:latin typeface="Salesforce Sans"/>
                <a:ea typeface="Salesforce Sans"/>
                <a:cs typeface="Salesforce Sans"/>
                <a:sym typeface="Salesforce Sans"/>
              </a:endParaRPr>
            </a:p>
          </p:txBody>
        </p:sp>
        <p:sp>
          <p:nvSpPr>
            <p:cNvPr id="1964" name="Google Shape;1964;p84"/>
            <p:cNvSpPr txBox="1"/>
            <p:nvPr/>
          </p:nvSpPr>
          <p:spPr>
            <a:xfrm>
              <a:off x="3048821" y="29421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Preparation</a:t>
              </a:r>
              <a:endParaRPr i="0" sz="800" u="none" cap="none" strike="noStrike">
                <a:latin typeface="Salesforce Sans"/>
                <a:ea typeface="Salesforce Sans"/>
                <a:cs typeface="Salesforce Sans"/>
                <a:sym typeface="Salesforce Sans"/>
              </a:endParaRPr>
            </a:p>
          </p:txBody>
        </p:sp>
        <p:sp>
          <p:nvSpPr>
            <p:cNvPr id="1965" name="Google Shape;1965;p84"/>
            <p:cNvSpPr txBox="1"/>
            <p:nvPr/>
          </p:nvSpPr>
          <p:spPr>
            <a:xfrm>
              <a:off x="3048821" y="31572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Identification</a:t>
              </a:r>
              <a:endParaRPr sz="800">
                <a:latin typeface="Salesforce Sans"/>
                <a:ea typeface="Salesforce Sans"/>
                <a:cs typeface="Salesforce Sans"/>
                <a:sym typeface="Salesforce Sans"/>
              </a:endParaRPr>
            </a:p>
          </p:txBody>
        </p:sp>
        <p:sp>
          <p:nvSpPr>
            <p:cNvPr id="1966" name="Google Shape;1966;p84"/>
            <p:cNvSpPr txBox="1"/>
            <p:nvPr/>
          </p:nvSpPr>
          <p:spPr>
            <a:xfrm>
              <a:off x="3048821" y="331296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Validation</a:t>
              </a:r>
              <a:endParaRPr sz="800">
                <a:latin typeface="Salesforce Sans"/>
                <a:ea typeface="Salesforce Sans"/>
                <a:cs typeface="Salesforce Sans"/>
                <a:sym typeface="Salesforce Sans"/>
              </a:endParaRPr>
            </a:p>
          </p:txBody>
        </p:sp>
        <p:sp>
          <p:nvSpPr>
            <p:cNvPr id="1967" name="Google Shape;1967;p84"/>
            <p:cNvSpPr txBox="1"/>
            <p:nvPr/>
          </p:nvSpPr>
          <p:spPr>
            <a:xfrm>
              <a:off x="3048821" y="38679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Formulation Development</a:t>
              </a:r>
              <a:endParaRPr sz="800">
                <a:latin typeface="Salesforce Sans"/>
                <a:ea typeface="Salesforce Sans"/>
                <a:cs typeface="Salesforce Sans"/>
                <a:sym typeface="Salesforce Sans"/>
              </a:endParaRPr>
            </a:p>
          </p:txBody>
        </p:sp>
        <p:sp>
          <p:nvSpPr>
            <p:cNvPr id="1968" name="Google Shape;1968;p84"/>
            <p:cNvSpPr txBox="1"/>
            <p:nvPr/>
          </p:nvSpPr>
          <p:spPr>
            <a:xfrm>
              <a:off x="3048821" y="34749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Prioritization</a:t>
              </a:r>
              <a:endParaRPr sz="800">
                <a:latin typeface="Salesforce Sans"/>
                <a:ea typeface="Salesforce Sans"/>
                <a:cs typeface="Salesforce Sans"/>
                <a:sym typeface="Salesforce Sans"/>
              </a:endParaRPr>
            </a:p>
          </p:txBody>
        </p:sp>
        <p:sp>
          <p:nvSpPr>
            <p:cNvPr id="1969" name="Google Shape;1969;p84"/>
            <p:cNvSpPr txBox="1"/>
            <p:nvPr/>
          </p:nvSpPr>
          <p:spPr>
            <a:xfrm>
              <a:off x="3048821" y="4714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Selection</a:t>
              </a:r>
              <a:endParaRPr i="0" sz="800" u="none" cap="none" strike="noStrike">
                <a:latin typeface="Salesforce Sans"/>
                <a:ea typeface="Salesforce Sans"/>
                <a:cs typeface="Salesforce Sans"/>
                <a:sym typeface="Salesforce Sans"/>
              </a:endParaRPr>
            </a:p>
          </p:txBody>
        </p:sp>
        <p:sp>
          <p:nvSpPr>
            <p:cNvPr id="1970" name="Google Shape;1970;p84"/>
            <p:cNvSpPr txBox="1"/>
            <p:nvPr/>
          </p:nvSpPr>
          <p:spPr>
            <a:xfrm>
              <a:off x="3048821" y="45589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Type Designation</a:t>
              </a:r>
              <a:endParaRPr sz="800">
                <a:latin typeface="Salesforce Sans"/>
                <a:ea typeface="Salesforce Sans"/>
                <a:cs typeface="Salesforce Sans"/>
                <a:sym typeface="Salesforce Sans"/>
              </a:endParaRPr>
            </a:p>
          </p:txBody>
        </p:sp>
        <p:sp>
          <p:nvSpPr>
            <p:cNvPr id="1971" name="Google Shape;1971;p84"/>
            <p:cNvSpPr txBox="1"/>
            <p:nvPr/>
          </p:nvSpPr>
          <p:spPr>
            <a:xfrm>
              <a:off x="3048821" y="514764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 Vitro Validation</a:t>
              </a:r>
              <a:endParaRPr sz="800">
                <a:latin typeface="Salesforce Sans"/>
                <a:ea typeface="Salesforce Sans"/>
                <a:cs typeface="Salesforce Sans"/>
                <a:sym typeface="Salesforce Sans"/>
              </a:endParaRPr>
            </a:p>
          </p:txBody>
        </p:sp>
        <p:sp>
          <p:nvSpPr>
            <p:cNvPr id="1972" name="Google Shape;1972;p84"/>
            <p:cNvSpPr txBox="1"/>
            <p:nvPr/>
          </p:nvSpPr>
          <p:spPr>
            <a:xfrm>
              <a:off x="3048821" y="5364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Synthesis</a:t>
              </a:r>
              <a:endParaRPr sz="800">
                <a:latin typeface="Salesforce Sans"/>
                <a:ea typeface="Salesforce Sans"/>
                <a:cs typeface="Salesforce Sans"/>
                <a:sym typeface="Salesforce Sans"/>
              </a:endParaRPr>
            </a:p>
          </p:txBody>
        </p:sp>
        <p:sp>
          <p:nvSpPr>
            <p:cNvPr id="1973" name="Google Shape;1973;p84"/>
            <p:cNvSpPr txBox="1"/>
            <p:nvPr/>
          </p:nvSpPr>
          <p:spPr>
            <a:xfrm>
              <a:off x="3048821" y="55177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H2H Benchmarking</a:t>
              </a:r>
              <a:endParaRPr sz="800">
                <a:latin typeface="Salesforce Sans"/>
                <a:ea typeface="Salesforce Sans"/>
                <a:cs typeface="Salesforce Sans"/>
                <a:sym typeface="Salesforce Sans"/>
              </a:endParaRPr>
            </a:p>
          </p:txBody>
        </p:sp>
        <p:sp>
          <p:nvSpPr>
            <p:cNvPr id="1974" name="Google Shape;1974;p84"/>
            <p:cNvSpPr txBox="1"/>
            <p:nvPr/>
          </p:nvSpPr>
          <p:spPr>
            <a:xfrm>
              <a:off x="3048821" y="58875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Feasibility</a:t>
              </a:r>
              <a:endParaRPr sz="800">
                <a:latin typeface="Salesforce Sans"/>
                <a:ea typeface="Salesforce Sans"/>
                <a:cs typeface="Salesforce Sans"/>
                <a:sym typeface="Salesforce Sans"/>
              </a:endParaRPr>
            </a:p>
          </p:txBody>
        </p:sp>
        <p:sp>
          <p:nvSpPr>
            <p:cNvPr id="1975" name="Google Shape;1975;p84"/>
            <p:cNvSpPr txBox="1"/>
            <p:nvPr/>
          </p:nvSpPr>
          <p:spPr>
            <a:xfrm>
              <a:off x="3048821" y="62629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Country &amp; Admin Regulations</a:t>
              </a:r>
              <a:endParaRPr sz="800">
                <a:latin typeface="Salesforce Sans"/>
                <a:ea typeface="Salesforce Sans"/>
                <a:cs typeface="Salesforce Sans"/>
                <a:sym typeface="Salesforce Sans"/>
              </a:endParaRPr>
            </a:p>
          </p:txBody>
        </p:sp>
        <p:sp>
          <p:nvSpPr>
            <p:cNvPr id="1976" name="Google Shape;1976;p84"/>
            <p:cNvSpPr txBox="1"/>
            <p:nvPr/>
          </p:nvSpPr>
          <p:spPr>
            <a:xfrm>
              <a:off x="3048821" y="64163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Core Document Authoring</a:t>
              </a:r>
              <a:endParaRPr sz="800">
                <a:latin typeface="Salesforce Sans"/>
                <a:ea typeface="Salesforce Sans"/>
                <a:cs typeface="Salesforce Sans"/>
                <a:sym typeface="Salesforce Sans"/>
              </a:endParaRPr>
            </a:p>
          </p:txBody>
        </p:sp>
        <p:sp>
          <p:nvSpPr>
            <p:cNvPr id="1977" name="Google Shape;1977;p84"/>
            <p:cNvSpPr txBox="1"/>
            <p:nvPr/>
          </p:nvSpPr>
          <p:spPr>
            <a:xfrm>
              <a:off x="3048821" y="57317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Regional Identification</a:t>
              </a:r>
              <a:endParaRPr sz="800">
                <a:latin typeface="Salesforce Sans"/>
                <a:ea typeface="Salesforce Sans"/>
                <a:cs typeface="Salesforce Sans"/>
                <a:sym typeface="Salesforce Sans"/>
              </a:endParaRPr>
            </a:p>
          </p:txBody>
        </p:sp>
        <p:sp>
          <p:nvSpPr>
            <p:cNvPr id="1978" name="Google Shape;1978;p84"/>
            <p:cNvSpPr txBox="1"/>
            <p:nvPr/>
          </p:nvSpPr>
          <p:spPr>
            <a:xfrm>
              <a:off x="3048821" y="6624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Finding</a:t>
              </a:r>
              <a:endParaRPr i="0" sz="800" u="none" cap="none" strike="noStrike">
                <a:latin typeface="Salesforce Sans"/>
                <a:ea typeface="Salesforce Sans"/>
                <a:cs typeface="Salesforce Sans"/>
                <a:sym typeface="Salesforce Sans"/>
              </a:endParaRPr>
            </a:p>
          </p:txBody>
        </p:sp>
        <p:sp>
          <p:nvSpPr>
            <p:cNvPr id="1979" name="Google Shape;1979;p84"/>
            <p:cNvSpPr txBox="1"/>
            <p:nvPr/>
          </p:nvSpPr>
          <p:spPr>
            <a:xfrm>
              <a:off x="3048821" y="67800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Visit Scheduling</a:t>
              </a:r>
              <a:endParaRPr i="0" sz="800" u="none" cap="none" strike="noStrike">
                <a:latin typeface="Salesforce Sans"/>
                <a:ea typeface="Salesforce Sans"/>
                <a:cs typeface="Salesforce Sans"/>
                <a:sym typeface="Salesforce Sans"/>
              </a:endParaRPr>
            </a:p>
          </p:txBody>
        </p:sp>
        <p:sp>
          <p:nvSpPr>
            <p:cNvPr id="1980" name="Google Shape;1980;p84"/>
            <p:cNvSpPr txBox="1"/>
            <p:nvPr/>
          </p:nvSpPr>
          <p:spPr>
            <a:xfrm>
              <a:off x="3048821" y="693584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Monitoring</a:t>
              </a:r>
              <a:endParaRPr i="0" sz="800" u="none" cap="none" strike="noStrike">
                <a:latin typeface="Salesforce Sans"/>
                <a:ea typeface="Salesforce Sans"/>
                <a:cs typeface="Salesforce Sans"/>
                <a:sym typeface="Salesforce Sans"/>
              </a:endParaRPr>
            </a:p>
          </p:txBody>
        </p:sp>
        <p:sp>
          <p:nvSpPr>
            <p:cNvPr id="1981" name="Google Shape;1981;p84"/>
            <p:cNvSpPr txBox="1"/>
            <p:nvPr/>
          </p:nvSpPr>
          <p:spPr>
            <a:xfrm>
              <a:off x="3048821" y="486982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Validation (e.g., Controls, Doses, Endpoints)</a:t>
              </a:r>
              <a:endParaRPr sz="800">
                <a:latin typeface="Salesforce Sans"/>
                <a:ea typeface="Salesforce Sans"/>
                <a:cs typeface="Salesforce Sans"/>
                <a:sym typeface="Salesforce Sans"/>
              </a:endParaRPr>
            </a:p>
          </p:txBody>
        </p:sp>
        <p:sp>
          <p:nvSpPr>
            <p:cNvPr id="1982" name="Google Shape;1982;p84"/>
            <p:cNvSpPr txBox="1"/>
            <p:nvPr/>
          </p:nvSpPr>
          <p:spPr>
            <a:xfrm>
              <a:off x="3048821" y="77911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Safety Case</a:t>
              </a:r>
              <a:endParaRPr i="0" sz="800" u="none" cap="none" strike="noStrike">
                <a:latin typeface="Salesforce Sans"/>
                <a:ea typeface="Salesforce Sans"/>
                <a:cs typeface="Salesforce Sans"/>
                <a:sym typeface="Salesforce Sans"/>
              </a:endParaRPr>
            </a:p>
          </p:txBody>
        </p:sp>
        <p:sp>
          <p:nvSpPr>
            <p:cNvPr id="1983" name="Google Shape;1983;p84"/>
            <p:cNvSpPr txBox="1"/>
            <p:nvPr/>
          </p:nvSpPr>
          <p:spPr>
            <a:xfrm>
              <a:off x="3048821" y="8088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Submission Readiness</a:t>
              </a:r>
              <a:endParaRPr i="0" sz="800" u="none" cap="none" strike="noStrike">
                <a:latin typeface="Salesforce Sans"/>
                <a:ea typeface="Salesforce Sans"/>
                <a:cs typeface="Salesforce Sans"/>
                <a:sym typeface="Salesforce Sans"/>
              </a:endParaRPr>
            </a:p>
          </p:txBody>
        </p:sp>
        <p:sp>
          <p:nvSpPr>
            <p:cNvPr id="1984" name="Google Shape;1984;p84"/>
            <p:cNvSpPr txBox="1"/>
            <p:nvPr/>
          </p:nvSpPr>
          <p:spPr>
            <a:xfrm>
              <a:off x="3048821" y="793973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 Generation</a:t>
              </a:r>
              <a:endParaRPr i="0" sz="800" u="none" cap="none" strike="noStrike">
                <a:latin typeface="Salesforce Sans"/>
                <a:ea typeface="Salesforce Sans"/>
                <a:cs typeface="Salesforce Sans"/>
                <a:sym typeface="Salesforce Sans"/>
              </a:endParaRPr>
            </a:p>
          </p:txBody>
        </p:sp>
        <p:sp>
          <p:nvSpPr>
            <p:cNvPr id="1985" name="Google Shape;1985;p84"/>
            <p:cNvSpPr txBox="1"/>
            <p:nvPr/>
          </p:nvSpPr>
          <p:spPr>
            <a:xfrm>
              <a:off x="3048821" y="84512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Response Generation</a:t>
              </a:r>
              <a:endParaRPr i="0" sz="800" u="none" cap="none" strike="noStrike">
                <a:latin typeface="Salesforce Sans"/>
                <a:ea typeface="Salesforce Sans"/>
                <a:cs typeface="Salesforce Sans"/>
                <a:sym typeface="Salesforce Sans"/>
              </a:endParaRPr>
            </a:p>
          </p:txBody>
        </p:sp>
        <p:sp>
          <p:nvSpPr>
            <p:cNvPr id="1986" name="Google Shape;1986;p84"/>
            <p:cNvSpPr txBox="1"/>
            <p:nvPr/>
          </p:nvSpPr>
          <p:spPr>
            <a:xfrm>
              <a:off x="3048821" y="865988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Design</a:t>
              </a:r>
              <a:endParaRPr i="0" sz="800" u="none" cap="none" strike="noStrike">
                <a:latin typeface="Salesforce Sans"/>
                <a:ea typeface="Salesforce Sans"/>
                <a:cs typeface="Salesforce Sans"/>
                <a:sym typeface="Salesforce Sans"/>
              </a:endParaRPr>
            </a:p>
          </p:txBody>
        </p:sp>
        <p:sp>
          <p:nvSpPr>
            <p:cNvPr id="1987" name="Google Shape;1987;p84"/>
            <p:cNvSpPr txBox="1"/>
            <p:nvPr/>
          </p:nvSpPr>
          <p:spPr>
            <a:xfrm>
              <a:off x="3048821" y="88084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Execution</a:t>
              </a:r>
              <a:endParaRPr i="0" sz="800" u="none" cap="none" strike="noStrike">
                <a:latin typeface="Salesforce Sans"/>
                <a:ea typeface="Salesforce Sans"/>
                <a:cs typeface="Salesforce Sans"/>
                <a:sym typeface="Salesforce Sans"/>
              </a:endParaRPr>
            </a:p>
          </p:txBody>
        </p:sp>
        <p:sp>
          <p:nvSpPr>
            <p:cNvPr id="1988" name="Google Shape;1988;p84"/>
            <p:cNvSpPr txBox="1"/>
            <p:nvPr/>
          </p:nvSpPr>
          <p:spPr>
            <a:xfrm>
              <a:off x="3048821" y="89571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Periodic Reporting</a:t>
              </a:r>
              <a:endParaRPr i="0" sz="800" u="none" cap="none" strike="noStrike">
                <a:latin typeface="Salesforce Sans"/>
                <a:ea typeface="Salesforce Sans"/>
                <a:cs typeface="Salesforce Sans"/>
                <a:sym typeface="Salesforce Sans"/>
              </a:endParaRPr>
            </a:p>
          </p:txBody>
        </p:sp>
        <p:sp>
          <p:nvSpPr>
            <p:cNvPr id="1989" name="Google Shape;1989;p84"/>
            <p:cNvSpPr txBox="1"/>
            <p:nvPr/>
          </p:nvSpPr>
          <p:spPr>
            <a:xfrm>
              <a:off x="3048821" y="91083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Labelling</a:t>
              </a:r>
              <a:endParaRPr i="0" sz="800" u="none" cap="none" strike="noStrike">
                <a:latin typeface="Salesforce Sans"/>
                <a:ea typeface="Salesforce Sans"/>
                <a:cs typeface="Salesforce Sans"/>
                <a:sym typeface="Salesforce Sans"/>
              </a:endParaRPr>
            </a:p>
          </p:txBody>
        </p:sp>
        <p:sp>
          <p:nvSpPr>
            <p:cNvPr id="1990" name="Google Shape;1990;p84"/>
            <p:cNvSpPr txBox="1"/>
            <p:nvPr/>
          </p:nvSpPr>
          <p:spPr>
            <a:xfrm>
              <a:off x="3048821" y="92481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Case Database</a:t>
              </a:r>
              <a:endParaRPr i="0" sz="800" u="none" cap="none" strike="noStrike">
                <a:latin typeface="Salesforce Sans"/>
                <a:ea typeface="Salesforce Sans"/>
                <a:cs typeface="Salesforce Sans"/>
                <a:sym typeface="Salesforce Sans"/>
              </a:endParaRPr>
            </a:p>
          </p:txBody>
        </p:sp>
        <p:sp>
          <p:nvSpPr>
            <p:cNvPr id="1991" name="Google Shape;1991;p84"/>
            <p:cNvSpPr txBox="1"/>
            <p:nvPr/>
          </p:nvSpPr>
          <p:spPr>
            <a:xfrm>
              <a:off x="3048821" y="70898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Management</a:t>
              </a:r>
              <a:endParaRPr i="0" sz="800" u="none" cap="none" strike="noStrike">
                <a:latin typeface="Salesforce Sans"/>
                <a:ea typeface="Salesforce Sans"/>
                <a:cs typeface="Salesforce Sans"/>
                <a:sym typeface="Salesforce Sans"/>
              </a:endParaRPr>
            </a:p>
          </p:txBody>
        </p:sp>
        <p:sp>
          <p:nvSpPr>
            <p:cNvPr id="1992" name="Google Shape;1992;p84"/>
            <p:cNvSpPr txBox="1"/>
            <p:nvPr/>
          </p:nvSpPr>
          <p:spPr>
            <a:xfrm>
              <a:off x="3048821" y="72998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Cleaning</a:t>
              </a:r>
              <a:endParaRPr i="0" sz="800" u="none" cap="none" strike="noStrike">
                <a:latin typeface="Salesforce Sans"/>
                <a:ea typeface="Salesforce Sans"/>
                <a:cs typeface="Salesforce Sans"/>
                <a:sym typeface="Salesforce Sans"/>
              </a:endParaRPr>
            </a:p>
          </p:txBody>
        </p:sp>
        <p:sp>
          <p:nvSpPr>
            <p:cNvPr id="1993" name="Google Shape;1993;p84"/>
            <p:cNvSpPr txBox="1"/>
            <p:nvPr/>
          </p:nvSpPr>
          <p:spPr>
            <a:xfrm>
              <a:off x="3048821" y="7430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a:t>
              </a:r>
              <a:endParaRPr i="0" sz="800" u="none" cap="none" strike="noStrike">
                <a:latin typeface="Salesforce Sans"/>
                <a:ea typeface="Salesforce Sans"/>
                <a:cs typeface="Salesforce Sans"/>
                <a:sym typeface="Salesforce Sans"/>
              </a:endParaRPr>
            </a:p>
          </p:txBody>
        </p:sp>
        <p:sp>
          <p:nvSpPr>
            <p:cNvPr id="1994" name="Google Shape;1994;p84"/>
            <p:cNvSpPr txBox="1"/>
            <p:nvPr/>
          </p:nvSpPr>
          <p:spPr>
            <a:xfrm>
              <a:off x="3048821" y="76425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Preparation</a:t>
              </a:r>
              <a:endParaRPr i="0" sz="800" u="none" cap="none" strike="noStrike">
                <a:latin typeface="Salesforce Sans"/>
                <a:ea typeface="Salesforce Sans"/>
                <a:cs typeface="Salesforce Sans"/>
                <a:sym typeface="Salesforce Sans"/>
              </a:endParaRPr>
            </a:p>
          </p:txBody>
        </p:sp>
        <p:sp>
          <p:nvSpPr>
            <p:cNvPr id="1995" name="Google Shape;1995;p84"/>
            <p:cNvSpPr/>
            <p:nvPr/>
          </p:nvSpPr>
          <p:spPr>
            <a:xfrm>
              <a:off x="2912773" y="3498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96" name="Google Shape;1996;p84"/>
            <p:cNvSpPr/>
            <p:nvPr/>
          </p:nvSpPr>
          <p:spPr>
            <a:xfrm>
              <a:off x="2912773" y="57503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1997" name="Google Shape;1997;p84"/>
            <p:cNvSpPr/>
            <p:nvPr/>
          </p:nvSpPr>
          <p:spPr>
            <a:xfrm>
              <a:off x="2912773" y="67986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98" name="Google Shape;1998;p84"/>
            <p:cNvSpPr txBox="1"/>
            <p:nvPr/>
          </p:nvSpPr>
          <p:spPr>
            <a:xfrm>
              <a:off x="3048821" y="176598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Candidates Matching</a:t>
              </a:r>
              <a:endParaRPr sz="800">
                <a:latin typeface="Salesforce Sans"/>
                <a:ea typeface="Salesforce Sans"/>
                <a:cs typeface="Salesforce Sans"/>
                <a:sym typeface="Salesforce Sans"/>
              </a:endParaRPr>
            </a:p>
          </p:txBody>
        </p:sp>
        <p:sp>
          <p:nvSpPr>
            <p:cNvPr id="1999" name="Google Shape;1999;p84"/>
            <p:cNvSpPr/>
            <p:nvPr/>
          </p:nvSpPr>
          <p:spPr>
            <a:xfrm>
              <a:off x="2912773" y="17844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0" name="Google Shape;2000;p84"/>
            <p:cNvSpPr txBox="1"/>
            <p:nvPr/>
          </p:nvSpPr>
          <p:spPr>
            <a:xfrm>
              <a:off x="3048821" y="1921000"/>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Clinical Trial Site Filter and Search </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001" name="Google Shape;2001;p84"/>
            <p:cNvSpPr/>
            <p:nvPr/>
          </p:nvSpPr>
          <p:spPr>
            <a:xfrm>
              <a:off x="2912773" y="19394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02" name="Google Shape;2002;p84"/>
            <p:cNvSpPr txBox="1"/>
            <p:nvPr/>
          </p:nvSpPr>
          <p:spPr>
            <a:xfrm>
              <a:off x="3048821" y="20760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Investigator Filter and Search </a:t>
              </a:r>
              <a:endParaRPr sz="800">
                <a:latin typeface="Salesforce Sans"/>
                <a:ea typeface="Salesforce Sans"/>
                <a:cs typeface="Salesforce Sans"/>
                <a:sym typeface="Salesforce Sans"/>
              </a:endParaRPr>
            </a:p>
          </p:txBody>
        </p:sp>
        <p:sp>
          <p:nvSpPr>
            <p:cNvPr id="2003" name="Google Shape;2003;p84"/>
            <p:cNvSpPr/>
            <p:nvPr/>
          </p:nvSpPr>
          <p:spPr>
            <a:xfrm>
              <a:off x="2912773" y="20944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4" name="Google Shape;2004;p84"/>
            <p:cNvSpPr txBox="1"/>
            <p:nvPr/>
          </p:nvSpPr>
          <p:spPr>
            <a:xfrm>
              <a:off x="3048821" y="22367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a:latin typeface="Salesforce Sans"/>
                <a:ea typeface="Salesforce Sans"/>
                <a:cs typeface="Salesforce Sans"/>
                <a:sym typeface="Salesforce Sans"/>
              </a:endParaRPr>
            </a:p>
          </p:txBody>
        </p:sp>
        <p:sp>
          <p:nvSpPr>
            <p:cNvPr id="2005" name="Google Shape;2005;p84"/>
            <p:cNvSpPr/>
            <p:nvPr/>
          </p:nvSpPr>
          <p:spPr>
            <a:xfrm>
              <a:off x="2912773" y="225524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6" name="Google Shape;2006;p84"/>
            <p:cNvSpPr txBox="1"/>
            <p:nvPr/>
          </p:nvSpPr>
          <p:spPr>
            <a:xfrm>
              <a:off x="3048821" y="24020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a:latin typeface="Salesforce Sans"/>
                <a:ea typeface="Salesforce Sans"/>
                <a:cs typeface="Salesforce Sans"/>
                <a:sym typeface="Salesforce Sans"/>
              </a:endParaRPr>
            </a:p>
          </p:txBody>
        </p:sp>
        <p:sp>
          <p:nvSpPr>
            <p:cNvPr id="2007" name="Google Shape;2007;p84"/>
            <p:cNvSpPr/>
            <p:nvPr/>
          </p:nvSpPr>
          <p:spPr>
            <a:xfrm>
              <a:off x="2912773" y="24205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8" name="Google Shape;2008;p84"/>
            <p:cNvSpPr txBox="1"/>
            <p:nvPr/>
          </p:nvSpPr>
          <p:spPr>
            <a:xfrm>
              <a:off x="3048821" y="27733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Validation</a:t>
              </a:r>
              <a:endParaRPr sz="800">
                <a:latin typeface="Salesforce Sans"/>
                <a:ea typeface="Salesforce Sans"/>
                <a:cs typeface="Salesforce Sans"/>
                <a:sym typeface="Salesforce Sans"/>
              </a:endParaRPr>
            </a:p>
          </p:txBody>
        </p:sp>
        <p:sp>
          <p:nvSpPr>
            <p:cNvPr id="2009" name="Google Shape;2009;p84"/>
            <p:cNvSpPr/>
            <p:nvPr/>
          </p:nvSpPr>
          <p:spPr>
            <a:xfrm>
              <a:off x="2912773" y="27917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0" name="Google Shape;2010;p84"/>
            <p:cNvSpPr/>
            <p:nvPr/>
          </p:nvSpPr>
          <p:spPr>
            <a:xfrm>
              <a:off x="2912773" y="2960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1" name="Google Shape;2011;p84"/>
            <p:cNvSpPr/>
            <p:nvPr/>
          </p:nvSpPr>
          <p:spPr>
            <a:xfrm>
              <a:off x="2912773" y="31756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2" name="Google Shape;2012;p84"/>
            <p:cNvSpPr txBox="1"/>
            <p:nvPr/>
          </p:nvSpPr>
          <p:spPr>
            <a:xfrm>
              <a:off x="3048821" y="2619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Literature Analysis</a:t>
              </a:r>
              <a:endParaRPr sz="800">
                <a:latin typeface="Salesforce Sans"/>
                <a:ea typeface="Salesforce Sans"/>
                <a:cs typeface="Salesforce Sans"/>
                <a:sym typeface="Salesforce Sans"/>
              </a:endParaRPr>
            </a:p>
          </p:txBody>
        </p:sp>
        <p:sp>
          <p:nvSpPr>
            <p:cNvPr id="2013" name="Google Shape;2013;p84"/>
            <p:cNvSpPr/>
            <p:nvPr/>
          </p:nvSpPr>
          <p:spPr>
            <a:xfrm>
              <a:off x="2912773" y="26383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4" name="Google Shape;2014;p84"/>
            <p:cNvSpPr/>
            <p:nvPr/>
          </p:nvSpPr>
          <p:spPr>
            <a:xfrm>
              <a:off x="2912773" y="38864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15" name="Google Shape;2015;p84"/>
            <p:cNvSpPr/>
            <p:nvPr/>
          </p:nvSpPr>
          <p:spPr>
            <a:xfrm>
              <a:off x="2912773" y="45775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16" name="Google Shape;2016;p84"/>
            <p:cNvSpPr/>
            <p:nvPr/>
          </p:nvSpPr>
          <p:spPr>
            <a:xfrm>
              <a:off x="2912773" y="55363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017" name="Google Shape;2017;p84"/>
            <p:cNvSpPr/>
            <p:nvPr/>
          </p:nvSpPr>
          <p:spPr>
            <a:xfrm>
              <a:off x="2912773" y="66429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8" name="Google Shape;2018;p84"/>
            <p:cNvSpPr/>
            <p:nvPr/>
          </p:nvSpPr>
          <p:spPr>
            <a:xfrm>
              <a:off x="2912773" y="84698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19" name="Google Shape;2019;p84"/>
            <p:cNvSpPr/>
            <p:nvPr/>
          </p:nvSpPr>
          <p:spPr>
            <a:xfrm>
              <a:off x="2912773" y="88270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0" name="Google Shape;2020;p84"/>
            <p:cNvSpPr/>
            <p:nvPr/>
          </p:nvSpPr>
          <p:spPr>
            <a:xfrm>
              <a:off x="2912773" y="897570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1" name="Google Shape;2021;p84"/>
            <p:cNvSpPr/>
            <p:nvPr/>
          </p:nvSpPr>
          <p:spPr>
            <a:xfrm>
              <a:off x="2912773" y="91269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2" name="Google Shape;2022;p84"/>
            <p:cNvSpPr/>
            <p:nvPr/>
          </p:nvSpPr>
          <p:spPr>
            <a:xfrm>
              <a:off x="2912773" y="92667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3" name="Google Shape;2023;p84"/>
            <p:cNvSpPr/>
            <p:nvPr/>
          </p:nvSpPr>
          <p:spPr>
            <a:xfrm>
              <a:off x="2912773" y="71084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4" name="Google Shape;2024;p84"/>
            <p:cNvSpPr/>
            <p:nvPr/>
          </p:nvSpPr>
          <p:spPr>
            <a:xfrm>
              <a:off x="2912773" y="7958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5" name="Google Shape;2025;p84"/>
            <p:cNvSpPr/>
            <p:nvPr/>
          </p:nvSpPr>
          <p:spPr>
            <a:xfrm>
              <a:off x="2912773" y="47332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26" name="Google Shape;2026;p84"/>
            <p:cNvSpPr/>
            <p:nvPr/>
          </p:nvSpPr>
          <p:spPr>
            <a:xfrm>
              <a:off x="2912773" y="4888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7" name="Google Shape;2027;p84"/>
            <p:cNvSpPr/>
            <p:nvPr/>
          </p:nvSpPr>
          <p:spPr>
            <a:xfrm>
              <a:off x="2912773" y="5166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8" name="Google Shape;2028;p84"/>
            <p:cNvSpPr/>
            <p:nvPr/>
          </p:nvSpPr>
          <p:spPr>
            <a:xfrm>
              <a:off x="2912773" y="33315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9" name="Google Shape;2029;p84"/>
            <p:cNvSpPr txBox="1"/>
            <p:nvPr/>
          </p:nvSpPr>
          <p:spPr>
            <a:xfrm>
              <a:off x="3048821" y="36943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Optimization</a:t>
              </a:r>
              <a:endParaRPr sz="800">
                <a:latin typeface="Salesforce Sans"/>
                <a:ea typeface="Salesforce Sans"/>
                <a:cs typeface="Salesforce Sans"/>
                <a:sym typeface="Salesforce Sans"/>
              </a:endParaRPr>
            </a:p>
          </p:txBody>
        </p:sp>
        <p:sp>
          <p:nvSpPr>
            <p:cNvPr id="2030" name="Google Shape;2030;p84"/>
            <p:cNvSpPr/>
            <p:nvPr/>
          </p:nvSpPr>
          <p:spPr>
            <a:xfrm>
              <a:off x="2912773" y="371284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1" name="Google Shape;2031;p84"/>
            <p:cNvSpPr/>
            <p:nvPr/>
          </p:nvSpPr>
          <p:spPr>
            <a:xfrm>
              <a:off x="2912773" y="5382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032" name="Google Shape;2032;p84"/>
            <p:cNvSpPr/>
            <p:nvPr/>
          </p:nvSpPr>
          <p:spPr>
            <a:xfrm>
              <a:off x="2912773" y="5906140"/>
              <a:ext cx="91200" cy="91200"/>
            </a:xfrm>
            <a:prstGeom prst="ellipse">
              <a:avLst/>
            </a:prstGeom>
            <a:solidFill>
              <a:srgbClr val="1560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33" name="Google Shape;2033;p84"/>
            <p:cNvSpPr/>
            <p:nvPr/>
          </p:nvSpPr>
          <p:spPr>
            <a:xfrm>
              <a:off x="2912773" y="64349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4" name="Google Shape;2034;p84"/>
            <p:cNvSpPr/>
            <p:nvPr/>
          </p:nvSpPr>
          <p:spPr>
            <a:xfrm>
              <a:off x="2912773" y="62815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5" name="Google Shape;2035;p84"/>
            <p:cNvSpPr/>
            <p:nvPr/>
          </p:nvSpPr>
          <p:spPr>
            <a:xfrm>
              <a:off x="2912773" y="695444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36" name="Google Shape;2036;p84"/>
            <p:cNvSpPr/>
            <p:nvPr/>
          </p:nvSpPr>
          <p:spPr>
            <a:xfrm>
              <a:off x="2912773" y="73184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7" name="Google Shape;2037;p84"/>
            <p:cNvSpPr/>
            <p:nvPr/>
          </p:nvSpPr>
          <p:spPr>
            <a:xfrm>
              <a:off x="2912773" y="7809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8" name="Google Shape;2038;p84"/>
            <p:cNvSpPr/>
            <p:nvPr/>
          </p:nvSpPr>
          <p:spPr>
            <a:xfrm>
              <a:off x="2912773" y="76611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9" name="Google Shape;2039;p84"/>
            <p:cNvSpPr/>
            <p:nvPr/>
          </p:nvSpPr>
          <p:spPr>
            <a:xfrm>
              <a:off x="2912773" y="8106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0" name="Google Shape;2040;p84"/>
            <p:cNvSpPr/>
            <p:nvPr/>
          </p:nvSpPr>
          <p:spPr>
            <a:xfrm>
              <a:off x="2912773" y="86784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1" name="Google Shape;2041;p84"/>
            <p:cNvSpPr txBox="1"/>
            <p:nvPr/>
          </p:nvSpPr>
          <p:spPr>
            <a:xfrm>
              <a:off x="3048821" y="605125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Activation</a:t>
              </a:r>
              <a:endParaRPr sz="800">
                <a:latin typeface="Salesforce Sans"/>
                <a:ea typeface="Salesforce Sans"/>
                <a:cs typeface="Salesforce Sans"/>
                <a:sym typeface="Salesforce Sans"/>
              </a:endParaRPr>
            </a:p>
          </p:txBody>
        </p:sp>
        <p:sp>
          <p:nvSpPr>
            <p:cNvPr id="2042" name="Google Shape;2042;p84"/>
            <p:cNvSpPr/>
            <p:nvPr/>
          </p:nvSpPr>
          <p:spPr>
            <a:xfrm>
              <a:off x="2910959" y="60698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3" name="Google Shape;2043;p84"/>
            <p:cNvSpPr txBox="1"/>
            <p:nvPr/>
          </p:nvSpPr>
          <p:spPr>
            <a:xfrm>
              <a:off x="3048821" y="82956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Management</a:t>
              </a:r>
              <a:endParaRPr sz="800">
                <a:latin typeface="Salesforce Sans"/>
                <a:ea typeface="Salesforce Sans"/>
                <a:cs typeface="Salesforce Sans"/>
                <a:sym typeface="Salesforce Sans"/>
              </a:endParaRPr>
            </a:p>
          </p:txBody>
        </p:sp>
        <p:sp>
          <p:nvSpPr>
            <p:cNvPr id="2044" name="Google Shape;2044;p84"/>
            <p:cNvSpPr/>
            <p:nvPr/>
          </p:nvSpPr>
          <p:spPr>
            <a:xfrm>
              <a:off x="2910948" y="83142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045" name="Google Shape;2045;p84"/>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046" name="Google Shape;2046;p84"/>
            <p:cNvSpPr txBox="1"/>
            <p:nvPr/>
          </p:nvSpPr>
          <p:spPr>
            <a:xfrm>
              <a:off x="16019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047" name="Google Shape;2047;p84"/>
            <p:cNvGrpSpPr/>
            <p:nvPr/>
          </p:nvGrpSpPr>
          <p:grpSpPr>
            <a:xfrm>
              <a:off x="497950" y="1791256"/>
              <a:ext cx="952566" cy="449700"/>
              <a:chOff x="755108" y="1946374"/>
              <a:chExt cx="1322458" cy="449700"/>
            </a:xfrm>
          </p:grpSpPr>
          <p:sp>
            <p:nvSpPr>
              <p:cNvPr id="2048" name="Google Shape;2048;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49" name="Google Shape;2049;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sp>
          <p:nvSpPr>
            <p:cNvPr id="2050" name="Google Shape;2050;p84"/>
            <p:cNvSpPr txBox="1"/>
            <p:nvPr/>
          </p:nvSpPr>
          <p:spPr>
            <a:xfrm>
              <a:off x="305064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051" name="Google Shape;2051;p84"/>
            <p:cNvSpPr txBox="1"/>
            <p:nvPr/>
          </p:nvSpPr>
          <p:spPr>
            <a:xfrm>
              <a:off x="1601900" y="1769425"/>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Agentforce Life Sciences Pre-built Clinical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052" name="Google Shape;2052;p84"/>
            <p:cNvGrpSpPr/>
            <p:nvPr/>
          </p:nvGrpSpPr>
          <p:grpSpPr>
            <a:xfrm>
              <a:off x="497991" y="5752646"/>
              <a:ext cx="952525" cy="449700"/>
              <a:chOff x="755165" y="1951713"/>
              <a:chExt cx="1322400" cy="449700"/>
            </a:xfrm>
          </p:grpSpPr>
          <p:sp>
            <p:nvSpPr>
              <p:cNvPr id="2053" name="Google Shape;2053;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54" name="Google Shape;2054;p84"/>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grpSp>
          <p:nvGrpSpPr>
            <p:cNvPr id="2055" name="Google Shape;2055;p84"/>
            <p:cNvGrpSpPr/>
            <p:nvPr/>
          </p:nvGrpSpPr>
          <p:grpSpPr>
            <a:xfrm>
              <a:off x="497991" y="2647426"/>
              <a:ext cx="952525" cy="449700"/>
              <a:chOff x="755165" y="1951713"/>
              <a:chExt cx="1322400" cy="449700"/>
            </a:xfrm>
          </p:grpSpPr>
          <p:sp>
            <p:nvSpPr>
              <p:cNvPr id="2056" name="Google Shape;2056;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57" name="Google Shape;2057;p84"/>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sp>
          <p:nvSpPr>
            <p:cNvPr id="2058" name="Google Shape;2058;p84"/>
            <p:cNvSpPr txBox="1"/>
            <p:nvPr/>
          </p:nvSpPr>
          <p:spPr>
            <a:xfrm>
              <a:off x="3048821" y="4241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Pathway Mapping</a:t>
              </a:r>
              <a:endParaRPr sz="800">
                <a:latin typeface="Salesforce Sans"/>
                <a:ea typeface="Salesforce Sans"/>
                <a:cs typeface="Salesforce Sans"/>
                <a:sym typeface="Salesforce Sans"/>
              </a:endParaRPr>
            </a:p>
          </p:txBody>
        </p:sp>
        <p:sp>
          <p:nvSpPr>
            <p:cNvPr id="2059" name="Google Shape;2059;p84"/>
            <p:cNvSpPr txBox="1"/>
            <p:nvPr/>
          </p:nvSpPr>
          <p:spPr>
            <a:xfrm>
              <a:off x="3048821" y="40854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Endpoint Simulation</a:t>
              </a:r>
              <a:endParaRPr sz="800">
                <a:latin typeface="Salesforce Sans"/>
                <a:ea typeface="Salesforce Sans"/>
                <a:cs typeface="Salesforce Sans"/>
                <a:sym typeface="Salesforce Sans"/>
              </a:endParaRPr>
            </a:p>
          </p:txBody>
        </p:sp>
        <p:sp>
          <p:nvSpPr>
            <p:cNvPr id="2060" name="Google Shape;2060;p84"/>
            <p:cNvSpPr/>
            <p:nvPr/>
          </p:nvSpPr>
          <p:spPr>
            <a:xfrm>
              <a:off x="2912773" y="41040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61" name="Google Shape;2061;p84"/>
            <p:cNvSpPr/>
            <p:nvPr/>
          </p:nvSpPr>
          <p:spPr>
            <a:xfrm>
              <a:off x="2912773" y="4259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62" name="Google Shape;2062;p84"/>
            <p:cNvSpPr txBox="1"/>
            <p:nvPr/>
          </p:nvSpPr>
          <p:spPr>
            <a:xfrm>
              <a:off x="3048821" y="9474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Global Reg. Update Tracker</a:t>
              </a:r>
              <a:endParaRPr i="0" sz="800" u="none" cap="none" strike="noStrike">
                <a:latin typeface="Salesforce Sans"/>
                <a:ea typeface="Salesforce Sans"/>
                <a:cs typeface="Salesforce Sans"/>
                <a:sym typeface="Salesforce Sans"/>
              </a:endParaRPr>
            </a:p>
          </p:txBody>
        </p:sp>
        <p:sp>
          <p:nvSpPr>
            <p:cNvPr id="2063" name="Google Shape;2063;p84"/>
            <p:cNvSpPr txBox="1"/>
            <p:nvPr/>
          </p:nvSpPr>
          <p:spPr>
            <a:xfrm>
              <a:off x="3048821" y="96260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Guidance Impact Asmt. Log</a:t>
              </a:r>
              <a:endParaRPr i="0" sz="800" u="none" cap="none" strike="noStrike">
                <a:latin typeface="Salesforce Sans"/>
                <a:ea typeface="Salesforce Sans"/>
                <a:cs typeface="Salesforce Sans"/>
                <a:sym typeface="Salesforce Sans"/>
              </a:endParaRPr>
            </a:p>
          </p:txBody>
        </p:sp>
        <p:sp>
          <p:nvSpPr>
            <p:cNvPr id="2064" name="Google Shape;2064;p84"/>
            <p:cNvSpPr txBox="1"/>
            <p:nvPr/>
          </p:nvSpPr>
          <p:spPr>
            <a:xfrm>
              <a:off x="3048821" y="97658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 Intel Knowledge Base</a:t>
              </a:r>
              <a:endParaRPr i="0" sz="800" u="none" cap="none" strike="noStrike">
                <a:latin typeface="Salesforce Sans"/>
                <a:ea typeface="Salesforce Sans"/>
                <a:cs typeface="Salesforce Sans"/>
                <a:sym typeface="Salesforce Sans"/>
              </a:endParaRPr>
            </a:p>
          </p:txBody>
        </p:sp>
        <p:sp>
          <p:nvSpPr>
            <p:cNvPr id="2065" name="Google Shape;2065;p84"/>
            <p:cNvSpPr/>
            <p:nvPr/>
          </p:nvSpPr>
          <p:spPr>
            <a:xfrm>
              <a:off x="2912773" y="94934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66" name="Google Shape;2066;p84"/>
            <p:cNvSpPr/>
            <p:nvPr/>
          </p:nvSpPr>
          <p:spPr>
            <a:xfrm>
              <a:off x="2912773" y="96446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67" name="Google Shape;2067;p84"/>
            <p:cNvSpPr/>
            <p:nvPr/>
          </p:nvSpPr>
          <p:spPr>
            <a:xfrm>
              <a:off x="2912773" y="978445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sp>
        <p:nvSpPr>
          <p:cNvPr id="2068" name="Google Shape;2068;p84"/>
          <p:cNvSpPr/>
          <p:nvPr/>
        </p:nvSpPr>
        <p:spPr>
          <a:xfrm>
            <a:off x="5862391" y="2797656"/>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Strategy </a:t>
            </a:r>
            <a:endParaRPr b="1" i="0" sz="900" u="none" cap="none" strike="noStrike">
              <a:solidFill>
                <a:srgbClr val="066AFE"/>
              </a:solidFill>
              <a:latin typeface="Salesforce Sans"/>
              <a:ea typeface="Salesforce Sans"/>
              <a:cs typeface="Salesforce Sans"/>
              <a:sym typeface="Salesforce Sans"/>
            </a:endParaRPr>
          </a:p>
        </p:txBody>
      </p:sp>
      <p:sp>
        <p:nvSpPr>
          <p:cNvPr id="2069" name="Google Shape;2069;p84"/>
          <p:cNvSpPr/>
          <p:nvPr/>
        </p:nvSpPr>
        <p:spPr>
          <a:xfrm>
            <a:off x="5862392" y="3312375"/>
            <a:ext cx="11286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Operations </a:t>
            </a:r>
            <a:endParaRPr b="1" i="0" sz="900" u="none" cap="none" strike="noStrike">
              <a:solidFill>
                <a:srgbClr val="066AFE"/>
              </a:solidFill>
              <a:latin typeface="Salesforce Sans"/>
              <a:ea typeface="Salesforce Sans"/>
              <a:cs typeface="Salesforce Sans"/>
              <a:sym typeface="Salesforce Sans"/>
            </a:endParaRPr>
          </a:p>
        </p:txBody>
      </p:sp>
      <p:sp>
        <p:nvSpPr>
          <p:cNvPr id="2070" name="Google Shape;2070;p84"/>
          <p:cNvSpPr/>
          <p:nvPr/>
        </p:nvSpPr>
        <p:spPr>
          <a:xfrm>
            <a:off x="5862391" y="4265350"/>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Field Rep Outreach </a:t>
            </a:r>
            <a:endParaRPr b="1" i="0" sz="900" u="none" cap="none" strike="noStrike">
              <a:solidFill>
                <a:srgbClr val="066AFE"/>
              </a:solidFill>
              <a:latin typeface="Salesforce Sans"/>
              <a:ea typeface="Salesforce Sans"/>
              <a:cs typeface="Salesforce Sans"/>
              <a:sym typeface="Salesforce Sans"/>
            </a:endParaRPr>
          </a:p>
        </p:txBody>
      </p:sp>
      <p:sp>
        <p:nvSpPr>
          <p:cNvPr id="2071" name="Google Shape;2071;p84"/>
          <p:cNvSpPr/>
          <p:nvPr/>
        </p:nvSpPr>
        <p:spPr>
          <a:xfrm>
            <a:off x="5862391" y="4903650"/>
            <a:ext cx="12285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Contract Development </a:t>
            </a:r>
            <a:endParaRPr b="1" i="0" sz="900" u="none" cap="none" strike="noStrike">
              <a:solidFill>
                <a:srgbClr val="066AFE"/>
              </a:solidFill>
              <a:latin typeface="Salesforce Sans"/>
              <a:ea typeface="Salesforce Sans"/>
              <a:cs typeface="Salesforce Sans"/>
              <a:sym typeface="Salesforce Sans"/>
            </a:endParaRPr>
          </a:p>
        </p:txBody>
      </p:sp>
      <p:sp>
        <p:nvSpPr>
          <p:cNvPr id="2072" name="Google Shape;2072;p84"/>
          <p:cNvSpPr/>
          <p:nvPr/>
        </p:nvSpPr>
        <p:spPr>
          <a:xfrm>
            <a:off x="5862391" y="5420900"/>
            <a:ext cx="12717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Pricing and Reimbursement Modeling</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2073" name="Google Shape;2073;p84"/>
          <p:cNvSpPr/>
          <p:nvPr/>
        </p:nvSpPr>
        <p:spPr>
          <a:xfrm>
            <a:off x="5862391" y="5914950"/>
            <a:ext cx="12987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Marketing</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Campaign Creation </a:t>
            </a:r>
            <a:endParaRPr b="1" i="0" sz="900" u="none" cap="none" strike="noStrike">
              <a:solidFill>
                <a:srgbClr val="066AFE"/>
              </a:solidFill>
              <a:latin typeface="Salesforce Sans"/>
              <a:ea typeface="Salesforce Sans"/>
              <a:cs typeface="Salesforce Sans"/>
              <a:sym typeface="Salesforce Sans"/>
            </a:endParaRPr>
          </a:p>
        </p:txBody>
      </p:sp>
      <p:sp>
        <p:nvSpPr>
          <p:cNvPr id="2074" name="Google Shape;2074;p84"/>
          <p:cNvSpPr/>
          <p:nvPr/>
        </p:nvSpPr>
        <p:spPr>
          <a:xfrm>
            <a:off x="5862391" y="6571825"/>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MLR Review Autom. </a:t>
            </a:r>
            <a:endParaRPr b="1" i="0" sz="900" u="none" cap="none" strike="noStrike">
              <a:solidFill>
                <a:srgbClr val="066AFE"/>
              </a:solidFill>
              <a:latin typeface="Salesforce Sans"/>
              <a:ea typeface="Salesforce Sans"/>
              <a:cs typeface="Salesforce Sans"/>
              <a:sym typeface="Salesforce Sans"/>
            </a:endParaRPr>
          </a:p>
        </p:txBody>
      </p:sp>
      <p:sp>
        <p:nvSpPr>
          <p:cNvPr id="2075" name="Google Shape;2075;p84"/>
          <p:cNvSpPr/>
          <p:nvPr/>
        </p:nvSpPr>
        <p:spPr>
          <a:xfrm>
            <a:off x="5862391" y="7056125"/>
            <a:ext cx="12450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Campaign</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Performance Tracking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Opt. </a:t>
            </a:r>
            <a:endParaRPr b="1" i="0" sz="900" u="none" cap="none" strike="noStrike">
              <a:solidFill>
                <a:srgbClr val="066AFE"/>
              </a:solidFill>
              <a:latin typeface="Salesforce Sans"/>
              <a:ea typeface="Salesforce Sans"/>
              <a:cs typeface="Salesforce Sans"/>
              <a:sym typeface="Salesforce Sans"/>
            </a:endParaRPr>
          </a:p>
        </p:txBody>
      </p:sp>
      <p:sp>
        <p:nvSpPr>
          <p:cNvPr id="2076" name="Google Shape;2076;p84"/>
          <p:cNvSpPr/>
          <p:nvPr/>
        </p:nvSpPr>
        <p:spPr>
          <a:xfrm>
            <a:off x="5862391" y="7542075"/>
            <a:ext cx="987900" cy="22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Patient Support</a:t>
            </a:r>
            <a:endParaRPr b="1" i="0" sz="900" u="none" cap="none" strike="noStrike">
              <a:solidFill>
                <a:srgbClr val="066AFE"/>
              </a:solidFill>
              <a:latin typeface="Salesforce Sans"/>
              <a:ea typeface="Salesforce Sans"/>
              <a:cs typeface="Salesforce Sans"/>
              <a:sym typeface="Salesforce Sans"/>
            </a:endParaRPr>
          </a:p>
        </p:txBody>
      </p:sp>
      <p:sp>
        <p:nvSpPr>
          <p:cNvPr id="2077" name="Google Shape;2077;p84"/>
          <p:cNvSpPr/>
          <p:nvPr/>
        </p:nvSpPr>
        <p:spPr>
          <a:xfrm>
            <a:off x="5862391" y="8591105"/>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Support Cases </a:t>
            </a:r>
            <a:endParaRPr b="1" i="0" sz="900" u="none" cap="none" strike="noStrike">
              <a:solidFill>
                <a:srgbClr val="066AFE"/>
              </a:solidFill>
              <a:latin typeface="Salesforce Sans"/>
              <a:ea typeface="Salesforce Sans"/>
              <a:cs typeface="Salesforce Sans"/>
              <a:sym typeface="Salesforce Sans"/>
            </a:endParaRPr>
          </a:p>
        </p:txBody>
      </p:sp>
      <p:sp>
        <p:nvSpPr>
          <p:cNvPr id="2078" name="Google Shape;2078;p84"/>
          <p:cNvSpPr/>
          <p:nvPr/>
        </p:nvSpPr>
        <p:spPr>
          <a:xfrm>
            <a:off x="5862391" y="2271225"/>
            <a:ext cx="11286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66AFE"/>
                </a:solidFill>
                <a:latin typeface="Salesforce Sans"/>
                <a:ea typeface="Salesforce Sans"/>
                <a:cs typeface="Salesforce Sans"/>
                <a:sym typeface="Salesforce Sans"/>
              </a:rPr>
              <a:t>Agentforce Life Sciences Pre-built Commercial </a:t>
            </a:r>
            <a:endParaRPr b="1" i="0" sz="900" u="none" cap="none" strike="noStrike">
              <a:solidFill>
                <a:srgbClr val="066AFE"/>
              </a:solidFill>
              <a:latin typeface="Salesforce Sans"/>
              <a:ea typeface="Salesforce Sans"/>
              <a:cs typeface="Salesforce Sans"/>
              <a:sym typeface="Salesforce Sans"/>
            </a:endParaRPr>
          </a:p>
        </p:txBody>
      </p:sp>
      <p:sp>
        <p:nvSpPr>
          <p:cNvPr id="2079" name="Google Shape;2079;p84"/>
          <p:cNvSpPr txBox="1"/>
          <p:nvPr/>
        </p:nvSpPr>
        <p:spPr>
          <a:xfrm>
            <a:off x="7363519" y="2947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Value Proposition</a:t>
            </a:r>
            <a:endParaRPr i="0" sz="800" u="none" cap="none" strike="noStrike">
              <a:latin typeface="Salesforce Sans"/>
              <a:ea typeface="Salesforce Sans"/>
              <a:cs typeface="Salesforce Sans"/>
              <a:sym typeface="Salesforce Sans"/>
            </a:endParaRPr>
          </a:p>
        </p:txBody>
      </p:sp>
      <p:sp>
        <p:nvSpPr>
          <p:cNvPr id="2080" name="Google Shape;2080;p84"/>
          <p:cNvSpPr txBox="1"/>
          <p:nvPr/>
        </p:nvSpPr>
        <p:spPr>
          <a:xfrm>
            <a:off x="7363519" y="30929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a:latin typeface="Salesforce Sans"/>
              <a:ea typeface="Salesforce Sans"/>
              <a:cs typeface="Salesforce Sans"/>
              <a:sym typeface="Salesforce Sans"/>
            </a:endParaRPr>
          </a:p>
        </p:txBody>
      </p:sp>
      <p:sp>
        <p:nvSpPr>
          <p:cNvPr id="2081" name="Google Shape;2081;p84"/>
          <p:cNvSpPr txBox="1"/>
          <p:nvPr/>
        </p:nvSpPr>
        <p:spPr>
          <a:xfrm>
            <a:off x="7363519" y="33058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Quota Planning</a:t>
            </a:r>
            <a:endParaRPr sz="800">
              <a:latin typeface="Salesforce Sans"/>
              <a:ea typeface="Salesforce Sans"/>
              <a:cs typeface="Salesforce Sans"/>
              <a:sym typeface="Salesforce Sans"/>
            </a:endParaRPr>
          </a:p>
        </p:txBody>
      </p:sp>
      <p:sp>
        <p:nvSpPr>
          <p:cNvPr id="2082" name="Google Shape;2082;p84"/>
          <p:cNvSpPr txBox="1"/>
          <p:nvPr/>
        </p:nvSpPr>
        <p:spPr>
          <a:xfrm>
            <a:off x="7363519" y="3752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Onboarding</a:t>
            </a:r>
            <a:endParaRPr sz="800">
              <a:latin typeface="Salesforce Sans"/>
              <a:ea typeface="Salesforce Sans"/>
              <a:cs typeface="Salesforce Sans"/>
              <a:sym typeface="Salesforce Sans"/>
            </a:endParaRPr>
          </a:p>
        </p:txBody>
      </p:sp>
      <p:sp>
        <p:nvSpPr>
          <p:cNvPr id="2083" name="Google Shape;2083;p84"/>
          <p:cNvSpPr txBox="1"/>
          <p:nvPr/>
        </p:nvSpPr>
        <p:spPr>
          <a:xfrm>
            <a:off x="7363519" y="34551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SDR</a:t>
            </a:r>
            <a:endParaRPr sz="800">
              <a:latin typeface="Salesforce Sans"/>
              <a:ea typeface="Salesforce Sans"/>
              <a:cs typeface="Salesforce Sans"/>
              <a:sym typeface="Salesforce Sans"/>
            </a:endParaRPr>
          </a:p>
        </p:txBody>
      </p:sp>
      <p:sp>
        <p:nvSpPr>
          <p:cNvPr id="2084" name="Google Shape;2084;p84"/>
          <p:cNvSpPr txBox="1"/>
          <p:nvPr/>
        </p:nvSpPr>
        <p:spPr>
          <a:xfrm>
            <a:off x="7363519" y="44059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i="0" sz="800" u="none" cap="none" strike="noStrike">
              <a:latin typeface="Salesforce Sans"/>
              <a:ea typeface="Salesforce Sans"/>
              <a:cs typeface="Salesforce Sans"/>
              <a:sym typeface="Salesforce Sans"/>
            </a:endParaRPr>
          </a:p>
        </p:txBody>
      </p:sp>
      <p:sp>
        <p:nvSpPr>
          <p:cNvPr id="2085" name="Google Shape;2085;p84"/>
          <p:cNvSpPr txBox="1"/>
          <p:nvPr/>
        </p:nvSpPr>
        <p:spPr>
          <a:xfrm>
            <a:off x="7363519" y="42596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a:latin typeface="Salesforce Sans"/>
              <a:ea typeface="Salesforce Sans"/>
              <a:cs typeface="Salesforce Sans"/>
              <a:sym typeface="Salesforce Sans"/>
            </a:endParaRPr>
          </a:p>
        </p:txBody>
      </p:sp>
      <p:sp>
        <p:nvSpPr>
          <p:cNvPr id="2086" name="Google Shape;2086;p84"/>
          <p:cNvSpPr txBox="1"/>
          <p:nvPr/>
        </p:nvSpPr>
        <p:spPr>
          <a:xfrm>
            <a:off x="7363519" y="4700220"/>
            <a:ext cx="1457700" cy="11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745">
                <a:latin typeface="Salesforce Sans"/>
                <a:ea typeface="Salesforce Sans"/>
                <a:cs typeface="Salesforce Sans"/>
                <a:sym typeface="Salesforce Sans"/>
              </a:rPr>
              <a:t>Meeting Follow-up</a:t>
            </a:r>
            <a:endParaRPr sz="800">
              <a:latin typeface="Salesforce Sans"/>
              <a:ea typeface="Salesforce Sans"/>
              <a:cs typeface="Salesforce Sans"/>
              <a:sym typeface="Salesforce Sans"/>
            </a:endParaRPr>
          </a:p>
        </p:txBody>
      </p:sp>
      <p:sp>
        <p:nvSpPr>
          <p:cNvPr id="2087" name="Google Shape;2087;p84"/>
          <p:cNvSpPr txBox="1"/>
          <p:nvPr/>
        </p:nvSpPr>
        <p:spPr>
          <a:xfrm>
            <a:off x="7363519" y="49047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2088" name="Google Shape;2088;p84"/>
          <p:cNvSpPr txBox="1"/>
          <p:nvPr/>
        </p:nvSpPr>
        <p:spPr>
          <a:xfrm>
            <a:off x="7363519" y="505338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Intelligence</a:t>
            </a:r>
            <a:endParaRPr sz="800">
              <a:latin typeface="Salesforce Sans"/>
              <a:ea typeface="Salesforce Sans"/>
              <a:cs typeface="Salesforce Sans"/>
              <a:sym typeface="Salesforce Sans"/>
            </a:endParaRPr>
          </a:p>
        </p:txBody>
      </p:sp>
      <p:sp>
        <p:nvSpPr>
          <p:cNvPr id="2089" name="Google Shape;2089;p84"/>
          <p:cNvSpPr txBox="1"/>
          <p:nvPr/>
        </p:nvSpPr>
        <p:spPr>
          <a:xfrm>
            <a:off x="7363519" y="54136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Modeling</a:t>
            </a:r>
            <a:endParaRPr sz="800">
              <a:latin typeface="Salesforce Sans"/>
              <a:ea typeface="Salesforce Sans"/>
              <a:cs typeface="Salesforce Sans"/>
              <a:sym typeface="Salesforce Sans"/>
            </a:endParaRPr>
          </a:p>
        </p:txBody>
      </p:sp>
      <p:sp>
        <p:nvSpPr>
          <p:cNvPr id="2090" name="Google Shape;2090;p84"/>
          <p:cNvSpPr txBox="1"/>
          <p:nvPr/>
        </p:nvSpPr>
        <p:spPr>
          <a:xfrm>
            <a:off x="7363519" y="57065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Governance</a:t>
            </a:r>
            <a:endParaRPr sz="800">
              <a:latin typeface="Salesforce Sans"/>
              <a:ea typeface="Salesforce Sans"/>
              <a:cs typeface="Salesforce Sans"/>
              <a:sym typeface="Salesforce Sans"/>
            </a:endParaRPr>
          </a:p>
        </p:txBody>
      </p:sp>
      <p:sp>
        <p:nvSpPr>
          <p:cNvPr id="2091" name="Google Shape;2091;p84"/>
          <p:cNvSpPr txBox="1"/>
          <p:nvPr/>
        </p:nvSpPr>
        <p:spPr>
          <a:xfrm>
            <a:off x="7363519" y="59173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The Customer</a:t>
            </a:r>
            <a:endParaRPr sz="800">
              <a:latin typeface="Salesforce Sans"/>
              <a:ea typeface="Salesforce Sans"/>
              <a:cs typeface="Salesforce Sans"/>
              <a:sym typeface="Salesforce Sans"/>
            </a:endParaRPr>
          </a:p>
        </p:txBody>
      </p:sp>
      <p:sp>
        <p:nvSpPr>
          <p:cNvPr id="2092" name="Google Shape;2092;p84"/>
          <p:cNvSpPr txBox="1"/>
          <p:nvPr/>
        </p:nvSpPr>
        <p:spPr>
          <a:xfrm>
            <a:off x="7363519" y="52007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Auditing</a:t>
            </a:r>
            <a:endParaRPr sz="800">
              <a:latin typeface="Salesforce Sans"/>
              <a:ea typeface="Salesforce Sans"/>
              <a:cs typeface="Salesforce Sans"/>
              <a:sym typeface="Salesforce Sans"/>
            </a:endParaRPr>
          </a:p>
        </p:txBody>
      </p:sp>
      <p:sp>
        <p:nvSpPr>
          <p:cNvPr id="2093" name="Google Shape;2093;p84"/>
          <p:cNvSpPr txBox="1"/>
          <p:nvPr/>
        </p:nvSpPr>
        <p:spPr>
          <a:xfrm>
            <a:off x="7363519" y="60647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094" name="Google Shape;2094;p84"/>
          <p:cNvSpPr txBox="1"/>
          <p:nvPr/>
        </p:nvSpPr>
        <p:spPr>
          <a:xfrm>
            <a:off x="7363519" y="62109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Msg Personalization</a:t>
            </a:r>
            <a:endParaRPr i="0" sz="800" u="none" cap="none" strike="noStrike">
              <a:latin typeface="Salesforce Sans"/>
              <a:ea typeface="Salesforce Sans"/>
              <a:cs typeface="Salesforce Sans"/>
              <a:sym typeface="Salesforce Sans"/>
            </a:endParaRPr>
          </a:p>
        </p:txBody>
      </p:sp>
      <p:sp>
        <p:nvSpPr>
          <p:cNvPr id="2095" name="Google Shape;2095;p84"/>
          <p:cNvSpPr txBox="1"/>
          <p:nvPr/>
        </p:nvSpPr>
        <p:spPr>
          <a:xfrm>
            <a:off x="7363519" y="45515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Live Response</a:t>
            </a:r>
            <a:endParaRPr sz="800">
              <a:latin typeface="Salesforce Sans"/>
              <a:ea typeface="Salesforce Sans"/>
              <a:cs typeface="Salesforce Sans"/>
              <a:sym typeface="Salesforce Sans"/>
            </a:endParaRPr>
          </a:p>
        </p:txBody>
      </p:sp>
      <p:sp>
        <p:nvSpPr>
          <p:cNvPr id="2096" name="Google Shape;2096;p84"/>
          <p:cNvSpPr txBox="1"/>
          <p:nvPr/>
        </p:nvSpPr>
        <p:spPr>
          <a:xfrm>
            <a:off x="7363519" y="7206146"/>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Optimization Recommendation</a:t>
            </a:r>
            <a:endParaRPr i="0" sz="800" u="none" cap="none" strike="noStrike">
              <a:latin typeface="Salesforce Sans"/>
              <a:ea typeface="Salesforce Sans"/>
              <a:cs typeface="Salesforce Sans"/>
              <a:sym typeface="Salesforce Sans"/>
            </a:endParaRPr>
          </a:p>
        </p:txBody>
      </p:sp>
      <p:sp>
        <p:nvSpPr>
          <p:cNvPr id="2097" name="Google Shape;2097;p84"/>
          <p:cNvSpPr txBox="1"/>
          <p:nvPr/>
        </p:nvSpPr>
        <p:spPr>
          <a:xfrm>
            <a:off x="7363519" y="7684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Program Enrollment</a:t>
            </a:r>
            <a:endParaRPr i="0" sz="800" u="none" cap="none" strike="noStrike">
              <a:latin typeface="Salesforce Sans"/>
              <a:ea typeface="Salesforce Sans"/>
              <a:cs typeface="Salesforce Sans"/>
              <a:sym typeface="Salesforce Sans"/>
            </a:endParaRPr>
          </a:p>
        </p:txBody>
      </p:sp>
      <p:sp>
        <p:nvSpPr>
          <p:cNvPr id="2098" name="Google Shape;2098;p84"/>
          <p:cNvSpPr txBox="1"/>
          <p:nvPr/>
        </p:nvSpPr>
        <p:spPr>
          <a:xfrm>
            <a:off x="7363519" y="75420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Awareness and Education</a:t>
            </a:r>
            <a:endParaRPr i="0" sz="800" u="none" cap="none" strike="noStrike">
              <a:latin typeface="Salesforce Sans"/>
              <a:ea typeface="Salesforce Sans"/>
              <a:cs typeface="Salesforce Sans"/>
              <a:sym typeface="Salesforce Sans"/>
            </a:endParaRPr>
          </a:p>
        </p:txBody>
      </p:sp>
      <p:sp>
        <p:nvSpPr>
          <p:cNvPr id="2099" name="Google Shape;2099;p84"/>
          <p:cNvSpPr txBox="1"/>
          <p:nvPr/>
        </p:nvSpPr>
        <p:spPr>
          <a:xfrm>
            <a:off x="7363519" y="7983736"/>
            <a:ext cx="14577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Management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100" name="Google Shape;2100;p84"/>
          <p:cNvSpPr txBox="1"/>
          <p:nvPr/>
        </p:nvSpPr>
        <p:spPr>
          <a:xfrm>
            <a:off x="7363525" y="825587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Personalized Engagement and Recommendations</a:t>
            </a:r>
            <a:endParaRPr sz="800">
              <a:latin typeface="Salesforce Sans"/>
              <a:ea typeface="Salesforce Sans"/>
              <a:cs typeface="Salesforce Sans"/>
              <a:sym typeface="Salesforce Sans"/>
            </a:endParaRPr>
          </a:p>
        </p:txBody>
      </p:sp>
      <p:sp>
        <p:nvSpPr>
          <p:cNvPr id="2101" name="Google Shape;2101;p84"/>
          <p:cNvSpPr txBox="1"/>
          <p:nvPr/>
        </p:nvSpPr>
        <p:spPr>
          <a:xfrm>
            <a:off x="7363519" y="85912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Monitoring</a:t>
            </a:r>
            <a:endParaRPr i="0" sz="800" u="none" cap="none" strike="noStrike">
              <a:latin typeface="Salesforce Sans"/>
              <a:ea typeface="Salesforce Sans"/>
              <a:cs typeface="Salesforce Sans"/>
              <a:sym typeface="Salesforce Sans"/>
            </a:endParaRPr>
          </a:p>
        </p:txBody>
      </p:sp>
      <p:sp>
        <p:nvSpPr>
          <p:cNvPr id="2102" name="Google Shape;2102;p84"/>
          <p:cNvSpPr txBox="1"/>
          <p:nvPr/>
        </p:nvSpPr>
        <p:spPr>
          <a:xfrm>
            <a:off x="7363519" y="87424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Intake</a:t>
            </a:r>
            <a:endParaRPr i="0" sz="800" u="none" cap="none" strike="noStrike">
              <a:latin typeface="Salesforce Sans"/>
              <a:ea typeface="Salesforce Sans"/>
              <a:cs typeface="Salesforce Sans"/>
              <a:sym typeface="Salesforce Sans"/>
            </a:endParaRPr>
          </a:p>
        </p:txBody>
      </p:sp>
      <p:sp>
        <p:nvSpPr>
          <p:cNvPr id="2103" name="Google Shape;2103;p84"/>
          <p:cNvSpPr txBox="1"/>
          <p:nvPr/>
        </p:nvSpPr>
        <p:spPr>
          <a:xfrm>
            <a:off x="7363519" y="8882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2104" name="Google Shape;2104;p84"/>
          <p:cNvSpPr txBox="1"/>
          <p:nvPr/>
        </p:nvSpPr>
        <p:spPr>
          <a:xfrm>
            <a:off x="7363532" y="6571575"/>
            <a:ext cx="18543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Submission and Routing Tracker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105" name="Google Shape;2105;p84"/>
          <p:cNvSpPr txBox="1"/>
          <p:nvPr/>
        </p:nvSpPr>
        <p:spPr>
          <a:xfrm>
            <a:off x="7363519" y="68420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Review Feedback Log</a:t>
            </a:r>
            <a:endParaRPr sz="800">
              <a:latin typeface="Salesforce Sans"/>
              <a:ea typeface="Salesforce Sans"/>
              <a:cs typeface="Salesforce Sans"/>
              <a:sym typeface="Salesforce Sans"/>
            </a:endParaRPr>
          </a:p>
        </p:txBody>
      </p:sp>
      <p:sp>
        <p:nvSpPr>
          <p:cNvPr id="2106" name="Google Shape;2106;p84"/>
          <p:cNvSpPr txBox="1"/>
          <p:nvPr/>
        </p:nvSpPr>
        <p:spPr>
          <a:xfrm>
            <a:off x="7363519" y="70534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2107" name="Google Shape;2107;p84"/>
          <p:cNvSpPr/>
          <p:nvPr/>
        </p:nvSpPr>
        <p:spPr>
          <a:xfrm>
            <a:off x="7227472" y="347817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highlight>
                <a:srgbClr val="022AC0"/>
              </a:highlight>
              <a:latin typeface="Salesforce Sans"/>
              <a:ea typeface="Salesforce Sans"/>
              <a:cs typeface="Salesforce Sans"/>
              <a:sym typeface="Salesforce Sans"/>
            </a:endParaRPr>
          </a:p>
        </p:txBody>
      </p:sp>
      <p:sp>
        <p:nvSpPr>
          <p:cNvPr id="2108" name="Google Shape;2108;p84"/>
          <p:cNvSpPr/>
          <p:nvPr/>
        </p:nvSpPr>
        <p:spPr>
          <a:xfrm>
            <a:off x="7227472" y="52193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09" name="Google Shape;2109;p84"/>
          <p:cNvSpPr/>
          <p:nvPr/>
        </p:nvSpPr>
        <p:spPr>
          <a:xfrm>
            <a:off x="7227472" y="62295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10" name="Google Shape;2110;p84"/>
          <p:cNvSpPr txBox="1"/>
          <p:nvPr/>
        </p:nvSpPr>
        <p:spPr>
          <a:xfrm>
            <a:off x="7363519"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Manufacturing Standards</a:t>
            </a:r>
            <a:endParaRPr sz="800">
              <a:latin typeface="Salesforce Sans"/>
              <a:ea typeface="Salesforce Sans"/>
              <a:cs typeface="Salesforce Sans"/>
              <a:sym typeface="Salesforce Sans"/>
            </a:endParaRPr>
          </a:p>
        </p:txBody>
      </p:sp>
      <p:sp>
        <p:nvSpPr>
          <p:cNvPr id="2111" name="Google Shape;2111;p84"/>
          <p:cNvSpPr/>
          <p:nvPr/>
        </p:nvSpPr>
        <p:spPr>
          <a:xfrm>
            <a:off x="722747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2" name="Google Shape;2112;p84"/>
          <p:cNvSpPr txBox="1"/>
          <p:nvPr/>
        </p:nvSpPr>
        <p:spPr>
          <a:xfrm>
            <a:off x="7363519" y="19202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Design and Manufacturing Process</a:t>
            </a:r>
            <a:endParaRPr sz="800">
              <a:latin typeface="Salesforce Sans"/>
              <a:ea typeface="Salesforce Sans"/>
              <a:cs typeface="Salesforce Sans"/>
              <a:sym typeface="Salesforce Sans"/>
            </a:endParaRPr>
          </a:p>
        </p:txBody>
      </p:sp>
      <p:sp>
        <p:nvSpPr>
          <p:cNvPr id="2113" name="Google Shape;2113;p84"/>
          <p:cNvSpPr/>
          <p:nvPr/>
        </p:nvSpPr>
        <p:spPr>
          <a:xfrm>
            <a:off x="722747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14" name="Google Shape;2114;p84"/>
          <p:cNvSpPr txBox="1"/>
          <p:nvPr/>
        </p:nvSpPr>
        <p:spPr>
          <a:xfrm>
            <a:off x="7363519" y="206888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Periodic Reporting</a:t>
            </a:r>
            <a:endParaRPr sz="800">
              <a:latin typeface="Salesforce Sans"/>
              <a:ea typeface="Salesforce Sans"/>
              <a:cs typeface="Salesforce Sans"/>
              <a:sym typeface="Salesforce Sans"/>
            </a:endParaRPr>
          </a:p>
        </p:txBody>
      </p:sp>
      <p:sp>
        <p:nvSpPr>
          <p:cNvPr id="2115" name="Google Shape;2115;p84"/>
          <p:cNvSpPr/>
          <p:nvPr/>
        </p:nvSpPr>
        <p:spPr>
          <a:xfrm>
            <a:off x="7227472" y="2087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6" name="Google Shape;2116;p84"/>
          <p:cNvSpPr txBox="1"/>
          <p:nvPr/>
        </p:nvSpPr>
        <p:spPr>
          <a:xfrm>
            <a:off x="7363531" y="2277300"/>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 Summarization | Assistive</a:t>
            </a:r>
            <a:endParaRPr sz="800">
              <a:latin typeface="Salesforce Sans"/>
              <a:ea typeface="Salesforce Sans"/>
              <a:cs typeface="Salesforce Sans"/>
              <a:sym typeface="Salesforce Sans"/>
            </a:endParaRPr>
          </a:p>
        </p:txBody>
      </p:sp>
      <p:sp>
        <p:nvSpPr>
          <p:cNvPr id="2117" name="Google Shape;2117;p84"/>
          <p:cNvSpPr/>
          <p:nvPr/>
        </p:nvSpPr>
        <p:spPr>
          <a:xfrm>
            <a:off x="7227472" y="229573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8" name="Google Shape;2118;p84"/>
          <p:cNvSpPr txBox="1"/>
          <p:nvPr/>
        </p:nvSpPr>
        <p:spPr>
          <a:xfrm>
            <a:off x="7363529" y="2426700"/>
            <a:ext cx="1801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 | Assistive</a:t>
            </a:r>
            <a:endParaRPr sz="800">
              <a:latin typeface="Salesforce Sans"/>
              <a:ea typeface="Salesforce Sans"/>
              <a:cs typeface="Salesforce Sans"/>
              <a:sym typeface="Salesforce Sans"/>
            </a:endParaRPr>
          </a:p>
        </p:txBody>
      </p:sp>
      <p:sp>
        <p:nvSpPr>
          <p:cNvPr id="2119" name="Google Shape;2119;p84"/>
          <p:cNvSpPr/>
          <p:nvPr/>
        </p:nvSpPr>
        <p:spPr>
          <a:xfrm>
            <a:off x="7227472" y="2445143"/>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0" name="Google Shape;2120;p84"/>
          <p:cNvSpPr txBox="1"/>
          <p:nvPr/>
        </p:nvSpPr>
        <p:spPr>
          <a:xfrm>
            <a:off x="7363519" y="27979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 &amp; Comp. Analysis</a:t>
            </a:r>
            <a:endParaRPr sz="800">
              <a:latin typeface="Salesforce Sans"/>
              <a:ea typeface="Salesforce Sans"/>
              <a:cs typeface="Salesforce Sans"/>
              <a:sym typeface="Salesforce Sans"/>
            </a:endParaRPr>
          </a:p>
        </p:txBody>
      </p:sp>
      <p:sp>
        <p:nvSpPr>
          <p:cNvPr id="2121" name="Google Shape;2121;p84"/>
          <p:cNvSpPr/>
          <p:nvPr/>
        </p:nvSpPr>
        <p:spPr>
          <a:xfrm>
            <a:off x="7227472" y="28163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2" name="Google Shape;2122;p84"/>
          <p:cNvSpPr/>
          <p:nvPr/>
        </p:nvSpPr>
        <p:spPr>
          <a:xfrm>
            <a:off x="7227472" y="29662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3" name="Google Shape;2123;p84"/>
          <p:cNvSpPr/>
          <p:nvPr/>
        </p:nvSpPr>
        <p:spPr>
          <a:xfrm>
            <a:off x="7227472" y="31113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4" name="Google Shape;2124;p84"/>
          <p:cNvSpPr txBox="1"/>
          <p:nvPr/>
        </p:nvSpPr>
        <p:spPr>
          <a:xfrm>
            <a:off x="7363532" y="2588825"/>
            <a:ext cx="18543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Briefings: Podcasts &amp; Visuals | Assistive</a:t>
            </a:r>
            <a:endParaRPr sz="800">
              <a:latin typeface="Salesforce Sans"/>
              <a:ea typeface="Salesforce Sans"/>
              <a:cs typeface="Salesforce Sans"/>
              <a:sym typeface="Salesforce Sans"/>
            </a:endParaRPr>
          </a:p>
        </p:txBody>
      </p:sp>
      <p:sp>
        <p:nvSpPr>
          <p:cNvPr id="2125" name="Google Shape;2125;p84"/>
          <p:cNvSpPr/>
          <p:nvPr/>
        </p:nvSpPr>
        <p:spPr>
          <a:xfrm>
            <a:off x="7227472" y="26072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6" name="Google Shape;2126;p84"/>
          <p:cNvSpPr/>
          <p:nvPr/>
        </p:nvSpPr>
        <p:spPr>
          <a:xfrm>
            <a:off x="7227472" y="37713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27" name="Google Shape;2127;p84"/>
          <p:cNvSpPr/>
          <p:nvPr/>
        </p:nvSpPr>
        <p:spPr>
          <a:xfrm>
            <a:off x="7227472" y="427829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28" name="Google Shape;2128;p84"/>
          <p:cNvSpPr/>
          <p:nvPr/>
        </p:nvSpPr>
        <p:spPr>
          <a:xfrm>
            <a:off x="7227472" y="50719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129" name="Google Shape;2129;p84"/>
          <p:cNvSpPr/>
          <p:nvPr/>
        </p:nvSpPr>
        <p:spPr>
          <a:xfrm>
            <a:off x="7227472" y="60833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0" name="Google Shape;2130;p84"/>
          <p:cNvSpPr/>
          <p:nvPr/>
        </p:nvSpPr>
        <p:spPr>
          <a:xfrm>
            <a:off x="7227472" y="80023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1" name="Google Shape;2131;p84"/>
          <p:cNvSpPr/>
          <p:nvPr/>
        </p:nvSpPr>
        <p:spPr>
          <a:xfrm>
            <a:off x="7227472" y="86098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2" name="Google Shape;2132;p84"/>
          <p:cNvSpPr/>
          <p:nvPr/>
        </p:nvSpPr>
        <p:spPr>
          <a:xfrm>
            <a:off x="7227472" y="87610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3" name="Google Shape;2133;p84"/>
          <p:cNvSpPr/>
          <p:nvPr/>
        </p:nvSpPr>
        <p:spPr>
          <a:xfrm>
            <a:off x="7227472" y="89008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4" name="Google Shape;2134;p84"/>
          <p:cNvSpPr/>
          <p:nvPr/>
        </p:nvSpPr>
        <p:spPr>
          <a:xfrm>
            <a:off x="7227472" y="6590174"/>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5" name="Google Shape;2135;p84"/>
          <p:cNvSpPr/>
          <p:nvPr/>
        </p:nvSpPr>
        <p:spPr>
          <a:xfrm>
            <a:off x="7227472" y="7560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6" name="Google Shape;2136;p84"/>
          <p:cNvSpPr/>
          <p:nvPr/>
        </p:nvSpPr>
        <p:spPr>
          <a:xfrm>
            <a:off x="7227472" y="442452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37" name="Google Shape;2137;p84"/>
          <p:cNvSpPr/>
          <p:nvPr/>
        </p:nvSpPr>
        <p:spPr>
          <a:xfrm>
            <a:off x="7227472" y="4570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8" name="Google Shape;2138;p84"/>
          <p:cNvSpPr/>
          <p:nvPr/>
        </p:nvSpPr>
        <p:spPr>
          <a:xfrm>
            <a:off x="7227472" y="4718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9" name="Google Shape;2139;p84"/>
          <p:cNvSpPr/>
          <p:nvPr/>
        </p:nvSpPr>
        <p:spPr>
          <a:xfrm>
            <a:off x="7227472" y="33244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0" name="Google Shape;2140;p84"/>
          <p:cNvSpPr txBox="1"/>
          <p:nvPr/>
        </p:nvSpPr>
        <p:spPr>
          <a:xfrm>
            <a:off x="7363519" y="36047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Reimbursement</a:t>
            </a:r>
            <a:endParaRPr sz="800">
              <a:latin typeface="Salesforce Sans"/>
              <a:ea typeface="Salesforce Sans"/>
              <a:cs typeface="Salesforce Sans"/>
              <a:sym typeface="Salesforce Sans"/>
            </a:endParaRPr>
          </a:p>
        </p:txBody>
      </p:sp>
      <p:sp>
        <p:nvSpPr>
          <p:cNvPr id="2141" name="Google Shape;2141;p84"/>
          <p:cNvSpPr/>
          <p:nvPr/>
        </p:nvSpPr>
        <p:spPr>
          <a:xfrm>
            <a:off x="7227472" y="36231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2" name="Google Shape;2142;p84"/>
          <p:cNvSpPr/>
          <p:nvPr/>
        </p:nvSpPr>
        <p:spPr>
          <a:xfrm>
            <a:off x="7227472" y="49231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143" name="Google Shape;2143;p84"/>
          <p:cNvSpPr/>
          <p:nvPr/>
        </p:nvSpPr>
        <p:spPr>
          <a:xfrm>
            <a:off x="7227472" y="54322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44" name="Google Shape;2144;p84"/>
          <p:cNvSpPr/>
          <p:nvPr/>
        </p:nvSpPr>
        <p:spPr>
          <a:xfrm>
            <a:off x="7227472" y="5935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5" name="Google Shape;2145;p84"/>
          <p:cNvSpPr/>
          <p:nvPr/>
        </p:nvSpPr>
        <p:spPr>
          <a:xfrm>
            <a:off x="7227472" y="57251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6" name="Google Shape;2146;p84"/>
          <p:cNvSpPr/>
          <p:nvPr/>
        </p:nvSpPr>
        <p:spPr>
          <a:xfrm>
            <a:off x="7227472" y="686062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7" name="Google Shape;2147;p84"/>
          <p:cNvSpPr/>
          <p:nvPr/>
        </p:nvSpPr>
        <p:spPr>
          <a:xfrm>
            <a:off x="7227472" y="722474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8" name="Google Shape;2148;p84"/>
          <p:cNvSpPr/>
          <p:nvPr/>
        </p:nvSpPr>
        <p:spPr>
          <a:xfrm>
            <a:off x="7227472" y="70720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9" name="Google Shape;2149;p84"/>
          <p:cNvSpPr/>
          <p:nvPr/>
        </p:nvSpPr>
        <p:spPr>
          <a:xfrm>
            <a:off x="7227472" y="7702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0" name="Google Shape;2150;p84"/>
          <p:cNvSpPr/>
          <p:nvPr/>
        </p:nvSpPr>
        <p:spPr>
          <a:xfrm>
            <a:off x="7227472" y="82744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1" name="Google Shape;2151;p84"/>
          <p:cNvSpPr txBox="1"/>
          <p:nvPr/>
        </p:nvSpPr>
        <p:spPr>
          <a:xfrm>
            <a:off x="7363519" y="55583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Gtm Strategy</a:t>
            </a:r>
            <a:endParaRPr sz="800">
              <a:latin typeface="Salesforce Sans"/>
              <a:ea typeface="Salesforce Sans"/>
              <a:cs typeface="Salesforce Sans"/>
              <a:sym typeface="Salesforce Sans"/>
            </a:endParaRPr>
          </a:p>
        </p:txBody>
      </p:sp>
      <p:sp>
        <p:nvSpPr>
          <p:cNvPr id="2152" name="Google Shape;2152;p84"/>
          <p:cNvSpPr/>
          <p:nvPr/>
        </p:nvSpPr>
        <p:spPr>
          <a:xfrm>
            <a:off x="7225657" y="55769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3" name="Google Shape;2153;p84"/>
          <p:cNvSpPr txBox="1"/>
          <p:nvPr/>
        </p:nvSpPr>
        <p:spPr>
          <a:xfrm>
            <a:off x="7363519" y="78345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Support</a:t>
            </a:r>
            <a:endParaRPr sz="800">
              <a:latin typeface="Salesforce Sans"/>
              <a:ea typeface="Salesforce Sans"/>
              <a:cs typeface="Salesforce Sans"/>
              <a:sym typeface="Salesforce Sans"/>
            </a:endParaRPr>
          </a:p>
        </p:txBody>
      </p:sp>
      <p:sp>
        <p:nvSpPr>
          <p:cNvPr id="2154" name="Google Shape;2154;p84"/>
          <p:cNvSpPr/>
          <p:nvPr/>
        </p:nvSpPr>
        <p:spPr>
          <a:xfrm>
            <a:off x="7225647" y="78531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155" name="Google Shape;2155;p84"/>
          <p:cNvSpPr txBox="1"/>
          <p:nvPr/>
        </p:nvSpPr>
        <p:spPr>
          <a:xfrm>
            <a:off x="4738830"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156" name="Google Shape;2156;p84"/>
          <p:cNvSpPr txBox="1"/>
          <p:nvPr/>
        </p:nvSpPr>
        <p:spPr>
          <a:xfrm>
            <a:off x="58623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157" name="Google Shape;2157;p84"/>
          <p:cNvGrpSpPr/>
          <p:nvPr/>
        </p:nvGrpSpPr>
        <p:grpSpPr>
          <a:xfrm>
            <a:off x="4758441" y="1793656"/>
            <a:ext cx="952566" cy="449700"/>
            <a:chOff x="755108" y="1946374"/>
            <a:chExt cx="1322458" cy="449700"/>
          </a:xfrm>
        </p:grpSpPr>
        <p:sp>
          <p:nvSpPr>
            <p:cNvPr id="2158" name="Google Shape;2158;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159" name="Google Shape;2159;p84"/>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Post-Clinical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&amp; Regulatory</a:t>
              </a:r>
              <a:endParaRPr sz="900">
                <a:solidFill>
                  <a:srgbClr val="FFFFFF"/>
                </a:solidFill>
                <a:latin typeface="Avant Garde Demi SFDC"/>
                <a:ea typeface="Avant Garde Demi SFDC"/>
                <a:cs typeface="Avant Garde Demi SFDC"/>
                <a:sym typeface="Avant Garde Demi SFDC"/>
              </a:endParaRPr>
            </a:p>
          </p:txBody>
        </p:sp>
      </p:grpSp>
      <p:sp>
        <p:nvSpPr>
          <p:cNvPr id="2160" name="Google Shape;2160;p84"/>
          <p:cNvSpPr txBox="1"/>
          <p:nvPr/>
        </p:nvSpPr>
        <p:spPr>
          <a:xfrm>
            <a:off x="7365348"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161" name="Google Shape;2161;p84"/>
          <p:cNvSpPr txBox="1"/>
          <p:nvPr/>
        </p:nvSpPr>
        <p:spPr>
          <a:xfrm>
            <a:off x="5862391" y="17718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CMC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162" name="Google Shape;2162;p84"/>
          <p:cNvGrpSpPr/>
          <p:nvPr/>
        </p:nvGrpSpPr>
        <p:grpSpPr>
          <a:xfrm>
            <a:off x="4758483" y="2298575"/>
            <a:ext cx="952525" cy="449700"/>
            <a:chOff x="755165" y="1951713"/>
            <a:chExt cx="1322400" cy="449700"/>
          </a:xfrm>
        </p:grpSpPr>
        <p:sp>
          <p:nvSpPr>
            <p:cNvPr id="2163" name="Google Shape;2163;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164" name="Google Shape;2164;p84"/>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2165" name="Google Shape;2165;p84"/>
          <p:cNvSpPr txBox="1"/>
          <p:nvPr/>
        </p:nvSpPr>
        <p:spPr>
          <a:xfrm>
            <a:off x="7363519" y="40499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Sales Performance</a:t>
            </a:r>
            <a:endParaRPr sz="800">
              <a:latin typeface="Salesforce Sans"/>
              <a:ea typeface="Salesforce Sans"/>
              <a:cs typeface="Salesforce Sans"/>
              <a:sym typeface="Salesforce Sans"/>
            </a:endParaRPr>
          </a:p>
        </p:txBody>
      </p:sp>
      <p:sp>
        <p:nvSpPr>
          <p:cNvPr id="2166" name="Google Shape;2166;p84"/>
          <p:cNvSpPr txBox="1"/>
          <p:nvPr/>
        </p:nvSpPr>
        <p:spPr>
          <a:xfrm>
            <a:off x="7363519" y="39036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Incentive</a:t>
            </a:r>
            <a:endParaRPr sz="800">
              <a:latin typeface="Salesforce Sans"/>
              <a:ea typeface="Salesforce Sans"/>
              <a:cs typeface="Salesforce Sans"/>
              <a:sym typeface="Salesforce Sans"/>
            </a:endParaRPr>
          </a:p>
        </p:txBody>
      </p:sp>
      <p:sp>
        <p:nvSpPr>
          <p:cNvPr id="2167" name="Google Shape;2167;p84"/>
          <p:cNvSpPr/>
          <p:nvPr/>
        </p:nvSpPr>
        <p:spPr>
          <a:xfrm>
            <a:off x="7227472" y="39222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68" name="Google Shape;2168;p84"/>
          <p:cNvSpPr/>
          <p:nvPr/>
        </p:nvSpPr>
        <p:spPr>
          <a:xfrm>
            <a:off x="7227472" y="40684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69" name="Google Shape;2169;p84"/>
          <p:cNvSpPr txBox="1"/>
          <p:nvPr/>
        </p:nvSpPr>
        <p:spPr>
          <a:xfrm>
            <a:off x="7363519" y="90327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Resolution and Case Closure</a:t>
            </a:r>
            <a:endParaRPr i="0" sz="800" u="none" cap="none" strike="noStrike">
              <a:latin typeface="Salesforce Sans"/>
              <a:ea typeface="Salesforce Sans"/>
              <a:cs typeface="Salesforce Sans"/>
              <a:sym typeface="Salesforce Sans"/>
            </a:endParaRPr>
          </a:p>
        </p:txBody>
      </p:sp>
      <p:sp>
        <p:nvSpPr>
          <p:cNvPr id="2170" name="Google Shape;2170;p84"/>
          <p:cNvSpPr/>
          <p:nvPr/>
        </p:nvSpPr>
        <p:spPr>
          <a:xfrm>
            <a:off x="7227472" y="905135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71" name="Google Shape;2171;p84"/>
          <p:cNvSpPr txBox="1"/>
          <p:nvPr/>
        </p:nvSpPr>
        <p:spPr>
          <a:xfrm>
            <a:off x="12692075" y="9253412"/>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2172" name="Google Shape;2172;p84"/>
          <p:cNvSpPr txBox="1"/>
          <p:nvPr/>
        </p:nvSpPr>
        <p:spPr>
          <a:xfrm>
            <a:off x="11943450" y="38721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KOL (Audience Mapping)</a:t>
            </a:r>
            <a:endParaRPr sz="800">
              <a:latin typeface="Salesforce Sans"/>
              <a:ea typeface="Salesforce Sans"/>
              <a:cs typeface="Salesforce Sans"/>
              <a:sym typeface="Salesforce Sans"/>
            </a:endParaRPr>
          </a:p>
        </p:txBody>
      </p:sp>
      <p:sp>
        <p:nvSpPr>
          <p:cNvPr id="2173" name="Google Shape;2173;p84"/>
          <p:cNvSpPr txBox="1"/>
          <p:nvPr/>
        </p:nvSpPr>
        <p:spPr>
          <a:xfrm>
            <a:off x="11943450" y="3725875"/>
            <a:ext cx="720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MSL Support</a:t>
            </a:r>
            <a:endParaRPr sz="800">
              <a:latin typeface="Salesforce Sans"/>
              <a:ea typeface="Salesforce Sans"/>
              <a:cs typeface="Salesforce Sans"/>
              <a:sym typeface="Salesforce Sans"/>
            </a:endParaRPr>
          </a:p>
        </p:txBody>
      </p:sp>
      <p:sp>
        <p:nvSpPr>
          <p:cNvPr id="2174" name="Google Shape;2174;p84"/>
          <p:cNvSpPr/>
          <p:nvPr/>
        </p:nvSpPr>
        <p:spPr>
          <a:xfrm>
            <a:off x="11807402" y="3744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75" name="Google Shape;2175;p84"/>
          <p:cNvSpPr/>
          <p:nvPr/>
        </p:nvSpPr>
        <p:spPr>
          <a:xfrm>
            <a:off x="11807402" y="3890697"/>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76" name="Google Shape;2176;p84"/>
          <p:cNvSpPr/>
          <p:nvPr/>
        </p:nvSpPr>
        <p:spPr>
          <a:xfrm>
            <a:off x="10457798" y="2260900"/>
            <a:ext cx="12198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Real-World Evidence and Data Generation </a:t>
            </a:r>
            <a:endParaRPr b="1" i="0" sz="845" u="none" cap="none" strike="noStrike">
              <a:solidFill>
                <a:srgbClr val="086AFE"/>
              </a:solidFill>
              <a:latin typeface="Salesforce Sans"/>
              <a:ea typeface="Salesforce Sans"/>
              <a:cs typeface="Salesforce Sans"/>
              <a:sym typeface="Salesforce Sans"/>
            </a:endParaRPr>
          </a:p>
        </p:txBody>
      </p:sp>
      <p:sp>
        <p:nvSpPr>
          <p:cNvPr id="2177" name="Google Shape;2177;p84"/>
          <p:cNvSpPr/>
          <p:nvPr/>
        </p:nvSpPr>
        <p:spPr>
          <a:xfrm>
            <a:off x="10457798" y="274448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Advisory Board and Congress Management </a:t>
            </a:r>
            <a:endParaRPr b="1" i="0" sz="845" u="none" cap="none" strike="noStrike">
              <a:solidFill>
                <a:srgbClr val="086AFE"/>
              </a:solidFill>
              <a:latin typeface="Salesforce Sans"/>
              <a:ea typeface="Salesforce Sans"/>
              <a:cs typeface="Salesforce Sans"/>
              <a:sym typeface="Salesforce Sans"/>
            </a:endParaRPr>
          </a:p>
        </p:txBody>
      </p:sp>
      <p:sp>
        <p:nvSpPr>
          <p:cNvPr id="2178" name="Google Shape;2178;p84"/>
          <p:cNvSpPr/>
          <p:nvPr/>
        </p:nvSpPr>
        <p:spPr>
          <a:xfrm>
            <a:off x="10457798" y="3371300"/>
            <a:ext cx="10749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Internal Training &amp; </a:t>
            </a:r>
            <a:r>
              <a:rPr b="1" lang="en" sz="845">
                <a:solidFill>
                  <a:srgbClr val="086AFE"/>
                </a:solidFill>
                <a:latin typeface="Salesforce Sans"/>
                <a:ea typeface="Salesforce Sans"/>
                <a:cs typeface="Salesforce Sans"/>
                <a:sym typeface="Salesforce Sans"/>
              </a:rPr>
              <a:t>Enablement</a:t>
            </a:r>
            <a:r>
              <a:rPr b="1" i="0" lang="en" sz="845" u="none" cap="none" strike="noStrike">
                <a:solidFill>
                  <a:srgbClr val="086AFE"/>
                </a:solidFill>
                <a:latin typeface="Salesforce Sans"/>
                <a:ea typeface="Salesforce Sans"/>
                <a:cs typeface="Salesforce Sans"/>
                <a:sym typeface="Salesforce Sans"/>
              </a:rPr>
              <a:t> </a:t>
            </a:r>
            <a:endParaRPr b="1" i="0" sz="845" u="none" cap="none" strike="noStrike">
              <a:solidFill>
                <a:srgbClr val="086AFE"/>
              </a:solidFill>
              <a:latin typeface="Salesforce Sans"/>
              <a:ea typeface="Salesforce Sans"/>
              <a:cs typeface="Salesforce Sans"/>
              <a:sym typeface="Salesforce Sans"/>
            </a:endParaRPr>
          </a:p>
        </p:txBody>
      </p:sp>
      <p:sp>
        <p:nvSpPr>
          <p:cNvPr id="2179" name="Google Shape;2179;p84"/>
          <p:cNvSpPr/>
          <p:nvPr/>
        </p:nvSpPr>
        <p:spPr>
          <a:xfrm>
            <a:off x="10457798" y="37301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Scientific Communication </a:t>
            </a:r>
            <a:endParaRPr b="1" i="0" sz="845" u="none" cap="none" strike="noStrike">
              <a:solidFill>
                <a:srgbClr val="086AFE"/>
              </a:solidFill>
              <a:latin typeface="Salesforce Sans"/>
              <a:ea typeface="Salesforce Sans"/>
              <a:cs typeface="Salesforce Sans"/>
              <a:sym typeface="Salesforce Sans"/>
            </a:endParaRPr>
          </a:p>
        </p:txBody>
      </p:sp>
      <p:sp>
        <p:nvSpPr>
          <p:cNvPr id="2180" name="Google Shape;2180;p84"/>
          <p:cNvSpPr/>
          <p:nvPr/>
        </p:nvSpPr>
        <p:spPr>
          <a:xfrm>
            <a:off x="10457798" y="4383219"/>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Med. Insight Mgmt. </a:t>
            </a:r>
            <a:endParaRPr b="1" i="0" sz="845" u="none" cap="none" strike="noStrike">
              <a:solidFill>
                <a:srgbClr val="086AFE"/>
              </a:solidFill>
              <a:latin typeface="Salesforce Sans"/>
              <a:ea typeface="Salesforce Sans"/>
              <a:cs typeface="Salesforce Sans"/>
              <a:sym typeface="Salesforce Sans"/>
            </a:endParaRPr>
          </a:p>
        </p:txBody>
      </p:sp>
      <p:sp>
        <p:nvSpPr>
          <p:cNvPr id="2181" name="Google Shape;2181;p84"/>
          <p:cNvSpPr/>
          <p:nvPr/>
        </p:nvSpPr>
        <p:spPr>
          <a:xfrm>
            <a:off x="10457798" y="4738050"/>
            <a:ext cx="11286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Production Planning &amp; Scheduling </a:t>
            </a:r>
            <a:endParaRPr b="1" i="0" sz="845" u="none" cap="none" strike="noStrike">
              <a:solidFill>
                <a:srgbClr val="086AFE"/>
              </a:solidFill>
              <a:latin typeface="Salesforce Sans"/>
              <a:ea typeface="Salesforce Sans"/>
              <a:cs typeface="Salesforce Sans"/>
              <a:sym typeface="Salesforce Sans"/>
            </a:endParaRPr>
          </a:p>
        </p:txBody>
      </p:sp>
      <p:sp>
        <p:nvSpPr>
          <p:cNvPr id="2182" name="Google Shape;2182;p84"/>
          <p:cNvSpPr/>
          <p:nvPr/>
        </p:nvSpPr>
        <p:spPr>
          <a:xfrm>
            <a:off x="10457798" y="5241380"/>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Manufacturing Execution </a:t>
            </a:r>
            <a:endParaRPr b="1" i="0" sz="845" u="none" cap="none" strike="noStrike">
              <a:solidFill>
                <a:srgbClr val="086AFE"/>
              </a:solidFill>
              <a:latin typeface="Salesforce Sans"/>
              <a:ea typeface="Salesforce Sans"/>
              <a:cs typeface="Salesforce Sans"/>
              <a:sym typeface="Salesforce Sans"/>
            </a:endParaRPr>
          </a:p>
        </p:txBody>
      </p:sp>
      <p:sp>
        <p:nvSpPr>
          <p:cNvPr id="2183" name="Google Shape;2183;p84"/>
          <p:cNvSpPr/>
          <p:nvPr/>
        </p:nvSpPr>
        <p:spPr>
          <a:xfrm>
            <a:off x="10457798" y="600086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Quality Management and Control </a:t>
            </a:r>
            <a:endParaRPr b="1" i="0" sz="845" u="none" cap="none" strike="noStrike">
              <a:solidFill>
                <a:srgbClr val="086AFE"/>
              </a:solidFill>
              <a:latin typeface="Salesforce Sans"/>
              <a:ea typeface="Salesforce Sans"/>
              <a:cs typeface="Salesforce Sans"/>
              <a:sym typeface="Salesforce Sans"/>
            </a:endParaRPr>
          </a:p>
        </p:txBody>
      </p:sp>
      <p:sp>
        <p:nvSpPr>
          <p:cNvPr id="2184" name="Google Shape;2184;p84"/>
          <p:cNvSpPr/>
          <p:nvPr/>
        </p:nvSpPr>
        <p:spPr>
          <a:xfrm>
            <a:off x="10457798" y="6627127"/>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Supply Chain and Procurement </a:t>
            </a:r>
            <a:endParaRPr b="1" i="0" sz="845" u="none" cap="none" strike="noStrike">
              <a:solidFill>
                <a:srgbClr val="086AFE"/>
              </a:solidFill>
              <a:latin typeface="Salesforce Sans"/>
              <a:ea typeface="Salesforce Sans"/>
              <a:cs typeface="Salesforce Sans"/>
              <a:sym typeface="Salesforce Sans"/>
            </a:endParaRPr>
          </a:p>
        </p:txBody>
      </p:sp>
      <p:sp>
        <p:nvSpPr>
          <p:cNvPr id="2185" name="Google Shape;2185;p84"/>
          <p:cNvSpPr/>
          <p:nvPr/>
        </p:nvSpPr>
        <p:spPr>
          <a:xfrm>
            <a:off x="10457798" y="7253118"/>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Logistics Management and Delivery </a:t>
            </a:r>
            <a:endParaRPr b="1" i="0" sz="845" u="none" cap="none" strike="noStrike">
              <a:solidFill>
                <a:srgbClr val="086AFE"/>
              </a:solidFill>
              <a:latin typeface="Salesforce Sans"/>
              <a:ea typeface="Salesforce Sans"/>
              <a:cs typeface="Salesforce Sans"/>
              <a:sym typeface="Salesforce Sans"/>
            </a:endParaRPr>
          </a:p>
        </p:txBody>
      </p:sp>
      <p:sp>
        <p:nvSpPr>
          <p:cNvPr id="2186" name="Google Shape;2186;p84"/>
          <p:cNvSpPr/>
          <p:nvPr/>
        </p:nvSpPr>
        <p:spPr>
          <a:xfrm>
            <a:off x="10457798" y="8028211"/>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Maint. &amp; Asset Reliability </a:t>
            </a:r>
            <a:endParaRPr b="1" i="0" sz="845" u="none" cap="none" strike="noStrike">
              <a:solidFill>
                <a:srgbClr val="086AFE"/>
              </a:solidFill>
              <a:latin typeface="Salesforce Sans"/>
              <a:ea typeface="Salesforce Sans"/>
              <a:cs typeface="Salesforce Sans"/>
              <a:sym typeface="Salesforce Sans"/>
            </a:endParaRPr>
          </a:p>
        </p:txBody>
      </p:sp>
      <p:sp>
        <p:nvSpPr>
          <p:cNvPr id="2187" name="Google Shape;2187;p84"/>
          <p:cNvSpPr/>
          <p:nvPr/>
        </p:nvSpPr>
        <p:spPr>
          <a:xfrm>
            <a:off x="10457798" y="8391075"/>
            <a:ext cx="11211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Digital </a:t>
            </a:r>
            <a:br>
              <a:rPr b="1" i="0" lang="en" sz="845" u="none" cap="none" strike="noStrike">
                <a:solidFill>
                  <a:srgbClr val="086AFE"/>
                </a:solidFill>
                <a:latin typeface="Salesforce Sans"/>
                <a:ea typeface="Salesforce Sans"/>
                <a:cs typeface="Salesforce Sans"/>
                <a:sym typeface="Salesforce Sans"/>
              </a:rPr>
            </a:br>
            <a:r>
              <a:rPr b="1" i="0" lang="en" sz="845" u="none" cap="none" strike="noStrike">
                <a:solidFill>
                  <a:srgbClr val="086AFE"/>
                </a:solidFill>
                <a:latin typeface="Salesforce Sans"/>
                <a:ea typeface="Salesforce Sans"/>
                <a:cs typeface="Salesforce Sans"/>
                <a:sym typeface="Salesforce Sans"/>
              </a:rPr>
              <a:t>Enablement </a:t>
            </a:r>
            <a:endParaRPr b="1" i="0" sz="845" u="none" cap="none" strike="noStrike">
              <a:solidFill>
                <a:srgbClr val="086AFE"/>
              </a:solidFill>
              <a:latin typeface="Salesforce Sans"/>
              <a:ea typeface="Salesforce Sans"/>
              <a:cs typeface="Salesforce Sans"/>
              <a:sym typeface="Salesforce Sans"/>
            </a:endParaRPr>
          </a:p>
        </p:txBody>
      </p:sp>
      <p:sp>
        <p:nvSpPr>
          <p:cNvPr id="2188" name="Google Shape;2188;p84"/>
          <p:cNvSpPr txBox="1"/>
          <p:nvPr/>
        </p:nvSpPr>
        <p:spPr>
          <a:xfrm>
            <a:off x="11943450" y="2887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Agenda &amp; Material Dev</a:t>
            </a:r>
            <a:endParaRPr i="0" sz="800" u="none" cap="none" strike="noStrike">
              <a:latin typeface="Salesforce Sans"/>
              <a:ea typeface="Salesforce Sans"/>
              <a:cs typeface="Salesforce Sans"/>
              <a:sym typeface="Salesforce Sans"/>
            </a:endParaRPr>
          </a:p>
        </p:txBody>
      </p:sp>
      <p:sp>
        <p:nvSpPr>
          <p:cNvPr id="2189" name="Google Shape;2189;p84"/>
          <p:cNvSpPr txBox="1"/>
          <p:nvPr/>
        </p:nvSpPr>
        <p:spPr>
          <a:xfrm>
            <a:off x="11943450" y="303261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Facilitation and Insight Synthesis</a:t>
            </a:r>
            <a:endParaRPr sz="800">
              <a:latin typeface="Salesforce Sans"/>
              <a:ea typeface="Salesforce Sans"/>
              <a:cs typeface="Salesforce Sans"/>
              <a:sym typeface="Salesforce Sans"/>
            </a:endParaRPr>
          </a:p>
        </p:txBody>
      </p:sp>
      <p:sp>
        <p:nvSpPr>
          <p:cNvPr id="2190" name="Google Shape;2190;p84"/>
          <p:cNvSpPr txBox="1"/>
          <p:nvPr/>
        </p:nvSpPr>
        <p:spPr>
          <a:xfrm>
            <a:off x="11943450" y="35147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Learning Delivery</a:t>
            </a:r>
            <a:endParaRPr sz="800">
              <a:latin typeface="Salesforce Sans"/>
              <a:ea typeface="Salesforce Sans"/>
              <a:cs typeface="Salesforce Sans"/>
              <a:sym typeface="Salesforce Sans"/>
            </a:endParaRPr>
          </a:p>
        </p:txBody>
      </p:sp>
      <p:sp>
        <p:nvSpPr>
          <p:cNvPr id="2191" name="Google Shape;2191;p84"/>
          <p:cNvSpPr txBox="1"/>
          <p:nvPr/>
        </p:nvSpPr>
        <p:spPr>
          <a:xfrm>
            <a:off x="11943450" y="4379545"/>
            <a:ext cx="1457700" cy="26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800">
                <a:latin typeface="Salesforce Sans"/>
                <a:ea typeface="Salesforce Sans"/>
                <a:cs typeface="Salesforce Sans"/>
                <a:sym typeface="Salesforce Sans"/>
              </a:rPr>
              <a:t>Insight Collection &amp; Categorization</a:t>
            </a:r>
            <a:endParaRPr sz="800">
              <a:latin typeface="Salesforce Sans"/>
              <a:ea typeface="Salesforce Sans"/>
              <a:cs typeface="Salesforce Sans"/>
              <a:sym typeface="Salesforce Sans"/>
            </a:endParaRPr>
          </a:p>
        </p:txBody>
      </p:sp>
      <p:sp>
        <p:nvSpPr>
          <p:cNvPr id="2192" name="Google Shape;2192;p84"/>
          <p:cNvSpPr txBox="1"/>
          <p:nvPr/>
        </p:nvSpPr>
        <p:spPr>
          <a:xfrm>
            <a:off x="11943450" y="473326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2193" name="Google Shape;2193;p84"/>
          <p:cNvSpPr txBox="1"/>
          <p:nvPr/>
        </p:nvSpPr>
        <p:spPr>
          <a:xfrm>
            <a:off x="11943450" y="48819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Scheduling &amp; Seq.</a:t>
            </a:r>
            <a:endParaRPr sz="800">
              <a:latin typeface="Salesforce Sans"/>
              <a:ea typeface="Salesforce Sans"/>
              <a:cs typeface="Salesforce Sans"/>
              <a:sym typeface="Salesforce Sans"/>
            </a:endParaRPr>
          </a:p>
        </p:txBody>
      </p:sp>
      <p:sp>
        <p:nvSpPr>
          <p:cNvPr id="2194" name="Google Shape;2194;p84"/>
          <p:cNvSpPr txBox="1"/>
          <p:nvPr/>
        </p:nvSpPr>
        <p:spPr>
          <a:xfrm>
            <a:off x="11943450" y="52390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Manufacturing</a:t>
            </a:r>
            <a:endParaRPr sz="800">
              <a:latin typeface="Salesforce Sans"/>
              <a:ea typeface="Salesforce Sans"/>
              <a:cs typeface="Salesforce Sans"/>
              <a:sym typeface="Salesforce Sans"/>
            </a:endParaRPr>
          </a:p>
        </p:txBody>
      </p:sp>
      <p:sp>
        <p:nvSpPr>
          <p:cNvPr id="2195" name="Google Shape;2195;p84"/>
          <p:cNvSpPr txBox="1"/>
          <p:nvPr/>
        </p:nvSpPr>
        <p:spPr>
          <a:xfrm>
            <a:off x="11943450" y="565892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Training and Coaching</a:t>
            </a:r>
            <a:endParaRPr sz="800">
              <a:latin typeface="Salesforce Sans"/>
              <a:ea typeface="Salesforce Sans"/>
              <a:cs typeface="Salesforce Sans"/>
              <a:sym typeface="Salesforce Sans"/>
            </a:endParaRPr>
          </a:p>
        </p:txBody>
      </p:sp>
      <p:sp>
        <p:nvSpPr>
          <p:cNvPr id="2196" name="Google Shape;2196;p84"/>
          <p:cNvSpPr txBox="1"/>
          <p:nvPr/>
        </p:nvSpPr>
        <p:spPr>
          <a:xfrm>
            <a:off x="11943450" y="59935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Deviation Management</a:t>
            </a:r>
            <a:endParaRPr sz="800">
              <a:latin typeface="Salesforce Sans"/>
              <a:ea typeface="Salesforce Sans"/>
              <a:cs typeface="Salesforce Sans"/>
              <a:sym typeface="Salesforce Sans"/>
            </a:endParaRPr>
          </a:p>
        </p:txBody>
      </p:sp>
      <p:sp>
        <p:nvSpPr>
          <p:cNvPr id="2197" name="Google Shape;2197;p84"/>
          <p:cNvSpPr txBox="1"/>
          <p:nvPr/>
        </p:nvSpPr>
        <p:spPr>
          <a:xfrm>
            <a:off x="11943450" y="5029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 Readiness Verification</a:t>
            </a:r>
            <a:endParaRPr sz="800">
              <a:latin typeface="Salesforce Sans"/>
              <a:ea typeface="Salesforce Sans"/>
              <a:cs typeface="Salesforce Sans"/>
              <a:sym typeface="Salesforce Sans"/>
            </a:endParaRPr>
          </a:p>
        </p:txBody>
      </p:sp>
      <p:sp>
        <p:nvSpPr>
          <p:cNvPr id="2198" name="Google Shape;2198;p84"/>
          <p:cNvSpPr txBox="1"/>
          <p:nvPr/>
        </p:nvSpPr>
        <p:spPr>
          <a:xfrm>
            <a:off x="11943450" y="61409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 and Change Control</a:t>
            </a:r>
            <a:endParaRPr i="0" sz="800" u="none" cap="none" strike="noStrike">
              <a:latin typeface="Salesforce Sans"/>
              <a:ea typeface="Salesforce Sans"/>
              <a:cs typeface="Salesforce Sans"/>
              <a:sym typeface="Salesforce Sans"/>
            </a:endParaRPr>
          </a:p>
        </p:txBody>
      </p:sp>
      <p:sp>
        <p:nvSpPr>
          <p:cNvPr id="2199" name="Google Shape;2199;p84"/>
          <p:cNvSpPr txBox="1"/>
          <p:nvPr/>
        </p:nvSpPr>
        <p:spPr>
          <a:xfrm>
            <a:off x="11943450" y="629036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 and Inspection Response</a:t>
            </a:r>
            <a:endParaRPr sz="800">
              <a:latin typeface="Salesforce Sans"/>
              <a:ea typeface="Salesforce Sans"/>
              <a:cs typeface="Salesforce Sans"/>
              <a:sym typeface="Salesforce Sans"/>
            </a:endParaRPr>
          </a:p>
        </p:txBody>
      </p:sp>
      <p:sp>
        <p:nvSpPr>
          <p:cNvPr id="2200" name="Google Shape;2200;p84"/>
          <p:cNvSpPr/>
          <p:nvPr/>
        </p:nvSpPr>
        <p:spPr>
          <a:xfrm>
            <a:off x="11807402" y="5047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01" name="Google Shape;2201;p84"/>
          <p:cNvSpPr/>
          <p:nvPr/>
        </p:nvSpPr>
        <p:spPr>
          <a:xfrm>
            <a:off x="11807402" y="63089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02" name="Google Shape;2202;p84"/>
          <p:cNvSpPr txBox="1"/>
          <p:nvPr/>
        </p:nvSpPr>
        <p:spPr>
          <a:xfrm>
            <a:off x="11943450"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Publication Development</a:t>
            </a:r>
            <a:endParaRPr sz="800">
              <a:latin typeface="Salesforce Sans"/>
              <a:ea typeface="Salesforce Sans"/>
              <a:cs typeface="Salesforce Sans"/>
              <a:sym typeface="Salesforce Sans"/>
            </a:endParaRPr>
          </a:p>
        </p:txBody>
      </p:sp>
      <p:sp>
        <p:nvSpPr>
          <p:cNvPr id="2203" name="Google Shape;2203;p84"/>
          <p:cNvSpPr/>
          <p:nvPr/>
        </p:nvSpPr>
        <p:spPr>
          <a:xfrm>
            <a:off x="1180740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04" name="Google Shape;2204;p84"/>
          <p:cNvSpPr txBox="1"/>
          <p:nvPr/>
        </p:nvSpPr>
        <p:spPr>
          <a:xfrm>
            <a:off x="11943450" y="1920225"/>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Peer Review and Submission </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Management</a:t>
            </a:r>
            <a:endParaRPr sz="800">
              <a:latin typeface="Salesforce Sans"/>
              <a:ea typeface="Salesforce Sans"/>
              <a:cs typeface="Salesforce Sans"/>
              <a:sym typeface="Salesforce Sans"/>
            </a:endParaRPr>
          </a:p>
        </p:txBody>
      </p:sp>
      <p:sp>
        <p:nvSpPr>
          <p:cNvPr id="2205" name="Google Shape;2205;p84"/>
          <p:cNvSpPr/>
          <p:nvPr/>
        </p:nvSpPr>
        <p:spPr>
          <a:xfrm>
            <a:off x="1180740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06" name="Google Shape;2206;p84"/>
          <p:cNvSpPr txBox="1"/>
          <p:nvPr/>
        </p:nvSpPr>
        <p:spPr>
          <a:xfrm>
            <a:off x="11943462" y="2255075"/>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HEOR</a:t>
            </a:r>
            <a:endParaRPr sz="800">
              <a:latin typeface="Salesforce Sans"/>
              <a:ea typeface="Salesforce Sans"/>
              <a:cs typeface="Salesforce Sans"/>
              <a:sym typeface="Salesforce Sans"/>
            </a:endParaRPr>
          </a:p>
        </p:txBody>
      </p:sp>
      <p:sp>
        <p:nvSpPr>
          <p:cNvPr id="2207" name="Google Shape;2207;p84"/>
          <p:cNvSpPr/>
          <p:nvPr/>
        </p:nvSpPr>
        <p:spPr>
          <a:xfrm>
            <a:off x="11807402" y="2273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08" name="Google Shape;2208;p84"/>
          <p:cNvSpPr txBox="1"/>
          <p:nvPr/>
        </p:nvSpPr>
        <p:spPr>
          <a:xfrm>
            <a:off x="11943460" y="2404475"/>
            <a:ext cx="1801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and Reporting</a:t>
            </a:r>
            <a:endParaRPr sz="800">
              <a:latin typeface="Salesforce Sans"/>
              <a:ea typeface="Salesforce Sans"/>
              <a:cs typeface="Salesforce Sans"/>
              <a:sym typeface="Salesforce Sans"/>
            </a:endParaRPr>
          </a:p>
        </p:txBody>
      </p:sp>
      <p:sp>
        <p:nvSpPr>
          <p:cNvPr id="2209" name="Google Shape;2209;p84"/>
          <p:cNvSpPr/>
          <p:nvPr/>
        </p:nvSpPr>
        <p:spPr>
          <a:xfrm>
            <a:off x="11807402" y="2422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0" name="Google Shape;2210;p84"/>
          <p:cNvSpPr txBox="1"/>
          <p:nvPr/>
        </p:nvSpPr>
        <p:spPr>
          <a:xfrm>
            <a:off x="11943450" y="2737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Advisor Selection &amp; Cont</a:t>
            </a:r>
            <a:endParaRPr sz="800">
              <a:latin typeface="Salesforce Sans"/>
              <a:ea typeface="Salesforce Sans"/>
              <a:cs typeface="Salesforce Sans"/>
              <a:sym typeface="Salesforce Sans"/>
            </a:endParaRPr>
          </a:p>
        </p:txBody>
      </p:sp>
      <p:sp>
        <p:nvSpPr>
          <p:cNvPr id="2211" name="Google Shape;2211;p84"/>
          <p:cNvSpPr/>
          <p:nvPr/>
        </p:nvSpPr>
        <p:spPr>
          <a:xfrm>
            <a:off x="11807402" y="27560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2" name="Google Shape;2212;p84"/>
          <p:cNvSpPr/>
          <p:nvPr/>
        </p:nvSpPr>
        <p:spPr>
          <a:xfrm>
            <a:off x="11807402" y="2905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3" name="Google Shape;2213;p84"/>
          <p:cNvSpPr/>
          <p:nvPr/>
        </p:nvSpPr>
        <p:spPr>
          <a:xfrm>
            <a:off x="11807402" y="30510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4" name="Google Shape;2214;p84"/>
          <p:cNvSpPr/>
          <p:nvPr/>
        </p:nvSpPr>
        <p:spPr>
          <a:xfrm>
            <a:off x="11807402" y="353322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15" name="Google Shape;2215;p84"/>
          <p:cNvSpPr/>
          <p:nvPr/>
        </p:nvSpPr>
        <p:spPr>
          <a:xfrm>
            <a:off x="11807402" y="4900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216" name="Google Shape;2216;p84"/>
          <p:cNvSpPr/>
          <p:nvPr/>
        </p:nvSpPr>
        <p:spPr>
          <a:xfrm>
            <a:off x="11807402" y="61595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7" name="Google Shape;2217;p84"/>
          <p:cNvSpPr/>
          <p:nvPr/>
        </p:nvSpPr>
        <p:spPr>
          <a:xfrm>
            <a:off x="11807402" y="4398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18" name="Google Shape;2218;p84"/>
          <p:cNvSpPr txBox="1"/>
          <p:nvPr/>
        </p:nvSpPr>
        <p:spPr>
          <a:xfrm>
            <a:off x="11943450" y="33665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Curriculum</a:t>
            </a:r>
            <a:endParaRPr sz="800">
              <a:latin typeface="Salesforce Sans"/>
              <a:ea typeface="Salesforce Sans"/>
              <a:cs typeface="Salesforce Sans"/>
              <a:sym typeface="Salesforce Sans"/>
            </a:endParaRPr>
          </a:p>
        </p:txBody>
      </p:sp>
      <p:sp>
        <p:nvSpPr>
          <p:cNvPr id="2219" name="Google Shape;2219;p84"/>
          <p:cNvSpPr/>
          <p:nvPr/>
        </p:nvSpPr>
        <p:spPr>
          <a:xfrm>
            <a:off x="11807402" y="338504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0" name="Google Shape;2220;p84"/>
          <p:cNvSpPr/>
          <p:nvPr/>
        </p:nvSpPr>
        <p:spPr>
          <a:xfrm>
            <a:off x="11807402" y="47517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221" name="Google Shape;2221;p84"/>
          <p:cNvSpPr/>
          <p:nvPr/>
        </p:nvSpPr>
        <p:spPr>
          <a:xfrm>
            <a:off x="11807402" y="52576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22" name="Google Shape;2222;p84"/>
          <p:cNvSpPr/>
          <p:nvPr/>
        </p:nvSpPr>
        <p:spPr>
          <a:xfrm>
            <a:off x="11807402" y="6012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3" name="Google Shape;2223;p84"/>
          <p:cNvSpPr/>
          <p:nvPr/>
        </p:nvSpPr>
        <p:spPr>
          <a:xfrm>
            <a:off x="11807402" y="56775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4" name="Google Shape;2224;p84"/>
          <p:cNvSpPr txBox="1"/>
          <p:nvPr/>
        </p:nvSpPr>
        <p:spPr>
          <a:xfrm>
            <a:off x="11943450" y="538690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Setup &amp; Monitoring</a:t>
            </a:r>
            <a:endParaRPr sz="800">
              <a:latin typeface="Salesforce Sans"/>
              <a:ea typeface="Salesforce Sans"/>
              <a:cs typeface="Salesforce Sans"/>
              <a:sym typeface="Salesforce Sans"/>
            </a:endParaRPr>
          </a:p>
        </p:txBody>
      </p:sp>
      <p:sp>
        <p:nvSpPr>
          <p:cNvPr id="2225" name="Google Shape;2225;p84"/>
          <p:cNvSpPr/>
          <p:nvPr/>
        </p:nvSpPr>
        <p:spPr>
          <a:xfrm>
            <a:off x="11805588" y="54055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6" name="Google Shape;2226;p84"/>
          <p:cNvSpPr txBox="1"/>
          <p:nvPr/>
        </p:nvSpPr>
        <p:spPr>
          <a:xfrm>
            <a:off x="933424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227" name="Google Shape;2227;p84"/>
          <p:cNvSpPr txBox="1"/>
          <p:nvPr/>
        </p:nvSpPr>
        <p:spPr>
          <a:xfrm>
            <a:off x="104577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228" name="Google Shape;2228;p84"/>
          <p:cNvGrpSpPr/>
          <p:nvPr/>
        </p:nvGrpSpPr>
        <p:grpSpPr>
          <a:xfrm>
            <a:off x="9353860" y="1793656"/>
            <a:ext cx="952566" cy="449700"/>
            <a:chOff x="755108" y="1946374"/>
            <a:chExt cx="1322458" cy="449700"/>
          </a:xfrm>
        </p:grpSpPr>
        <p:sp>
          <p:nvSpPr>
            <p:cNvPr id="2229" name="Google Shape;2229;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30" name="Google Shape;2230;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Medical Affairs</a:t>
              </a:r>
              <a:endParaRPr sz="900">
                <a:solidFill>
                  <a:srgbClr val="FFFFFF"/>
                </a:solidFill>
                <a:latin typeface="Avant Garde Demi SFDC"/>
                <a:ea typeface="Avant Garde Demi SFDC"/>
                <a:cs typeface="Avant Garde Demi SFDC"/>
                <a:sym typeface="Avant Garde Demi SFDC"/>
              </a:endParaRPr>
            </a:p>
          </p:txBody>
        </p:sp>
      </p:grpSp>
      <p:sp>
        <p:nvSpPr>
          <p:cNvPr id="2231" name="Google Shape;2231;p84"/>
          <p:cNvSpPr txBox="1"/>
          <p:nvPr/>
        </p:nvSpPr>
        <p:spPr>
          <a:xfrm>
            <a:off x="11945279"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232" name="Google Shape;2232;p84"/>
          <p:cNvSpPr txBox="1"/>
          <p:nvPr/>
        </p:nvSpPr>
        <p:spPr>
          <a:xfrm>
            <a:off x="10457798"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Scientific Publication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233" name="Google Shape;2233;p84"/>
          <p:cNvGrpSpPr/>
          <p:nvPr/>
        </p:nvGrpSpPr>
        <p:grpSpPr>
          <a:xfrm>
            <a:off x="9353860" y="4763556"/>
            <a:ext cx="952566" cy="449700"/>
            <a:chOff x="755108" y="1946374"/>
            <a:chExt cx="1322458" cy="449700"/>
          </a:xfrm>
        </p:grpSpPr>
        <p:sp>
          <p:nvSpPr>
            <p:cNvPr id="2234" name="Google Shape;2234;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35" name="Google Shape;2235;p84"/>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Manufacturing and Supply</a:t>
              </a:r>
              <a:endParaRPr sz="900">
                <a:solidFill>
                  <a:srgbClr val="FFFFFF"/>
                </a:solidFill>
                <a:latin typeface="Avant Garde Demi SFDC"/>
                <a:ea typeface="Avant Garde Demi SFDC"/>
                <a:cs typeface="Avant Garde Demi SFDC"/>
                <a:sym typeface="Avant Garde Demi SFDC"/>
              </a:endParaRPr>
            </a:p>
          </p:txBody>
        </p:sp>
      </p:grpSp>
      <p:sp>
        <p:nvSpPr>
          <p:cNvPr id="2236" name="Google Shape;2236;p84"/>
          <p:cNvSpPr txBox="1"/>
          <p:nvPr/>
        </p:nvSpPr>
        <p:spPr>
          <a:xfrm>
            <a:off x="11943450" y="41692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Medical Inquiry</a:t>
            </a:r>
            <a:endParaRPr sz="800">
              <a:latin typeface="Salesforce Sans"/>
              <a:ea typeface="Salesforce Sans"/>
              <a:cs typeface="Salesforce Sans"/>
              <a:sym typeface="Salesforce Sans"/>
            </a:endParaRPr>
          </a:p>
        </p:txBody>
      </p:sp>
      <p:sp>
        <p:nvSpPr>
          <p:cNvPr id="2237" name="Google Shape;2237;p84"/>
          <p:cNvSpPr txBox="1"/>
          <p:nvPr/>
        </p:nvSpPr>
        <p:spPr>
          <a:xfrm>
            <a:off x="11943450" y="40198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a:latin typeface="Salesforce Sans"/>
              <a:ea typeface="Salesforce Sans"/>
              <a:cs typeface="Salesforce Sans"/>
              <a:sym typeface="Salesforce Sans"/>
            </a:endParaRPr>
          </a:p>
        </p:txBody>
      </p:sp>
      <p:sp>
        <p:nvSpPr>
          <p:cNvPr id="2238" name="Google Shape;2238;p84"/>
          <p:cNvSpPr/>
          <p:nvPr/>
        </p:nvSpPr>
        <p:spPr>
          <a:xfrm>
            <a:off x="11807402" y="4038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39" name="Google Shape;2239;p84"/>
          <p:cNvSpPr/>
          <p:nvPr/>
        </p:nvSpPr>
        <p:spPr>
          <a:xfrm>
            <a:off x="11807402" y="418787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40" name="Google Shape;2240;p84"/>
          <p:cNvSpPr txBox="1"/>
          <p:nvPr/>
        </p:nvSpPr>
        <p:spPr>
          <a:xfrm>
            <a:off x="11943450" y="662231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 and Contracting</a:t>
            </a:r>
            <a:endParaRPr sz="800">
              <a:latin typeface="Salesforce Sans"/>
              <a:ea typeface="Salesforce Sans"/>
              <a:cs typeface="Salesforce Sans"/>
              <a:sym typeface="Salesforce Sans"/>
            </a:endParaRPr>
          </a:p>
        </p:txBody>
      </p:sp>
      <p:sp>
        <p:nvSpPr>
          <p:cNvPr id="2241" name="Google Shape;2241;p84"/>
          <p:cNvSpPr txBox="1"/>
          <p:nvPr/>
        </p:nvSpPr>
        <p:spPr>
          <a:xfrm>
            <a:off x="11943450" y="68904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and Negotiation</a:t>
            </a:r>
            <a:endParaRPr i="0" sz="800" u="none" cap="none" strike="noStrike">
              <a:latin typeface="Salesforce Sans"/>
              <a:ea typeface="Salesforce Sans"/>
              <a:cs typeface="Salesforce Sans"/>
              <a:sym typeface="Salesforce Sans"/>
            </a:endParaRPr>
          </a:p>
        </p:txBody>
      </p:sp>
      <p:sp>
        <p:nvSpPr>
          <p:cNvPr id="2242" name="Google Shape;2242;p84"/>
          <p:cNvSpPr txBox="1"/>
          <p:nvPr/>
        </p:nvSpPr>
        <p:spPr>
          <a:xfrm>
            <a:off x="11943450" y="7039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Perf. Monitoring</a:t>
            </a:r>
            <a:endParaRPr i="0" sz="800" u="none" cap="none" strike="noStrike">
              <a:latin typeface="Salesforce Sans"/>
              <a:ea typeface="Salesforce Sans"/>
              <a:cs typeface="Salesforce Sans"/>
              <a:sym typeface="Salesforce Sans"/>
            </a:endParaRPr>
          </a:p>
        </p:txBody>
      </p:sp>
      <p:sp>
        <p:nvSpPr>
          <p:cNvPr id="2243" name="Google Shape;2243;p84"/>
          <p:cNvSpPr/>
          <p:nvPr/>
        </p:nvSpPr>
        <p:spPr>
          <a:xfrm>
            <a:off x="11807402" y="7058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44" name="Google Shape;2244;p84"/>
          <p:cNvSpPr/>
          <p:nvPr/>
        </p:nvSpPr>
        <p:spPr>
          <a:xfrm>
            <a:off x="11807402" y="69090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45" name="Google Shape;2245;p84"/>
          <p:cNvSpPr/>
          <p:nvPr/>
        </p:nvSpPr>
        <p:spPr>
          <a:xfrm>
            <a:off x="11807402" y="6640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46" name="Google Shape;2246;p84"/>
          <p:cNvSpPr txBox="1"/>
          <p:nvPr/>
        </p:nvSpPr>
        <p:spPr>
          <a:xfrm>
            <a:off x="11943450" y="724836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and Warehouse Optimization</a:t>
            </a:r>
            <a:endParaRPr sz="800">
              <a:latin typeface="Salesforce Sans"/>
              <a:ea typeface="Salesforce Sans"/>
              <a:cs typeface="Salesforce Sans"/>
              <a:sym typeface="Salesforce Sans"/>
            </a:endParaRPr>
          </a:p>
        </p:txBody>
      </p:sp>
      <p:sp>
        <p:nvSpPr>
          <p:cNvPr id="2247" name="Google Shape;2247;p84"/>
          <p:cNvSpPr txBox="1"/>
          <p:nvPr/>
        </p:nvSpPr>
        <p:spPr>
          <a:xfrm>
            <a:off x="11943450" y="751963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Distribution Control</a:t>
            </a:r>
            <a:endParaRPr i="0" sz="800" u="none" cap="none" strike="noStrike">
              <a:latin typeface="Salesforce Sans"/>
              <a:ea typeface="Salesforce Sans"/>
              <a:cs typeface="Salesforce Sans"/>
              <a:sym typeface="Salesforce Sans"/>
            </a:endParaRPr>
          </a:p>
        </p:txBody>
      </p:sp>
      <p:sp>
        <p:nvSpPr>
          <p:cNvPr id="2248" name="Google Shape;2248;p84"/>
          <p:cNvSpPr txBox="1"/>
          <p:nvPr/>
        </p:nvSpPr>
        <p:spPr>
          <a:xfrm>
            <a:off x="11943450" y="76658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Transportation Planning</a:t>
            </a:r>
            <a:endParaRPr i="0" sz="800" u="none" cap="none" strike="noStrike">
              <a:latin typeface="Salesforce Sans"/>
              <a:ea typeface="Salesforce Sans"/>
              <a:cs typeface="Salesforce Sans"/>
              <a:sym typeface="Salesforce Sans"/>
            </a:endParaRPr>
          </a:p>
        </p:txBody>
      </p:sp>
      <p:sp>
        <p:nvSpPr>
          <p:cNvPr id="2249" name="Google Shape;2249;p84"/>
          <p:cNvSpPr/>
          <p:nvPr/>
        </p:nvSpPr>
        <p:spPr>
          <a:xfrm>
            <a:off x="11807402" y="76844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0" name="Google Shape;2250;p84"/>
          <p:cNvSpPr/>
          <p:nvPr/>
        </p:nvSpPr>
        <p:spPr>
          <a:xfrm>
            <a:off x="11807402" y="75382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51" name="Google Shape;2251;p84"/>
          <p:cNvSpPr/>
          <p:nvPr/>
        </p:nvSpPr>
        <p:spPr>
          <a:xfrm>
            <a:off x="11807402" y="72669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52" name="Google Shape;2252;p84"/>
          <p:cNvSpPr txBox="1"/>
          <p:nvPr/>
        </p:nvSpPr>
        <p:spPr>
          <a:xfrm>
            <a:off x="11943450" y="7813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Returns and Reporting</a:t>
            </a:r>
            <a:endParaRPr i="0" sz="800" u="none" cap="none" strike="noStrike">
              <a:latin typeface="Salesforce Sans"/>
              <a:ea typeface="Salesforce Sans"/>
              <a:cs typeface="Salesforce Sans"/>
              <a:sym typeface="Salesforce Sans"/>
            </a:endParaRPr>
          </a:p>
        </p:txBody>
      </p:sp>
      <p:sp>
        <p:nvSpPr>
          <p:cNvPr id="2253" name="Google Shape;2253;p84"/>
          <p:cNvSpPr/>
          <p:nvPr/>
        </p:nvSpPr>
        <p:spPr>
          <a:xfrm>
            <a:off x="11807402" y="7832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4" name="Google Shape;2254;p84"/>
          <p:cNvSpPr txBox="1"/>
          <p:nvPr/>
        </p:nvSpPr>
        <p:spPr>
          <a:xfrm>
            <a:off x="11943450" y="8023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Maintenance Scheduling</a:t>
            </a:r>
            <a:endParaRPr i="0" sz="800" u="none" cap="none" strike="noStrike">
              <a:latin typeface="Salesforce Sans"/>
              <a:ea typeface="Salesforce Sans"/>
              <a:cs typeface="Salesforce Sans"/>
              <a:sym typeface="Salesforce Sans"/>
            </a:endParaRPr>
          </a:p>
        </p:txBody>
      </p:sp>
      <p:sp>
        <p:nvSpPr>
          <p:cNvPr id="2255" name="Google Shape;2255;p84"/>
          <p:cNvSpPr/>
          <p:nvPr/>
        </p:nvSpPr>
        <p:spPr>
          <a:xfrm>
            <a:off x="11807402" y="80422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6" name="Google Shape;2256;p84"/>
          <p:cNvSpPr txBox="1"/>
          <p:nvPr/>
        </p:nvSpPr>
        <p:spPr>
          <a:xfrm>
            <a:off x="11943450" y="81744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Reliability Tracking &amp; Analytics</a:t>
            </a:r>
            <a:endParaRPr i="0" sz="800" u="none" cap="none" strike="noStrike">
              <a:latin typeface="Salesforce Sans"/>
              <a:ea typeface="Salesforce Sans"/>
              <a:cs typeface="Salesforce Sans"/>
              <a:sym typeface="Salesforce Sans"/>
            </a:endParaRPr>
          </a:p>
        </p:txBody>
      </p:sp>
      <p:sp>
        <p:nvSpPr>
          <p:cNvPr id="2257" name="Google Shape;2257;p84"/>
          <p:cNvSpPr/>
          <p:nvPr/>
        </p:nvSpPr>
        <p:spPr>
          <a:xfrm>
            <a:off x="11807402" y="819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8" name="Google Shape;2258;p84"/>
          <p:cNvSpPr txBox="1"/>
          <p:nvPr/>
        </p:nvSpPr>
        <p:spPr>
          <a:xfrm>
            <a:off x="11943450" y="838558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Workflow Digitization</a:t>
            </a:r>
            <a:endParaRPr i="0" sz="800" u="none" cap="none" strike="noStrike">
              <a:latin typeface="Salesforce Sans"/>
              <a:ea typeface="Salesforce Sans"/>
              <a:cs typeface="Salesforce Sans"/>
              <a:sym typeface="Salesforce Sans"/>
            </a:endParaRPr>
          </a:p>
        </p:txBody>
      </p:sp>
      <p:sp>
        <p:nvSpPr>
          <p:cNvPr id="2259" name="Google Shape;2259;p84"/>
          <p:cNvSpPr txBox="1"/>
          <p:nvPr/>
        </p:nvSpPr>
        <p:spPr>
          <a:xfrm>
            <a:off x="11943450" y="8531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Sop and Record Management</a:t>
            </a:r>
            <a:endParaRPr i="0" sz="800" u="none" cap="none" strike="noStrike">
              <a:latin typeface="Salesforce Sans"/>
              <a:ea typeface="Salesforce Sans"/>
              <a:cs typeface="Salesforce Sans"/>
              <a:sym typeface="Salesforce Sans"/>
            </a:endParaRPr>
          </a:p>
        </p:txBody>
      </p:sp>
      <p:sp>
        <p:nvSpPr>
          <p:cNvPr id="2260" name="Google Shape;2260;p84"/>
          <p:cNvSpPr/>
          <p:nvPr/>
        </p:nvSpPr>
        <p:spPr>
          <a:xfrm>
            <a:off x="11807402" y="8550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61" name="Google Shape;2261;p84"/>
          <p:cNvSpPr/>
          <p:nvPr/>
        </p:nvSpPr>
        <p:spPr>
          <a:xfrm>
            <a:off x="11807402" y="84041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262" name="Google Shape;2262;p84"/>
          <p:cNvGrpSpPr/>
          <p:nvPr/>
        </p:nvGrpSpPr>
        <p:grpSpPr>
          <a:xfrm>
            <a:off x="13511249" y="1524000"/>
            <a:ext cx="4643641" cy="7611424"/>
            <a:chOff x="13511249" y="1521600"/>
            <a:chExt cx="4643641" cy="7611424"/>
          </a:xfrm>
        </p:grpSpPr>
        <p:sp>
          <p:nvSpPr>
            <p:cNvPr id="2263" name="Google Shape;2263;p84"/>
            <p:cNvSpPr txBox="1"/>
            <p:nvPr/>
          </p:nvSpPr>
          <p:spPr>
            <a:xfrm>
              <a:off x="15954375" y="89424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Care Program Outcome Summary</a:t>
              </a:r>
              <a:endParaRPr sz="800">
                <a:latin typeface="Salesforce Sans"/>
                <a:ea typeface="Salesforce Sans"/>
                <a:cs typeface="Salesforce Sans"/>
                <a:sym typeface="Salesforce Sans"/>
              </a:endParaRPr>
            </a:p>
          </p:txBody>
        </p:sp>
        <p:sp>
          <p:nvSpPr>
            <p:cNvPr id="2264" name="Google Shape;2264;p84"/>
            <p:cNvSpPr/>
            <p:nvPr/>
          </p:nvSpPr>
          <p:spPr>
            <a:xfrm>
              <a:off x="15818327" y="89610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65" name="Google Shape;2265;p84"/>
            <p:cNvSpPr/>
            <p:nvPr/>
          </p:nvSpPr>
          <p:spPr>
            <a:xfrm>
              <a:off x="14634810" y="2273975"/>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2266" name="Google Shape;2266;p84"/>
            <p:cNvSpPr/>
            <p:nvPr/>
          </p:nvSpPr>
          <p:spPr>
            <a:xfrm>
              <a:off x="14634810" y="2923992"/>
              <a:ext cx="1022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Mgmt. &amp; Develop. </a:t>
              </a:r>
              <a:endParaRPr b="1" i="0" sz="900" u="none" cap="none" strike="noStrike">
                <a:solidFill>
                  <a:srgbClr val="086AFE"/>
                </a:solidFill>
                <a:latin typeface="Salesforce Sans"/>
                <a:ea typeface="Salesforce Sans"/>
                <a:cs typeface="Salesforce Sans"/>
                <a:sym typeface="Salesforce Sans"/>
              </a:endParaRPr>
            </a:p>
          </p:txBody>
        </p:sp>
        <p:sp>
          <p:nvSpPr>
            <p:cNvPr id="2267" name="Google Shape;2267;p84"/>
            <p:cNvSpPr/>
            <p:nvPr/>
          </p:nvSpPr>
          <p:spPr>
            <a:xfrm>
              <a:off x="14634810" y="3431510"/>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2268" name="Google Shape;2268;p84"/>
            <p:cNvSpPr/>
            <p:nvPr/>
          </p:nvSpPr>
          <p:spPr>
            <a:xfrm>
              <a:off x="14634810" y="4597148"/>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2269" name="Google Shape;2269;p84"/>
            <p:cNvSpPr/>
            <p:nvPr/>
          </p:nvSpPr>
          <p:spPr>
            <a:xfrm>
              <a:off x="14634796" y="5615263"/>
              <a:ext cx="10920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Tax and Compl. </a:t>
              </a:r>
              <a:endParaRPr b="1" i="0" sz="900" u="none" cap="none" strike="noStrike">
                <a:solidFill>
                  <a:srgbClr val="086AFE"/>
                </a:solidFill>
                <a:latin typeface="Salesforce Sans"/>
                <a:ea typeface="Salesforce Sans"/>
                <a:cs typeface="Salesforce Sans"/>
                <a:sym typeface="Salesforce Sans"/>
              </a:endParaRPr>
            </a:p>
          </p:txBody>
        </p:sp>
        <p:sp>
          <p:nvSpPr>
            <p:cNvPr id="2270" name="Google Shape;2270;p84"/>
            <p:cNvSpPr/>
            <p:nvPr/>
          </p:nvSpPr>
          <p:spPr>
            <a:xfrm>
              <a:off x="14634797" y="5972725"/>
              <a:ext cx="10749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IT Helpdesk </a:t>
              </a:r>
              <a:endParaRPr b="1" i="0" sz="900" u="none" cap="none" strike="noStrike">
                <a:solidFill>
                  <a:srgbClr val="086AFE"/>
                </a:solidFill>
                <a:latin typeface="Salesforce Sans"/>
                <a:ea typeface="Salesforce Sans"/>
                <a:cs typeface="Salesforce Sans"/>
                <a:sym typeface="Salesforce Sans"/>
              </a:endParaRPr>
            </a:p>
          </p:txBody>
        </p:sp>
        <p:sp>
          <p:nvSpPr>
            <p:cNvPr id="2271" name="Google Shape;2271;p84"/>
            <p:cNvSpPr/>
            <p:nvPr/>
          </p:nvSpPr>
          <p:spPr>
            <a:xfrm>
              <a:off x="14634795" y="7114150"/>
              <a:ext cx="1163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Infra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Application Mgmt. </a:t>
              </a:r>
              <a:endParaRPr b="1" i="0" sz="900" u="none" cap="none" strike="noStrike">
                <a:solidFill>
                  <a:srgbClr val="086AFE"/>
                </a:solidFill>
                <a:latin typeface="Salesforce Sans"/>
                <a:ea typeface="Salesforce Sans"/>
                <a:cs typeface="Salesforce Sans"/>
                <a:sym typeface="Salesforce Sans"/>
              </a:endParaRPr>
            </a:p>
          </p:txBody>
        </p:sp>
        <p:sp>
          <p:nvSpPr>
            <p:cNvPr id="2272" name="Google Shape;2272;p84"/>
            <p:cNvSpPr/>
            <p:nvPr/>
          </p:nvSpPr>
          <p:spPr>
            <a:xfrm>
              <a:off x="14634810" y="525384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Treasury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2273" name="Google Shape;2273;p84"/>
            <p:cNvSpPr/>
            <p:nvPr/>
          </p:nvSpPr>
          <p:spPr>
            <a:xfrm>
              <a:off x="14634798" y="81430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Litigation &amp; </a:t>
              </a:r>
              <a:r>
                <a:rPr b="1" lang="en" sz="900">
                  <a:solidFill>
                    <a:srgbClr val="086AFE"/>
                  </a:solidFill>
                  <a:latin typeface="Salesforce Sans"/>
                  <a:ea typeface="Salesforce Sans"/>
                  <a:cs typeface="Salesforce Sans"/>
                  <a:sym typeface="Salesforce Sans"/>
                </a:rPr>
                <a:t>IP</a:t>
              </a:r>
              <a:r>
                <a:rPr b="1" i="0" lang="en" sz="900" u="none" cap="none" strike="noStrike">
                  <a:solidFill>
                    <a:srgbClr val="086AFE"/>
                  </a:solidFill>
                  <a:latin typeface="Salesforce Sans"/>
                  <a:ea typeface="Salesforce Sans"/>
                  <a:cs typeface="Salesforce Sans"/>
                  <a:sym typeface="Salesforce Sans"/>
                </a:rPr>
                <a:t> Protection</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2274" name="Google Shape;2274;p84"/>
            <p:cNvSpPr/>
            <p:nvPr/>
          </p:nvSpPr>
          <p:spPr>
            <a:xfrm>
              <a:off x="14634810" y="7613234"/>
              <a:ext cx="9873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Generation </a:t>
              </a:r>
              <a:endParaRPr b="1" i="0" sz="900" u="none" cap="none" strike="noStrike">
                <a:solidFill>
                  <a:srgbClr val="086AFE"/>
                </a:solidFill>
                <a:latin typeface="Salesforce Sans"/>
                <a:ea typeface="Salesforce Sans"/>
                <a:cs typeface="Salesforce Sans"/>
                <a:sym typeface="Salesforce Sans"/>
              </a:endParaRPr>
            </a:p>
          </p:txBody>
        </p:sp>
        <p:sp>
          <p:nvSpPr>
            <p:cNvPr id="2275" name="Google Shape;2275;p84"/>
            <p:cNvSpPr/>
            <p:nvPr/>
          </p:nvSpPr>
          <p:spPr>
            <a:xfrm>
              <a:off x="14634810" y="4092746"/>
              <a:ext cx="9873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Financial Strategy &amp; Planning</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2276" name="Google Shape;2276;p84"/>
            <p:cNvSpPr/>
            <p:nvPr/>
          </p:nvSpPr>
          <p:spPr>
            <a:xfrm>
              <a:off x="14634810" y="8502725"/>
              <a:ext cx="987300" cy="63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2277" name="Google Shape;2277;p84"/>
            <p:cNvSpPr txBox="1"/>
            <p:nvPr/>
          </p:nvSpPr>
          <p:spPr>
            <a:xfrm>
              <a:off x="1351124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278" name="Google Shape;2278;p84"/>
            <p:cNvSpPr txBox="1"/>
            <p:nvPr/>
          </p:nvSpPr>
          <p:spPr>
            <a:xfrm>
              <a:off x="1463481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279" name="Google Shape;2279;p84"/>
            <p:cNvGrpSpPr/>
            <p:nvPr/>
          </p:nvGrpSpPr>
          <p:grpSpPr>
            <a:xfrm>
              <a:off x="13530860" y="1791256"/>
              <a:ext cx="952566" cy="449700"/>
              <a:chOff x="755108" y="1946374"/>
              <a:chExt cx="1322458" cy="449700"/>
            </a:xfrm>
          </p:grpSpPr>
          <p:sp>
            <p:nvSpPr>
              <p:cNvPr id="2280" name="Google Shape;2280;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81" name="Google Shape;2281;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2282" name="Google Shape;2282;p84"/>
            <p:cNvSpPr txBox="1"/>
            <p:nvPr/>
          </p:nvSpPr>
          <p:spPr>
            <a:xfrm>
              <a:off x="1595439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283" name="Google Shape;2283;p84"/>
            <p:cNvSpPr txBox="1"/>
            <p:nvPr/>
          </p:nvSpPr>
          <p:spPr>
            <a:xfrm>
              <a:off x="14634810" y="176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Strategy &amp;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284" name="Google Shape;2284;p84"/>
            <p:cNvSpPr txBox="1"/>
            <p:nvPr/>
          </p:nvSpPr>
          <p:spPr>
            <a:xfrm>
              <a:off x="15954375" y="47447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2285" name="Google Shape;2285;p84"/>
            <p:cNvSpPr txBox="1"/>
            <p:nvPr/>
          </p:nvSpPr>
          <p:spPr>
            <a:xfrm>
              <a:off x="15954375" y="45984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Monitoring</a:t>
              </a:r>
              <a:endParaRPr sz="800">
                <a:latin typeface="Salesforce Sans"/>
                <a:ea typeface="Salesforce Sans"/>
                <a:cs typeface="Salesforce Sans"/>
                <a:sym typeface="Salesforce Sans"/>
              </a:endParaRPr>
            </a:p>
          </p:txBody>
        </p:sp>
        <p:sp>
          <p:nvSpPr>
            <p:cNvPr id="2286" name="Google Shape;2286;p84"/>
            <p:cNvSpPr/>
            <p:nvPr/>
          </p:nvSpPr>
          <p:spPr>
            <a:xfrm>
              <a:off x="15818327" y="4617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87" name="Google Shape;2287;p84"/>
            <p:cNvSpPr/>
            <p:nvPr/>
          </p:nvSpPr>
          <p:spPr>
            <a:xfrm>
              <a:off x="15818327" y="4763298"/>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88" name="Google Shape;2288;p84"/>
            <p:cNvSpPr txBox="1"/>
            <p:nvPr/>
          </p:nvSpPr>
          <p:spPr>
            <a:xfrm>
              <a:off x="15954375" y="30754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2289" name="Google Shape;2289;p84"/>
            <p:cNvSpPr txBox="1"/>
            <p:nvPr/>
          </p:nvSpPr>
          <p:spPr>
            <a:xfrm>
              <a:off x="15954375" y="3220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2290" name="Google Shape;2290;p84"/>
            <p:cNvSpPr txBox="1"/>
            <p:nvPr/>
          </p:nvSpPr>
          <p:spPr>
            <a:xfrm>
              <a:off x="15954375" y="56132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2291" name="Google Shape;2291;p84"/>
            <p:cNvSpPr txBox="1"/>
            <p:nvPr/>
          </p:nvSpPr>
          <p:spPr>
            <a:xfrm>
              <a:off x="15954375" y="5760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Reporting</a:t>
              </a:r>
              <a:endParaRPr sz="800">
                <a:latin typeface="Salesforce Sans"/>
                <a:ea typeface="Salesforce Sans"/>
                <a:cs typeface="Salesforce Sans"/>
                <a:sym typeface="Salesforce Sans"/>
              </a:endParaRPr>
            </a:p>
          </p:txBody>
        </p:sp>
        <p:sp>
          <p:nvSpPr>
            <p:cNvPr id="2292" name="Google Shape;2292;p84"/>
            <p:cNvSpPr/>
            <p:nvPr/>
          </p:nvSpPr>
          <p:spPr>
            <a:xfrm>
              <a:off x="15818327" y="57792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93" name="Google Shape;2293;p84"/>
            <p:cNvSpPr txBox="1"/>
            <p:nvPr/>
          </p:nvSpPr>
          <p:spPr>
            <a:xfrm>
              <a:off x="15954375" y="29257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a:latin typeface="Salesforce Sans"/>
                <a:ea typeface="Salesforce Sans"/>
                <a:cs typeface="Salesforce Sans"/>
                <a:sym typeface="Salesforce Sans"/>
              </a:endParaRPr>
            </a:p>
          </p:txBody>
        </p:sp>
        <p:sp>
          <p:nvSpPr>
            <p:cNvPr id="2294" name="Google Shape;2294;p84"/>
            <p:cNvSpPr/>
            <p:nvPr/>
          </p:nvSpPr>
          <p:spPr>
            <a:xfrm>
              <a:off x="15818327" y="29441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5" name="Google Shape;2295;p84"/>
            <p:cNvSpPr/>
            <p:nvPr/>
          </p:nvSpPr>
          <p:spPr>
            <a:xfrm>
              <a:off x="15818327" y="30940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6" name="Google Shape;2296;p84"/>
            <p:cNvSpPr/>
            <p:nvPr/>
          </p:nvSpPr>
          <p:spPr>
            <a:xfrm>
              <a:off x="15818327" y="32391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7" name="Google Shape;2297;p84"/>
            <p:cNvSpPr/>
            <p:nvPr/>
          </p:nvSpPr>
          <p:spPr>
            <a:xfrm>
              <a:off x="15818327" y="5631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298" name="Google Shape;2298;p84"/>
            <p:cNvSpPr txBox="1"/>
            <p:nvPr/>
          </p:nvSpPr>
          <p:spPr>
            <a:xfrm>
              <a:off x="15954375" y="50418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2299" name="Google Shape;2299;p84"/>
            <p:cNvSpPr txBox="1"/>
            <p:nvPr/>
          </p:nvSpPr>
          <p:spPr>
            <a:xfrm>
              <a:off x="15954390" y="4892475"/>
              <a:ext cx="2200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a:latin typeface="Salesforce Sans"/>
                <a:ea typeface="Salesforce Sans"/>
                <a:cs typeface="Salesforce Sans"/>
                <a:sym typeface="Salesforce Sans"/>
              </a:endParaRPr>
            </a:p>
          </p:txBody>
        </p:sp>
        <p:sp>
          <p:nvSpPr>
            <p:cNvPr id="2300" name="Google Shape;2300;p84"/>
            <p:cNvSpPr/>
            <p:nvPr/>
          </p:nvSpPr>
          <p:spPr>
            <a:xfrm>
              <a:off x="15818327" y="4911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01" name="Google Shape;2301;p84"/>
            <p:cNvSpPr/>
            <p:nvPr/>
          </p:nvSpPr>
          <p:spPr>
            <a:xfrm>
              <a:off x="15818327" y="50604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02" name="Google Shape;2302;p84"/>
            <p:cNvSpPr txBox="1"/>
            <p:nvPr/>
          </p:nvSpPr>
          <p:spPr>
            <a:xfrm>
              <a:off x="15954375" y="7614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2303" name="Google Shape;2303;p84"/>
            <p:cNvSpPr txBox="1"/>
            <p:nvPr/>
          </p:nvSpPr>
          <p:spPr>
            <a:xfrm>
              <a:off x="15954375" y="7761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2304" name="Google Shape;2304;p84"/>
            <p:cNvSpPr/>
            <p:nvPr/>
          </p:nvSpPr>
          <p:spPr>
            <a:xfrm>
              <a:off x="15818327" y="7779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05" name="Google Shape;2305;p84"/>
            <p:cNvSpPr/>
            <p:nvPr/>
          </p:nvSpPr>
          <p:spPr>
            <a:xfrm>
              <a:off x="15818327" y="7633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06" name="Google Shape;2306;p84"/>
            <p:cNvSpPr txBox="1"/>
            <p:nvPr/>
          </p:nvSpPr>
          <p:spPr>
            <a:xfrm>
              <a:off x="15954375" y="8139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Registration</a:t>
              </a:r>
              <a:endParaRPr i="0" sz="800" u="none" cap="none" strike="noStrike">
                <a:latin typeface="Salesforce Sans"/>
                <a:ea typeface="Salesforce Sans"/>
                <a:cs typeface="Salesforce Sans"/>
                <a:sym typeface="Salesforce Sans"/>
              </a:endParaRPr>
            </a:p>
          </p:txBody>
        </p:sp>
        <p:sp>
          <p:nvSpPr>
            <p:cNvPr id="2307" name="Google Shape;2307;p84"/>
            <p:cNvSpPr txBox="1"/>
            <p:nvPr/>
          </p:nvSpPr>
          <p:spPr>
            <a:xfrm>
              <a:off x="15954375" y="8286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Enforcement</a:t>
              </a:r>
              <a:endParaRPr i="0" sz="800" u="none" cap="none" strike="noStrike">
                <a:latin typeface="Salesforce Sans"/>
                <a:ea typeface="Salesforce Sans"/>
                <a:cs typeface="Salesforce Sans"/>
                <a:sym typeface="Salesforce Sans"/>
              </a:endParaRPr>
            </a:p>
          </p:txBody>
        </p:sp>
        <p:sp>
          <p:nvSpPr>
            <p:cNvPr id="2308" name="Google Shape;2308;p84"/>
            <p:cNvSpPr/>
            <p:nvPr/>
          </p:nvSpPr>
          <p:spPr>
            <a:xfrm>
              <a:off x="15818327" y="8304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09" name="Google Shape;2309;p84"/>
            <p:cNvSpPr/>
            <p:nvPr/>
          </p:nvSpPr>
          <p:spPr>
            <a:xfrm>
              <a:off x="15818327" y="8158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310" name="Google Shape;2310;p84"/>
            <p:cNvGrpSpPr/>
            <p:nvPr/>
          </p:nvGrpSpPr>
          <p:grpSpPr>
            <a:xfrm>
              <a:off x="13530860" y="8529418"/>
              <a:ext cx="952566" cy="488922"/>
              <a:chOff x="755108" y="1946374"/>
              <a:chExt cx="1322458" cy="488922"/>
            </a:xfrm>
          </p:grpSpPr>
          <p:sp>
            <p:nvSpPr>
              <p:cNvPr id="2311" name="Google Shape;2311;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312" name="Google Shape;2312;p84"/>
              <p:cNvSpPr txBox="1"/>
              <p:nvPr/>
            </p:nvSpPr>
            <p:spPr>
              <a:xfrm>
                <a:off x="755108" y="2061196"/>
                <a:ext cx="1322400" cy="3741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a:p>
                <a:pPr indent="0" lvl="0" marL="0" marR="0" rtl="0" algn="l">
                  <a:lnSpc>
                    <a:spcPct val="90000"/>
                  </a:lnSpc>
                  <a:spcBef>
                    <a:spcPts val="0"/>
                  </a:spcBef>
                  <a:spcAft>
                    <a:spcPts val="0"/>
                  </a:spcAft>
                  <a:buClr>
                    <a:srgbClr val="FFFFFF"/>
                  </a:buClr>
                  <a:buSzPts val="900"/>
                  <a:buFont typeface="Questrial"/>
                  <a:buNone/>
                </a:pPr>
                <a:r>
                  <a:t/>
                </a:r>
                <a:endParaRPr sz="900">
                  <a:solidFill>
                    <a:srgbClr val="FFFFFF"/>
                  </a:solidFill>
                  <a:latin typeface="Avant Garde Demi SFDC"/>
                  <a:ea typeface="Avant Garde Demi SFDC"/>
                  <a:cs typeface="Avant Garde Demi SFDC"/>
                  <a:sym typeface="Avant Garde Demi SFDC"/>
                </a:endParaRPr>
              </a:p>
            </p:txBody>
          </p:sp>
        </p:grpSp>
        <p:sp>
          <p:nvSpPr>
            <p:cNvPr id="2313" name="Google Shape;2313;p84"/>
            <p:cNvSpPr txBox="1"/>
            <p:nvPr/>
          </p:nvSpPr>
          <p:spPr>
            <a:xfrm>
              <a:off x="15954375" y="864523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Summarize Patient Response</a:t>
              </a:r>
              <a:endParaRPr sz="800">
                <a:latin typeface="Salesforce Sans"/>
                <a:ea typeface="Salesforce Sans"/>
                <a:cs typeface="Salesforce Sans"/>
                <a:sym typeface="Salesforce Sans"/>
              </a:endParaRPr>
            </a:p>
          </p:txBody>
        </p:sp>
        <p:sp>
          <p:nvSpPr>
            <p:cNvPr id="2314" name="Google Shape;2314;p84"/>
            <p:cNvSpPr txBox="1"/>
            <p:nvPr/>
          </p:nvSpPr>
          <p:spPr>
            <a:xfrm>
              <a:off x="15954387" y="8499000"/>
              <a:ext cx="176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a:latin typeface="Salesforce Sans"/>
                <a:ea typeface="Salesforce Sans"/>
                <a:cs typeface="Salesforce Sans"/>
                <a:sym typeface="Salesforce Sans"/>
              </a:endParaRPr>
            </a:p>
          </p:txBody>
        </p:sp>
        <p:sp>
          <p:nvSpPr>
            <p:cNvPr id="2315" name="Google Shape;2315;p84"/>
            <p:cNvSpPr/>
            <p:nvPr/>
          </p:nvSpPr>
          <p:spPr>
            <a:xfrm>
              <a:off x="15818327" y="8517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6" name="Google Shape;2316;p84"/>
            <p:cNvSpPr/>
            <p:nvPr/>
          </p:nvSpPr>
          <p:spPr>
            <a:xfrm>
              <a:off x="15818327" y="866383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7" name="Google Shape;2317;p84"/>
            <p:cNvSpPr txBox="1"/>
            <p:nvPr/>
          </p:nvSpPr>
          <p:spPr>
            <a:xfrm>
              <a:off x="15954375" y="87930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a:latin typeface="Salesforce Sans"/>
                <a:ea typeface="Salesforce Sans"/>
                <a:cs typeface="Salesforce Sans"/>
                <a:sym typeface="Salesforce Sans"/>
              </a:endParaRPr>
            </a:p>
          </p:txBody>
        </p:sp>
        <p:sp>
          <p:nvSpPr>
            <p:cNvPr id="2318" name="Google Shape;2318;p84"/>
            <p:cNvSpPr/>
            <p:nvPr/>
          </p:nvSpPr>
          <p:spPr>
            <a:xfrm>
              <a:off x="15818327" y="8811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9" name="Google Shape;2319;p84"/>
            <p:cNvSpPr txBox="1"/>
            <p:nvPr/>
          </p:nvSpPr>
          <p:spPr>
            <a:xfrm>
              <a:off x="15954388" y="7107500"/>
              <a:ext cx="193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&amp; Infra Lifecycle Management</a:t>
              </a:r>
              <a:endParaRPr sz="800">
                <a:latin typeface="Salesforce Sans"/>
                <a:ea typeface="Salesforce Sans"/>
                <a:cs typeface="Salesforce Sans"/>
                <a:sym typeface="Salesforce Sans"/>
              </a:endParaRPr>
            </a:p>
          </p:txBody>
        </p:sp>
        <p:sp>
          <p:nvSpPr>
            <p:cNvPr id="2320" name="Google Shape;2320;p84"/>
            <p:cNvSpPr txBox="1"/>
            <p:nvPr/>
          </p:nvSpPr>
          <p:spPr>
            <a:xfrm>
              <a:off x="15954375" y="7256184"/>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Development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321" name="Google Shape;2321;p84"/>
            <p:cNvSpPr txBox="1"/>
            <p:nvPr/>
          </p:nvSpPr>
          <p:spPr>
            <a:xfrm>
              <a:off x="15954375" y="74035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Testing</a:t>
              </a:r>
              <a:endParaRPr sz="800">
                <a:latin typeface="Salesforce Sans"/>
                <a:ea typeface="Salesforce Sans"/>
                <a:cs typeface="Salesforce Sans"/>
                <a:sym typeface="Salesforce Sans"/>
              </a:endParaRPr>
            </a:p>
          </p:txBody>
        </p:sp>
        <p:sp>
          <p:nvSpPr>
            <p:cNvPr id="2322" name="Google Shape;2322;p84"/>
            <p:cNvSpPr/>
            <p:nvPr/>
          </p:nvSpPr>
          <p:spPr>
            <a:xfrm>
              <a:off x="15818327" y="74221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23" name="Google Shape;2323;p84"/>
            <p:cNvSpPr/>
            <p:nvPr/>
          </p:nvSpPr>
          <p:spPr>
            <a:xfrm>
              <a:off x="15818327" y="72747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24" name="Google Shape;2324;p84"/>
            <p:cNvSpPr/>
            <p:nvPr/>
          </p:nvSpPr>
          <p:spPr>
            <a:xfrm>
              <a:off x="15818327" y="71259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25" name="Google Shape;2325;p84"/>
            <p:cNvSpPr txBox="1"/>
            <p:nvPr/>
          </p:nvSpPr>
          <p:spPr>
            <a:xfrm>
              <a:off x="15954375" y="65986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2326" name="Google Shape;2326;p84"/>
            <p:cNvSpPr txBox="1"/>
            <p:nvPr/>
          </p:nvSpPr>
          <p:spPr>
            <a:xfrm>
              <a:off x="15954375" y="67473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Incident Response</a:t>
              </a:r>
              <a:endParaRPr sz="800">
                <a:latin typeface="Salesforce Sans"/>
                <a:ea typeface="Salesforce Sans"/>
                <a:cs typeface="Salesforce Sans"/>
                <a:sym typeface="Salesforce Sans"/>
              </a:endParaRPr>
            </a:p>
          </p:txBody>
        </p:sp>
        <p:sp>
          <p:nvSpPr>
            <p:cNvPr id="2327" name="Google Shape;2327;p84"/>
            <p:cNvSpPr txBox="1"/>
            <p:nvPr/>
          </p:nvSpPr>
          <p:spPr>
            <a:xfrm>
              <a:off x="15954386" y="6894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&amp; Security Policy Creation</a:t>
              </a:r>
              <a:endParaRPr sz="800">
                <a:latin typeface="Salesforce Sans"/>
                <a:ea typeface="Salesforce Sans"/>
                <a:cs typeface="Salesforce Sans"/>
                <a:sym typeface="Salesforce Sans"/>
              </a:endParaRPr>
            </a:p>
          </p:txBody>
        </p:sp>
        <p:sp>
          <p:nvSpPr>
            <p:cNvPr id="2328" name="Google Shape;2328;p84"/>
            <p:cNvSpPr/>
            <p:nvPr/>
          </p:nvSpPr>
          <p:spPr>
            <a:xfrm>
              <a:off x="15818327" y="691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29" name="Google Shape;2329;p84"/>
            <p:cNvSpPr/>
            <p:nvPr/>
          </p:nvSpPr>
          <p:spPr>
            <a:xfrm>
              <a:off x="15818327" y="676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0" name="Google Shape;2330;p84"/>
            <p:cNvSpPr/>
            <p:nvPr/>
          </p:nvSpPr>
          <p:spPr>
            <a:xfrm>
              <a:off x="15818327" y="661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31" name="Google Shape;2331;p84"/>
            <p:cNvSpPr txBox="1"/>
            <p:nvPr/>
          </p:nvSpPr>
          <p:spPr>
            <a:xfrm>
              <a:off x="15954375" y="59723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Ticket Intake</a:t>
              </a:r>
              <a:endParaRPr sz="800">
                <a:latin typeface="Salesforce Sans"/>
                <a:ea typeface="Salesforce Sans"/>
                <a:cs typeface="Salesforce Sans"/>
                <a:sym typeface="Salesforce Sans"/>
              </a:endParaRPr>
            </a:p>
          </p:txBody>
        </p:sp>
        <p:sp>
          <p:nvSpPr>
            <p:cNvPr id="2332" name="Google Shape;2332;p84"/>
            <p:cNvSpPr txBox="1"/>
            <p:nvPr/>
          </p:nvSpPr>
          <p:spPr>
            <a:xfrm>
              <a:off x="15954375" y="61210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Troubleshooting</a:t>
              </a:r>
              <a:endParaRPr sz="800">
                <a:latin typeface="Salesforce Sans"/>
                <a:ea typeface="Salesforce Sans"/>
                <a:cs typeface="Salesforce Sans"/>
                <a:sym typeface="Salesforce Sans"/>
              </a:endParaRPr>
            </a:p>
          </p:txBody>
        </p:sp>
        <p:sp>
          <p:nvSpPr>
            <p:cNvPr id="2333" name="Google Shape;2333;p84"/>
            <p:cNvSpPr/>
            <p:nvPr/>
          </p:nvSpPr>
          <p:spPr>
            <a:xfrm>
              <a:off x="15818327" y="61396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4" name="Google Shape;2334;p84"/>
            <p:cNvSpPr/>
            <p:nvPr/>
          </p:nvSpPr>
          <p:spPr>
            <a:xfrm>
              <a:off x="15818327" y="59907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35" name="Google Shape;2335;p84"/>
            <p:cNvSpPr txBox="1"/>
            <p:nvPr/>
          </p:nvSpPr>
          <p:spPr>
            <a:xfrm>
              <a:off x="15954375" y="52525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Cash &amp; Liquidity Management</a:t>
              </a:r>
              <a:endParaRPr sz="800">
                <a:latin typeface="Salesforce Sans"/>
                <a:ea typeface="Salesforce Sans"/>
                <a:cs typeface="Salesforce Sans"/>
                <a:sym typeface="Salesforce Sans"/>
              </a:endParaRPr>
            </a:p>
          </p:txBody>
        </p:sp>
        <p:sp>
          <p:nvSpPr>
            <p:cNvPr id="2336" name="Google Shape;2336;p84"/>
            <p:cNvSpPr txBox="1"/>
            <p:nvPr/>
          </p:nvSpPr>
          <p:spPr>
            <a:xfrm>
              <a:off x="15954375" y="53999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Risk Management</a:t>
              </a:r>
              <a:endParaRPr sz="800">
                <a:latin typeface="Salesforce Sans"/>
                <a:ea typeface="Salesforce Sans"/>
                <a:cs typeface="Salesforce Sans"/>
                <a:sym typeface="Salesforce Sans"/>
              </a:endParaRPr>
            </a:p>
          </p:txBody>
        </p:sp>
        <p:sp>
          <p:nvSpPr>
            <p:cNvPr id="2337" name="Google Shape;2337;p84"/>
            <p:cNvSpPr/>
            <p:nvPr/>
          </p:nvSpPr>
          <p:spPr>
            <a:xfrm>
              <a:off x="15818327" y="54185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38" name="Google Shape;2338;p84"/>
            <p:cNvSpPr/>
            <p:nvPr/>
          </p:nvSpPr>
          <p:spPr>
            <a:xfrm>
              <a:off x="15818327" y="52711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9" name="Google Shape;2339;p84"/>
            <p:cNvSpPr txBox="1"/>
            <p:nvPr/>
          </p:nvSpPr>
          <p:spPr>
            <a:xfrm>
              <a:off x="15954386" y="4088650"/>
              <a:ext cx="1626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2340" name="Google Shape;2340;p84"/>
            <p:cNvSpPr txBox="1"/>
            <p:nvPr/>
          </p:nvSpPr>
          <p:spPr>
            <a:xfrm>
              <a:off x="15954384" y="4237325"/>
              <a:ext cx="206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 Forecasting &amp; Scenario Modeling</a:t>
              </a:r>
              <a:endParaRPr sz="800">
                <a:latin typeface="Salesforce Sans"/>
                <a:ea typeface="Salesforce Sans"/>
                <a:cs typeface="Salesforce Sans"/>
                <a:sym typeface="Salesforce Sans"/>
              </a:endParaRPr>
            </a:p>
          </p:txBody>
        </p:sp>
        <p:sp>
          <p:nvSpPr>
            <p:cNvPr id="2341" name="Google Shape;2341;p84"/>
            <p:cNvSpPr txBox="1"/>
            <p:nvPr/>
          </p:nvSpPr>
          <p:spPr>
            <a:xfrm>
              <a:off x="15954388" y="4384725"/>
              <a:ext cx="1902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 Management &amp; KPI Monitoring</a:t>
              </a:r>
              <a:endParaRPr sz="800">
                <a:latin typeface="Salesforce Sans"/>
                <a:ea typeface="Salesforce Sans"/>
                <a:cs typeface="Salesforce Sans"/>
                <a:sym typeface="Salesforce Sans"/>
              </a:endParaRPr>
            </a:p>
          </p:txBody>
        </p:sp>
        <p:sp>
          <p:nvSpPr>
            <p:cNvPr id="2342" name="Google Shape;2342;p84"/>
            <p:cNvSpPr/>
            <p:nvPr/>
          </p:nvSpPr>
          <p:spPr>
            <a:xfrm>
              <a:off x="15818327" y="440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3" name="Google Shape;2343;p84"/>
            <p:cNvSpPr/>
            <p:nvPr/>
          </p:nvSpPr>
          <p:spPr>
            <a:xfrm>
              <a:off x="15818327" y="425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44" name="Google Shape;2344;p84"/>
            <p:cNvSpPr/>
            <p:nvPr/>
          </p:nvSpPr>
          <p:spPr>
            <a:xfrm>
              <a:off x="15818327" y="410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45" name="Google Shape;2345;p84"/>
            <p:cNvSpPr txBox="1"/>
            <p:nvPr/>
          </p:nvSpPr>
          <p:spPr>
            <a:xfrm>
              <a:off x="15954375" y="35790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EX &amp; Health Monitoring</a:t>
              </a:r>
              <a:endParaRPr sz="800">
                <a:latin typeface="Salesforce Sans"/>
                <a:ea typeface="Salesforce Sans"/>
                <a:cs typeface="Salesforce Sans"/>
                <a:sym typeface="Salesforce Sans"/>
              </a:endParaRPr>
            </a:p>
          </p:txBody>
        </p:sp>
        <p:sp>
          <p:nvSpPr>
            <p:cNvPr id="2346" name="Google Shape;2346;p84"/>
            <p:cNvSpPr txBox="1"/>
            <p:nvPr/>
          </p:nvSpPr>
          <p:spPr>
            <a:xfrm>
              <a:off x="15954385" y="3432775"/>
              <a:ext cx="1864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 &amp; Benefit Creation &amp; Delivery</a:t>
              </a:r>
              <a:endParaRPr sz="800">
                <a:latin typeface="Salesforce Sans"/>
                <a:ea typeface="Salesforce Sans"/>
                <a:cs typeface="Salesforce Sans"/>
                <a:sym typeface="Salesforce Sans"/>
              </a:endParaRPr>
            </a:p>
          </p:txBody>
        </p:sp>
        <p:sp>
          <p:nvSpPr>
            <p:cNvPr id="2347" name="Google Shape;2347;p84"/>
            <p:cNvSpPr/>
            <p:nvPr/>
          </p:nvSpPr>
          <p:spPr>
            <a:xfrm>
              <a:off x="15818327" y="3451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8" name="Google Shape;2348;p84"/>
            <p:cNvSpPr/>
            <p:nvPr/>
          </p:nvSpPr>
          <p:spPr>
            <a:xfrm>
              <a:off x="15818327" y="3597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9" name="Google Shape;2349;p84"/>
            <p:cNvSpPr txBox="1"/>
            <p:nvPr/>
          </p:nvSpPr>
          <p:spPr>
            <a:xfrm>
              <a:off x="15954375" y="3876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Compliance &amp; Labor Relations</a:t>
              </a:r>
              <a:endParaRPr sz="800">
                <a:latin typeface="Salesforce Sans"/>
                <a:ea typeface="Salesforce Sans"/>
                <a:cs typeface="Salesforce Sans"/>
                <a:sym typeface="Salesforce Sans"/>
              </a:endParaRPr>
            </a:p>
          </p:txBody>
        </p:sp>
        <p:sp>
          <p:nvSpPr>
            <p:cNvPr id="2350" name="Google Shape;2350;p84"/>
            <p:cNvSpPr txBox="1"/>
            <p:nvPr/>
          </p:nvSpPr>
          <p:spPr>
            <a:xfrm>
              <a:off x="15954375" y="37267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2351" name="Google Shape;2351;p84"/>
            <p:cNvSpPr/>
            <p:nvPr/>
          </p:nvSpPr>
          <p:spPr>
            <a:xfrm>
              <a:off x="15818327" y="3745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2" name="Google Shape;2352;p84"/>
            <p:cNvSpPr/>
            <p:nvPr/>
          </p:nvSpPr>
          <p:spPr>
            <a:xfrm>
              <a:off x="15818327" y="3894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3" name="Google Shape;2353;p84"/>
            <p:cNvSpPr txBox="1"/>
            <p:nvPr/>
          </p:nvSpPr>
          <p:spPr>
            <a:xfrm>
              <a:off x="15954375" y="241842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Outreach</a:t>
              </a:r>
              <a:endParaRPr sz="800">
                <a:latin typeface="Salesforce Sans"/>
                <a:ea typeface="Salesforce Sans"/>
                <a:cs typeface="Salesforce Sans"/>
                <a:sym typeface="Salesforce Sans"/>
              </a:endParaRPr>
            </a:p>
          </p:txBody>
        </p:sp>
        <p:sp>
          <p:nvSpPr>
            <p:cNvPr id="2354" name="Google Shape;2354;p84"/>
            <p:cNvSpPr txBox="1"/>
            <p:nvPr/>
          </p:nvSpPr>
          <p:spPr>
            <a:xfrm>
              <a:off x="15954386" y="2272200"/>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a:latin typeface="Salesforce Sans"/>
                <a:ea typeface="Salesforce Sans"/>
                <a:cs typeface="Salesforce Sans"/>
                <a:sym typeface="Salesforce Sans"/>
              </a:endParaRPr>
            </a:p>
          </p:txBody>
        </p:sp>
        <p:sp>
          <p:nvSpPr>
            <p:cNvPr id="2355" name="Google Shape;2355;p84"/>
            <p:cNvSpPr/>
            <p:nvPr/>
          </p:nvSpPr>
          <p:spPr>
            <a:xfrm>
              <a:off x="15818327" y="2290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6" name="Google Shape;2356;p84"/>
            <p:cNvSpPr/>
            <p:nvPr/>
          </p:nvSpPr>
          <p:spPr>
            <a:xfrm>
              <a:off x="15818327" y="243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7" name="Google Shape;2357;p84"/>
            <p:cNvSpPr txBox="1"/>
            <p:nvPr/>
          </p:nvSpPr>
          <p:spPr>
            <a:xfrm>
              <a:off x="15954375" y="27156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Onboarding</a:t>
              </a:r>
              <a:endParaRPr sz="800">
                <a:latin typeface="Salesforce Sans"/>
                <a:ea typeface="Salesforce Sans"/>
                <a:cs typeface="Salesforce Sans"/>
                <a:sym typeface="Salesforce Sans"/>
              </a:endParaRPr>
            </a:p>
          </p:txBody>
        </p:sp>
        <p:sp>
          <p:nvSpPr>
            <p:cNvPr id="2358" name="Google Shape;2358;p84"/>
            <p:cNvSpPr txBox="1"/>
            <p:nvPr/>
          </p:nvSpPr>
          <p:spPr>
            <a:xfrm>
              <a:off x="15954375" y="2566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2359" name="Google Shape;2359;p84"/>
            <p:cNvSpPr/>
            <p:nvPr/>
          </p:nvSpPr>
          <p:spPr>
            <a:xfrm>
              <a:off x="15818327" y="2584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0" name="Google Shape;2360;p84"/>
            <p:cNvSpPr/>
            <p:nvPr/>
          </p:nvSpPr>
          <p:spPr>
            <a:xfrm>
              <a:off x="15818327" y="27341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1" name="Google Shape;2361;p84"/>
            <p:cNvSpPr txBox="1"/>
            <p:nvPr/>
          </p:nvSpPr>
          <p:spPr>
            <a:xfrm>
              <a:off x="15954386" y="1764625"/>
              <a:ext cx="164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of Future &amp; Skills Asmt.</a:t>
              </a:r>
              <a:endParaRPr sz="800">
                <a:latin typeface="Salesforce Sans"/>
                <a:ea typeface="Salesforce Sans"/>
                <a:cs typeface="Salesforce Sans"/>
                <a:sym typeface="Salesforce Sans"/>
              </a:endParaRPr>
            </a:p>
          </p:txBody>
        </p:sp>
        <p:sp>
          <p:nvSpPr>
            <p:cNvPr id="2362" name="Google Shape;2362;p84"/>
            <p:cNvSpPr txBox="1"/>
            <p:nvPr/>
          </p:nvSpPr>
          <p:spPr>
            <a:xfrm>
              <a:off x="15954375" y="19133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2363" name="Google Shape;2363;p84"/>
            <p:cNvSpPr txBox="1"/>
            <p:nvPr/>
          </p:nvSpPr>
          <p:spPr>
            <a:xfrm>
              <a:off x="15954386" y="2060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a:latin typeface="Salesforce Sans"/>
                <a:ea typeface="Salesforce Sans"/>
                <a:cs typeface="Salesforce Sans"/>
                <a:sym typeface="Salesforce Sans"/>
              </a:endParaRPr>
            </a:p>
          </p:txBody>
        </p:sp>
        <p:sp>
          <p:nvSpPr>
            <p:cNvPr id="2364" name="Google Shape;2364;p84"/>
            <p:cNvSpPr/>
            <p:nvPr/>
          </p:nvSpPr>
          <p:spPr>
            <a:xfrm>
              <a:off x="15818327" y="20793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5" name="Google Shape;2365;p84"/>
            <p:cNvSpPr/>
            <p:nvPr/>
          </p:nvSpPr>
          <p:spPr>
            <a:xfrm>
              <a:off x="15818327" y="19319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66" name="Google Shape;2366;p84"/>
            <p:cNvSpPr/>
            <p:nvPr/>
          </p:nvSpPr>
          <p:spPr>
            <a:xfrm>
              <a:off x="15818327" y="178308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67" name="Google Shape;2367;p84"/>
            <p:cNvSpPr/>
            <p:nvPr/>
          </p:nvSpPr>
          <p:spPr>
            <a:xfrm>
              <a:off x="14634810" y="660133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Cyber </a:t>
              </a:r>
              <a:endParaRPr b="1" i="0" sz="900" u="none" cap="none" strike="noStrike">
                <a:solidFill>
                  <a:srgbClr val="086AFE"/>
                </a:solidFill>
                <a:latin typeface="Salesforce Sans"/>
                <a:ea typeface="Salesforce Sans"/>
                <a:cs typeface="Salesforce Sans"/>
                <a:sym typeface="Salesforce Sans"/>
              </a:endParaRPr>
            </a:p>
          </p:txBody>
        </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edTech" showMasterSp="0">
  <p:cSld name="TITLE_AND_BODY_5_1_1_1_1_1">
    <p:spTree>
      <p:nvGrpSpPr>
        <p:cNvPr id="2368" name="Shape 2368"/>
        <p:cNvGrpSpPr/>
        <p:nvPr/>
      </p:nvGrpSpPr>
      <p:grpSpPr>
        <a:xfrm>
          <a:off x="0" y="0"/>
          <a:ext cx="0" cy="0"/>
          <a:chOff x="0" y="0"/>
          <a:chExt cx="0" cy="0"/>
        </a:xfrm>
      </p:grpSpPr>
      <p:sp>
        <p:nvSpPr>
          <p:cNvPr id="2369" name="Google Shape;2369;p85"/>
          <p:cNvSpPr txBox="1"/>
          <p:nvPr/>
        </p:nvSpPr>
        <p:spPr>
          <a:xfrm>
            <a:off x="676603"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medtech workflows</a:t>
            </a:r>
            <a:endParaRPr sz="4200">
              <a:solidFill>
                <a:schemeClr val="dk1"/>
              </a:solidFill>
              <a:latin typeface="Avant Garde Demi SFDC"/>
              <a:ea typeface="Avant Garde Demi SFDC"/>
              <a:cs typeface="Avant Garde Demi SFDC"/>
              <a:sym typeface="Avant Garde Demi SFDC"/>
            </a:endParaRPr>
          </a:p>
        </p:txBody>
      </p:sp>
      <p:grpSp>
        <p:nvGrpSpPr>
          <p:cNvPr id="2370" name="Google Shape;2370;p85"/>
          <p:cNvGrpSpPr/>
          <p:nvPr/>
        </p:nvGrpSpPr>
        <p:grpSpPr>
          <a:xfrm>
            <a:off x="6307400" y="1143000"/>
            <a:ext cx="6313200" cy="307800"/>
            <a:chOff x="22663550" y="1349273"/>
            <a:chExt cx="6313200" cy="307800"/>
          </a:xfrm>
        </p:grpSpPr>
        <p:grpSp>
          <p:nvGrpSpPr>
            <p:cNvPr id="2371" name="Google Shape;2371;p85"/>
            <p:cNvGrpSpPr/>
            <p:nvPr/>
          </p:nvGrpSpPr>
          <p:grpSpPr>
            <a:xfrm>
              <a:off x="22663550" y="1349273"/>
              <a:ext cx="6313200" cy="307800"/>
              <a:chOff x="11238000" y="958400"/>
              <a:chExt cx="6313200" cy="307800"/>
            </a:xfrm>
          </p:grpSpPr>
          <p:sp>
            <p:nvSpPr>
              <p:cNvPr id="2372" name="Google Shape;2372;p85"/>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2373" name="Google Shape;2373;p85"/>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4" name="Google Shape;2374;p85"/>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75" name="Google Shape;2375;p85"/>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6" name="Google Shape;2376;p85"/>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7" name="Google Shape;2377;p85"/>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2378" name="Google Shape;2378;p85"/>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2379" name="Google Shape;2379;p85"/>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2380" name="Google Shape;2380;p85"/>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2381" name="Google Shape;2381;p85"/>
          <p:cNvGrpSpPr/>
          <p:nvPr/>
        </p:nvGrpSpPr>
        <p:grpSpPr>
          <a:xfrm>
            <a:off x="1735561" y="1752600"/>
            <a:ext cx="5042870" cy="7465163"/>
            <a:chOff x="468329" y="1524000"/>
            <a:chExt cx="5042870" cy="7465163"/>
          </a:xfrm>
        </p:grpSpPr>
        <p:sp>
          <p:nvSpPr>
            <p:cNvPr id="2382" name="Google Shape;2382;p85"/>
            <p:cNvSpPr txBox="1"/>
            <p:nvPr/>
          </p:nvSpPr>
          <p:spPr>
            <a:xfrm>
              <a:off x="3016756" y="334237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383" name="Google Shape;2383;p85"/>
            <p:cNvSpPr/>
            <p:nvPr/>
          </p:nvSpPr>
          <p:spPr>
            <a:xfrm>
              <a:off x="1668090" y="2459079"/>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4" name="Google Shape;2384;p85"/>
            <p:cNvSpPr/>
            <p:nvPr/>
          </p:nvSpPr>
          <p:spPr>
            <a:xfrm>
              <a:off x="1668090" y="3563049"/>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 Training </a:t>
              </a:r>
              <a:endParaRPr b="1" sz="945">
                <a:solidFill>
                  <a:srgbClr val="066AFE"/>
                </a:solidFill>
                <a:latin typeface="Salesforce Sans"/>
                <a:ea typeface="Salesforce Sans"/>
                <a:cs typeface="Salesforce Sans"/>
                <a:sym typeface="Salesforce Sans"/>
              </a:endParaRPr>
            </a:p>
          </p:txBody>
        </p:sp>
        <p:sp>
          <p:nvSpPr>
            <p:cNvPr id="2385" name="Google Shape;2385;p85"/>
            <p:cNvSpPr/>
            <p:nvPr/>
          </p:nvSpPr>
          <p:spPr>
            <a:xfrm>
              <a:off x="1668090" y="5113187"/>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Clinical Specialists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6" name="Google Shape;2386;p85"/>
            <p:cNvSpPr/>
            <p:nvPr/>
          </p:nvSpPr>
          <p:spPr>
            <a:xfrm>
              <a:off x="1668090" y="62176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Medical Affairs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7" name="Google Shape;2387;p85"/>
            <p:cNvSpPr/>
            <p:nvPr/>
          </p:nvSpPr>
          <p:spPr>
            <a:xfrm>
              <a:off x="1668090" y="7346461"/>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Field Inventory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8" name="Google Shape;2388;p85"/>
            <p:cNvSpPr txBox="1"/>
            <p:nvPr/>
          </p:nvSpPr>
          <p:spPr>
            <a:xfrm>
              <a:off x="3010101" y="24665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Territory Optimization</a:t>
              </a:r>
              <a:endParaRPr i="0" sz="800" u="none" cap="none" strike="noStrike">
                <a:latin typeface="Salesforce Sans"/>
                <a:ea typeface="Salesforce Sans"/>
                <a:cs typeface="Salesforce Sans"/>
                <a:sym typeface="Salesforce Sans"/>
              </a:endParaRPr>
            </a:p>
          </p:txBody>
        </p:sp>
        <p:sp>
          <p:nvSpPr>
            <p:cNvPr id="2389" name="Google Shape;2389;p85"/>
            <p:cNvSpPr txBox="1"/>
            <p:nvPr/>
          </p:nvSpPr>
          <p:spPr>
            <a:xfrm>
              <a:off x="3010101" y="261518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Virtual Sales Assistant</a:t>
              </a:r>
              <a:endParaRPr i="0" sz="800" u="none" cap="none" strike="noStrike">
                <a:latin typeface="Salesforce Sans"/>
                <a:ea typeface="Salesforce Sans"/>
                <a:cs typeface="Salesforce Sans"/>
                <a:sym typeface="Salesforce Sans"/>
              </a:endParaRPr>
            </a:p>
          </p:txBody>
        </p:sp>
        <p:sp>
          <p:nvSpPr>
            <p:cNvPr id="2390" name="Google Shape;2390;p85"/>
            <p:cNvSpPr txBox="1"/>
            <p:nvPr/>
          </p:nvSpPr>
          <p:spPr>
            <a:xfrm>
              <a:off x="3010101" y="27637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RFP &amp; Quote Generation</a:t>
              </a:r>
              <a:endParaRPr i="0" sz="800" u="none" cap="none" strike="noStrike">
                <a:latin typeface="Salesforce Sans"/>
                <a:ea typeface="Salesforce Sans"/>
                <a:cs typeface="Salesforce Sans"/>
                <a:sym typeface="Salesforce Sans"/>
              </a:endParaRPr>
            </a:p>
          </p:txBody>
        </p:sp>
        <p:sp>
          <p:nvSpPr>
            <p:cNvPr id="2391" name="Google Shape;2391;p85"/>
            <p:cNvSpPr txBox="1"/>
            <p:nvPr/>
          </p:nvSpPr>
          <p:spPr>
            <a:xfrm>
              <a:off x="3010101" y="29150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2392" name="Google Shape;2392;p85"/>
            <p:cNvSpPr txBox="1"/>
            <p:nvPr/>
          </p:nvSpPr>
          <p:spPr>
            <a:xfrm>
              <a:off x="3010099" y="305480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Science Liaison Support</a:t>
              </a:r>
              <a:endParaRPr i="0" sz="800" u="none" cap="none" strike="noStrike">
                <a:latin typeface="Salesforce Sans"/>
                <a:ea typeface="Salesforce Sans"/>
                <a:cs typeface="Salesforce Sans"/>
                <a:sym typeface="Salesforce Sans"/>
              </a:endParaRPr>
            </a:p>
          </p:txBody>
        </p:sp>
        <p:sp>
          <p:nvSpPr>
            <p:cNvPr id="2393" name="Google Shape;2393;p85"/>
            <p:cNvSpPr txBox="1"/>
            <p:nvPr/>
          </p:nvSpPr>
          <p:spPr>
            <a:xfrm>
              <a:off x="301010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Proactive Recall Management</a:t>
              </a:r>
              <a:endParaRPr sz="800">
                <a:latin typeface="Salesforce Sans"/>
                <a:ea typeface="Salesforce Sans"/>
                <a:cs typeface="Salesforce Sans"/>
                <a:sym typeface="Salesforce Sans"/>
              </a:endParaRPr>
            </a:p>
          </p:txBody>
        </p:sp>
        <p:sp>
          <p:nvSpPr>
            <p:cNvPr id="2394" name="Google Shape;2394;p85"/>
            <p:cNvSpPr/>
            <p:nvPr/>
          </p:nvSpPr>
          <p:spPr>
            <a:xfrm>
              <a:off x="2874053" y="178683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95" name="Google Shape;2395;p85"/>
            <p:cNvSpPr txBox="1"/>
            <p:nvPr/>
          </p:nvSpPr>
          <p:spPr>
            <a:xfrm>
              <a:off x="3010100" y="1923400"/>
              <a:ext cx="2388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Selection + Patient Recruitment </a:t>
              </a:r>
              <a:endParaRPr sz="800">
                <a:latin typeface="Salesforce Sans"/>
                <a:ea typeface="Salesforce Sans"/>
                <a:cs typeface="Salesforce Sans"/>
                <a:sym typeface="Salesforce Sans"/>
              </a:endParaRPr>
            </a:p>
          </p:txBody>
        </p:sp>
        <p:sp>
          <p:nvSpPr>
            <p:cNvPr id="2396" name="Google Shape;2396;p85"/>
            <p:cNvSpPr/>
            <p:nvPr/>
          </p:nvSpPr>
          <p:spPr>
            <a:xfrm>
              <a:off x="2874053" y="19418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97" name="Google Shape;2397;p85"/>
            <p:cNvSpPr txBox="1"/>
            <p:nvPr/>
          </p:nvSpPr>
          <p:spPr>
            <a:xfrm>
              <a:off x="301010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Regulatory Submission Dossier</a:t>
              </a:r>
              <a:endParaRPr sz="800">
                <a:latin typeface="Salesforce Sans"/>
                <a:ea typeface="Salesforce Sans"/>
                <a:cs typeface="Salesforce Sans"/>
                <a:sym typeface="Salesforce Sans"/>
              </a:endParaRPr>
            </a:p>
          </p:txBody>
        </p:sp>
        <p:sp>
          <p:nvSpPr>
            <p:cNvPr id="2398" name="Google Shape;2398;p85"/>
            <p:cNvSpPr/>
            <p:nvPr/>
          </p:nvSpPr>
          <p:spPr>
            <a:xfrm>
              <a:off x="2874053" y="209685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99" name="Google Shape;2399;p85"/>
            <p:cNvSpPr txBox="1"/>
            <p:nvPr/>
          </p:nvSpPr>
          <p:spPr>
            <a:xfrm>
              <a:off x="301010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Automated Literature &amp; IP Analysis</a:t>
              </a:r>
              <a:endParaRPr sz="800">
                <a:latin typeface="Salesforce Sans"/>
                <a:ea typeface="Salesforce Sans"/>
                <a:cs typeface="Salesforce Sans"/>
                <a:sym typeface="Salesforce Sans"/>
              </a:endParaRPr>
            </a:p>
          </p:txBody>
        </p:sp>
        <p:sp>
          <p:nvSpPr>
            <p:cNvPr id="2400" name="Google Shape;2400;p85"/>
            <p:cNvSpPr/>
            <p:nvPr/>
          </p:nvSpPr>
          <p:spPr>
            <a:xfrm>
              <a:off x="2874053" y="2257639"/>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1" name="Google Shape;2401;p85"/>
            <p:cNvSpPr/>
            <p:nvPr/>
          </p:nvSpPr>
          <p:spPr>
            <a:xfrm>
              <a:off x="2874053" y="263378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2" name="Google Shape;2402;p85"/>
            <p:cNvSpPr/>
            <p:nvPr/>
          </p:nvSpPr>
          <p:spPr>
            <a:xfrm>
              <a:off x="2874053" y="278239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03" name="Google Shape;2403;p85"/>
            <p:cNvSpPr/>
            <p:nvPr/>
          </p:nvSpPr>
          <p:spPr>
            <a:xfrm>
              <a:off x="2874053" y="29336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4" name="Google Shape;2404;p85"/>
            <p:cNvSpPr/>
            <p:nvPr/>
          </p:nvSpPr>
          <p:spPr>
            <a:xfrm>
              <a:off x="2874053" y="307339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5" name="Google Shape;2405;p85"/>
            <p:cNvSpPr/>
            <p:nvPr/>
          </p:nvSpPr>
          <p:spPr>
            <a:xfrm>
              <a:off x="2874053" y="24851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6" name="Google Shape;2406;p85"/>
            <p:cNvSpPr txBox="1"/>
            <p:nvPr/>
          </p:nvSpPr>
          <p:spPr>
            <a:xfrm>
              <a:off x="46832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407" name="Google Shape;2407;p85"/>
            <p:cNvSpPr txBox="1"/>
            <p:nvPr/>
          </p:nvSpPr>
          <p:spPr>
            <a:xfrm>
              <a:off x="166809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408" name="Google Shape;2408;p85"/>
            <p:cNvGrpSpPr/>
            <p:nvPr/>
          </p:nvGrpSpPr>
          <p:grpSpPr>
            <a:xfrm>
              <a:off x="487940" y="1793656"/>
              <a:ext cx="952566" cy="449700"/>
              <a:chOff x="755108" y="1946374"/>
              <a:chExt cx="1322458" cy="449700"/>
            </a:xfrm>
          </p:grpSpPr>
          <p:sp>
            <p:nvSpPr>
              <p:cNvPr id="2409" name="Google Shape;2409;p85"/>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0" name="Google Shape;2410;p85"/>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PLM</a:t>
                </a:r>
                <a:endParaRPr sz="900">
                  <a:solidFill>
                    <a:srgbClr val="FFFFFF"/>
                  </a:solidFill>
                  <a:latin typeface="Avant Garde Demi SFDC"/>
                  <a:ea typeface="Avant Garde Demi SFDC"/>
                  <a:cs typeface="Avant Garde Demi SFDC"/>
                  <a:sym typeface="Avant Garde Demi SFDC"/>
                </a:endParaRPr>
              </a:p>
            </p:txBody>
          </p:sp>
        </p:grpSp>
        <p:sp>
          <p:nvSpPr>
            <p:cNvPr id="2411" name="Google Shape;2411;p85"/>
            <p:cNvSpPr txBox="1"/>
            <p:nvPr/>
          </p:nvSpPr>
          <p:spPr>
            <a:xfrm>
              <a:off x="301193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412" name="Google Shape;2412;p85"/>
            <p:cNvSpPr txBox="1"/>
            <p:nvPr/>
          </p:nvSpPr>
          <p:spPr>
            <a:xfrm>
              <a:off x="1668090"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R&amp;D + Product Lifecycle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413" name="Google Shape;2413;p85"/>
            <p:cNvGrpSpPr/>
            <p:nvPr/>
          </p:nvGrpSpPr>
          <p:grpSpPr>
            <a:xfrm>
              <a:off x="487981" y="3594708"/>
              <a:ext cx="952525" cy="449700"/>
              <a:chOff x="755165" y="1951713"/>
              <a:chExt cx="1322400" cy="449700"/>
            </a:xfrm>
          </p:grpSpPr>
          <p:sp>
            <p:nvSpPr>
              <p:cNvPr id="2414" name="Google Shape;2414;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5" name="Google Shape;2415;p85"/>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Enablement</a:t>
                </a:r>
                <a:endParaRPr sz="900">
                  <a:solidFill>
                    <a:srgbClr val="FFFFFF"/>
                  </a:solidFill>
                  <a:latin typeface="Avant Garde Demi SFDC"/>
                  <a:ea typeface="Avant Garde Demi SFDC"/>
                  <a:cs typeface="Avant Garde Demi SFDC"/>
                  <a:sym typeface="Avant Garde Demi SFDC"/>
                </a:endParaRPr>
              </a:p>
            </p:txBody>
          </p:sp>
        </p:grpSp>
        <p:grpSp>
          <p:nvGrpSpPr>
            <p:cNvPr id="2416" name="Google Shape;2416;p85"/>
            <p:cNvGrpSpPr/>
            <p:nvPr/>
          </p:nvGrpSpPr>
          <p:grpSpPr>
            <a:xfrm>
              <a:off x="487981" y="2487900"/>
              <a:ext cx="952525" cy="449700"/>
              <a:chOff x="755165" y="1951713"/>
              <a:chExt cx="1322400" cy="449700"/>
            </a:xfrm>
          </p:grpSpPr>
          <p:sp>
            <p:nvSpPr>
              <p:cNvPr id="2417" name="Google Shape;2417;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8" name="Google Shape;2418;p85"/>
              <p:cNvSpPr txBox="1"/>
              <p:nvPr/>
            </p:nvSpPr>
            <p:spPr>
              <a:xfrm>
                <a:off x="761315" y="2114163"/>
                <a:ext cx="1310100" cy="124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2419" name="Google Shape;2419;p85"/>
            <p:cNvSpPr txBox="1"/>
            <p:nvPr/>
          </p:nvSpPr>
          <p:spPr>
            <a:xfrm>
              <a:off x="3010101" y="3205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2420" name="Google Shape;2420;p85"/>
            <p:cNvSpPr/>
            <p:nvPr/>
          </p:nvSpPr>
          <p:spPr>
            <a:xfrm>
              <a:off x="2874053" y="32239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2421" name="Google Shape;2421;p85"/>
            <p:cNvGrpSpPr/>
            <p:nvPr/>
          </p:nvGrpSpPr>
          <p:grpSpPr>
            <a:xfrm>
              <a:off x="487981" y="5143496"/>
              <a:ext cx="952525" cy="449700"/>
              <a:chOff x="755165" y="1951713"/>
              <a:chExt cx="1322400" cy="449700"/>
            </a:xfrm>
          </p:grpSpPr>
          <p:sp>
            <p:nvSpPr>
              <p:cNvPr id="2422" name="Google Shape;2422;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23" name="Google Shape;2423;p85"/>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Affairs</a:t>
                </a:r>
                <a:endParaRPr sz="900">
                  <a:solidFill>
                    <a:srgbClr val="FFFFFF"/>
                  </a:solidFill>
                  <a:latin typeface="Avant Garde Demi SFDC"/>
                  <a:ea typeface="Avant Garde Demi SFDC"/>
                  <a:cs typeface="Avant Garde Demi SFDC"/>
                  <a:sym typeface="Avant Garde Demi SFDC"/>
                </a:endParaRPr>
              </a:p>
            </p:txBody>
          </p:sp>
        </p:grpSp>
        <p:grpSp>
          <p:nvGrpSpPr>
            <p:cNvPr id="2424" name="Google Shape;2424;p85"/>
            <p:cNvGrpSpPr/>
            <p:nvPr/>
          </p:nvGrpSpPr>
          <p:grpSpPr>
            <a:xfrm>
              <a:off x="487981" y="7376208"/>
              <a:ext cx="952525" cy="449700"/>
              <a:chOff x="755165" y="1951713"/>
              <a:chExt cx="1322400" cy="449700"/>
            </a:xfrm>
          </p:grpSpPr>
          <p:sp>
            <p:nvSpPr>
              <p:cNvPr id="2425" name="Google Shape;2425;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26" name="Google Shape;2426;p85"/>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sp>
          <p:nvSpPr>
            <p:cNvPr id="2427" name="Google Shape;2427;p85"/>
            <p:cNvSpPr txBox="1"/>
            <p:nvPr/>
          </p:nvSpPr>
          <p:spPr>
            <a:xfrm>
              <a:off x="3010101" y="35726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2428" name="Google Shape;2428;p85"/>
            <p:cNvSpPr txBox="1"/>
            <p:nvPr/>
          </p:nvSpPr>
          <p:spPr>
            <a:xfrm>
              <a:off x="3010101" y="37212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2429" name="Google Shape;2429;p85"/>
            <p:cNvSpPr txBox="1"/>
            <p:nvPr/>
          </p:nvSpPr>
          <p:spPr>
            <a:xfrm>
              <a:off x="3010101" y="38698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Competitive Analysis</a:t>
              </a:r>
              <a:endParaRPr i="0" sz="800" u="none" cap="none" strike="noStrike">
                <a:latin typeface="Salesforce Sans"/>
                <a:ea typeface="Salesforce Sans"/>
                <a:cs typeface="Salesforce Sans"/>
                <a:sym typeface="Salesforce Sans"/>
              </a:endParaRPr>
            </a:p>
          </p:txBody>
        </p:sp>
        <p:sp>
          <p:nvSpPr>
            <p:cNvPr id="2430" name="Google Shape;2430;p85"/>
            <p:cNvSpPr txBox="1"/>
            <p:nvPr/>
          </p:nvSpPr>
          <p:spPr>
            <a:xfrm>
              <a:off x="3010101" y="40210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Customer</a:t>
              </a:r>
              <a:endParaRPr i="0" sz="800" u="none" cap="none" strike="noStrike">
                <a:latin typeface="Salesforce Sans"/>
                <a:ea typeface="Salesforce Sans"/>
                <a:cs typeface="Salesforce Sans"/>
                <a:sym typeface="Salesforce Sans"/>
              </a:endParaRPr>
            </a:p>
          </p:txBody>
        </p:sp>
        <p:sp>
          <p:nvSpPr>
            <p:cNvPr id="2431" name="Google Shape;2431;p85"/>
            <p:cNvSpPr txBox="1"/>
            <p:nvPr/>
          </p:nvSpPr>
          <p:spPr>
            <a:xfrm>
              <a:off x="3010101" y="41608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HCP Content Personalization</a:t>
              </a:r>
              <a:endParaRPr i="0" sz="800" u="none" cap="none" strike="noStrike">
                <a:latin typeface="Salesforce Sans"/>
                <a:ea typeface="Salesforce Sans"/>
                <a:cs typeface="Salesforce Sans"/>
                <a:sym typeface="Salesforce Sans"/>
              </a:endParaRPr>
            </a:p>
          </p:txBody>
        </p:sp>
        <p:sp>
          <p:nvSpPr>
            <p:cNvPr id="2432" name="Google Shape;2432;p85"/>
            <p:cNvSpPr/>
            <p:nvPr/>
          </p:nvSpPr>
          <p:spPr>
            <a:xfrm>
              <a:off x="2874053" y="37398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3" name="Google Shape;2433;p85"/>
            <p:cNvSpPr/>
            <p:nvPr/>
          </p:nvSpPr>
          <p:spPr>
            <a:xfrm>
              <a:off x="2874053" y="38884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34" name="Google Shape;2434;p85"/>
            <p:cNvSpPr/>
            <p:nvPr/>
          </p:nvSpPr>
          <p:spPr>
            <a:xfrm>
              <a:off x="2874053" y="4039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5" name="Google Shape;2435;p85"/>
            <p:cNvSpPr/>
            <p:nvPr/>
          </p:nvSpPr>
          <p:spPr>
            <a:xfrm>
              <a:off x="2874053" y="41794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6" name="Google Shape;2436;p85"/>
            <p:cNvSpPr/>
            <p:nvPr/>
          </p:nvSpPr>
          <p:spPr>
            <a:xfrm>
              <a:off x="2874053" y="35912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7" name="Google Shape;2437;p85"/>
            <p:cNvSpPr txBox="1"/>
            <p:nvPr/>
          </p:nvSpPr>
          <p:spPr>
            <a:xfrm>
              <a:off x="3010101" y="4311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2438" name="Google Shape;2438;p85"/>
            <p:cNvSpPr txBox="1"/>
            <p:nvPr/>
          </p:nvSpPr>
          <p:spPr>
            <a:xfrm>
              <a:off x="3010099" y="446258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Skills &amp; Knowledge Gap Assessment</a:t>
              </a:r>
              <a:endParaRPr i="0" sz="800" u="none" cap="none" strike="noStrike">
                <a:latin typeface="Salesforce Sans"/>
                <a:ea typeface="Salesforce Sans"/>
                <a:cs typeface="Salesforce Sans"/>
                <a:sym typeface="Salesforce Sans"/>
              </a:endParaRPr>
            </a:p>
          </p:txBody>
        </p:sp>
        <p:sp>
          <p:nvSpPr>
            <p:cNvPr id="2439" name="Google Shape;2439;p85"/>
            <p:cNvSpPr txBox="1"/>
            <p:nvPr/>
          </p:nvSpPr>
          <p:spPr>
            <a:xfrm>
              <a:off x="3010099" y="460236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L&amp;D Content Recommendation</a:t>
              </a:r>
              <a:endParaRPr i="0" sz="800" u="none" cap="none" strike="noStrike">
                <a:latin typeface="Salesforce Sans"/>
                <a:ea typeface="Salesforce Sans"/>
                <a:cs typeface="Salesforce Sans"/>
                <a:sym typeface="Salesforce Sans"/>
              </a:endParaRPr>
            </a:p>
          </p:txBody>
        </p:sp>
        <p:sp>
          <p:nvSpPr>
            <p:cNvPr id="2440" name="Google Shape;2440;p85"/>
            <p:cNvSpPr/>
            <p:nvPr/>
          </p:nvSpPr>
          <p:spPr>
            <a:xfrm>
              <a:off x="2874053" y="43299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41" name="Google Shape;2441;p85"/>
            <p:cNvSpPr/>
            <p:nvPr/>
          </p:nvSpPr>
          <p:spPr>
            <a:xfrm>
              <a:off x="2874053" y="44811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2" name="Google Shape;2442;p85"/>
            <p:cNvSpPr/>
            <p:nvPr/>
          </p:nvSpPr>
          <p:spPr>
            <a:xfrm>
              <a:off x="2874053" y="46209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3" name="Google Shape;2443;p85"/>
            <p:cNvSpPr txBox="1"/>
            <p:nvPr/>
          </p:nvSpPr>
          <p:spPr>
            <a:xfrm>
              <a:off x="3010101" y="473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2444" name="Google Shape;2444;p85"/>
            <p:cNvSpPr/>
            <p:nvPr/>
          </p:nvSpPr>
          <p:spPr>
            <a:xfrm>
              <a:off x="2874053" y="47576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5" name="Google Shape;2445;p85"/>
            <p:cNvSpPr txBox="1"/>
            <p:nvPr/>
          </p:nvSpPr>
          <p:spPr>
            <a:xfrm>
              <a:off x="3016756" y="48853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46" name="Google Shape;2446;p85"/>
            <p:cNvSpPr txBox="1"/>
            <p:nvPr/>
          </p:nvSpPr>
          <p:spPr>
            <a:xfrm>
              <a:off x="3010101" y="510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Specialist Enablement</a:t>
              </a:r>
              <a:endParaRPr i="0" sz="800" u="none" cap="none" strike="noStrike">
                <a:latin typeface="Salesforce Sans"/>
                <a:ea typeface="Salesforce Sans"/>
                <a:cs typeface="Salesforce Sans"/>
                <a:sym typeface="Salesforce Sans"/>
              </a:endParaRPr>
            </a:p>
          </p:txBody>
        </p:sp>
        <p:sp>
          <p:nvSpPr>
            <p:cNvPr id="2447" name="Google Shape;2447;p85"/>
            <p:cNvSpPr txBox="1"/>
            <p:nvPr/>
          </p:nvSpPr>
          <p:spPr>
            <a:xfrm>
              <a:off x="3010100" y="5257700"/>
              <a:ext cx="1785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24/7 Clinical &amp; Technical Support</a:t>
              </a:r>
              <a:endParaRPr i="0" sz="800" u="none" cap="none" strike="noStrike">
                <a:latin typeface="Salesforce Sans"/>
                <a:ea typeface="Salesforce Sans"/>
                <a:cs typeface="Salesforce Sans"/>
                <a:sym typeface="Salesforce Sans"/>
              </a:endParaRPr>
            </a:p>
          </p:txBody>
        </p:sp>
        <p:sp>
          <p:nvSpPr>
            <p:cNvPr id="2448" name="Google Shape;2448;p85"/>
            <p:cNvSpPr txBox="1"/>
            <p:nvPr/>
          </p:nvSpPr>
          <p:spPr>
            <a:xfrm>
              <a:off x="3010100" y="5406325"/>
              <a:ext cx="1958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Proactive Services &amp; Consumable</a:t>
              </a:r>
              <a:endParaRPr i="0" sz="800" u="none" cap="none" strike="noStrike">
                <a:latin typeface="Salesforce Sans"/>
                <a:ea typeface="Salesforce Sans"/>
                <a:cs typeface="Salesforce Sans"/>
                <a:sym typeface="Salesforce Sans"/>
              </a:endParaRPr>
            </a:p>
          </p:txBody>
        </p:sp>
        <p:sp>
          <p:nvSpPr>
            <p:cNvPr id="2449" name="Google Shape;2449;p85"/>
            <p:cNvSpPr txBox="1"/>
            <p:nvPr/>
          </p:nvSpPr>
          <p:spPr>
            <a:xfrm>
              <a:off x="3010100" y="5557525"/>
              <a:ext cx="193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&amp; Compliant Intake</a:t>
              </a:r>
              <a:endParaRPr i="0" sz="800" u="none" cap="none" strike="noStrike">
                <a:latin typeface="Salesforce Sans"/>
                <a:ea typeface="Salesforce Sans"/>
                <a:cs typeface="Salesforce Sans"/>
                <a:sym typeface="Salesforce Sans"/>
              </a:endParaRPr>
            </a:p>
          </p:txBody>
        </p:sp>
        <p:sp>
          <p:nvSpPr>
            <p:cNvPr id="2450" name="Google Shape;2450;p85"/>
            <p:cNvSpPr txBox="1"/>
            <p:nvPr/>
          </p:nvSpPr>
          <p:spPr>
            <a:xfrm>
              <a:off x="3010101" y="56973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Management</a:t>
              </a:r>
              <a:endParaRPr i="0" sz="800" u="none" cap="none" strike="noStrike">
                <a:latin typeface="Salesforce Sans"/>
                <a:ea typeface="Salesforce Sans"/>
                <a:cs typeface="Salesforce Sans"/>
                <a:sym typeface="Salesforce Sans"/>
              </a:endParaRPr>
            </a:p>
          </p:txBody>
        </p:sp>
        <p:sp>
          <p:nvSpPr>
            <p:cNvPr id="2451" name="Google Shape;2451;p85"/>
            <p:cNvSpPr/>
            <p:nvPr/>
          </p:nvSpPr>
          <p:spPr>
            <a:xfrm>
              <a:off x="2874053" y="52763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2" name="Google Shape;2452;p85"/>
            <p:cNvSpPr/>
            <p:nvPr/>
          </p:nvSpPr>
          <p:spPr>
            <a:xfrm>
              <a:off x="2874053" y="5424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53" name="Google Shape;2453;p85"/>
            <p:cNvSpPr/>
            <p:nvPr/>
          </p:nvSpPr>
          <p:spPr>
            <a:xfrm>
              <a:off x="2874053" y="55761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4" name="Google Shape;2454;p85"/>
            <p:cNvSpPr/>
            <p:nvPr/>
          </p:nvSpPr>
          <p:spPr>
            <a:xfrm>
              <a:off x="2874053" y="57159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5" name="Google Shape;2455;p85"/>
            <p:cNvSpPr/>
            <p:nvPr/>
          </p:nvSpPr>
          <p:spPr>
            <a:xfrm>
              <a:off x="2874053" y="51276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6" name="Google Shape;2456;p85"/>
            <p:cNvSpPr txBox="1"/>
            <p:nvPr/>
          </p:nvSpPr>
          <p:spPr>
            <a:xfrm>
              <a:off x="3010101" y="58478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2457" name="Google Shape;2457;p85"/>
            <p:cNvSpPr/>
            <p:nvPr/>
          </p:nvSpPr>
          <p:spPr>
            <a:xfrm>
              <a:off x="2874053" y="5866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58" name="Google Shape;2458;p85"/>
            <p:cNvSpPr txBox="1"/>
            <p:nvPr/>
          </p:nvSpPr>
          <p:spPr>
            <a:xfrm>
              <a:off x="3010099" y="622162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Key Opinion Leader</a:t>
              </a:r>
              <a:endParaRPr i="0" sz="800" u="none" cap="none" strike="noStrike">
                <a:latin typeface="Salesforce Sans"/>
                <a:ea typeface="Salesforce Sans"/>
                <a:cs typeface="Salesforce Sans"/>
                <a:sym typeface="Salesforce Sans"/>
              </a:endParaRPr>
            </a:p>
          </p:txBody>
        </p:sp>
        <p:sp>
          <p:nvSpPr>
            <p:cNvPr id="2459" name="Google Shape;2459;p85"/>
            <p:cNvSpPr txBox="1"/>
            <p:nvPr/>
          </p:nvSpPr>
          <p:spPr>
            <a:xfrm>
              <a:off x="3010099" y="637023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Evidence &amp; Scientific Engagement</a:t>
              </a:r>
              <a:endParaRPr i="0" sz="800" u="none" cap="none" strike="noStrike">
                <a:latin typeface="Salesforce Sans"/>
                <a:ea typeface="Salesforce Sans"/>
                <a:cs typeface="Salesforce Sans"/>
                <a:sym typeface="Salesforce Sans"/>
              </a:endParaRPr>
            </a:p>
          </p:txBody>
        </p:sp>
        <p:sp>
          <p:nvSpPr>
            <p:cNvPr id="2460" name="Google Shape;2460;p85"/>
            <p:cNvSpPr txBox="1"/>
            <p:nvPr/>
          </p:nvSpPr>
          <p:spPr>
            <a:xfrm>
              <a:off x="3010099" y="651884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KOL Engagement &amp; Scientific Strategy</a:t>
              </a:r>
              <a:endParaRPr i="0" sz="800" u="none" cap="none" strike="noStrike">
                <a:latin typeface="Salesforce Sans"/>
                <a:ea typeface="Salesforce Sans"/>
                <a:cs typeface="Salesforce Sans"/>
                <a:sym typeface="Salesforce Sans"/>
              </a:endParaRPr>
            </a:p>
          </p:txBody>
        </p:sp>
        <p:sp>
          <p:nvSpPr>
            <p:cNvPr id="2461" name="Google Shape;2461;p85"/>
            <p:cNvSpPr txBox="1"/>
            <p:nvPr/>
          </p:nvSpPr>
          <p:spPr>
            <a:xfrm>
              <a:off x="3010099" y="66700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RWE Intelligence</a:t>
              </a:r>
              <a:endParaRPr i="0" sz="800" u="none" cap="none" strike="noStrike">
                <a:latin typeface="Salesforce Sans"/>
                <a:ea typeface="Salesforce Sans"/>
                <a:cs typeface="Salesforce Sans"/>
                <a:sym typeface="Salesforce Sans"/>
              </a:endParaRPr>
            </a:p>
          </p:txBody>
        </p:sp>
        <p:sp>
          <p:nvSpPr>
            <p:cNvPr id="2462" name="Google Shape;2462;p85"/>
            <p:cNvSpPr txBox="1"/>
            <p:nvPr/>
          </p:nvSpPr>
          <p:spPr>
            <a:xfrm>
              <a:off x="3010099" y="6809833"/>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Education &amp; HCP Enablement</a:t>
              </a:r>
              <a:endParaRPr i="0" sz="800" u="none" cap="none" strike="noStrike">
                <a:latin typeface="Salesforce Sans"/>
                <a:ea typeface="Salesforce Sans"/>
                <a:cs typeface="Salesforce Sans"/>
                <a:sym typeface="Salesforce Sans"/>
              </a:endParaRPr>
            </a:p>
          </p:txBody>
        </p:sp>
        <p:sp>
          <p:nvSpPr>
            <p:cNvPr id="2463" name="Google Shape;2463;p85"/>
            <p:cNvSpPr/>
            <p:nvPr/>
          </p:nvSpPr>
          <p:spPr>
            <a:xfrm>
              <a:off x="2874053" y="63888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4" name="Google Shape;2464;p85"/>
            <p:cNvSpPr/>
            <p:nvPr/>
          </p:nvSpPr>
          <p:spPr>
            <a:xfrm>
              <a:off x="2874053" y="65374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65" name="Google Shape;2465;p85"/>
            <p:cNvSpPr/>
            <p:nvPr/>
          </p:nvSpPr>
          <p:spPr>
            <a:xfrm>
              <a:off x="2874053" y="6688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6" name="Google Shape;2466;p85"/>
            <p:cNvSpPr/>
            <p:nvPr/>
          </p:nvSpPr>
          <p:spPr>
            <a:xfrm>
              <a:off x="2874053" y="6828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7" name="Google Shape;2467;p85"/>
            <p:cNvSpPr/>
            <p:nvPr/>
          </p:nvSpPr>
          <p:spPr>
            <a:xfrm>
              <a:off x="2874053" y="6240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8" name="Google Shape;2468;p85"/>
            <p:cNvSpPr txBox="1"/>
            <p:nvPr/>
          </p:nvSpPr>
          <p:spPr>
            <a:xfrm>
              <a:off x="3010099" y="696037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Insight Collection &amp; Strategic Feedback </a:t>
              </a:r>
              <a:endParaRPr sz="800">
                <a:latin typeface="Salesforce Sans"/>
                <a:ea typeface="Salesforce Sans"/>
                <a:cs typeface="Salesforce Sans"/>
                <a:sym typeface="Salesforce Sans"/>
              </a:endParaRPr>
            </a:p>
          </p:txBody>
        </p:sp>
        <p:sp>
          <p:nvSpPr>
            <p:cNvPr id="2469" name="Google Shape;2469;p85"/>
            <p:cNvSpPr/>
            <p:nvPr/>
          </p:nvSpPr>
          <p:spPr>
            <a:xfrm>
              <a:off x="2874053" y="6978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70" name="Google Shape;2470;p85"/>
            <p:cNvSpPr txBox="1"/>
            <p:nvPr/>
          </p:nvSpPr>
          <p:spPr>
            <a:xfrm>
              <a:off x="3016756" y="599412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71" name="Google Shape;2471;p85"/>
            <p:cNvSpPr txBox="1"/>
            <p:nvPr/>
          </p:nvSpPr>
          <p:spPr>
            <a:xfrm>
              <a:off x="3016756" y="7129550"/>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72" name="Google Shape;2472;p85"/>
            <p:cNvSpPr txBox="1"/>
            <p:nvPr/>
          </p:nvSpPr>
          <p:spPr>
            <a:xfrm>
              <a:off x="3010099" y="795313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Supply Chain Orchestration</a:t>
              </a:r>
              <a:endParaRPr i="0" sz="800" u="none" cap="none" strike="noStrike">
                <a:latin typeface="Salesforce Sans"/>
                <a:ea typeface="Salesforce Sans"/>
                <a:cs typeface="Salesforce Sans"/>
                <a:sym typeface="Salesforce Sans"/>
              </a:endParaRPr>
            </a:p>
          </p:txBody>
        </p:sp>
        <p:sp>
          <p:nvSpPr>
            <p:cNvPr id="2473" name="Google Shape;2473;p85"/>
            <p:cNvSpPr txBox="1"/>
            <p:nvPr/>
          </p:nvSpPr>
          <p:spPr>
            <a:xfrm>
              <a:off x="3010099" y="81017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Focus Group &amp; Survey Synthesis</a:t>
              </a:r>
              <a:endParaRPr i="0" sz="800" u="none" cap="none" strike="noStrike">
                <a:latin typeface="Salesforce Sans"/>
                <a:ea typeface="Salesforce Sans"/>
                <a:cs typeface="Salesforce Sans"/>
                <a:sym typeface="Salesforce Sans"/>
              </a:endParaRPr>
            </a:p>
          </p:txBody>
        </p:sp>
        <p:sp>
          <p:nvSpPr>
            <p:cNvPr id="2474" name="Google Shape;2474;p85"/>
            <p:cNvSpPr txBox="1"/>
            <p:nvPr/>
          </p:nvSpPr>
          <p:spPr>
            <a:xfrm>
              <a:off x="3010099" y="82503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Status Live Tracking</a:t>
              </a:r>
              <a:endParaRPr i="0" sz="800" u="none" cap="none" strike="noStrike">
                <a:latin typeface="Salesforce Sans"/>
                <a:ea typeface="Salesforce Sans"/>
                <a:cs typeface="Salesforce Sans"/>
                <a:sym typeface="Salesforce Sans"/>
              </a:endParaRPr>
            </a:p>
          </p:txBody>
        </p:sp>
        <p:sp>
          <p:nvSpPr>
            <p:cNvPr id="2475" name="Google Shape;2475;p85"/>
            <p:cNvSpPr txBox="1"/>
            <p:nvPr/>
          </p:nvSpPr>
          <p:spPr>
            <a:xfrm>
              <a:off x="3010099" y="84015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Out of Stock Alert &amp; Prediction</a:t>
              </a:r>
              <a:endParaRPr i="0" sz="800" u="none" cap="none" strike="noStrike">
                <a:latin typeface="Salesforce Sans"/>
                <a:ea typeface="Salesforce Sans"/>
                <a:cs typeface="Salesforce Sans"/>
                <a:sym typeface="Salesforce Sans"/>
              </a:endParaRPr>
            </a:p>
          </p:txBody>
        </p:sp>
        <p:sp>
          <p:nvSpPr>
            <p:cNvPr id="2476" name="Google Shape;2476;p85"/>
            <p:cNvSpPr txBox="1"/>
            <p:nvPr/>
          </p:nvSpPr>
          <p:spPr>
            <a:xfrm>
              <a:off x="3010099" y="8541346"/>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Fulfilment &amp; Routing Exception</a:t>
              </a:r>
              <a:endParaRPr i="0" sz="800" u="none" cap="none" strike="noStrike">
                <a:latin typeface="Salesforce Sans"/>
                <a:ea typeface="Salesforce Sans"/>
                <a:cs typeface="Salesforce Sans"/>
                <a:sym typeface="Salesforce Sans"/>
              </a:endParaRPr>
            </a:p>
          </p:txBody>
        </p:sp>
        <p:sp>
          <p:nvSpPr>
            <p:cNvPr id="2477" name="Google Shape;2477;p85"/>
            <p:cNvSpPr/>
            <p:nvPr/>
          </p:nvSpPr>
          <p:spPr>
            <a:xfrm>
              <a:off x="2874053" y="8120345"/>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78" name="Google Shape;2478;p85"/>
            <p:cNvSpPr/>
            <p:nvPr/>
          </p:nvSpPr>
          <p:spPr>
            <a:xfrm>
              <a:off x="2874053" y="82689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79" name="Google Shape;2479;p85"/>
            <p:cNvSpPr/>
            <p:nvPr/>
          </p:nvSpPr>
          <p:spPr>
            <a:xfrm>
              <a:off x="2874053" y="8420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0" name="Google Shape;2480;p85"/>
            <p:cNvSpPr/>
            <p:nvPr/>
          </p:nvSpPr>
          <p:spPr>
            <a:xfrm>
              <a:off x="2874053" y="85599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1" name="Google Shape;2481;p85"/>
            <p:cNvSpPr/>
            <p:nvPr/>
          </p:nvSpPr>
          <p:spPr>
            <a:xfrm>
              <a:off x="2874053" y="79717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2" name="Google Shape;2482;p85"/>
            <p:cNvSpPr txBox="1"/>
            <p:nvPr/>
          </p:nvSpPr>
          <p:spPr>
            <a:xfrm>
              <a:off x="3010099" y="869189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Tracking &amp; Communication</a:t>
              </a:r>
              <a:endParaRPr sz="800">
                <a:latin typeface="Salesforce Sans"/>
                <a:ea typeface="Salesforce Sans"/>
                <a:cs typeface="Salesforce Sans"/>
                <a:sym typeface="Salesforce Sans"/>
              </a:endParaRPr>
            </a:p>
          </p:txBody>
        </p:sp>
        <p:sp>
          <p:nvSpPr>
            <p:cNvPr id="2483" name="Google Shape;2483;p85"/>
            <p:cNvSpPr/>
            <p:nvPr/>
          </p:nvSpPr>
          <p:spPr>
            <a:xfrm>
              <a:off x="2874053" y="87105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84" name="Google Shape;2484;p85"/>
            <p:cNvSpPr txBox="1"/>
            <p:nvPr/>
          </p:nvSpPr>
          <p:spPr>
            <a:xfrm>
              <a:off x="3016756" y="88610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85" name="Google Shape;2485;p85"/>
            <p:cNvSpPr txBox="1"/>
            <p:nvPr/>
          </p:nvSpPr>
          <p:spPr>
            <a:xfrm>
              <a:off x="3010099" y="73528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2486" name="Google Shape;2486;p85"/>
            <p:cNvSpPr txBox="1"/>
            <p:nvPr/>
          </p:nvSpPr>
          <p:spPr>
            <a:xfrm>
              <a:off x="3010099" y="75014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Inventory Visibility &amp; Optimization</a:t>
              </a:r>
              <a:endParaRPr i="0" sz="800" u="none" cap="none" strike="noStrike">
                <a:latin typeface="Salesforce Sans"/>
                <a:ea typeface="Salesforce Sans"/>
                <a:cs typeface="Salesforce Sans"/>
                <a:sym typeface="Salesforce Sans"/>
              </a:endParaRPr>
            </a:p>
          </p:txBody>
        </p:sp>
        <p:sp>
          <p:nvSpPr>
            <p:cNvPr id="2487" name="Google Shape;2487;p85"/>
            <p:cNvSpPr txBox="1"/>
            <p:nvPr/>
          </p:nvSpPr>
          <p:spPr>
            <a:xfrm>
              <a:off x="3010099" y="76500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i="0" sz="800" u="none" cap="none" strike="noStrike">
                <a:latin typeface="Salesforce Sans"/>
                <a:ea typeface="Salesforce Sans"/>
                <a:cs typeface="Salesforce Sans"/>
                <a:sym typeface="Salesforce Sans"/>
              </a:endParaRPr>
            </a:p>
          </p:txBody>
        </p:sp>
        <p:sp>
          <p:nvSpPr>
            <p:cNvPr id="2488" name="Google Shape;2488;p85"/>
            <p:cNvSpPr txBox="1"/>
            <p:nvPr/>
          </p:nvSpPr>
          <p:spPr>
            <a:xfrm>
              <a:off x="3010099" y="78012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i="0" sz="800" u="none" cap="none" strike="noStrike">
                <a:latin typeface="Salesforce Sans"/>
                <a:ea typeface="Salesforce Sans"/>
                <a:cs typeface="Salesforce Sans"/>
                <a:sym typeface="Salesforce Sans"/>
              </a:endParaRPr>
            </a:p>
          </p:txBody>
        </p:sp>
        <p:sp>
          <p:nvSpPr>
            <p:cNvPr id="2489" name="Google Shape;2489;p85"/>
            <p:cNvSpPr/>
            <p:nvPr/>
          </p:nvSpPr>
          <p:spPr>
            <a:xfrm>
              <a:off x="2874053" y="75200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90" name="Google Shape;2490;p85"/>
            <p:cNvSpPr/>
            <p:nvPr/>
          </p:nvSpPr>
          <p:spPr>
            <a:xfrm>
              <a:off x="2874053" y="766866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91" name="Google Shape;2491;p85"/>
            <p:cNvSpPr/>
            <p:nvPr/>
          </p:nvSpPr>
          <p:spPr>
            <a:xfrm>
              <a:off x="2874053" y="78198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92" name="Google Shape;2492;p85"/>
            <p:cNvSpPr/>
            <p:nvPr/>
          </p:nvSpPr>
          <p:spPr>
            <a:xfrm>
              <a:off x="2874053" y="73714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2493" name="Google Shape;2493;p85"/>
          <p:cNvGrpSpPr/>
          <p:nvPr/>
        </p:nvGrpSpPr>
        <p:grpSpPr>
          <a:xfrm>
            <a:off x="7088611" y="1752600"/>
            <a:ext cx="5094171" cy="6865800"/>
            <a:chOff x="5821379" y="1524000"/>
            <a:chExt cx="5094171" cy="6865800"/>
          </a:xfrm>
        </p:grpSpPr>
        <p:sp>
          <p:nvSpPr>
            <p:cNvPr id="2494" name="Google Shape;2494;p85"/>
            <p:cNvSpPr txBox="1"/>
            <p:nvPr/>
          </p:nvSpPr>
          <p:spPr>
            <a:xfrm>
              <a:off x="83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495" name="Google Shape;2495;p85"/>
            <p:cNvSpPr txBox="1"/>
            <p:nvPr/>
          </p:nvSpPr>
          <p:spPr>
            <a:xfrm>
              <a:off x="83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2496" name="Google Shape;2496;p85"/>
            <p:cNvSpPr txBox="1"/>
            <p:nvPr/>
          </p:nvSpPr>
          <p:spPr>
            <a:xfrm>
              <a:off x="83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2497" name="Google Shape;2497;p85"/>
            <p:cNvSpPr txBox="1"/>
            <p:nvPr/>
          </p:nvSpPr>
          <p:spPr>
            <a:xfrm>
              <a:off x="83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 Summarization</a:t>
              </a:r>
              <a:endParaRPr i="0" sz="800" u="none" cap="none" strike="noStrike">
                <a:latin typeface="Salesforce Sans"/>
                <a:ea typeface="Salesforce Sans"/>
                <a:cs typeface="Salesforce Sans"/>
                <a:sym typeface="Salesforce Sans"/>
              </a:endParaRPr>
            </a:p>
          </p:txBody>
        </p:sp>
        <p:sp>
          <p:nvSpPr>
            <p:cNvPr id="2498" name="Google Shape;2498;p85"/>
            <p:cNvSpPr txBox="1"/>
            <p:nvPr/>
          </p:nvSpPr>
          <p:spPr>
            <a:xfrm>
              <a:off x="83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a:t>
              </a:r>
              <a:endParaRPr i="0" sz="800" u="none" cap="none" strike="noStrike">
                <a:latin typeface="Salesforce Sans"/>
                <a:ea typeface="Salesforce Sans"/>
                <a:cs typeface="Salesforce Sans"/>
                <a:sym typeface="Salesforce Sans"/>
              </a:endParaRPr>
            </a:p>
          </p:txBody>
        </p:sp>
        <p:sp>
          <p:nvSpPr>
            <p:cNvPr id="2499" name="Google Shape;2499;p85"/>
            <p:cNvSpPr txBox="1"/>
            <p:nvPr/>
          </p:nvSpPr>
          <p:spPr>
            <a:xfrm>
              <a:off x="83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Lead Identification</a:t>
              </a:r>
              <a:endParaRPr sz="800">
                <a:latin typeface="Salesforce Sans"/>
                <a:ea typeface="Salesforce Sans"/>
                <a:cs typeface="Salesforce Sans"/>
                <a:sym typeface="Salesforce Sans"/>
              </a:endParaRPr>
            </a:p>
          </p:txBody>
        </p:sp>
        <p:sp>
          <p:nvSpPr>
            <p:cNvPr id="2500" name="Google Shape;2500;p85"/>
            <p:cNvSpPr/>
            <p:nvPr/>
          </p:nvSpPr>
          <p:spPr>
            <a:xfrm>
              <a:off x="8227103" y="17868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1" name="Google Shape;2501;p85"/>
            <p:cNvSpPr txBox="1"/>
            <p:nvPr/>
          </p:nvSpPr>
          <p:spPr>
            <a:xfrm>
              <a:off x="8363150" y="1923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a:latin typeface="Salesforce Sans"/>
                <a:ea typeface="Salesforce Sans"/>
                <a:cs typeface="Salesforce Sans"/>
                <a:sym typeface="Salesforce Sans"/>
              </a:endParaRPr>
            </a:p>
          </p:txBody>
        </p:sp>
        <p:sp>
          <p:nvSpPr>
            <p:cNvPr id="2502" name="Google Shape;2502;p85"/>
            <p:cNvSpPr/>
            <p:nvPr/>
          </p:nvSpPr>
          <p:spPr>
            <a:xfrm>
              <a:off x="8227103" y="19418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03" name="Google Shape;2503;p85"/>
            <p:cNvSpPr txBox="1"/>
            <p:nvPr/>
          </p:nvSpPr>
          <p:spPr>
            <a:xfrm>
              <a:off x="83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Forecast to Opportunity</a:t>
              </a:r>
              <a:endParaRPr sz="800">
                <a:latin typeface="Salesforce Sans"/>
                <a:ea typeface="Salesforce Sans"/>
                <a:cs typeface="Salesforce Sans"/>
                <a:sym typeface="Salesforce Sans"/>
              </a:endParaRPr>
            </a:p>
          </p:txBody>
        </p:sp>
        <p:sp>
          <p:nvSpPr>
            <p:cNvPr id="2504" name="Google Shape;2504;p85"/>
            <p:cNvSpPr/>
            <p:nvPr/>
          </p:nvSpPr>
          <p:spPr>
            <a:xfrm>
              <a:off x="8227103" y="209685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5" name="Google Shape;2505;p85"/>
            <p:cNvSpPr txBox="1"/>
            <p:nvPr/>
          </p:nvSpPr>
          <p:spPr>
            <a:xfrm>
              <a:off x="83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a:latin typeface="Salesforce Sans"/>
                <a:ea typeface="Salesforce Sans"/>
                <a:cs typeface="Salesforce Sans"/>
                <a:sym typeface="Salesforce Sans"/>
              </a:endParaRPr>
            </a:p>
          </p:txBody>
        </p:sp>
        <p:sp>
          <p:nvSpPr>
            <p:cNvPr id="2506" name="Google Shape;2506;p85"/>
            <p:cNvSpPr/>
            <p:nvPr/>
          </p:nvSpPr>
          <p:spPr>
            <a:xfrm>
              <a:off x="8227103" y="22576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7" name="Google Shape;2507;p85"/>
            <p:cNvSpPr/>
            <p:nvPr/>
          </p:nvSpPr>
          <p:spPr>
            <a:xfrm>
              <a:off x="8227103" y="256710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8" name="Google Shape;2508;p85"/>
            <p:cNvSpPr/>
            <p:nvPr/>
          </p:nvSpPr>
          <p:spPr>
            <a:xfrm>
              <a:off x="8227103" y="27157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09" name="Google Shape;2509;p85"/>
            <p:cNvSpPr/>
            <p:nvPr/>
          </p:nvSpPr>
          <p:spPr>
            <a:xfrm>
              <a:off x="8227103" y="28669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0" name="Google Shape;2510;p85"/>
            <p:cNvSpPr/>
            <p:nvPr/>
          </p:nvSpPr>
          <p:spPr>
            <a:xfrm>
              <a:off x="8227103" y="30067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1" name="Google Shape;2511;p85"/>
            <p:cNvSpPr/>
            <p:nvPr/>
          </p:nvSpPr>
          <p:spPr>
            <a:xfrm>
              <a:off x="8227103" y="24184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2" name="Google Shape;2512;p85"/>
            <p:cNvSpPr txBox="1"/>
            <p:nvPr/>
          </p:nvSpPr>
          <p:spPr>
            <a:xfrm>
              <a:off x="582137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513" name="Google Shape;2513;p85"/>
            <p:cNvSpPr txBox="1"/>
            <p:nvPr/>
          </p:nvSpPr>
          <p:spPr>
            <a:xfrm>
              <a:off x="702114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514" name="Google Shape;2514;p85"/>
            <p:cNvGrpSpPr/>
            <p:nvPr/>
          </p:nvGrpSpPr>
          <p:grpSpPr>
            <a:xfrm>
              <a:off x="5840990" y="1793656"/>
              <a:ext cx="952541" cy="449700"/>
              <a:chOff x="5812280" y="1793656"/>
              <a:chExt cx="952541" cy="449700"/>
            </a:xfrm>
          </p:grpSpPr>
          <p:sp>
            <p:nvSpPr>
              <p:cNvPr id="2515" name="Google Shape;2515;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16" name="Google Shape;2516;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Marketing</a:t>
                </a:r>
                <a:endParaRPr sz="900">
                  <a:solidFill>
                    <a:srgbClr val="FFFFFF"/>
                  </a:solidFill>
                  <a:latin typeface="Avant Garde Demi SFDC"/>
                  <a:ea typeface="Avant Garde Demi SFDC"/>
                  <a:cs typeface="Avant Garde Demi SFDC"/>
                  <a:sym typeface="Avant Garde Demi SFDC"/>
                </a:endParaRPr>
              </a:p>
            </p:txBody>
          </p:sp>
        </p:grpSp>
        <p:sp>
          <p:nvSpPr>
            <p:cNvPr id="2517" name="Google Shape;2517;p85"/>
            <p:cNvSpPr txBox="1"/>
            <p:nvPr/>
          </p:nvSpPr>
          <p:spPr>
            <a:xfrm>
              <a:off x="83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518" name="Google Shape;2518;p85"/>
            <p:cNvSpPr txBox="1"/>
            <p:nvPr/>
          </p:nvSpPr>
          <p:spPr>
            <a:xfrm>
              <a:off x="7021140" y="1771825"/>
              <a:ext cx="1022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Sales &amp; Marketing </a:t>
              </a:r>
              <a:endParaRPr b="1" sz="900">
                <a:solidFill>
                  <a:srgbClr val="066AFE"/>
                </a:solidFill>
                <a:latin typeface="Salesforce Sans"/>
                <a:ea typeface="Salesforce Sans"/>
                <a:cs typeface="Salesforce Sans"/>
                <a:sym typeface="Salesforce Sans"/>
              </a:endParaRPr>
            </a:p>
          </p:txBody>
        </p:sp>
        <p:sp>
          <p:nvSpPr>
            <p:cNvPr id="2519" name="Google Shape;2519;p85"/>
            <p:cNvSpPr txBox="1"/>
            <p:nvPr/>
          </p:nvSpPr>
          <p:spPr>
            <a:xfrm>
              <a:off x="83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Briefings: Podcasts</a:t>
              </a:r>
              <a:endParaRPr i="0" sz="800" u="none" cap="none" strike="noStrike">
                <a:latin typeface="Salesforce Sans"/>
                <a:ea typeface="Salesforce Sans"/>
                <a:cs typeface="Salesforce Sans"/>
                <a:sym typeface="Salesforce Sans"/>
              </a:endParaRPr>
            </a:p>
          </p:txBody>
        </p:sp>
        <p:sp>
          <p:nvSpPr>
            <p:cNvPr id="2520" name="Google Shape;2520;p85"/>
            <p:cNvSpPr/>
            <p:nvPr/>
          </p:nvSpPr>
          <p:spPr>
            <a:xfrm>
              <a:off x="8227103" y="31572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21" name="Google Shape;2521;p85"/>
            <p:cNvSpPr txBox="1"/>
            <p:nvPr/>
          </p:nvSpPr>
          <p:spPr>
            <a:xfrm>
              <a:off x="8363151" y="328686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Orchestration</a:t>
              </a:r>
              <a:endParaRPr i="0" sz="800" u="none" cap="none" strike="noStrike">
                <a:latin typeface="Salesforce Sans"/>
                <a:ea typeface="Salesforce Sans"/>
                <a:cs typeface="Salesforce Sans"/>
                <a:sym typeface="Salesforce Sans"/>
              </a:endParaRPr>
            </a:p>
          </p:txBody>
        </p:sp>
        <p:sp>
          <p:nvSpPr>
            <p:cNvPr id="2522" name="Google Shape;2522;p85"/>
            <p:cNvSpPr txBox="1"/>
            <p:nvPr/>
          </p:nvSpPr>
          <p:spPr>
            <a:xfrm>
              <a:off x="8363151" y="3435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to Sales Alignment</a:t>
              </a:r>
              <a:endParaRPr i="0" sz="800" u="none" cap="none" strike="noStrike">
                <a:latin typeface="Salesforce Sans"/>
                <a:ea typeface="Salesforce Sans"/>
                <a:cs typeface="Salesforce Sans"/>
                <a:sym typeface="Salesforce Sans"/>
              </a:endParaRPr>
            </a:p>
          </p:txBody>
        </p:sp>
        <p:sp>
          <p:nvSpPr>
            <p:cNvPr id="2523" name="Google Shape;2523;p85"/>
            <p:cNvSpPr txBox="1"/>
            <p:nvPr/>
          </p:nvSpPr>
          <p:spPr>
            <a:xfrm>
              <a:off x="8363151" y="35840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Spend Optimization</a:t>
              </a:r>
              <a:endParaRPr i="0" sz="800" u="none" cap="none" strike="noStrike">
                <a:latin typeface="Salesforce Sans"/>
                <a:ea typeface="Salesforce Sans"/>
                <a:cs typeface="Salesforce Sans"/>
                <a:sym typeface="Salesforce Sans"/>
              </a:endParaRPr>
            </a:p>
          </p:txBody>
        </p:sp>
        <p:sp>
          <p:nvSpPr>
            <p:cNvPr id="2524" name="Google Shape;2524;p85"/>
            <p:cNvSpPr txBox="1"/>
            <p:nvPr/>
          </p:nvSpPr>
          <p:spPr>
            <a:xfrm>
              <a:off x="8363151" y="37352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Product Launch Marketing</a:t>
              </a:r>
              <a:endParaRPr i="0" sz="800" u="none" cap="none" strike="noStrike">
                <a:latin typeface="Salesforce Sans"/>
                <a:ea typeface="Salesforce Sans"/>
                <a:cs typeface="Salesforce Sans"/>
                <a:sym typeface="Salesforce Sans"/>
              </a:endParaRPr>
            </a:p>
          </p:txBody>
        </p:sp>
        <p:sp>
          <p:nvSpPr>
            <p:cNvPr id="2525" name="Google Shape;2525;p85"/>
            <p:cNvSpPr txBox="1"/>
            <p:nvPr/>
          </p:nvSpPr>
          <p:spPr>
            <a:xfrm>
              <a:off x="8363149" y="38750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Performance Intelligence</a:t>
              </a:r>
              <a:endParaRPr i="0" sz="800" u="none" cap="none" strike="noStrike">
                <a:latin typeface="Salesforce Sans"/>
                <a:ea typeface="Salesforce Sans"/>
                <a:cs typeface="Salesforce Sans"/>
                <a:sym typeface="Salesforce Sans"/>
              </a:endParaRPr>
            </a:p>
          </p:txBody>
        </p:sp>
        <p:sp>
          <p:nvSpPr>
            <p:cNvPr id="2526" name="Google Shape;2526;p85"/>
            <p:cNvSpPr/>
            <p:nvPr/>
          </p:nvSpPr>
          <p:spPr>
            <a:xfrm>
              <a:off x="8227103" y="34540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27" name="Google Shape;2527;p85"/>
            <p:cNvSpPr/>
            <p:nvPr/>
          </p:nvSpPr>
          <p:spPr>
            <a:xfrm>
              <a:off x="8227103" y="3602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28" name="Google Shape;2528;p85"/>
            <p:cNvSpPr/>
            <p:nvPr/>
          </p:nvSpPr>
          <p:spPr>
            <a:xfrm>
              <a:off x="8227103" y="37538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29" name="Google Shape;2529;p85"/>
            <p:cNvSpPr/>
            <p:nvPr/>
          </p:nvSpPr>
          <p:spPr>
            <a:xfrm>
              <a:off x="8227103" y="38936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0" name="Google Shape;2530;p85"/>
            <p:cNvSpPr/>
            <p:nvPr/>
          </p:nvSpPr>
          <p:spPr>
            <a:xfrm>
              <a:off x="8227103" y="33054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1" name="Google Shape;2531;p85"/>
            <p:cNvSpPr txBox="1"/>
            <p:nvPr/>
          </p:nvSpPr>
          <p:spPr>
            <a:xfrm>
              <a:off x="8363151" y="40256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Insights</a:t>
              </a:r>
              <a:endParaRPr i="0" sz="800" u="none" cap="none" strike="noStrike">
                <a:latin typeface="Salesforce Sans"/>
                <a:ea typeface="Salesforce Sans"/>
                <a:cs typeface="Salesforce Sans"/>
                <a:sym typeface="Salesforce Sans"/>
              </a:endParaRPr>
            </a:p>
          </p:txBody>
        </p:sp>
        <p:sp>
          <p:nvSpPr>
            <p:cNvPr id="2532" name="Google Shape;2532;p85"/>
            <p:cNvSpPr txBox="1"/>
            <p:nvPr/>
          </p:nvSpPr>
          <p:spPr>
            <a:xfrm>
              <a:off x="8363149" y="417683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533" name="Google Shape;2533;p85"/>
            <p:cNvSpPr txBox="1"/>
            <p:nvPr/>
          </p:nvSpPr>
          <p:spPr>
            <a:xfrm>
              <a:off x="8363149" y="431661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Creative Strategy &amp; Briefing </a:t>
              </a:r>
              <a:endParaRPr i="0" sz="800" u="none" cap="none" strike="noStrike">
                <a:latin typeface="Salesforce Sans"/>
                <a:ea typeface="Salesforce Sans"/>
                <a:cs typeface="Salesforce Sans"/>
                <a:sym typeface="Salesforce Sans"/>
              </a:endParaRPr>
            </a:p>
          </p:txBody>
        </p:sp>
        <p:sp>
          <p:nvSpPr>
            <p:cNvPr id="2534" name="Google Shape;2534;p85"/>
            <p:cNvSpPr/>
            <p:nvPr/>
          </p:nvSpPr>
          <p:spPr>
            <a:xfrm>
              <a:off x="8227103" y="404422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35" name="Google Shape;2535;p85"/>
            <p:cNvSpPr/>
            <p:nvPr/>
          </p:nvSpPr>
          <p:spPr>
            <a:xfrm>
              <a:off x="8227103" y="419543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6" name="Google Shape;2536;p85"/>
            <p:cNvSpPr/>
            <p:nvPr/>
          </p:nvSpPr>
          <p:spPr>
            <a:xfrm>
              <a:off x="8227103" y="433522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7" name="Google Shape;2537;p85"/>
            <p:cNvSpPr txBox="1"/>
            <p:nvPr/>
          </p:nvSpPr>
          <p:spPr>
            <a:xfrm>
              <a:off x="8363152" y="4542363"/>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2538" name="Google Shape;2538;p85"/>
            <p:cNvSpPr txBox="1"/>
            <p:nvPr/>
          </p:nvSpPr>
          <p:spPr>
            <a:xfrm>
              <a:off x="8363150" y="4690962"/>
              <a:ext cx="2326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2539" name="Google Shape;2539;p85"/>
            <p:cNvSpPr txBox="1"/>
            <p:nvPr/>
          </p:nvSpPr>
          <p:spPr>
            <a:xfrm>
              <a:off x="8363150" y="4839585"/>
              <a:ext cx="2552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Recovery &amp; Follow Up</a:t>
              </a:r>
              <a:endParaRPr i="0" sz="800" u="none" cap="none" strike="noStrike">
                <a:latin typeface="Salesforce Sans"/>
                <a:ea typeface="Salesforce Sans"/>
                <a:cs typeface="Salesforce Sans"/>
                <a:sym typeface="Salesforce Sans"/>
              </a:endParaRPr>
            </a:p>
          </p:txBody>
        </p:sp>
        <p:sp>
          <p:nvSpPr>
            <p:cNvPr id="2540" name="Google Shape;2540;p85"/>
            <p:cNvSpPr txBox="1"/>
            <p:nvPr/>
          </p:nvSpPr>
          <p:spPr>
            <a:xfrm>
              <a:off x="8363150" y="4990782"/>
              <a:ext cx="2521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Health &amp; Retention</a:t>
              </a:r>
              <a:endParaRPr i="0" sz="800" u="none" cap="none" strike="noStrike">
                <a:latin typeface="Salesforce Sans"/>
                <a:ea typeface="Salesforce Sans"/>
                <a:cs typeface="Salesforce Sans"/>
                <a:sym typeface="Salesforce Sans"/>
              </a:endParaRPr>
            </a:p>
          </p:txBody>
        </p:sp>
        <p:sp>
          <p:nvSpPr>
            <p:cNvPr id="2541" name="Google Shape;2541;p85"/>
            <p:cNvSpPr txBox="1"/>
            <p:nvPr/>
          </p:nvSpPr>
          <p:spPr>
            <a:xfrm>
              <a:off x="8363152" y="5130571"/>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Preventative Service Scheduling</a:t>
              </a:r>
              <a:endParaRPr i="0" sz="800" u="none" cap="none" strike="noStrike">
                <a:latin typeface="Salesforce Sans"/>
                <a:ea typeface="Salesforce Sans"/>
                <a:cs typeface="Salesforce Sans"/>
                <a:sym typeface="Salesforce Sans"/>
              </a:endParaRPr>
            </a:p>
          </p:txBody>
        </p:sp>
        <p:sp>
          <p:nvSpPr>
            <p:cNvPr id="2542" name="Google Shape;2542;p85"/>
            <p:cNvSpPr/>
            <p:nvPr/>
          </p:nvSpPr>
          <p:spPr>
            <a:xfrm>
              <a:off x="8227103" y="4709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3" name="Google Shape;2543;p85"/>
            <p:cNvSpPr/>
            <p:nvPr/>
          </p:nvSpPr>
          <p:spPr>
            <a:xfrm>
              <a:off x="8227103" y="48581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44" name="Google Shape;2544;p85"/>
            <p:cNvSpPr/>
            <p:nvPr/>
          </p:nvSpPr>
          <p:spPr>
            <a:xfrm>
              <a:off x="8227103" y="50093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5" name="Google Shape;2545;p85"/>
            <p:cNvSpPr/>
            <p:nvPr/>
          </p:nvSpPr>
          <p:spPr>
            <a:xfrm>
              <a:off x="8227103" y="51491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6" name="Google Shape;2546;p85"/>
            <p:cNvSpPr/>
            <p:nvPr/>
          </p:nvSpPr>
          <p:spPr>
            <a:xfrm>
              <a:off x="8227103" y="4560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7" name="Google Shape;2547;p85"/>
            <p:cNvSpPr txBox="1"/>
            <p:nvPr/>
          </p:nvSpPr>
          <p:spPr>
            <a:xfrm>
              <a:off x="8363152" y="5281115"/>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2548" name="Google Shape;2548;p85"/>
            <p:cNvSpPr/>
            <p:nvPr/>
          </p:nvSpPr>
          <p:spPr>
            <a:xfrm>
              <a:off x="8227103" y="529972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49" name="Google Shape;2549;p85"/>
            <p:cNvSpPr txBox="1"/>
            <p:nvPr/>
          </p:nvSpPr>
          <p:spPr>
            <a:xfrm>
              <a:off x="8363149" y="55072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Triage &amp; Dispatch</a:t>
              </a:r>
              <a:endParaRPr i="0" sz="800" u="none" cap="none" strike="noStrike">
                <a:latin typeface="Salesforce Sans"/>
                <a:ea typeface="Salesforce Sans"/>
                <a:cs typeface="Salesforce Sans"/>
                <a:sym typeface="Salesforce Sans"/>
              </a:endParaRPr>
            </a:p>
          </p:txBody>
        </p:sp>
        <p:sp>
          <p:nvSpPr>
            <p:cNvPr id="2550" name="Google Shape;2550;p85"/>
            <p:cNvSpPr txBox="1"/>
            <p:nvPr/>
          </p:nvSpPr>
          <p:spPr>
            <a:xfrm>
              <a:off x="8363149" y="56558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2551" name="Google Shape;2551;p85"/>
            <p:cNvSpPr txBox="1"/>
            <p:nvPr/>
          </p:nvSpPr>
          <p:spPr>
            <a:xfrm>
              <a:off x="8363149" y="58044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Diagnostics</a:t>
              </a:r>
              <a:endParaRPr i="0" sz="800" u="none" cap="none" strike="noStrike">
                <a:latin typeface="Salesforce Sans"/>
                <a:ea typeface="Salesforce Sans"/>
                <a:cs typeface="Salesforce Sans"/>
                <a:sym typeface="Salesforce Sans"/>
              </a:endParaRPr>
            </a:p>
          </p:txBody>
        </p:sp>
        <p:sp>
          <p:nvSpPr>
            <p:cNvPr id="2552" name="Google Shape;2552;p85"/>
            <p:cNvSpPr txBox="1"/>
            <p:nvPr/>
          </p:nvSpPr>
          <p:spPr>
            <a:xfrm>
              <a:off x="8363149" y="59556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Technical Copilot</a:t>
              </a:r>
              <a:endParaRPr i="0" sz="800" u="none" cap="none" strike="noStrike">
                <a:latin typeface="Salesforce Sans"/>
                <a:ea typeface="Salesforce Sans"/>
                <a:cs typeface="Salesforce Sans"/>
                <a:sym typeface="Salesforce Sans"/>
              </a:endParaRPr>
            </a:p>
          </p:txBody>
        </p:sp>
        <p:sp>
          <p:nvSpPr>
            <p:cNvPr id="2553" name="Google Shape;2553;p85"/>
            <p:cNvSpPr txBox="1"/>
            <p:nvPr/>
          </p:nvSpPr>
          <p:spPr>
            <a:xfrm>
              <a:off x="8363149" y="60954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Parts &amp; Inventory Coordination</a:t>
              </a:r>
              <a:endParaRPr i="0" sz="800" u="none" cap="none" strike="noStrike">
                <a:latin typeface="Salesforce Sans"/>
                <a:ea typeface="Salesforce Sans"/>
                <a:cs typeface="Salesforce Sans"/>
                <a:sym typeface="Salesforce Sans"/>
              </a:endParaRPr>
            </a:p>
          </p:txBody>
        </p:sp>
        <p:sp>
          <p:nvSpPr>
            <p:cNvPr id="2554" name="Google Shape;2554;p85"/>
            <p:cNvSpPr/>
            <p:nvPr/>
          </p:nvSpPr>
          <p:spPr>
            <a:xfrm>
              <a:off x="8227103" y="56744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5" name="Google Shape;2555;p85"/>
            <p:cNvSpPr/>
            <p:nvPr/>
          </p:nvSpPr>
          <p:spPr>
            <a:xfrm>
              <a:off x="8227103" y="582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56" name="Google Shape;2556;p85"/>
            <p:cNvSpPr/>
            <p:nvPr/>
          </p:nvSpPr>
          <p:spPr>
            <a:xfrm>
              <a:off x="8227103" y="59742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7" name="Google Shape;2557;p85"/>
            <p:cNvSpPr/>
            <p:nvPr/>
          </p:nvSpPr>
          <p:spPr>
            <a:xfrm>
              <a:off x="8227103" y="6114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8" name="Google Shape;2558;p85"/>
            <p:cNvSpPr/>
            <p:nvPr/>
          </p:nvSpPr>
          <p:spPr>
            <a:xfrm>
              <a:off x="8227103" y="55258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9" name="Google Shape;2559;p85"/>
            <p:cNvSpPr txBox="1"/>
            <p:nvPr/>
          </p:nvSpPr>
          <p:spPr>
            <a:xfrm>
              <a:off x="8363149" y="624600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Installed Base Intelligence</a:t>
              </a:r>
              <a:endParaRPr sz="800">
                <a:latin typeface="Salesforce Sans"/>
                <a:ea typeface="Salesforce Sans"/>
                <a:cs typeface="Salesforce Sans"/>
                <a:sym typeface="Salesforce Sans"/>
              </a:endParaRPr>
            </a:p>
          </p:txBody>
        </p:sp>
        <p:sp>
          <p:nvSpPr>
            <p:cNvPr id="2560" name="Google Shape;2560;p85"/>
            <p:cNvSpPr/>
            <p:nvPr/>
          </p:nvSpPr>
          <p:spPr>
            <a:xfrm>
              <a:off x="8227103" y="62646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61" name="Google Shape;2561;p85"/>
            <p:cNvSpPr txBox="1"/>
            <p:nvPr/>
          </p:nvSpPr>
          <p:spPr>
            <a:xfrm>
              <a:off x="8363150" y="767349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S&amp;OP Orchestration</a:t>
              </a:r>
              <a:endParaRPr i="0" sz="800" u="none" cap="none" strike="noStrike">
                <a:latin typeface="Salesforce Sans"/>
                <a:ea typeface="Salesforce Sans"/>
                <a:cs typeface="Salesforce Sans"/>
                <a:sym typeface="Salesforce Sans"/>
              </a:endParaRPr>
            </a:p>
          </p:txBody>
        </p:sp>
        <p:sp>
          <p:nvSpPr>
            <p:cNvPr id="2562" name="Google Shape;2562;p85"/>
            <p:cNvSpPr txBox="1"/>
            <p:nvPr/>
          </p:nvSpPr>
          <p:spPr>
            <a:xfrm>
              <a:off x="8363150" y="7822104"/>
              <a:ext cx="1644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Spare Parts Readiness</a:t>
              </a:r>
              <a:endParaRPr i="0" sz="800" u="none" cap="none" strike="noStrike">
                <a:latin typeface="Salesforce Sans"/>
                <a:ea typeface="Salesforce Sans"/>
                <a:cs typeface="Salesforce Sans"/>
                <a:sym typeface="Salesforce Sans"/>
              </a:endParaRPr>
            </a:p>
          </p:txBody>
        </p:sp>
        <p:sp>
          <p:nvSpPr>
            <p:cNvPr id="2563" name="Google Shape;2563;p85"/>
            <p:cNvSpPr txBox="1"/>
            <p:nvPr/>
          </p:nvSpPr>
          <p:spPr>
            <a:xfrm>
              <a:off x="8363150" y="7970706"/>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Cold Chain Compliance</a:t>
              </a:r>
              <a:endParaRPr i="0" sz="800" u="none" cap="none" strike="noStrike">
                <a:latin typeface="Salesforce Sans"/>
                <a:ea typeface="Salesforce Sans"/>
                <a:cs typeface="Salesforce Sans"/>
                <a:sym typeface="Salesforce Sans"/>
              </a:endParaRPr>
            </a:p>
          </p:txBody>
        </p:sp>
        <p:sp>
          <p:nvSpPr>
            <p:cNvPr id="2564" name="Google Shape;2564;p85"/>
            <p:cNvSpPr txBox="1"/>
            <p:nvPr/>
          </p:nvSpPr>
          <p:spPr>
            <a:xfrm>
              <a:off x="8363150" y="81219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Execution</a:t>
              </a:r>
              <a:endParaRPr i="0" sz="800" u="none" cap="none" strike="noStrike">
                <a:latin typeface="Salesforce Sans"/>
                <a:ea typeface="Salesforce Sans"/>
                <a:cs typeface="Salesforce Sans"/>
                <a:sym typeface="Salesforce Sans"/>
              </a:endParaRPr>
            </a:p>
          </p:txBody>
        </p:sp>
        <p:sp>
          <p:nvSpPr>
            <p:cNvPr id="2565" name="Google Shape;2565;p85"/>
            <p:cNvSpPr txBox="1"/>
            <p:nvPr/>
          </p:nvSpPr>
          <p:spPr>
            <a:xfrm>
              <a:off x="8363150" y="82617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a:t>
              </a:r>
              <a:endParaRPr i="0" sz="800" u="none" cap="none" strike="noStrike">
                <a:latin typeface="Salesforce Sans"/>
                <a:ea typeface="Salesforce Sans"/>
                <a:cs typeface="Salesforce Sans"/>
                <a:sym typeface="Salesforce Sans"/>
              </a:endParaRPr>
            </a:p>
          </p:txBody>
        </p:sp>
        <p:sp>
          <p:nvSpPr>
            <p:cNvPr id="2566" name="Google Shape;2566;p85"/>
            <p:cNvSpPr/>
            <p:nvPr/>
          </p:nvSpPr>
          <p:spPr>
            <a:xfrm>
              <a:off x="8227103" y="78406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67" name="Google Shape;2567;p85"/>
            <p:cNvSpPr/>
            <p:nvPr/>
          </p:nvSpPr>
          <p:spPr>
            <a:xfrm>
              <a:off x="8227103" y="79893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68" name="Google Shape;2568;p85"/>
            <p:cNvSpPr/>
            <p:nvPr/>
          </p:nvSpPr>
          <p:spPr>
            <a:xfrm>
              <a:off x="8227103" y="8140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69" name="Google Shape;2569;p85"/>
            <p:cNvSpPr/>
            <p:nvPr/>
          </p:nvSpPr>
          <p:spPr>
            <a:xfrm>
              <a:off x="8227103" y="82803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0" name="Google Shape;2570;p85"/>
            <p:cNvSpPr/>
            <p:nvPr/>
          </p:nvSpPr>
          <p:spPr>
            <a:xfrm>
              <a:off x="8227103" y="76920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1" name="Google Shape;2571;p85"/>
            <p:cNvSpPr txBox="1"/>
            <p:nvPr/>
          </p:nvSpPr>
          <p:spPr>
            <a:xfrm>
              <a:off x="8363150" y="707320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572" name="Google Shape;2572;p85"/>
            <p:cNvSpPr txBox="1"/>
            <p:nvPr/>
          </p:nvSpPr>
          <p:spPr>
            <a:xfrm>
              <a:off x="8363150" y="72218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Manufacturing Planning</a:t>
              </a:r>
              <a:endParaRPr i="0" sz="800" u="none" cap="none" strike="noStrike">
                <a:latin typeface="Salesforce Sans"/>
                <a:ea typeface="Salesforce Sans"/>
                <a:cs typeface="Salesforce Sans"/>
                <a:sym typeface="Salesforce Sans"/>
              </a:endParaRPr>
            </a:p>
          </p:txBody>
        </p:sp>
        <p:sp>
          <p:nvSpPr>
            <p:cNvPr id="2573" name="Google Shape;2573;p85"/>
            <p:cNvSpPr txBox="1"/>
            <p:nvPr/>
          </p:nvSpPr>
          <p:spPr>
            <a:xfrm>
              <a:off x="8363150" y="737041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2574" name="Google Shape;2574;p85"/>
            <p:cNvSpPr txBox="1"/>
            <p:nvPr/>
          </p:nvSpPr>
          <p:spPr>
            <a:xfrm>
              <a:off x="8363150" y="75216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Logistics Coordination</a:t>
              </a:r>
              <a:endParaRPr i="0" sz="800" u="none" cap="none" strike="noStrike">
                <a:latin typeface="Salesforce Sans"/>
                <a:ea typeface="Salesforce Sans"/>
                <a:cs typeface="Salesforce Sans"/>
                <a:sym typeface="Salesforce Sans"/>
              </a:endParaRPr>
            </a:p>
          </p:txBody>
        </p:sp>
        <p:sp>
          <p:nvSpPr>
            <p:cNvPr id="2575" name="Google Shape;2575;p85"/>
            <p:cNvSpPr/>
            <p:nvPr/>
          </p:nvSpPr>
          <p:spPr>
            <a:xfrm>
              <a:off x="8227103" y="72404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6" name="Google Shape;2576;p85"/>
            <p:cNvSpPr/>
            <p:nvPr/>
          </p:nvSpPr>
          <p:spPr>
            <a:xfrm>
              <a:off x="8227103" y="73890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77" name="Google Shape;2577;p85"/>
            <p:cNvSpPr/>
            <p:nvPr/>
          </p:nvSpPr>
          <p:spPr>
            <a:xfrm>
              <a:off x="8227103" y="75402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8" name="Google Shape;2578;p85"/>
            <p:cNvSpPr/>
            <p:nvPr/>
          </p:nvSpPr>
          <p:spPr>
            <a:xfrm>
              <a:off x="8227103" y="709179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579" name="Google Shape;2579;p85"/>
            <p:cNvGrpSpPr/>
            <p:nvPr/>
          </p:nvGrpSpPr>
          <p:grpSpPr>
            <a:xfrm>
              <a:off x="5840990" y="4576768"/>
              <a:ext cx="952541" cy="449700"/>
              <a:chOff x="5812280" y="1793656"/>
              <a:chExt cx="952541" cy="449700"/>
            </a:xfrm>
          </p:grpSpPr>
          <p:sp>
            <p:nvSpPr>
              <p:cNvPr id="2580" name="Google Shape;2580;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81" name="Google Shape;2581;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a:t>
                </a:r>
                <a:endParaRPr sz="900">
                  <a:solidFill>
                    <a:srgbClr val="FFFFFF"/>
                  </a:solidFill>
                  <a:latin typeface="Avant Garde Demi SFDC"/>
                  <a:ea typeface="Avant Garde Demi SFDC"/>
                  <a:cs typeface="Avant Garde Demi SFDC"/>
                  <a:sym typeface="Avant Garde Demi SFDC"/>
                </a:endParaRPr>
              </a:p>
            </p:txBody>
          </p:sp>
        </p:grpSp>
        <p:grpSp>
          <p:nvGrpSpPr>
            <p:cNvPr id="2582" name="Google Shape;2582;p85"/>
            <p:cNvGrpSpPr/>
            <p:nvPr/>
          </p:nvGrpSpPr>
          <p:grpSpPr>
            <a:xfrm>
              <a:off x="5840990" y="7099131"/>
              <a:ext cx="952541" cy="449700"/>
              <a:chOff x="5812280" y="1793656"/>
              <a:chExt cx="952541" cy="449700"/>
            </a:xfrm>
          </p:grpSpPr>
          <p:sp>
            <p:nvSpPr>
              <p:cNvPr id="2583" name="Google Shape;258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84" name="Google Shape;258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2585" name="Google Shape;2585;p85"/>
            <p:cNvSpPr txBox="1"/>
            <p:nvPr/>
          </p:nvSpPr>
          <p:spPr>
            <a:xfrm>
              <a:off x="7021140" y="4547262"/>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Post Sales &amp;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6" name="Google Shape;2586;p85"/>
            <p:cNvSpPr txBox="1"/>
            <p:nvPr/>
          </p:nvSpPr>
          <p:spPr>
            <a:xfrm>
              <a:off x="7021140" y="551477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Technical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7" name="Google Shape;2587;p85"/>
            <p:cNvSpPr txBox="1"/>
            <p:nvPr/>
          </p:nvSpPr>
          <p:spPr>
            <a:xfrm>
              <a:off x="7021140" y="7071050"/>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Manufacturing, Supply Chain &amp; Logistics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8" name="Google Shape;2588;p85"/>
            <p:cNvSpPr txBox="1"/>
            <p:nvPr/>
          </p:nvSpPr>
          <p:spPr>
            <a:xfrm>
              <a:off x="8363149" y="64058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Service Documentation</a:t>
              </a:r>
              <a:endParaRPr i="0" sz="800" u="none" cap="none" strike="noStrike">
                <a:latin typeface="Salesforce Sans"/>
                <a:ea typeface="Salesforce Sans"/>
                <a:cs typeface="Salesforce Sans"/>
                <a:sym typeface="Salesforce Sans"/>
              </a:endParaRPr>
            </a:p>
          </p:txBody>
        </p:sp>
        <p:sp>
          <p:nvSpPr>
            <p:cNvPr id="2589" name="Google Shape;2589;p85"/>
            <p:cNvSpPr txBox="1"/>
            <p:nvPr/>
          </p:nvSpPr>
          <p:spPr>
            <a:xfrm>
              <a:off x="8363149" y="65570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Experience</a:t>
              </a:r>
              <a:endParaRPr i="0" sz="800" u="none" cap="none" strike="noStrike">
                <a:latin typeface="Salesforce Sans"/>
                <a:ea typeface="Salesforce Sans"/>
                <a:cs typeface="Salesforce Sans"/>
                <a:sym typeface="Salesforce Sans"/>
              </a:endParaRPr>
            </a:p>
          </p:txBody>
        </p:sp>
        <p:sp>
          <p:nvSpPr>
            <p:cNvPr id="2590" name="Google Shape;2590;p85"/>
            <p:cNvSpPr txBox="1"/>
            <p:nvPr/>
          </p:nvSpPr>
          <p:spPr>
            <a:xfrm>
              <a:off x="8363150" y="669685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&amp; Service Contract</a:t>
              </a:r>
              <a:endParaRPr i="0" sz="800" u="none" cap="none" strike="noStrike">
                <a:latin typeface="Salesforce Sans"/>
                <a:ea typeface="Salesforce Sans"/>
                <a:cs typeface="Salesforce Sans"/>
                <a:sym typeface="Salesforce Sans"/>
              </a:endParaRPr>
            </a:p>
          </p:txBody>
        </p:sp>
        <p:sp>
          <p:nvSpPr>
            <p:cNvPr id="2591" name="Google Shape;2591;p85"/>
            <p:cNvSpPr/>
            <p:nvPr/>
          </p:nvSpPr>
          <p:spPr>
            <a:xfrm>
              <a:off x="8227103" y="64244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92" name="Google Shape;2592;p85"/>
            <p:cNvSpPr/>
            <p:nvPr/>
          </p:nvSpPr>
          <p:spPr>
            <a:xfrm>
              <a:off x="8227103" y="657566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93" name="Google Shape;2593;p85"/>
            <p:cNvSpPr/>
            <p:nvPr/>
          </p:nvSpPr>
          <p:spPr>
            <a:xfrm>
              <a:off x="8227103" y="67154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94" name="Google Shape;2594;p85"/>
            <p:cNvSpPr txBox="1"/>
            <p:nvPr/>
          </p:nvSpPr>
          <p:spPr>
            <a:xfrm>
              <a:off x="8363150" y="684739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&amp; Safety Action</a:t>
              </a:r>
              <a:endParaRPr sz="800">
                <a:latin typeface="Salesforce Sans"/>
                <a:ea typeface="Salesforce Sans"/>
                <a:cs typeface="Salesforce Sans"/>
                <a:sym typeface="Salesforce Sans"/>
              </a:endParaRPr>
            </a:p>
          </p:txBody>
        </p:sp>
        <p:sp>
          <p:nvSpPr>
            <p:cNvPr id="2595" name="Google Shape;2595;p85"/>
            <p:cNvSpPr/>
            <p:nvPr/>
          </p:nvSpPr>
          <p:spPr>
            <a:xfrm>
              <a:off x="8227103" y="6866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
        <p:nvSpPr>
          <p:cNvPr id="2596" name="Google Shape;2596;p85"/>
          <p:cNvSpPr txBox="1"/>
          <p:nvPr/>
        </p:nvSpPr>
        <p:spPr>
          <a:xfrm>
            <a:off x="12116850" y="9144000"/>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grpSp>
        <p:nvGrpSpPr>
          <p:cNvPr id="2597" name="Google Shape;2597;p85"/>
          <p:cNvGrpSpPr/>
          <p:nvPr/>
        </p:nvGrpSpPr>
        <p:grpSpPr>
          <a:xfrm>
            <a:off x="12373539" y="1752600"/>
            <a:ext cx="4906068" cy="6868238"/>
            <a:chOff x="11106306" y="1524000"/>
            <a:chExt cx="4906068" cy="6868238"/>
          </a:xfrm>
        </p:grpSpPr>
        <p:sp>
          <p:nvSpPr>
            <p:cNvPr id="2598" name="Google Shape;2598;p85"/>
            <p:cNvSpPr/>
            <p:nvPr/>
          </p:nvSpPr>
          <p:spPr>
            <a:xfrm>
              <a:off x="12306062" y="3358775"/>
              <a:ext cx="1164000" cy="6870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Revenue Protection &amp; Reimbursement Enablement </a:t>
              </a:r>
              <a:endParaRPr b="1" i="0" sz="900" u="none" cap="none" strike="noStrike">
                <a:solidFill>
                  <a:srgbClr val="086AFE"/>
                </a:solidFill>
                <a:latin typeface="Salesforce Sans"/>
                <a:ea typeface="Salesforce Sans"/>
                <a:cs typeface="Salesforce Sans"/>
                <a:sym typeface="Salesforce Sans"/>
              </a:endParaRPr>
            </a:p>
          </p:txBody>
        </p:sp>
        <p:sp>
          <p:nvSpPr>
            <p:cNvPr id="2599" name="Google Shape;2599;p85"/>
            <p:cNvSpPr/>
            <p:nvPr/>
          </p:nvSpPr>
          <p:spPr>
            <a:xfrm>
              <a:off x="12306067" y="5048665"/>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People Operations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86AFE"/>
                </a:solidFill>
                <a:latin typeface="Salesforce Sans"/>
                <a:ea typeface="Salesforce Sans"/>
                <a:cs typeface="Salesforce Sans"/>
                <a:sym typeface="Salesforce Sans"/>
              </a:endParaRPr>
            </a:p>
          </p:txBody>
        </p:sp>
        <p:sp>
          <p:nvSpPr>
            <p:cNvPr id="2600" name="Google Shape;2600;p85"/>
            <p:cNvSpPr/>
            <p:nvPr/>
          </p:nvSpPr>
          <p:spPr>
            <a:xfrm>
              <a:off x="12306067" y="6955912"/>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Agentforce Life Sciences Pre-built Clinical </a:t>
              </a:r>
              <a:endParaRPr b="1" sz="900">
                <a:solidFill>
                  <a:srgbClr val="086AFE"/>
                </a:solidFill>
                <a:latin typeface="Salesforce Sans"/>
                <a:ea typeface="Salesforce Sans"/>
                <a:cs typeface="Salesforce Sans"/>
                <a:sym typeface="Salesforce Sans"/>
              </a:endParaRPr>
            </a:p>
          </p:txBody>
        </p:sp>
        <p:sp>
          <p:nvSpPr>
            <p:cNvPr id="2601" name="Google Shape;2601;p85"/>
            <p:cNvSpPr/>
            <p:nvPr/>
          </p:nvSpPr>
          <p:spPr>
            <a:xfrm>
              <a:off x="12306067" y="7629938"/>
              <a:ext cx="1164000" cy="76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2602" name="Google Shape;2602;p85"/>
            <p:cNvSpPr txBox="1"/>
            <p:nvPr/>
          </p:nvSpPr>
          <p:spPr>
            <a:xfrm>
              <a:off x="136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a:t>
              </a:r>
              <a:endParaRPr i="0" sz="800" u="none" cap="none" strike="noStrike">
                <a:latin typeface="Salesforce Sans"/>
                <a:ea typeface="Salesforce Sans"/>
                <a:cs typeface="Salesforce Sans"/>
                <a:sym typeface="Salesforce Sans"/>
              </a:endParaRPr>
            </a:p>
          </p:txBody>
        </p:sp>
        <p:sp>
          <p:nvSpPr>
            <p:cNvPr id="2603" name="Google Shape;2603;p85"/>
            <p:cNvSpPr txBox="1"/>
            <p:nvPr/>
          </p:nvSpPr>
          <p:spPr>
            <a:xfrm>
              <a:off x="136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Change Impact Assessment </a:t>
              </a:r>
              <a:endParaRPr i="0" sz="800" u="none" cap="none" strike="noStrike">
                <a:latin typeface="Salesforce Sans"/>
                <a:ea typeface="Salesforce Sans"/>
                <a:cs typeface="Salesforce Sans"/>
                <a:sym typeface="Salesforce Sans"/>
              </a:endParaRPr>
            </a:p>
          </p:txBody>
        </p:sp>
        <p:sp>
          <p:nvSpPr>
            <p:cNvPr id="2604" name="Google Shape;2604;p85"/>
            <p:cNvSpPr txBox="1"/>
            <p:nvPr/>
          </p:nvSpPr>
          <p:spPr>
            <a:xfrm>
              <a:off x="136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 Market Surveillance</a:t>
              </a:r>
              <a:endParaRPr i="0" sz="800" u="none" cap="none" strike="noStrike">
                <a:latin typeface="Salesforce Sans"/>
                <a:ea typeface="Salesforce Sans"/>
                <a:cs typeface="Salesforce Sans"/>
                <a:sym typeface="Salesforce Sans"/>
              </a:endParaRPr>
            </a:p>
          </p:txBody>
        </p:sp>
        <p:sp>
          <p:nvSpPr>
            <p:cNvPr id="2605" name="Google Shape;2605;p85"/>
            <p:cNvSpPr txBox="1"/>
            <p:nvPr/>
          </p:nvSpPr>
          <p:spPr>
            <a:xfrm>
              <a:off x="136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Trend Intelligence</a:t>
              </a:r>
              <a:endParaRPr i="0" sz="800" u="none" cap="none" strike="noStrike">
                <a:latin typeface="Salesforce Sans"/>
                <a:ea typeface="Salesforce Sans"/>
                <a:cs typeface="Salesforce Sans"/>
                <a:sym typeface="Salesforce Sans"/>
              </a:endParaRPr>
            </a:p>
          </p:txBody>
        </p:sp>
        <p:sp>
          <p:nvSpPr>
            <p:cNvPr id="2606" name="Google Shape;2606;p85"/>
            <p:cNvSpPr txBox="1"/>
            <p:nvPr/>
          </p:nvSpPr>
          <p:spPr>
            <a:xfrm>
              <a:off x="136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Submission</a:t>
              </a:r>
              <a:endParaRPr i="0" sz="800" u="none" cap="none" strike="noStrike">
                <a:latin typeface="Salesforce Sans"/>
                <a:ea typeface="Salesforce Sans"/>
                <a:cs typeface="Salesforce Sans"/>
                <a:sym typeface="Salesforce Sans"/>
              </a:endParaRPr>
            </a:p>
          </p:txBody>
        </p:sp>
        <p:sp>
          <p:nvSpPr>
            <p:cNvPr id="2607" name="Google Shape;2607;p85"/>
            <p:cNvSpPr txBox="1"/>
            <p:nvPr/>
          </p:nvSpPr>
          <p:spPr>
            <a:xfrm>
              <a:off x="136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CAPA Management</a:t>
              </a:r>
              <a:endParaRPr sz="800">
                <a:latin typeface="Salesforce Sans"/>
                <a:ea typeface="Salesforce Sans"/>
                <a:cs typeface="Salesforce Sans"/>
                <a:sym typeface="Salesforce Sans"/>
              </a:endParaRPr>
            </a:p>
          </p:txBody>
        </p:sp>
        <p:sp>
          <p:nvSpPr>
            <p:cNvPr id="2608" name="Google Shape;2608;p85"/>
            <p:cNvSpPr/>
            <p:nvPr/>
          </p:nvSpPr>
          <p:spPr>
            <a:xfrm>
              <a:off x="13527103"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09" name="Google Shape;2609;p85"/>
            <p:cNvSpPr txBox="1"/>
            <p:nvPr/>
          </p:nvSpPr>
          <p:spPr>
            <a:xfrm>
              <a:off x="13663150" y="1923400"/>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Compliant Intake &amp; Triage</a:t>
              </a:r>
              <a:endParaRPr sz="800">
                <a:latin typeface="Salesforce Sans"/>
                <a:ea typeface="Salesforce Sans"/>
                <a:cs typeface="Salesforce Sans"/>
                <a:sym typeface="Salesforce Sans"/>
              </a:endParaRPr>
            </a:p>
          </p:txBody>
        </p:sp>
        <p:sp>
          <p:nvSpPr>
            <p:cNvPr id="2610" name="Google Shape;2610;p85"/>
            <p:cNvSpPr/>
            <p:nvPr/>
          </p:nvSpPr>
          <p:spPr>
            <a:xfrm>
              <a:off x="13527103" y="1941847"/>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11" name="Google Shape;2611;p85"/>
            <p:cNvSpPr txBox="1"/>
            <p:nvPr/>
          </p:nvSpPr>
          <p:spPr>
            <a:xfrm>
              <a:off x="136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Adverse Event Detection</a:t>
              </a:r>
              <a:endParaRPr sz="800">
                <a:latin typeface="Salesforce Sans"/>
                <a:ea typeface="Salesforce Sans"/>
                <a:cs typeface="Salesforce Sans"/>
                <a:sym typeface="Salesforce Sans"/>
              </a:endParaRPr>
            </a:p>
          </p:txBody>
        </p:sp>
        <p:sp>
          <p:nvSpPr>
            <p:cNvPr id="2612" name="Google Shape;2612;p85"/>
            <p:cNvSpPr/>
            <p:nvPr/>
          </p:nvSpPr>
          <p:spPr>
            <a:xfrm>
              <a:off x="13527103" y="209685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3" name="Google Shape;2613;p85"/>
            <p:cNvSpPr txBox="1"/>
            <p:nvPr/>
          </p:nvSpPr>
          <p:spPr>
            <a:xfrm>
              <a:off x="136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EU MDR Documentation</a:t>
              </a:r>
              <a:endParaRPr sz="800">
                <a:latin typeface="Salesforce Sans"/>
                <a:ea typeface="Salesforce Sans"/>
                <a:cs typeface="Salesforce Sans"/>
                <a:sym typeface="Salesforce Sans"/>
              </a:endParaRPr>
            </a:p>
          </p:txBody>
        </p:sp>
        <p:sp>
          <p:nvSpPr>
            <p:cNvPr id="2614" name="Google Shape;2614;p85"/>
            <p:cNvSpPr/>
            <p:nvPr/>
          </p:nvSpPr>
          <p:spPr>
            <a:xfrm>
              <a:off x="13527103" y="2257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5" name="Google Shape;2615;p85"/>
            <p:cNvSpPr/>
            <p:nvPr/>
          </p:nvSpPr>
          <p:spPr>
            <a:xfrm>
              <a:off x="13527103" y="2567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6" name="Google Shape;2616;p85"/>
            <p:cNvSpPr/>
            <p:nvPr/>
          </p:nvSpPr>
          <p:spPr>
            <a:xfrm>
              <a:off x="13527103" y="2715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17" name="Google Shape;2617;p85"/>
            <p:cNvSpPr/>
            <p:nvPr/>
          </p:nvSpPr>
          <p:spPr>
            <a:xfrm>
              <a:off x="13527103" y="286692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8" name="Google Shape;2618;p85"/>
            <p:cNvSpPr/>
            <p:nvPr/>
          </p:nvSpPr>
          <p:spPr>
            <a:xfrm>
              <a:off x="13527103" y="30067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9" name="Google Shape;2619;p85"/>
            <p:cNvSpPr/>
            <p:nvPr/>
          </p:nvSpPr>
          <p:spPr>
            <a:xfrm>
              <a:off x="13527103" y="24184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20" name="Google Shape;2620;p85"/>
            <p:cNvSpPr txBox="1"/>
            <p:nvPr/>
          </p:nvSpPr>
          <p:spPr>
            <a:xfrm>
              <a:off x="11106306"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621" name="Google Shape;2621;p85"/>
            <p:cNvSpPr txBox="1"/>
            <p:nvPr/>
          </p:nvSpPr>
          <p:spPr>
            <a:xfrm>
              <a:off x="12306075"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622" name="Google Shape;2622;p85"/>
            <p:cNvGrpSpPr/>
            <p:nvPr/>
          </p:nvGrpSpPr>
          <p:grpSpPr>
            <a:xfrm>
              <a:off x="11125917" y="1793656"/>
              <a:ext cx="952541" cy="449700"/>
              <a:chOff x="5812280" y="1793656"/>
              <a:chExt cx="952541" cy="449700"/>
            </a:xfrm>
          </p:grpSpPr>
          <p:sp>
            <p:nvSpPr>
              <p:cNvPr id="2623" name="Google Shape;262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24" name="Google Shape;262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Quality &amp; Regulatory Affairs</a:t>
                </a:r>
                <a:endParaRPr sz="900">
                  <a:solidFill>
                    <a:srgbClr val="FFFFFF"/>
                  </a:solidFill>
                  <a:latin typeface="Avant Garde Demi SFDC"/>
                  <a:ea typeface="Avant Garde Demi SFDC"/>
                  <a:cs typeface="Avant Garde Demi SFDC"/>
                  <a:sym typeface="Avant Garde Demi SFDC"/>
                </a:endParaRPr>
              </a:p>
            </p:txBody>
          </p:sp>
        </p:grpSp>
        <p:sp>
          <p:nvSpPr>
            <p:cNvPr id="2625" name="Google Shape;2625;p85"/>
            <p:cNvSpPr txBox="1"/>
            <p:nvPr/>
          </p:nvSpPr>
          <p:spPr>
            <a:xfrm>
              <a:off x="136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626" name="Google Shape;2626;p85"/>
            <p:cNvSpPr txBox="1"/>
            <p:nvPr/>
          </p:nvSpPr>
          <p:spPr>
            <a:xfrm>
              <a:off x="12306067"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86AFE"/>
                  </a:solidFill>
                  <a:latin typeface="Salesforce Sans"/>
                  <a:ea typeface="Salesforce Sans"/>
                  <a:cs typeface="Salesforce Sans"/>
                  <a:sym typeface="Salesforce Sans"/>
                </a:rPr>
                <a:t>Quality &amp; Regulatory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86AFE"/>
                </a:solidFill>
                <a:latin typeface="Salesforce Sans"/>
                <a:ea typeface="Salesforce Sans"/>
                <a:cs typeface="Salesforce Sans"/>
                <a:sym typeface="Salesforce Sans"/>
              </a:endParaRPr>
            </a:p>
          </p:txBody>
        </p:sp>
        <p:sp>
          <p:nvSpPr>
            <p:cNvPr id="2627" name="Google Shape;2627;p85"/>
            <p:cNvSpPr txBox="1"/>
            <p:nvPr/>
          </p:nvSpPr>
          <p:spPr>
            <a:xfrm>
              <a:off x="136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Labeling &amp; IFU Compliance</a:t>
              </a:r>
              <a:endParaRPr i="0" sz="800" u="none" cap="none" strike="noStrike">
                <a:latin typeface="Salesforce Sans"/>
                <a:ea typeface="Salesforce Sans"/>
                <a:cs typeface="Salesforce Sans"/>
                <a:sym typeface="Salesforce Sans"/>
              </a:endParaRPr>
            </a:p>
          </p:txBody>
        </p:sp>
        <p:sp>
          <p:nvSpPr>
            <p:cNvPr id="2628" name="Google Shape;2628;p85"/>
            <p:cNvSpPr/>
            <p:nvPr/>
          </p:nvSpPr>
          <p:spPr>
            <a:xfrm>
              <a:off x="13527103" y="31572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29" name="Google Shape;2629;p85"/>
            <p:cNvSpPr txBox="1"/>
            <p:nvPr/>
          </p:nvSpPr>
          <p:spPr>
            <a:xfrm>
              <a:off x="13672676" y="68353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Candidate Matching</a:t>
              </a:r>
              <a:endParaRPr i="0" sz="800" u="none" cap="none" strike="noStrike">
                <a:latin typeface="Salesforce Sans"/>
                <a:ea typeface="Salesforce Sans"/>
                <a:cs typeface="Salesforce Sans"/>
                <a:sym typeface="Salesforce Sans"/>
              </a:endParaRPr>
            </a:p>
          </p:txBody>
        </p:sp>
        <p:sp>
          <p:nvSpPr>
            <p:cNvPr id="2630" name="Google Shape;2630;p85"/>
            <p:cNvSpPr txBox="1"/>
            <p:nvPr/>
          </p:nvSpPr>
          <p:spPr>
            <a:xfrm>
              <a:off x="13672674" y="697508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Filter and Search</a:t>
              </a:r>
              <a:endParaRPr i="0" sz="800" u="none" cap="none" strike="noStrike">
                <a:latin typeface="Salesforce Sans"/>
                <a:ea typeface="Salesforce Sans"/>
                <a:cs typeface="Salesforce Sans"/>
                <a:sym typeface="Salesforce Sans"/>
              </a:endParaRPr>
            </a:p>
          </p:txBody>
        </p:sp>
        <p:sp>
          <p:nvSpPr>
            <p:cNvPr id="2631" name="Google Shape;2631;p85"/>
            <p:cNvSpPr/>
            <p:nvPr/>
          </p:nvSpPr>
          <p:spPr>
            <a:xfrm>
              <a:off x="13536628" y="68539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2" name="Google Shape;2632;p85"/>
            <p:cNvSpPr/>
            <p:nvPr/>
          </p:nvSpPr>
          <p:spPr>
            <a:xfrm>
              <a:off x="13536628" y="69936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3" name="Google Shape;2633;p85"/>
            <p:cNvSpPr txBox="1"/>
            <p:nvPr/>
          </p:nvSpPr>
          <p:spPr>
            <a:xfrm>
              <a:off x="13672676" y="71256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Filter and Search</a:t>
              </a:r>
              <a:endParaRPr i="0" sz="800" u="none" cap="none" strike="noStrike">
                <a:latin typeface="Salesforce Sans"/>
                <a:ea typeface="Salesforce Sans"/>
                <a:cs typeface="Salesforce Sans"/>
                <a:sym typeface="Salesforce Sans"/>
              </a:endParaRPr>
            </a:p>
          </p:txBody>
        </p:sp>
        <p:sp>
          <p:nvSpPr>
            <p:cNvPr id="2634" name="Google Shape;2634;p85"/>
            <p:cNvSpPr txBox="1"/>
            <p:nvPr/>
          </p:nvSpPr>
          <p:spPr>
            <a:xfrm>
              <a:off x="13672674" y="7276850"/>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i="0" sz="800" u="none" cap="none" strike="noStrike">
                <a:latin typeface="Salesforce Sans"/>
                <a:ea typeface="Salesforce Sans"/>
                <a:cs typeface="Salesforce Sans"/>
                <a:sym typeface="Salesforce Sans"/>
              </a:endParaRPr>
            </a:p>
          </p:txBody>
        </p:sp>
        <p:sp>
          <p:nvSpPr>
            <p:cNvPr id="2635" name="Google Shape;2635;p85"/>
            <p:cNvSpPr txBox="1"/>
            <p:nvPr/>
          </p:nvSpPr>
          <p:spPr>
            <a:xfrm>
              <a:off x="13672674" y="7416625"/>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i="0" sz="800" u="none" cap="none" strike="noStrike">
                <a:latin typeface="Salesforce Sans"/>
                <a:ea typeface="Salesforce Sans"/>
                <a:cs typeface="Salesforce Sans"/>
                <a:sym typeface="Salesforce Sans"/>
              </a:endParaRPr>
            </a:p>
          </p:txBody>
        </p:sp>
        <p:sp>
          <p:nvSpPr>
            <p:cNvPr id="2636" name="Google Shape;2636;p85"/>
            <p:cNvSpPr/>
            <p:nvPr/>
          </p:nvSpPr>
          <p:spPr>
            <a:xfrm>
              <a:off x="13536628" y="71442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37" name="Google Shape;2637;p85"/>
            <p:cNvSpPr/>
            <p:nvPr/>
          </p:nvSpPr>
          <p:spPr>
            <a:xfrm>
              <a:off x="13536628" y="729544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8" name="Google Shape;2638;p85"/>
            <p:cNvSpPr/>
            <p:nvPr/>
          </p:nvSpPr>
          <p:spPr>
            <a:xfrm>
              <a:off x="13536628" y="74352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639" name="Google Shape;2639;p85"/>
            <p:cNvGrpSpPr/>
            <p:nvPr/>
          </p:nvGrpSpPr>
          <p:grpSpPr>
            <a:xfrm>
              <a:off x="11135442" y="3521656"/>
              <a:ext cx="952541" cy="449700"/>
              <a:chOff x="5812280" y="1793656"/>
              <a:chExt cx="952541" cy="449700"/>
            </a:xfrm>
          </p:grpSpPr>
          <p:sp>
            <p:nvSpPr>
              <p:cNvPr id="2640" name="Google Shape;2640;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1" name="Google Shape;2641;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Finance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 Access</a:t>
                </a:r>
                <a:endParaRPr sz="900">
                  <a:solidFill>
                    <a:srgbClr val="FFFFFF"/>
                  </a:solidFill>
                  <a:latin typeface="Avant Garde Demi SFDC"/>
                  <a:ea typeface="Avant Garde Demi SFDC"/>
                  <a:cs typeface="Avant Garde Demi SFDC"/>
                  <a:sym typeface="Avant Garde Demi SFDC"/>
                </a:endParaRPr>
              </a:p>
            </p:txBody>
          </p:sp>
        </p:grpSp>
        <p:grpSp>
          <p:nvGrpSpPr>
            <p:cNvPr id="2642" name="Google Shape;2642;p85"/>
            <p:cNvGrpSpPr/>
            <p:nvPr/>
          </p:nvGrpSpPr>
          <p:grpSpPr>
            <a:xfrm>
              <a:off x="11135442" y="5120481"/>
              <a:ext cx="952541" cy="449700"/>
              <a:chOff x="5812280" y="1793656"/>
              <a:chExt cx="952541" cy="449700"/>
            </a:xfrm>
          </p:grpSpPr>
          <p:sp>
            <p:nvSpPr>
              <p:cNvPr id="2643" name="Google Shape;264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4" name="Google Shape;264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grpSp>
          <p:nvGrpSpPr>
            <p:cNvPr id="2645" name="Google Shape;2645;p85"/>
            <p:cNvGrpSpPr/>
            <p:nvPr/>
          </p:nvGrpSpPr>
          <p:grpSpPr>
            <a:xfrm>
              <a:off x="11135442" y="6869256"/>
              <a:ext cx="952541" cy="449700"/>
              <a:chOff x="5812280" y="1793656"/>
              <a:chExt cx="952541" cy="449700"/>
            </a:xfrm>
          </p:grpSpPr>
          <p:sp>
            <p:nvSpPr>
              <p:cNvPr id="2646" name="Google Shape;2646;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7" name="Google Shape;2647;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grpSp>
          <p:nvGrpSpPr>
            <p:cNvPr id="2648" name="Google Shape;2648;p85"/>
            <p:cNvGrpSpPr/>
            <p:nvPr/>
          </p:nvGrpSpPr>
          <p:grpSpPr>
            <a:xfrm>
              <a:off x="11135442" y="7661443"/>
              <a:ext cx="952541" cy="449700"/>
              <a:chOff x="5812280" y="1793656"/>
              <a:chExt cx="952541" cy="449700"/>
            </a:xfrm>
          </p:grpSpPr>
          <p:sp>
            <p:nvSpPr>
              <p:cNvPr id="2649" name="Google Shape;2649;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50" name="Google Shape;2650;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p:txBody>
          </p:sp>
        </p:grpSp>
        <p:sp>
          <p:nvSpPr>
            <p:cNvPr id="2651" name="Google Shape;2651;p85"/>
            <p:cNvSpPr txBox="1"/>
            <p:nvPr/>
          </p:nvSpPr>
          <p:spPr>
            <a:xfrm>
              <a:off x="13664981" y="32824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652" name="Google Shape;2652;p85"/>
            <p:cNvSpPr txBox="1"/>
            <p:nvPr/>
          </p:nvSpPr>
          <p:spPr>
            <a:xfrm>
              <a:off x="13672674" y="7639163"/>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i="0" sz="800" u="none" cap="none" strike="noStrike">
                <a:latin typeface="Salesforce Sans"/>
                <a:ea typeface="Salesforce Sans"/>
                <a:cs typeface="Salesforce Sans"/>
                <a:sym typeface="Salesforce Sans"/>
              </a:endParaRPr>
            </a:p>
          </p:txBody>
        </p:sp>
        <p:sp>
          <p:nvSpPr>
            <p:cNvPr id="2653" name="Google Shape;2653;p85"/>
            <p:cNvSpPr/>
            <p:nvPr/>
          </p:nvSpPr>
          <p:spPr>
            <a:xfrm>
              <a:off x="13536628" y="7657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54" name="Google Shape;2654;p85"/>
            <p:cNvSpPr txBox="1"/>
            <p:nvPr/>
          </p:nvSpPr>
          <p:spPr>
            <a:xfrm>
              <a:off x="13672676" y="7789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Patient Response</a:t>
              </a:r>
              <a:endParaRPr i="0" sz="800" u="none" cap="none" strike="noStrike">
                <a:latin typeface="Salesforce Sans"/>
                <a:ea typeface="Salesforce Sans"/>
                <a:cs typeface="Salesforce Sans"/>
                <a:sym typeface="Salesforce Sans"/>
              </a:endParaRPr>
            </a:p>
          </p:txBody>
        </p:sp>
        <p:sp>
          <p:nvSpPr>
            <p:cNvPr id="2655" name="Google Shape;2655;p85"/>
            <p:cNvSpPr txBox="1"/>
            <p:nvPr/>
          </p:nvSpPr>
          <p:spPr>
            <a:xfrm>
              <a:off x="13672674" y="7940925"/>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i="0" sz="800" u="none" cap="none" strike="noStrike">
                <a:latin typeface="Salesforce Sans"/>
                <a:ea typeface="Salesforce Sans"/>
                <a:cs typeface="Salesforce Sans"/>
                <a:sym typeface="Salesforce Sans"/>
              </a:endParaRPr>
            </a:p>
          </p:txBody>
        </p:sp>
        <p:sp>
          <p:nvSpPr>
            <p:cNvPr id="2656" name="Google Shape;2656;p85"/>
            <p:cNvSpPr txBox="1"/>
            <p:nvPr/>
          </p:nvSpPr>
          <p:spPr>
            <a:xfrm>
              <a:off x="13672674" y="8080700"/>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Summary</a:t>
              </a:r>
              <a:endParaRPr i="0" sz="800" u="none" cap="none" strike="noStrike">
                <a:latin typeface="Salesforce Sans"/>
                <a:ea typeface="Salesforce Sans"/>
                <a:cs typeface="Salesforce Sans"/>
                <a:sym typeface="Salesforce Sans"/>
              </a:endParaRPr>
            </a:p>
          </p:txBody>
        </p:sp>
        <p:sp>
          <p:nvSpPr>
            <p:cNvPr id="2657" name="Google Shape;2657;p85"/>
            <p:cNvSpPr/>
            <p:nvPr/>
          </p:nvSpPr>
          <p:spPr>
            <a:xfrm>
              <a:off x="13536628" y="780831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58" name="Google Shape;2658;p85"/>
            <p:cNvSpPr/>
            <p:nvPr/>
          </p:nvSpPr>
          <p:spPr>
            <a:xfrm>
              <a:off x="13536628" y="795952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59" name="Google Shape;2659;p85"/>
            <p:cNvSpPr/>
            <p:nvPr/>
          </p:nvSpPr>
          <p:spPr>
            <a:xfrm>
              <a:off x="13536628" y="80993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60" name="Google Shape;2660;p85"/>
            <p:cNvSpPr txBox="1"/>
            <p:nvPr/>
          </p:nvSpPr>
          <p:spPr>
            <a:xfrm>
              <a:off x="13672676" y="57286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IT Service Desk</a:t>
              </a:r>
              <a:endParaRPr i="0" sz="800" u="none" cap="none" strike="noStrike">
                <a:latin typeface="Salesforce Sans"/>
                <a:ea typeface="Salesforce Sans"/>
                <a:cs typeface="Salesforce Sans"/>
                <a:sym typeface="Salesforce Sans"/>
              </a:endParaRPr>
            </a:p>
          </p:txBody>
        </p:sp>
        <p:sp>
          <p:nvSpPr>
            <p:cNvPr id="2661" name="Google Shape;2661;p85"/>
            <p:cNvSpPr txBox="1"/>
            <p:nvPr/>
          </p:nvSpPr>
          <p:spPr>
            <a:xfrm>
              <a:off x="13672676" y="58772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Expenses Management</a:t>
              </a:r>
              <a:endParaRPr i="0" sz="800" u="none" cap="none" strike="noStrike">
                <a:latin typeface="Salesforce Sans"/>
                <a:ea typeface="Salesforce Sans"/>
                <a:cs typeface="Salesforce Sans"/>
                <a:sym typeface="Salesforce Sans"/>
              </a:endParaRPr>
            </a:p>
          </p:txBody>
        </p:sp>
        <p:sp>
          <p:nvSpPr>
            <p:cNvPr id="2662" name="Google Shape;2662;p85"/>
            <p:cNvSpPr txBox="1"/>
            <p:nvPr/>
          </p:nvSpPr>
          <p:spPr>
            <a:xfrm>
              <a:off x="13672676" y="60258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Facilities &amp; Asset</a:t>
              </a:r>
              <a:endParaRPr i="0" sz="800" u="none" cap="none" strike="noStrike">
                <a:latin typeface="Salesforce Sans"/>
                <a:ea typeface="Salesforce Sans"/>
                <a:cs typeface="Salesforce Sans"/>
                <a:sym typeface="Salesforce Sans"/>
              </a:endParaRPr>
            </a:p>
          </p:txBody>
        </p:sp>
        <p:sp>
          <p:nvSpPr>
            <p:cNvPr id="2663" name="Google Shape;2663;p85"/>
            <p:cNvSpPr txBox="1"/>
            <p:nvPr/>
          </p:nvSpPr>
          <p:spPr>
            <a:xfrm>
              <a:off x="13672676" y="61770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HR Onboarding</a:t>
              </a:r>
              <a:endParaRPr i="0" sz="800" u="none" cap="none" strike="noStrike">
                <a:latin typeface="Salesforce Sans"/>
                <a:ea typeface="Salesforce Sans"/>
                <a:cs typeface="Salesforce Sans"/>
                <a:sym typeface="Salesforce Sans"/>
              </a:endParaRPr>
            </a:p>
          </p:txBody>
        </p:sp>
        <p:sp>
          <p:nvSpPr>
            <p:cNvPr id="2664" name="Google Shape;2664;p85"/>
            <p:cNvSpPr txBox="1"/>
            <p:nvPr/>
          </p:nvSpPr>
          <p:spPr>
            <a:xfrm>
              <a:off x="13672674" y="63168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Ethics and Compliance</a:t>
              </a:r>
              <a:endParaRPr i="0" sz="800" u="none" cap="none" strike="noStrike">
                <a:latin typeface="Salesforce Sans"/>
                <a:ea typeface="Salesforce Sans"/>
                <a:cs typeface="Salesforce Sans"/>
                <a:sym typeface="Salesforce Sans"/>
              </a:endParaRPr>
            </a:p>
          </p:txBody>
        </p:sp>
        <p:sp>
          <p:nvSpPr>
            <p:cNvPr id="2665" name="Google Shape;2665;p85"/>
            <p:cNvSpPr txBox="1"/>
            <p:nvPr/>
          </p:nvSpPr>
          <p:spPr>
            <a:xfrm>
              <a:off x="13672676" y="50971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2666" name="Google Shape;2666;p85"/>
            <p:cNvSpPr/>
            <p:nvPr/>
          </p:nvSpPr>
          <p:spPr>
            <a:xfrm>
              <a:off x="13536628" y="51155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67" name="Google Shape;2667;p85"/>
            <p:cNvSpPr txBox="1"/>
            <p:nvPr/>
          </p:nvSpPr>
          <p:spPr>
            <a:xfrm>
              <a:off x="13672675" y="52521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Technician Certification</a:t>
              </a:r>
              <a:endParaRPr sz="800">
                <a:latin typeface="Salesforce Sans"/>
                <a:ea typeface="Salesforce Sans"/>
                <a:cs typeface="Salesforce Sans"/>
                <a:sym typeface="Salesforce Sans"/>
              </a:endParaRPr>
            </a:p>
          </p:txBody>
        </p:sp>
        <p:sp>
          <p:nvSpPr>
            <p:cNvPr id="2668" name="Google Shape;2668;p85"/>
            <p:cNvSpPr/>
            <p:nvPr/>
          </p:nvSpPr>
          <p:spPr>
            <a:xfrm>
              <a:off x="13536628" y="52705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69" name="Google Shape;2669;p85"/>
            <p:cNvSpPr txBox="1"/>
            <p:nvPr/>
          </p:nvSpPr>
          <p:spPr>
            <a:xfrm>
              <a:off x="13672676" y="54071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Procurement Optimization</a:t>
              </a:r>
              <a:endParaRPr sz="800">
                <a:latin typeface="Salesforce Sans"/>
                <a:ea typeface="Salesforce Sans"/>
                <a:cs typeface="Salesforce Sans"/>
                <a:sym typeface="Salesforce Sans"/>
              </a:endParaRPr>
            </a:p>
          </p:txBody>
        </p:sp>
        <p:sp>
          <p:nvSpPr>
            <p:cNvPr id="2670" name="Google Shape;2670;p85"/>
            <p:cNvSpPr/>
            <p:nvPr/>
          </p:nvSpPr>
          <p:spPr>
            <a:xfrm>
              <a:off x="13536628" y="542558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1" name="Google Shape;2671;p85"/>
            <p:cNvSpPr txBox="1"/>
            <p:nvPr/>
          </p:nvSpPr>
          <p:spPr>
            <a:xfrm>
              <a:off x="13672675" y="55679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Contract Intelligence</a:t>
              </a:r>
              <a:endParaRPr sz="800">
                <a:latin typeface="Salesforce Sans"/>
                <a:ea typeface="Salesforce Sans"/>
                <a:cs typeface="Salesforce Sans"/>
                <a:sym typeface="Salesforce Sans"/>
              </a:endParaRPr>
            </a:p>
          </p:txBody>
        </p:sp>
        <p:sp>
          <p:nvSpPr>
            <p:cNvPr id="2672" name="Google Shape;2672;p85"/>
            <p:cNvSpPr/>
            <p:nvPr/>
          </p:nvSpPr>
          <p:spPr>
            <a:xfrm>
              <a:off x="13536628" y="55863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3" name="Google Shape;2673;p85"/>
            <p:cNvSpPr/>
            <p:nvPr/>
          </p:nvSpPr>
          <p:spPr>
            <a:xfrm>
              <a:off x="13536628" y="58958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4" name="Google Shape;2674;p85"/>
            <p:cNvSpPr/>
            <p:nvPr/>
          </p:nvSpPr>
          <p:spPr>
            <a:xfrm>
              <a:off x="13536628" y="60444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75" name="Google Shape;2675;p85"/>
            <p:cNvSpPr/>
            <p:nvPr/>
          </p:nvSpPr>
          <p:spPr>
            <a:xfrm>
              <a:off x="13536628" y="6195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6" name="Google Shape;2676;p85"/>
            <p:cNvSpPr/>
            <p:nvPr/>
          </p:nvSpPr>
          <p:spPr>
            <a:xfrm>
              <a:off x="13536628" y="6335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7" name="Google Shape;2677;p85"/>
            <p:cNvSpPr/>
            <p:nvPr/>
          </p:nvSpPr>
          <p:spPr>
            <a:xfrm>
              <a:off x="13536628" y="57472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8" name="Google Shape;2678;p85"/>
            <p:cNvSpPr txBox="1"/>
            <p:nvPr/>
          </p:nvSpPr>
          <p:spPr>
            <a:xfrm>
              <a:off x="13672676" y="64673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Executive Insights</a:t>
              </a:r>
              <a:endParaRPr i="0" sz="800" u="none" cap="none" strike="noStrike">
                <a:latin typeface="Salesforce Sans"/>
                <a:ea typeface="Salesforce Sans"/>
                <a:cs typeface="Salesforce Sans"/>
                <a:sym typeface="Salesforce Sans"/>
              </a:endParaRPr>
            </a:p>
          </p:txBody>
        </p:sp>
        <p:sp>
          <p:nvSpPr>
            <p:cNvPr id="2679" name="Google Shape;2679;p85"/>
            <p:cNvSpPr/>
            <p:nvPr/>
          </p:nvSpPr>
          <p:spPr>
            <a:xfrm>
              <a:off x="13536628" y="6485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80" name="Google Shape;2680;p85"/>
            <p:cNvSpPr txBox="1"/>
            <p:nvPr/>
          </p:nvSpPr>
          <p:spPr>
            <a:xfrm>
              <a:off x="13674506" y="66111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681" name="Google Shape;2681;p85"/>
            <p:cNvSpPr txBox="1"/>
            <p:nvPr/>
          </p:nvSpPr>
          <p:spPr>
            <a:xfrm>
              <a:off x="13672676" y="41284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Working Capital</a:t>
              </a:r>
              <a:endParaRPr i="0" sz="800" u="none" cap="none" strike="noStrike">
                <a:latin typeface="Salesforce Sans"/>
                <a:ea typeface="Salesforce Sans"/>
                <a:cs typeface="Salesforce Sans"/>
                <a:sym typeface="Salesforce Sans"/>
              </a:endParaRPr>
            </a:p>
          </p:txBody>
        </p:sp>
        <p:sp>
          <p:nvSpPr>
            <p:cNvPr id="2682" name="Google Shape;2682;p85"/>
            <p:cNvSpPr txBox="1"/>
            <p:nvPr/>
          </p:nvSpPr>
          <p:spPr>
            <a:xfrm>
              <a:off x="13672676" y="42770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Tender Strategy</a:t>
              </a:r>
              <a:endParaRPr i="0" sz="800" u="none" cap="none" strike="noStrike">
                <a:latin typeface="Salesforce Sans"/>
                <a:ea typeface="Salesforce Sans"/>
                <a:cs typeface="Salesforce Sans"/>
                <a:sym typeface="Salesforce Sans"/>
              </a:endParaRPr>
            </a:p>
          </p:txBody>
        </p:sp>
        <p:sp>
          <p:nvSpPr>
            <p:cNvPr id="2683" name="Google Shape;2683;p85"/>
            <p:cNvSpPr txBox="1"/>
            <p:nvPr/>
          </p:nvSpPr>
          <p:spPr>
            <a:xfrm>
              <a:off x="13672676" y="44256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Dispute Resolution</a:t>
              </a:r>
              <a:endParaRPr i="0" sz="800" u="none" cap="none" strike="noStrike">
                <a:latin typeface="Salesforce Sans"/>
                <a:ea typeface="Salesforce Sans"/>
                <a:cs typeface="Salesforce Sans"/>
                <a:sym typeface="Salesforce Sans"/>
              </a:endParaRPr>
            </a:p>
          </p:txBody>
        </p:sp>
        <p:sp>
          <p:nvSpPr>
            <p:cNvPr id="2684" name="Google Shape;2684;p85"/>
            <p:cNvSpPr txBox="1"/>
            <p:nvPr/>
          </p:nvSpPr>
          <p:spPr>
            <a:xfrm>
              <a:off x="13672676" y="45768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Strategy</a:t>
              </a:r>
              <a:endParaRPr i="0" sz="800" u="none" cap="none" strike="noStrike">
                <a:latin typeface="Salesforce Sans"/>
                <a:ea typeface="Salesforce Sans"/>
                <a:cs typeface="Salesforce Sans"/>
                <a:sym typeface="Salesforce Sans"/>
              </a:endParaRPr>
            </a:p>
          </p:txBody>
        </p:sp>
        <p:sp>
          <p:nvSpPr>
            <p:cNvPr id="2685" name="Google Shape;2685;p85"/>
            <p:cNvSpPr txBox="1"/>
            <p:nvPr/>
          </p:nvSpPr>
          <p:spPr>
            <a:xfrm>
              <a:off x="13672674" y="47166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a:t>
              </a:r>
              <a:endParaRPr i="0" sz="800" u="none" cap="none" strike="noStrike">
                <a:latin typeface="Salesforce Sans"/>
                <a:ea typeface="Salesforce Sans"/>
                <a:cs typeface="Salesforce Sans"/>
                <a:sym typeface="Salesforce Sans"/>
              </a:endParaRPr>
            </a:p>
          </p:txBody>
        </p:sp>
        <p:sp>
          <p:nvSpPr>
            <p:cNvPr id="2686" name="Google Shape;2686;p85"/>
            <p:cNvSpPr txBox="1"/>
            <p:nvPr/>
          </p:nvSpPr>
          <p:spPr>
            <a:xfrm>
              <a:off x="13672676" y="34969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2687" name="Google Shape;2687;p85"/>
            <p:cNvSpPr/>
            <p:nvPr/>
          </p:nvSpPr>
          <p:spPr>
            <a:xfrm>
              <a:off x="13536628" y="35153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88" name="Google Shape;2688;p85"/>
            <p:cNvSpPr txBox="1"/>
            <p:nvPr/>
          </p:nvSpPr>
          <p:spPr>
            <a:xfrm>
              <a:off x="13672675" y="36519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Compliance</a:t>
              </a:r>
              <a:endParaRPr sz="800">
                <a:latin typeface="Salesforce Sans"/>
                <a:ea typeface="Salesforce Sans"/>
                <a:cs typeface="Salesforce Sans"/>
                <a:sym typeface="Salesforce Sans"/>
              </a:endParaRPr>
            </a:p>
          </p:txBody>
        </p:sp>
        <p:sp>
          <p:nvSpPr>
            <p:cNvPr id="2689" name="Google Shape;2689;p85"/>
            <p:cNvSpPr/>
            <p:nvPr/>
          </p:nvSpPr>
          <p:spPr>
            <a:xfrm>
              <a:off x="13536628" y="36703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90" name="Google Shape;2690;p85"/>
            <p:cNvSpPr txBox="1"/>
            <p:nvPr/>
          </p:nvSpPr>
          <p:spPr>
            <a:xfrm>
              <a:off x="13672676" y="38069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Revenue Recognition</a:t>
              </a:r>
              <a:endParaRPr sz="800">
                <a:latin typeface="Salesforce Sans"/>
                <a:ea typeface="Salesforce Sans"/>
                <a:cs typeface="Salesforce Sans"/>
                <a:sym typeface="Salesforce Sans"/>
              </a:endParaRPr>
            </a:p>
          </p:txBody>
        </p:sp>
        <p:sp>
          <p:nvSpPr>
            <p:cNvPr id="2691" name="Google Shape;2691;p85"/>
            <p:cNvSpPr/>
            <p:nvPr/>
          </p:nvSpPr>
          <p:spPr>
            <a:xfrm>
              <a:off x="13536628" y="382538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2" name="Google Shape;2692;p85"/>
            <p:cNvSpPr txBox="1"/>
            <p:nvPr/>
          </p:nvSpPr>
          <p:spPr>
            <a:xfrm>
              <a:off x="13672675" y="39677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Reimbursement Intelligence</a:t>
              </a:r>
              <a:endParaRPr sz="800">
                <a:latin typeface="Salesforce Sans"/>
                <a:ea typeface="Salesforce Sans"/>
                <a:cs typeface="Salesforce Sans"/>
                <a:sym typeface="Salesforce Sans"/>
              </a:endParaRPr>
            </a:p>
          </p:txBody>
        </p:sp>
        <p:sp>
          <p:nvSpPr>
            <p:cNvPr id="2693" name="Google Shape;2693;p85"/>
            <p:cNvSpPr/>
            <p:nvPr/>
          </p:nvSpPr>
          <p:spPr>
            <a:xfrm>
              <a:off x="13536628" y="3986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4" name="Google Shape;2694;p85"/>
            <p:cNvSpPr/>
            <p:nvPr/>
          </p:nvSpPr>
          <p:spPr>
            <a:xfrm>
              <a:off x="13536628" y="42956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5" name="Google Shape;2695;p85"/>
            <p:cNvSpPr/>
            <p:nvPr/>
          </p:nvSpPr>
          <p:spPr>
            <a:xfrm>
              <a:off x="13536628" y="4444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96" name="Google Shape;2696;p85"/>
            <p:cNvSpPr/>
            <p:nvPr/>
          </p:nvSpPr>
          <p:spPr>
            <a:xfrm>
              <a:off x="13536628" y="45954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7" name="Google Shape;2697;p85"/>
            <p:cNvSpPr/>
            <p:nvPr/>
          </p:nvSpPr>
          <p:spPr>
            <a:xfrm>
              <a:off x="13536628" y="47352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8" name="Google Shape;2698;p85"/>
            <p:cNvSpPr/>
            <p:nvPr/>
          </p:nvSpPr>
          <p:spPr>
            <a:xfrm>
              <a:off x="13536628" y="414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9" name="Google Shape;2699;p85"/>
            <p:cNvSpPr txBox="1"/>
            <p:nvPr/>
          </p:nvSpPr>
          <p:spPr>
            <a:xfrm>
              <a:off x="13672676" y="48671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Revenue Optimization</a:t>
              </a:r>
              <a:endParaRPr i="0" sz="800" u="none" cap="none" strike="noStrike">
                <a:latin typeface="Salesforce Sans"/>
                <a:ea typeface="Salesforce Sans"/>
                <a:cs typeface="Salesforce Sans"/>
                <a:sym typeface="Salesforce Sans"/>
              </a:endParaRPr>
            </a:p>
          </p:txBody>
        </p:sp>
        <p:sp>
          <p:nvSpPr>
            <p:cNvPr id="2700" name="Google Shape;2700;p85"/>
            <p:cNvSpPr/>
            <p:nvPr/>
          </p:nvSpPr>
          <p:spPr>
            <a:xfrm>
              <a:off x="13536628" y="488578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Communications" showMasterSp="0">
  <p:cSld name="TITLE_AND_BODY_5_1_1_1_1_1_1">
    <p:spTree>
      <p:nvGrpSpPr>
        <p:cNvPr id="2701" name="Shape 2701"/>
        <p:cNvGrpSpPr/>
        <p:nvPr/>
      </p:nvGrpSpPr>
      <p:grpSpPr>
        <a:xfrm>
          <a:off x="0" y="0"/>
          <a:ext cx="0" cy="0"/>
          <a:chOff x="0" y="0"/>
          <a:chExt cx="0" cy="0"/>
        </a:xfrm>
      </p:grpSpPr>
      <p:sp>
        <p:nvSpPr>
          <p:cNvPr id="2702" name="Google Shape;2702;p86"/>
          <p:cNvSpPr txBox="1"/>
          <p:nvPr/>
        </p:nvSpPr>
        <p:spPr>
          <a:xfrm>
            <a:off x="571500" y="190500"/>
            <a:ext cx="17191200" cy="1246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2775"/>
              </a:buClr>
              <a:buSzPts val="5400"/>
              <a:buFont typeface="Arial"/>
              <a:buNone/>
            </a:pPr>
            <a:r>
              <a:rPr lang="en" sz="4500">
                <a:solidFill>
                  <a:srgbClr val="002775"/>
                </a:solidFill>
                <a:latin typeface="Avant Garde Demi SFDC"/>
                <a:ea typeface="Avant Garde Demi SFDC"/>
                <a:cs typeface="Avant Garde Demi SFDC"/>
                <a:sym typeface="Avant Garde Demi SFDC"/>
              </a:rPr>
              <a:t>Grow revenue and reduce churn across your communications business with 135+ agentic workflows </a:t>
            </a:r>
            <a:endParaRPr sz="4500">
              <a:solidFill>
                <a:srgbClr val="002775"/>
              </a:solidFill>
              <a:latin typeface="Avant Garde Demi SFDC"/>
              <a:ea typeface="Avant Garde Demi SFDC"/>
              <a:cs typeface="Avant Garde Demi SFDC"/>
              <a:sym typeface="Avant Garde Demi SFDC"/>
            </a:endParaRPr>
          </a:p>
        </p:txBody>
      </p:sp>
      <p:grpSp>
        <p:nvGrpSpPr>
          <p:cNvPr id="2703" name="Google Shape;2703;p86"/>
          <p:cNvGrpSpPr/>
          <p:nvPr/>
        </p:nvGrpSpPr>
        <p:grpSpPr>
          <a:xfrm>
            <a:off x="11416650" y="987281"/>
            <a:ext cx="6313200" cy="308305"/>
            <a:chOff x="11238000" y="957895"/>
            <a:chExt cx="6313200" cy="308305"/>
          </a:xfrm>
        </p:grpSpPr>
        <p:sp>
          <p:nvSpPr>
            <p:cNvPr id="2704" name="Google Shape;2704;p86"/>
            <p:cNvSpPr/>
            <p:nvPr/>
          </p:nvSpPr>
          <p:spPr>
            <a:xfrm>
              <a:off x="11238000" y="957895"/>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2705" name="Google Shape;2705;p86"/>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6" name="Google Shape;2706;p86"/>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07" name="Google Shape;2707;p86"/>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8" name="Google Shape;2708;p86"/>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9" name="Google Shape;2709;p86"/>
            <p:cNvSpPr txBox="1"/>
            <p:nvPr/>
          </p:nvSpPr>
          <p:spPr>
            <a:xfrm>
              <a:off x="16806898" y="1012344"/>
              <a:ext cx="521400" cy="1869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sp>
          <p:nvSpPr>
            <p:cNvPr id="2710" name="Google Shape;2710;p86"/>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2711" name="Google Shape;2711;p86"/>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2712" name="Google Shape;2712;p86"/>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2713" name="Google Shape;2713;p86"/>
          <p:cNvSpPr/>
          <p:nvPr/>
        </p:nvSpPr>
        <p:spPr>
          <a:xfrm>
            <a:off x="13069425" y="9848851"/>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b="1" sz="800">
              <a:latin typeface="Salesforce Sans"/>
              <a:ea typeface="Salesforce Sans"/>
              <a:cs typeface="Salesforce Sans"/>
              <a:sym typeface="Salesforce Sans"/>
            </a:endParaRPr>
          </a:p>
        </p:txBody>
      </p:sp>
      <p:sp>
        <p:nvSpPr>
          <p:cNvPr id="2714" name="Google Shape;2714;p86"/>
          <p:cNvSpPr/>
          <p:nvPr/>
        </p:nvSpPr>
        <p:spPr>
          <a:xfrm>
            <a:off x="1678107" y="867504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Customer Service </a:t>
            </a:r>
            <a:endParaRPr b="1" i="0" sz="900" u="none" cap="none" strike="noStrike">
              <a:solidFill>
                <a:srgbClr val="066AFE"/>
              </a:solidFill>
              <a:latin typeface="Salesforce Sans"/>
              <a:ea typeface="Salesforce Sans"/>
              <a:cs typeface="Salesforce Sans"/>
              <a:sym typeface="Salesforce Sans"/>
            </a:endParaRPr>
          </a:p>
        </p:txBody>
      </p:sp>
      <p:sp>
        <p:nvSpPr>
          <p:cNvPr id="2715" name="Google Shape;2715;p86"/>
          <p:cNvSpPr/>
          <p:nvPr/>
        </p:nvSpPr>
        <p:spPr>
          <a:xfrm>
            <a:off x="1678107" y="7641756"/>
            <a:ext cx="8154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Field Service </a:t>
            </a:r>
            <a:endParaRPr b="1" i="0" sz="900" u="none" cap="none" strike="noStrike">
              <a:solidFill>
                <a:srgbClr val="066AFE"/>
              </a:solidFill>
              <a:latin typeface="Salesforce Sans"/>
              <a:ea typeface="Salesforce Sans"/>
              <a:cs typeface="Salesforce Sans"/>
              <a:sym typeface="Salesforce Sans"/>
            </a:endParaRPr>
          </a:p>
        </p:txBody>
      </p:sp>
      <p:sp>
        <p:nvSpPr>
          <p:cNvPr id="2716" name="Google Shape;2716;p86"/>
          <p:cNvSpPr/>
          <p:nvPr/>
        </p:nvSpPr>
        <p:spPr>
          <a:xfrm>
            <a:off x="1678107" y="344130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In-person Retail Sales</a:t>
            </a:r>
            <a:endParaRPr b="1" i="0" sz="900" u="none" cap="none" strike="noStrike">
              <a:solidFill>
                <a:srgbClr val="066AFE"/>
              </a:solidFill>
              <a:latin typeface="Salesforce Sans"/>
              <a:ea typeface="Salesforce Sans"/>
              <a:cs typeface="Salesforce Sans"/>
              <a:sym typeface="Salesforce Sans"/>
            </a:endParaRPr>
          </a:p>
        </p:txBody>
      </p:sp>
      <p:sp>
        <p:nvSpPr>
          <p:cNvPr id="2717" name="Google Shape;2717;p86"/>
          <p:cNvSpPr/>
          <p:nvPr/>
        </p:nvSpPr>
        <p:spPr>
          <a:xfrm>
            <a:off x="1678102" y="2958581"/>
            <a:ext cx="1022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Retail Opening and Strategy </a:t>
            </a:r>
            <a:endParaRPr b="1" i="0" sz="900" u="none" cap="none" strike="noStrike">
              <a:solidFill>
                <a:srgbClr val="066AFE"/>
              </a:solidFill>
              <a:latin typeface="Salesforce Sans"/>
              <a:ea typeface="Salesforce Sans"/>
              <a:cs typeface="Salesforce Sans"/>
              <a:sym typeface="Salesforce Sans"/>
            </a:endParaRPr>
          </a:p>
        </p:txBody>
      </p:sp>
      <p:sp>
        <p:nvSpPr>
          <p:cNvPr id="2718" name="Google Shape;2718;p86"/>
          <p:cNvSpPr/>
          <p:nvPr/>
        </p:nvSpPr>
        <p:spPr>
          <a:xfrm>
            <a:off x="1678107" y="2322500"/>
            <a:ext cx="9525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Forecasting and Analytics </a:t>
            </a:r>
            <a:endParaRPr b="1" i="0" sz="900" u="none" cap="none" strike="noStrike">
              <a:solidFill>
                <a:srgbClr val="066AFE"/>
              </a:solidFill>
              <a:latin typeface="Salesforce Sans"/>
              <a:ea typeface="Salesforce Sans"/>
              <a:cs typeface="Salesforce Sans"/>
              <a:sym typeface="Salesforce Sans"/>
            </a:endParaRPr>
          </a:p>
        </p:txBody>
      </p:sp>
      <p:sp>
        <p:nvSpPr>
          <p:cNvPr id="2719" name="Google Shape;2719;p86"/>
          <p:cNvSpPr/>
          <p:nvPr/>
        </p:nvSpPr>
        <p:spPr>
          <a:xfrm>
            <a:off x="1678107" y="659735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Wholesaler Management </a:t>
            </a:r>
            <a:endParaRPr b="1" i="0" sz="900" u="none" cap="none" strike="noStrike">
              <a:solidFill>
                <a:srgbClr val="066AFE"/>
              </a:solidFill>
              <a:latin typeface="Salesforce Sans"/>
              <a:ea typeface="Salesforce Sans"/>
              <a:cs typeface="Salesforce Sans"/>
              <a:sym typeface="Salesforce Sans"/>
            </a:endParaRPr>
          </a:p>
        </p:txBody>
      </p:sp>
      <p:sp>
        <p:nvSpPr>
          <p:cNvPr id="2720" name="Google Shape;2720;p86"/>
          <p:cNvSpPr/>
          <p:nvPr/>
        </p:nvSpPr>
        <p:spPr>
          <a:xfrm>
            <a:off x="1678107" y="7022837"/>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Onboarding and Activation </a:t>
            </a:r>
            <a:endParaRPr b="1" i="0" sz="900" u="none" cap="none" strike="noStrike">
              <a:solidFill>
                <a:srgbClr val="066AFE"/>
              </a:solidFill>
              <a:latin typeface="Salesforce Sans"/>
              <a:ea typeface="Salesforce Sans"/>
              <a:cs typeface="Salesforce Sans"/>
              <a:sym typeface="Salesforce Sans"/>
            </a:endParaRPr>
          </a:p>
        </p:txBody>
      </p:sp>
      <p:sp>
        <p:nvSpPr>
          <p:cNvPr id="2721" name="Google Shape;2721;p86"/>
          <p:cNvSpPr/>
          <p:nvPr/>
        </p:nvSpPr>
        <p:spPr>
          <a:xfrm>
            <a:off x="1678107" y="4683367"/>
            <a:ext cx="8466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Reseller M</a:t>
            </a:r>
            <a:r>
              <a:rPr b="1" lang="en" sz="900">
                <a:solidFill>
                  <a:srgbClr val="066AFE"/>
                </a:solidFill>
                <a:latin typeface="Salesforce Sans"/>
                <a:ea typeface="Salesforce Sans"/>
                <a:cs typeface="Salesforce Sans"/>
                <a:sym typeface="Salesforce Sans"/>
              </a:rPr>
              <a:t>gmt </a:t>
            </a:r>
            <a:endParaRPr b="1" i="0" sz="900" u="none" cap="none" strike="noStrike">
              <a:solidFill>
                <a:srgbClr val="066AFE"/>
              </a:solidFill>
              <a:latin typeface="Salesforce Sans"/>
              <a:ea typeface="Salesforce Sans"/>
              <a:cs typeface="Salesforce Sans"/>
              <a:sym typeface="Salesforce Sans"/>
            </a:endParaRPr>
          </a:p>
        </p:txBody>
      </p:sp>
      <p:sp>
        <p:nvSpPr>
          <p:cNvPr id="2722" name="Google Shape;2722;p86"/>
          <p:cNvSpPr/>
          <p:nvPr/>
        </p:nvSpPr>
        <p:spPr>
          <a:xfrm>
            <a:off x="1678107" y="5010253"/>
            <a:ext cx="8154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B2C Quoting &amp; Contracting </a:t>
            </a:r>
            <a:endParaRPr b="1" i="0" sz="900" u="none" cap="none" strike="noStrike">
              <a:solidFill>
                <a:srgbClr val="066AFE"/>
              </a:solidFill>
              <a:latin typeface="Salesforce Sans"/>
              <a:ea typeface="Salesforce Sans"/>
              <a:cs typeface="Salesforce Sans"/>
              <a:sym typeface="Salesforce Sans"/>
            </a:endParaRPr>
          </a:p>
        </p:txBody>
      </p:sp>
      <p:sp>
        <p:nvSpPr>
          <p:cNvPr id="2723" name="Google Shape;2723;p86"/>
          <p:cNvSpPr/>
          <p:nvPr/>
        </p:nvSpPr>
        <p:spPr>
          <a:xfrm>
            <a:off x="1678107" y="3889267"/>
            <a:ext cx="815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a:t>
            </a:r>
            <a:r>
              <a:rPr b="1" lang="en" sz="900">
                <a:solidFill>
                  <a:srgbClr val="066AFE"/>
                </a:solidFill>
                <a:latin typeface="Salesforce Sans"/>
                <a:ea typeface="Salesforce Sans"/>
                <a:cs typeface="Salesforce Sans"/>
                <a:sym typeface="Salesforce Sans"/>
              </a:rPr>
              <a:t>B</a:t>
            </a:r>
            <a:r>
              <a:rPr b="1" i="0" lang="en" sz="900" u="none" cap="none" strike="noStrike">
                <a:solidFill>
                  <a:srgbClr val="066AFE"/>
                </a:solidFill>
                <a:latin typeface="Salesforce Sans"/>
                <a:ea typeface="Salesforce Sans"/>
                <a:cs typeface="Salesforce Sans"/>
                <a:sym typeface="Salesforce Sans"/>
              </a:rPr>
              <a:t> Acquisition </a:t>
            </a:r>
            <a:endParaRPr b="1" i="0" sz="900" u="none" cap="none" strike="noStrike">
              <a:solidFill>
                <a:srgbClr val="066AFE"/>
              </a:solidFill>
              <a:latin typeface="Salesforce Sans"/>
              <a:ea typeface="Salesforce Sans"/>
              <a:cs typeface="Salesforce Sans"/>
              <a:sym typeface="Salesforce Sans"/>
            </a:endParaRPr>
          </a:p>
        </p:txBody>
      </p:sp>
      <p:sp>
        <p:nvSpPr>
          <p:cNvPr id="2724" name="Google Shape;2724;p86"/>
          <p:cNvSpPr/>
          <p:nvPr/>
        </p:nvSpPr>
        <p:spPr>
          <a:xfrm>
            <a:off x="1678107" y="564406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B2B Deal Management </a:t>
            </a:r>
            <a:endParaRPr b="1" i="0" sz="900" u="none" cap="none" strike="noStrike">
              <a:solidFill>
                <a:srgbClr val="066AFE"/>
              </a:solidFill>
              <a:latin typeface="Salesforce Sans"/>
              <a:ea typeface="Salesforce Sans"/>
              <a:cs typeface="Salesforce Sans"/>
              <a:sym typeface="Salesforce Sans"/>
            </a:endParaRPr>
          </a:p>
        </p:txBody>
      </p:sp>
      <p:sp>
        <p:nvSpPr>
          <p:cNvPr id="2725" name="Google Shape;2725;p86"/>
          <p:cNvSpPr txBox="1"/>
          <p:nvPr/>
        </p:nvSpPr>
        <p:spPr>
          <a:xfrm>
            <a:off x="2936457" y="29538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Launch Planning</a:t>
            </a:r>
            <a:endParaRPr i="0" sz="800" u="none" cap="none" strike="noStrike">
              <a:latin typeface="Salesforce Sans"/>
              <a:ea typeface="Salesforce Sans"/>
              <a:cs typeface="Salesforce Sans"/>
              <a:sym typeface="Salesforce Sans"/>
            </a:endParaRPr>
          </a:p>
        </p:txBody>
      </p:sp>
      <p:sp>
        <p:nvSpPr>
          <p:cNvPr id="2726" name="Google Shape;2726;p86"/>
          <p:cNvSpPr txBox="1"/>
          <p:nvPr/>
        </p:nvSpPr>
        <p:spPr>
          <a:xfrm>
            <a:off x="2936457" y="31095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2727" name="Google Shape;2727;p86"/>
          <p:cNvSpPr txBox="1"/>
          <p:nvPr/>
        </p:nvSpPr>
        <p:spPr>
          <a:xfrm>
            <a:off x="2936457" y="3265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Asset Deployment</a:t>
            </a:r>
            <a:endParaRPr i="0" sz="800" u="none" cap="none" strike="noStrike">
              <a:latin typeface="Salesforce Sans"/>
              <a:ea typeface="Salesforce Sans"/>
              <a:cs typeface="Salesforce Sans"/>
              <a:sym typeface="Salesforce Sans"/>
            </a:endParaRPr>
          </a:p>
        </p:txBody>
      </p:sp>
      <p:sp>
        <p:nvSpPr>
          <p:cNvPr id="2728" name="Google Shape;2728;p86"/>
          <p:cNvSpPr txBox="1"/>
          <p:nvPr/>
        </p:nvSpPr>
        <p:spPr>
          <a:xfrm>
            <a:off x="2936457" y="38870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2729" name="Google Shape;2729;p86"/>
          <p:cNvSpPr txBox="1"/>
          <p:nvPr/>
        </p:nvSpPr>
        <p:spPr>
          <a:xfrm>
            <a:off x="2936465" y="343687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Shopping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Product Recommendations</a:t>
            </a:r>
            <a:endParaRPr i="0" sz="800" u="none" cap="none" strike="noStrike">
              <a:latin typeface="Salesforce Sans"/>
              <a:ea typeface="Salesforce Sans"/>
              <a:cs typeface="Salesforce Sans"/>
              <a:sym typeface="Salesforce Sans"/>
            </a:endParaRPr>
          </a:p>
        </p:txBody>
      </p:sp>
      <p:sp>
        <p:nvSpPr>
          <p:cNvPr id="2730" name="Google Shape;2730;p86"/>
          <p:cNvSpPr txBox="1"/>
          <p:nvPr/>
        </p:nvSpPr>
        <p:spPr>
          <a:xfrm>
            <a:off x="2936457" y="41961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Summary &amp; Agenda</a:t>
            </a:r>
            <a:endParaRPr i="0" sz="800" u="none" cap="none" strike="noStrike">
              <a:latin typeface="Salesforce Sans"/>
              <a:ea typeface="Salesforce Sans"/>
              <a:cs typeface="Salesforce Sans"/>
              <a:sym typeface="Salesforce Sans"/>
            </a:endParaRPr>
          </a:p>
        </p:txBody>
      </p:sp>
      <p:sp>
        <p:nvSpPr>
          <p:cNvPr id="2731" name="Google Shape;2731;p86"/>
          <p:cNvSpPr txBox="1"/>
          <p:nvPr/>
        </p:nvSpPr>
        <p:spPr>
          <a:xfrm>
            <a:off x="2936457" y="40403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2732" name="Google Shape;2732;p86"/>
          <p:cNvSpPr txBox="1"/>
          <p:nvPr/>
        </p:nvSpPr>
        <p:spPr>
          <a:xfrm>
            <a:off x="2936457" y="45052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Prioritize Opportunities</a:t>
            </a:r>
            <a:endParaRPr i="0" sz="800" u="none" cap="none" strike="noStrike">
              <a:latin typeface="Salesforce Sans"/>
              <a:ea typeface="Salesforce Sans"/>
              <a:cs typeface="Salesforce Sans"/>
              <a:sym typeface="Salesforce Sans"/>
            </a:endParaRPr>
          </a:p>
        </p:txBody>
      </p:sp>
      <p:sp>
        <p:nvSpPr>
          <p:cNvPr id="2733" name="Google Shape;2733;p86"/>
          <p:cNvSpPr txBox="1"/>
          <p:nvPr/>
        </p:nvSpPr>
        <p:spPr>
          <a:xfrm>
            <a:off x="2936457" y="43495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SDR</a:t>
            </a:r>
            <a:endParaRPr i="0" sz="800" u="none" cap="none" strike="noStrike">
              <a:latin typeface="Salesforce Sans"/>
              <a:ea typeface="Salesforce Sans"/>
              <a:cs typeface="Salesforce Sans"/>
              <a:sym typeface="Salesforce Sans"/>
            </a:endParaRPr>
          </a:p>
        </p:txBody>
      </p:sp>
      <p:sp>
        <p:nvSpPr>
          <p:cNvPr id="2734" name="Google Shape;2734;p86"/>
          <p:cNvSpPr txBox="1"/>
          <p:nvPr/>
        </p:nvSpPr>
        <p:spPr>
          <a:xfrm>
            <a:off x="2936457" y="4833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2735" name="Google Shape;2735;p86"/>
          <p:cNvSpPr txBox="1"/>
          <p:nvPr/>
        </p:nvSpPr>
        <p:spPr>
          <a:xfrm>
            <a:off x="2936457" y="500832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a:t>
            </a:r>
            <a:endParaRPr i="0" sz="800" u="none" cap="none" strike="noStrike">
              <a:latin typeface="Salesforce Sans"/>
              <a:ea typeface="Salesforce Sans"/>
              <a:cs typeface="Salesforce Sans"/>
              <a:sym typeface="Salesforce Sans"/>
            </a:endParaRPr>
          </a:p>
        </p:txBody>
      </p:sp>
      <p:sp>
        <p:nvSpPr>
          <p:cNvPr id="2736" name="Google Shape;2736;p86"/>
          <p:cNvSpPr txBox="1"/>
          <p:nvPr/>
        </p:nvSpPr>
        <p:spPr>
          <a:xfrm>
            <a:off x="2936457" y="51616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Ordering </a:t>
            </a:r>
            <a:endParaRPr i="0" sz="800" u="none" cap="none" strike="noStrike">
              <a:latin typeface="Salesforce Sans"/>
              <a:ea typeface="Salesforce Sans"/>
              <a:cs typeface="Salesforce Sans"/>
              <a:sym typeface="Salesforce Sans"/>
            </a:endParaRPr>
          </a:p>
        </p:txBody>
      </p:sp>
      <p:sp>
        <p:nvSpPr>
          <p:cNvPr id="2737" name="Google Shape;2737;p86"/>
          <p:cNvSpPr txBox="1"/>
          <p:nvPr/>
        </p:nvSpPr>
        <p:spPr>
          <a:xfrm>
            <a:off x="2936457" y="5473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2738" name="Google Shape;2738;p86"/>
          <p:cNvSpPr txBox="1"/>
          <p:nvPr/>
        </p:nvSpPr>
        <p:spPr>
          <a:xfrm>
            <a:off x="2936457" y="58010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2739" name="Google Shape;2739;p86"/>
          <p:cNvSpPr txBox="1"/>
          <p:nvPr/>
        </p:nvSpPr>
        <p:spPr>
          <a:xfrm>
            <a:off x="2936457" y="59543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Deal Optimization</a:t>
            </a:r>
            <a:endParaRPr i="0" sz="800" u="none" cap="none" strike="noStrike">
              <a:latin typeface="Salesforce Sans"/>
              <a:ea typeface="Salesforce Sans"/>
              <a:cs typeface="Salesforce Sans"/>
              <a:sym typeface="Salesforce Sans"/>
            </a:endParaRPr>
          </a:p>
        </p:txBody>
      </p:sp>
      <p:sp>
        <p:nvSpPr>
          <p:cNvPr id="2740" name="Google Shape;2740;p86"/>
          <p:cNvSpPr txBox="1"/>
          <p:nvPr/>
        </p:nvSpPr>
        <p:spPr>
          <a:xfrm>
            <a:off x="2936457" y="53174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2741" name="Google Shape;2741;p86"/>
          <p:cNvSpPr txBox="1"/>
          <p:nvPr/>
        </p:nvSpPr>
        <p:spPr>
          <a:xfrm>
            <a:off x="2936457" y="61101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Quoting And Ordering</a:t>
            </a:r>
            <a:endParaRPr i="0" sz="800" u="none" cap="none" strike="noStrike">
              <a:latin typeface="Salesforce Sans"/>
              <a:ea typeface="Salesforce Sans"/>
              <a:cs typeface="Salesforce Sans"/>
              <a:sym typeface="Salesforce Sans"/>
            </a:endParaRPr>
          </a:p>
        </p:txBody>
      </p:sp>
      <p:sp>
        <p:nvSpPr>
          <p:cNvPr id="2742" name="Google Shape;2742;p86"/>
          <p:cNvSpPr txBox="1"/>
          <p:nvPr/>
        </p:nvSpPr>
        <p:spPr>
          <a:xfrm>
            <a:off x="2936457" y="62658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Creation</a:t>
            </a:r>
            <a:endParaRPr i="0" sz="800" u="none" cap="none" strike="noStrike">
              <a:latin typeface="Salesforce Sans"/>
              <a:ea typeface="Salesforce Sans"/>
              <a:cs typeface="Salesforce Sans"/>
              <a:sym typeface="Salesforce Sans"/>
            </a:endParaRPr>
          </a:p>
        </p:txBody>
      </p:sp>
      <p:sp>
        <p:nvSpPr>
          <p:cNvPr id="2743" name="Google Shape;2743;p86"/>
          <p:cNvSpPr txBox="1"/>
          <p:nvPr/>
        </p:nvSpPr>
        <p:spPr>
          <a:xfrm>
            <a:off x="2936457" y="64216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2744" name="Google Shape;2744;p86"/>
          <p:cNvSpPr txBox="1"/>
          <p:nvPr/>
        </p:nvSpPr>
        <p:spPr>
          <a:xfrm>
            <a:off x="2936457" y="46794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2745" name="Google Shape;2745;p86"/>
          <p:cNvSpPr txBox="1"/>
          <p:nvPr/>
        </p:nvSpPr>
        <p:spPr>
          <a:xfrm>
            <a:off x="2936457" y="71721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Intent</a:t>
            </a:r>
            <a:endParaRPr i="0" sz="800" u="none" cap="none" strike="noStrike">
              <a:latin typeface="Salesforce Sans"/>
              <a:ea typeface="Salesforce Sans"/>
              <a:cs typeface="Salesforce Sans"/>
              <a:sym typeface="Salesforce Sans"/>
            </a:endParaRPr>
          </a:p>
        </p:txBody>
      </p:sp>
      <p:sp>
        <p:nvSpPr>
          <p:cNvPr id="2746" name="Google Shape;2746;p86"/>
          <p:cNvSpPr txBox="1"/>
          <p:nvPr/>
        </p:nvSpPr>
        <p:spPr>
          <a:xfrm>
            <a:off x="2936457" y="746935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First Use Enablement</a:t>
            </a:r>
            <a:endParaRPr i="0" sz="800" u="none" cap="none" strike="noStrike">
              <a:latin typeface="Salesforce Sans"/>
              <a:ea typeface="Salesforce Sans"/>
              <a:cs typeface="Salesforce Sans"/>
              <a:sym typeface="Salesforce Sans"/>
            </a:endParaRPr>
          </a:p>
        </p:txBody>
      </p:sp>
      <p:sp>
        <p:nvSpPr>
          <p:cNvPr id="2747" name="Google Shape;2747;p86"/>
          <p:cNvSpPr txBox="1"/>
          <p:nvPr/>
        </p:nvSpPr>
        <p:spPr>
          <a:xfrm>
            <a:off x="2936457" y="73207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a:t>
            </a:r>
            <a:endParaRPr i="0" sz="800" u="none" cap="none" strike="noStrike">
              <a:latin typeface="Salesforce Sans"/>
              <a:ea typeface="Salesforce Sans"/>
              <a:cs typeface="Salesforce Sans"/>
              <a:sym typeface="Salesforce Sans"/>
            </a:endParaRPr>
          </a:p>
        </p:txBody>
      </p:sp>
      <p:sp>
        <p:nvSpPr>
          <p:cNvPr id="2748" name="Google Shape;2748;p86"/>
          <p:cNvSpPr txBox="1"/>
          <p:nvPr/>
        </p:nvSpPr>
        <p:spPr>
          <a:xfrm>
            <a:off x="2936457" y="77938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2749" name="Google Shape;2749;p86"/>
          <p:cNvSpPr txBox="1"/>
          <p:nvPr/>
        </p:nvSpPr>
        <p:spPr>
          <a:xfrm>
            <a:off x="2936457" y="794249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Triage</a:t>
            </a:r>
            <a:endParaRPr i="0" sz="800" u="none" cap="none" strike="noStrike">
              <a:latin typeface="Salesforce Sans"/>
              <a:ea typeface="Salesforce Sans"/>
              <a:cs typeface="Salesforce Sans"/>
              <a:sym typeface="Salesforce Sans"/>
            </a:endParaRPr>
          </a:p>
        </p:txBody>
      </p:sp>
      <p:sp>
        <p:nvSpPr>
          <p:cNvPr id="2750" name="Google Shape;2750;p86"/>
          <p:cNvSpPr txBox="1"/>
          <p:nvPr/>
        </p:nvSpPr>
        <p:spPr>
          <a:xfrm>
            <a:off x="2936457" y="80911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 Fulfillment</a:t>
            </a:r>
            <a:endParaRPr i="0" sz="800" u="none" cap="none" strike="noStrike">
              <a:latin typeface="Salesforce Sans"/>
              <a:ea typeface="Salesforce Sans"/>
              <a:cs typeface="Salesforce Sans"/>
              <a:sym typeface="Salesforce Sans"/>
            </a:endParaRPr>
          </a:p>
        </p:txBody>
      </p:sp>
      <p:sp>
        <p:nvSpPr>
          <p:cNvPr id="2751" name="Google Shape;2751;p86"/>
          <p:cNvSpPr txBox="1"/>
          <p:nvPr/>
        </p:nvSpPr>
        <p:spPr>
          <a:xfrm>
            <a:off x="2936457" y="823971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2752" name="Google Shape;2752;p86"/>
          <p:cNvSpPr txBox="1"/>
          <p:nvPr/>
        </p:nvSpPr>
        <p:spPr>
          <a:xfrm>
            <a:off x="2936457" y="86734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and Product Inquiry</a:t>
            </a:r>
            <a:endParaRPr i="0" sz="800" u="none" cap="none" strike="noStrike">
              <a:latin typeface="Salesforce Sans"/>
              <a:ea typeface="Salesforce Sans"/>
              <a:cs typeface="Salesforce Sans"/>
              <a:sym typeface="Salesforce Sans"/>
            </a:endParaRPr>
          </a:p>
        </p:txBody>
      </p:sp>
      <p:sp>
        <p:nvSpPr>
          <p:cNvPr id="2753" name="Google Shape;2753;p86"/>
          <p:cNvSpPr txBox="1"/>
          <p:nvPr/>
        </p:nvSpPr>
        <p:spPr>
          <a:xfrm>
            <a:off x="2936457" y="838832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Pre-Work Brief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Post Work Summary</a:t>
            </a:r>
            <a:endParaRPr i="0" sz="800" u="none" cap="none" strike="noStrike">
              <a:latin typeface="Salesforce Sans"/>
              <a:ea typeface="Salesforce Sans"/>
              <a:cs typeface="Salesforce Sans"/>
              <a:sym typeface="Salesforce Sans"/>
            </a:endParaRPr>
          </a:p>
        </p:txBody>
      </p:sp>
      <p:sp>
        <p:nvSpPr>
          <p:cNvPr id="2754" name="Google Shape;2754;p86"/>
          <p:cNvSpPr txBox="1"/>
          <p:nvPr/>
        </p:nvSpPr>
        <p:spPr>
          <a:xfrm>
            <a:off x="2936457" y="88131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MACD</a:t>
            </a:r>
            <a:endParaRPr i="0" sz="800" u="none" cap="none" strike="noStrike">
              <a:latin typeface="Salesforce Sans"/>
              <a:ea typeface="Salesforce Sans"/>
              <a:cs typeface="Salesforce Sans"/>
              <a:sym typeface="Salesforce Sans"/>
            </a:endParaRPr>
          </a:p>
        </p:txBody>
      </p:sp>
      <p:sp>
        <p:nvSpPr>
          <p:cNvPr id="2755" name="Google Shape;2755;p86"/>
          <p:cNvSpPr txBox="1"/>
          <p:nvPr/>
        </p:nvSpPr>
        <p:spPr>
          <a:xfrm>
            <a:off x="2936457" y="89529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Billing </a:t>
            </a:r>
            <a:r>
              <a:rPr lang="en" sz="800">
                <a:latin typeface="Salesforce Sans"/>
                <a:ea typeface="Salesforce Sans"/>
                <a:cs typeface="Salesforce Sans"/>
                <a:sym typeface="Salesforce Sans"/>
              </a:rPr>
              <a:t>Resolution</a:t>
            </a:r>
            <a:endParaRPr i="0" sz="800" u="none" cap="none" strike="noStrike">
              <a:latin typeface="Salesforce Sans"/>
              <a:ea typeface="Salesforce Sans"/>
              <a:cs typeface="Salesforce Sans"/>
              <a:sym typeface="Salesforce Sans"/>
            </a:endParaRPr>
          </a:p>
        </p:txBody>
      </p:sp>
      <p:sp>
        <p:nvSpPr>
          <p:cNvPr id="2756" name="Google Shape;2756;p86"/>
          <p:cNvSpPr txBox="1"/>
          <p:nvPr/>
        </p:nvSpPr>
        <p:spPr>
          <a:xfrm>
            <a:off x="2936457" y="92325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Service Assistant</a:t>
            </a:r>
            <a:endParaRPr i="0" sz="800" u="none" cap="none" strike="noStrike">
              <a:latin typeface="Salesforce Sans"/>
              <a:ea typeface="Salesforce Sans"/>
              <a:cs typeface="Salesforce Sans"/>
              <a:sym typeface="Salesforce Sans"/>
            </a:endParaRPr>
          </a:p>
        </p:txBody>
      </p:sp>
      <p:sp>
        <p:nvSpPr>
          <p:cNvPr id="2757" name="Google Shape;2757;p86"/>
          <p:cNvSpPr txBox="1"/>
          <p:nvPr/>
        </p:nvSpPr>
        <p:spPr>
          <a:xfrm>
            <a:off x="2936457" y="937235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General FAQ &amp; Knowledge</a:t>
            </a:r>
            <a:endParaRPr i="0" sz="800" u="none" cap="none" strike="noStrike">
              <a:latin typeface="Salesforce Sans"/>
              <a:ea typeface="Salesforce Sans"/>
              <a:cs typeface="Salesforce Sans"/>
              <a:sym typeface="Salesforce Sans"/>
            </a:endParaRPr>
          </a:p>
        </p:txBody>
      </p:sp>
      <p:sp>
        <p:nvSpPr>
          <p:cNvPr id="2758" name="Google Shape;2758;p86"/>
          <p:cNvSpPr txBox="1"/>
          <p:nvPr/>
        </p:nvSpPr>
        <p:spPr>
          <a:xfrm>
            <a:off x="2936457" y="90927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a:t>
            </a:r>
            <a:endParaRPr i="0" sz="800" u="none" cap="none" strike="noStrike">
              <a:latin typeface="Salesforce Sans"/>
              <a:ea typeface="Salesforce Sans"/>
              <a:cs typeface="Salesforce Sans"/>
              <a:sym typeface="Salesforce Sans"/>
            </a:endParaRPr>
          </a:p>
        </p:txBody>
      </p:sp>
      <p:sp>
        <p:nvSpPr>
          <p:cNvPr id="2759" name="Google Shape;2759;p86"/>
          <p:cNvSpPr txBox="1"/>
          <p:nvPr/>
        </p:nvSpPr>
        <p:spPr>
          <a:xfrm>
            <a:off x="2936457" y="65939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 And Activation</a:t>
            </a:r>
            <a:endParaRPr i="0" sz="800" u="none" cap="none" strike="noStrike">
              <a:latin typeface="Salesforce Sans"/>
              <a:ea typeface="Salesforce Sans"/>
              <a:cs typeface="Salesforce Sans"/>
              <a:sym typeface="Salesforce Sans"/>
            </a:endParaRPr>
          </a:p>
        </p:txBody>
      </p:sp>
      <p:sp>
        <p:nvSpPr>
          <p:cNvPr id="2760" name="Google Shape;2760;p86"/>
          <p:cNvSpPr txBox="1"/>
          <p:nvPr/>
        </p:nvSpPr>
        <p:spPr>
          <a:xfrm>
            <a:off x="2936457" y="672489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2761" name="Google Shape;2761;p86"/>
          <p:cNvSpPr txBox="1"/>
          <p:nvPr/>
        </p:nvSpPr>
        <p:spPr>
          <a:xfrm>
            <a:off x="2936457" y="68558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2762" name="Google Shape;2762;p86"/>
          <p:cNvSpPr txBox="1"/>
          <p:nvPr/>
        </p:nvSpPr>
        <p:spPr>
          <a:xfrm>
            <a:off x="2936457" y="70235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Verification</a:t>
            </a:r>
            <a:endParaRPr i="0" sz="800" u="none" cap="none" strike="noStrike">
              <a:latin typeface="Salesforce Sans"/>
              <a:ea typeface="Salesforce Sans"/>
              <a:cs typeface="Salesforce Sans"/>
              <a:sym typeface="Salesforce Sans"/>
            </a:endParaRPr>
          </a:p>
        </p:txBody>
      </p:sp>
      <p:sp>
        <p:nvSpPr>
          <p:cNvPr id="2763" name="Google Shape;2763;p86"/>
          <p:cNvSpPr/>
          <p:nvPr/>
        </p:nvSpPr>
        <p:spPr>
          <a:xfrm>
            <a:off x="2799092" y="34599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4" name="Google Shape;2764;p86"/>
          <p:cNvSpPr/>
          <p:nvPr/>
        </p:nvSpPr>
        <p:spPr>
          <a:xfrm>
            <a:off x="2799092" y="53360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65" name="Google Shape;2765;p86"/>
          <p:cNvSpPr/>
          <p:nvPr/>
        </p:nvSpPr>
        <p:spPr>
          <a:xfrm>
            <a:off x="2799092" y="6284479"/>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6" name="Google Shape;2766;p86"/>
          <p:cNvSpPr/>
          <p:nvPr/>
        </p:nvSpPr>
        <p:spPr>
          <a:xfrm>
            <a:off x="2799092" y="9111372"/>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7" name="Google Shape;2767;p86"/>
          <p:cNvSpPr txBox="1"/>
          <p:nvPr/>
        </p:nvSpPr>
        <p:spPr>
          <a:xfrm>
            <a:off x="2936457" y="18421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Sales Revenue</a:t>
            </a:r>
            <a:endParaRPr i="0" sz="800" u="none" cap="none" strike="noStrike">
              <a:latin typeface="Salesforce Sans"/>
              <a:ea typeface="Salesforce Sans"/>
              <a:cs typeface="Salesforce Sans"/>
              <a:sym typeface="Salesforce Sans"/>
            </a:endParaRPr>
          </a:p>
        </p:txBody>
      </p:sp>
      <p:sp>
        <p:nvSpPr>
          <p:cNvPr id="2768" name="Google Shape;2768;p86"/>
          <p:cNvSpPr/>
          <p:nvPr/>
        </p:nvSpPr>
        <p:spPr>
          <a:xfrm>
            <a:off x="2799092" y="18606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69" name="Google Shape;2769;p86"/>
          <p:cNvSpPr txBox="1"/>
          <p:nvPr/>
        </p:nvSpPr>
        <p:spPr>
          <a:xfrm>
            <a:off x="2936457" y="1997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t>
            </a:r>
            <a:r>
              <a:rPr lang="en" sz="800">
                <a:latin typeface="Salesforce Sans"/>
                <a:ea typeface="Salesforce Sans"/>
                <a:cs typeface="Salesforce Sans"/>
                <a:sym typeface="Salesforce Sans"/>
              </a:rPr>
              <a:t>Coach</a:t>
            </a:r>
            <a:endParaRPr i="0" sz="800" u="none" cap="none" strike="noStrike">
              <a:latin typeface="Salesforce Sans"/>
              <a:ea typeface="Salesforce Sans"/>
              <a:cs typeface="Salesforce Sans"/>
              <a:sym typeface="Salesforce Sans"/>
            </a:endParaRPr>
          </a:p>
        </p:txBody>
      </p:sp>
      <p:sp>
        <p:nvSpPr>
          <p:cNvPr id="2770" name="Google Shape;2770;p86"/>
          <p:cNvSpPr/>
          <p:nvPr/>
        </p:nvSpPr>
        <p:spPr>
          <a:xfrm>
            <a:off x="2799092" y="20156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71" name="Google Shape;2771;p86"/>
          <p:cNvSpPr txBox="1"/>
          <p:nvPr/>
        </p:nvSpPr>
        <p:spPr>
          <a:xfrm>
            <a:off x="2936457" y="215220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Manage Deals</a:t>
            </a:r>
            <a:endParaRPr i="0" sz="800" u="none" cap="none" strike="noStrike">
              <a:latin typeface="Salesforce Sans"/>
              <a:ea typeface="Salesforce Sans"/>
              <a:cs typeface="Salesforce Sans"/>
              <a:sym typeface="Salesforce Sans"/>
            </a:endParaRPr>
          </a:p>
        </p:txBody>
      </p:sp>
      <p:sp>
        <p:nvSpPr>
          <p:cNvPr id="2772" name="Google Shape;2772;p86"/>
          <p:cNvSpPr/>
          <p:nvPr/>
        </p:nvSpPr>
        <p:spPr>
          <a:xfrm>
            <a:off x="2799092" y="21706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3" name="Google Shape;2773;p86"/>
          <p:cNvSpPr txBox="1"/>
          <p:nvPr/>
        </p:nvSpPr>
        <p:spPr>
          <a:xfrm>
            <a:off x="2936457" y="23225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Forecast Guidance</a:t>
            </a:r>
            <a:endParaRPr i="0" sz="800" u="none" cap="none" strike="noStrike">
              <a:latin typeface="Salesforce Sans"/>
              <a:ea typeface="Salesforce Sans"/>
              <a:cs typeface="Salesforce Sans"/>
              <a:sym typeface="Salesforce Sans"/>
            </a:endParaRPr>
          </a:p>
        </p:txBody>
      </p:sp>
      <p:sp>
        <p:nvSpPr>
          <p:cNvPr id="2774" name="Google Shape;2774;p86"/>
          <p:cNvSpPr/>
          <p:nvPr/>
        </p:nvSpPr>
        <p:spPr>
          <a:xfrm>
            <a:off x="2799092" y="234096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5" name="Google Shape;2775;p86"/>
          <p:cNvSpPr txBox="1"/>
          <p:nvPr/>
        </p:nvSpPr>
        <p:spPr>
          <a:xfrm>
            <a:off x="2936457" y="24782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776" name="Google Shape;2776;p86"/>
          <p:cNvSpPr/>
          <p:nvPr/>
        </p:nvSpPr>
        <p:spPr>
          <a:xfrm>
            <a:off x="2799092" y="2496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7" name="Google Shape;2777;p86"/>
          <p:cNvSpPr txBox="1"/>
          <p:nvPr/>
        </p:nvSpPr>
        <p:spPr>
          <a:xfrm>
            <a:off x="2936457" y="27850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Scenario Modelling</a:t>
            </a:r>
            <a:endParaRPr i="0" sz="800" u="none" cap="none" strike="noStrike">
              <a:latin typeface="Salesforce Sans"/>
              <a:ea typeface="Salesforce Sans"/>
              <a:cs typeface="Salesforce Sans"/>
              <a:sym typeface="Salesforce Sans"/>
            </a:endParaRPr>
          </a:p>
        </p:txBody>
      </p:sp>
      <p:sp>
        <p:nvSpPr>
          <p:cNvPr id="2778" name="Google Shape;2778;p86"/>
          <p:cNvSpPr/>
          <p:nvPr/>
        </p:nvSpPr>
        <p:spPr>
          <a:xfrm>
            <a:off x="2799092" y="2803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9" name="Google Shape;2779;p86"/>
          <p:cNvSpPr/>
          <p:nvPr/>
        </p:nvSpPr>
        <p:spPr>
          <a:xfrm>
            <a:off x="2799092" y="29724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0" name="Google Shape;2780;p86"/>
          <p:cNvSpPr/>
          <p:nvPr/>
        </p:nvSpPr>
        <p:spPr>
          <a:xfrm>
            <a:off x="2799092" y="3128037"/>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1" name="Google Shape;2781;p86"/>
          <p:cNvSpPr txBox="1"/>
          <p:nvPr/>
        </p:nvSpPr>
        <p:spPr>
          <a:xfrm>
            <a:off x="2936457" y="26316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2782" name="Google Shape;2782;p86"/>
          <p:cNvSpPr/>
          <p:nvPr/>
        </p:nvSpPr>
        <p:spPr>
          <a:xfrm>
            <a:off x="2799092" y="265009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3" name="Google Shape;2783;p86"/>
          <p:cNvSpPr/>
          <p:nvPr/>
        </p:nvSpPr>
        <p:spPr>
          <a:xfrm>
            <a:off x="2799092" y="39054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4" name="Google Shape;2784;p86"/>
          <p:cNvSpPr/>
          <p:nvPr/>
        </p:nvSpPr>
        <p:spPr>
          <a:xfrm>
            <a:off x="2799092" y="421474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5" name="Google Shape;2785;p86"/>
          <p:cNvSpPr/>
          <p:nvPr/>
        </p:nvSpPr>
        <p:spPr>
          <a:xfrm>
            <a:off x="2799092" y="405899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6" name="Google Shape;2786;p86"/>
          <p:cNvSpPr/>
          <p:nvPr/>
        </p:nvSpPr>
        <p:spPr>
          <a:xfrm>
            <a:off x="2799092" y="436811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7" name="Google Shape;2787;p86"/>
          <p:cNvSpPr/>
          <p:nvPr/>
        </p:nvSpPr>
        <p:spPr>
          <a:xfrm>
            <a:off x="2799092" y="518029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788" name="Google Shape;2788;p86"/>
          <p:cNvSpPr/>
          <p:nvPr/>
        </p:nvSpPr>
        <p:spPr>
          <a:xfrm>
            <a:off x="2799092" y="612872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9" name="Google Shape;2789;p86"/>
          <p:cNvSpPr/>
          <p:nvPr/>
        </p:nvSpPr>
        <p:spPr>
          <a:xfrm>
            <a:off x="2799092" y="7812490"/>
            <a:ext cx="91200" cy="91200"/>
          </a:xfrm>
          <a:prstGeom prst="ellipse">
            <a:avLst/>
          </a:prstGeom>
          <a:solidFill>
            <a:srgbClr val="08ABED"/>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0" name="Google Shape;2790;p86"/>
          <p:cNvSpPr/>
          <p:nvPr/>
        </p:nvSpPr>
        <p:spPr>
          <a:xfrm>
            <a:off x="2799092" y="810971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1" name="Google Shape;2791;p86"/>
          <p:cNvSpPr/>
          <p:nvPr/>
        </p:nvSpPr>
        <p:spPr>
          <a:xfrm>
            <a:off x="2799092" y="825832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2" name="Google Shape;2792;p86"/>
          <p:cNvSpPr/>
          <p:nvPr/>
        </p:nvSpPr>
        <p:spPr>
          <a:xfrm>
            <a:off x="2799092" y="86920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3" name="Google Shape;2793;p86"/>
          <p:cNvSpPr/>
          <p:nvPr/>
        </p:nvSpPr>
        <p:spPr>
          <a:xfrm>
            <a:off x="2799092" y="840693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4" name="Google Shape;2794;p86"/>
          <p:cNvSpPr/>
          <p:nvPr/>
        </p:nvSpPr>
        <p:spPr>
          <a:xfrm>
            <a:off x="2799092" y="8831791"/>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5" name="Google Shape;2795;p86"/>
          <p:cNvSpPr/>
          <p:nvPr/>
        </p:nvSpPr>
        <p:spPr>
          <a:xfrm>
            <a:off x="2799092" y="897158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6" name="Google Shape;2796;p86"/>
          <p:cNvSpPr/>
          <p:nvPr/>
        </p:nvSpPr>
        <p:spPr>
          <a:xfrm>
            <a:off x="2799092" y="939095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7" name="Google Shape;2797;p86"/>
          <p:cNvSpPr/>
          <p:nvPr/>
        </p:nvSpPr>
        <p:spPr>
          <a:xfrm>
            <a:off x="2799092" y="66125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8" name="Google Shape;2798;p86"/>
          <p:cNvSpPr/>
          <p:nvPr/>
        </p:nvSpPr>
        <p:spPr>
          <a:xfrm>
            <a:off x="2799092" y="73393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9" name="Google Shape;2799;p86"/>
          <p:cNvSpPr/>
          <p:nvPr/>
        </p:nvSpPr>
        <p:spPr>
          <a:xfrm>
            <a:off x="2799092" y="45238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800" name="Google Shape;2800;p86"/>
          <p:cNvSpPr/>
          <p:nvPr/>
        </p:nvSpPr>
        <p:spPr>
          <a:xfrm>
            <a:off x="2799092" y="4698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1" name="Google Shape;2801;p86"/>
          <p:cNvSpPr/>
          <p:nvPr/>
        </p:nvSpPr>
        <p:spPr>
          <a:xfrm>
            <a:off x="2799092" y="4852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2" name="Google Shape;2802;p86"/>
          <p:cNvSpPr/>
          <p:nvPr/>
        </p:nvSpPr>
        <p:spPr>
          <a:xfrm>
            <a:off x="2799092" y="32839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3" name="Google Shape;2803;p86"/>
          <p:cNvSpPr txBox="1"/>
          <p:nvPr/>
        </p:nvSpPr>
        <p:spPr>
          <a:xfrm>
            <a:off x="2936457" y="37134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Store Performance</a:t>
            </a:r>
            <a:endParaRPr i="0" sz="800" u="none" cap="none" strike="noStrike">
              <a:latin typeface="Salesforce Sans"/>
              <a:ea typeface="Salesforce Sans"/>
              <a:cs typeface="Salesforce Sans"/>
              <a:sym typeface="Salesforce Sans"/>
            </a:endParaRPr>
          </a:p>
        </p:txBody>
      </p:sp>
      <p:sp>
        <p:nvSpPr>
          <p:cNvPr id="2804" name="Google Shape;2804;p86"/>
          <p:cNvSpPr/>
          <p:nvPr/>
        </p:nvSpPr>
        <p:spPr>
          <a:xfrm>
            <a:off x="2799092" y="37318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5" name="Google Shape;2805;p86"/>
          <p:cNvSpPr/>
          <p:nvPr/>
        </p:nvSpPr>
        <p:spPr>
          <a:xfrm>
            <a:off x="2799092" y="502692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highlight>
                <a:srgbClr val="022AC0"/>
              </a:highlight>
              <a:latin typeface="Salesforce Sans"/>
              <a:ea typeface="Salesforce Sans"/>
              <a:cs typeface="Salesforce Sans"/>
              <a:sym typeface="Salesforce Sans"/>
            </a:endParaRPr>
          </a:p>
        </p:txBody>
      </p:sp>
      <p:sp>
        <p:nvSpPr>
          <p:cNvPr id="2806" name="Google Shape;2806;p86"/>
          <p:cNvSpPr/>
          <p:nvPr/>
        </p:nvSpPr>
        <p:spPr>
          <a:xfrm>
            <a:off x="2799092" y="549180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7" name="Google Shape;2807;p86"/>
          <p:cNvSpPr/>
          <p:nvPr/>
        </p:nvSpPr>
        <p:spPr>
          <a:xfrm>
            <a:off x="2799092" y="5972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8" name="Google Shape;2808;p86"/>
          <p:cNvSpPr/>
          <p:nvPr/>
        </p:nvSpPr>
        <p:spPr>
          <a:xfrm>
            <a:off x="2799092" y="581959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9" name="Google Shape;2809;p86"/>
          <p:cNvSpPr/>
          <p:nvPr/>
        </p:nvSpPr>
        <p:spPr>
          <a:xfrm>
            <a:off x="2799092" y="64402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10" name="Google Shape;2810;p86"/>
          <p:cNvSpPr/>
          <p:nvPr/>
        </p:nvSpPr>
        <p:spPr>
          <a:xfrm>
            <a:off x="2799092" y="67434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1" name="Google Shape;2811;p86"/>
          <p:cNvSpPr/>
          <p:nvPr/>
        </p:nvSpPr>
        <p:spPr>
          <a:xfrm>
            <a:off x="2799092" y="68744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2" name="Google Shape;2812;p86"/>
          <p:cNvSpPr/>
          <p:nvPr/>
        </p:nvSpPr>
        <p:spPr>
          <a:xfrm>
            <a:off x="2799092" y="71907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3" name="Google Shape;2813;p86"/>
          <p:cNvSpPr/>
          <p:nvPr/>
        </p:nvSpPr>
        <p:spPr>
          <a:xfrm>
            <a:off x="2799092" y="704212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4" name="Google Shape;2814;p86"/>
          <p:cNvSpPr/>
          <p:nvPr/>
        </p:nvSpPr>
        <p:spPr>
          <a:xfrm>
            <a:off x="2799092" y="74879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5" name="Google Shape;2815;p86"/>
          <p:cNvSpPr/>
          <p:nvPr/>
        </p:nvSpPr>
        <p:spPr>
          <a:xfrm>
            <a:off x="2799092" y="79611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6" name="Google Shape;2816;p86"/>
          <p:cNvSpPr/>
          <p:nvPr/>
        </p:nvSpPr>
        <p:spPr>
          <a:xfrm>
            <a:off x="2799092" y="925116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17" name="Google Shape;2817;p86"/>
          <p:cNvSpPr txBox="1"/>
          <p:nvPr/>
        </p:nvSpPr>
        <p:spPr>
          <a:xfrm>
            <a:off x="2935148" y="56464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Grouping</a:t>
            </a:r>
            <a:endParaRPr i="0" sz="800" u="none" cap="none" strike="noStrike">
              <a:latin typeface="Salesforce Sans"/>
              <a:ea typeface="Salesforce Sans"/>
              <a:cs typeface="Salesforce Sans"/>
              <a:sym typeface="Salesforce Sans"/>
            </a:endParaRPr>
          </a:p>
        </p:txBody>
      </p:sp>
      <p:sp>
        <p:nvSpPr>
          <p:cNvPr id="2818" name="Google Shape;2818;p86"/>
          <p:cNvSpPr/>
          <p:nvPr/>
        </p:nvSpPr>
        <p:spPr>
          <a:xfrm>
            <a:off x="2797278" y="5665044"/>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9" name="Google Shape;2819;p86"/>
          <p:cNvSpPr txBox="1"/>
          <p:nvPr/>
        </p:nvSpPr>
        <p:spPr>
          <a:xfrm>
            <a:off x="2935140" y="76383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Selling</a:t>
            </a:r>
            <a:endParaRPr i="0" sz="800" u="none" cap="none" strike="noStrike">
              <a:latin typeface="Salesforce Sans"/>
              <a:ea typeface="Salesforce Sans"/>
              <a:cs typeface="Salesforce Sans"/>
              <a:sym typeface="Salesforce Sans"/>
            </a:endParaRPr>
          </a:p>
        </p:txBody>
      </p:sp>
      <p:sp>
        <p:nvSpPr>
          <p:cNvPr id="2820" name="Google Shape;2820;p86"/>
          <p:cNvSpPr/>
          <p:nvPr/>
        </p:nvSpPr>
        <p:spPr>
          <a:xfrm>
            <a:off x="2797267" y="765693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821" name="Google Shape;2821;p86"/>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822" name="Google Shape;2822;p86"/>
          <p:cNvSpPr txBox="1"/>
          <p:nvPr/>
        </p:nvSpPr>
        <p:spPr>
          <a:xfrm>
            <a:off x="16781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823" name="Google Shape;2823;p86"/>
          <p:cNvGrpSpPr/>
          <p:nvPr/>
        </p:nvGrpSpPr>
        <p:grpSpPr>
          <a:xfrm>
            <a:off x="497950" y="1867456"/>
            <a:ext cx="952566" cy="449700"/>
            <a:chOff x="755108" y="1946374"/>
            <a:chExt cx="1322458" cy="449700"/>
          </a:xfrm>
        </p:grpSpPr>
        <p:sp>
          <p:nvSpPr>
            <p:cNvPr id="2824" name="Google Shape;2824;p86"/>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25" name="Google Shape;2825;p86"/>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a:t>
              </a:r>
              <a:endParaRPr sz="1600">
                <a:latin typeface="Avant Garde Demi SFDC"/>
                <a:ea typeface="Avant Garde Demi SFDC"/>
                <a:cs typeface="Avant Garde Demi SFDC"/>
                <a:sym typeface="Avant Garde Demi SFDC"/>
              </a:endParaRPr>
            </a:p>
          </p:txBody>
        </p:sp>
      </p:grpSp>
      <p:sp>
        <p:nvSpPr>
          <p:cNvPr id="2826" name="Google Shape;2826;p86"/>
          <p:cNvSpPr txBox="1"/>
          <p:nvPr/>
        </p:nvSpPr>
        <p:spPr>
          <a:xfrm>
            <a:off x="293696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827" name="Google Shape;2827;p86"/>
          <p:cNvSpPr txBox="1"/>
          <p:nvPr/>
        </p:nvSpPr>
        <p:spPr>
          <a:xfrm>
            <a:off x="1678102" y="1845619"/>
            <a:ext cx="9525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GTM Operations</a:t>
            </a:r>
            <a:endParaRPr sz="1600"/>
          </a:p>
        </p:txBody>
      </p:sp>
      <p:grpSp>
        <p:nvGrpSpPr>
          <p:cNvPr id="2828" name="Google Shape;2828;p86"/>
          <p:cNvGrpSpPr/>
          <p:nvPr/>
        </p:nvGrpSpPr>
        <p:grpSpPr>
          <a:xfrm>
            <a:off x="497991" y="7043359"/>
            <a:ext cx="952525" cy="449700"/>
            <a:chOff x="755165" y="1951713"/>
            <a:chExt cx="1322400" cy="449700"/>
          </a:xfrm>
        </p:grpSpPr>
        <p:sp>
          <p:nvSpPr>
            <p:cNvPr id="2829" name="Google Shape;2829;p86"/>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30" name="Google Shape;2830;p86"/>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Customer Care</a:t>
              </a:r>
              <a:endParaRPr sz="1600">
                <a:latin typeface="Avant Garde Demi SFDC"/>
                <a:ea typeface="Avant Garde Demi SFDC"/>
                <a:cs typeface="Avant Garde Demi SFDC"/>
                <a:sym typeface="Avant Garde Demi SFDC"/>
              </a:endParaRPr>
            </a:p>
          </p:txBody>
        </p:sp>
      </p:grpSp>
      <p:sp>
        <p:nvSpPr>
          <p:cNvPr id="2831" name="Google Shape;2831;p86"/>
          <p:cNvSpPr/>
          <p:nvPr/>
        </p:nvSpPr>
        <p:spPr>
          <a:xfrm>
            <a:off x="1678107" y="9544491"/>
            <a:ext cx="9732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Strategy </a:t>
            </a:r>
            <a:r>
              <a:rPr b="1" lang="en" sz="900">
                <a:solidFill>
                  <a:srgbClr val="066AFE"/>
                </a:solidFill>
                <a:latin typeface="Salesforce Sans"/>
                <a:ea typeface="Salesforce Sans"/>
                <a:cs typeface="Salesforce Sans"/>
                <a:sym typeface="Salesforce Sans"/>
              </a:rPr>
              <a:t>&amp;</a:t>
            </a:r>
            <a:r>
              <a:rPr b="1" i="0" lang="en" sz="900" u="none" cap="none" strike="noStrike">
                <a:solidFill>
                  <a:srgbClr val="066AFE"/>
                </a:solidFill>
                <a:latin typeface="Salesforce Sans"/>
                <a:ea typeface="Salesforce Sans"/>
                <a:cs typeface="Salesforce Sans"/>
                <a:sym typeface="Salesforce Sans"/>
              </a:rPr>
              <a:t> Direction </a:t>
            </a:r>
            <a:endParaRPr b="1" i="0" sz="900" u="none" cap="none" strike="noStrike">
              <a:solidFill>
                <a:srgbClr val="066AFE"/>
              </a:solidFill>
              <a:latin typeface="Salesforce Sans"/>
              <a:ea typeface="Salesforce Sans"/>
              <a:cs typeface="Salesforce Sans"/>
              <a:sym typeface="Salesforce Sans"/>
            </a:endParaRPr>
          </a:p>
        </p:txBody>
      </p:sp>
      <p:sp>
        <p:nvSpPr>
          <p:cNvPr id="2832" name="Google Shape;2832;p86"/>
          <p:cNvSpPr txBox="1"/>
          <p:nvPr/>
        </p:nvSpPr>
        <p:spPr>
          <a:xfrm>
            <a:off x="2936457" y="9543964"/>
            <a:ext cx="1492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Competitive Analysis</a:t>
            </a:r>
            <a:endParaRPr i="0" sz="800" u="none" cap="none" strike="noStrike">
              <a:latin typeface="Salesforce Sans"/>
              <a:ea typeface="Salesforce Sans"/>
              <a:cs typeface="Salesforce Sans"/>
              <a:sym typeface="Salesforce Sans"/>
            </a:endParaRPr>
          </a:p>
        </p:txBody>
      </p:sp>
      <p:sp>
        <p:nvSpPr>
          <p:cNvPr id="2833" name="Google Shape;2833;p86"/>
          <p:cNvSpPr txBox="1"/>
          <p:nvPr/>
        </p:nvSpPr>
        <p:spPr>
          <a:xfrm>
            <a:off x="2936457" y="96836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Strategy Modeling</a:t>
            </a:r>
            <a:endParaRPr i="0" sz="800" u="none" cap="none" strike="noStrike">
              <a:latin typeface="Salesforce Sans"/>
              <a:ea typeface="Salesforce Sans"/>
              <a:cs typeface="Salesforce Sans"/>
              <a:sym typeface="Salesforce Sans"/>
            </a:endParaRPr>
          </a:p>
        </p:txBody>
      </p:sp>
      <p:sp>
        <p:nvSpPr>
          <p:cNvPr id="2834" name="Google Shape;2834;p86"/>
          <p:cNvSpPr txBox="1"/>
          <p:nvPr/>
        </p:nvSpPr>
        <p:spPr>
          <a:xfrm>
            <a:off x="2936457" y="98233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Initiative Planning</a:t>
            </a:r>
            <a:endParaRPr i="0" sz="800" u="none" cap="none" strike="noStrike">
              <a:latin typeface="Salesforce Sans"/>
              <a:ea typeface="Salesforce Sans"/>
              <a:cs typeface="Salesforce Sans"/>
              <a:sym typeface="Salesforce Sans"/>
            </a:endParaRPr>
          </a:p>
        </p:txBody>
      </p:sp>
      <p:sp>
        <p:nvSpPr>
          <p:cNvPr id="2835" name="Google Shape;2835;p86"/>
          <p:cNvSpPr/>
          <p:nvPr/>
        </p:nvSpPr>
        <p:spPr>
          <a:xfrm>
            <a:off x="2799092" y="97021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36" name="Google Shape;2836;p86"/>
          <p:cNvSpPr/>
          <p:nvPr/>
        </p:nvSpPr>
        <p:spPr>
          <a:xfrm>
            <a:off x="2799092" y="9562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37" name="Google Shape;2837;p86"/>
          <p:cNvSpPr/>
          <p:nvPr/>
        </p:nvSpPr>
        <p:spPr>
          <a:xfrm>
            <a:off x="2799092" y="98419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2838" name="Google Shape;2838;p86"/>
          <p:cNvGrpSpPr/>
          <p:nvPr/>
        </p:nvGrpSpPr>
        <p:grpSpPr>
          <a:xfrm>
            <a:off x="497991" y="9571870"/>
            <a:ext cx="952525" cy="449700"/>
            <a:chOff x="755165" y="1979727"/>
            <a:chExt cx="1322400" cy="449700"/>
          </a:xfrm>
        </p:grpSpPr>
        <p:sp>
          <p:nvSpPr>
            <p:cNvPr id="2839" name="Google Shape;2839;p86"/>
            <p:cNvSpPr/>
            <p:nvPr/>
          </p:nvSpPr>
          <p:spPr>
            <a:xfrm>
              <a:off x="755165" y="197972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40" name="Google Shape;2840;p86"/>
            <p:cNvSpPr txBox="1"/>
            <p:nvPr/>
          </p:nvSpPr>
          <p:spPr>
            <a:xfrm>
              <a:off x="888815" y="214217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1600">
                <a:latin typeface="Avant Garde Demi SFDC"/>
                <a:ea typeface="Avant Garde Demi SFDC"/>
                <a:cs typeface="Avant Garde Demi SFDC"/>
                <a:sym typeface="Avant Garde Demi SFDC"/>
              </a:endParaRPr>
            </a:p>
          </p:txBody>
        </p:sp>
      </p:grpSp>
      <p:sp>
        <p:nvSpPr>
          <p:cNvPr id="2841" name="Google Shape;2841;p86"/>
          <p:cNvSpPr/>
          <p:nvPr/>
        </p:nvSpPr>
        <p:spPr>
          <a:xfrm>
            <a:off x="5922089" y="2456259"/>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Promotions Design </a:t>
            </a:r>
            <a:endParaRPr b="1" i="0" sz="900" u="none" cap="none" strike="noStrike">
              <a:solidFill>
                <a:srgbClr val="066AFE"/>
              </a:solidFill>
              <a:latin typeface="Salesforce Sans"/>
              <a:ea typeface="Salesforce Sans"/>
              <a:cs typeface="Salesforce Sans"/>
              <a:sym typeface="Salesforce Sans"/>
            </a:endParaRPr>
          </a:p>
        </p:txBody>
      </p:sp>
      <p:sp>
        <p:nvSpPr>
          <p:cNvPr id="2842" name="Google Shape;2842;p86"/>
          <p:cNvSpPr/>
          <p:nvPr/>
        </p:nvSpPr>
        <p:spPr>
          <a:xfrm>
            <a:off x="5922089" y="3238833"/>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Performance Marketing </a:t>
            </a:r>
            <a:endParaRPr b="1" i="0" sz="900" u="none" cap="none" strike="noStrike">
              <a:solidFill>
                <a:srgbClr val="066AFE"/>
              </a:solidFill>
              <a:latin typeface="Salesforce Sans"/>
              <a:ea typeface="Salesforce Sans"/>
              <a:cs typeface="Salesforce Sans"/>
              <a:sym typeface="Salesforce Sans"/>
            </a:endParaRPr>
          </a:p>
        </p:txBody>
      </p:sp>
      <p:sp>
        <p:nvSpPr>
          <p:cNvPr id="2843" name="Google Shape;2843;p86"/>
          <p:cNvSpPr/>
          <p:nvPr/>
        </p:nvSpPr>
        <p:spPr>
          <a:xfrm>
            <a:off x="5922089" y="397854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Brand Marketing </a:t>
            </a:r>
            <a:endParaRPr b="1" i="0" sz="900" u="none" cap="none" strike="noStrike">
              <a:solidFill>
                <a:srgbClr val="066AFE"/>
              </a:solidFill>
              <a:latin typeface="Salesforce Sans"/>
              <a:ea typeface="Salesforce Sans"/>
              <a:cs typeface="Salesforce Sans"/>
              <a:sym typeface="Salesforce Sans"/>
            </a:endParaRPr>
          </a:p>
        </p:txBody>
      </p:sp>
      <p:sp>
        <p:nvSpPr>
          <p:cNvPr id="2844" name="Google Shape;2844;p86"/>
          <p:cNvSpPr/>
          <p:nvPr/>
        </p:nvSpPr>
        <p:spPr>
          <a:xfrm>
            <a:off x="5922099" y="4600700"/>
            <a:ext cx="973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Digital Platform &amp; Ops </a:t>
            </a:r>
            <a:endParaRPr b="1" i="0" sz="900" u="none" cap="none" strike="noStrike">
              <a:solidFill>
                <a:srgbClr val="066AFE"/>
              </a:solidFill>
              <a:latin typeface="Salesforce Sans"/>
              <a:ea typeface="Salesforce Sans"/>
              <a:cs typeface="Salesforce Sans"/>
              <a:sym typeface="Salesforce Sans"/>
            </a:endParaRPr>
          </a:p>
        </p:txBody>
      </p:sp>
      <p:sp>
        <p:nvSpPr>
          <p:cNvPr id="2845" name="Google Shape;2845;p86"/>
          <p:cNvSpPr/>
          <p:nvPr/>
        </p:nvSpPr>
        <p:spPr>
          <a:xfrm>
            <a:off x="5922089" y="508020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Agency Mgmt. </a:t>
            </a:r>
            <a:endParaRPr b="1" i="0" sz="900" u="none" cap="none" strike="noStrike">
              <a:solidFill>
                <a:srgbClr val="066AFE"/>
              </a:solidFill>
              <a:latin typeface="Salesforce Sans"/>
              <a:ea typeface="Salesforce Sans"/>
              <a:cs typeface="Salesforce Sans"/>
              <a:sym typeface="Salesforce Sans"/>
            </a:endParaRPr>
          </a:p>
        </p:txBody>
      </p:sp>
      <p:sp>
        <p:nvSpPr>
          <p:cNvPr id="2846" name="Google Shape;2846;p86"/>
          <p:cNvSpPr/>
          <p:nvPr/>
        </p:nvSpPr>
        <p:spPr>
          <a:xfrm>
            <a:off x="5922089" y="5534911"/>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Base Management </a:t>
            </a:r>
            <a:endParaRPr b="1" i="0" sz="900" u="none" cap="none" strike="noStrike">
              <a:solidFill>
                <a:srgbClr val="066AFE"/>
              </a:solidFill>
              <a:latin typeface="Salesforce Sans"/>
              <a:ea typeface="Salesforce Sans"/>
              <a:cs typeface="Salesforce Sans"/>
              <a:sym typeface="Salesforce Sans"/>
            </a:endParaRPr>
          </a:p>
        </p:txBody>
      </p:sp>
      <p:sp>
        <p:nvSpPr>
          <p:cNvPr id="2847" name="Google Shape;2847;p86"/>
          <p:cNvSpPr/>
          <p:nvPr/>
        </p:nvSpPr>
        <p:spPr>
          <a:xfrm>
            <a:off x="5922089" y="6157032"/>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Portfolio Strategy </a:t>
            </a:r>
            <a:endParaRPr b="1" i="0" sz="900" u="none" cap="none" strike="noStrike">
              <a:solidFill>
                <a:srgbClr val="066AFE"/>
              </a:solidFill>
              <a:latin typeface="Salesforce Sans"/>
              <a:ea typeface="Salesforce Sans"/>
              <a:cs typeface="Salesforce Sans"/>
              <a:sym typeface="Salesforce Sans"/>
            </a:endParaRPr>
          </a:p>
        </p:txBody>
      </p:sp>
      <p:sp>
        <p:nvSpPr>
          <p:cNvPr id="2848" name="Google Shape;2848;p86"/>
          <p:cNvSpPr/>
          <p:nvPr/>
        </p:nvSpPr>
        <p:spPr>
          <a:xfrm>
            <a:off x="5922089" y="676163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Mobile Plan Development &amp; Mgmt</a:t>
            </a:r>
            <a:endParaRPr b="1" i="0" sz="900" u="none" cap="none" strike="noStrike">
              <a:solidFill>
                <a:srgbClr val="066AFE"/>
              </a:solidFill>
              <a:latin typeface="Salesforce Sans"/>
              <a:ea typeface="Salesforce Sans"/>
              <a:cs typeface="Salesforce Sans"/>
              <a:sym typeface="Salesforce Sans"/>
            </a:endParaRPr>
          </a:p>
        </p:txBody>
      </p:sp>
      <p:sp>
        <p:nvSpPr>
          <p:cNvPr id="2849" name="Google Shape;2849;p86"/>
          <p:cNvSpPr/>
          <p:nvPr/>
        </p:nvSpPr>
        <p:spPr>
          <a:xfrm>
            <a:off x="5922089" y="7376513"/>
            <a:ext cx="815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Add-Ons Deve</a:t>
            </a:r>
            <a:r>
              <a:rPr b="1" lang="en" sz="900">
                <a:solidFill>
                  <a:srgbClr val="066AFE"/>
                </a:solidFill>
                <a:latin typeface="Salesforce Sans"/>
                <a:ea typeface="Salesforce Sans"/>
                <a:cs typeface="Salesforce Sans"/>
                <a:sym typeface="Salesforce Sans"/>
              </a:rPr>
              <a:t>lopment</a:t>
            </a:r>
            <a:r>
              <a:rPr b="1" i="0" lang="en" sz="900" u="none" cap="none" strike="noStrike">
                <a:solidFill>
                  <a:srgbClr val="066AFE"/>
                </a:solidFill>
                <a:latin typeface="Salesforce Sans"/>
                <a:ea typeface="Salesforce Sans"/>
                <a:cs typeface="Salesforce Sans"/>
                <a:sym typeface="Salesforce Sans"/>
              </a:rPr>
              <a:t> &amp; Mgmt </a:t>
            </a:r>
            <a:endParaRPr b="1" i="0" sz="900" u="none" cap="none" strike="noStrike">
              <a:solidFill>
                <a:srgbClr val="066AFE"/>
              </a:solidFill>
              <a:latin typeface="Salesforce Sans"/>
              <a:ea typeface="Salesforce Sans"/>
              <a:cs typeface="Salesforce Sans"/>
              <a:sym typeface="Salesforce Sans"/>
            </a:endParaRPr>
          </a:p>
        </p:txBody>
      </p:sp>
      <p:sp>
        <p:nvSpPr>
          <p:cNvPr id="2850" name="Google Shape;2850;p86"/>
          <p:cNvSpPr/>
          <p:nvPr/>
        </p:nvSpPr>
        <p:spPr>
          <a:xfrm>
            <a:off x="5922089" y="7998514"/>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Device Portfolio Dev &amp; Mgmt </a:t>
            </a:r>
            <a:endParaRPr b="1" i="0" sz="900" u="none" cap="none" strike="noStrike">
              <a:solidFill>
                <a:srgbClr val="066AFE"/>
              </a:solidFill>
              <a:latin typeface="Salesforce Sans"/>
              <a:ea typeface="Salesforce Sans"/>
              <a:cs typeface="Salesforce Sans"/>
              <a:sym typeface="Salesforce Sans"/>
            </a:endParaRPr>
          </a:p>
        </p:txBody>
      </p:sp>
      <p:sp>
        <p:nvSpPr>
          <p:cNvPr id="2851" name="Google Shape;2851;p86"/>
          <p:cNvSpPr/>
          <p:nvPr/>
        </p:nvSpPr>
        <p:spPr>
          <a:xfrm>
            <a:off x="5922089" y="8606391"/>
            <a:ext cx="815400" cy="53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Broadband Development &amp; Mgmt </a:t>
            </a:r>
            <a:endParaRPr b="1" i="0" sz="900" u="none" cap="none" strike="noStrike">
              <a:solidFill>
                <a:srgbClr val="066AFE"/>
              </a:solidFill>
              <a:latin typeface="Salesforce Sans"/>
              <a:ea typeface="Salesforce Sans"/>
              <a:cs typeface="Salesforce Sans"/>
              <a:sym typeface="Salesforce Sans"/>
            </a:endParaRPr>
          </a:p>
        </p:txBody>
      </p:sp>
      <p:sp>
        <p:nvSpPr>
          <p:cNvPr id="2852" name="Google Shape;2852;p86"/>
          <p:cNvSpPr/>
          <p:nvPr/>
        </p:nvSpPr>
        <p:spPr>
          <a:xfrm>
            <a:off x="5922089" y="921165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Research and Innovation </a:t>
            </a:r>
            <a:endParaRPr b="1" i="0" sz="900" u="none" cap="none" strike="noStrike">
              <a:solidFill>
                <a:srgbClr val="066AFE"/>
              </a:solidFill>
              <a:latin typeface="Salesforce Sans"/>
              <a:ea typeface="Salesforce Sans"/>
              <a:cs typeface="Salesforce Sans"/>
              <a:sym typeface="Salesforce Sans"/>
            </a:endParaRPr>
          </a:p>
        </p:txBody>
      </p:sp>
      <p:sp>
        <p:nvSpPr>
          <p:cNvPr id="2853" name="Google Shape;2853;p86"/>
          <p:cNvSpPr txBox="1"/>
          <p:nvPr/>
        </p:nvSpPr>
        <p:spPr>
          <a:xfrm>
            <a:off x="7180022" y="199435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Score for Lead Record ID</a:t>
            </a:r>
            <a:endParaRPr i="0" sz="800" u="none" cap="none" strike="noStrike">
              <a:latin typeface="Salesforce Sans"/>
              <a:ea typeface="Salesforce Sans"/>
              <a:cs typeface="Salesforce Sans"/>
              <a:sym typeface="Salesforce Sans"/>
            </a:endParaRPr>
          </a:p>
        </p:txBody>
      </p:sp>
      <p:sp>
        <p:nvSpPr>
          <p:cNvPr id="2854" name="Google Shape;2854;p86"/>
          <p:cNvSpPr txBox="1"/>
          <p:nvPr/>
        </p:nvSpPr>
        <p:spPr>
          <a:xfrm>
            <a:off x="7180022" y="21477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2855" name="Google Shape;2855;p86"/>
          <p:cNvSpPr txBox="1"/>
          <p:nvPr/>
        </p:nvSpPr>
        <p:spPr>
          <a:xfrm>
            <a:off x="7180022" y="229166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2856" name="Google Shape;2856;p86"/>
          <p:cNvSpPr txBox="1"/>
          <p:nvPr/>
        </p:nvSpPr>
        <p:spPr>
          <a:xfrm>
            <a:off x="7180022" y="245104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57" name="Google Shape;2857;p86"/>
          <p:cNvSpPr txBox="1"/>
          <p:nvPr/>
        </p:nvSpPr>
        <p:spPr>
          <a:xfrm>
            <a:off x="7180022" y="274835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Price Allocation</a:t>
            </a:r>
            <a:endParaRPr i="0" sz="800" u="none" cap="none" strike="noStrike">
              <a:latin typeface="Salesforce Sans"/>
              <a:ea typeface="Salesforce Sans"/>
              <a:cs typeface="Salesforce Sans"/>
              <a:sym typeface="Salesforce Sans"/>
            </a:endParaRPr>
          </a:p>
        </p:txBody>
      </p:sp>
      <p:sp>
        <p:nvSpPr>
          <p:cNvPr id="2858" name="Google Shape;2858;p86"/>
          <p:cNvSpPr txBox="1"/>
          <p:nvPr/>
        </p:nvSpPr>
        <p:spPr>
          <a:xfrm>
            <a:off x="7180022" y="289700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2859" name="Google Shape;2859;p86"/>
          <p:cNvSpPr txBox="1"/>
          <p:nvPr/>
        </p:nvSpPr>
        <p:spPr>
          <a:xfrm>
            <a:off x="7180022" y="304565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i="0" sz="800" u="none" cap="none" strike="noStrike">
              <a:latin typeface="Salesforce Sans"/>
              <a:ea typeface="Salesforce Sans"/>
              <a:cs typeface="Salesforce Sans"/>
              <a:sym typeface="Salesforce Sans"/>
            </a:endParaRPr>
          </a:p>
        </p:txBody>
      </p:sp>
      <p:sp>
        <p:nvSpPr>
          <p:cNvPr id="2860" name="Google Shape;2860;p86"/>
          <p:cNvSpPr txBox="1"/>
          <p:nvPr/>
        </p:nvSpPr>
        <p:spPr>
          <a:xfrm>
            <a:off x="7180022" y="259969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2861" name="Google Shape;2861;p86"/>
          <p:cNvSpPr txBox="1"/>
          <p:nvPr/>
        </p:nvSpPr>
        <p:spPr>
          <a:xfrm>
            <a:off x="7180022" y="32240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62" name="Google Shape;2862;p86"/>
          <p:cNvSpPr txBox="1"/>
          <p:nvPr/>
        </p:nvSpPr>
        <p:spPr>
          <a:xfrm>
            <a:off x="7180022" y="352140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863" name="Google Shape;2863;p86"/>
          <p:cNvSpPr txBox="1"/>
          <p:nvPr/>
        </p:nvSpPr>
        <p:spPr>
          <a:xfrm>
            <a:off x="7180022" y="365745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Draft a Campaign Brief</a:t>
            </a:r>
            <a:endParaRPr i="0" sz="800" u="none" cap="none" strike="noStrike">
              <a:latin typeface="Salesforce Sans"/>
              <a:ea typeface="Salesforce Sans"/>
              <a:cs typeface="Salesforce Sans"/>
              <a:sym typeface="Salesforce Sans"/>
            </a:endParaRPr>
          </a:p>
        </p:txBody>
      </p:sp>
      <p:sp>
        <p:nvSpPr>
          <p:cNvPr id="2864" name="Google Shape;2864;p86"/>
          <p:cNvSpPr txBox="1"/>
          <p:nvPr/>
        </p:nvSpPr>
        <p:spPr>
          <a:xfrm>
            <a:off x="7180022" y="33728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2865" name="Google Shape;2865;p86"/>
          <p:cNvSpPr txBox="1"/>
          <p:nvPr/>
        </p:nvSpPr>
        <p:spPr>
          <a:xfrm>
            <a:off x="7180022" y="39802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Voice Of The Customer</a:t>
            </a:r>
            <a:endParaRPr i="0" sz="800" u="none" cap="none" strike="noStrike">
              <a:latin typeface="Salesforce Sans"/>
              <a:ea typeface="Salesforce Sans"/>
              <a:cs typeface="Salesforce Sans"/>
              <a:sym typeface="Salesforce Sans"/>
            </a:endParaRPr>
          </a:p>
        </p:txBody>
      </p:sp>
      <p:sp>
        <p:nvSpPr>
          <p:cNvPr id="2866" name="Google Shape;2866;p86"/>
          <p:cNvSpPr txBox="1"/>
          <p:nvPr/>
        </p:nvSpPr>
        <p:spPr>
          <a:xfrm>
            <a:off x="7180022" y="37823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Journey Decisioning</a:t>
            </a:r>
            <a:endParaRPr i="0" sz="800" u="none" cap="none" strike="noStrike">
              <a:latin typeface="Salesforce Sans"/>
              <a:ea typeface="Salesforce Sans"/>
              <a:cs typeface="Salesforce Sans"/>
              <a:sym typeface="Salesforce Sans"/>
            </a:endParaRPr>
          </a:p>
        </p:txBody>
      </p:sp>
      <p:sp>
        <p:nvSpPr>
          <p:cNvPr id="2867" name="Google Shape;2867;p86"/>
          <p:cNvSpPr txBox="1"/>
          <p:nvPr/>
        </p:nvSpPr>
        <p:spPr>
          <a:xfrm>
            <a:off x="7180022" y="42849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2868" name="Google Shape;2868;p86"/>
          <p:cNvSpPr txBox="1"/>
          <p:nvPr/>
        </p:nvSpPr>
        <p:spPr>
          <a:xfrm>
            <a:off x="7180022" y="44337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Paid Media Optimization</a:t>
            </a:r>
            <a:endParaRPr i="0" sz="800" u="none" cap="none" strike="noStrike">
              <a:latin typeface="Salesforce Sans"/>
              <a:ea typeface="Salesforce Sans"/>
              <a:cs typeface="Salesforce Sans"/>
              <a:sym typeface="Salesforce Sans"/>
            </a:endParaRPr>
          </a:p>
        </p:txBody>
      </p:sp>
      <p:sp>
        <p:nvSpPr>
          <p:cNvPr id="2869" name="Google Shape;2869;p86"/>
          <p:cNvSpPr txBox="1"/>
          <p:nvPr/>
        </p:nvSpPr>
        <p:spPr>
          <a:xfrm>
            <a:off x="7180022" y="18416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a:t>
            </a:r>
            <a:r>
              <a:rPr i="0" lang="en" sz="800" u="none" cap="none" strike="noStrike">
                <a:latin typeface="Salesforce Sans"/>
                <a:ea typeface="Salesforce Sans"/>
                <a:cs typeface="Salesforce Sans"/>
                <a:sym typeface="Salesforce Sans"/>
              </a:rPr>
              <a:t>Identification</a:t>
            </a:r>
            <a:endParaRPr i="0" sz="800" u="none" cap="none" strike="noStrike">
              <a:latin typeface="Salesforce Sans"/>
              <a:ea typeface="Salesforce Sans"/>
              <a:cs typeface="Salesforce Sans"/>
              <a:sym typeface="Salesforce Sans"/>
            </a:endParaRPr>
          </a:p>
        </p:txBody>
      </p:sp>
      <p:sp>
        <p:nvSpPr>
          <p:cNvPr id="2870" name="Google Shape;2870;p86"/>
          <p:cNvSpPr txBox="1"/>
          <p:nvPr/>
        </p:nvSpPr>
        <p:spPr>
          <a:xfrm>
            <a:off x="7180022" y="41362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Brand Builder</a:t>
            </a:r>
            <a:endParaRPr i="0" sz="800" u="none" cap="none" strike="noStrike">
              <a:latin typeface="Salesforce Sans"/>
              <a:ea typeface="Salesforce Sans"/>
              <a:cs typeface="Salesforce Sans"/>
              <a:sym typeface="Salesforce Sans"/>
            </a:endParaRPr>
          </a:p>
        </p:txBody>
      </p:sp>
      <p:sp>
        <p:nvSpPr>
          <p:cNvPr id="2871" name="Google Shape;2871;p86"/>
          <p:cNvSpPr txBox="1"/>
          <p:nvPr/>
        </p:nvSpPr>
        <p:spPr>
          <a:xfrm>
            <a:off x="7180022" y="47512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2872" name="Google Shape;2872;p86"/>
          <p:cNvSpPr txBox="1"/>
          <p:nvPr/>
        </p:nvSpPr>
        <p:spPr>
          <a:xfrm>
            <a:off x="7180022" y="489979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Experience Testing</a:t>
            </a:r>
            <a:endParaRPr i="0" sz="800" u="none" cap="none" strike="noStrike">
              <a:latin typeface="Salesforce Sans"/>
              <a:ea typeface="Salesforce Sans"/>
              <a:cs typeface="Salesforce Sans"/>
              <a:sym typeface="Salesforce Sans"/>
            </a:endParaRPr>
          </a:p>
        </p:txBody>
      </p:sp>
      <p:sp>
        <p:nvSpPr>
          <p:cNvPr id="2873" name="Google Shape;2873;p86"/>
          <p:cNvSpPr txBox="1"/>
          <p:nvPr/>
        </p:nvSpPr>
        <p:spPr>
          <a:xfrm>
            <a:off x="7180022" y="50687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Discovery</a:t>
            </a:r>
            <a:endParaRPr i="0" sz="800" u="none" cap="none" strike="noStrike">
              <a:latin typeface="Salesforce Sans"/>
              <a:ea typeface="Salesforce Sans"/>
              <a:cs typeface="Salesforce Sans"/>
              <a:sym typeface="Salesforce Sans"/>
            </a:endParaRPr>
          </a:p>
        </p:txBody>
      </p:sp>
      <p:sp>
        <p:nvSpPr>
          <p:cNvPr id="2874" name="Google Shape;2874;p86"/>
          <p:cNvSpPr txBox="1"/>
          <p:nvPr/>
        </p:nvSpPr>
        <p:spPr>
          <a:xfrm>
            <a:off x="7180022" y="52175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Partnership Dev</a:t>
            </a:r>
            <a:endParaRPr i="0" sz="800" u="none" cap="none" strike="noStrike">
              <a:latin typeface="Salesforce Sans"/>
              <a:ea typeface="Salesforce Sans"/>
              <a:cs typeface="Salesforce Sans"/>
              <a:sym typeface="Salesforce Sans"/>
            </a:endParaRPr>
          </a:p>
        </p:txBody>
      </p:sp>
      <p:sp>
        <p:nvSpPr>
          <p:cNvPr id="2875" name="Google Shape;2875;p86"/>
          <p:cNvSpPr txBox="1"/>
          <p:nvPr/>
        </p:nvSpPr>
        <p:spPr>
          <a:xfrm>
            <a:off x="7180022" y="553506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a:t>
            </a:r>
            <a:endParaRPr i="0" sz="800" u="none" cap="none" strike="noStrike">
              <a:latin typeface="Salesforce Sans"/>
              <a:ea typeface="Salesforce Sans"/>
              <a:cs typeface="Salesforce Sans"/>
              <a:sym typeface="Salesforce Sans"/>
            </a:endParaRPr>
          </a:p>
        </p:txBody>
      </p:sp>
      <p:sp>
        <p:nvSpPr>
          <p:cNvPr id="2876" name="Google Shape;2876;p86"/>
          <p:cNvSpPr txBox="1"/>
          <p:nvPr/>
        </p:nvSpPr>
        <p:spPr>
          <a:xfrm>
            <a:off x="7180022" y="568357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2877" name="Google Shape;2877;p86"/>
          <p:cNvSpPr txBox="1"/>
          <p:nvPr/>
        </p:nvSpPr>
        <p:spPr>
          <a:xfrm>
            <a:off x="7180022" y="583222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2878" name="Google Shape;2878;p86"/>
          <p:cNvSpPr txBox="1"/>
          <p:nvPr/>
        </p:nvSpPr>
        <p:spPr>
          <a:xfrm>
            <a:off x="7180022" y="5366155"/>
            <a:ext cx="166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Performance</a:t>
            </a:r>
            <a:endParaRPr i="0" sz="800" u="none" cap="none" strike="noStrike">
              <a:latin typeface="Salesforce Sans"/>
              <a:ea typeface="Salesforce Sans"/>
              <a:cs typeface="Salesforce Sans"/>
              <a:sym typeface="Salesforce Sans"/>
            </a:endParaRPr>
          </a:p>
        </p:txBody>
      </p:sp>
      <p:sp>
        <p:nvSpPr>
          <p:cNvPr id="2879" name="Google Shape;2879;p86"/>
          <p:cNvSpPr txBox="1"/>
          <p:nvPr/>
        </p:nvSpPr>
        <p:spPr>
          <a:xfrm>
            <a:off x="7180022" y="5980878"/>
            <a:ext cx="16254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880" name="Google Shape;2880;p86"/>
          <p:cNvSpPr txBox="1"/>
          <p:nvPr/>
        </p:nvSpPr>
        <p:spPr>
          <a:xfrm>
            <a:off x="7180022" y="614978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Insights</a:t>
            </a:r>
            <a:endParaRPr i="0" sz="800" u="none" cap="none" strike="noStrike">
              <a:latin typeface="Salesforce Sans"/>
              <a:ea typeface="Salesforce Sans"/>
              <a:cs typeface="Salesforce Sans"/>
              <a:sym typeface="Salesforce Sans"/>
            </a:endParaRPr>
          </a:p>
        </p:txBody>
      </p:sp>
      <p:sp>
        <p:nvSpPr>
          <p:cNvPr id="2881" name="Google Shape;2881;p86"/>
          <p:cNvSpPr txBox="1"/>
          <p:nvPr/>
        </p:nvSpPr>
        <p:spPr>
          <a:xfrm>
            <a:off x="7180022" y="629844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Portfolio Positioning</a:t>
            </a:r>
            <a:endParaRPr i="0" sz="800" u="none" cap="none" strike="noStrike">
              <a:latin typeface="Salesforce Sans"/>
              <a:ea typeface="Salesforce Sans"/>
              <a:cs typeface="Salesforce Sans"/>
              <a:sym typeface="Salesforce Sans"/>
            </a:endParaRPr>
          </a:p>
        </p:txBody>
      </p:sp>
      <p:sp>
        <p:nvSpPr>
          <p:cNvPr id="2882" name="Google Shape;2882;p86"/>
          <p:cNvSpPr txBox="1"/>
          <p:nvPr/>
        </p:nvSpPr>
        <p:spPr>
          <a:xfrm>
            <a:off x="7180022" y="64470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Roadmap</a:t>
            </a:r>
            <a:endParaRPr i="0" sz="800" u="none" cap="none" strike="noStrike">
              <a:latin typeface="Salesforce Sans"/>
              <a:ea typeface="Salesforce Sans"/>
              <a:cs typeface="Salesforce Sans"/>
              <a:sym typeface="Salesforce Sans"/>
            </a:endParaRPr>
          </a:p>
        </p:txBody>
      </p:sp>
      <p:sp>
        <p:nvSpPr>
          <p:cNvPr id="2883" name="Google Shape;2883;p86"/>
          <p:cNvSpPr txBox="1"/>
          <p:nvPr/>
        </p:nvSpPr>
        <p:spPr>
          <a:xfrm>
            <a:off x="7180022" y="46024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Digital Experience</a:t>
            </a:r>
            <a:endParaRPr i="0" sz="800" u="none" cap="none" strike="noStrike">
              <a:latin typeface="Salesforce Sans"/>
              <a:ea typeface="Salesforce Sans"/>
              <a:cs typeface="Salesforce Sans"/>
              <a:sym typeface="Salesforce Sans"/>
            </a:endParaRPr>
          </a:p>
        </p:txBody>
      </p:sp>
      <p:sp>
        <p:nvSpPr>
          <p:cNvPr id="2884" name="Google Shape;2884;p86"/>
          <p:cNvSpPr txBox="1"/>
          <p:nvPr/>
        </p:nvSpPr>
        <p:spPr>
          <a:xfrm>
            <a:off x="7180022" y="67646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85" name="Google Shape;2885;p86"/>
          <p:cNvSpPr txBox="1"/>
          <p:nvPr/>
        </p:nvSpPr>
        <p:spPr>
          <a:xfrm>
            <a:off x="7180022" y="659574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Case</a:t>
            </a:r>
            <a:endParaRPr i="0" sz="800" u="none" cap="none" strike="noStrike">
              <a:latin typeface="Salesforce Sans"/>
              <a:ea typeface="Salesforce Sans"/>
              <a:cs typeface="Salesforce Sans"/>
              <a:sym typeface="Salesforce Sans"/>
            </a:endParaRPr>
          </a:p>
        </p:txBody>
      </p:sp>
      <p:sp>
        <p:nvSpPr>
          <p:cNvPr id="2886" name="Google Shape;2886;p86"/>
          <p:cNvSpPr txBox="1"/>
          <p:nvPr/>
        </p:nvSpPr>
        <p:spPr>
          <a:xfrm>
            <a:off x="7180022" y="691331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Plan Configuration</a:t>
            </a:r>
            <a:endParaRPr i="0" sz="800" u="none" cap="none" strike="noStrike">
              <a:latin typeface="Salesforce Sans"/>
              <a:ea typeface="Salesforce Sans"/>
              <a:cs typeface="Salesforce Sans"/>
              <a:sym typeface="Salesforce Sans"/>
            </a:endParaRPr>
          </a:p>
        </p:txBody>
      </p:sp>
      <p:sp>
        <p:nvSpPr>
          <p:cNvPr id="2887" name="Google Shape;2887;p86"/>
          <p:cNvSpPr txBox="1"/>
          <p:nvPr/>
        </p:nvSpPr>
        <p:spPr>
          <a:xfrm>
            <a:off x="7180022" y="70619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Promotions</a:t>
            </a:r>
            <a:endParaRPr i="0" sz="800" u="none" cap="none" strike="noStrike">
              <a:latin typeface="Salesforce Sans"/>
              <a:ea typeface="Salesforce Sans"/>
              <a:cs typeface="Salesforce Sans"/>
              <a:sym typeface="Salesforce Sans"/>
            </a:endParaRPr>
          </a:p>
        </p:txBody>
      </p:sp>
      <p:sp>
        <p:nvSpPr>
          <p:cNvPr id="2888" name="Google Shape;2888;p86"/>
          <p:cNvSpPr txBox="1"/>
          <p:nvPr/>
        </p:nvSpPr>
        <p:spPr>
          <a:xfrm>
            <a:off x="7180022" y="721061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889" name="Google Shape;2889;p86"/>
          <p:cNvSpPr txBox="1"/>
          <p:nvPr/>
        </p:nvSpPr>
        <p:spPr>
          <a:xfrm>
            <a:off x="7180022" y="737952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Insights</a:t>
            </a:r>
            <a:endParaRPr i="0" sz="800" u="none" cap="none" strike="noStrike">
              <a:latin typeface="Salesforce Sans"/>
              <a:ea typeface="Salesforce Sans"/>
              <a:cs typeface="Salesforce Sans"/>
              <a:sym typeface="Salesforce Sans"/>
            </a:endParaRPr>
          </a:p>
        </p:txBody>
      </p:sp>
      <p:sp>
        <p:nvSpPr>
          <p:cNvPr id="2890" name="Google Shape;2890;p86"/>
          <p:cNvSpPr txBox="1"/>
          <p:nvPr/>
        </p:nvSpPr>
        <p:spPr>
          <a:xfrm>
            <a:off x="7180022" y="767683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891" name="Google Shape;2891;p86"/>
          <p:cNvSpPr txBox="1"/>
          <p:nvPr/>
        </p:nvSpPr>
        <p:spPr>
          <a:xfrm>
            <a:off x="7180022" y="752818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Add-On Configuration</a:t>
            </a:r>
            <a:endParaRPr i="0" sz="800" u="none" cap="none" strike="noStrike">
              <a:latin typeface="Salesforce Sans"/>
              <a:ea typeface="Salesforce Sans"/>
              <a:cs typeface="Salesforce Sans"/>
              <a:sym typeface="Salesforce Sans"/>
            </a:endParaRPr>
          </a:p>
        </p:txBody>
      </p:sp>
      <p:sp>
        <p:nvSpPr>
          <p:cNvPr id="2892" name="Google Shape;2892;p86"/>
          <p:cNvSpPr txBox="1"/>
          <p:nvPr/>
        </p:nvSpPr>
        <p:spPr>
          <a:xfrm>
            <a:off x="7180022" y="782548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893" name="Google Shape;2893;p86"/>
          <p:cNvSpPr txBox="1"/>
          <p:nvPr/>
        </p:nvSpPr>
        <p:spPr>
          <a:xfrm>
            <a:off x="7180022" y="79943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894" name="Google Shape;2894;p86"/>
          <p:cNvSpPr txBox="1"/>
          <p:nvPr/>
        </p:nvSpPr>
        <p:spPr>
          <a:xfrm>
            <a:off x="7180022" y="82740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895" name="Google Shape;2895;p86"/>
          <p:cNvSpPr txBox="1"/>
          <p:nvPr/>
        </p:nvSpPr>
        <p:spPr>
          <a:xfrm>
            <a:off x="7180022" y="84138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Lifecycle</a:t>
            </a:r>
            <a:endParaRPr i="0" sz="800" u="none" cap="none" strike="noStrike">
              <a:latin typeface="Salesforce Sans"/>
              <a:ea typeface="Salesforce Sans"/>
              <a:cs typeface="Salesforce Sans"/>
              <a:sym typeface="Salesforce Sans"/>
            </a:endParaRPr>
          </a:p>
        </p:txBody>
      </p:sp>
      <p:sp>
        <p:nvSpPr>
          <p:cNvPr id="2896" name="Google Shape;2896;p86"/>
          <p:cNvSpPr txBox="1"/>
          <p:nvPr/>
        </p:nvSpPr>
        <p:spPr>
          <a:xfrm>
            <a:off x="7180022" y="813423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Portfolio</a:t>
            </a:r>
            <a:endParaRPr i="0" sz="800" u="none" cap="none" strike="noStrike">
              <a:latin typeface="Salesforce Sans"/>
              <a:ea typeface="Salesforce Sans"/>
              <a:cs typeface="Salesforce Sans"/>
              <a:sym typeface="Salesforce Sans"/>
            </a:endParaRPr>
          </a:p>
        </p:txBody>
      </p:sp>
      <p:sp>
        <p:nvSpPr>
          <p:cNvPr id="2897" name="Google Shape;2897;p86"/>
          <p:cNvSpPr txBox="1"/>
          <p:nvPr/>
        </p:nvSpPr>
        <p:spPr>
          <a:xfrm>
            <a:off x="7180022" y="860926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898" name="Google Shape;2898;p86"/>
          <p:cNvSpPr txBox="1"/>
          <p:nvPr/>
        </p:nvSpPr>
        <p:spPr>
          <a:xfrm>
            <a:off x="7180022" y="87490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Broadband Configuration</a:t>
            </a:r>
            <a:endParaRPr i="0" sz="800" u="none" cap="none" strike="noStrike">
              <a:latin typeface="Salesforce Sans"/>
              <a:ea typeface="Salesforce Sans"/>
              <a:cs typeface="Salesforce Sans"/>
              <a:sym typeface="Salesforce Sans"/>
            </a:endParaRPr>
          </a:p>
        </p:txBody>
      </p:sp>
      <p:sp>
        <p:nvSpPr>
          <p:cNvPr id="2899" name="Google Shape;2899;p86"/>
          <p:cNvSpPr txBox="1"/>
          <p:nvPr/>
        </p:nvSpPr>
        <p:spPr>
          <a:xfrm>
            <a:off x="7180022" y="888893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900" name="Google Shape;2900;p86"/>
          <p:cNvSpPr txBox="1"/>
          <p:nvPr/>
        </p:nvSpPr>
        <p:spPr>
          <a:xfrm>
            <a:off x="7180022" y="90296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901" name="Google Shape;2901;p86"/>
          <p:cNvSpPr txBox="1"/>
          <p:nvPr/>
        </p:nvSpPr>
        <p:spPr>
          <a:xfrm>
            <a:off x="7180022" y="933525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Concept Design</a:t>
            </a:r>
            <a:endParaRPr i="0" sz="800" u="none" cap="none" strike="noStrike">
              <a:latin typeface="Salesforce Sans"/>
              <a:ea typeface="Salesforce Sans"/>
              <a:cs typeface="Salesforce Sans"/>
              <a:sym typeface="Salesforce Sans"/>
            </a:endParaRPr>
          </a:p>
        </p:txBody>
      </p:sp>
      <p:sp>
        <p:nvSpPr>
          <p:cNvPr id="2902" name="Google Shape;2902;p86"/>
          <p:cNvSpPr txBox="1"/>
          <p:nvPr/>
        </p:nvSpPr>
        <p:spPr>
          <a:xfrm>
            <a:off x="7180022" y="95927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 (FAQ)</a:t>
            </a:r>
            <a:endParaRPr i="0" sz="800" u="none" cap="none" strike="noStrike">
              <a:latin typeface="Salesforce Sans"/>
              <a:ea typeface="Salesforce Sans"/>
              <a:cs typeface="Salesforce Sans"/>
              <a:sym typeface="Salesforce Sans"/>
            </a:endParaRPr>
          </a:p>
        </p:txBody>
      </p:sp>
      <p:sp>
        <p:nvSpPr>
          <p:cNvPr id="2903" name="Google Shape;2903;p86"/>
          <p:cNvSpPr txBox="1"/>
          <p:nvPr/>
        </p:nvSpPr>
        <p:spPr>
          <a:xfrm>
            <a:off x="7180022" y="920649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Trend Intelligence</a:t>
            </a:r>
            <a:endParaRPr i="0" sz="800" u="none" cap="none" strike="noStrike">
              <a:latin typeface="Salesforce Sans"/>
              <a:ea typeface="Salesforce Sans"/>
              <a:cs typeface="Salesforce Sans"/>
              <a:sym typeface="Salesforce Sans"/>
            </a:endParaRPr>
          </a:p>
        </p:txBody>
      </p:sp>
      <p:sp>
        <p:nvSpPr>
          <p:cNvPr id="2904" name="Google Shape;2904;p86"/>
          <p:cNvSpPr txBox="1"/>
          <p:nvPr/>
        </p:nvSpPr>
        <p:spPr>
          <a:xfrm>
            <a:off x="7180022" y="946401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Innovation Evaluation</a:t>
            </a:r>
            <a:endParaRPr i="0" sz="800" u="none" cap="none" strike="noStrike">
              <a:latin typeface="Salesforce Sans"/>
              <a:ea typeface="Salesforce Sans"/>
              <a:cs typeface="Salesforce Sans"/>
              <a:sym typeface="Salesforce Sans"/>
            </a:endParaRPr>
          </a:p>
        </p:txBody>
      </p:sp>
      <p:sp>
        <p:nvSpPr>
          <p:cNvPr id="2905" name="Google Shape;2905;p86"/>
          <p:cNvSpPr/>
          <p:nvPr/>
        </p:nvSpPr>
        <p:spPr>
          <a:xfrm>
            <a:off x="7046687" y="201339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6" name="Google Shape;2906;p86"/>
          <p:cNvSpPr/>
          <p:nvPr/>
        </p:nvSpPr>
        <p:spPr>
          <a:xfrm>
            <a:off x="7046687" y="216681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07" name="Google Shape;2907;p86"/>
          <p:cNvSpPr/>
          <p:nvPr/>
        </p:nvSpPr>
        <p:spPr>
          <a:xfrm>
            <a:off x="7046687" y="231070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8" name="Google Shape;2908;p86"/>
          <p:cNvSpPr/>
          <p:nvPr/>
        </p:nvSpPr>
        <p:spPr>
          <a:xfrm>
            <a:off x="7046687" y="2470084"/>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9" name="Google Shape;2909;p86"/>
          <p:cNvSpPr/>
          <p:nvPr/>
        </p:nvSpPr>
        <p:spPr>
          <a:xfrm>
            <a:off x="7046687" y="2767392"/>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0" name="Google Shape;2910;p86"/>
          <p:cNvSpPr/>
          <p:nvPr/>
        </p:nvSpPr>
        <p:spPr>
          <a:xfrm>
            <a:off x="7046687" y="2916046"/>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1" name="Google Shape;2911;p86"/>
          <p:cNvSpPr/>
          <p:nvPr/>
        </p:nvSpPr>
        <p:spPr>
          <a:xfrm>
            <a:off x="7046687" y="306470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2" name="Google Shape;2912;p86"/>
          <p:cNvSpPr/>
          <p:nvPr/>
        </p:nvSpPr>
        <p:spPr>
          <a:xfrm>
            <a:off x="7046687" y="261873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3" name="Google Shape;2913;p86"/>
          <p:cNvSpPr/>
          <p:nvPr/>
        </p:nvSpPr>
        <p:spPr>
          <a:xfrm>
            <a:off x="7046687" y="3243133"/>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4" name="Google Shape;2914;p86"/>
          <p:cNvSpPr/>
          <p:nvPr/>
        </p:nvSpPr>
        <p:spPr>
          <a:xfrm>
            <a:off x="7046687" y="354044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5" name="Google Shape;2915;p86"/>
          <p:cNvSpPr/>
          <p:nvPr/>
        </p:nvSpPr>
        <p:spPr>
          <a:xfrm>
            <a:off x="7046687" y="367590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16" name="Google Shape;2916;p86"/>
          <p:cNvSpPr/>
          <p:nvPr/>
        </p:nvSpPr>
        <p:spPr>
          <a:xfrm>
            <a:off x="7046687" y="339178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7" name="Google Shape;2917;p86"/>
          <p:cNvSpPr/>
          <p:nvPr/>
        </p:nvSpPr>
        <p:spPr>
          <a:xfrm>
            <a:off x="7046687" y="399757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2918" name="Google Shape;2918;p86"/>
          <p:cNvSpPr/>
          <p:nvPr/>
        </p:nvSpPr>
        <p:spPr>
          <a:xfrm>
            <a:off x="7046687" y="382866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19" name="Google Shape;2919;p86"/>
          <p:cNvSpPr/>
          <p:nvPr/>
        </p:nvSpPr>
        <p:spPr>
          <a:xfrm>
            <a:off x="7046687" y="430396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2920" name="Google Shape;2920;p86"/>
          <p:cNvSpPr/>
          <p:nvPr/>
        </p:nvSpPr>
        <p:spPr>
          <a:xfrm>
            <a:off x="7046687" y="4452619"/>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B827C"/>
                </a:solidFill>
                <a:latin typeface="Salesforce Sans"/>
                <a:ea typeface="Salesforce Sans"/>
                <a:cs typeface="Salesforce Sans"/>
                <a:sym typeface="Salesforce Sans"/>
              </a:rPr>
              <a:t> </a:t>
            </a:r>
            <a:endParaRPr i="0" sz="800" u="none" cap="none" strike="noStrike">
              <a:solidFill>
                <a:srgbClr val="0B827C"/>
              </a:solidFill>
              <a:latin typeface="Salesforce Sans"/>
              <a:ea typeface="Salesforce Sans"/>
              <a:cs typeface="Salesforce Sans"/>
              <a:sym typeface="Salesforce Sans"/>
            </a:endParaRPr>
          </a:p>
        </p:txBody>
      </p:sp>
      <p:sp>
        <p:nvSpPr>
          <p:cNvPr id="2921" name="Google Shape;2921;p86"/>
          <p:cNvSpPr/>
          <p:nvPr/>
        </p:nvSpPr>
        <p:spPr>
          <a:xfrm>
            <a:off x="7046687" y="186065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2" name="Google Shape;2922;p86"/>
          <p:cNvSpPr/>
          <p:nvPr/>
        </p:nvSpPr>
        <p:spPr>
          <a:xfrm>
            <a:off x="7046687" y="4155311"/>
            <a:ext cx="91200" cy="91200"/>
          </a:xfrm>
          <a:prstGeom prst="ellipse">
            <a:avLst/>
          </a:prstGeom>
          <a:solidFill>
            <a:srgbClr val="F6922C"/>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3" name="Google Shape;2923;p86"/>
          <p:cNvSpPr/>
          <p:nvPr/>
        </p:nvSpPr>
        <p:spPr>
          <a:xfrm>
            <a:off x="7046687" y="477018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4" name="Google Shape;2924;p86"/>
          <p:cNvSpPr/>
          <p:nvPr/>
        </p:nvSpPr>
        <p:spPr>
          <a:xfrm>
            <a:off x="7046687" y="491883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25" name="Google Shape;2925;p86"/>
          <p:cNvSpPr/>
          <p:nvPr/>
        </p:nvSpPr>
        <p:spPr>
          <a:xfrm>
            <a:off x="7046687" y="50877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6" name="Google Shape;2926;p86"/>
          <p:cNvSpPr/>
          <p:nvPr/>
        </p:nvSpPr>
        <p:spPr>
          <a:xfrm>
            <a:off x="7046687" y="523639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7" name="Google Shape;2927;p86"/>
          <p:cNvSpPr/>
          <p:nvPr/>
        </p:nvSpPr>
        <p:spPr>
          <a:xfrm>
            <a:off x="7046687" y="555395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8" name="Google Shape;2928;p86"/>
          <p:cNvSpPr/>
          <p:nvPr/>
        </p:nvSpPr>
        <p:spPr>
          <a:xfrm>
            <a:off x="7046687" y="570261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9" name="Google Shape;2929;p86"/>
          <p:cNvSpPr/>
          <p:nvPr/>
        </p:nvSpPr>
        <p:spPr>
          <a:xfrm>
            <a:off x="7046687" y="585126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0" name="Google Shape;2930;p86"/>
          <p:cNvSpPr/>
          <p:nvPr/>
        </p:nvSpPr>
        <p:spPr>
          <a:xfrm>
            <a:off x="7046687" y="5385051"/>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1" name="Google Shape;2931;p86"/>
          <p:cNvSpPr/>
          <p:nvPr/>
        </p:nvSpPr>
        <p:spPr>
          <a:xfrm>
            <a:off x="7046687" y="599992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2" name="Google Shape;2932;p86"/>
          <p:cNvSpPr/>
          <p:nvPr/>
        </p:nvSpPr>
        <p:spPr>
          <a:xfrm>
            <a:off x="7046687" y="616882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3" name="Google Shape;2933;p86"/>
          <p:cNvSpPr/>
          <p:nvPr/>
        </p:nvSpPr>
        <p:spPr>
          <a:xfrm>
            <a:off x="7046687" y="631748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4" name="Google Shape;2934;p86"/>
          <p:cNvSpPr/>
          <p:nvPr/>
        </p:nvSpPr>
        <p:spPr>
          <a:xfrm>
            <a:off x="7046687" y="646613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5" name="Google Shape;2935;p86"/>
          <p:cNvSpPr/>
          <p:nvPr/>
        </p:nvSpPr>
        <p:spPr>
          <a:xfrm>
            <a:off x="7046687" y="462152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6" name="Google Shape;2936;p86"/>
          <p:cNvSpPr/>
          <p:nvPr/>
        </p:nvSpPr>
        <p:spPr>
          <a:xfrm>
            <a:off x="7046687" y="6783699"/>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7" name="Google Shape;2937;p86"/>
          <p:cNvSpPr/>
          <p:nvPr/>
        </p:nvSpPr>
        <p:spPr>
          <a:xfrm>
            <a:off x="7046687" y="661479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8" name="Google Shape;2938;p86"/>
          <p:cNvSpPr/>
          <p:nvPr/>
        </p:nvSpPr>
        <p:spPr>
          <a:xfrm>
            <a:off x="7046687" y="6932353"/>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9" name="Google Shape;2939;p86"/>
          <p:cNvSpPr/>
          <p:nvPr/>
        </p:nvSpPr>
        <p:spPr>
          <a:xfrm>
            <a:off x="7046687" y="7081007"/>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0" name="Google Shape;2940;p86"/>
          <p:cNvSpPr/>
          <p:nvPr/>
        </p:nvSpPr>
        <p:spPr>
          <a:xfrm>
            <a:off x="7046687" y="722966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1" name="Google Shape;2941;p86"/>
          <p:cNvSpPr/>
          <p:nvPr/>
        </p:nvSpPr>
        <p:spPr>
          <a:xfrm>
            <a:off x="7046687" y="739856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2" name="Google Shape;2942;p86"/>
          <p:cNvSpPr/>
          <p:nvPr/>
        </p:nvSpPr>
        <p:spPr>
          <a:xfrm>
            <a:off x="7046687" y="769587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3" name="Google Shape;2943;p86"/>
          <p:cNvSpPr/>
          <p:nvPr/>
        </p:nvSpPr>
        <p:spPr>
          <a:xfrm>
            <a:off x="7046687" y="754722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4" name="Google Shape;2944;p86"/>
          <p:cNvSpPr/>
          <p:nvPr/>
        </p:nvSpPr>
        <p:spPr>
          <a:xfrm>
            <a:off x="7046687" y="784453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5" name="Google Shape;2945;p86"/>
          <p:cNvSpPr/>
          <p:nvPr/>
        </p:nvSpPr>
        <p:spPr>
          <a:xfrm>
            <a:off x="7046687" y="80134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6" name="Google Shape;2946;p86"/>
          <p:cNvSpPr/>
          <p:nvPr/>
        </p:nvSpPr>
        <p:spPr>
          <a:xfrm>
            <a:off x="7046687" y="829310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7" name="Google Shape;2947;p86"/>
          <p:cNvSpPr/>
          <p:nvPr/>
        </p:nvSpPr>
        <p:spPr>
          <a:xfrm>
            <a:off x="7046687" y="84329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8" name="Google Shape;2948;p86"/>
          <p:cNvSpPr/>
          <p:nvPr/>
        </p:nvSpPr>
        <p:spPr>
          <a:xfrm>
            <a:off x="7046687" y="8153274"/>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9" name="Google Shape;2949;p86"/>
          <p:cNvSpPr/>
          <p:nvPr/>
        </p:nvSpPr>
        <p:spPr>
          <a:xfrm>
            <a:off x="7046687" y="862830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0" name="Google Shape;2950;p86"/>
          <p:cNvSpPr/>
          <p:nvPr/>
        </p:nvSpPr>
        <p:spPr>
          <a:xfrm>
            <a:off x="7046687" y="876814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1" name="Google Shape;2951;p86"/>
          <p:cNvSpPr/>
          <p:nvPr/>
        </p:nvSpPr>
        <p:spPr>
          <a:xfrm>
            <a:off x="7046687" y="890797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2" name="Google Shape;2952;p86"/>
          <p:cNvSpPr/>
          <p:nvPr/>
        </p:nvSpPr>
        <p:spPr>
          <a:xfrm>
            <a:off x="7046687" y="90487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3" name="Google Shape;2953;p86"/>
          <p:cNvSpPr/>
          <p:nvPr/>
        </p:nvSpPr>
        <p:spPr>
          <a:xfrm>
            <a:off x="7046687" y="939183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4" name="Google Shape;2954;p86"/>
          <p:cNvSpPr/>
          <p:nvPr/>
        </p:nvSpPr>
        <p:spPr>
          <a:xfrm>
            <a:off x="7046687" y="962057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5" name="Google Shape;2955;p86"/>
          <p:cNvSpPr/>
          <p:nvPr/>
        </p:nvSpPr>
        <p:spPr>
          <a:xfrm>
            <a:off x="7046687" y="9243179"/>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6" name="Google Shape;2956;p86"/>
          <p:cNvSpPr/>
          <p:nvPr/>
        </p:nvSpPr>
        <p:spPr>
          <a:xfrm>
            <a:off x="7046687" y="948305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7" name="Google Shape;2957;p86"/>
          <p:cNvSpPr/>
          <p:nvPr/>
        </p:nvSpPr>
        <p:spPr>
          <a:xfrm>
            <a:off x="7046687" y="570262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8" name="Google Shape;2958;p86"/>
          <p:cNvSpPr/>
          <p:nvPr/>
        </p:nvSpPr>
        <p:spPr>
          <a:xfrm>
            <a:off x="7046687" y="585127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9" name="Google Shape;2959;p86"/>
          <p:cNvSpPr txBox="1"/>
          <p:nvPr/>
        </p:nvSpPr>
        <p:spPr>
          <a:xfrm>
            <a:off x="472232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960" name="Google Shape;2960;p86"/>
          <p:cNvSpPr txBox="1"/>
          <p:nvPr/>
        </p:nvSpPr>
        <p:spPr>
          <a:xfrm>
            <a:off x="592208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961" name="Google Shape;2961;p86"/>
          <p:cNvGrpSpPr/>
          <p:nvPr/>
        </p:nvGrpSpPr>
        <p:grpSpPr>
          <a:xfrm>
            <a:off x="4741973" y="1867456"/>
            <a:ext cx="952525" cy="449700"/>
            <a:chOff x="755165" y="1938890"/>
            <a:chExt cx="1322400" cy="449700"/>
          </a:xfrm>
        </p:grpSpPr>
        <p:sp>
          <p:nvSpPr>
            <p:cNvPr id="2962" name="Google Shape;2962;p86"/>
            <p:cNvSpPr/>
            <p:nvPr/>
          </p:nvSpPr>
          <p:spPr>
            <a:xfrm>
              <a:off x="755165" y="1938890"/>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63" name="Google Shape;2963;p86"/>
            <p:cNvSpPr txBox="1"/>
            <p:nvPr/>
          </p:nvSpPr>
          <p:spPr>
            <a:xfrm>
              <a:off x="888815" y="2101340"/>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900">
                <a:solidFill>
                  <a:srgbClr val="FFFFFF"/>
                </a:solidFill>
                <a:latin typeface="Avant Garde Demi SFDC"/>
                <a:ea typeface="Avant Garde Demi SFDC"/>
                <a:cs typeface="Avant Garde Demi SFDC"/>
                <a:sym typeface="Avant Garde Demi SFDC"/>
              </a:endParaRPr>
            </a:p>
          </p:txBody>
        </p:sp>
      </p:grpSp>
      <p:sp>
        <p:nvSpPr>
          <p:cNvPr id="2964" name="Google Shape;2964;p86"/>
          <p:cNvSpPr txBox="1"/>
          <p:nvPr/>
        </p:nvSpPr>
        <p:spPr>
          <a:xfrm>
            <a:off x="718095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965" name="Google Shape;2965;p86"/>
          <p:cNvSpPr txBox="1"/>
          <p:nvPr/>
        </p:nvSpPr>
        <p:spPr>
          <a:xfrm>
            <a:off x="5922089" y="1843238"/>
            <a:ext cx="121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Lead Management </a:t>
            </a:r>
            <a:endParaRPr b="1" sz="900">
              <a:solidFill>
                <a:srgbClr val="066AFE"/>
              </a:solidFill>
              <a:latin typeface="Salesforce Sans"/>
              <a:ea typeface="Salesforce Sans"/>
              <a:cs typeface="Salesforce Sans"/>
              <a:sym typeface="Salesforce Sans"/>
            </a:endParaRPr>
          </a:p>
        </p:txBody>
      </p:sp>
      <p:grpSp>
        <p:nvGrpSpPr>
          <p:cNvPr id="2966" name="Google Shape;2966;p86"/>
          <p:cNvGrpSpPr/>
          <p:nvPr/>
        </p:nvGrpSpPr>
        <p:grpSpPr>
          <a:xfrm>
            <a:off x="4741973" y="6193420"/>
            <a:ext cx="952525" cy="449700"/>
            <a:chOff x="755165" y="1866174"/>
            <a:chExt cx="1322400" cy="449700"/>
          </a:xfrm>
        </p:grpSpPr>
        <p:sp>
          <p:nvSpPr>
            <p:cNvPr id="2967" name="Google Shape;2967;p86"/>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68" name="Google Shape;2968;p86"/>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a:t>
              </a:r>
              <a:endParaRPr sz="900">
                <a:solidFill>
                  <a:srgbClr val="FFFFFF"/>
                </a:solidFill>
                <a:latin typeface="Avant Garde Demi SFDC"/>
                <a:ea typeface="Avant Garde Demi SFDC"/>
                <a:cs typeface="Avant Garde Demi SFDC"/>
                <a:sym typeface="Avant Garde Demi SFDC"/>
              </a:endParaRPr>
            </a:p>
          </p:txBody>
        </p:sp>
      </p:grpSp>
      <p:grpSp>
        <p:nvGrpSpPr>
          <p:cNvPr id="2969" name="Google Shape;2969;p86"/>
          <p:cNvGrpSpPr/>
          <p:nvPr/>
        </p:nvGrpSpPr>
        <p:grpSpPr>
          <a:xfrm>
            <a:off x="4741973" y="9230466"/>
            <a:ext cx="952525" cy="449700"/>
            <a:chOff x="755165" y="1886345"/>
            <a:chExt cx="1322400" cy="449700"/>
          </a:xfrm>
        </p:grpSpPr>
        <p:sp>
          <p:nvSpPr>
            <p:cNvPr id="2970" name="Google Shape;2970;p86"/>
            <p:cNvSpPr/>
            <p:nvPr/>
          </p:nvSpPr>
          <p:spPr>
            <a:xfrm>
              <a:off x="755165" y="1886345"/>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71" name="Google Shape;2971;p86"/>
            <p:cNvSpPr txBox="1"/>
            <p:nvPr/>
          </p:nvSpPr>
          <p:spPr>
            <a:xfrm>
              <a:off x="888815" y="2048795"/>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1600">
                <a:latin typeface="Avant Garde Demi SFDC"/>
                <a:ea typeface="Avant Garde Demi SFDC"/>
                <a:cs typeface="Avant Garde Demi SFDC"/>
                <a:sym typeface="Avant Garde Demi SFDC"/>
              </a:endParaRPr>
            </a:p>
          </p:txBody>
        </p:sp>
      </p:grpSp>
      <p:sp>
        <p:nvSpPr>
          <p:cNvPr id="2972" name="Google Shape;2972;p86"/>
          <p:cNvSpPr/>
          <p:nvPr/>
        </p:nvSpPr>
        <p:spPr>
          <a:xfrm>
            <a:off x="10174977" y="2750625"/>
            <a:ext cx="1105200" cy="615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Planning and Design </a:t>
            </a:r>
            <a:endParaRPr b="1" i="0" sz="900" u="none" cap="none" strike="noStrike">
              <a:solidFill>
                <a:srgbClr val="066AFE"/>
              </a:solidFill>
              <a:latin typeface="Salesforce Sans"/>
              <a:ea typeface="Salesforce Sans"/>
              <a:cs typeface="Salesforce Sans"/>
              <a:sym typeface="Salesforce Sans"/>
            </a:endParaRPr>
          </a:p>
        </p:txBody>
      </p:sp>
      <p:sp>
        <p:nvSpPr>
          <p:cNvPr id="2973" name="Google Shape;2973;p86"/>
          <p:cNvSpPr/>
          <p:nvPr/>
        </p:nvSpPr>
        <p:spPr>
          <a:xfrm>
            <a:off x="10174977" y="3518578"/>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Core and Access Build &amp; Deployment </a:t>
            </a:r>
            <a:endParaRPr b="1" i="0" sz="900" u="none" cap="none" strike="noStrike">
              <a:solidFill>
                <a:srgbClr val="066AFE"/>
              </a:solidFill>
              <a:latin typeface="Salesforce Sans"/>
              <a:ea typeface="Salesforce Sans"/>
              <a:cs typeface="Salesforce Sans"/>
              <a:sym typeface="Salesforce Sans"/>
            </a:endParaRPr>
          </a:p>
        </p:txBody>
      </p:sp>
      <p:sp>
        <p:nvSpPr>
          <p:cNvPr id="2974" name="Google Shape;2974;p86"/>
          <p:cNvSpPr/>
          <p:nvPr/>
        </p:nvSpPr>
        <p:spPr>
          <a:xfrm>
            <a:off x="10174977" y="4120271"/>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Build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2975" name="Google Shape;2975;p86"/>
          <p:cNvSpPr/>
          <p:nvPr/>
        </p:nvSpPr>
        <p:spPr>
          <a:xfrm>
            <a:off x="10174977" y="4739816"/>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Spectrum Management</a:t>
            </a:r>
            <a:endParaRPr b="1" i="0" sz="900" u="none" cap="none" strike="noStrike">
              <a:solidFill>
                <a:srgbClr val="066AFE"/>
              </a:solidFill>
              <a:latin typeface="Salesforce Sans"/>
              <a:ea typeface="Salesforce Sans"/>
              <a:cs typeface="Salesforce Sans"/>
              <a:sym typeface="Salesforce Sans"/>
            </a:endParaRPr>
          </a:p>
        </p:txBody>
      </p:sp>
      <p:sp>
        <p:nvSpPr>
          <p:cNvPr id="2976" name="Google Shape;2976;p86"/>
          <p:cNvSpPr/>
          <p:nvPr/>
        </p:nvSpPr>
        <p:spPr>
          <a:xfrm>
            <a:off x="10174977" y="55018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Supply Chain </a:t>
            </a:r>
            <a:endParaRPr b="1" i="0" sz="900" u="none" cap="none" strike="noStrike">
              <a:solidFill>
                <a:srgbClr val="066AFE"/>
              </a:solidFill>
              <a:latin typeface="Salesforce Sans"/>
              <a:ea typeface="Salesforce Sans"/>
              <a:cs typeface="Salesforce Sans"/>
              <a:sym typeface="Salesforce Sans"/>
            </a:endParaRPr>
          </a:p>
        </p:txBody>
      </p:sp>
      <p:sp>
        <p:nvSpPr>
          <p:cNvPr id="2977" name="Google Shape;2977;p86"/>
          <p:cNvSpPr/>
          <p:nvPr/>
        </p:nvSpPr>
        <p:spPr>
          <a:xfrm>
            <a:off x="10174977" y="61154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Maintenance </a:t>
            </a:r>
            <a:endParaRPr b="1" i="0" sz="900" u="none" cap="none" strike="noStrike">
              <a:solidFill>
                <a:srgbClr val="066AFE"/>
              </a:solidFill>
              <a:latin typeface="Salesforce Sans"/>
              <a:ea typeface="Salesforce Sans"/>
              <a:cs typeface="Salesforce Sans"/>
              <a:sym typeface="Salesforce Sans"/>
            </a:endParaRPr>
          </a:p>
        </p:txBody>
      </p:sp>
      <p:sp>
        <p:nvSpPr>
          <p:cNvPr id="2978" name="Google Shape;2978;p86"/>
          <p:cNvSpPr/>
          <p:nvPr/>
        </p:nvSpPr>
        <p:spPr>
          <a:xfrm>
            <a:off x="10174977" y="6723069"/>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Energy &amp; Sustainability Mgmt </a:t>
            </a:r>
            <a:endParaRPr b="1" i="0" sz="900" u="none" cap="none" strike="noStrike">
              <a:solidFill>
                <a:srgbClr val="066AFE"/>
              </a:solidFill>
              <a:latin typeface="Salesforce Sans"/>
              <a:ea typeface="Salesforce Sans"/>
              <a:cs typeface="Salesforce Sans"/>
              <a:sym typeface="Salesforce Sans"/>
            </a:endParaRPr>
          </a:p>
        </p:txBody>
      </p:sp>
      <p:sp>
        <p:nvSpPr>
          <p:cNvPr id="2979" name="Google Shape;2979;p86"/>
          <p:cNvSpPr/>
          <p:nvPr/>
        </p:nvSpPr>
        <p:spPr>
          <a:xfrm>
            <a:off x="10174977" y="7200055"/>
            <a:ext cx="1105200" cy="15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trategy</a:t>
            </a:r>
            <a:endParaRPr b="1" i="0" sz="900" u="none" cap="none" strike="noStrike">
              <a:solidFill>
                <a:srgbClr val="066AFE"/>
              </a:solidFill>
              <a:latin typeface="Salesforce Sans"/>
              <a:ea typeface="Salesforce Sans"/>
              <a:cs typeface="Salesforce Sans"/>
              <a:sym typeface="Salesforce Sans"/>
            </a:endParaRPr>
          </a:p>
        </p:txBody>
      </p:sp>
      <p:sp>
        <p:nvSpPr>
          <p:cNvPr id="2980" name="Google Shape;2980;p86"/>
          <p:cNvSpPr/>
          <p:nvPr/>
        </p:nvSpPr>
        <p:spPr>
          <a:xfrm>
            <a:off x="10174977" y="7647411"/>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Issue Resolution </a:t>
            </a:r>
            <a:endParaRPr b="1" i="0" sz="900" u="none" cap="none" strike="noStrike">
              <a:solidFill>
                <a:srgbClr val="066AFE"/>
              </a:solidFill>
              <a:latin typeface="Salesforce Sans"/>
              <a:ea typeface="Salesforce Sans"/>
              <a:cs typeface="Salesforce Sans"/>
              <a:sym typeface="Salesforce Sans"/>
            </a:endParaRPr>
          </a:p>
        </p:txBody>
      </p:sp>
      <p:sp>
        <p:nvSpPr>
          <p:cNvPr id="2981" name="Google Shape;2981;p86"/>
          <p:cNvSpPr/>
          <p:nvPr/>
        </p:nvSpPr>
        <p:spPr>
          <a:xfrm>
            <a:off x="10174977" y="8094823"/>
            <a:ext cx="1105200" cy="24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Governance </a:t>
            </a:r>
            <a:endParaRPr b="1" i="0" sz="900" u="none" cap="none" strike="noStrike">
              <a:solidFill>
                <a:srgbClr val="066AFE"/>
              </a:solidFill>
              <a:latin typeface="Salesforce Sans"/>
              <a:ea typeface="Salesforce Sans"/>
              <a:cs typeface="Salesforce Sans"/>
              <a:sym typeface="Salesforce Sans"/>
            </a:endParaRPr>
          </a:p>
        </p:txBody>
      </p:sp>
      <p:sp>
        <p:nvSpPr>
          <p:cNvPr id="2982" name="Google Shape;2982;p86"/>
          <p:cNvSpPr/>
          <p:nvPr/>
        </p:nvSpPr>
        <p:spPr>
          <a:xfrm>
            <a:off x="10174977" y="8409934"/>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Software Development </a:t>
            </a:r>
            <a:endParaRPr b="1" i="0" sz="900" u="none" cap="none" strike="noStrike">
              <a:solidFill>
                <a:srgbClr val="066AFE"/>
              </a:solidFill>
              <a:latin typeface="Salesforce Sans"/>
              <a:ea typeface="Salesforce Sans"/>
              <a:cs typeface="Salesforce Sans"/>
              <a:sym typeface="Salesforce Sans"/>
            </a:endParaRPr>
          </a:p>
        </p:txBody>
      </p:sp>
      <p:sp>
        <p:nvSpPr>
          <p:cNvPr id="2983" name="Google Shape;2983;p86"/>
          <p:cNvSpPr/>
          <p:nvPr/>
        </p:nvSpPr>
        <p:spPr>
          <a:xfrm>
            <a:off x="10174977" y="8869242"/>
            <a:ext cx="10008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Testing, QA &amp; Automation </a:t>
            </a:r>
            <a:endParaRPr b="1" i="0" sz="900" u="none" cap="none" strike="noStrike">
              <a:solidFill>
                <a:srgbClr val="066AFE"/>
              </a:solidFill>
              <a:latin typeface="Salesforce Sans"/>
              <a:ea typeface="Salesforce Sans"/>
              <a:cs typeface="Salesforce Sans"/>
              <a:sym typeface="Salesforce Sans"/>
            </a:endParaRPr>
          </a:p>
        </p:txBody>
      </p:sp>
      <p:sp>
        <p:nvSpPr>
          <p:cNvPr id="2984" name="Google Shape;2984;p86"/>
          <p:cNvSpPr/>
          <p:nvPr/>
        </p:nvSpPr>
        <p:spPr>
          <a:xfrm>
            <a:off x="10174977" y="9316350"/>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 Threat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Response </a:t>
            </a:r>
            <a:endParaRPr b="1" i="0" sz="900" u="none" cap="none" strike="noStrike">
              <a:solidFill>
                <a:srgbClr val="066AFE"/>
              </a:solidFill>
              <a:latin typeface="Salesforce Sans"/>
              <a:ea typeface="Salesforce Sans"/>
              <a:cs typeface="Salesforce Sans"/>
              <a:sym typeface="Salesforce Sans"/>
            </a:endParaRPr>
          </a:p>
        </p:txBody>
      </p:sp>
      <p:sp>
        <p:nvSpPr>
          <p:cNvPr id="2985" name="Google Shape;2985;p86"/>
          <p:cNvSpPr txBox="1"/>
          <p:nvPr/>
        </p:nvSpPr>
        <p:spPr>
          <a:xfrm>
            <a:off x="11432855" y="198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2986" name="Google Shape;2986;p86"/>
          <p:cNvSpPr txBox="1"/>
          <p:nvPr/>
        </p:nvSpPr>
        <p:spPr>
          <a:xfrm>
            <a:off x="11432855" y="2137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2987" name="Google Shape;2987;p86"/>
          <p:cNvSpPr txBox="1"/>
          <p:nvPr/>
        </p:nvSpPr>
        <p:spPr>
          <a:xfrm>
            <a:off x="11432855" y="2286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2988" name="Google Shape;2988;p86"/>
          <p:cNvSpPr txBox="1"/>
          <p:nvPr/>
        </p:nvSpPr>
        <p:spPr>
          <a:xfrm>
            <a:off x="11432855" y="2434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2989" name="Google Shape;2989;p86"/>
          <p:cNvSpPr txBox="1"/>
          <p:nvPr/>
        </p:nvSpPr>
        <p:spPr>
          <a:xfrm>
            <a:off x="11432855" y="2751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990" name="Google Shape;2990;p86"/>
          <p:cNvSpPr txBox="1"/>
          <p:nvPr/>
        </p:nvSpPr>
        <p:spPr>
          <a:xfrm>
            <a:off x="11432855" y="2899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2991" name="Google Shape;2991;p86"/>
          <p:cNvSpPr txBox="1"/>
          <p:nvPr/>
        </p:nvSpPr>
        <p:spPr>
          <a:xfrm>
            <a:off x="11432855" y="3048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2992" name="Google Shape;2992;p86"/>
          <p:cNvSpPr txBox="1"/>
          <p:nvPr/>
        </p:nvSpPr>
        <p:spPr>
          <a:xfrm>
            <a:off x="11432855" y="2583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2993" name="Google Shape;2993;p86"/>
          <p:cNvSpPr txBox="1"/>
          <p:nvPr/>
        </p:nvSpPr>
        <p:spPr>
          <a:xfrm>
            <a:off x="11432855" y="3196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2994" name="Google Shape;2994;p86"/>
          <p:cNvSpPr txBox="1"/>
          <p:nvPr/>
        </p:nvSpPr>
        <p:spPr>
          <a:xfrm>
            <a:off x="11432855" y="3513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2995" name="Google Shape;2995;p86"/>
          <p:cNvSpPr txBox="1"/>
          <p:nvPr/>
        </p:nvSpPr>
        <p:spPr>
          <a:xfrm>
            <a:off x="11432855" y="3661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Installation and Configuration</a:t>
            </a:r>
            <a:endParaRPr i="0" sz="800" u="none" cap="none" strike="noStrike">
              <a:latin typeface="Salesforce Sans"/>
              <a:ea typeface="Salesforce Sans"/>
              <a:cs typeface="Salesforce Sans"/>
              <a:sym typeface="Salesforce Sans"/>
            </a:endParaRPr>
          </a:p>
        </p:txBody>
      </p:sp>
      <p:sp>
        <p:nvSpPr>
          <p:cNvPr id="2996" name="Google Shape;2996;p86"/>
          <p:cNvSpPr txBox="1"/>
          <p:nvPr/>
        </p:nvSpPr>
        <p:spPr>
          <a:xfrm>
            <a:off x="11432855" y="3345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2997" name="Google Shape;2997;p86"/>
          <p:cNvSpPr txBox="1"/>
          <p:nvPr/>
        </p:nvSpPr>
        <p:spPr>
          <a:xfrm>
            <a:off x="11432855" y="3958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2998" name="Google Shape;2998;p86"/>
          <p:cNvSpPr txBox="1"/>
          <p:nvPr/>
        </p:nvSpPr>
        <p:spPr>
          <a:xfrm>
            <a:off x="11432855" y="3810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2999" name="Google Shape;2999;p86"/>
          <p:cNvSpPr txBox="1"/>
          <p:nvPr/>
        </p:nvSpPr>
        <p:spPr>
          <a:xfrm>
            <a:off x="11432855" y="4275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Deployment and Configuration</a:t>
            </a:r>
            <a:endParaRPr i="0" sz="800" u="none" cap="none" strike="noStrike">
              <a:latin typeface="Salesforce Sans"/>
              <a:ea typeface="Salesforce Sans"/>
              <a:cs typeface="Salesforce Sans"/>
              <a:sym typeface="Salesforce Sans"/>
            </a:endParaRPr>
          </a:p>
        </p:txBody>
      </p:sp>
      <p:sp>
        <p:nvSpPr>
          <p:cNvPr id="3000" name="Google Shape;3000;p86"/>
          <p:cNvSpPr txBox="1"/>
          <p:nvPr/>
        </p:nvSpPr>
        <p:spPr>
          <a:xfrm>
            <a:off x="11432855" y="4423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3001" name="Google Shape;3001;p86"/>
          <p:cNvSpPr txBox="1"/>
          <p:nvPr/>
        </p:nvSpPr>
        <p:spPr>
          <a:xfrm>
            <a:off x="11432855" y="4127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3002" name="Google Shape;3002;p86"/>
          <p:cNvSpPr txBox="1"/>
          <p:nvPr/>
        </p:nvSpPr>
        <p:spPr>
          <a:xfrm>
            <a:off x="11432855" y="4740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3003" name="Google Shape;3003;p86"/>
          <p:cNvSpPr txBox="1"/>
          <p:nvPr/>
        </p:nvSpPr>
        <p:spPr>
          <a:xfrm>
            <a:off x="11432855" y="4889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Valuation</a:t>
            </a:r>
            <a:endParaRPr i="0" sz="800" u="none" cap="none" strike="noStrike">
              <a:latin typeface="Salesforce Sans"/>
              <a:ea typeface="Salesforce Sans"/>
              <a:cs typeface="Salesforce Sans"/>
              <a:sym typeface="Salesforce Sans"/>
            </a:endParaRPr>
          </a:p>
        </p:txBody>
      </p:sp>
      <p:sp>
        <p:nvSpPr>
          <p:cNvPr id="3004" name="Google Shape;3004;p86"/>
          <p:cNvSpPr txBox="1"/>
          <p:nvPr/>
        </p:nvSpPr>
        <p:spPr>
          <a:xfrm>
            <a:off x="11432855" y="5037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Allocation</a:t>
            </a:r>
            <a:endParaRPr i="0" sz="800" u="none" cap="none" strike="noStrike">
              <a:latin typeface="Salesforce Sans"/>
              <a:ea typeface="Salesforce Sans"/>
              <a:cs typeface="Salesforce Sans"/>
              <a:sym typeface="Salesforce Sans"/>
            </a:endParaRPr>
          </a:p>
        </p:txBody>
      </p:sp>
      <p:sp>
        <p:nvSpPr>
          <p:cNvPr id="3005" name="Google Shape;3005;p86"/>
          <p:cNvSpPr txBox="1"/>
          <p:nvPr/>
        </p:nvSpPr>
        <p:spPr>
          <a:xfrm>
            <a:off x="11432855" y="5185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Monitoring</a:t>
            </a:r>
            <a:endParaRPr i="0" sz="800" u="none" cap="none" strike="noStrike">
              <a:latin typeface="Salesforce Sans"/>
              <a:ea typeface="Salesforce Sans"/>
              <a:cs typeface="Salesforce Sans"/>
              <a:sym typeface="Salesforce Sans"/>
            </a:endParaRPr>
          </a:p>
        </p:txBody>
      </p:sp>
      <p:sp>
        <p:nvSpPr>
          <p:cNvPr id="3006" name="Google Shape;3006;p86"/>
          <p:cNvSpPr txBox="1"/>
          <p:nvPr/>
        </p:nvSpPr>
        <p:spPr>
          <a:xfrm>
            <a:off x="11432855" y="5502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Forecasting</a:t>
            </a:r>
            <a:endParaRPr i="0" sz="800" u="none" cap="none" strike="noStrike">
              <a:latin typeface="Salesforce Sans"/>
              <a:ea typeface="Salesforce Sans"/>
              <a:cs typeface="Salesforce Sans"/>
              <a:sym typeface="Salesforce Sans"/>
            </a:endParaRPr>
          </a:p>
        </p:txBody>
      </p:sp>
      <p:sp>
        <p:nvSpPr>
          <p:cNvPr id="3007" name="Google Shape;3007;p86"/>
          <p:cNvSpPr txBox="1"/>
          <p:nvPr/>
        </p:nvSpPr>
        <p:spPr>
          <a:xfrm>
            <a:off x="11432855" y="5651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Selection</a:t>
            </a:r>
            <a:endParaRPr i="0" sz="800" u="none" cap="none" strike="noStrike">
              <a:latin typeface="Salesforce Sans"/>
              <a:ea typeface="Salesforce Sans"/>
              <a:cs typeface="Salesforce Sans"/>
              <a:sym typeface="Salesforce Sans"/>
            </a:endParaRPr>
          </a:p>
        </p:txBody>
      </p:sp>
      <p:sp>
        <p:nvSpPr>
          <p:cNvPr id="3008" name="Google Shape;3008;p86"/>
          <p:cNvSpPr txBox="1"/>
          <p:nvPr/>
        </p:nvSpPr>
        <p:spPr>
          <a:xfrm>
            <a:off x="11432855" y="579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Execution</a:t>
            </a:r>
            <a:endParaRPr i="0" sz="800" u="none" cap="none" strike="noStrike">
              <a:latin typeface="Salesforce Sans"/>
              <a:ea typeface="Salesforce Sans"/>
              <a:cs typeface="Salesforce Sans"/>
              <a:sym typeface="Salesforce Sans"/>
            </a:endParaRPr>
          </a:p>
        </p:txBody>
      </p:sp>
      <p:sp>
        <p:nvSpPr>
          <p:cNvPr id="3009" name="Google Shape;3009;p86"/>
          <p:cNvSpPr txBox="1"/>
          <p:nvPr/>
        </p:nvSpPr>
        <p:spPr>
          <a:xfrm>
            <a:off x="11432855" y="5334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a:t>
            </a:r>
            <a:r>
              <a:rPr lang="en" sz="800">
                <a:latin typeface="Salesforce Sans"/>
                <a:ea typeface="Salesforce Sans"/>
                <a:cs typeface="Salesforce Sans"/>
                <a:sym typeface="Salesforce Sans"/>
              </a:rPr>
              <a:t>Adherence</a:t>
            </a:r>
            <a:endParaRPr i="0" sz="800" u="none" cap="none" strike="noStrike">
              <a:latin typeface="Salesforce Sans"/>
              <a:ea typeface="Salesforce Sans"/>
              <a:cs typeface="Salesforce Sans"/>
              <a:sym typeface="Salesforce Sans"/>
            </a:endParaRPr>
          </a:p>
        </p:txBody>
      </p:sp>
      <p:sp>
        <p:nvSpPr>
          <p:cNvPr id="3010" name="Google Shape;3010;p86"/>
          <p:cNvSpPr txBox="1"/>
          <p:nvPr/>
        </p:nvSpPr>
        <p:spPr>
          <a:xfrm>
            <a:off x="11432855" y="594804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Logistics and Inventory</a:t>
            </a:r>
            <a:endParaRPr i="0" sz="800" u="none" cap="none" strike="noStrike">
              <a:latin typeface="Salesforce Sans"/>
              <a:ea typeface="Salesforce Sans"/>
              <a:cs typeface="Salesforce Sans"/>
              <a:sym typeface="Salesforce Sans"/>
            </a:endParaRPr>
          </a:p>
        </p:txBody>
      </p:sp>
      <p:sp>
        <p:nvSpPr>
          <p:cNvPr id="3011" name="Google Shape;3011;p86"/>
          <p:cNvSpPr txBox="1"/>
          <p:nvPr/>
        </p:nvSpPr>
        <p:spPr>
          <a:xfrm>
            <a:off x="11432855" y="6116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Monitoring</a:t>
            </a:r>
            <a:endParaRPr i="0" sz="800" u="none" cap="none" strike="noStrike">
              <a:latin typeface="Salesforce Sans"/>
              <a:ea typeface="Salesforce Sans"/>
              <a:cs typeface="Salesforce Sans"/>
              <a:sym typeface="Salesforce Sans"/>
            </a:endParaRPr>
          </a:p>
        </p:txBody>
      </p:sp>
      <p:sp>
        <p:nvSpPr>
          <p:cNvPr id="3012" name="Google Shape;3012;p86"/>
          <p:cNvSpPr txBox="1"/>
          <p:nvPr/>
        </p:nvSpPr>
        <p:spPr>
          <a:xfrm>
            <a:off x="11432855" y="6264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3013" name="Google Shape;3013;p86"/>
          <p:cNvSpPr txBox="1"/>
          <p:nvPr/>
        </p:nvSpPr>
        <p:spPr>
          <a:xfrm>
            <a:off x="11432855" y="64131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Configuration Update</a:t>
            </a:r>
            <a:endParaRPr i="0" sz="800" u="none" cap="none" strike="noStrike">
              <a:latin typeface="Salesforce Sans"/>
              <a:ea typeface="Salesforce Sans"/>
              <a:cs typeface="Salesforce Sans"/>
              <a:sym typeface="Salesforce Sans"/>
            </a:endParaRPr>
          </a:p>
        </p:txBody>
      </p:sp>
      <p:sp>
        <p:nvSpPr>
          <p:cNvPr id="3014" name="Google Shape;3014;p86"/>
          <p:cNvSpPr txBox="1"/>
          <p:nvPr/>
        </p:nvSpPr>
        <p:spPr>
          <a:xfrm>
            <a:off x="11432855" y="4572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3015" name="Google Shape;3015;p86"/>
          <p:cNvSpPr txBox="1"/>
          <p:nvPr/>
        </p:nvSpPr>
        <p:spPr>
          <a:xfrm>
            <a:off x="11432855" y="67299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Consumption Monitoring</a:t>
            </a:r>
            <a:endParaRPr i="0" sz="800" u="none" cap="none" strike="noStrike">
              <a:latin typeface="Salesforce Sans"/>
              <a:ea typeface="Salesforce Sans"/>
              <a:cs typeface="Salesforce Sans"/>
              <a:sym typeface="Salesforce Sans"/>
            </a:endParaRPr>
          </a:p>
        </p:txBody>
      </p:sp>
      <p:sp>
        <p:nvSpPr>
          <p:cNvPr id="3016" name="Google Shape;3016;p86"/>
          <p:cNvSpPr txBox="1"/>
          <p:nvPr/>
        </p:nvSpPr>
        <p:spPr>
          <a:xfrm>
            <a:off x="11432855" y="65615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Optimization</a:t>
            </a:r>
            <a:endParaRPr i="0" sz="800" u="none" cap="none" strike="noStrike">
              <a:latin typeface="Salesforce Sans"/>
              <a:ea typeface="Salesforce Sans"/>
              <a:cs typeface="Salesforce Sans"/>
              <a:sym typeface="Salesforce Sans"/>
            </a:endParaRPr>
          </a:p>
        </p:txBody>
      </p:sp>
      <p:sp>
        <p:nvSpPr>
          <p:cNvPr id="3017" name="Google Shape;3017;p86"/>
          <p:cNvSpPr txBox="1"/>
          <p:nvPr/>
        </p:nvSpPr>
        <p:spPr>
          <a:xfrm>
            <a:off x="11432855" y="6878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Optimization</a:t>
            </a:r>
            <a:endParaRPr i="0" sz="800" u="none" cap="none" strike="noStrike">
              <a:latin typeface="Salesforce Sans"/>
              <a:ea typeface="Salesforce Sans"/>
              <a:cs typeface="Salesforce Sans"/>
              <a:sym typeface="Salesforce Sans"/>
            </a:endParaRPr>
          </a:p>
        </p:txBody>
      </p:sp>
      <p:sp>
        <p:nvSpPr>
          <p:cNvPr id="3018" name="Google Shape;3018;p86"/>
          <p:cNvSpPr txBox="1"/>
          <p:nvPr/>
        </p:nvSpPr>
        <p:spPr>
          <a:xfrm>
            <a:off x="11432855" y="7026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Sustainability Management</a:t>
            </a:r>
            <a:endParaRPr i="0" sz="800" u="none" cap="none" strike="noStrike">
              <a:latin typeface="Salesforce Sans"/>
              <a:ea typeface="Salesforce Sans"/>
              <a:cs typeface="Salesforce Sans"/>
              <a:sym typeface="Salesforce Sans"/>
            </a:endParaRPr>
          </a:p>
        </p:txBody>
      </p:sp>
      <p:sp>
        <p:nvSpPr>
          <p:cNvPr id="3019" name="Google Shape;3019;p86"/>
          <p:cNvSpPr txBox="1"/>
          <p:nvPr/>
        </p:nvSpPr>
        <p:spPr>
          <a:xfrm>
            <a:off x="11432855" y="719505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Insights</a:t>
            </a:r>
            <a:endParaRPr i="0" sz="800" u="none" cap="none" strike="noStrike">
              <a:latin typeface="Salesforce Sans"/>
              <a:ea typeface="Salesforce Sans"/>
              <a:cs typeface="Salesforce Sans"/>
              <a:sym typeface="Salesforce Sans"/>
            </a:endParaRPr>
          </a:p>
        </p:txBody>
      </p:sp>
      <p:sp>
        <p:nvSpPr>
          <p:cNvPr id="3020" name="Google Shape;3020;p86"/>
          <p:cNvSpPr txBox="1"/>
          <p:nvPr/>
        </p:nvSpPr>
        <p:spPr>
          <a:xfrm>
            <a:off x="11432855" y="733475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Roadmap Planning</a:t>
            </a:r>
            <a:endParaRPr i="0" sz="800" u="none" cap="none" strike="noStrike">
              <a:latin typeface="Salesforce Sans"/>
              <a:ea typeface="Salesforce Sans"/>
              <a:cs typeface="Salesforce Sans"/>
              <a:sym typeface="Salesforce Sans"/>
            </a:endParaRPr>
          </a:p>
        </p:txBody>
      </p:sp>
      <p:sp>
        <p:nvSpPr>
          <p:cNvPr id="3021" name="Google Shape;3021;p86"/>
          <p:cNvSpPr txBox="1"/>
          <p:nvPr/>
        </p:nvSpPr>
        <p:spPr>
          <a:xfrm>
            <a:off x="11432855" y="7642632"/>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a:t>
            </a:r>
            <a:r>
              <a:rPr i="0" lang="en" sz="800" u="none" cap="none" strike="noStrike">
                <a:latin typeface="Salesforce Sans"/>
                <a:ea typeface="Salesforce Sans"/>
                <a:cs typeface="Salesforce Sans"/>
                <a:sym typeface="Salesforce Sans"/>
              </a:rPr>
              <a:t>ncident Triage</a:t>
            </a:r>
            <a:endParaRPr i="0" sz="800" u="none" cap="none" strike="noStrike">
              <a:latin typeface="Salesforce Sans"/>
              <a:ea typeface="Salesforce Sans"/>
              <a:cs typeface="Salesforce Sans"/>
              <a:sym typeface="Salesforce Sans"/>
            </a:endParaRPr>
          </a:p>
        </p:txBody>
      </p:sp>
      <p:sp>
        <p:nvSpPr>
          <p:cNvPr id="3022" name="Google Shape;3022;p86"/>
          <p:cNvSpPr txBox="1"/>
          <p:nvPr/>
        </p:nvSpPr>
        <p:spPr>
          <a:xfrm>
            <a:off x="11432855" y="74743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Investment</a:t>
            </a:r>
            <a:endParaRPr i="0" sz="800" u="none" cap="none" strike="noStrike">
              <a:latin typeface="Salesforce Sans"/>
              <a:ea typeface="Salesforce Sans"/>
              <a:cs typeface="Salesforce Sans"/>
              <a:sym typeface="Salesforce Sans"/>
            </a:endParaRPr>
          </a:p>
        </p:txBody>
      </p:sp>
      <p:sp>
        <p:nvSpPr>
          <p:cNvPr id="3023" name="Google Shape;3023;p86"/>
          <p:cNvSpPr txBox="1"/>
          <p:nvPr/>
        </p:nvSpPr>
        <p:spPr>
          <a:xfrm>
            <a:off x="11432855" y="778231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and Troubleshooting</a:t>
            </a:r>
            <a:endParaRPr i="0" sz="800" u="none" cap="none" strike="noStrike">
              <a:latin typeface="Salesforce Sans"/>
              <a:ea typeface="Salesforce Sans"/>
              <a:cs typeface="Salesforce Sans"/>
              <a:sym typeface="Salesforce Sans"/>
            </a:endParaRPr>
          </a:p>
        </p:txBody>
      </p:sp>
      <p:sp>
        <p:nvSpPr>
          <p:cNvPr id="3024" name="Google Shape;3024;p86"/>
          <p:cNvSpPr txBox="1"/>
          <p:nvPr/>
        </p:nvSpPr>
        <p:spPr>
          <a:xfrm>
            <a:off x="11432855" y="792189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Routing</a:t>
            </a:r>
            <a:endParaRPr i="0" sz="800" u="none" cap="none" strike="noStrike">
              <a:latin typeface="Salesforce Sans"/>
              <a:ea typeface="Salesforce Sans"/>
              <a:cs typeface="Salesforce Sans"/>
              <a:sym typeface="Salesforce Sans"/>
            </a:endParaRPr>
          </a:p>
        </p:txBody>
      </p:sp>
      <p:sp>
        <p:nvSpPr>
          <p:cNvPr id="3025" name="Google Shape;3025;p86"/>
          <p:cNvSpPr txBox="1"/>
          <p:nvPr/>
        </p:nvSpPr>
        <p:spPr>
          <a:xfrm>
            <a:off x="11432855" y="823771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3026" name="Google Shape;3026;p86"/>
          <p:cNvSpPr txBox="1"/>
          <p:nvPr/>
        </p:nvSpPr>
        <p:spPr>
          <a:xfrm>
            <a:off x="11432855" y="839898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Generation</a:t>
            </a:r>
            <a:endParaRPr i="0" sz="800" u="none" cap="none" strike="noStrike">
              <a:latin typeface="Salesforce Sans"/>
              <a:ea typeface="Salesforce Sans"/>
              <a:cs typeface="Salesforce Sans"/>
              <a:sym typeface="Salesforce Sans"/>
            </a:endParaRPr>
          </a:p>
        </p:txBody>
      </p:sp>
      <p:sp>
        <p:nvSpPr>
          <p:cNvPr id="3027" name="Google Shape;3027;p86"/>
          <p:cNvSpPr txBox="1"/>
          <p:nvPr/>
        </p:nvSpPr>
        <p:spPr>
          <a:xfrm>
            <a:off x="11432855" y="8096368"/>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Policy Compliance</a:t>
            </a:r>
            <a:endParaRPr i="0" sz="800" u="none" cap="none" strike="noStrike">
              <a:latin typeface="Salesforce Sans"/>
              <a:ea typeface="Salesforce Sans"/>
              <a:cs typeface="Salesforce Sans"/>
              <a:sym typeface="Salesforce Sans"/>
            </a:endParaRPr>
          </a:p>
        </p:txBody>
      </p:sp>
      <p:sp>
        <p:nvSpPr>
          <p:cNvPr id="3028" name="Google Shape;3028;p86"/>
          <p:cNvSpPr txBox="1"/>
          <p:nvPr/>
        </p:nvSpPr>
        <p:spPr>
          <a:xfrm>
            <a:off x="11432855" y="85368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Review</a:t>
            </a:r>
            <a:endParaRPr i="0" sz="800" u="none" cap="none" strike="noStrike">
              <a:latin typeface="Salesforce Sans"/>
              <a:ea typeface="Salesforce Sans"/>
              <a:cs typeface="Salesforce Sans"/>
              <a:sym typeface="Salesforce Sans"/>
            </a:endParaRPr>
          </a:p>
        </p:txBody>
      </p:sp>
      <p:sp>
        <p:nvSpPr>
          <p:cNvPr id="3029" name="Google Shape;3029;p86"/>
          <p:cNvSpPr txBox="1"/>
          <p:nvPr/>
        </p:nvSpPr>
        <p:spPr>
          <a:xfrm>
            <a:off x="11432855" y="886425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Generator</a:t>
            </a:r>
            <a:endParaRPr i="0" sz="800" u="none" cap="none" strike="noStrike">
              <a:latin typeface="Salesforce Sans"/>
              <a:ea typeface="Salesforce Sans"/>
              <a:cs typeface="Salesforce Sans"/>
              <a:sym typeface="Salesforce Sans"/>
            </a:endParaRPr>
          </a:p>
        </p:txBody>
      </p:sp>
      <p:sp>
        <p:nvSpPr>
          <p:cNvPr id="3030" name="Google Shape;3030;p86"/>
          <p:cNvSpPr txBox="1"/>
          <p:nvPr/>
        </p:nvSpPr>
        <p:spPr>
          <a:xfrm>
            <a:off x="11432855" y="91469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Defect Triage</a:t>
            </a:r>
            <a:endParaRPr i="0" sz="800" u="none" cap="none" strike="noStrike">
              <a:latin typeface="Salesforce Sans"/>
              <a:ea typeface="Salesforce Sans"/>
              <a:cs typeface="Salesforce Sans"/>
              <a:sym typeface="Salesforce Sans"/>
            </a:endParaRPr>
          </a:p>
        </p:txBody>
      </p:sp>
      <p:sp>
        <p:nvSpPr>
          <p:cNvPr id="3031" name="Google Shape;3031;p86"/>
          <p:cNvSpPr txBox="1"/>
          <p:nvPr/>
        </p:nvSpPr>
        <p:spPr>
          <a:xfrm>
            <a:off x="11432855" y="94637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3032" name="Google Shape;3032;p86"/>
          <p:cNvSpPr txBox="1"/>
          <p:nvPr/>
        </p:nvSpPr>
        <p:spPr>
          <a:xfrm>
            <a:off x="11432855" y="959806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Forensics</a:t>
            </a:r>
            <a:endParaRPr i="0" sz="800" u="none" cap="none" strike="noStrike">
              <a:latin typeface="Salesforce Sans"/>
              <a:ea typeface="Salesforce Sans"/>
              <a:cs typeface="Salesforce Sans"/>
              <a:sym typeface="Salesforce Sans"/>
            </a:endParaRPr>
          </a:p>
        </p:txBody>
      </p:sp>
      <p:sp>
        <p:nvSpPr>
          <p:cNvPr id="3033" name="Google Shape;3033;p86"/>
          <p:cNvSpPr txBox="1"/>
          <p:nvPr/>
        </p:nvSpPr>
        <p:spPr>
          <a:xfrm>
            <a:off x="11432855" y="867469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Software Performance</a:t>
            </a:r>
            <a:endParaRPr i="0" sz="800" u="none" cap="none" strike="noStrike">
              <a:latin typeface="Salesforce Sans"/>
              <a:ea typeface="Salesforce Sans"/>
              <a:cs typeface="Salesforce Sans"/>
              <a:sym typeface="Salesforce Sans"/>
            </a:endParaRPr>
          </a:p>
        </p:txBody>
      </p:sp>
      <p:sp>
        <p:nvSpPr>
          <p:cNvPr id="3034" name="Google Shape;3034;p86"/>
          <p:cNvSpPr txBox="1"/>
          <p:nvPr/>
        </p:nvSpPr>
        <p:spPr>
          <a:xfrm>
            <a:off x="11432855" y="90056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CI/CD Validation</a:t>
            </a:r>
            <a:endParaRPr i="0" sz="800" u="none" cap="none" strike="noStrike">
              <a:latin typeface="Salesforce Sans"/>
              <a:ea typeface="Salesforce Sans"/>
              <a:cs typeface="Salesforce Sans"/>
              <a:sym typeface="Salesforce Sans"/>
            </a:endParaRPr>
          </a:p>
        </p:txBody>
      </p:sp>
      <p:sp>
        <p:nvSpPr>
          <p:cNvPr id="3035" name="Google Shape;3035;p86"/>
          <p:cNvSpPr txBox="1"/>
          <p:nvPr/>
        </p:nvSpPr>
        <p:spPr>
          <a:xfrm>
            <a:off x="11432855" y="93224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a:t>
            </a:r>
            <a:endParaRPr i="0" sz="800" u="none" cap="none" strike="noStrike">
              <a:latin typeface="Salesforce Sans"/>
              <a:ea typeface="Salesforce Sans"/>
              <a:cs typeface="Salesforce Sans"/>
              <a:sym typeface="Salesforce Sans"/>
            </a:endParaRPr>
          </a:p>
        </p:txBody>
      </p:sp>
      <p:sp>
        <p:nvSpPr>
          <p:cNvPr id="3036" name="Google Shape;3036;p86"/>
          <p:cNvSpPr/>
          <p:nvPr/>
        </p:nvSpPr>
        <p:spPr>
          <a:xfrm>
            <a:off x="11297160" y="55213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7" name="Google Shape;3037;p86"/>
          <p:cNvSpPr/>
          <p:nvPr/>
        </p:nvSpPr>
        <p:spPr>
          <a:xfrm>
            <a:off x="11297160" y="596664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8" name="Google Shape;3038;p86"/>
          <p:cNvSpPr/>
          <p:nvPr/>
        </p:nvSpPr>
        <p:spPr>
          <a:xfrm>
            <a:off x="11297160" y="56697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9" name="Google Shape;3039;p86"/>
          <p:cNvSpPr/>
          <p:nvPr/>
        </p:nvSpPr>
        <p:spPr>
          <a:xfrm>
            <a:off x="11297160" y="58182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40" name="Google Shape;3040;p86"/>
          <p:cNvSpPr/>
          <p:nvPr/>
        </p:nvSpPr>
        <p:spPr>
          <a:xfrm>
            <a:off x="11297160" y="186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1" name="Google Shape;3041;p86"/>
          <p:cNvSpPr/>
          <p:nvPr/>
        </p:nvSpPr>
        <p:spPr>
          <a:xfrm>
            <a:off x="11297160" y="2008173"/>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2" name="Google Shape;3042;p86"/>
          <p:cNvSpPr/>
          <p:nvPr/>
        </p:nvSpPr>
        <p:spPr>
          <a:xfrm>
            <a:off x="11297160" y="21565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3" name="Google Shape;3043;p86"/>
          <p:cNvSpPr/>
          <p:nvPr/>
        </p:nvSpPr>
        <p:spPr>
          <a:xfrm>
            <a:off x="11297160" y="23051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4" name="Google Shape;3044;p86"/>
          <p:cNvSpPr/>
          <p:nvPr/>
        </p:nvSpPr>
        <p:spPr>
          <a:xfrm>
            <a:off x="11297160" y="24531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5" name="Google Shape;3045;p86"/>
          <p:cNvSpPr/>
          <p:nvPr/>
        </p:nvSpPr>
        <p:spPr>
          <a:xfrm>
            <a:off x="11297160" y="260155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6" name="Google Shape;3046;p86"/>
          <p:cNvSpPr/>
          <p:nvPr/>
        </p:nvSpPr>
        <p:spPr>
          <a:xfrm>
            <a:off x="11297160" y="27703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7" name="Google Shape;3047;p86"/>
          <p:cNvSpPr/>
          <p:nvPr/>
        </p:nvSpPr>
        <p:spPr>
          <a:xfrm>
            <a:off x="11297160" y="29183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8" name="Google Shape;3048;p86"/>
          <p:cNvSpPr/>
          <p:nvPr/>
        </p:nvSpPr>
        <p:spPr>
          <a:xfrm>
            <a:off x="11297160" y="3066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9" name="Google Shape;3049;p86"/>
          <p:cNvSpPr/>
          <p:nvPr/>
        </p:nvSpPr>
        <p:spPr>
          <a:xfrm>
            <a:off x="11297160" y="3215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0" name="Google Shape;3050;p86"/>
          <p:cNvSpPr/>
          <p:nvPr/>
        </p:nvSpPr>
        <p:spPr>
          <a:xfrm>
            <a:off x="11297160" y="3363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1" name="Google Shape;3051;p86"/>
          <p:cNvSpPr/>
          <p:nvPr/>
        </p:nvSpPr>
        <p:spPr>
          <a:xfrm>
            <a:off x="11297160" y="35322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2" name="Google Shape;3052;p86"/>
          <p:cNvSpPr/>
          <p:nvPr/>
        </p:nvSpPr>
        <p:spPr>
          <a:xfrm>
            <a:off x="11297160" y="3680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3" name="Google Shape;3053;p86"/>
          <p:cNvSpPr/>
          <p:nvPr/>
        </p:nvSpPr>
        <p:spPr>
          <a:xfrm>
            <a:off x="11297160" y="38286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4" name="Google Shape;3054;p86"/>
          <p:cNvSpPr/>
          <p:nvPr/>
        </p:nvSpPr>
        <p:spPr>
          <a:xfrm>
            <a:off x="11297160" y="39772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5" name="Google Shape;3055;p86"/>
          <p:cNvSpPr/>
          <p:nvPr/>
        </p:nvSpPr>
        <p:spPr>
          <a:xfrm>
            <a:off x="11297160" y="41458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6" name="Google Shape;3056;p86"/>
          <p:cNvSpPr/>
          <p:nvPr/>
        </p:nvSpPr>
        <p:spPr>
          <a:xfrm>
            <a:off x="11297160" y="42938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7" name="Google Shape;3057;p86"/>
          <p:cNvSpPr/>
          <p:nvPr/>
        </p:nvSpPr>
        <p:spPr>
          <a:xfrm>
            <a:off x="11297160" y="4442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8" name="Google Shape;3058;p86"/>
          <p:cNvSpPr/>
          <p:nvPr/>
        </p:nvSpPr>
        <p:spPr>
          <a:xfrm>
            <a:off x="11297160" y="45908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9" name="Google Shape;3059;p86"/>
          <p:cNvSpPr/>
          <p:nvPr/>
        </p:nvSpPr>
        <p:spPr>
          <a:xfrm>
            <a:off x="11297160" y="4759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0" name="Google Shape;3060;p86"/>
          <p:cNvSpPr/>
          <p:nvPr/>
        </p:nvSpPr>
        <p:spPr>
          <a:xfrm>
            <a:off x="11297160" y="4907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1" name="Google Shape;3061;p86"/>
          <p:cNvSpPr/>
          <p:nvPr/>
        </p:nvSpPr>
        <p:spPr>
          <a:xfrm>
            <a:off x="11297160" y="50559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2" name="Google Shape;3062;p86"/>
          <p:cNvSpPr/>
          <p:nvPr/>
        </p:nvSpPr>
        <p:spPr>
          <a:xfrm>
            <a:off x="11297160" y="52047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3" name="Google Shape;3063;p86"/>
          <p:cNvSpPr/>
          <p:nvPr/>
        </p:nvSpPr>
        <p:spPr>
          <a:xfrm>
            <a:off x="11297160" y="5352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4" name="Google Shape;3064;p86"/>
          <p:cNvSpPr/>
          <p:nvPr/>
        </p:nvSpPr>
        <p:spPr>
          <a:xfrm>
            <a:off x="11297160" y="61349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5" name="Google Shape;3065;p86"/>
          <p:cNvSpPr/>
          <p:nvPr/>
        </p:nvSpPr>
        <p:spPr>
          <a:xfrm>
            <a:off x="11297160" y="658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6" name="Google Shape;3066;p86"/>
          <p:cNvSpPr/>
          <p:nvPr/>
        </p:nvSpPr>
        <p:spPr>
          <a:xfrm>
            <a:off x="11297160" y="628336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7" name="Google Shape;3067;p86"/>
          <p:cNvSpPr/>
          <p:nvPr/>
        </p:nvSpPr>
        <p:spPr>
          <a:xfrm>
            <a:off x="11297160" y="643178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8" name="Google Shape;3068;p86"/>
          <p:cNvSpPr/>
          <p:nvPr/>
        </p:nvSpPr>
        <p:spPr>
          <a:xfrm>
            <a:off x="11297160" y="70453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9" name="Google Shape;3069;p86"/>
          <p:cNvSpPr/>
          <p:nvPr/>
        </p:nvSpPr>
        <p:spPr>
          <a:xfrm>
            <a:off x="11297160" y="674854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0" name="Google Shape;3070;p86"/>
          <p:cNvSpPr/>
          <p:nvPr/>
        </p:nvSpPr>
        <p:spPr>
          <a:xfrm>
            <a:off x="11297160" y="68969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1" name="Google Shape;3071;p86"/>
          <p:cNvSpPr/>
          <p:nvPr/>
        </p:nvSpPr>
        <p:spPr>
          <a:xfrm>
            <a:off x="11297160" y="75105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2" name="Google Shape;3072;p86"/>
          <p:cNvSpPr/>
          <p:nvPr/>
        </p:nvSpPr>
        <p:spPr>
          <a:xfrm>
            <a:off x="11297160" y="721368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3" name="Google Shape;3073;p86"/>
          <p:cNvSpPr/>
          <p:nvPr/>
        </p:nvSpPr>
        <p:spPr>
          <a:xfrm>
            <a:off x="11297160" y="736211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4" name="Google Shape;3074;p86"/>
          <p:cNvSpPr/>
          <p:nvPr/>
        </p:nvSpPr>
        <p:spPr>
          <a:xfrm>
            <a:off x="11297160" y="76788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5" name="Google Shape;3075;p86"/>
          <p:cNvSpPr/>
          <p:nvPr/>
        </p:nvSpPr>
        <p:spPr>
          <a:xfrm>
            <a:off x="11297160" y="795810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76" name="Google Shape;3076;p86"/>
          <p:cNvSpPr/>
          <p:nvPr/>
        </p:nvSpPr>
        <p:spPr>
          <a:xfrm>
            <a:off x="11297160" y="780086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77" name="Google Shape;3077;p86"/>
          <p:cNvSpPr/>
          <p:nvPr/>
        </p:nvSpPr>
        <p:spPr>
          <a:xfrm>
            <a:off x="11297160" y="824926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8" name="Google Shape;3078;p86"/>
          <p:cNvSpPr/>
          <p:nvPr/>
        </p:nvSpPr>
        <p:spPr>
          <a:xfrm>
            <a:off x="11297160" y="8114954"/>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9" name="Google Shape;3079;p86"/>
          <p:cNvSpPr/>
          <p:nvPr/>
        </p:nvSpPr>
        <p:spPr>
          <a:xfrm>
            <a:off x="11297160" y="84175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0" name="Google Shape;3080;p86"/>
          <p:cNvSpPr/>
          <p:nvPr/>
        </p:nvSpPr>
        <p:spPr>
          <a:xfrm>
            <a:off x="11297160" y="871444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1" name="Google Shape;3081;p86"/>
          <p:cNvSpPr/>
          <p:nvPr/>
        </p:nvSpPr>
        <p:spPr>
          <a:xfrm>
            <a:off x="11297160" y="856601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2" name="Google Shape;3082;p86"/>
          <p:cNvSpPr/>
          <p:nvPr/>
        </p:nvSpPr>
        <p:spPr>
          <a:xfrm>
            <a:off x="11297160" y="888283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3" name="Google Shape;3083;p86"/>
          <p:cNvSpPr/>
          <p:nvPr/>
        </p:nvSpPr>
        <p:spPr>
          <a:xfrm>
            <a:off x="11297160" y="917967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4" name="Google Shape;3084;p86"/>
          <p:cNvSpPr/>
          <p:nvPr/>
        </p:nvSpPr>
        <p:spPr>
          <a:xfrm>
            <a:off x="11297160" y="90312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5" name="Google Shape;3085;p86"/>
          <p:cNvSpPr/>
          <p:nvPr/>
        </p:nvSpPr>
        <p:spPr>
          <a:xfrm>
            <a:off x="11297160" y="93480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6" name="Google Shape;3086;p86"/>
          <p:cNvSpPr/>
          <p:nvPr/>
        </p:nvSpPr>
        <p:spPr>
          <a:xfrm>
            <a:off x="11297160"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7" name="Google Shape;3087;p86"/>
          <p:cNvSpPr/>
          <p:nvPr/>
        </p:nvSpPr>
        <p:spPr>
          <a:xfrm>
            <a:off x="11297160" y="949646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8" name="Google Shape;3088;p86"/>
          <p:cNvSpPr txBox="1"/>
          <p:nvPr/>
        </p:nvSpPr>
        <p:spPr>
          <a:xfrm>
            <a:off x="11432855" y="183685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3089" name="Google Shape;3089;p86"/>
          <p:cNvSpPr/>
          <p:nvPr/>
        </p:nvSpPr>
        <p:spPr>
          <a:xfrm>
            <a:off x="11297160" y="1855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0" name="Google Shape;3090;p86"/>
          <p:cNvSpPr/>
          <p:nvPr/>
        </p:nvSpPr>
        <p:spPr>
          <a:xfrm>
            <a:off x="11297160" y="27793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1" name="Google Shape;3091;p86"/>
          <p:cNvSpPr/>
          <p:nvPr/>
        </p:nvSpPr>
        <p:spPr>
          <a:xfrm>
            <a:off x="11297160" y="335458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92" name="Google Shape;3092;p86"/>
          <p:cNvSpPr/>
          <p:nvPr/>
        </p:nvSpPr>
        <p:spPr>
          <a:xfrm>
            <a:off x="11297160" y="47685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3" name="Google Shape;3093;p86"/>
          <p:cNvSpPr/>
          <p:nvPr/>
        </p:nvSpPr>
        <p:spPr>
          <a:xfrm>
            <a:off x="11297160" y="62734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4" name="Google Shape;3094;p86"/>
          <p:cNvSpPr/>
          <p:nvPr/>
        </p:nvSpPr>
        <p:spPr>
          <a:xfrm>
            <a:off x="11297160" y="825833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5" name="Google Shape;3095;p86"/>
          <p:cNvSpPr/>
          <p:nvPr/>
        </p:nvSpPr>
        <p:spPr>
          <a:xfrm>
            <a:off x="11297160" y="84268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6" name="Google Shape;3096;p86"/>
          <p:cNvSpPr/>
          <p:nvPr/>
        </p:nvSpPr>
        <p:spPr>
          <a:xfrm>
            <a:off x="11297160" y="85696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7" name="Google Shape;3097;p86"/>
          <p:cNvSpPr txBox="1"/>
          <p:nvPr/>
        </p:nvSpPr>
        <p:spPr>
          <a:xfrm>
            <a:off x="897520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098" name="Google Shape;3098;p86"/>
          <p:cNvSpPr txBox="1"/>
          <p:nvPr/>
        </p:nvSpPr>
        <p:spPr>
          <a:xfrm>
            <a:off x="1017496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099" name="Google Shape;3099;p86"/>
          <p:cNvGrpSpPr/>
          <p:nvPr/>
        </p:nvGrpSpPr>
        <p:grpSpPr>
          <a:xfrm>
            <a:off x="8994853" y="1867456"/>
            <a:ext cx="952525" cy="449700"/>
            <a:chOff x="755165" y="1905021"/>
            <a:chExt cx="1322400" cy="449700"/>
          </a:xfrm>
        </p:grpSpPr>
        <p:sp>
          <p:nvSpPr>
            <p:cNvPr id="3100" name="Google Shape;3100;p86"/>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101" name="Google Shape;3101;p86"/>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900">
                <a:solidFill>
                  <a:srgbClr val="FFFFFF"/>
                </a:solidFill>
                <a:latin typeface="Avant Garde Demi SFDC"/>
                <a:ea typeface="Avant Garde Demi SFDC"/>
                <a:cs typeface="Avant Garde Demi SFDC"/>
                <a:sym typeface="Avant Garde Demi SFDC"/>
              </a:endParaRPr>
            </a:p>
          </p:txBody>
        </p:sp>
      </p:grpSp>
      <p:sp>
        <p:nvSpPr>
          <p:cNvPr id="3102" name="Google Shape;3102;p86"/>
          <p:cNvSpPr txBox="1"/>
          <p:nvPr/>
        </p:nvSpPr>
        <p:spPr>
          <a:xfrm>
            <a:off x="1143383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103" name="Google Shape;3103;p86"/>
          <p:cNvSpPr txBox="1"/>
          <p:nvPr/>
        </p:nvSpPr>
        <p:spPr>
          <a:xfrm>
            <a:off x="10174976" y="1843250"/>
            <a:ext cx="1105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Core and Access Network Planning and Design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104" name="Google Shape;3104;p86"/>
          <p:cNvGrpSpPr/>
          <p:nvPr/>
        </p:nvGrpSpPr>
        <p:grpSpPr>
          <a:xfrm>
            <a:off x="8994853" y="7223868"/>
            <a:ext cx="952525" cy="449700"/>
            <a:chOff x="755165" y="1866174"/>
            <a:chExt cx="1322400" cy="449700"/>
          </a:xfrm>
        </p:grpSpPr>
        <p:sp>
          <p:nvSpPr>
            <p:cNvPr id="3105" name="Google Shape;3105;p86"/>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106" name="Google Shape;3106;p86"/>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3107" name="Google Shape;3107;p86"/>
          <p:cNvSpPr/>
          <p:nvPr/>
        </p:nvSpPr>
        <p:spPr>
          <a:xfrm>
            <a:off x="15887397"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08" name="Google Shape;3108;p86"/>
          <p:cNvSpPr txBox="1"/>
          <p:nvPr/>
        </p:nvSpPr>
        <p:spPr>
          <a:xfrm>
            <a:off x="15698457" y="18402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Ingestion</a:t>
            </a:r>
            <a:endParaRPr i="0" sz="800" u="none" cap="none" strike="noStrike">
              <a:latin typeface="Salesforce Sans"/>
              <a:ea typeface="Salesforce Sans"/>
              <a:cs typeface="Salesforce Sans"/>
              <a:sym typeface="Salesforce Sans"/>
            </a:endParaRPr>
          </a:p>
        </p:txBody>
      </p:sp>
      <p:sp>
        <p:nvSpPr>
          <p:cNvPr id="3109" name="Google Shape;3109;p86"/>
          <p:cNvSpPr/>
          <p:nvPr/>
        </p:nvSpPr>
        <p:spPr>
          <a:xfrm>
            <a:off x="14438141" y="2335613"/>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AI / ML </a:t>
            </a:r>
            <a:endParaRPr b="1" i="0" sz="900" u="none" cap="none" strike="noStrike">
              <a:solidFill>
                <a:srgbClr val="066AFE"/>
              </a:solidFill>
              <a:latin typeface="Salesforce Sans"/>
              <a:ea typeface="Salesforce Sans"/>
              <a:cs typeface="Salesforce Sans"/>
              <a:sym typeface="Salesforce Sans"/>
            </a:endParaRPr>
          </a:p>
        </p:txBody>
      </p:sp>
      <p:sp>
        <p:nvSpPr>
          <p:cNvPr id="3110" name="Google Shape;3110;p86"/>
          <p:cNvSpPr/>
          <p:nvPr/>
        </p:nvSpPr>
        <p:spPr>
          <a:xfrm>
            <a:off x="14438141" y="2967173"/>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3111" name="Google Shape;3111;p86"/>
          <p:cNvSpPr/>
          <p:nvPr/>
        </p:nvSpPr>
        <p:spPr>
          <a:xfrm>
            <a:off x="14438141" y="344888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 </a:t>
            </a:r>
            <a:endParaRPr b="1" i="0" sz="900" u="none" cap="none" strike="noStrike">
              <a:solidFill>
                <a:srgbClr val="066AFE"/>
              </a:solidFill>
              <a:latin typeface="Salesforce Sans"/>
              <a:ea typeface="Salesforce Sans"/>
              <a:cs typeface="Salesforce Sans"/>
              <a:sym typeface="Salesforce Sans"/>
            </a:endParaRPr>
          </a:p>
        </p:txBody>
      </p:sp>
      <p:sp>
        <p:nvSpPr>
          <p:cNvPr id="3112" name="Google Shape;3112;p86"/>
          <p:cNvSpPr/>
          <p:nvPr/>
        </p:nvSpPr>
        <p:spPr>
          <a:xfrm>
            <a:off x="14438141" y="408044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Mgmt &amp; Development </a:t>
            </a:r>
            <a:endParaRPr b="1" i="0" sz="900" u="none" cap="none" strike="noStrike">
              <a:solidFill>
                <a:srgbClr val="066AFE"/>
              </a:solidFill>
              <a:latin typeface="Salesforce Sans"/>
              <a:ea typeface="Salesforce Sans"/>
              <a:cs typeface="Salesforce Sans"/>
              <a:sym typeface="Salesforce Sans"/>
            </a:endParaRPr>
          </a:p>
        </p:txBody>
      </p:sp>
      <p:sp>
        <p:nvSpPr>
          <p:cNvPr id="3113" name="Google Shape;3113;p86"/>
          <p:cNvSpPr/>
          <p:nvPr/>
        </p:nvSpPr>
        <p:spPr>
          <a:xfrm>
            <a:off x="14438141" y="5182191"/>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Contractor Management Agent</a:t>
            </a:r>
            <a:endParaRPr b="1" i="0" sz="900" u="none" cap="none" strike="noStrike">
              <a:solidFill>
                <a:srgbClr val="066AFE"/>
              </a:solidFill>
              <a:latin typeface="Salesforce Sans"/>
              <a:ea typeface="Salesforce Sans"/>
              <a:cs typeface="Salesforce Sans"/>
              <a:sym typeface="Salesforce Sans"/>
            </a:endParaRPr>
          </a:p>
        </p:txBody>
      </p:sp>
      <p:sp>
        <p:nvSpPr>
          <p:cNvPr id="3114" name="Google Shape;3114;p86"/>
          <p:cNvSpPr/>
          <p:nvPr/>
        </p:nvSpPr>
        <p:spPr>
          <a:xfrm>
            <a:off x="14438141" y="6160482"/>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Procurement and Financial Operations </a:t>
            </a:r>
            <a:endParaRPr b="1" i="0" sz="900" u="none" cap="none" strike="noStrike">
              <a:solidFill>
                <a:srgbClr val="066AFE"/>
              </a:solidFill>
              <a:latin typeface="Salesforce Sans"/>
              <a:ea typeface="Salesforce Sans"/>
              <a:cs typeface="Salesforce Sans"/>
              <a:sym typeface="Salesforce Sans"/>
            </a:endParaRPr>
          </a:p>
        </p:txBody>
      </p:sp>
      <p:sp>
        <p:nvSpPr>
          <p:cNvPr id="3115" name="Google Shape;3115;p86"/>
          <p:cNvSpPr/>
          <p:nvPr/>
        </p:nvSpPr>
        <p:spPr>
          <a:xfrm>
            <a:off x="14438141" y="6782979"/>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Store Operations </a:t>
            </a:r>
            <a:endParaRPr b="1" i="0" sz="900" u="none" cap="none" strike="noStrike">
              <a:solidFill>
                <a:srgbClr val="066AFE"/>
              </a:solidFill>
              <a:latin typeface="Salesforce Sans"/>
              <a:ea typeface="Salesforce Sans"/>
              <a:cs typeface="Salesforce Sans"/>
              <a:sym typeface="Salesforce Sans"/>
            </a:endParaRPr>
          </a:p>
        </p:txBody>
      </p:sp>
      <p:sp>
        <p:nvSpPr>
          <p:cNvPr id="3116" name="Google Shape;3116;p86"/>
          <p:cNvSpPr/>
          <p:nvPr/>
        </p:nvSpPr>
        <p:spPr>
          <a:xfrm>
            <a:off x="14438141" y="7092455"/>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Treasury </a:t>
            </a:r>
            <a:endParaRPr b="1" i="0" sz="900" u="none" cap="none" strike="noStrike">
              <a:solidFill>
                <a:srgbClr val="066AFE"/>
              </a:solidFill>
              <a:latin typeface="Salesforce Sans"/>
              <a:ea typeface="Salesforce Sans"/>
              <a:cs typeface="Salesforce Sans"/>
              <a:sym typeface="Salesforce Sans"/>
            </a:endParaRPr>
          </a:p>
        </p:txBody>
      </p:sp>
      <p:sp>
        <p:nvSpPr>
          <p:cNvPr id="3117" name="Google Shape;3117;p86"/>
          <p:cNvSpPr/>
          <p:nvPr/>
        </p:nvSpPr>
        <p:spPr>
          <a:xfrm>
            <a:off x="14438141" y="7424296"/>
            <a:ext cx="9261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Tax &amp; Com</a:t>
            </a:r>
            <a:r>
              <a:rPr b="1" lang="en" sz="900">
                <a:solidFill>
                  <a:srgbClr val="066AFE"/>
                </a:solidFill>
                <a:latin typeface="Salesforce Sans"/>
                <a:ea typeface="Salesforce Sans"/>
                <a:cs typeface="Salesforce Sans"/>
                <a:sym typeface="Salesforce Sans"/>
              </a:rPr>
              <a:t>pliance</a:t>
            </a:r>
            <a:r>
              <a:rPr b="1" i="0" lang="en" sz="900" u="none" cap="none" strike="noStrike">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3118" name="Google Shape;3118;p86"/>
          <p:cNvSpPr/>
          <p:nvPr/>
        </p:nvSpPr>
        <p:spPr>
          <a:xfrm>
            <a:off x="14438141" y="5663898"/>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3119" name="Google Shape;3119;p86"/>
          <p:cNvSpPr/>
          <p:nvPr/>
        </p:nvSpPr>
        <p:spPr>
          <a:xfrm>
            <a:off x="14438141" y="8178368"/>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and Dispute </a:t>
            </a:r>
            <a:endParaRPr b="1" i="0" sz="900" u="none" cap="none" strike="noStrike">
              <a:solidFill>
                <a:srgbClr val="066AFE"/>
              </a:solidFill>
              <a:latin typeface="Salesforce Sans"/>
              <a:ea typeface="Salesforce Sans"/>
              <a:cs typeface="Salesforce Sans"/>
              <a:sym typeface="Salesforce Sans"/>
            </a:endParaRPr>
          </a:p>
        </p:txBody>
      </p:sp>
      <p:sp>
        <p:nvSpPr>
          <p:cNvPr id="3120" name="Google Shape;3120;p86"/>
          <p:cNvSpPr/>
          <p:nvPr/>
        </p:nvSpPr>
        <p:spPr>
          <a:xfrm>
            <a:off x="14438141" y="7753653"/>
            <a:ext cx="971400" cy="4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3121" name="Google Shape;3121;p86"/>
          <p:cNvSpPr/>
          <p:nvPr/>
        </p:nvSpPr>
        <p:spPr>
          <a:xfrm>
            <a:off x="14438141" y="4538334"/>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Operations </a:t>
            </a:r>
            <a:endParaRPr b="1" i="0" sz="900" u="none" cap="none" strike="noStrike">
              <a:solidFill>
                <a:srgbClr val="066AFE"/>
              </a:solidFill>
              <a:latin typeface="Salesforce Sans"/>
              <a:ea typeface="Salesforce Sans"/>
              <a:cs typeface="Salesforce Sans"/>
              <a:sym typeface="Salesforce Sans"/>
            </a:endParaRPr>
          </a:p>
        </p:txBody>
      </p:sp>
      <p:sp>
        <p:nvSpPr>
          <p:cNvPr id="3122" name="Google Shape;3122;p86"/>
          <p:cNvSpPr txBox="1"/>
          <p:nvPr/>
        </p:nvSpPr>
        <p:spPr>
          <a:xfrm>
            <a:off x="15698457" y="20037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Quality</a:t>
            </a:r>
            <a:endParaRPr i="0" sz="800" u="none" cap="none" strike="noStrike">
              <a:latin typeface="Salesforce Sans"/>
              <a:ea typeface="Salesforce Sans"/>
              <a:cs typeface="Salesforce Sans"/>
              <a:sym typeface="Salesforce Sans"/>
            </a:endParaRPr>
          </a:p>
        </p:txBody>
      </p:sp>
      <p:sp>
        <p:nvSpPr>
          <p:cNvPr id="3123" name="Google Shape;3123;p86"/>
          <p:cNvSpPr txBox="1"/>
          <p:nvPr/>
        </p:nvSpPr>
        <p:spPr>
          <a:xfrm>
            <a:off x="15698457" y="215360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Security</a:t>
            </a:r>
            <a:endParaRPr i="0" sz="800" u="none" cap="none" strike="noStrike">
              <a:latin typeface="Salesforce Sans"/>
              <a:ea typeface="Salesforce Sans"/>
              <a:cs typeface="Salesforce Sans"/>
              <a:sym typeface="Salesforce Sans"/>
            </a:endParaRPr>
          </a:p>
        </p:txBody>
      </p:sp>
      <p:sp>
        <p:nvSpPr>
          <p:cNvPr id="3124" name="Google Shape;3124;p86"/>
          <p:cNvSpPr txBox="1"/>
          <p:nvPr/>
        </p:nvSpPr>
        <p:spPr>
          <a:xfrm>
            <a:off x="15698457" y="248545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a:t>
            </a:r>
            <a:endParaRPr i="0" sz="800" u="none" cap="none" strike="noStrike">
              <a:latin typeface="Salesforce Sans"/>
              <a:ea typeface="Salesforce Sans"/>
              <a:cs typeface="Salesforce Sans"/>
              <a:sym typeface="Salesforce Sans"/>
            </a:endParaRPr>
          </a:p>
        </p:txBody>
      </p:sp>
      <p:sp>
        <p:nvSpPr>
          <p:cNvPr id="3125" name="Google Shape;3125;p86"/>
          <p:cNvSpPr txBox="1"/>
          <p:nvPr/>
        </p:nvSpPr>
        <p:spPr>
          <a:xfrm>
            <a:off x="15698457" y="263531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Deployment</a:t>
            </a:r>
            <a:endParaRPr i="0" sz="800" u="none" cap="none" strike="noStrike">
              <a:latin typeface="Salesforce Sans"/>
              <a:ea typeface="Salesforce Sans"/>
              <a:cs typeface="Salesforce Sans"/>
              <a:sym typeface="Salesforce Sans"/>
            </a:endParaRPr>
          </a:p>
        </p:txBody>
      </p:sp>
      <p:sp>
        <p:nvSpPr>
          <p:cNvPr id="3126" name="Google Shape;3126;p86"/>
          <p:cNvSpPr txBox="1"/>
          <p:nvPr/>
        </p:nvSpPr>
        <p:spPr>
          <a:xfrm>
            <a:off x="15698457" y="27851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Governance</a:t>
            </a:r>
            <a:endParaRPr i="0" sz="800" u="none" cap="none" strike="noStrike">
              <a:latin typeface="Salesforce Sans"/>
              <a:ea typeface="Salesforce Sans"/>
              <a:cs typeface="Salesforce Sans"/>
              <a:sym typeface="Salesforce Sans"/>
            </a:endParaRPr>
          </a:p>
        </p:txBody>
      </p:sp>
      <p:sp>
        <p:nvSpPr>
          <p:cNvPr id="3127" name="Google Shape;3127;p86"/>
          <p:cNvSpPr txBox="1"/>
          <p:nvPr/>
        </p:nvSpPr>
        <p:spPr>
          <a:xfrm>
            <a:off x="15698457" y="23356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Preparation</a:t>
            </a:r>
            <a:endParaRPr i="0" sz="800" u="none" cap="none" strike="noStrike">
              <a:latin typeface="Salesforce Sans"/>
              <a:ea typeface="Salesforce Sans"/>
              <a:cs typeface="Salesforce Sans"/>
              <a:sym typeface="Salesforce Sans"/>
            </a:endParaRPr>
          </a:p>
        </p:txBody>
      </p:sp>
      <p:sp>
        <p:nvSpPr>
          <p:cNvPr id="3128" name="Google Shape;3128;p86"/>
          <p:cNvSpPr txBox="1"/>
          <p:nvPr/>
        </p:nvSpPr>
        <p:spPr>
          <a:xfrm>
            <a:off x="15698457" y="296729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And Skills Assessment</a:t>
            </a:r>
            <a:endParaRPr i="0" sz="800" u="none" cap="none" strike="noStrike">
              <a:latin typeface="Salesforce Sans"/>
              <a:ea typeface="Salesforce Sans"/>
              <a:cs typeface="Salesforce Sans"/>
              <a:sym typeface="Salesforce Sans"/>
            </a:endParaRPr>
          </a:p>
        </p:txBody>
      </p:sp>
      <p:sp>
        <p:nvSpPr>
          <p:cNvPr id="3129" name="Google Shape;3129;p86"/>
          <p:cNvSpPr txBox="1"/>
          <p:nvPr/>
        </p:nvSpPr>
        <p:spPr>
          <a:xfrm>
            <a:off x="15698457" y="408043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3130" name="Google Shape;3130;p86"/>
          <p:cNvSpPr txBox="1"/>
          <p:nvPr/>
        </p:nvSpPr>
        <p:spPr>
          <a:xfrm>
            <a:off x="15698457" y="500032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&amp; Labour Relations Monitoring</a:t>
            </a:r>
            <a:endParaRPr i="0" sz="800" u="none" cap="none" strike="noStrike">
              <a:latin typeface="Salesforce Sans"/>
              <a:ea typeface="Salesforce Sans"/>
              <a:cs typeface="Salesforce Sans"/>
              <a:sym typeface="Salesforce Sans"/>
            </a:endParaRPr>
          </a:p>
        </p:txBody>
      </p:sp>
      <p:sp>
        <p:nvSpPr>
          <p:cNvPr id="3131" name="Google Shape;3131;p86"/>
          <p:cNvSpPr txBox="1"/>
          <p:nvPr/>
        </p:nvSpPr>
        <p:spPr>
          <a:xfrm>
            <a:off x="15698457" y="518218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Onboarding</a:t>
            </a:r>
            <a:endParaRPr i="0" sz="800" u="none" cap="none" strike="noStrike">
              <a:latin typeface="Salesforce Sans"/>
              <a:ea typeface="Salesforce Sans"/>
              <a:cs typeface="Salesforce Sans"/>
              <a:sym typeface="Salesforce Sans"/>
            </a:endParaRPr>
          </a:p>
        </p:txBody>
      </p:sp>
      <p:sp>
        <p:nvSpPr>
          <p:cNvPr id="3132" name="Google Shape;3132;p86"/>
          <p:cNvSpPr txBox="1"/>
          <p:nvPr/>
        </p:nvSpPr>
        <p:spPr>
          <a:xfrm>
            <a:off x="15698457" y="677187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3133" name="Google Shape;3133;p86"/>
          <p:cNvSpPr txBox="1"/>
          <p:nvPr/>
        </p:nvSpPr>
        <p:spPr>
          <a:xfrm>
            <a:off x="15698457" y="70924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Cash &amp; Liquidity Management</a:t>
            </a:r>
            <a:endParaRPr i="0" sz="800" u="none" cap="none" strike="noStrike">
              <a:latin typeface="Salesforce Sans"/>
              <a:ea typeface="Salesforce Sans"/>
              <a:cs typeface="Salesforce Sans"/>
              <a:sym typeface="Salesforce Sans"/>
            </a:endParaRPr>
          </a:p>
        </p:txBody>
      </p:sp>
      <p:sp>
        <p:nvSpPr>
          <p:cNvPr id="3134" name="Google Shape;3134;p86"/>
          <p:cNvSpPr txBox="1"/>
          <p:nvPr/>
        </p:nvSpPr>
        <p:spPr>
          <a:xfrm>
            <a:off x="15698457" y="68989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Facilities Maintenance</a:t>
            </a:r>
            <a:endParaRPr i="0" sz="800" u="none" cap="none" strike="noStrike">
              <a:latin typeface="Salesforce Sans"/>
              <a:ea typeface="Salesforce Sans"/>
              <a:cs typeface="Salesforce Sans"/>
              <a:sym typeface="Salesforce Sans"/>
            </a:endParaRPr>
          </a:p>
        </p:txBody>
      </p:sp>
      <p:sp>
        <p:nvSpPr>
          <p:cNvPr id="3135" name="Google Shape;3135;p86"/>
          <p:cNvSpPr txBox="1"/>
          <p:nvPr/>
        </p:nvSpPr>
        <p:spPr>
          <a:xfrm>
            <a:off x="15698457" y="7242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Management</a:t>
            </a:r>
            <a:endParaRPr i="0" sz="800" u="none" cap="none" strike="noStrike">
              <a:latin typeface="Salesforce Sans"/>
              <a:ea typeface="Salesforce Sans"/>
              <a:cs typeface="Salesforce Sans"/>
              <a:sym typeface="Salesforce Sans"/>
            </a:endParaRPr>
          </a:p>
        </p:txBody>
      </p:sp>
      <p:sp>
        <p:nvSpPr>
          <p:cNvPr id="3136" name="Google Shape;3136;p86"/>
          <p:cNvSpPr txBox="1"/>
          <p:nvPr/>
        </p:nvSpPr>
        <p:spPr>
          <a:xfrm>
            <a:off x="15698457" y="7424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Tax Filing</a:t>
            </a:r>
            <a:endParaRPr i="0" sz="800" u="none" cap="none" strike="noStrike">
              <a:latin typeface="Salesforce Sans"/>
              <a:ea typeface="Salesforce Sans"/>
              <a:cs typeface="Salesforce Sans"/>
              <a:sym typeface="Salesforce Sans"/>
            </a:endParaRPr>
          </a:p>
        </p:txBody>
      </p:sp>
      <p:sp>
        <p:nvSpPr>
          <p:cNvPr id="3137" name="Google Shape;3137;p86"/>
          <p:cNvSpPr txBox="1"/>
          <p:nvPr/>
        </p:nvSpPr>
        <p:spPr>
          <a:xfrm>
            <a:off x="15698457" y="790368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3138" name="Google Shape;3138;p86"/>
          <p:cNvSpPr txBox="1"/>
          <p:nvPr/>
        </p:nvSpPr>
        <p:spPr>
          <a:xfrm>
            <a:off x="15698457" y="61535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Transaction Monitoring</a:t>
            </a:r>
            <a:endParaRPr i="0" sz="800" u="none" cap="none" strike="noStrike">
              <a:latin typeface="Salesforce Sans"/>
              <a:ea typeface="Salesforce Sans"/>
              <a:cs typeface="Salesforce Sans"/>
              <a:sym typeface="Salesforce Sans"/>
            </a:endParaRPr>
          </a:p>
        </p:txBody>
      </p:sp>
      <p:sp>
        <p:nvSpPr>
          <p:cNvPr id="3139" name="Google Shape;3139;p86"/>
          <p:cNvSpPr txBox="1"/>
          <p:nvPr/>
        </p:nvSpPr>
        <p:spPr>
          <a:xfrm>
            <a:off x="15698457" y="389823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3140" name="Google Shape;3140;p86"/>
          <p:cNvSpPr/>
          <p:nvPr/>
        </p:nvSpPr>
        <p:spPr>
          <a:xfrm>
            <a:off x="15557918" y="391391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1" name="Google Shape;3141;p86"/>
          <p:cNvSpPr txBox="1"/>
          <p:nvPr/>
        </p:nvSpPr>
        <p:spPr>
          <a:xfrm>
            <a:off x="15698457" y="359854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3142" name="Google Shape;3142;p86"/>
          <p:cNvSpPr/>
          <p:nvPr/>
        </p:nvSpPr>
        <p:spPr>
          <a:xfrm>
            <a:off x="15557918" y="3614223"/>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3" name="Google Shape;3143;p86"/>
          <p:cNvSpPr txBox="1"/>
          <p:nvPr/>
        </p:nvSpPr>
        <p:spPr>
          <a:xfrm>
            <a:off x="15698457" y="37483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3144" name="Google Shape;3144;p86"/>
          <p:cNvSpPr/>
          <p:nvPr/>
        </p:nvSpPr>
        <p:spPr>
          <a:xfrm>
            <a:off x="15557918" y="376406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5" name="Google Shape;3145;p86"/>
          <p:cNvSpPr txBox="1"/>
          <p:nvPr/>
        </p:nvSpPr>
        <p:spPr>
          <a:xfrm>
            <a:off x="15698457" y="344871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3146" name="Google Shape;3146;p86"/>
          <p:cNvSpPr/>
          <p:nvPr/>
        </p:nvSpPr>
        <p:spPr>
          <a:xfrm>
            <a:off x="15557918" y="34643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7" name="Google Shape;3147;p86"/>
          <p:cNvSpPr txBox="1"/>
          <p:nvPr/>
        </p:nvSpPr>
        <p:spPr>
          <a:xfrm>
            <a:off x="15698457" y="454662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 &amp; Benefit Creation &amp; Delivery</a:t>
            </a:r>
            <a:endParaRPr i="0" sz="800" u="none" cap="none" strike="noStrike">
              <a:latin typeface="Salesforce Sans"/>
              <a:ea typeface="Salesforce Sans"/>
              <a:cs typeface="Salesforce Sans"/>
              <a:sym typeface="Salesforce Sans"/>
            </a:endParaRPr>
          </a:p>
        </p:txBody>
      </p:sp>
      <p:sp>
        <p:nvSpPr>
          <p:cNvPr id="3148" name="Google Shape;3148;p86"/>
          <p:cNvSpPr/>
          <p:nvPr/>
        </p:nvSpPr>
        <p:spPr>
          <a:xfrm>
            <a:off x="15557918" y="4561931"/>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9" name="Google Shape;3149;p86"/>
          <p:cNvSpPr txBox="1"/>
          <p:nvPr/>
        </p:nvSpPr>
        <p:spPr>
          <a:xfrm>
            <a:off x="15698457" y="470024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Employee Experience &amp; Health Monitoring</a:t>
            </a:r>
            <a:endParaRPr i="0" sz="800" u="none" cap="none" strike="noStrike">
              <a:latin typeface="Salesforce Sans"/>
              <a:ea typeface="Salesforce Sans"/>
              <a:cs typeface="Salesforce Sans"/>
              <a:sym typeface="Salesforce Sans"/>
            </a:endParaRPr>
          </a:p>
        </p:txBody>
      </p:sp>
      <p:sp>
        <p:nvSpPr>
          <p:cNvPr id="3150" name="Google Shape;3150;p86"/>
          <p:cNvSpPr/>
          <p:nvPr/>
        </p:nvSpPr>
        <p:spPr>
          <a:xfrm>
            <a:off x="15557918" y="4715923"/>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1" name="Google Shape;3151;p86"/>
          <p:cNvSpPr txBox="1"/>
          <p:nvPr/>
        </p:nvSpPr>
        <p:spPr>
          <a:xfrm>
            <a:off x="15698457" y="58135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Financial Forecasting &amp; Scenario Modeling</a:t>
            </a:r>
            <a:endParaRPr i="0" sz="800" u="none" cap="none" strike="noStrike">
              <a:latin typeface="Salesforce Sans"/>
              <a:ea typeface="Salesforce Sans"/>
              <a:cs typeface="Salesforce Sans"/>
              <a:sym typeface="Salesforce Sans"/>
            </a:endParaRPr>
          </a:p>
        </p:txBody>
      </p:sp>
      <p:sp>
        <p:nvSpPr>
          <p:cNvPr id="3152" name="Google Shape;3152;p86"/>
          <p:cNvSpPr/>
          <p:nvPr/>
        </p:nvSpPr>
        <p:spPr>
          <a:xfrm>
            <a:off x="15557918" y="582913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3" name="Google Shape;3153;p86"/>
          <p:cNvSpPr txBox="1"/>
          <p:nvPr/>
        </p:nvSpPr>
        <p:spPr>
          <a:xfrm>
            <a:off x="15698457" y="596329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&amp; </a:t>
            </a:r>
            <a:r>
              <a:rPr lang="en" sz="800">
                <a:latin typeface="Salesforce Sans"/>
                <a:ea typeface="Salesforce Sans"/>
                <a:cs typeface="Salesforce Sans"/>
                <a:sym typeface="Salesforce Sans"/>
              </a:rPr>
              <a:t>KPI</a:t>
            </a:r>
            <a:r>
              <a:rPr i="0" lang="en" sz="800" u="none" cap="none" strike="noStrike">
                <a:latin typeface="Salesforce Sans"/>
                <a:ea typeface="Salesforce Sans"/>
                <a:cs typeface="Salesforce Sans"/>
                <a:sym typeface="Salesforce Sans"/>
              </a:rPr>
              <a:t> Monitoring</a:t>
            </a:r>
            <a:endParaRPr i="0" sz="800" u="none" cap="none" strike="noStrike">
              <a:latin typeface="Salesforce Sans"/>
              <a:ea typeface="Salesforce Sans"/>
              <a:cs typeface="Salesforce Sans"/>
              <a:sym typeface="Salesforce Sans"/>
            </a:endParaRPr>
          </a:p>
        </p:txBody>
      </p:sp>
      <p:sp>
        <p:nvSpPr>
          <p:cNvPr id="3154" name="Google Shape;3154;p86"/>
          <p:cNvSpPr/>
          <p:nvPr/>
        </p:nvSpPr>
        <p:spPr>
          <a:xfrm>
            <a:off x="15557918" y="598869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5" name="Google Shape;3155;p86"/>
          <p:cNvSpPr txBox="1"/>
          <p:nvPr/>
        </p:nvSpPr>
        <p:spPr>
          <a:xfrm>
            <a:off x="15698457" y="566361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Long-Term &amp; Annual Budgeting</a:t>
            </a:r>
            <a:endParaRPr i="0" sz="800" u="none" cap="none" strike="noStrike">
              <a:latin typeface="Salesforce Sans"/>
              <a:ea typeface="Salesforce Sans"/>
              <a:cs typeface="Salesforce Sans"/>
              <a:sym typeface="Salesforce Sans"/>
            </a:endParaRPr>
          </a:p>
        </p:txBody>
      </p:sp>
      <p:sp>
        <p:nvSpPr>
          <p:cNvPr id="3156" name="Google Shape;3156;p86"/>
          <p:cNvSpPr/>
          <p:nvPr/>
        </p:nvSpPr>
        <p:spPr>
          <a:xfrm>
            <a:off x="15557918" y="56792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7" name="Google Shape;3157;p86"/>
          <p:cNvSpPr txBox="1"/>
          <p:nvPr/>
        </p:nvSpPr>
        <p:spPr>
          <a:xfrm>
            <a:off x="15698457" y="629803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3158" name="Google Shape;3158;p86"/>
          <p:cNvSpPr/>
          <p:nvPr/>
        </p:nvSpPr>
        <p:spPr>
          <a:xfrm>
            <a:off x="15557918" y="631757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9" name="Google Shape;3159;p86"/>
          <p:cNvSpPr txBox="1"/>
          <p:nvPr/>
        </p:nvSpPr>
        <p:spPr>
          <a:xfrm>
            <a:off x="15698457" y="644256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3160" name="Google Shape;3160;p86"/>
          <p:cNvSpPr/>
          <p:nvPr/>
        </p:nvSpPr>
        <p:spPr>
          <a:xfrm>
            <a:off x="15557918" y="6464230"/>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1" name="Google Shape;3161;p86"/>
          <p:cNvSpPr txBox="1"/>
          <p:nvPr/>
        </p:nvSpPr>
        <p:spPr>
          <a:xfrm>
            <a:off x="15698457" y="756250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Reporting</a:t>
            </a:r>
            <a:endParaRPr i="0" sz="800" u="none" cap="none" strike="noStrike">
              <a:latin typeface="Salesforce Sans"/>
              <a:ea typeface="Salesforce Sans"/>
              <a:cs typeface="Salesforce Sans"/>
              <a:sym typeface="Salesforce Sans"/>
            </a:endParaRPr>
          </a:p>
        </p:txBody>
      </p:sp>
      <p:sp>
        <p:nvSpPr>
          <p:cNvPr id="3162" name="Google Shape;3162;p86"/>
          <p:cNvSpPr/>
          <p:nvPr/>
        </p:nvSpPr>
        <p:spPr>
          <a:xfrm>
            <a:off x="15557918" y="7589461"/>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3" name="Google Shape;3163;p86"/>
          <p:cNvSpPr txBox="1"/>
          <p:nvPr/>
        </p:nvSpPr>
        <p:spPr>
          <a:xfrm>
            <a:off x="15698457" y="775580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3164" name="Google Shape;3164;p86"/>
          <p:cNvSpPr/>
          <p:nvPr/>
        </p:nvSpPr>
        <p:spPr>
          <a:xfrm>
            <a:off x="15557918" y="7776675"/>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5" name="Google Shape;3165;p86"/>
          <p:cNvSpPr txBox="1"/>
          <p:nvPr/>
        </p:nvSpPr>
        <p:spPr>
          <a:xfrm>
            <a:off x="15698457" y="817795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Document Analysis</a:t>
            </a:r>
            <a:endParaRPr i="0" sz="800" u="none" cap="none" strike="noStrike">
              <a:latin typeface="Salesforce Sans"/>
              <a:ea typeface="Salesforce Sans"/>
              <a:cs typeface="Salesforce Sans"/>
              <a:sym typeface="Salesforce Sans"/>
            </a:endParaRPr>
          </a:p>
        </p:txBody>
      </p:sp>
      <p:sp>
        <p:nvSpPr>
          <p:cNvPr id="3166" name="Google Shape;3166;p86"/>
          <p:cNvSpPr/>
          <p:nvPr/>
        </p:nvSpPr>
        <p:spPr>
          <a:xfrm>
            <a:off x="15557918" y="819363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7" name="Google Shape;3167;p86"/>
          <p:cNvSpPr txBox="1"/>
          <p:nvPr/>
        </p:nvSpPr>
        <p:spPr>
          <a:xfrm>
            <a:off x="15698457" y="311686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3168" name="Google Shape;3168;p86"/>
          <p:cNvSpPr/>
          <p:nvPr/>
        </p:nvSpPr>
        <p:spPr>
          <a:xfrm>
            <a:off x="15557918" y="3132537"/>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9" name="Google Shape;3169;p86"/>
          <p:cNvSpPr/>
          <p:nvPr/>
        </p:nvSpPr>
        <p:spPr>
          <a:xfrm>
            <a:off x="15557918" y="314207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0" name="Google Shape;3170;p86"/>
          <p:cNvSpPr txBox="1"/>
          <p:nvPr/>
        </p:nvSpPr>
        <p:spPr>
          <a:xfrm>
            <a:off x="15698457" y="32667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3171" name="Google Shape;3171;p86"/>
          <p:cNvSpPr/>
          <p:nvPr/>
        </p:nvSpPr>
        <p:spPr>
          <a:xfrm>
            <a:off x="15557918" y="3282385"/>
            <a:ext cx="91800" cy="86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2" name="Google Shape;3172;p86"/>
          <p:cNvSpPr/>
          <p:nvPr/>
        </p:nvSpPr>
        <p:spPr>
          <a:xfrm>
            <a:off x="15557918" y="328329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3" name="Google Shape;3173;p86"/>
          <p:cNvSpPr txBox="1"/>
          <p:nvPr/>
        </p:nvSpPr>
        <p:spPr>
          <a:xfrm>
            <a:off x="15698457" y="423007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3174" name="Google Shape;3174;p86"/>
          <p:cNvSpPr/>
          <p:nvPr/>
        </p:nvSpPr>
        <p:spPr>
          <a:xfrm>
            <a:off x="15557918" y="42457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5" name="Google Shape;3175;p86"/>
          <p:cNvSpPr/>
          <p:nvPr/>
        </p:nvSpPr>
        <p:spPr>
          <a:xfrm>
            <a:off x="15557918" y="424714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6" name="Google Shape;3176;p86"/>
          <p:cNvSpPr txBox="1"/>
          <p:nvPr/>
        </p:nvSpPr>
        <p:spPr>
          <a:xfrm>
            <a:off x="15698457" y="437992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3177" name="Google Shape;3177;p86"/>
          <p:cNvSpPr/>
          <p:nvPr/>
        </p:nvSpPr>
        <p:spPr>
          <a:xfrm>
            <a:off x="15557918" y="43956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8" name="Google Shape;3178;p86"/>
          <p:cNvSpPr/>
          <p:nvPr/>
        </p:nvSpPr>
        <p:spPr>
          <a:xfrm>
            <a:off x="15557918" y="4388451"/>
            <a:ext cx="91200" cy="83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9" name="Google Shape;3179;p86"/>
          <p:cNvSpPr txBox="1"/>
          <p:nvPr/>
        </p:nvSpPr>
        <p:spPr>
          <a:xfrm>
            <a:off x="15698457" y="48657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Payroll &amp; Vacation Monitoring</a:t>
            </a:r>
            <a:endParaRPr i="0" sz="800" u="none" cap="none" strike="noStrike">
              <a:latin typeface="Salesforce Sans"/>
              <a:ea typeface="Salesforce Sans"/>
              <a:cs typeface="Salesforce Sans"/>
              <a:sym typeface="Salesforce Sans"/>
            </a:endParaRPr>
          </a:p>
        </p:txBody>
      </p:sp>
      <p:sp>
        <p:nvSpPr>
          <p:cNvPr id="3180" name="Google Shape;3180;p86"/>
          <p:cNvSpPr/>
          <p:nvPr/>
        </p:nvSpPr>
        <p:spPr>
          <a:xfrm>
            <a:off x="15557918" y="4881445"/>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1" name="Google Shape;3181;p86"/>
          <p:cNvSpPr/>
          <p:nvPr/>
        </p:nvSpPr>
        <p:spPr>
          <a:xfrm>
            <a:off x="15557918" y="488144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2" name="Google Shape;3182;p86"/>
          <p:cNvSpPr txBox="1"/>
          <p:nvPr/>
        </p:nvSpPr>
        <p:spPr>
          <a:xfrm>
            <a:off x="15698457" y="53317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3183" name="Google Shape;3183;p86"/>
          <p:cNvSpPr/>
          <p:nvPr/>
        </p:nvSpPr>
        <p:spPr>
          <a:xfrm>
            <a:off x="15557918" y="53474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4" name="Google Shape;3184;p86"/>
          <p:cNvSpPr/>
          <p:nvPr/>
        </p:nvSpPr>
        <p:spPr>
          <a:xfrm>
            <a:off x="15557918" y="5347445"/>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5" name="Google Shape;3185;p86"/>
          <p:cNvSpPr txBox="1"/>
          <p:nvPr/>
        </p:nvSpPr>
        <p:spPr>
          <a:xfrm>
            <a:off x="15698457" y="54816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Tracking</a:t>
            </a:r>
            <a:endParaRPr i="0" sz="800" u="none" cap="none" strike="noStrike">
              <a:latin typeface="Salesforce Sans"/>
              <a:ea typeface="Salesforce Sans"/>
              <a:cs typeface="Salesforce Sans"/>
              <a:sym typeface="Salesforce Sans"/>
            </a:endParaRPr>
          </a:p>
        </p:txBody>
      </p:sp>
      <p:sp>
        <p:nvSpPr>
          <p:cNvPr id="3186" name="Google Shape;3186;p86"/>
          <p:cNvSpPr/>
          <p:nvPr/>
        </p:nvSpPr>
        <p:spPr>
          <a:xfrm>
            <a:off x="15557918" y="54973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7" name="Google Shape;3187;p86"/>
          <p:cNvSpPr/>
          <p:nvPr/>
        </p:nvSpPr>
        <p:spPr>
          <a:xfrm>
            <a:off x="15557918" y="5490825"/>
            <a:ext cx="91200" cy="834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88" name="Google Shape;3188;p86"/>
          <p:cNvSpPr txBox="1"/>
          <p:nvPr/>
        </p:nvSpPr>
        <p:spPr>
          <a:xfrm>
            <a:off x="15698457" y="65870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189" name="Google Shape;3189;p86"/>
          <p:cNvSpPr/>
          <p:nvPr/>
        </p:nvSpPr>
        <p:spPr>
          <a:xfrm>
            <a:off x="15557918" y="6678968"/>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90" name="Google Shape;3190;p86"/>
          <p:cNvSpPr/>
          <p:nvPr/>
        </p:nvSpPr>
        <p:spPr>
          <a:xfrm>
            <a:off x="15557918" y="6617473"/>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91" name="Google Shape;3191;p86"/>
          <p:cNvSpPr/>
          <p:nvPr/>
        </p:nvSpPr>
        <p:spPr>
          <a:xfrm>
            <a:off x="14438150" y="8485747"/>
            <a:ext cx="1164900" cy="615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 </a:t>
            </a:r>
            <a:r>
              <a:rPr b="1" lang="en" sz="900">
                <a:solidFill>
                  <a:srgbClr val="066AFE"/>
                </a:solidFill>
                <a:latin typeface="Salesforce Sans"/>
                <a:ea typeface="Salesforce Sans"/>
                <a:cs typeface="Salesforce Sans"/>
                <a:sym typeface="Salesforce Sans"/>
              </a:rPr>
              <a:t>W</a:t>
            </a:r>
            <a:r>
              <a:rPr b="1" i="0" lang="en" sz="900" u="none" cap="none" strike="noStrike">
                <a:solidFill>
                  <a:srgbClr val="066AFE"/>
                </a:solidFill>
                <a:latin typeface="Salesforce Sans"/>
                <a:ea typeface="Salesforce Sans"/>
                <a:cs typeface="Salesforce Sans"/>
                <a:sym typeface="Salesforce Sans"/>
              </a:rPr>
              <a:t>holesaler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br>
              <a:rPr b="1" i="0" lang="en" sz="900" u="none" cap="none" strike="noStrike">
                <a:solidFill>
                  <a:srgbClr val="066AFE"/>
                </a:solidFill>
                <a:latin typeface="Salesforce Sans"/>
                <a:ea typeface="Salesforce Sans"/>
                <a:cs typeface="Salesforce Sans"/>
                <a:sym typeface="Salesforce Sans"/>
              </a:rPr>
            </a:br>
            <a:endParaRPr b="1" i="0" sz="900" u="none" cap="none" strike="noStrike">
              <a:solidFill>
                <a:srgbClr val="066AFE"/>
              </a:solidFill>
              <a:latin typeface="Salesforce Sans"/>
              <a:ea typeface="Salesforce Sans"/>
              <a:cs typeface="Salesforce Sans"/>
              <a:sym typeface="Salesforce Sans"/>
            </a:endParaRPr>
          </a:p>
        </p:txBody>
      </p:sp>
      <p:sp>
        <p:nvSpPr>
          <p:cNvPr id="3192" name="Google Shape;3192;p86"/>
          <p:cNvSpPr txBox="1"/>
          <p:nvPr/>
        </p:nvSpPr>
        <p:spPr>
          <a:xfrm>
            <a:off x="15698457" y="892865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193" name="Google Shape;3193;p86"/>
          <p:cNvSpPr txBox="1"/>
          <p:nvPr/>
        </p:nvSpPr>
        <p:spPr>
          <a:xfrm>
            <a:off x="15698457" y="84754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Onboarding</a:t>
            </a:r>
            <a:endParaRPr i="0" sz="2800" u="none" cap="none" strike="noStrike">
              <a:latin typeface="Salesforce Sans"/>
              <a:ea typeface="Salesforce Sans"/>
              <a:cs typeface="Salesforce Sans"/>
              <a:sym typeface="Salesforce Sans"/>
            </a:endParaRPr>
          </a:p>
        </p:txBody>
      </p:sp>
      <p:sp>
        <p:nvSpPr>
          <p:cNvPr id="3194" name="Google Shape;3194;p86"/>
          <p:cNvSpPr txBox="1"/>
          <p:nvPr/>
        </p:nvSpPr>
        <p:spPr>
          <a:xfrm>
            <a:off x="15698457" y="862649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Support</a:t>
            </a:r>
            <a:endParaRPr i="0" sz="2800" u="none" cap="none" strike="noStrike">
              <a:latin typeface="Salesforce Sans"/>
              <a:ea typeface="Salesforce Sans"/>
              <a:cs typeface="Salesforce Sans"/>
              <a:sym typeface="Salesforce Sans"/>
            </a:endParaRPr>
          </a:p>
        </p:txBody>
      </p:sp>
      <p:sp>
        <p:nvSpPr>
          <p:cNvPr id="3195" name="Google Shape;3195;p86"/>
          <p:cNvSpPr txBox="1"/>
          <p:nvPr/>
        </p:nvSpPr>
        <p:spPr>
          <a:xfrm>
            <a:off x="15698457" y="87775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3196" name="Google Shape;3196;p86"/>
          <p:cNvSpPr/>
          <p:nvPr/>
        </p:nvSpPr>
        <p:spPr>
          <a:xfrm>
            <a:off x="14438141" y="9122238"/>
            <a:ext cx="1022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endParaRPr b="1" i="0" sz="900" u="none" cap="none" strike="noStrike">
              <a:solidFill>
                <a:srgbClr val="066AFE"/>
              </a:solidFill>
              <a:latin typeface="Salesforce Sans"/>
              <a:ea typeface="Salesforce Sans"/>
              <a:cs typeface="Salesforce Sans"/>
              <a:sym typeface="Salesforce Sans"/>
            </a:endParaRPr>
          </a:p>
        </p:txBody>
      </p:sp>
      <p:sp>
        <p:nvSpPr>
          <p:cNvPr id="3197" name="Google Shape;3197;p86"/>
          <p:cNvSpPr txBox="1"/>
          <p:nvPr/>
        </p:nvSpPr>
        <p:spPr>
          <a:xfrm>
            <a:off x="15698457" y="91228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nablement</a:t>
            </a:r>
            <a:endParaRPr i="0" sz="2800" u="none" cap="none" strike="noStrike">
              <a:latin typeface="Salesforce Sans"/>
              <a:ea typeface="Salesforce Sans"/>
              <a:cs typeface="Salesforce Sans"/>
              <a:sym typeface="Salesforce Sans"/>
            </a:endParaRPr>
          </a:p>
        </p:txBody>
      </p:sp>
      <p:sp>
        <p:nvSpPr>
          <p:cNvPr id="3198" name="Google Shape;3198;p86"/>
          <p:cNvSpPr txBox="1"/>
          <p:nvPr/>
        </p:nvSpPr>
        <p:spPr>
          <a:xfrm>
            <a:off x="15698457" y="945248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M</a:t>
            </a:r>
            <a:r>
              <a:rPr i="0" lang="en" sz="800" u="none" cap="none" strike="noStrike">
                <a:latin typeface="Salesforce Sans"/>
                <a:ea typeface="Salesforce Sans"/>
                <a:cs typeface="Salesforce Sans"/>
                <a:sym typeface="Salesforce Sans"/>
              </a:rPr>
              <a:t>anagement</a:t>
            </a:r>
            <a:endParaRPr i="0" sz="2800" u="none" cap="none" strike="noStrike">
              <a:latin typeface="Salesforce Sans"/>
              <a:ea typeface="Salesforce Sans"/>
              <a:cs typeface="Salesforce Sans"/>
              <a:sym typeface="Salesforce Sans"/>
            </a:endParaRPr>
          </a:p>
        </p:txBody>
      </p:sp>
      <p:sp>
        <p:nvSpPr>
          <p:cNvPr id="3199" name="Google Shape;3199;p86"/>
          <p:cNvSpPr txBox="1"/>
          <p:nvPr/>
        </p:nvSpPr>
        <p:spPr>
          <a:xfrm>
            <a:off x="15698457" y="92831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Onboarding</a:t>
            </a:r>
            <a:endParaRPr i="0" sz="2800" u="none" cap="none" strike="noStrike">
              <a:latin typeface="Salesforce Sans"/>
              <a:ea typeface="Salesforce Sans"/>
              <a:cs typeface="Salesforce Sans"/>
              <a:sym typeface="Salesforce Sans"/>
            </a:endParaRPr>
          </a:p>
        </p:txBody>
      </p:sp>
      <p:sp>
        <p:nvSpPr>
          <p:cNvPr id="3200" name="Google Shape;3200;p86"/>
          <p:cNvSpPr/>
          <p:nvPr/>
        </p:nvSpPr>
        <p:spPr>
          <a:xfrm>
            <a:off x="15557918" y="859124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01" name="Google Shape;3201;p86"/>
          <p:cNvSpPr txBox="1"/>
          <p:nvPr/>
        </p:nvSpPr>
        <p:spPr>
          <a:xfrm>
            <a:off x="13238352"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202" name="Google Shape;3202;p86"/>
          <p:cNvSpPr txBox="1"/>
          <p:nvPr/>
        </p:nvSpPr>
        <p:spPr>
          <a:xfrm>
            <a:off x="14438120"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203" name="Google Shape;3203;p86"/>
          <p:cNvGrpSpPr/>
          <p:nvPr/>
        </p:nvGrpSpPr>
        <p:grpSpPr>
          <a:xfrm>
            <a:off x="13258005" y="1867456"/>
            <a:ext cx="952525" cy="449700"/>
            <a:chOff x="755165" y="1905021"/>
            <a:chExt cx="1322400" cy="449700"/>
          </a:xfrm>
        </p:grpSpPr>
        <p:sp>
          <p:nvSpPr>
            <p:cNvPr id="3204" name="Google Shape;3204;p86"/>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05" name="Google Shape;3205;p86"/>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3206" name="Google Shape;3206;p86"/>
          <p:cNvSpPr txBox="1"/>
          <p:nvPr/>
        </p:nvSpPr>
        <p:spPr>
          <a:xfrm>
            <a:off x="15696982"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207" name="Google Shape;3207;p86"/>
          <p:cNvSpPr txBox="1"/>
          <p:nvPr/>
        </p:nvSpPr>
        <p:spPr>
          <a:xfrm>
            <a:off x="14438140" y="1843250"/>
            <a:ext cx="11052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Data Engineering Processing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208" name="Google Shape;3208;p86"/>
          <p:cNvGrpSpPr/>
          <p:nvPr/>
        </p:nvGrpSpPr>
        <p:grpSpPr>
          <a:xfrm>
            <a:off x="13258005" y="3001220"/>
            <a:ext cx="952525" cy="449700"/>
            <a:chOff x="755165" y="1856649"/>
            <a:chExt cx="1322400" cy="449700"/>
          </a:xfrm>
        </p:grpSpPr>
        <p:sp>
          <p:nvSpPr>
            <p:cNvPr id="3209" name="Google Shape;3209;p86"/>
            <p:cNvSpPr/>
            <p:nvPr/>
          </p:nvSpPr>
          <p:spPr>
            <a:xfrm>
              <a:off x="755165" y="185664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10" name="Google Shape;3210;p86"/>
            <p:cNvSpPr txBox="1"/>
            <p:nvPr/>
          </p:nvSpPr>
          <p:spPr>
            <a:xfrm>
              <a:off x="888815" y="2019099"/>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anufacturing" showMasterSp="0">
  <p:cSld name="TITLE_AND_BODY_5_1_1_1_1_1_2">
    <p:spTree>
      <p:nvGrpSpPr>
        <p:cNvPr id="3211" name="Shape 3211"/>
        <p:cNvGrpSpPr/>
        <p:nvPr/>
      </p:nvGrpSpPr>
      <p:grpSpPr>
        <a:xfrm>
          <a:off x="0" y="0"/>
          <a:ext cx="0" cy="0"/>
          <a:chOff x="0" y="0"/>
          <a:chExt cx="0" cy="0"/>
        </a:xfrm>
      </p:grpSpPr>
      <p:sp>
        <p:nvSpPr>
          <p:cNvPr id="3212" name="Google Shape;3212;p87"/>
          <p:cNvSpPr txBox="1"/>
          <p:nvPr/>
        </p:nvSpPr>
        <p:spPr>
          <a:xfrm>
            <a:off x="270000" y="228600"/>
            <a:ext cx="17748000" cy="512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3700">
                <a:solidFill>
                  <a:schemeClr val="dk1"/>
                </a:solidFill>
                <a:latin typeface="Avant Garde Demi SFDC"/>
                <a:ea typeface="Avant Garde Demi SFDC"/>
                <a:cs typeface="Avant Garde Demi SFDC"/>
                <a:sym typeface="Avant Garde Demi SFDC"/>
              </a:rPr>
              <a:t>Manufacture, sell, service, and collect faster with 120+ agentic workflows…</a:t>
            </a:r>
            <a:endParaRPr sz="3100">
              <a:solidFill>
                <a:schemeClr val="dk1"/>
              </a:solidFill>
              <a:latin typeface="Avant Garde Demi SFDC"/>
              <a:ea typeface="Avant Garde Demi SFDC"/>
              <a:cs typeface="Avant Garde Demi SFDC"/>
              <a:sym typeface="Avant Garde Demi SFDC"/>
            </a:endParaRPr>
          </a:p>
        </p:txBody>
      </p:sp>
      <p:grpSp>
        <p:nvGrpSpPr>
          <p:cNvPr id="3213" name="Google Shape;3213;p87"/>
          <p:cNvGrpSpPr/>
          <p:nvPr/>
        </p:nvGrpSpPr>
        <p:grpSpPr>
          <a:xfrm>
            <a:off x="5987400" y="703350"/>
            <a:ext cx="6313200" cy="307800"/>
            <a:chOff x="22663550" y="1349273"/>
            <a:chExt cx="6313200" cy="307800"/>
          </a:xfrm>
        </p:grpSpPr>
        <p:grpSp>
          <p:nvGrpSpPr>
            <p:cNvPr id="3214" name="Google Shape;3214;p87"/>
            <p:cNvGrpSpPr/>
            <p:nvPr/>
          </p:nvGrpSpPr>
          <p:grpSpPr>
            <a:xfrm>
              <a:off x="22663550" y="1349273"/>
              <a:ext cx="6313200" cy="307800"/>
              <a:chOff x="11238000" y="958400"/>
              <a:chExt cx="6313200" cy="307800"/>
            </a:xfrm>
          </p:grpSpPr>
          <p:sp>
            <p:nvSpPr>
              <p:cNvPr id="3215" name="Google Shape;3215;p87"/>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3216" name="Google Shape;3216;p87"/>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17" name="Google Shape;3217;p87"/>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18" name="Google Shape;3218;p87"/>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19" name="Google Shape;3219;p87"/>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20" name="Google Shape;3220;p87"/>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3221" name="Google Shape;3221;p87"/>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3222" name="Google Shape;3222;p87"/>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3223" name="Google Shape;3223;p87"/>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3224" name="Google Shape;3224;p87"/>
          <p:cNvGrpSpPr/>
          <p:nvPr/>
        </p:nvGrpSpPr>
        <p:grpSpPr>
          <a:xfrm>
            <a:off x="1451611" y="1113234"/>
            <a:ext cx="5688463" cy="8985603"/>
            <a:chOff x="800611" y="1189434"/>
            <a:chExt cx="5688463" cy="8985603"/>
          </a:xfrm>
        </p:grpSpPr>
        <p:sp>
          <p:nvSpPr>
            <p:cNvPr id="3225" name="Google Shape;3225;p87"/>
            <p:cNvSpPr txBox="1"/>
            <p:nvPr/>
          </p:nvSpPr>
          <p:spPr>
            <a:xfrm>
              <a:off x="2000372" y="8385118"/>
              <a:ext cx="868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Asset Service Estimation</a:t>
              </a:r>
              <a:endParaRPr b="1" i="0" sz="800" u="none" cap="none" strike="noStrike">
                <a:solidFill>
                  <a:srgbClr val="086AFE"/>
                </a:solidFill>
                <a:latin typeface="Salesforce Sans"/>
                <a:ea typeface="Salesforce Sans"/>
                <a:cs typeface="Salesforce Sans"/>
                <a:sym typeface="Salesforce Sans"/>
              </a:endParaRPr>
            </a:p>
          </p:txBody>
        </p:sp>
        <p:sp>
          <p:nvSpPr>
            <p:cNvPr id="3226" name="Google Shape;3226;p87"/>
            <p:cNvSpPr txBox="1"/>
            <p:nvPr/>
          </p:nvSpPr>
          <p:spPr>
            <a:xfrm>
              <a:off x="2000372" y="2792202"/>
              <a:ext cx="876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Testing &amp; Validation </a:t>
              </a:r>
              <a:endParaRPr b="1" i="0" sz="800" u="none" cap="none" strike="noStrike">
                <a:solidFill>
                  <a:srgbClr val="086AFE"/>
                </a:solidFill>
                <a:latin typeface="Salesforce Sans"/>
                <a:ea typeface="Salesforce Sans"/>
                <a:cs typeface="Salesforce Sans"/>
                <a:sym typeface="Salesforce Sans"/>
              </a:endParaRPr>
            </a:p>
          </p:txBody>
        </p:sp>
        <p:sp>
          <p:nvSpPr>
            <p:cNvPr id="3227" name="Google Shape;3227;p87"/>
            <p:cNvSpPr txBox="1"/>
            <p:nvPr/>
          </p:nvSpPr>
          <p:spPr>
            <a:xfrm>
              <a:off x="2000372" y="2031501"/>
              <a:ext cx="8766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Design </a:t>
              </a:r>
              <a:endParaRPr b="1" i="0" sz="800" u="none" cap="none" strike="noStrike">
                <a:solidFill>
                  <a:srgbClr val="086AFE"/>
                </a:solidFill>
                <a:latin typeface="Salesforce Sans"/>
                <a:ea typeface="Salesforce Sans"/>
                <a:cs typeface="Salesforce Sans"/>
                <a:sym typeface="Salesforce Sans"/>
              </a:endParaRPr>
            </a:p>
          </p:txBody>
        </p:sp>
        <p:sp>
          <p:nvSpPr>
            <p:cNvPr id="3228" name="Google Shape;3228;p87"/>
            <p:cNvSpPr txBox="1"/>
            <p:nvPr/>
          </p:nvSpPr>
          <p:spPr>
            <a:xfrm>
              <a:off x="2000372" y="9749038"/>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Asset Service Work Order Management</a:t>
              </a:r>
              <a:endParaRPr b="1" i="0" sz="800" u="none" cap="none" strike="noStrike">
                <a:solidFill>
                  <a:srgbClr val="086AFE"/>
                </a:solidFill>
                <a:latin typeface="Salesforce Sans"/>
                <a:ea typeface="Salesforce Sans"/>
                <a:cs typeface="Salesforce Sans"/>
                <a:sym typeface="Salesforce Sans"/>
              </a:endParaRPr>
            </a:p>
          </p:txBody>
        </p:sp>
        <p:sp>
          <p:nvSpPr>
            <p:cNvPr id="3229" name="Google Shape;3229;p87"/>
            <p:cNvSpPr txBox="1"/>
            <p:nvPr/>
          </p:nvSpPr>
          <p:spPr>
            <a:xfrm>
              <a:off x="2000372" y="4634265"/>
              <a:ext cx="841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Hyper-personalized Marketing  Outreach </a:t>
              </a:r>
              <a:endParaRPr b="1" i="0" sz="800" u="none" cap="none" strike="noStrike">
                <a:solidFill>
                  <a:srgbClr val="086AFE"/>
                </a:solidFill>
                <a:latin typeface="Salesforce Sans"/>
                <a:ea typeface="Salesforce Sans"/>
                <a:cs typeface="Salesforce Sans"/>
                <a:sym typeface="Salesforce Sans"/>
              </a:endParaRPr>
            </a:p>
          </p:txBody>
        </p:sp>
        <p:sp>
          <p:nvSpPr>
            <p:cNvPr id="3230" name="Google Shape;3230;p87"/>
            <p:cNvSpPr txBox="1"/>
            <p:nvPr/>
          </p:nvSpPr>
          <p:spPr>
            <a:xfrm>
              <a:off x="2000372" y="6055539"/>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Product Upsell and Cross-Sell</a:t>
              </a:r>
              <a:endParaRPr b="1" i="0" sz="800" u="none" cap="none" strike="noStrike">
                <a:solidFill>
                  <a:srgbClr val="086AFE"/>
                </a:solidFill>
                <a:latin typeface="Salesforce Sans"/>
                <a:ea typeface="Salesforce Sans"/>
                <a:cs typeface="Salesforce Sans"/>
                <a:sym typeface="Salesforce Sans"/>
              </a:endParaRPr>
            </a:p>
          </p:txBody>
        </p:sp>
        <p:sp>
          <p:nvSpPr>
            <p:cNvPr id="3231" name="Google Shape;3231;p87"/>
            <p:cNvSpPr txBox="1"/>
            <p:nvPr/>
          </p:nvSpPr>
          <p:spPr>
            <a:xfrm>
              <a:off x="2000372" y="744882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Rebate</a:t>
              </a:r>
              <a:r>
                <a:rPr b="1" lang="en" sz="800">
                  <a:solidFill>
                    <a:srgbClr val="086AFE"/>
                  </a:solidFill>
                  <a:latin typeface="Salesforce Sans"/>
                  <a:ea typeface="Salesforce Sans"/>
                  <a:cs typeface="Salesforce Sans"/>
                  <a:sym typeface="Salesforce Sans"/>
                </a:rPr>
                <a:t> Management</a:t>
              </a:r>
              <a:endParaRPr b="1" i="0" sz="800" u="none" cap="none" strike="noStrike">
                <a:solidFill>
                  <a:srgbClr val="086AFE"/>
                </a:solidFill>
                <a:latin typeface="Salesforce Sans"/>
                <a:ea typeface="Salesforce Sans"/>
                <a:cs typeface="Salesforce Sans"/>
                <a:sym typeface="Salesforce Sans"/>
              </a:endParaRPr>
            </a:p>
          </p:txBody>
        </p:sp>
        <p:sp>
          <p:nvSpPr>
            <p:cNvPr id="3232" name="Google Shape;3232;p87"/>
            <p:cNvSpPr txBox="1"/>
            <p:nvPr/>
          </p:nvSpPr>
          <p:spPr>
            <a:xfrm>
              <a:off x="2000372" y="400477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Lead Generation &amp; Management </a:t>
              </a:r>
              <a:endParaRPr b="1" i="0" sz="800" u="none" cap="none" strike="noStrike">
                <a:solidFill>
                  <a:srgbClr val="086AFE"/>
                </a:solidFill>
                <a:latin typeface="Salesforce Sans"/>
                <a:ea typeface="Salesforce Sans"/>
                <a:cs typeface="Salesforce Sans"/>
                <a:sym typeface="Salesforce Sans"/>
              </a:endParaRPr>
            </a:p>
          </p:txBody>
        </p:sp>
        <p:sp>
          <p:nvSpPr>
            <p:cNvPr id="3233" name="Google Shape;3233;p87"/>
            <p:cNvSpPr txBox="1"/>
            <p:nvPr/>
          </p:nvSpPr>
          <p:spPr>
            <a:xfrm>
              <a:off x="2000372" y="5274390"/>
              <a:ext cx="841800" cy="41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Sales Agreement Configuration &amp; Mgmt. </a:t>
              </a:r>
              <a:endParaRPr b="1" i="0" sz="800" u="none" cap="none" strike="noStrike">
                <a:solidFill>
                  <a:srgbClr val="086AFE"/>
                </a:solidFill>
                <a:latin typeface="Salesforce Sans"/>
                <a:ea typeface="Salesforce Sans"/>
                <a:cs typeface="Salesforce Sans"/>
                <a:sym typeface="Salesforce Sans"/>
              </a:endParaRPr>
            </a:p>
          </p:txBody>
        </p:sp>
        <p:sp>
          <p:nvSpPr>
            <p:cNvPr id="3234" name="Google Shape;3234;p87"/>
            <p:cNvSpPr txBox="1"/>
            <p:nvPr/>
          </p:nvSpPr>
          <p:spPr>
            <a:xfrm>
              <a:off x="2000372" y="6823579"/>
              <a:ext cx="841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Channel</a:t>
              </a:r>
              <a:r>
                <a:rPr b="1" i="0" lang="en" sz="800" u="none" cap="none" strike="noStrike">
                  <a:solidFill>
                    <a:srgbClr val="086AFE"/>
                  </a:solidFill>
                  <a:latin typeface="Salesforce Sans"/>
                  <a:ea typeface="Salesforce Sans"/>
                  <a:cs typeface="Salesforce Sans"/>
                  <a:sym typeface="Salesforce Sans"/>
                </a:rPr>
                <a:t> /Partner  </a:t>
              </a:r>
              <a:r>
                <a:rPr b="1" lang="en" sz="800">
                  <a:solidFill>
                    <a:srgbClr val="086AFE"/>
                  </a:solidFill>
                  <a:latin typeface="Salesforce Sans"/>
                  <a:ea typeface="Salesforce Sans"/>
                  <a:cs typeface="Salesforce Sans"/>
                  <a:sym typeface="Salesforce Sans"/>
                </a:rPr>
                <a:t>Management</a:t>
              </a:r>
              <a:endParaRPr b="1" i="0" sz="800" u="none" cap="none" strike="noStrike">
                <a:solidFill>
                  <a:srgbClr val="086AFE"/>
                </a:solidFill>
                <a:latin typeface="Salesforce Sans"/>
                <a:ea typeface="Salesforce Sans"/>
                <a:cs typeface="Salesforce Sans"/>
                <a:sym typeface="Salesforce Sans"/>
              </a:endParaRPr>
            </a:p>
          </p:txBody>
        </p:sp>
        <p:sp>
          <p:nvSpPr>
            <p:cNvPr id="3235" name="Google Shape;3235;p87"/>
            <p:cNvSpPr txBox="1"/>
            <p:nvPr/>
          </p:nvSpPr>
          <p:spPr>
            <a:xfrm>
              <a:off x="3342383" y="203199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Product Requirements</a:t>
              </a:r>
              <a:endParaRPr i="0" sz="800" u="none" cap="none" strike="noStrike">
                <a:latin typeface="Salesforce Sans"/>
                <a:ea typeface="Salesforce Sans"/>
                <a:cs typeface="Salesforce Sans"/>
                <a:sym typeface="Salesforce Sans"/>
              </a:endParaRPr>
            </a:p>
          </p:txBody>
        </p:sp>
        <p:sp>
          <p:nvSpPr>
            <p:cNvPr id="3236" name="Google Shape;3236;p87"/>
            <p:cNvSpPr txBox="1"/>
            <p:nvPr/>
          </p:nvSpPr>
          <p:spPr>
            <a:xfrm>
              <a:off x="3342383" y="2180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Cad Co-Pilot</a:t>
              </a:r>
              <a:endParaRPr i="0" sz="800" u="none" cap="none" strike="noStrike">
                <a:latin typeface="Salesforce Sans"/>
                <a:ea typeface="Salesforce Sans"/>
                <a:cs typeface="Salesforce Sans"/>
                <a:sym typeface="Salesforce Sans"/>
              </a:endParaRPr>
            </a:p>
          </p:txBody>
        </p:sp>
        <p:sp>
          <p:nvSpPr>
            <p:cNvPr id="3237" name="Google Shape;3237;p87"/>
            <p:cNvSpPr txBox="1"/>
            <p:nvPr/>
          </p:nvSpPr>
          <p:spPr>
            <a:xfrm>
              <a:off x="3342383" y="23292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Manufacturability</a:t>
              </a:r>
              <a:endParaRPr i="0" sz="800" u="none" cap="none" strike="noStrike">
                <a:latin typeface="Salesforce Sans"/>
                <a:ea typeface="Salesforce Sans"/>
                <a:cs typeface="Salesforce Sans"/>
                <a:sym typeface="Salesforce Sans"/>
              </a:endParaRPr>
            </a:p>
          </p:txBody>
        </p:sp>
        <p:sp>
          <p:nvSpPr>
            <p:cNvPr id="3238" name="Google Shape;3238;p87"/>
            <p:cNvSpPr txBox="1"/>
            <p:nvPr/>
          </p:nvSpPr>
          <p:spPr>
            <a:xfrm>
              <a:off x="3342383" y="278767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Simulation Tester</a:t>
              </a:r>
              <a:endParaRPr i="0" sz="800" u="none" cap="none" strike="noStrike">
                <a:latin typeface="Salesforce Sans"/>
                <a:ea typeface="Salesforce Sans"/>
                <a:cs typeface="Salesforce Sans"/>
                <a:sym typeface="Salesforce Sans"/>
              </a:endParaRPr>
            </a:p>
          </p:txBody>
        </p:sp>
        <p:sp>
          <p:nvSpPr>
            <p:cNvPr id="3239" name="Google Shape;3239;p87"/>
            <p:cNvSpPr txBox="1"/>
            <p:nvPr/>
          </p:nvSpPr>
          <p:spPr>
            <a:xfrm>
              <a:off x="3342382" y="29274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Prototype Validator</a:t>
              </a:r>
              <a:endParaRPr i="0" sz="800" u="none" cap="none" strike="noStrike">
                <a:latin typeface="Salesforce Sans"/>
                <a:ea typeface="Salesforce Sans"/>
                <a:cs typeface="Salesforce Sans"/>
                <a:sym typeface="Salesforce Sans"/>
              </a:endParaRPr>
            </a:p>
          </p:txBody>
        </p:sp>
        <p:sp>
          <p:nvSpPr>
            <p:cNvPr id="3240" name="Google Shape;3240;p87"/>
            <p:cNvSpPr txBox="1"/>
            <p:nvPr/>
          </p:nvSpPr>
          <p:spPr>
            <a:xfrm>
              <a:off x="3342383" y="1387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Innovation Scout</a:t>
              </a:r>
              <a:endParaRPr sz="800">
                <a:latin typeface="Salesforce Sans"/>
                <a:ea typeface="Salesforce Sans"/>
                <a:cs typeface="Salesforce Sans"/>
                <a:sym typeface="Salesforce Sans"/>
              </a:endParaRPr>
            </a:p>
          </p:txBody>
        </p:sp>
        <p:sp>
          <p:nvSpPr>
            <p:cNvPr id="3241" name="Google Shape;3241;p87"/>
            <p:cNvSpPr txBox="1"/>
            <p:nvPr/>
          </p:nvSpPr>
          <p:spPr>
            <a:xfrm>
              <a:off x="3342382" y="1542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Trend Analyzer</a:t>
              </a:r>
              <a:endParaRPr sz="800">
                <a:latin typeface="Salesforce Sans"/>
                <a:ea typeface="Salesforce Sans"/>
                <a:cs typeface="Salesforce Sans"/>
                <a:sym typeface="Salesforce Sans"/>
              </a:endParaRPr>
            </a:p>
          </p:txBody>
        </p:sp>
        <p:sp>
          <p:nvSpPr>
            <p:cNvPr id="3242" name="Google Shape;3242;p87"/>
            <p:cNvSpPr/>
            <p:nvPr/>
          </p:nvSpPr>
          <p:spPr>
            <a:xfrm>
              <a:off x="3206336" y="1560847"/>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43" name="Google Shape;3243;p87"/>
            <p:cNvSpPr txBox="1"/>
            <p:nvPr/>
          </p:nvSpPr>
          <p:spPr>
            <a:xfrm>
              <a:off x="3342383" y="1697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Patent Insights</a:t>
              </a:r>
              <a:endParaRPr sz="800">
                <a:latin typeface="Salesforce Sans"/>
                <a:ea typeface="Salesforce Sans"/>
                <a:cs typeface="Salesforce Sans"/>
                <a:sym typeface="Salesforce Sans"/>
              </a:endParaRPr>
            </a:p>
          </p:txBody>
        </p:sp>
        <p:sp>
          <p:nvSpPr>
            <p:cNvPr id="3244" name="Google Shape;3244;p87"/>
            <p:cNvSpPr txBox="1"/>
            <p:nvPr/>
          </p:nvSpPr>
          <p:spPr>
            <a:xfrm>
              <a:off x="3342382" y="1858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Ideation Prioritizer</a:t>
              </a:r>
              <a:endParaRPr sz="800">
                <a:latin typeface="Salesforce Sans"/>
                <a:ea typeface="Salesforce Sans"/>
                <a:cs typeface="Salesforce Sans"/>
                <a:sym typeface="Salesforce Sans"/>
              </a:endParaRPr>
            </a:p>
          </p:txBody>
        </p:sp>
        <p:sp>
          <p:nvSpPr>
            <p:cNvPr id="3245" name="Google Shape;3245;p87"/>
            <p:cNvSpPr txBox="1"/>
            <p:nvPr/>
          </p:nvSpPr>
          <p:spPr>
            <a:xfrm>
              <a:off x="800611" y="11894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246" name="Google Shape;3246;p87"/>
            <p:cNvSpPr txBox="1"/>
            <p:nvPr/>
          </p:nvSpPr>
          <p:spPr>
            <a:xfrm>
              <a:off x="2000379" y="11894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247" name="Google Shape;3247;p87"/>
            <p:cNvGrpSpPr/>
            <p:nvPr/>
          </p:nvGrpSpPr>
          <p:grpSpPr>
            <a:xfrm>
              <a:off x="820222" y="1412656"/>
              <a:ext cx="952541" cy="449700"/>
              <a:chOff x="5812280" y="1793656"/>
              <a:chExt cx="952541" cy="449700"/>
            </a:xfrm>
          </p:grpSpPr>
          <p:sp>
            <p:nvSpPr>
              <p:cNvPr id="3248" name="Google Shape;3248;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49" name="Google Shape;3249;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Research &amp; Development</a:t>
                </a:r>
                <a:endParaRPr sz="900">
                  <a:solidFill>
                    <a:srgbClr val="FFFFFF"/>
                  </a:solidFill>
                  <a:latin typeface="Avant Garde Demi SFDC"/>
                  <a:ea typeface="Avant Garde Demi SFDC"/>
                  <a:cs typeface="Avant Garde Demi SFDC"/>
                  <a:sym typeface="Avant Garde Demi SFDC"/>
                </a:endParaRPr>
              </a:p>
            </p:txBody>
          </p:sp>
        </p:grpSp>
        <p:sp>
          <p:nvSpPr>
            <p:cNvPr id="3250" name="Google Shape;3250;p87"/>
            <p:cNvSpPr txBox="1"/>
            <p:nvPr/>
          </p:nvSpPr>
          <p:spPr>
            <a:xfrm>
              <a:off x="3344212" y="11894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251" name="Google Shape;3251;p87"/>
            <p:cNvSpPr txBox="1"/>
            <p:nvPr/>
          </p:nvSpPr>
          <p:spPr>
            <a:xfrm>
              <a:off x="2000372" y="1390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 Research &amp; Ideation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3252" name="Google Shape;3252;p87"/>
            <p:cNvSpPr txBox="1"/>
            <p:nvPr/>
          </p:nvSpPr>
          <p:spPr>
            <a:xfrm>
              <a:off x="3342383" y="30780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Test Data Analyzer</a:t>
              </a:r>
              <a:endParaRPr i="0" sz="800" u="none" cap="none" strike="noStrike">
                <a:latin typeface="Salesforce Sans"/>
                <a:ea typeface="Salesforce Sans"/>
                <a:cs typeface="Salesforce Sans"/>
                <a:sym typeface="Salesforce Sans"/>
              </a:endParaRPr>
            </a:p>
          </p:txBody>
        </p:sp>
        <p:sp>
          <p:nvSpPr>
            <p:cNvPr id="3253" name="Google Shape;3253;p87"/>
            <p:cNvSpPr txBox="1"/>
            <p:nvPr/>
          </p:nvSpPr>
          <p:spPr>
            <a:xfrm>
              <a:off x="3342383" y="322621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Risk &amp; Standards Checker</a:t>
              </a:r>
              <a:endParaRPr i="0" sz="800" u="none" cap="none" strike="noStrike">
                <a:latin typeface="Salesforce Sans"/>
                <a:ea typeface="Salesforce Sans"/>
                <a:cs typeface="Salesforce Sans"/>
                <a:sym typeface="Salesforce Sans"/>
              </a:endParaRPr>
            </a:p>
          </p:txBody>
        </p:sp>
        <p:sp>
          <p:nvSpPr>
            <p:cNvPr id="3254" name="Google Shape;3254;p87"/>
            <p:cNvSpPr txBox="1"/>
            <p:nvPr/>
          </p:nvSpPr>
          <p:spPr>
            <a:xfrm>
              <a:off x="3342383" y="40072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3255" name="Google Shape;3255;p87"/>
            <p:cNvSpPr txBox="1"/>
            <p:nvPr/>
          </p:nvSpPr>
          <p:spPr>
            <a:xfrm>
              <a:off x="3342383" y="41584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i="0" sz="800" u="none" cap="none" strike="noStrike">
                <a:latin typeface="Salesforce Sans"/>
                <a:ea typeface="Salesforce Sans"/>
                <a:cs typeface="Salesforce Sans"/>
                <a:sym typeface="Salesforce Sans"/>
              </a:endParaRPr>
            </a:p>
          </p:txBody>
        </p:sp>
        <p:sp>
          <p:nvSpPr>
            <p:cNvPr id="3256" name="Google Shape;3256;p87"/>
            <p:cNvSpPr txBox="1"/>
            <p:nvPr/>
          </p:nvSpPr>
          <p:spPr>
            <a:xfrm>
              <a:off x="3342382" y="4298266"/>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 from Opportunity</a:t>
              </a:r>
              <a:endParaRPr sz="800">
                <a:latin typeface="Salesforce Sans"/>
                <a:ea typeface="Salesforce Sans"/>
                <a:cs typeface="Salesforce Sans"/>
                <a:sym typeface="Salesforce Sans"/>
              </a:endParaRPr>
            </a:p>
          </p:txBody>
        </p:sp>
        <p:sp>
          <p:nvSpPr>
            <p:cNvPr id="3257" name="Google Shape;3257;p87"/>
            <p:cNvSpPr/>
            <p:nvPr/>
          </p:nvSpPr>
          <p:spPr>
            <a:xfrm>
              <a:off x="3206336" y="40258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58" name="Google Shape;3258;p87"/>
            <p:cNvSpPr/>
            <p:nvPr/>
          </p:nvSpPr>
          <p:spPr>
            <a:xfrm>
              <a:off x="3206336" y="41770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59" name="Google Shape;3259;p87"/>
            <p:cNvSpPr/>
            <p:nvPr/>
          </p:nvSpPr>
          <p:spPr>
            <a:xfrm>
              <a:off x="3206336" y="4316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0" name="Google Shape;3260;p87"/>
            <p:cNvSpPr/>
            <p:nvPr/>
          </p:nvSpPr>
          <p:spPr>
            <a:xfrm>
              <a:off x="3206336" y="324481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1" name="Google Shape;3261;p87"/>
            <p:cNvSpPr txBox="1"/>
            <p:nvPr/>
          </p:nvSpPr>
          <p:spPr>
            <a:xfrm>
              <a:off x="3342383" y="44488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3262" name="Google Shape;3262;p87"/>
            <p:cNvSpPr/>
            <p:nvPr/>
          </p:nvSpPr>
          <p:spPr>
            <a:xfrm>
              <a:off x="3206336" y="446741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63" name="Google Shape;3263;p87"/>
            <p:cNvSpPr txBox="1"/>
            <p:nvPr/>
          </p:nvSpPr>
          <p:spPr>
            <a:xfrm>
              <a:off x="3342384" y="4634194"/>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3264" name="Google Shape;3264;p87"/>
            <p:cNvSpPr txBox="1"/>
            <p:nvPr/>
          </p:nvSpPr>
          <p:spPr>
            <a:xfrm>
              <a:off x="3342377" y="4782802"/>
              <a:ext cx="190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3265" name="Google Shape;3265;p87"/>
            <p:cNvSpPr txBox="1"/>
            <p:nvPr/>
          </p:nvSpPr>
          <p:spPr>
            <a:xfrm>
              <a:off x="3342377" y="4931423"/>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a Campaign from a Brief</a:t>
              </a:r>
              <a:endParaRPr i="0" sz="800" u="none" cap="none" strike="noStrike">
                <a:latin typeface="Salesforce Sans"/>
                <a:ea typeface="Salesforce Sans"/>
                <a:cs typeface="Salesforce Sans"/>
                <a:sym typeface="Salesforce Sans"/>
              </a:endParaRPr>
            </a:p>
          </p:txBody>
        </p:sp>
        <p:sp>
          <p:nvSpPr>
            <p:cNvPr id="3266" name="Google Shape;3266;p87"/>
            <p:cNvSpPr txBox="1"/>
            <p:nvPr/>
          </p:nvSpPr>
          <p:spPr>
            <a:xfrm>
              <a:off x="3342377" y="5082619"/>
              <a:ext cx="2063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p:txBody>
        </p:sp>
        <p:sp>
          <p:nvSpPr>
            <p:cNvPr id="3267" name="Google Shape;3267;p87"/>
            <p:cNvSpPr/>
            <p:nvPr/>
          </p:nvSpPr>
          <p:spPr>
            <a:xfrm>
              <a:off x="3206336" y="48014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8" name="Google Shape;3268;p87"/>
            <p:cNvSpPr/>
            <p:nvPr/>
          </p:nvSpPr>
          <p:spPr>
            <a:xfrm>
              <a:off x="3206336" y="49500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69" name="Google Shape;3269;p87"/>
            <p:cNvSpPr/>
            <p:nvPr/>
          </p:nvSpPr>
          <p:spPr>
            <a:xfrm>
              <a:off x="3206336" y="51012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0" name="Google Shape;3270;p87"/>
            <p:cNvSpPr/>
            <p:nvPr/>
          </p:nvSpPr>
          <p:spPr>
            <a:xfrm>
              <a:off x="3206336" y="46527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1" name="Google Shape;3271;p87"/>
            <p:cNvSpPr txBox="1"/>
            <p:nvPr/>
          </p:nvSpPr>
          <p:spPr>
            <a:xfrm>
              <a:off x="3342376" y="604412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Add-on Products</a:t>
              </a:r>
              <a:endParaRPr i="0" sz="800" u="none" cap="none" strike="noStrike">
                <a:latin typeface="Salesforce Sans"/>
                <a:ea typeface="Salesforce Sans"/>
                <a:cs typeface="Salesforce Sans"/>
                <a:sym typeface="Salesforce Sans"/>
              </a:endParaRPr>
            </a:p>
          </p:txBody>
        </p:sp>
        <p:sp>
          <p:nvSpPr>
            <p:cNvPr id="3272" name="Google Shape;3272;p87"/>
            <p:cNvSpPr txBox="1"/>
            <p:nvPr/>
          </p:nvSpPr>
          <p:spPr>
            <a:xfrm>
              <a:off x="3342376" y="619273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Cross-Sell Products</a:t>
              </a:r>
              <a:endParaRPr i="0" sz="800" u="none" cap="none" strike="noStrike">
                <a:latin typeface="Salesforce Sans"/>
                <a:ea typeface="Salesforce Sans"/>
                <a:cs typeface="Salesforce Sans"/>
                <a:sym typeface="Salesforce Sans"/>
              </a:endParaRPr>
            </a:p>
          </p:txBody>
        </p:sp>
        <p:sp>
          <p:nvSpPr>
            <p:cNvPr id="3273" name="Google Shape;3273;p87"/>
            <p:cNvSpPr txBox="1"/>
            <p:nvPr/>
          </p:nvSpPr>
          <p:spPr>
            <a:xfrm>
              <a:off x="3342375" y="6341350"/>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Upgrade Products</a:t>
              </a:r>
              <a:endParaRPr sz="800">
                <a:latin typeface="Salesforce Sans"/>
                <a:ea typeface="Salesforce Sans"/>
                <a:cs typeface="Salesforce Sans"/>
                <a:sym typeface="Salesforce Sans"/>
              </a:endParaRPr>
            </a:p>
          </p:txBody>
        </p:sp>
        <p:sp>
          <p:nvSpPr>
            <p:cNvPr id="3274" name="Google Shape;3274;p87"/>
            <p:cNvSpPr txBox="1"/>
            <p:nvPr/>
          </p:nvSpPr>
          <p:spPr>
            <a:xfrm>
              <a:off x="3342376" y="649254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Quote</a:t>
              </a:r>
              <a:endParaRPr i="0" sz="800" u="none" cap="none" strike="noStrike">
                <a:latin typeface="Salesforce Sans"/>
                <a:ea typeface="Salesforce Sans"/>
                <a:cs typeface="Salesforce Sans"/>
                <a:sym typeface="Salesforce Sans"/>
              </a:endParaRPr>
            </a:p>
          </p:txBody>
        </p:sp>
        <p:sp>
          <p:nvSpPr>
            <p:cNvPr id="3275" name="Google Shape;3275;p87"/>
            <p:cNvSpPr txBox="1"/>
            <p:nvPr/>
          </p:nvSpPr>
          <p:spPr>
            <a:xfrm>
              <a:off x="3342376" y="663233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Format Product Recommendations</a:t>
              </a:r>
              <a:endParaRPr i="0" sz="800" u="none" cap="none" strike="noStrike">
                <a:latin typeface="Salesforce Sans"/>
                <a:ea typeface="Salesforce Sans"/>
                <a:cs typeface="Salesforce Sans"/>
                <a:sym typeface="Salesforce Sans"/>
              </a:endParaRPr>
            </a:p>
          </p:txBody>
        </p:sp>
        <p:sp>
          <p:nvSpPr>
            <p:cNvPr id="3276" name="Google Shape;3276;p87"/>
            <p:cNvSpPr/>
            <p:nvPr/>
          </p:nvSpPr>
          <p:spPr>
            <a:xfrm>
              <a:off x="3206336" y="62113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7" name="Google Shape;3277;p87"/>
            <p:cNvSpPr/>
            <p:nvPr/>
          </p:nvSpPr>
          <p:spPr>
            <a:xfrm>
              <a:off x="3206336" y="63599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78" name="Google Shape;3278;p87"/>
            <p:cNvSpPr/>
            <p:nvPr/>
          </p:nvSpPr>
          <p:spPr>
            <a:xfrm>
              <a:off x="3206336" y="65111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9" name="Google Shape;3279;p87"/>
            <p:cNvSpPr/>
            <p:nvPr/>
          </p:nvSpPr>
          <p:spPr>
            <a:xfrm>
              <a:off x="3206336" y="66509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80" name="Google Shape;3280;p87"/>
            <p:cNvSpPr/>
            <p:nvPr/>
          </p:nvSpPr>
          <p:spPr>
            <a:xfrm>
              <a:off x="3206336" y="60627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3281" name="Google Shape;3281;p87"/>
            <p:cNvGrpSpPr/>
            <p:nvPr/>
          </p:nvGrpSpPr>
          <p:grpSpPr>
            <a:xfrm>
              <a:off x="820222" y="4022796"/>
              <a:ext cx="952541" cy="449700"/>
              <a:chOff x="5812280" y="1793656"/>
              <a:chExt cx="952541" cy="449700"/>
            </a:xfrm>
          </p:grpSpPr>
          <p:sp>
            <p:nvSpPr>
              <p:cNvPr id="3282" name="Google Shape;3282;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83" name="Google Shape;3283;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a:t>
                </a:r>
                <a:endParaRPr sz="900">
                  <a:solidFill>
                    <a:srgbClr val="FFFFFF"/>
                  </a:solidFill>
                  <a:latin typeface="Avant Garde Demi SFDC"/>
                  <a:ea typeface="Avant Garde Demi SFDC"/>
                  <a:cs typeface="Avant Garde Demi SFDC"/>
                  <a:sym typeface="Avant Garde Demi SFDC"/>
                </a:endParaRPr>
              </a:p>
            </p:txBody>
          </p:sp>
        </p:grpSp>
        <p:grpSp>
          <p:nvGrpSpPr>
            <p:cNvPr id="3284" name="Google Shape;3284;p87"/>
            <p:cNvGrpSpPr/>
            <p:nvPr/>
          </p:nvGrpSpPr>
          <p:grpSpPr>
            <a:xfrm>
              <a:off x="820222" y="8394540"/>
              <a:ext cx="952541" cy="449700"/>
              <a:chOff x="5812280" y="1793656"/>
              <a:chExt cx="952541" cy="449700"/>
            </a:xfrm>
          </p:grpSpPr>
          <p:sp>
            <p:nvSpPr>
              <p:cNvPr id="3285" name="Google Shape;3285;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86" name="Google Shape;3286;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Asset Service Lifecycle Management</a:t>
                </a:r>
                <a:endParaRPr sz="900">
                  <a:solidFill>
                    <a:srgbClr val="FFFFFF"/>
                  </a:solidFill>
                  <a:latin typeface="Avant Garde Demi SFDC"/>
                  <a:ea typeface="Avant Garde Demi SFDC"/>
                  <a:cs typeface="Avant Garde Demi SFDC"/>
                  <a:sym typeface="Avant Garde Demi SFDC"/>
                </a:endParaRPr>
              </a:p>
            </p:txBody>
          </p:sp>
        </p:grpSp>
        <p:sp>
          <p:nvSpPr>
            <p:cNvPr id="3287" name="Google Shape;3287;p87"/>
            <p:cNvSpPr txBox="1"/>
            <p:nvPr/>
          </p:nvSpPr>
          <p:spPr>
            <a:xfrm>
              <a:off x="3342382" y="2627147"/>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Design Compliance</a:t>
              </a:r>
              <a:endParaRPr sz="800">
                <a:latin typeface="Salesforce Sans"/>
                <a:ea typeface="Salesforce Sans"/>
                <a:cs typeface="Salesforce Sans"/>
                <a:sym typeface="Salesforce Sans"/>
              </a:endParaRPr>
            </a:p>
          </p:txBody>
        </p:sp>
        <p:sp>
          <p:nvSpPr>
            <p:cNvPr id="3288" name="Google Shape;3288;p87"/>
            <p:cNvSpPr/>
            <p:nvPr/>
          </p:nvSpPr>
          <p:spPr>
            <a:xfrm>
              <a:off x="3206336" y="264559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89" name="Google Shape;3289;p87"/>
            <p:cNvSpPr txBox="1"/>
            <p:nvPr/>
          </p:nvSpPr>
          <p:spPr>
            <a:xfrm>
              <a:off x="3342383" y="247530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Cost Estimator</a:t>
              </a:r>
              <a:endParaRPr i="0" sz="800" u="none" cap="none" strike="noStrike">
                <a:latin typeface="Salesforce Sans"/>
                <a:ea typeface="Salesforce Sans"/>
                <a:cs typeface="Salesforce Sans"/>
                <a:sym typeface="Salesforce Sans"/>
              </a:endParaRPr>
            </a:p>
          </p:txBody>
        </p:sp>
        <p:sp>
          <p:nvSpPr>
            <p:cNvPr id="3290" name="Google Shape;3290;p87"/>
            <p:cNvSpPr txBox="1"/>
            <p:nvPr/>
          </p:nvSpPr>
          <p:spPr>
            <a:xfrm>
              <a:off x="3342383" y="33796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BOM Builder</a:t>
              </a:r>
              <a:endParaRPr i="0" sz="800" u="none" cap="none" strike="noStrike">
                <a:latin typeface="Salesforce Sans"/>
                <a:ea typeface="Salesforce Sans"/>
                <a:cs typeface="Salesforce Sans"/>
                <a:sym typeface="Salesforce Sans"/>
              </a:endParaRPr>
            </a:p>
          </p:txBody>
        </p:sp>
        <p:sp>
          <p:nvSpPr>
            <p:cNvPr id="3291" name="Google Shape;3291;p87"/>
            <p:cNvSpPr txBox="1"/>
            <p:nvPr/>
          </p:nvSpPr>
          <p:spPr>
            <a:xfrm>
              <a:off x="3342383" y="35308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Tooling Setup Planner</a:t>
              </a:r>
              <a:endParaRPr i="0" sz="800" u="none" cap="none" strike="noStrike">
                <a:latin typeface="Salesforce Sans"/>
                <a:ea typeface="Salesforce Sans"/>
                <a:cs typeface="Salesforce Sans"/>
                <a:sym typeface="Salesforce Sans"/>
              </a:endParaRPr>
            </a:p>
          </p:txBody>
        </p:sp>
        <p:sp>
          <p:nvSpPr>
            <p:cNvPr id="3292" name="Google Shape;3292;p87"/>
            <p:cNvSpPr txBox="1"/>
            <p:nvPr/>
          </p:nvSpPr>
          <p:spPr>
            <a:xfrm>
              <a:off x="3342382" y="36706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Process Readiness</a:t>
              </a:r>
              <a:endParaRPr i="0" sz="800" u="none" cap="none" strike="noStrike">
                <a:latin typeface="Salesforce Sans"/>
                <a:ea typeface="Salesforce Sans"/>
                <a:cs typeface="Salesforce Sans"/>
                <a:sym typeface="Salesforce Sans"/>
              </a:endParaRPr>
            </a:p>
          </p:txBody>
        </p:sp>
        <p:sp>
          <p:nvSpPr>
            <p:cNvPr id="3293" name="Google Shape;3293;p87"/>
            <p:cNvSpPr/>
            <p:nvPr/>
          </p:nvSpPr>
          <p:spPr>
            <a:xfrm>
              <a:off x="3206336" y="33982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94" name="Google Shape;3294;p87"/>
            <p:cNvSpPr txBox="1"/>
            <p:nvPr/>
          </p:nvSpPr>
          <p:spPr>
            <a:xfrm>
              <a:off x="3342383" y="38212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Pre-Launch Quality</a:t>
              </a:r>
              <a:endParaRPr i="0" sz="800" u="none" cap="none" strike="noStrike">
                <a:latin typeface="Salesforce Sans"/>
                <a:ea typeface="Salesforce Sans"/>
                <a:cs typeface="Salesforce Sans"/>
                <a:sym typeface="Salesforce Sans"/>
              </a:endParaRPr>
            </a:p>
          </p:txBody>
        </p:sp>
        <p:sp>
          <p:nvSpPr>
            <p:cNvPr id="3295" name="Google Shape;3295;p87"/>
            <p:cNvSpPr txBox="1"/>
            <p:nvPr/>
          </p:nvSpPr>
          <p:spPr>
            <a:xfrm>
              <a:off x="3342374" y="5270897"/>
              <a:ext cx="2964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Sales Agreement Management Performance</a:t>
              </a:r>
              <a:endParaRPr i="0" sz="800" u="none" cap="none" strike="noStrike">
                <a:latin typeface="Salesforce Sans"/>
                <a:ea typeface="Salesforce Sans"/>
                <a:cs typeface="Salesforce Sans"/>
                <a:sym typeface="Salesforce Sans"/>
              </a:endParaRPr>
            </a:p>
          </p:txBody>
        </p:sp>
        <p:sp>
          <p:nvSpPr>
            <p:cNvPr id="3296" name="Google Shape;3296;p87"/>
            <p:cNvSpPr txBox="1"/>
            <p:nvPr/>
          </p:nvSpPr>
          <p:spPr>
            <a:xfrm>
              <a:off x="3342376" y="541949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Visit</a:t>
              </a:r>
              <a:endParaRPr i="0" sz="800" u="none" cap="none" strike="noStrike">
                <a:latin typeface="Salesforce Sans"/>
                <a:ea typeface="Salesforce Sans"/>
                <a:cs typeface="Salesforce Sans"/>
                <a:sym typeface="Salesforce Sans"/>
              </a:endParaRPr>
            </a:p>
          </p:txBody>
        </p:sp>
        <p:sp>
          <p:nvSpPr>
            <p:cNvPr id="3297" name="Google Shape;3297;p87"/>
            <p:cNvSpPr txBox="1"/>
            <p:nvPr/>
          </p:nvSpPr>
          <p:spPr>
            <a:xfrm>
              <a:off x="3342376" y="556809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Attribute Details</a:t>
              </a:r>
              <a:endParaRPr i="0" sz="800" u="none" cap="none" strike="noStrike">
                <a:latin typeface="Salesforce Sans"/>
                <a:ea typeface="Salesforce Sans"/>
                <a:cs typeface="Salesforce Sans"/>
                <a:sym typeface="Salesforce Sans"/>
              </a:endParaRPr>
            </a:p>
          </p:txBody>
        </p:sp>
        <p:sp>
          <p:nvSpPr>
            <p:cNvPr id="3298" name="Google Shape;3298;p87"/>
            <p:cNvSpPr txBox="1"/>
            <p:nvPr/>
          </p:nvSpPr>
          <p:spPr>
            <a:xfrm>
              <a:off x="3342374" y="5719297"/>
              <a:ext cx="3146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Agreement Bulk Update for Sales Agreement Metrics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299" name="Google Shape;3299;p87"/>
            <p:cNvSpPr txBox="1"/>
            <p:nvPr/>
          </p:nvSpPr>
          <p:spPr>
            <a:xfrm>
              <a:off x="3342375" y="5859097"/>
              <a:ext cx="247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 Bulk Update for Sales Agreement Metrics</a:t>
              </a:r>
              <a:endParaRPr i="0" sz="800" u="none" cap="none" strike="noStrike">
                <a:latin typeface="Salesforce Sans"/>
                <a:ea typeface="Salesforce Sans"/>
                <a:cs typeface="Salesforce Sans"/>
                <a:sym typeface="Salesforce Sans"/>
              </a:endParaRPr>
            </a:p>
          </p:txBody>
        </p:sp>
        <p:sp>
          <p:nvSpPr>
            <p:cNvPr id="3300" name="Google Shape;3300;p87"/>
            <p:cNvSpPr/>
            <p:nvPr/>
          </p:nvSpPr>
          <p:spPr>
            <a:xfrm>
              <a:off x="3206336" y="54380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1" name="Google Shape;3301;p87"/>
            <p:cNvSpPr/>
            <p:nvPr/>
          </p:nvSpPr>
          <p:spPr>
            <a:xfrm>
              <a:off x="3206336" y="55867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02" name="Google Shape;3302;p87"/>
            <p:cNvSpPr/>
            <p:nvPr/>
          </p:nvSpPr>
          <p:spPr>
            <a:xfrm>
              <a:off x="3206336" y="573791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3" name="Google Shape;3303;p87"/>
            <p:cNvSpPr/>
            <p:nvPr/>
          </p:nvSpPr>
          <p:spPr>
            <a:xfrm>
              <a:off x="3206336" y="5877701"/>
              <a:ext cx="91200" cy="91200"/>
            </a:xfrm>
            <a:prstGeom prst="ellipse">
              <a:avLst/>
            </a:prstGeom>
            <a:solidFill>
              <a:srgbClr val="17BA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4" name="Google Shape;3304;p87"/>
            <p:cNvSpPr/>
            <p:nvPr/>
          </p:nvSpPr>
          <p:spPr>
            <a:xfrm>
              <a:off x="3206336" y="52894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5" name="Google Shape;3305;p87"/>
            <p:cNvSpPr txBox="1"/>
            <p:nvPr/>
          </p:nvSpPr>
          <p:spPr>
            <a:xfrm>
              <a:off x="3342376" y="83699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or Revise Email</a:t>
              </a:r>
              <a:endParaRPr i="0" sz="800" u="none" cap="none" strike="noStrike">
                <a:latin typeface="Salesforce Sans"/>
                <a:ea typeface="Salesforce Sans"/>
                <a:cs typeface="Salesforce Sans"/>
                <a:sym typeface="Salesforce Sans"/>
              </a:endParaRPr>
            </a:p>
          </p:txBody>
        </p:sp>
        <p:sp>
          <p:nvSpPr>
            <p:cNvPr id="3306" name="Google Shape;3306;p87"/>
            <p:cNvSpPr txBox="1"/>
            <p:nvPr/>
          </p:nvSpPr>
          <p:spPr>
            <a:xfrm>
              <a:off x="3342376" y="851851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Records</a:t>
              </a:r>
              <a:endParaRPr i="0" sz="800" u="none" cap="none" strike="noStrike">
                <a:latin typeface="Salesforce Sans"/>
                <a:ea typeface="Salesforce Sans"/>
                <a:cs typeface="Salesforce Sans"/>
                <a:sym typeface="Salesforce Sans"/>
              </a:endParaRPr>
            </a:p>
          </p:txBody>
        </p:sp>
        <p:sp>
          <p:nvSpPr>
            <p:cNvPr id="3307" name="Google Shape;3307;p87"/>
            <p:cNvSpPr txBox="1"/>
            <p:nvPr/>
          </p:nvSpPr>
          <p:spPr>
            <a:xfrm>
              <a:off x="3342376" y="866712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Record Details</a:t>
              </a:r>
              <a:endParaRPr i="0" sz="800" u="none" cap="none" strike="noStrike">
                <a:latin typeface="Salesforce Sans"/>
                <a:ea typeface="Salesforce Sans"/>
                <a:cs typeface="Salesforce Sans"/>
                <a:sym typeface="Salesforce Sans"/>
              </a:endParaRPr>
            </a:p>
          </p:txBody>
        </p:sp>
        <p:sp>
          <p:nvSpPr>
            <p:cNvPr id="3308" name="Google Shape;3308;p87"/>
            <p:cNvSpPr txBox="1"/>
            <p:nvPr/>
          </p:nvSpPr>
          <p:spPr>
            <a:xfrm>
              <a:off x="3342376" y="881832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Update Record</a:t>
              </a:r>
              <a:endParaRPr i="0" sz="800" u="none" cap="none" strike="noStrike">
                <a:latin typeface="Salesforce Sans"/>
                <a:ea typeface="Salesforce Sans"/>
                <a:cs typeface="Salesforce Sans"/>
                <a:sym typeface="Salesforce Sans"/>
              </a:endParaRPr>
            </a:p>
          </p:txBody>
        </p:sp>
        <p:sp>
          <p:nvSpPr>
            <p:cNvPr id="3309" name="Google Shape;3309;p87"/>
            <p:cNvSpPr txBox="1"/>
            <p:nvPr/>
          </p:nvSpPr>
          <p:spPr>
            <a:xfrm>
              <a:off x="3342376" y="895811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Quote</a:t>
              </a:r>
              <a:endParaRPr i="0" sz="800" u="none" cap="none" strike="noStrike">
                <a:latin typeface="Salesforce Sans"/>
                <a:ea typeface="Salesforce Sans"/>
                <a:cs typeface="Salesforce Sans"/>
                <a:sym typeface="Salesforce Sans"/>
              </a:endParaRPr>
            </a:p>
          </p:txBody>
        </p:sp>
        <p:sp>
          <p:nvSpPr>
            <p:cNvPr id="3310" name="Google Shape;3310;p87"/>
            <p:cNvSpPr/>
            <p:nvPr/>
          </p:nvSpPr>
          <p:spPr>
            <a:xfrm>
              <a:off x="3206336" y="85371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1" name="Google Shape;3311;p87"/>
            <p:cNvSpPr/>
            <p:nvPr/>
          </p:nvSpPr>
          <p:spPr>
            <a:xfrm>
              <a:off x="3206336" y="868572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12" name="Google Shape;3312;p87"/>
            <p:cNvSpPr/>
            <p:nvPr/>
          </p:nvSpPr>
          <p:spPr>
            <a:xfrm>
              <a:off x="3206336" y="88369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3" name="Google Shape;3313;p87"/>
            <p:cNvSpPr/>
            <p:nvPr/>
          </p:nvSpPr>
          <p:spPr>
            <a:xfrm>
              <a:off x="3206336" y="89767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4" name="Google Shape;3314;p87"/>
            <p:cNvSpPr/>
            <p:nvPr/>
          </p:nvSpPr>
          <p:spPr>
            <a:xfrm>
              <a:off x="3206336" y="838850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5" name="Google Shape;3315;p87"/>
            <p:cNvSpPr txBox="1"/>
            <p:nvPr/>
          </p:nvSpPr>
          <p:spPr>
            <a:xfrm>
              <a:off x="3342376" y="910865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Pricebooks</a:t>
              </a:r>
              <a:endParaRPr sz="800">
                <a:latin typeface="Salesforce Sans"/>
                <a:ea typeface="Salesforce Sans"/>
                <a:cs typeface="Salesforce Sans"/>
                <a:sym typeface="Salesforce Sans"/>
              </a:endParaRPr>
            </a:p>
          </p:txBody>
        </p:sp>
        <p:sp>
          <p:nvSpPr>
            <p:cNvPr id="3316" name="Google Shape;3316;p87"/>
            <p:cNvSpPr/>
            <p:nvPr/>
          </p:nvSpPr>
          <p:spPr>
            <a:xfrm>
              <a:off x="3206336" y="91272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17" name="Google Shape;3317;p87"/>
            <p:cNvSpPr txBox="1"/>
            <p:nvPr/>
          </p:nvSpPr>
          <p:spPr>
            <a:xfrm>
              <a:off x="3342382" y="97471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Service Quote</a:t>
              </a:r>
              <a:endParaRPr i="0" sz="800" u="none" cap="none" strike="noStrike">
                <a:latin typeface="Salesforce Sans"/>
                <a:ea typeface="Salesforce Sans"/>
                <a:cs typeface="Salesforce Sans"/>
                <a:sym typeface="Salesforce Sans"/>
              </a:endParaRPr>
            </a:p>
          </p:txBody>
        </p:sp>
        <p:sp>
          <p:nvSpPr>
            <p:cNvPr id="3318" name="Google Shape;3318;p87"/>
            <p:cNvSpPr txBox="1"/>
            <p:nvPr/>
          </p:nvSpPr>
          <p:spPr>
            <a:xfrm>
              <a:off x="3342382" y="9895731"/>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3319" name="Google Shape;3319;p87"/>
            <p:cNvSpPr txBox="1"/>
            <p:nvPr/>
          </p:nvSpPr>
          <p:spPr>
            <a:xfrm>
              <a:off x="3342382" y="10046937"/>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Record</a:t>
              </a:r>
              <a:endParaRPr i="0" sz="800" u="none" cap="none" strike="noStrike">
                <a:latin typeface="Salesforce Sans"/>
                <a:ea typeface="Salesforce Sans"/>
                <a:cs typeface="Salesforce Sans"/>
                <a:sym typeface="Salesforce Sans"/>
              </a:endParaRPr>
            </a:p>
          </p:txBody>
        </p:sp>
        <p:sp>
          <p:nvSpPr>
            <p:cNvPr id="3320" name="Google Shape;3320;p87"/>
            <p:cNvSpPr/>
            <p:nvPr/>
          </p:nvSpPr>
          <p:spPr>
            <a:xfrm>
              <a:off x="3206336" y="97657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1" name="Google Shape;3321;p87"/>
            <p:cNvSpPr/>
            <p:nvPr/>
          </p:nvSpPr>
          <p:spPr>
            <a:xfrm>
              <a:off x="3206336" y="99143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22" name="Google Shape;3322;p87"/>
            <p:cNvSpPr/>
            <p:nvPr/>
          </p:nvSpPr>
          <p:spPr>
            <a:xfrm>
              <a:off x="3206336" y="100655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3" name="Google Shape;3323;p87"/>
            <p:cNvSpPr txBox="1"/>
            <p:nvPr/>
          </p:nvSpPr>
          <p:spPr>
            <a:xfrm>
              <a:off x="3342376" y="92685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Products</a:t>
              </a:r>
              <a:endParaRPr i="0" sz="800" u="none" cap="none" strike="noStrike">
                <a:latin typeface="Salesforce Sans"/>
                <a:ea typeface="Salesforce Sans"/>
                <a:cs typeface="Salesforce Sans"/>
                <a:sym typeface="Salesforce Sans"/>
              </a:endParaRPr>
            </a:p>
          </p:txBody>
        </p:sp>
        <p:sp>
          <p:nvSpPr>
            <p:cNvPr id="3324" name="Google Shape;3324;p87"/>
            <p:cNvSpPr txBox="1"/>
            <p:nvPr/>
          </p:nvSpPr>
          <p:spPr>
            <a:xfrm>
              <a:off x="3342376" y="941971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3325" name="Google Shape;3325;p87"/>
            <p:cNvSpPr txBox="1"/>
            <p:nvPr/>
          </p:nvSpPr>
          <p:spPr>
            <a:xfrm>
              <a:off x="3342382" y="955950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i="0" sz="800" u="none" cap="none" strike="noStrike">
                <a:latin typeface="Salesforce Sans"/>
                <a:ea typeface="Salesforce Sans"/>
                <a:cs typeface="Salesforce Sans"/>
                <a:sym typeface="Salesforce Sans"/>
              </a:endParaRPr>
            </a:p>
          </p:txBody>
        </p:sp>
        <p:sp>
          <p:nvSpPr>
            <p:cNvPr id="3326" name="Google Shape;3326;p87"/>
            <p:cNvSpPr/>
            <p:nvPr/>
          </p:nvSpPr>
          <p:spPr>
            <a:xfrm>
              <a:off x="3206336" y="92871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27" name="Google Shape;3327;p87"/>
            <p:cNvSpPr/>
            <p:nvPr/>
          </p:nvSpPr>
          <p:spPr>
            <a:xfrm>
              <a:off x="3206336" y="94383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8" name="Google Shape;3328;p87"/>
            <p:cNvSpPr/>
            <p:nvPr/>
          </p:nvSpPr>
          <p:spPr>
            <a:xfrm>
              <a:off x="3206336" y="95781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9" name="Google Shape;3329;p87"/>
            <p:cNvSpPr txBox="1"/>
            <p:nvPr/>
          </p:nvSpPr>
          <p:spPr>
            <a:xfrm>
              <a:off x="3342376" y="68213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Products and Parts</a:t>
              </a:r>
              <a:endParaRPr i="0" sz="800" u="none" cap="none" strike="noStrike">
                <a:latin typeface="Salesforce Sans"/>
                <a:ea typeface="Salesforce Sans"/>
                <a:cs typeface="Salesforce Sans"/>
                <a:sym typeface="Salesforce Sans"/>
              </a:endParaRPr>
            </a:p>
          </p:txBody>
        </p:sp>
        <p:sp>
          <p:nvSpPr>
            <p:cNvPr id="3330" name="Google Shape;3330;p87"/>
            <p:cNvSpPr txBox="1"/>
            <p:nvPr/>
          </p:nvSpPr>
          <p:spPr>
            <a:xfrm>
              <a:off x="3342375" y="69699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Dealers for Products</a:t>
              </a:r>
              <a:endParaRPr sz="800">
                <a:latin typeface="Salesforce Sans"/>
                <a:ea typeface="Salesforce Sans"/>
                <a:cs typeface="Salesforce Sans"/>
                <a:sym typeface="Salesforce Sans"/>
              </a:endParaRPr>
            </a:p>
          </p:txBody>
        </p:sp>
        <p:sp>
          <p:nvSpPr>
            <p:cNvPr id="3331" name="Google Shape;3331;p87"/>
            <p:cNvSpPr txBox="1"/>
            <p:nvPr/>
          </p:nvSpPr>
          <p:spPr>
            <a:xfrm>
              <a:off x="3342374" y="71211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 with Products and Preferred Seller</a:t>
              </a:r>
              <a:endParaRPr i="0" sz="800" u="none" cap="none" strike="noStrike">
                <a:latin typeface="Salesforce Sans"/>
                <a:ea typeface="Salesforce Sans"/>
                <a:cs typeface="Salesforce Sans"/>
                <a:sym typeface="Salesforce Sans"/>
              </a:endParaRPr>
            </a:p>
          </p:txBody>
        </p:sp>
        <p:sp>
          <p:nvSpPr>
            <p:cNvPr id="3332" name="Google Shape;3332;p87"/>
            <p:cNvSpPr txBox="1"/>
            <p:nvPr/>
          </p:nvSpPr>
          <p:spPr>
            <a:xfrm>
              <a:off x="3342376" y="7260946"/>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Create Asset Appraisal</a:t>
              </a:r>
              <a:endParaRPr i="0" sz="800" u="none" cap="none" strike="noStrike">
                <a:latin typeface="Salesforce Sans"/>
                <a:ea typeface="Salesforce Sans"/>
                <a:cs typeface="Salesforce Sans"/>
                <a:sym typeface="Salesforce Sans"/>
              </a:endParaRPr>
            </a:p>
          </p:txBody>
        </p:sp>
        <p:sp>
          <p:nvSpPr>
            <p:cNvPr id="3333" name="Google Shape;3333;p87"/>
            <p:cNvSpPr/>
            <p:nvPr/>
          </p:nvSpPr>
          <p:spPr>
            <a:xfrm>
              <a:off x="3206336" y="683994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4" name="Google Shape;3334;p87"/>
            <p:cNvSpPr/>
            <p:nvPr/>
          </p:nvSpPr>
          <p:spPr>
            <a:xfrm>
              <a:off x="3206336" y="698855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35" name="Google Shape;3335;p87"/>
            <p:cNvSpPr/>
            <p:nvPr/>
          </p:nvSpPr>
          <p:spPr>
            <a:xfrm>
              <a:off x="3206336" y="7139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6" name="Google Shape;3336;p87"/>
            <p:cNvSpPr/>
            <p:nvPr/>
          </p:nvSpPr>
          <p:spPr>
            <a:xfrm>
              <a:off x="3206336" y="72795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7" name="Google Shape;3337;p87"/>
            <p:cNvSpPr txBox="1"/>
            <p:nvPr/>
          </p:nvSpPr>
          <p:spPr>
            <a:xfrm>
              <a:off x="3342376" y="74463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Payouts Periods for Member</a:t>
              </a:r>
              <a:endParaRPr i="0" sz="800" u="none" cap="none" strike="noStrike">
                <a:latin typeface="Salesforce Sans"/>
                <a:ea typeface="Salesforce Sans"/>
                <a:cs typeface="Salesforce Sans"/>
                <a:sym typeface="Salesforce Sans"/>
              </a:endParaRPr>
            </a:p>
          </p:txBody>
        </p:sp>
        <p:sp>
          <p:nvSpPr>
            <p:cNvPr id="3338" name="Google Shape;3338;p87"/>
            <p:cNvSpPr txBox="1"/>
            <p:nvPr/>
          </p:nvSpPr>
          <p:spPr>
            <a:xfrm>
              <a:off x="3342375" y="7594981"/>
              <a:ext cx="26583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Program Member Summary per Payout Period</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39" name="Google Shape;3339;p87"/>
            <p:cNvSpPr txBox="1"/>
            <p:nvPr/>
          </p:nvSpPr>
          <p:spPr>
            <a:xfrm>
              <a:off x="3342375" y="774360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Rebate Tpe Payout Sources for Member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40" name="Google Shape;3340;p87"/>
            <p:cNvSpPr txBox="1"/>
            <p:nvPr/>
          </p:nvSpPr>
          <p:spPr>
            <a:xfrm>
              <a:off x="3342375" y="7894806"/>
              <a:ext cx="2740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Type Payout Source Summary</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41" name="Google Shape;3341;p87"/>
            <p:cNvSpPr txBox="1"/>
            <p:nvPr/>
          </p:nvSpPr>
          <p:spPr>
            <a:xfrm>
              <a:off x="3342376" y="8034587"/>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Aggregate Sources for Member</a:t>
              </a:r>
              <a:endParaRPr i="0" sz="800" u="none" cap="none" strike="noStrike">
                <a:latin typeface="Salesforce Sans"/>
                <a:ea typeface="Salesforce Sans"/>
                <a:cs typeface="Salesforce Sans"/>
                <a:sym typeface="Salesforce Sans"/>
              </a:endParaRPr>
            </a:p>
          </p:txBody>
        </p:sp>
        <p:sp>
          <p:nvSpPr>
            <p:cNvPr id="3342" name="Google Shape;3342;p87"/>
            <p:cNvSpPr/>
            <p:nvPr/>
          </p:nvSpPr>
          <p:spPr>
            <a:xfrm>
              <a:off x="3206336" y="76135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3" name="Google Shape;3343;p87"/>
            <p:cNvSpPr/>
            <p:nvPr/>
          </p:nvSpPr>
          <p:spPr>
            <a:xfrm>
              <a:off x="3206336" y="77621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44" name="Google Shape;3344;p87"/>
            <p:cNvSpPr/>
            <p:nvPr/>
          </p:nvSpPr>
          <p:spPr>
            <a:xfrm>
              <a:off x="3206336" y="791340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5" name="Google Shape;3345;p87"/>
            <p:cNvSpPr/>
            <p:nvPr/>
          </p:nvSpPr>
          <p:spPr>
            <a:xfrm>
              <a:off x="3206336" y="80531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6" name="Google Shape;3346;p87"/>
            <p:cNvSpPr/>
            <p:nvPr/>
          </p:nvSpPr>
          <p:spPr>
            <a:xfrm>
              <a:off x="3206336" y="74649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7" name="Google Shape;3347;p87"/>
            <p:cNvSpPr txBox="1"/>
            <p:nvPr/>
          </p:nvSpPr>
          <p:spPr>
            <a:xfrm>
              <a:off x="3342376" y="818512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Aggregate Summary</a:t>
              </a:r>
              <a:endParaRPr sz="800">
                <a:latin typeface="Salesforce Sans"/>
                <a:ea typeface="Salesforce Sans"/>
                <a:cs typeface="Salesforce Sans"/>
                <a:sym typeface="Salesforce Sans"/>
              </a:endParaRPr>
            </a:p>
          </p:txBody>
        </p:sp>
        <p:sp>
          <p:nvSpPr>
            <p:cNvPr id="3348" name="Google Shape;3348;p87"/>
            <p:cNvSpPr/>
            <p:nvPr/>
          </p:nvSpPr>
          <p:spPr>
            <a:xfrm>
              <a:off x="3206336" y="820374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grpSp>
        <p:nvGrpSpPr>
          <p:cNvPr id="3349" name="Google Shape;3349;p87"/>
          <p:cNvGrpSpPr/>
          <p:nvPr/>
        </p:nvGrpSpPr>
        <p:grpSpPr>
          <a:xfrm>
            <a:off x="7008236" y="1113234"/>
            <a:ext cx="5884964" cy="9158403"/>
            <a:chOff x="6814436" y="1418034"/>
            <a:chExt cx="5884964" cy="9158403"/>
          </a:xfrm>
        </p:grpSpPr>
        <p:sp>
          <p:nvSpPr>
            <p:cNvPr id="3350" name="Google Shape;3350;p87"/>
            <p:cNvSpPr txBox="1"/>
            <p:nvPr/>
          </p:nvSpPr>
          <p:spPr>
            <a:xfrm>
              <a:off x="8014197" y="410943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Sales, Inventory &amp; Operations Planning (SIOP)</a:t>
              </a:r>
              <a:endParaRPr b="1" i="0" sz="900" u="none" cap="none" strike="noStrike">
                <a:solidFill>
                  <a:srgbClr val="086AFE"/>
                </a:solidFill>
                <a:latin typeface="Salesforce Sans"/>
                <a:ea typeface="Salesforce Sans"/>
                <a:cs typeface="Salesforce Sans"/>
                <a:sym typeface="Salesforce Sans"/>
              </a:endParaRPr>
            </a:p>
          </p:txBody>
        </p:sp>
        <p:sp>
          <p:nvSpPr>
            <p:cNvPr id="3351" name="Google Shape;3351;p87"/>
            <p:cNvSpPr txBox="1"/>
            <p:nvPr/>
          </p:nvSpPr>
          <p:spPr>
            <a:xfrm>
              <a:off x="8014197" y="4896735"/>
              <a:ext cx="8766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Returns, Warranty &amp; Payment Processing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352" name="Google Shape;3352;p87"/>
            <p:cNvSpPr txBox="1"/>
            <p:nvPr/>
          </p:nvSpPr>
          <p:spPr>
            <a:xfrm>
              <a:off x="8014197" y="5544395"/>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Performance &amp; Compliance </a:t>
              </a:r>
              <a:endParaRPr b="1" i="0" sz="900" u="none" cap="none" strike="noStrike">
                <a:solidFill>
                  <a:srgbClr val="086AFE"/>
                </a:solidFill>
                <a:latin typeface="Salesforce Sans"/>
                <a:ea typeface="Salesforce Sans"/>
                <a:cs typeface="Salesforce Sans"/>
                <a:sym typeface="Salesforce Sans"/>
              </a:endParaRPr>
            </a:p>
          </p:txBody>
        </p:sp>
        <p:sp>
          <p:nvSpPr>
            <p:cNvPr id="3353" name="Google Shape;3353;p87"/>
            <p:cNvSpPr txBox="1"/>
            <p:nvPr/>
          </p:nvSpPr>
          <p:spPr>
            <a:xfrm>
              <a:off x="8014197" y="68421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Contract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Mgmt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354" name="Google Shape;3354;p87"/>
            <p:cNvSpPr txBox="1"/>
            <p:nvPr/>
          </p:nvSpPr>
          <p:spPr>
            <a:xfrm>
              <a:off x="8014197" y="73529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Inventory &amp; Shelf Life Management </a:t>
              </a:r>
              <a:endParaRPr b="1" i="0" sz="900" u="none" cap="none" strike="noStrike">
                <a:solidFill>
                  <a:srgbClr val="086AFE"/>
                </a:solidFill>
                <a:latin typeface="Salesforce Sans"/>
                <a:ea typeface="Salesforce Sans"/>
                <a:cs typeface="Salesforce Sans"/>
                <a:sym typeface="Salesforce Sans"/>
              </a:endParaRPr>
            </a:p>
          </p:txBody>
        </p:sp>
        <p:sp>
          <p:nvSpPr>
            <p:cNvPr id="3355" name="Google Shape;3355;p87"/>
            <p:cNvSpPr txBox="1"/>
            <p:nvPr/>
          </p:nvSpPr>
          <p:spPr>
            <a:xfrm>
              <a:off x="8014197" y="6340916"/>
              <a:ext cx="876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Invoice Reconciliation </a:t>
              </a:r>
              <a:endParaRPr b="1" i="0" sz="900" u="none" cap="none" strike="noStrike">
                <a:solidFill>
                  <a:srgbClr val="086AFE"/>
                </a:solidFill>
                <a:latin typeface="Salesforce Sans"/>
                <a:ea typeface="Salesforce Sans"/>
                <a:cs typeface="Salesforce Sans"/>
                <a:sym typeface="Salesforce Sans"/>
              </a:endParaRPr>
            </a:p>
          </p:txBody>
        </p:sp>
        <p:sp>
          <p:nvSpPr>
            <p:cNvPr id="3356" name="Google Shape;3356;p87"/>
            <p:cNvSpPr txBox="1"/>
            <p:nvPr/>
          </p:nvSpPr>
          <p:spPr>
            <a:xfrm>
              <a:off x="8014197" y="330172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Selection &amp; Onboarding </a:t>
              </a:r>
              <a:endParaRPr b="1" i="0" sz="900" u="none" cap="none" strike="noStrike">
                <a:solidFill>
                  <a:srgbClr val="086AFE"/>
                </a:solidFill>
                <a:latin typeface="Salesforce Sans"/>
                <a:ea typeface="Salesforce Sans"/>
                <a:cs typeface="Salesforce Sans"/>
                <a:sym typeface="Salesforce Sans"/>
              </a:endParaRPr>
            </a:p>
          </p:txBody>
        </p:sp>
        <p:sp>
          <p:nvSpPr>
            <p:cNvPr id="3357" name="Google Shape;3357;p87"/>
            <p:cNvSpPr txBox="1"/>
            <p:nvPr/>
          </p:nvSpPr>
          <p:spPr>
            <a:xfrm>
              <a:off x="8014197" y="8382361"/>
              <a:ext cx="8766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support </a:t>
              </a:r>
              <a:endParaRPr b="1" i="0" sz="900" u="none" cap="none" strike="noStrike">
                <a:solidFill>
                  <a:srgbClr val="086AFE"/>
                </a:solidFill>
                <a:latin typeface="Salesforce Sans"/>
                <a:ea typeface="Salesforce Sans"/>
                <a:cs typeface="Salesforce Sans"/>
                <a:sym typeface="Salesforce Sans"/>
              </a:endParaRPr>
            </a:p>
          </p:txBody>
        </p:sp>
        <p:sp>
          <p:nvSpPr>
            <p:cNvPr id="3358" name="Google Shape;3358;p87"/>
            <p:cNvSpPr txBox="1"/>
            <p:nvPr/>
          </p:nvSpPr>
          <p:spPr>
            <a:xfrm>
              <a:off x="8014197" y="2625173"/>
              <a:ext cx="815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Performance </a:t>
              </a:r>
              <a:endParaRPr b="1" i="0" sz="900" u="none" cap="none" strike="noStrike">
                <a:solidFill>
                  <a:srgbClr val="086AFE"/>
                </a:solidFill>
                <a:latin typeface="Salesforce Sans"/>
                <a:ea typeface="Salesforce Sans"/>
                <a:cs typeface="Salesforce Sans"/>
                <a:sym typeface="Salesforce Sans"/>
              </a:endParaRPr>
            </a:p>
          </p:txBody>
        </p:sp>
        <p:sp>
          <p:nvSpPr>
            <p:cNvPr id="3359" name="Google Shape;3359;p87"/>
            <p:cNvSpPr txBox="1"/>
            <p:nvPr/>
          </p:nvSpPr>
          <p:spPr>
            <a:xfrm>
              <a:off x="8014197" y="1977186"/>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Quality &amp; Testing Agent</a:t>
              </a:r>
              <a:endParaRPr b="1" i="0" sz="900" u="none" cap="none" strike="noStrike">
                <a:solidFill>
                  <a:srgbClr val="086AFE"/>
                </a:solidFill>
                <a:latin typeface="Salesforce Sans"/>
                <a:ea typeface="Salesforce Sans"/>
                <a:cs typeface="Salesforce Sans"/>
                <a:sym typeface="Salesforce Sans"/>
              </a:endParaRPr>
            </a:p>
          </p:txBody>
        </p:sp>
        <p:sp>
          <p:nvSpPr>
            <p:cNvPr id="3360" name="Google Shape;3360;p87"/>
            <p:cNvSpPr txBox="1"/>
            <p:nvPr/>
          </p:nvSpPr>
          <p:spPr>
            <a:xfrm>
              <a:off x="8014197" y="2972651"/>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a:t>
              </a:r>
              <a:endParaRPr b="1" i="0" sz="900" u="none" cap="none" strike="noStrike">
                <a:solidFill>
                  <a:srgbClr val="086AFE"/>
                </a:solidFill>
                <a:latin typeface="Salesforce Sans"/>
                <a:ea typeface="Salesforce Sans"/>
                <a:cs typeface="Salesforce Sans"/>
                <a:sym typeface="Salesforce Sans"/>
              </a:endParaRPr>
            </a:p>
          </p:txBody>
        </p:sp>
        <p:sp>
          <p:nvSpPr>
            <p:cNvPr id="3361" name="Google Shape;3361;p87"/>
            <p:cNvSpPr txBox="1"/>
            <p:nvPr/>
          </p:nvSpPr>
          <p:spPr>
            <a:xfrm>
              <a:off x="8014197" y="8946738"/>
              <a:ext cx="815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Planning </a:t>
              </a:r>
              <a:endParaRPr b="1" i="0" sz="900" u="none" cap="none" strike="noStrike">
                <a:solidFill>
                  <a:srgbClr val="086AFE"/>
                </a:solidFill>
                <a:latin typeface="Salesforce Sans"/>
                <a:ea typeface="Salesforce Sans"/>
                <a:cs typeface="Salesforce Sans"/>
                <a:sym typeface="Salesforce Sans"/>
              </a:endParaRPr>
            </a:p>
          </p:txBody>
        </p:sp>
        <p:sp>
          <p:nvSpPr>
            <p:cNvPr id="3362" name="Google Shape;3362;p87"/>
            <p:cNvSpPr txBox="1"/>
            <p:nvPr/>
          </p:nvSpPr>
          <p:spPr>
            <a:xfrm>
              <a:off x="8014197" y="9718968"/>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Support &amp; Excellence </a:t>
              </a:r>
              <a:endParaRPr b="1" i="0" sz="900" u="none" cap="none" strike="noStrike">
                <a:solidFill>
                  <a:srgbClr val="086AFE"/>
                </a:solidFill>
                <a:latin typeface="Salesforce Sans"/>
                <a:ea typeface="Salesforce Sans"/>
                <a:cs typeface="Salesforce Sans"/>
                <a:sym typeface="Salesforce Sans"/>
              </a:endParaRPr>
            </a:p>
          </p:txBody>
        </p:sp>
        <p:sp>
          <p:nvSpPr>
            <p:cNvPr id="3363" name="Google Shape;3363;p87"/>
            <p:cNvSpPr txBox="1"/>
            <p:nvPr/>
          </p:nvSpPr>
          <p:spPr>
            <a:xfrm>
              <a:off x="9356208" y="1615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Work Order</a:t>
              </a:r>
              <a:endParaRPr sz="800">
                <a:latin typeface="Salesforce Sans"/>
                <a:ea typeface="Salesforce Sans"/>
                <a:cs typeface="Salesforce Sans"/>
                <a:sym typeface="Salesforce Sans"/>
              </a:endParaRPr>
            </a:p>
          </p:txBody>
        </p:sp>
        <p:sp>
          <p:nvSpPr>
            <p:cNvPr id="3364" name="Google Shape;3364;p87"/>
            <p:cNvSpPr txBox="1"/>
            <p:nvPr/>
          </p:nvSpPr>
          <p:spPr>
            <a:xfrm>
              <a:off x="9356195" y="1771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a:latin typeface="Salesforce Sans"/>
                <a:ea typeface="Salesforce Sans"/>
                <a:cs typeface="Salesforce Sans"/>
                <a:sym typeface="Salesforce Sans"/>
              </a:endParaRPr>
            </a:p>
          </p:txBody>
        </p:sp>
        <p:sp>
          <p:nvSpPr>
            <p:cNvPr id="3365" name="Google Shape;3365;p87"/>
            <p:cNvSpPr/>
            <p:nvPr/>
          </p:nvSpPr>
          <p:spPr>
            <a:xfrm>
              <a:off x="9220161" y="1789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66" name="Google Shape;3366;p87"/>
            <p:cNvSpPr txBox="1"/>
            <p:nvPr/>
          </p:nvSpPr>
          <p:spPr>
            <a:xfrm>
              <a:off x="6814436" y="1418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367" name="Google Shape;3367;p87"/>
            <p:cNvSpPr txBox="1"/>
            <p:nvPr/>
          </p:nvSpPr>
          <p:spPr>
            <a:xfrm>
              <a:off x="8014204" y="1418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368" name="Google Shape;3368;p87"/>
            <p:cNvGrpSpPr/>
            <p:nvPr/>
          </p:nvGrpSpPr>
          <p:grpSpPr>
            <a:xfrm>
              <a:off x="6834047" y="1641256"/>
              <a:ext cx="952541" cy="449700"/>
              <a:chOff x="5812280" y="1793656"/>
              <a:chExt cx="952541" cy="449700"/>
            </a:xfrm>
          </p:grpSpPr>
          <p:sp>
            <p:nvSpPr>
              <p:cNvPr id="3369" name="Google Shape;3369;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70" name="Google Shape;3370;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Plant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3371" name="Google Shape;3371;p87"/>
            <p:cNvSpPr txBox="1"/>
            <p:nvPr/>
          </p:nvSpPr>
          <p:spPr>
            <a:xfrm>
              <a:off x="9358037" y="1418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372" name="Google Shape;3372;p87"/>
            <p:cNvSpPr txBox="1"/>
            <p:nvPr/>
          </p:nvSpPr>
          <p:spPr>
            <a:xfrm>
              <a:off x="8014197" y="161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Internal Asset Management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3373" name="Google Shape;3373;p87"/>
            <p:cNvSpPr txBox="1"/>
            <p:nvPr/>
          </p:nvSpPr>
          <p:spPr>
            <a:xfrm>
              <a:off x="9356201" y="55417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 Assessment</a:t>
              </a:r>
              <a:endParaRPr i="0" sz="800" u="none" cap="none" strike="noStrike">
                <a:latin typeface="Salesforce Sans"/>
                <a:ea typeface="Salesforce Sans"/>
                <a:cs typeface="Salesforce Sans"/>
                <a:sym typeface="Salesforce Sans"/>
              </a:endParaRPr>
            </a:p>
          </p:txBody>
        </p:sp>
        <p:sp>
          <p:nvSpPr>
            <p:cNvPr id="3374" name="Google Shape;3374;p87"/>
            <p:cNvSpPr txBox="1"/>
            <p:nvPr/>
          </p:nvSpPr>
          <p:spPr>
            <a:xfrm>
              <a:off x="9356201" y="56903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Scorecard</a:t>
              </a:r>
              <a:endParaRPr i="0" sz="800" u="none" cap="none" strike="noStrike">
                <a:latin typeface="Salesforce Sans"/>
                <a:ea typeface="Salesforce Sans"/>
                <a:cs typeface="Salesforce Sans"/>
                <a:sym typeface="Salesforce Sans"/>
              </a:endParaRPr>
            </a:p>
          </p:txBody>
        </p:sp>
        <p:sp>
          <p:nvSpPr>
            <p:cNvPr id="3375" name="Google Shape;3375;p87"/>
            <p:cNvSpPr txBox="1"/>
            <p:nvPr/>
          </p:nvSpPr>
          <p:spPr>
            <a:xfrm>
              <a:off x="9356200" y="58389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Corrective Action</a:t>
              </a:r>
              <a:endParaRPr sz="800">
                <a:latin typeface="Salesforce Sans"/>
                <a:ea typeface="Salesforce Sans"/>
                <a:cs typeface="Salesforce Sans"/>
                <a:sym typeface="Salesforce Sans"/>
              </a:endParaRPr>
            </a:p>
          </p:txBody>
        </p:sp>
        <p:sp>
          <p:nvSpPr>
            <p:cNvPr id="3376" name="Google Shape;3376;p87"/>
            <p:cNvSpPr txBox="1"/>
            <p:nvPr/>
          </p:nvSpPr>
          <p:spPr>
            <a:xfrm>
              <a:off x="9356201" y="59901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a:t>
              </a:r>
              <a:endParaRPr i="0" sz="800" u="none" cap="none" strike="noStrike">
                <a:latin typeface="Salesforce Sans"/>
                <a:ea typeface="Salesforce Sans"/>
                <a:cs typeface="Salesforce Sans"/>
                <a:sym typeface="Salesforce Sans"/>
              </a:endParaRPr>
            </a:p>
          </p:txBody>
        </p:sp>
        <p:sp>
          <p:nvSpPr>
            <p:cNvPr id="3377" name="Google Shape;3377;p87"/>
            <p:cNvSpPr txBox="1"/>
            <p:nvPr/>
          </p:nvSpPr>
          <p:spPr>
            <a:xfrm>
              <a:off x="9356201" y="61299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Financial Reconciliation</a:t>
              </a:r>
              <a:endParaRPr i="0" sz="800" u="none" cap="none" strike="noStrike">
                <a:latin typeface="Salesforce Sans"/>
                <a:ea typeface="Salesforce Sans"/>
                <a:cs typeface="Salesforce Sans"/>
                <a:sym typeface="Salesforce Sans"/>
              </a:endParaRPr>
            </a:p>
          </p:txBody>
        </p:sp>
        <p:sp>
          <p:nvSpPr>
            <p:cNvPr id="3378" name="Google Shape;3378;p87"/>
            <p:cNvSpPr/>
            <p:nvPr/>
          </p:nvSpPr>
          <p:spPr>
            <a:xfrm>
              <a:off x="9220161" y="57089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79" name="Google Shape;3379;p87"/>
            <p:cNvSpPr/>
            <p:nvPr/>
          </p:nvSpPr>
          <p:spPr>
            <a:xfrm>
              <a:off x="9220161" y="58575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80" name="Google Shape;3380;p87"/>
            <p:cNvSpPr/>
            <p:nvPr/>
          </p:nvSpPr>
          <p:spPr>
            <a:xfrm>
              <a:off x="9220161" y="60087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81" name="Google Shape;3381;p87"/>
            <p:cNvSpPr/>
            <p:nvPr/>
          </p:nvSpPr>
          <p:spPr>
            <a:xfrm>
              <a:off x="9220161" y="61485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82" name="Google Shape;3382;p87"/>
            <p:cNvSpPr/>
            <p:nvPr/>
          </p:nvSpPr>
          <p:spPr>
            <a:xfrm>
              <a:off x="9220161" y="55603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3383" name="Google Shape;3383;p87"/>
            <p:cNvGrpSpPr/>
            <p:nvPr/>
          </p:nvGrpSpPr>
          <p:grpSpPr>
            <a:xfrm>
              <a:off x="6834047" y="3337659"/>
              <a:ext cx="952541" cy="449700"/>
              <a:chOff x="5812280" y="1793656"/>
              <a:chExt cx="952541" cy="449700"/>
            </a:xfrm>
          </p:grpSpPr>
          <p:sp>
            <p:nvSpPr>
              <p:cNvPr id="3384" name="Google Shape;3384;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85" name="Google Shape;3385;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grpSp>
          <p:nvGrpSpPr>
            <p:cNvPr id="3386" name="Google Shape;3386;p87"/>
            <p:cNvGrpSpPr/>
            <p:nvPr/>
          </p:nvGrpSpPr>
          <p:grpSpPr>
            <a:xfrm>
              <a:off x="6834047" y="8972002"/>
              <a:ext cx="952541" cy="449700"/>
              <a:chOff x="5812280" y="1793656"/>
              <a:chExt cx="952541" cy="449700"/>
            </a:xfrm>
          </p:grpSpPr>
          <p:sp>
            <p:nvSpPr>
              <p:cNvPr id="3387" name="Google Shape;3387;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88" name="Google Shape;3388;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3389" name="Google Shape;3389;p87"/>
            <p:cNvSpPr txBox="1"/>
            <p:nvPr/>
          </p:nvSpPr>
          <p:spPr>
            <a:xfrm>
              <a:off x="9356201" y="89491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3390" name="Google Shape;3390;p87"/>
            <p:cNvSpPr txBox="1"/>
            <p:nvPr/>
          </p:nvSpPr>
          <p:spPr>
            <a:xfrm>
              <a:off x="9356201" y="909776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3391" name="Google Shape;3391;p87"/>
            <p:cNvSpPr txBox="1"/>
            <p:nvPr/>
          </p:nvSpPr>
          <p:spPr>
            <a:xfrm>
              <a:off x="9356201" y="9246373"/>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Field Service Scheduling</a:t>
              </a:r>
              <a:endParaRPr i="0" sz="800" u="none" cap="none" strike="noStrike">
                <a:latin typeface="Salesforce Sans"/>
                <a:ea typeface="Salesforce Sans"/>
                <a:cs typeface="Salesforce Sans"/>
                <a:sym typeface="Salesforce Sans"/>
              </a:endParaRPr>
            </a:p>
          </p:txBody>
        </p:sp>
        <p:sp>
          <p:nvSpPr>
            <p:cNvPr id="3392" name="Google Shape;3392;p87"/>
            <p:cNvSpPr txBox="1"/>
            <p:nvPr/>
          </p:nvSpPr>
          <p:spPr>
            <a:xfrm>
              <a:off x="9356201" y="939757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Inventory</a:t>
              </a:r>
              <a:endParaRPr i="0" sz="800" u="none" cap="none" strike="noStrike">
                <a:latin typeface="Salesforce Sans"/>
                <a:ea typeface="Salesforce Sans"/>
                <a:cs typeface="Salesforce Sans"/>
                <a:sym typeface="Salesforce Sans"/>
              </a:endParaRPr>
            </a:p>
          </p:txBody>
        </p:sp>
        <p:sp>
          <p:nvSpPr>
            <p:cNvPr id="3393" name="Google Shape;3393;p87"/>
            <p:cNvSpPr txBox="1"/>
            <p:nvPr/>
          </p:nvSpPr>
          <p:spPr>
            <a:xfrm>
              <a:off x="9356201" y="953736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3394" name="Google Shape;3394;p87"/>
            <p:cNvSpPr/>
            <p:nvPr/>
          </p:nvSpPr>
          <p:spPr>
            <a:xfrm>
              <a:off x="9220161" y="91163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5" name="Google Shape;3395;p87"/>
            <p:cNvSpPr/>
            <p:nvPr/>
          </p:nvSpPr>
          <p:spPr>
            <a:xfrm>
              <a:off x="9220161" y="926497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96" name="Google Shape;3396;p87"/>
            <p:cNvSpPr/>
            <p:nvPr/>
          </p:nvSpPr>
          <p:spPr>
            <a:xfrm>
              <a:off x="9220161" y="94161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7" name="Google Shape;3397;p87"/>
            <p:cNvSpPr/>
            <p:nvPr/>
          </p:nvSpPr>
          <p:spPr>
            <a:xfrm>
              <a:off x="9220161" y="955597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8" name="Google Shape;3398;p87"/>
            <p:cNvSpPr/>
            <p:nvPr/>
          </p:nvSpPr>
          <p:spPr>
            <a:xfrm>
              <a:off x="9220161" y="89677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9" name="Google Shape;3399;p87"/>
            <p:cNvSpPr txBox="1"/>
            <p:nvPr/>
          </p:nvSpPr>
          <p:spPr>
            <a:xfrm>
              <a:off x="9356201" y="828934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3400" name="Google Shape;3400;p87"/>
            <p:cNvSpPr txBox="1"/>
            <p:nvPr/>
          </p:nvSpPr>
          <p:spPr>
            <a:xfrm>
              <a:off x="9356200" y="8437944"/>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Case Resolution</a:t>
              </a:r>
              <a:endParaRPr sz="800">
                <a:latin typeface="Salesforce Sans"/>
                <a:ea typeface="Salesforce Sans"/>
                <a:cs typeface="Salesforce Sans"/>
                <a:sym typeface="Salesforce Sans"/>
              </a:endParaRPr>
            </a:p>
          </p:txBody>
        </p:sp>
        <p:sp>
          <p:nvSpPr>
            <p:cNvPr id="3401" name="Google Shape;3401;p87"/>
            <p:cNvSpPr txBox="1"/>
            <p:nvPr/>
          </p:nvSpPr>
          <p:spPr>
            <a:xfrm>
              <a:off x="9356200" y="85865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a:latin typeface="Salesforce Sans"/>
                <a:ea typeface="Salesforce Sans"/>
                <a:cs typeface="Salesforce Sans"/>
                <a:sym typeface="Salesforce Sans"/>
              </a:endParaRPr>
            </a:p>
          </p:txBody>
        </p:sp>
        <p:sp>
          <p:nvSpPr>
            <p:cNvPr id="3402" name="Google Shape;3402;p87"/>
            <p:cNvSpPr/>
            <p:nvPr/>
          </p:nvSpPr>
          <p:spPr>
            <a:xfrm>
              <a:off x="9220161" y="84565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3" name="Google Shape;3403;p87"/>
            <p:cNvSpPr/>
            <p:nvPr/>
          </p:nvSpPr>
          <p:spPr>
            <a:xfrm>
              <a:off x="9220161" y="86051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04" name="Google Shape;3404;p87"/>
            <p:cNvSpPr txBox="1"/>
            <p:nvPr/>
          </p:nvSpPr>
          <p:spPr>
            <a:xfrm>
              <a:off x="9356200" y="87377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a:latin typeface="Salesforce Sans"/>
                <a:ea typeface="Salesforce Sans"/>
                <a:cs typeface="Salesforce Sans"/>
                <a:sym typeface="Salesforce Sans"/>
              </a:endParaRPr>
            </a:p>
          </p:txBody>
        </p:sp>
        <p:sp>
          <p:nvSpPr>
            <p:cNvPr id="3405" name="Google Shape;3405;p87"/>
            <p:cNvSpPr/>
            <p:nvPr/>
          </p:nvSpPr>
          <p:spPr>
            <a:xfrm>
              <a:off x="9220161" y="87563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6" name="Google Shape;3406;p87"/>
            <p:cNvSpPr/>
            <p:nvPr/>
          </p:nvSpPr>
          <p:spPr>
            <a:xfrm>
              <a:off x="9220161" y="83079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7" name="Google Shape;3407;p87"/>
            <p:cNvSpPr/>
            <p:nvPr/>
          </p:nvSpPr>
          <p:spPr>
            <a:xfrm>
              <a:off x="9220161" y="1634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08" name="Google Shape;3408;p87"/>
            <p:cNvSpPr txBox="1"/>
            <p:nvPr/>
          </p:nvSpPr>
          <p:spPr>
            <a:xfrm>
              <a:off x="9356208" y="1975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Inspection Data Capture</a:t>
              </a:r>
              <a:endParaRPr i="0" sz="800" u="none" cap="none" strike="noStrike">
                <a:latin typeface="Salesforce Sans"/>
                <a:ea typeface="Salesforce Sans"/>
                <a:cs typeface="Salesforce Sans"/>
                <a:sym typeface="Salesforce Sans"/>
              </a:endParaRPr>
            </a:p>
          </p:txBody>
        </p:sp>
        <p:sp>
          <p:nvSpPr>
            <p:cNvPr id="3409" name="Google Shape;3409;p87"/>
            <p:cNvSpPr txBox="1"/>
            <p:nvPr/>
          </p:nvSpPr>
          <p:spPr>
            <a:xfrm>
              <a:off x="9356208" y="21271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Defect Detection</a:t>
              </a:r>
              <a:endParaRPr i="0" sz="800" u="none" cap="none" strike="noStrike">
                <a:latin typeface="Salesforce Sans"/>
                <a:ea typeface="Salesforce Sans"/>
                <a:cs typeface="Salesforce Sans"/>
                <a:sym typeface="Salesforce Sans"/>
              </a:endParaRPr>
            </a:p>
          </p:txBody>
        </p:sp>
        <p:sp>
          <p:nvSpPr>
            <p:cNvPr id="3410" name="Google Shape;3410;p87"/>
            <p:cNvSpPr txBox="1"/>
            <p:nvPr/>
          </p:nvSpPr>
          <p:spPr>
            <a:xfrm>
              <a:off x="9356207" y="226692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Analytics</a:t>
              </a:r>
              <a:endParaRPr sz="800">
                <a:latin typeface="Salesforce Sans"/>
                <a:ea typeface="Salesforce Sans"/>
                <a:cs typeface="Salesforce Sans"/>
                <a:sym typeface="Salesforce Sans"/>
              </a:endParaRPr>
            </a:p>
          </p:txBody>
        </p:sp>
        <p:sp>
          <p:nvSpPr>
            <p:cNvPr id="3411" name="Google Shape;3411;p87"/>
            <p:cNvSpPr/>
            <p:nvPr/>
          </p:nvSpPr>
          <p:spPr>
            <a:xfrm>
              <a:off x="9220161" y="199453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2" name="Google Shape;3412;p87"/>
            <p:cNvSpPr/>
            <p:nvPr/>
          </p:nvSpPr>
          <p:spPr>
            <a:xfrm>
              <a:off x="9220161" y="21457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13" name="Google Shape;3413;p87"/>
            <p:cNvSpPr/>
            <p:nvPr/>
          </p:nvSpPr>
          <p:spPr>
            <a:xfrm>
              <a:off x="9220161" y="2285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14" name="Google Shape;3414;p87"/>
            <p:cNvSpPr txBox="1"/>
            <p:nvPr/>
          </p:nvSpPr>
          <p:spPr>
            <a:xfrm>
              <a:off x="9356208" y="241747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Compliance</a:t>
              </a:r>
              <a:endParaRPr i="0" sz="800" u="none" cap="none" strike="noStrike">
                <a:latin typeface="Salesforce Sans"/>
                <a:ea typeface="Salesforce Sans"/>
                <a:cs typeface="Salesforce Sans"/>
                <a:sym typeface="Salesforce Sans"/>
              </a:endParaRPr>
            </a:p>
          </p:txBody>
        </p:sp>
        <p:sp>
          <p:nvSpPr>
            <p:cNvPr id="3415" name="Google Shape;3415;p87"/>
            <p:cNvSpPr/>
            <p:nvPr/>
          </p:nvSpPr>
          <p:spPr>
            <a:xfrm>
              <a:off x="9220161" y="24360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6" name="Google Shape;3416;p87"/>
            <p:cNvSpPr txBox="1"/>
            <p:nvPr/>
          </p:nvSpPr>
          <p:spPr>
            <a:xfrm>
              <a:off x="9356208" y="26217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Collection</a:t>
              </a:r>
              <a:endParaRPr i="0" sz="800" u="none" cap="none" strike="noStrike">
                <a:latin typeface="Salesforce Sans"/>
                <a:ea typeface="Salesforce Sans"/>
                <a:cs typeface="Salesforce Sans"/>
                <a:sym typeface="Salesforce Sans"/>
              </a:endParaRPr>
            </a:p>
          </p:txBody>
        </p:sp>
        <p:sp>
          <p:nvSpPr>
            <p:cNvPr id="3417" name="Google Shape;3417;p87"/>
            <p:cNvSpPr txBox="1"/>
            <p:nvPr/>
          </p:nvSpPr>
          <p:spPr>
            <a:xfrm>
              <a:off x="9356208" y="27729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3418" name="Google Shape;3418;p87"/>
            <p:cNvSpPr/>
            <p:nvPr/>
          </p:nvSpPr>
          <p:spPr>
            <a:xfrm>
              <a:off x="9220161" y="26403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9" name="Google Shape;3419;p87"/>
            <p:cNvSpPr/>
            <p:nvPr/>
          </p:nvSpPr>
          <p:spPr>
            <a:xfrm>
              <a:off x="9220161" y="279152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20" name="Google Shape;3420;p87"/>
            <p:cNvSpPr txBox="1"/>
            <p:nvPr/>
          </p:nvSpPr>
          <p:spPr>
            <a:xfrm>
              <a:off x="9356208" y="29712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Planning</a:t>
              </a:r>
              <a:endParaRPr i="0" sz="800" u="none" cap="none" strike="noStrike">
                <a:latin typeface="Salesforce Sans"/>
                <a:ea typeface="Salesforce Sans"/>
                <a:cs typeface="Salesforce Sans"/>
                <a:sym typeface="Salesforce Sans"/>
              </a:endParaRPr>
            </a:p>
          </p:txBody>
        </p:sp>
        <p:sp>
          <p:nvSpPr>
            <p:cNvPr id="3421" name="Google Shape;3421;p87"/>
            <p:cNvSpPr txBox="1"/>
            <p:nvPr/>
          </p:nvSpPr>
          <p:spPr>
            <a:xfrm>
              <a:off x="9356208" y="31224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Verification</a:t>
              </a:r>
              <a:endParaRPr i="0" sz="800" u="none" cap="none" strike="noStrike">
                <a:latin typeface="Salesforce Sans"/>
                <a:ea typeface="Salesforce Sans"/>
                <a:cs typeface="Salesforce Sans"/>
                <a:sym typeface="Salesforce Sans"/>
              </a:endParaRPr>
            </a:p>
          </p:txBody>
        </p:sp>
        <p:sp>
          <p:nvSpPr>
            <p:cNvPr id="3422" name="Google Shape;3422;p87"/>
            <p:cNvSpPr/>
            <p:nvPr/>
          </p:nvSpPr>
          <p:spPr>
            <a:xfrm>
              <a:off x="9220161" y="298985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23" name="Google Shape;3423;p87"/>
            <p:cNvSpPr txBox="1"/>
            <p:nvPr/>
          </p:nvSpPr>
          <p:spPr>
            <a:xfrm>
              <a:off x="9356201" y="3309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i="0" sz="800" u="none" cap="none" strike="noStrike">
                <a:latin typeface="Salesforce Sans"/>
                <a:ea typeface="Salesforce Sans"/>
                <a:cs typeface="Salesforce Sans"/>
                <a:sym typeface="Salesforce Sans"/>
              </a:endParaRPr>
            </a:p>
          </p:txBody>
        </p:sp>
        <p:sp>
          <p:nvSpPr>
            <p:cNvPr id="3424" name="Google Shape;3424;p87"/>
            <p:cNvSpPr txBox="1"/>
            <p:nvPr/>
          </p:nvSpPr>
          <p:spPr>
            <a:xfrm>
              <a:off x="9356201" y="3458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i="0" sz="800" u="none" cap="none" strike="noStrike">
                <a:latin typeface="Salesforce Sans"/>
                <a:ea typeface="Salesforce Sans"/>
                <a:cs typeface="Salesforce Sans"/>
                <a:sym typeface="Salesforce Sans"/>
              </a:endParaRPr>
            </a:p>
          </p:txBody>
        </p:sp>
        <p:sp>
          <p:nvSpPr>
            <p:cNvPr id="3425" name="Google Shape;3425;p87"/>
            <p:cNvSpPr txBox="1"/>
            <p:nvPr/>
          </p:nvSpPr>
          <p:spPr>
            <a:xfrm>
              <a:off x="9356200" y="36066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3426" name="Google Shape;3426;p87"/>
            <p:cNvSpPr txBox="1"/>
            <p:nvPr/>
          </p:nvSpPr>
          <p:spPr>
            <a:xfrm>
              <a:off x="9356201" y="37578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Survey</a:t>
              </a:r>
              <a:endParaRPr sz="800">
                <a:latin typeface="Salesforce Sans"/>
                <a:ea typeface="Salesforce Sans"/>
                <a:cs typeface="Salesforce Sans"/>
                <a:sym typeface="Salesforce Sans"/>
              </a:endParaRPr>
            </a:p>
          </p:txBody>
        </p:sp>
        <p:sp>
          <p:nvSpPr>
            <p:cNvPr id="3427" name="Google Shape;3427;p87"/>
            <p:cNvSpPr txBox="1"/>
            <p:nvPr/>
          </p:nvSpPr>
          <p:spPr>
            <a:xfrm>
              <a:off x="9356201" y="38976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i="0" sz="800" u="none" cap="none" strike="noStrike">
                <a:latin typeface="Salesforce Sans"/>
                <a:ea typeface="Salesforce Sans"/>
                <a:cs typeface="Salesforce Sans"/>
                <a:sym typeface="Salesforce Sans"/>
              </a:endParaRPr>
            </a:p>
          </p:txBody>
        </p:sp>
        <p:sp>
          <p:nvSpPr>
            <p:cNvPr id="3428" name="Google Shape;3428;p87"/>
            <p:cNvSpPr/>
            <p:nvPr/>
          </p:nvSpPr>
          <p:spPr>
            <a:xfrm>
              <a:off x="9220161" y="34766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29" name="Google Shape;3429;p87"/>
            <p:cNvSpPr/>
            <p:nvPr/>
          </p:nvSpPr>
          <p:spPr>
            <a:xfrm>
              <a:off x="9220161" y="36252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30" name="Google Shape;3430;p87"/>
            <p:cNvSpPr/>
            <p:nvPr/>
          </p:nvSpPr>
          <p:spPr>
            <a:xfrm>
              <a:off x="9220161" y="37764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1" name="Google Shape;3431;p87"/>
            <p:cNvSpPr/>
            <p:nvPr/>
          </p:nvSpPr>
          <p:spPr>
            <a:xfrm>
              <a:off x="9220161" y="39162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2" name="Google Shape;3432;p87"/>
            <p:cNvSpPr/>
            <p:nvPr/>
          </p:nvSpPr>
          <p:spPr>
            <a:xfrm>
              <a:off x="9220161" y="33280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3" name="Google Shape;3433;p87"/>
            <p:cNvSpPr txBox="1"/>
            <p:nvPr/>
          </p:nvSpPr>
          <p:spPr>
            <a:xfrm>
              <a:off x="9356201" y="410168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Order Intake</a:t>
              </a:r>
              <a:endParaRPr i="0" sz="800" u="none" cap="none" strike="noStrike">
                <a:latin typeface="Salesforce Sans"/>
                <a:ea typeface="Salesforce Sans"/>
                <a:cs typeface="Salesforce Sans"/>
                <a:sym typeface="Salesforce Sans"/>
              </a:endParaRPr>
            </a:p>
          </p:txBody>
        </p:sp>
        <p:sp>
          <p:nvSpPr>
            <p:cNvPr id="3434" name="Google Shape;3434;p87"/>
            <p:cNvSpPr txBox="1"/>
            <p:nvPr/>
          </p:nvSpPr>
          <p:spPr>
            <a:xfrm>
              <a:off x="9356201" y="425029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3435" name="Google Shape;3435;p87"/>
            <p:cNvSpPr txBox="1"/>
            <p:nvPr/>
          </p:nvSpPr>
          <p:spPr>
            <a:xfrm>
              <a:off x="9356200" y="4398913"/>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Supply Plan Optimizer</a:t>
              </a:r>
              <a:endParaRPr sz="800">
                <a:latin typeface="Salesforce Sans"/>
                <a:ea typeface="Salesforce Sans"/>
                <a:cs typeface="Salesforce Sans"/>
                <a:sym typeface="Salesforce Sans"/>
              </a:endParaRPr>
            </a:p>
          </p:txBody>
        </p:sp>
        <p:sp>
          <p:nvSpPr>
            <p:cNvPr id="3436" name="Google Shape;3436;p87"/>
            <p:cNvSpPr txBox="1"/>
            <p:nvPr/>
          </p:nvSpPr>
          <p:spPr>
            <a:xfrm>
              <a:off x="9356201" y="45501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SIOP Scenario Simulator</a:t>
              </a:r>
              <a:endParaRPr i="0" sz="800" u="none" cap="none" strike="noStrike">
                <a:latin typeface="Salesforce Sans"/>
                <a:ea typeface="Salesforce Sans"/>
                <a:cs typeface="Salesforce Sans"/>
                <a:sym typeface="Salesforce Sans"/>
              </a:endParaRPr>
            </a:p>
          </p:txBody>
        </p:sp>
        <p:sp>
          <p:nvSpPr>
            <p:cNvPr id="3437" name="Google Shape;3437;p87"/>
            <p:cNvSpPr txBox="1"/>
            <p:nvPr/>
          </p:nvSpPr>
          <p:spPr>
            <a:xfrm>
              <a:off x="9356201" y="4689893"/>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Balancer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38" name="Google Shape;3438;p87"/>
            <p:cNvSpPr/>
            <p:nvPr/>
          </p:nvSpPr>
          <p:spPr>
            <a:xfrm>
              <a:off x="9220161" y="4268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9" name="Google Shape;3439;p87"/>
            <p:cNvSpPr/>
            <p:nvPr/>
          </p:nvSpPr>
          <p:spPr>
            <a:xfrm>
              <a:off x="9220161" y="44175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40" name="Google Shape;3440;p87"/>
            <p:cNvSpPr/>
            <p:nvPr/>
          </p:nvSpPr>
          <p:spPr>
            <a:xfrm>
              <a:off x="9220161" y="4708504"/>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1" name="Google Shape;3441;p87"/>
            <p:cNvSpPr/>
            <p:nvPr/>
          </p:nvSpPr>
          <p:spPr>
            <a:xfrm>
              <a:off x="9220161" y="41202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2" name="Google Shape;3442;p87"/>
            <p:cNvSpPr txBox="1"/>
            <p:nvPr/>
          </p:nvSpPr>
          <p:spPr>
            <a:xfrm>
              <a:off x="9356201" y="489131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3443" name="Google Shape;3443;p87"/>
            <p:cNvSpPr txBox="1"/>
            <p:nvPr/>
          </p:nvSpPr>
          <p:spPr>
            <a:xfrm>
              <a:off x="9356201" y="503992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 Status Inquiry</a:t>
              </a:r>
              <a:endParaRPr i="0" sz="800" u="none" cap="none" strike="noStrike">
                <a:latin typeface="Salesforce Sans"/>
                <a:ea typeface="Salesforce Sans"/>
                <a:cs typeface="Salesforce Sans"/>
                <a:sym typeface="Salesforce Sans"/>
              </a:endParaRPr>
            </a:p>
          </p:txBody>
        </p:sp>
        <p:sp>
          <p:nvSpPr>
            <p:cNvPr id="3444" name="Google Shape;3444;p87"/>
            <p:cNvSpPr txBox="1"/>
            <p:nvPr/>
          </p:nvSpPr>
          <p:spPr>
            <a:xfrm>
              <a:off x="9356200" y="518853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Claims Validity Check</a:t>
              </a:r>
              <a:endParaRPr sz="800">
                <a:latin typeface="Salesforce Sans"/>
                <a:ea typeface="Salesforce Sans"/>
                <a:cs typeface="Salesforce Sans"/>
                <a:sym typeface="Salesforce Sans"/>
              </a:endParaRPr>
            </a:p>
          </p:txBody>
        </p:sp>
        <p:sp>
          <p:nvSpPr>
            <p:cNvPr id="3445" name="Google Shape;3445;p87"/>
            <p:cNvSpPr txBox="1"/>
            <p:nvPr/>
          </p:nvSpPr>
          <p:spPr>
            <a:xfrm>
              <a:off x="9356201" y="533973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a:t>
              </a:r>
              <a:endParaRPr i="0" sz="800" u="none" cap="none" strike="noStrike">
                <a:latin typeface="Salesforce Sans"/>
                <a:ea typeface="Salesforce Sans"/>
                <a:cs typeface="Salesforce Sans"/>
                <a:sym typeface="Salesforce Sans"/>
              </a:endParaRPr>
            </a:p>
          </p:txBody>
        </p:sp>
        <p:sp>
          <p:nvSpPr>
            <p:cNvPr id="3446" name="Google Shape;3446;p87"/>
            <p:cNvSpPr/>
            <p:nvPr/>
          </p:nvSpPr>
          <p:spPr>
            <a:xfrm>
              <a:off x="9220161" y="505852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7" name="Google Shape;3447;p87"/>
            <p:cNvSpPr/>
            <p:nvPr/>
          </p:nvSpPr>
          <p:spPr>
            <a:xfrm>
              <a:off x="9220161" y="520713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48" name="Google Shape;3448;p87"/>
            <p:cNvSpPr/>
            <p:nvPr/>
          </p:nvSpPr>
          <p:spPr>
            <a:xfrm>
              <a:off x="9220161" y="53583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9" name="Google Shape;3449;p87"/>
            <p:cNvSpPr/>
            <p:nvPr/>
          </p:nvSpPr>
          <p:spPr>
            <a:xfrm>
              <a:off x="9220161" y="49099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0" name="Google Shape;3450;p87"/>
            <p:cNvSpPr txBox="1"/>
            <p:nvPr/>
          </p:nvSpPr>
          <p:spPr>
            <a:xfrm>
              <a:off x="9356201" y="63364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Term Exception Approval</a:t>
              </a:r>
              <a:endParaRPr i="0" sz="800" u="none" cap="none" strike="noStrike">
                <a:latin typeface="Salesforce Sans"/>
                <a:ea typeface="Salesforce Sans"/>
                <a:cs typeface="Salesforce Sans"/>
                <a:sym typeface="Salesforce Sans"/>
              </a:endParaRPr>
            </a:p>
          </p:txBody>
        </p:sp>
        <p:sp>
          <p:nvSpPr>
            <p:cNvPr id="3451" name="Google Shape;3451;p87"/>
            <p:cNvSpPr txBox="1"/>
            <p:nvPr/>
          </p:nvSpPr>
          <p:spPr>
            <a:xfrm>
              <a:off x="9356200" y="64850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 Exception Approval</a:t>
              </a:r>
              <a:endParaRPr sz="800">
                <a:latin typeface="Salesforce Sans"/>
                <a:ea typeface="Salesforce Sans"/>
                <a:cs typeface="Salesforce Sans"/>
                <a:sym typeface="Salesforce Sans"/>
              </a:endParaRPr>
            </a:p>
          </p:txBody>
        </p:sp>
        <p:sp>
          <p:nvSpPr>
            <p:cNvPr id="3452" name="Google Shape;3452;p87"/>
            <p:cNvSpPr txBox="1"/>
            <p:nvPr/>
          </p:nvSpPr>
          <p:spPr>
            <a:xfrm>
              <a:off x="9356199" y="66362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Communication</a:t>
              </a:r>
              <a:endParaRPr i="0" sz="800" u="none" cap="none" strike="noStrike">
                <a:latin typeface="Salesforce Sans"/>
                <a:ea typeface="Salesforce Sans"/>
                <a:cs typeface="Salesforce Sans"/>
                <a:sym typeface="Salesforce Sans"/>
              </a:endParaRPr>
            </a:p>
          </p:txBody>
        </p:sp>
        <p:sp>
          <p:nvSpPr>
            <p:cNvPr id="3453" name="Google Shape;3453;p87"/>
            <p:cNvSpPr/>
            <p:nvPr/>
          </p:nvSpPr>
          <p:spPr>
            <a:xfrm>
              <a:off x="9220161" y="63550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4" name="Google Shape;3454;p87"/>
            <p:cNvSpPr/>
            <p:nvPr/>
          </p:nvSpPr>
          <p:spPr>
            <a:xfrm>
              <a:off x="9220161" y="65036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55" name="Google Shape;3455;p87"/>
            <p:cNvSpPr/>
            <p:nvPr/>
          </p:nvSpPr>
          <p:spPr>
            <a:xfrm>
              <a:off x="9220161" y="66548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6" name="Google Shape;3456;p87"/>
            <p:cNvSpPr txBox="1"/>
            <p:nvPr/>
          </p:nvSpPr>
          <p:spPr>
            <a:xfrm>
              <a:off x="9356201" y="6842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3457" name="Google Shape;3457;p87"/>
            <p:cNvSpPr txBox="1"/>
            <p:nvPr/>
          </p:nvSpPr>
          <p:spPr>
            <a:xfrm>
              <a:off x="9356200" y="6991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Risk Analyzer</a:t>
              </a:r>
              <a:endParaRPr sz="800">
                <a:latin typeface="Salesforce Sans"/>
                <a:ea typeface="Salesforce Sans"/>
                <a:cs typeface="Salesforce Sans"/>
                <a:sym typeface="Salesforce Sans"/>
              </a:endParaRPr>
            </a:p>
          </p:txBody>
        </p:sp>
        <p:sp>
          <p:nvSpPr>
            <p:cNvPr id="3458" name="Google Shape;3458;p87"/>
            <p:cNvSpPr txBox="1"/>
            <p:nvPr/>
          </p:nvSpPr>
          <p:spPr>
            <a:xfrm>
              <a:off x="9356199" y="71425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Renewal Alert</a:t>
              </a:r>
              <a:endParaRPr i="0" sz="800" u="none" cap="none" strike="noStrike">
                <a:latin typeface="Salesforce Sans"/>
                <a:ea typeface="Salesforce Sans"/>
                <a:cs typeface="Salesforce Sans"/>
                <a:sym typeface="Salesforce Sans"/>
              </a:endParaRPr>
            </a:p>
          </p:txBody>
        </p:sp>
        <p:sp>
          <p:nvSpPr>
            <p:cNvPr id="3459" name="Google Shape;3459;p87"/>
            <p:cNvSpPr/>
            <p:nvPr/>
          </p:nvSpPr>
          <p:spPr>
            <a:xfrm>
              <a:off x="9220161" y="6861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0" name="Google Shape;3460;p87"/>
            <p:cNvSpPr/>
            <p:nvPr/>
          </p:nvSpPr>
          <p:spPr>
            <a:xfrm>
              <a:off x="9220161" y="7009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61" name="Google Shape;3461;p87"/>
            <p:cNvSpPr/>
            <p:nvPr/>
          </p:nvSpPr>
          <p:spPr>
            <a:xfrm>
              <a:off x="9220161" y="71611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2" name="Google Shape;3462;p87"/>
            <p:cNvSpPr txBox="1"/>
            <p:nvPr/>
          </p:nvSpPr>
          <p:spPr>
            <a:xfrm>
              <a:off x="9356201" y="7340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Search Criteria and Results</a:t>
              </a:r>
              <a:endParaRPr i="0" sz="800" u="none" cap="none" strike="noStrike">
                <a:latin typeface="Salesforce Sans"/>
                <a:ea typeface="Salesforce Sans"/>
                <a:cs typeface="Salesforce Sans"/>
                <a:sym typeface="Salesforce Sans"/>
              </a:endParaRPr>
            </a:p>
          </p:txBody>
        </p:sp>
        <p:sp>
          <p:nvSpPr>
            <p:cNvPr id="3463" name="Google Shape;3463;p87"/>
            <p:cNvSpPr txBox="1"/>
            <p:nvPr/>
          </p:nvSpPr>
          <p:spPr>
            <a:xfrm>
              <a:off x="9356200" y="7489006"/>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Inventory Details</a:t>
              </a:r>
              <a:endParaRPr sz="800">
                <a:latin typeface="Salesforce Sans"/>
                <a:ea typeface="Salesforce Sans"/>
                <a:cs typeface="Salesforce Sans"/>
                <a:sym typeface="Salesforce Sans"/>
              </a:endParaRPr>
            </a:p>
          </p:txBody>
        </p:sp>
        <p:sp>
          <p:nvSpPr>
            <p:cNvPr id="3464" name="Google Shape;3464;p87"/>
            <p:cNvSpPr txBox="1"/>
            <p:nvPr/>
          </p:nvSpPr>
          <p:spPr>
            <a:xfrm>
              <a:off x="9356200" y="763763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Product Request</a:t>
              </a:r>
              <a:endParaRPr sz="800">
                <a:latin typeface="Salesforce Sans"/>
                <a:ea typeface="Salesforce Sans"/>
                <a:cs typeface="Salesforce Sans"/>
                <a:sym typeface="Salesforce Sans"/>
              </a:endParaRPr>
            </a:p>
          </p:txBody>
        </p:sp>
        <p:sp>
          <p:nvSpPr>
            <p:cNvPr id="3465" name="Google Shape;3465;p87"/>
            <p:cNvSpPr txBox="1"/>
            <p:nvPr/>
          </p:nvSpPr>
          <p:spPr>
            <a:xfrm>
              <a:off x="9356201" y="7928612"/>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Material Recept &amp; Quality</a:t>
              </a:r>
              <a:endParaRPr i="0" sz="800" u="none" cap="none" strike="noStrike">
                <a:latin typeface="Salesforce Sans"/>
                <a:ea typeface="Salesforce Sans"/>
                <a:cs typeface="Salesforce Sans"/>
                <a:sym typeface="Salesforce Sans"/>
              </a:endParaRPr>
            </a:p>
          </p:txBody>
        </p:sp>
        <p:sp>
          <p:nvSpPr>
            <p:cNvPr id="3466" name="Google Shape;3466;p87"/>
            <p:cNvSpPr/>
            <p:nvPr/>
          </p:nvSpPr>
          <p:spPr>
            <a:xfrm>
              <a:off x="9220161" y="75076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7" name="Google Shape;3467;p87"/>
            <p:cNvSpPr txBox="1"/>
            <p:nvPr/>
          </p:nvSpPr>
          <p:spPr>
            <a:xfrm>
              <a:off x="9356200" y="7788831"/>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Managed Inventory</a:t>
              </a:r>
              <a:endParaRPr sz="800">
                <a:latin typeface="Salesforce Sans"/>
                <a:ea typeface="Salesforce Sans"/>
                <a:cs typeface="Salesforce Sans"/>
                <a:sym typeface="Salesforce Sans"/>
              </a:endParaRPr>
            </a:p>
          </p:txBody>
        </p:sp>
        <p:sp>
          <p:nvSpPr>
            <p:cNvPr id="3468" name="Google Shape;3468;p87"/>
            <p:cNvSpPr/>
            <p:nvPr/>
          </p:nvSpPr>
          <p:spPr>
            <a:xfrm>
              <a:off x="9220161" y="765622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69" name="Google Shape;3469;p87"/>
            <p:cNvSpPr/>
            <p:nvPr/>
          </p:nvSpPr>
          <p:spPr>
            <a:xfrm>
              <a:off x="9220161" y="780743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0" name="Google Shape;3470;p87"/>
            <p:cNvSpPr/>
            <p:nvPr/>
          </p:nvSpPr>
          <p:spPr>
            <a:xfrm>
              <a:off x="9220161" y="7947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1" name="Google Shape;3471;p87"/>
            <p:cNvSpPr/>
            <p:nvPr/>
          </p:nvSpPr>
          <p:spPr>
            <a:xfrm>
              <a:off x="9220161" y="73590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2" name="Google Shape;3472;p87"/>
            <p:cNvSpPr txBox="1"/>
            <p:nvPr/>
          </p:nvSpPr>
          <p:spPr>
            <a:xfrm>
              <a:off x="9356201" y="807915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Shelf Life Extension</a:t>
              </a:r>
              <a:endParaRPr sz="800">
                <a:latin typeface="Salesforce Sans"/>
                <a:ea typeface="Salesforce Sans"/>
                <a:cs typeface="Salesforce Sans"/>
                <a:sym typeface="Salesforce Sans"/>
              </a:endParaRPr>
            </a:p>
          </p:txBody>
        </p:sp>
        <p:sp>
          <p:nvSpPr>
            <p:cNvPr id="3473" name="Google Shape;3473;p87"/>
            <p:cNvSpPr/>
            <p:nvPr/>
          </p:nvSpPr>
          <p:spPr>
            <a:xfrm>
              <a:off x="9220161" y="809776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74" name="Google Shape;3474;p87"/>
            <p:cNvSpPr txBox="1"/>
            <p:nvPr/>
          </p:nvSpPr>
          <p:spPr>
            <a:xfrm>
              <a:off x="9356200" y="9742788"/>
              <a:ext cx="3343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a:latin typeface="Salesforce Sans"/>
                <a:ea typeface="Salesforce Sans"/>
                <a:cs typeface="Salesforce Sans"/>
                <a:sym typeface="Salesforce Sans"/>
              </a:endParaRPr>
            </a:p>
          </p:txBody>
        </p:sp>
        <p:sp>
          <p:nvSpPr>
            <p:cNvPr id="3475" name="Google Shape;3475;p87"/>
            <p:cNvSpPr txBox="1"/>
            <p:nvPr/>
          </p:nvSpPr>
          <p:spPr>
            <a:xfrm>
              <a:off x="9356201" y="989140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Diagnostic Support</a:t>
              </a:r>
              <a:endParaRPr i="0" sz="800" u="none" cap="none" strike="noStrike">
                <a:latin typeface="Salesforce Sans"/>
                <a:ea typeface="Salesforce Sans"/>
                <a:cs typeface="Salesforce Sans"/>
                <a:sym typeface="Salesforce Sans"/>
              </a:endParaRPr>
            </a:p>
          </p:txBody>
        </p:sp>
        <p:sp>
          <p:nvSpPr>
            <p:cNvPr id="3476" name="Google Shape;3476;p87"/>
            <p:cNvSpPr txBox="1"/>
            <p:nvPr/>
          </p:nvSpPr>
          <p:spPr>
            <a:xfrm>
              <a:off x="9356200" y="10040013"/>
              <a:ext cx="28080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Appointment Information for Field Service</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800"/>
                <a:buFont typeface="Arial"/>
                <a:buNone/>
              </a:pPr>
              <a:r>
                <a:t/>
              </a:r>
              <a:endParaRPr sz="800">
                <a:latin typeface="Salesforce Sans"/>
                <a:ea typeface="Salesforce Sans"/>
                <a:cs typeface="Salesforce Sans"/>
                <a:sym typeface="Salesforce Sans"/>
              </a:endParaRPr>
            </a:p>
          </p:txBody>
        </p:sp>
        <p:sp>
          <p:nvSpPr>
            <p:cNvPr id="3477" name="Google Shape;3477;p87"/>
            <p:cNvSpPr txBox="1"/>
            <p:nvPr/>
          </p:nvSpPr>
          <p:spPr>
            <a:xfrm>
              <a:off x="9356200" y="10185263"/>
              <a:ext cx="2451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 Time Slots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78" name="Google Shape;3478;p87"/>
            <p:cNvSpPr txBox="1"/>
            <p:nvPr/>
          </p:nvSpPr>
          <p:spPr>
            <a:xfrm>
              <a:off x="9356200" y="10325038"/>
              <a:ext cx="24984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Appointments to Fill Gaps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79" name="Google Shape;3479;p87"/>
            <p:cNvSpPr/>
            <p:nvPr/>
          </p:nvSpPr>
          <p:spPr>
            <a:xfrm>
              <a:off x="9220161" y="99100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0" name="Google Shape;3480;p87"/>
            <p:cNvSpPr/>
            <p:nvPr/>
          </p:nvSpPr>
          <p:spPr>
            <a:xfrm>
              <a:off x="9220161" y="100586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81" name="Google Shape;3481;p87"/>
            <p:cNvSpPr/>
            <p:nvPr/>
          </p:nvSpPr>
          <p:spPr>
            <a:xfrm>
              <a:off x="9220161" y="10203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2" name="Google Shape;3482;p87"/>
            <p:cNvSpPr/>
            <p:nvPr/>
          </p:nvSpPr>
          <p:spPr>
            <a:xfrm>
              <a:off x="9220161" y="103436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3" name="Google Shape;3483;p87"/>
            <p:cNvSpPr/>
            <p:nvPr/>
          </p:nvSpPr>
          <p:spPr>
            <a:xfrm>
              <a:off x="9220161" y="97613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3484" name="Google Shape;3484;p87"/>
          <p:cNvGrpSpPr/>
          <p:nvPr/>
        </p:nvGrpSpPr>
        <p:grpSpPr>
          <a:xfrm>
            <a:off x="11977311" y="1113234"/>
            <a:ext cx="6240062" cy="8994991"/>
            <a:chOff x="11173911" y="1037034"/>
            <a:chExt cx="6240062" cy="8994991"/>
          </a:xfrm>
        </p:grpSpPr>
        <p:sp>
          <p:nvSpPr>
            <p:cNvPr id="3485" name="Google Shape;3485;p87"/>
            <p:cNvSpPr txBox="1"/>
            <p:nvPr/>
          </p:nvSpPr>
          <p:spPr>
            <a:xfrm>
              <a:off x="12373676" y="2640147"/>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Order Management </a:t>
              </a:r>
              <a:endParaRPr b="1" i="0" sz="900" u="none" cap="none" strike="noStrike">
                <a:solidFill>
                  <a:srgbClr val="086AFE"/>
                </a:solidFill>
                <a:latin typeface="Salesforce Sans"/>
                <a:ea typeface="Salesforce Sans"/>
                <a:cs typeface="Salesforce Sans"/>
                <a:sym typeface="Salesforce Sans"/>
              </a:endParaRPr>
            </a:p>
          </p:txBody>
        </p:sp>
        <p:sp>
          <p:nvSpPr>
            <p:cNvPr id="3486" name="Google Shape;3486;p87"/>
            <p:cNvSpPr txBox="1"/>
            <p:nvPr/>
          </p:nvSpPr>
          <p:spPr>
            <a:xfrm>
              <a:off x="12373676" y="3181293"/>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Delivery &amp; Logistics  Agent</a:t>
              </a:r>
              <a:endParaRPr b="1" i="0" sz="900" u="none" cap="none" strike="noStrike">
                <a:solidFill>
                  <a:srgbClr val="086AFE"/>
                </a:solidFill>
                <a:latin typeface="Salesforce Sans"/>
                <a:ea typeface="Salesforce Sans"/>
                <a:cs typeface="Salesforce Sans"/>
                <a:sym typeface="Salesforce Sans"/>
              </a:endParaRPr>
            </a:p>
          </p:txBody>
        </p:sp>
        <p:sp>
          <p:nvSpPr>
            <p:cNvPr id="3487" name="Google Shape;3487;p87"/>
            <p:cNvSpPr txBox="1"/>
            <p:nvPr/>
          </p:nvSpPr>
          <p:spPr>
            <a:xfrm>
              <a:off x="12373676" y="3924961"/>
              <a:ext cx="1016700" cy="374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Strategy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Planning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488" name="Google Shape;3488;p87"/>
            <p:cNvSpPr txBox="1"/>
            <p:nvPr/>
          </p:nvSpPr>
          <p:spPr>
            <a:xfrm>
              <a:off x="12373676" y="4253958"/>
              <a:ext cx="973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3489" name="Google Shape;3489;p87"/>
            <p:cNvSpPr txBox="1"/>
            <p:nvPr/>
          </p:nvSpPr>
          <p:spPr>
            <a:xfrm>
              <a:off x="12373676" y="4882718"/>
              <a:ext cx="1005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Mgmt &amp; Development </a:t>
              </a:r>
              <a:endParaRPr b="1" i="0" sz="900" u="none" cap="none" strike="noStrike">
                <a:solidFill>
                  <a:srgbClr val="086AFE"/>
                </a:solidFill>
                <a:latin typeface="Salesforce Sans"/>
                <a:ea typeface="Salesforce Sans"/>
                <a:cs typeface="Salesforce Sans"/>
                <a:sym typeface="Salesforce Sans"/>
              </a:endParaRPr>
            </a:p>
          </p:txBody>
        </p:sp>
        <p:sp>
          <p:nvSpPr>
            <p:cNvPr id="3490" name="Google Shape;3490;p87"/>
            <p:cNvSpPr txBox="1"/>
            <p:nvPr/>
          </p:nvSpPr>
          <p:spPr>
            <a:xfrm>
              <a:off x="12373676" y="598672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Financial Strategy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Planning </a:t>
              </a:r>
              <a:endParaRPr b="1" i="0" sz="900" u="none" cap="none" strike="noStrike">
                <a:solidFill>
                  <a:srgbClr val="086AFE"/>
                </a:solidFill>
                <a:latin typeface="Salesforce Sans"/>
                <a:ea typeface="Salesforce Sans"/>
                <a:cs typeface="Salesforce Sans"/>
                <a:sym typeface="Salesforce Sans"/>
              </a:endParaRPr>
            </a:p>
          </p:txBody>
        </p:sp>
        <p:sp>
          <p:nvSpPr>
            <p:cNvPr id="3491" name="Google Shape;3491;p87"/>
            <p:cNvSpPr txBox="1"/>
            <p:nvPr/>
          </p:nvSpPr>
          <p:spPr>
            <a:xfrm>
              <a:off x="12373676" y="645654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3492" name="Google Shape;3492;p87"/>
            <p:cNvSpPr txBox="1"/>
            <p:nvPr/>
          </p:nvSpPr>
          <p:spPr>
            <a:xfrm>
              <a:off x="12373676" y="6929014"/>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Tax &amp; </a:t>
              </a:r>
              <a:r>
                <a:rPr b="1" lang="en" sz="900">
                  <a:solidFill>
                    <a:srgbClr val="086AFE"/>
                  </a:solidFill>
                  <a:latin typeface="Salesforce Sans"/>
                  <a:ea typeface="Salesforce Sans"/>
                  <a:cs typeface="Salesforce Sans"/>
                  <a:sym typeface="Salesforce Sans"/>
                </a:rPr>
                <a:t>Comp.</a:t>
              </a:r>
              <a:br>
                <a:rPr b="1" lang="en" sz="900">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493" name="Google Shape;3493;p87"/>
            <p:cNvSpPr txBox="1"/>
            <p:nvPr/>
          </p:nvSpPr>
          <p:spPr>
            <a:xfrm>
              <a:off x="12373676" y="7111014"/>
              <a:ext cx="9738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a:t>
              </a:r>
              <a:r>
                <a:rPr b="1" lang="en" sz="900">
                  <a:solidFill>
                    <a:srgbClr val="086AFE"/>
                  </a:solidFill>
                  <a:latin typeface="Salesforce Sans"/>
                  <a:ea typeface="Salesforce Sans"/>
                  <a:cs typeface="Salesforce Sans"/>
                  <a:sym typeface="Salesforce Sans"/>
                </a:rPr>
                <a:t>Gen. </a:t>
              </a:r>
              <a:endParaRPr b="1" i="0" sz="900" u="none" cap="none" strike="noStrike">
                <a:solidFill>
                  <a:srgbClr val="086AFE"/>
                </a:solidFill>
                <a:latin typeface="Salesforce Sans"/>
                <a:ea typeface="Salesforce Sans"/>
                <a:cs typeface="Salesforce Sans"/>
                <a:sym typeface="Salesforce Sans"/>
              </a:endParaRPr>
            </a:p>
          </p:txBody>
        </p:sp>
        <p:sp>
          <p:nvSpPr>
            <p:cNvPr id="3494" name="Google Shape;3494;p87"/>
            <p:cNvSpPr txBox="1"/>
            <p:nvPr/>
          </p:nvSpPr>
          <p:spPr>
            <a:xfrm>
              <a:off x="12373676" y="7437385"/>
              <a:ext cx="9738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IT Incident Management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Recovery </a:t>
              </a:r>
              <a:endParaRPr b="1" i="0" sz="900" u="none" cap="none" strike="noStrike">
                <a:solidFill>
                  <a:srgbClr val="086AFE"/>
                </a:solidFill>
                <a:latin typeface="Salesforce Sans"/>
                <a:ea typeface="Salesforce Sans"/>
                <a:cs typeface="Salesforce Sans"/>
                <a:sym typeface="Salesforce Sans"/>
              </a:endParaRPr>
            </a:p>
          </p:txBody>
        </p:sp>
        <p:sp>
          <p:nvSpPr>
            <p:cNvPr id="3495" name="Google Shape;3495;p87"/>
            <p:cNvSpPr txBox="1"/>
            <p:nvPr/>
          </p:nvSpPr>
          <p:spPr>
            <a:xfrm>
              <a:off x="12373676" y="5361550"/>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3496" name="Google Shape;3496;p87"/>
            <p:cNvSpPr txBox="1"/>
            <p:nvPr/>
          </p:nvSpPr>
          <p:spPr>
            <a:xfrm>
              <a:off x="12373676" y="2154263"/>
              <a:ext cx="9738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Back-office and Fulfillment Operations </a:t>
              </a:r>
              <a:endParaRPr b="1" i="0" sz="900" u="none" cap="none" strike="noStrike">
                <a:solidFill>
                  <a:srgbClr val="086AFE"/>
                </a:solidFill>
                <a:latin typeface="Salesforce Sans"/>
                <a:ea typeface="Salesforce Sans"/>
                <a:cs typeface="Salesforce Sans"/>
                <a:sym typeface="Salesforce Sans"/>
              </a:endParaRPr>
            </a:p>
          </p:txBody>
        </p:sp>
        <p:sp>
          <p:nvSpPr>
            <p:cNvPr id="3497" name="Google Shape;3497;p87"/>
            <p:cNvSpPr txBox="1"/>
            <p:nvPr/>
          </p:nvSpPr>
          <p:spPr>
            <a:xfrm>
              <a:off x="12373676" y="8082932"/>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Erp/Mes Data Integration </a:t>
              </a:r>
              <a:endParaRPr b="1" i="0" sz="900" u="none" cap="none" strike="noStrike">
                <a:solidFill>
                  <a:srgbClr val="086AFE"/>
                </a:solidFill>
                <a:latin typeface="Salesforce Sans"/>
                <a:ea typeface="Salesforce Sans"/>
                <a:cs typeface="Salesforce Sans"/>
                <a:sym typeface="Salesforce Sans"/>
              </a:endParaRPr>
            </a:p>
          </p:txBody>
        </p:sp>
        <p:sp>
          <p:nvSpPr>
            <p:cNvPr id="3498" name="Google Shape;3498;p87"/>
            <p:cNvSpPr txBox="1"/>
            <p:nvPr/>
          </p:nvSpPr>
          <p:spPr>
            <a:xfrm>
              <a:off x="12373676" y="9162000"/>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Litigation &amp; Dispute</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3499" name="Google Shape;3499;p87"/>
            <p:cNvSpPr txBox="1"/>
            <p:nvPr/>
          </p:nvSpPr>
          <p:spPr>
            <a:xfrm>
              <a:off x="12373675" y="8710238"/>
              <a:ext cx="120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Con-</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tract Lifecycle Mgmt </a:t>
              </a:r>
              <a:endParaRPr b="1" i="0" sz="900" u="none" cap="none" strike="noStrike">
                <a:solidFill>
                  <a:srgbClr val="086AFE"/>
                </a:solidFill>
                <a:latin typeface="Salesforce Sans"/>
                <a:ea typeface="Salesforce Sans"/>
                <a:cs typeface="Salesforce Sans"/>
                <a:sym typeface="Salesforce Sans"/>
              </a:endParaRPr>
            </a:p>
          </p:txBody>
        </p:sp>
        <p:sp>
          <p:nvSpPr>
            <p:cNvPr id="3500" name="Google Shape;3500;p87"/>
            <p:cNvSpPr/>
            <p:nvPr/>
          </p:nvSpPr>
          <p:spPr>
            <a:xfrm>
              <a:off x="12404873" y="9845126"/>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3501" name="Google Shape;3501;p87"/>
            <p:cNvSpPr txBox="1"/>
            <p:nvPr/>
          </p:nvSpPr>
          <p:spPr>
            <a:xfrm>
              <a:off x="13715683" y="1234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Quote</a:t>
              </a:r>
              <a:endParaRPr sz="800">
                <a:latin typeface="Salesforce Sans"/>
                <a:ea typeface="Salesforce Sans"/>
                <a:cs typeface="Salesforce Sans"/>
                <a:sym typeface="Salesforce Sans"/>
              </a:endParaRPr>
            </a:p>
          </p:txBody>
        </p:sp>
        <p:sp>
          <p:nvSpPr>
            <p:cNvPr id="3502" name="Google Shape;3502;p87"/>
            <p:cNvSpPr txBox="1"/>
            <p:nvPr/>
          </p:nvSpPr>
          <p:spPr>
            <a:xfrm>
              <a:off x="13715670" y="1390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Lead Record</a:t>
              </a:r>
              <a:endParaRPr sz="800">
                <a:latin typeface="Salesforce Sans"/>
                <a:ea typeface="Salesforce Sans"/>
                <a:cs typeface="Salesforce Sans"/>
                <a:sym typeface="Salesforce Sans"/>
              </a:endParaRPr>
            </a:p>
          </p:txBody>
        </p:sp>
        <p:sp>
          <p:nvSpPr>
            <p:cNvPr id="3503" name="Google Shape;3503;p87"/>
            <p:cNvSpPr/>
            <p:nvPr/>
          </p:nvSpPr>
          <p:spPr>
            <a:xfrm>
              <a:off x="13579636" y="1408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04" name="Google Shape;3504;p87"/>
            <p:cNvSpPr txBox="1"/>
            <p:nvPr/>
          </p:nvSpPr>
          <p:spPr>
            <a:xfrm>
              <a:off x="11173911" y="1037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505" name="Google Shape;3505;p87"/>
            <p:cNvSpPr txBox="1"/>
            <p:nvPr/>
          </p:nvSpPr>
          <p:spPr>
            <a:xfrm>
              <a:off x="12373679" y="1037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506" name="Google Shape;3506;p87"/>
            <p:cNvGrpSpPr/>
            <p:nvPr/>
          </p:nvGrpSpPr>
          <p:grpSpPr>
            <a:xfrm>
              <a:off x="11193522" y="1260256"/>
              <a:ext cx="952541" cy="449700"/>
              <a:chOff x="5812280" y="1793656"/>
              <a:chExt cx="952541" cy="449700"/>
            </a:xfrm>
          </p:grpSpPr>
          <p:sp>
            <p:nvSpPr>
              <p:cNvPr id="3507" name="Google Shape;3507;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508" name="Google Shape;3508;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3509" name="Google Shape;3509;p87"/>
            <p:cNvSpPr txBox="1"/>
            <p:nvPr/>
          </p:nvSpPr>
          <p:spPr>
            <a:xfrm>
              <a:off x="13717512" y="1037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510" name="Google Shape;3510;p87"/>
            <p:cNvSpPr txBox="1"/>
            <p:nvPr/>
          </p:nvSpPr>
          <p:spPr>
            <a:xfrm>
              <a:off x="12373672" y="12384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Customer Care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511" name="Google Shape;3511;p87"/>
            <p:cNvGrpSpPr/>
            <p:nvPr/>
          </p:nvGrpSpPr>
          <p:grpSpPr>
            <a:xfrm>
              <a:off x="11193522" y="3934484"/>
              <a:ext cx="952541" cy="449700"/>
              <a:chOff x="5812280" y="1793656"/>
              <a:chExt cx="952541" cy="449700"/>
            </a:xfrm>
          </p:grpSpPr>
          <p:sp>
            <p:nvSpPr>
              <p:cNvPr id="3512" name="Google Shape;3512;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513" name="Google Shape;3513;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3514" name="Google Shape;3514;p87"/>
            <p:cNvSpPr/>
            <p:nvPr/>
          </p:nvSpPr>
          <p:spPr>
            <a:xfrm>
              <a:off x="13579636" y="1253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15" name="Google Shape;3515;p87"/>
            <p:cNvSpPr txBox="1"/>
            <p:nvPr/>
          </p:nvSpPr>
          <p:spPr>
            <a:xfrm>
              <a:off x="13715683" y="15458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Cases by Verified Contact</a:t>
              </a:r>
              <a:endParaRPr i="0" sz="800" u="none" cap="none" strike="noStrike">
                <a:latin typeface="Salesforce Sans"/>
                <a:ea typeface="Salesforce Sans"/>
                <a:cs typeface="Salesforce Sans"/>
                <a:sym typeface="Salesforce Sans"/>
              </a:endParaRPr>
            </a:p>
          </p:txBody>
        </p:sp>
        <p:sp>
          <p:nvSpPr>
            <p:cNvPr id="3516" name="Google Shape;3516;p87"/>
            <p:cNvSpPr txBox="1"/>
            <p:nvPr/>
          </p:nvSpPr>
          <p:spPr>
            <a:xfrm>
              <a:off x="13715683" y="169702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3517" name="Google Shape;3517;p87"/>
            <p:cNvSpPr txBox="1"/>
            <p:nvPr/>
          </p:nvSpPr>
          <p:spPr>
            <a:xfrm>
              <a:off x="13715682" y="183681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Grounded Service Replies</a:t>
              </a:r>
              <a:endParaRPr sz="800">
                <a:latin typeface="Salesforce Sans"/>
                <a:ea typeface="Salesforce Sans"/>
                <a:cs typeface="Salesforce Sans"/>
                <a:sym typeface="Salesforce Sans"/>
              </a:endParaRPr>
            </a:p>
          </p:txBody>
        </p:sp>
        <p:sp>
          <p:nvSpPr>
            <p:cNvPr id="3518" name="Google Shape;3518;p87"/>
            <p:cNvSpPr/>
            <p:nvPr/>
          </p:nvSpPr>
          <p:spPr>
            <a:xfrm>
              <a:off x="13579636" y="15644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19" name="Google Shape;3519;p87"/>
            <p:cNvSpPr/>
            <p:nvPr/>
          </p:nvSpPr>
          <p:spPr>
            <a:xfrm>
              <a:off x="13579636" y="17156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0" name="Google Shape;3520;p87"/>
            <p:cNvSpPr/>
            <p:nvPr/>
          </p:nvSpPr>
          <p:spPr>
            <a:xfrm>
              <a:off x="13579636" y="185541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1" name="Google Shape;3521;p87"/>
            <p:cNvSpPr txBox="1"/>
            <p:nvPr/>
          </p:nvSpPr>
          <p:spPr>
            <a:xfrm>
              <a:off x="13715676" y="26570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Inventory Management</a:t>
              </a:r>
              <a:endParaRPr i="0" sz="800" u="none" cap="none" strike="noStrike">
                <a:latin typeface="Salesforce Sans"/>
                <a:ea typeface="Salesforce Sans"/>
                <a:cs typeface="Salesforce Sans"/>
                <a:sym typeface="Salesforce Sans"/>
              </a:endParaRPr>
            </a:p>
          </p:txBody>
        </p:sp>
        <p:sp>
          <p:nvSpPr>
            <p:cNvPr id="3522" name="Google Shape;3522;p87"/>
            <p:cNvSpPr txBox="1"/>
            <p:nvPr/>
          </p:nvSpPr>
          <p:spPr>
            <a:xfrm>
              <a:off x="13715676" y="28056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Time Estimator</a:t>
              </a:r>
              <a:endParaRPr i="0" sz="800" u="none" cap="none" strike="noStrike">
                <a:latin typeface="Salesforce Sans"/>
                <a:ea typeface="Salesforce Sans"/>
                <a:cs typeface="Salesforce Sans"/>
                <a:sym typeface="Salesforce Sans"/>
              </a:endParaRPr>
            </a:p>
          </p:txBody>
        </p:sp>
        <p:sp>
          <p:nvSpPr>
            <p:cNvPr id="3523" name="Google Shape;3523;p87"/>
            <p:cNvSpPr txBox="1"/>
            <p:nvPr/>
          </p:nvSpPr>
          <p:spPr>
            <a:xfrm>
              <a:off x="13715675" y="29542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a:latin typeface="Salesforce Sans"/>
                <a:ea typeface="Salesforce Sans"/>
                <a:cs typeface="Salesforce Sans"/>
                <a:sym typeface="Salesforce Sans"/>
              </a:endParaRPr>
            </a:p>
          </p:txBody>
        </p:sp>
        <p:sp>
          <p:nvSpPr>
            <p:cNvPr id="3524" name="Google Shape;3524;p87"/>
            <p:cNvSpPr/>
            <p:nvPr/>
          </p:nvSpPr>
          <p:spPr>
            <a:xfrm>
              <a:off x="13579636" y="28242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5" name="Google Shape;3525;p87"/>
            <p:cNvSpPr/>
            <p:nvPr/>
          </p:nvSpPr>
          <p:spPr>
            <a:xfrm>
              <a:off x="13579636" y="2972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26" name="Google Shape;3526;p87"/>
            <p:cNvSpPr/>
            <p:nvPr/>
          </p:nvSpPr>
          <p:spPr>
            <a:xfrm>
              <a:off x="13579636" y="2675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7" name="Google Shape;3527;p87"/>
            <p:cNvSpPr txBox="1"/>
            <p:nvPr/>
          </p:nvSpPr>
          <p:spPr>
            <a:xfrm>
              <a:off x="13715676" y="31263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3528" name="Google Shape;3528;p87"/>
            <p:cNvSpPr txBox="1"/>
            <p:nvPr/>
          </p:nvSpPr>
          <p:spPr>
            <a:xfrm>
              <a:off x="13715676" y="32749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Finalize New Delivery Time</a:t>
              </a:r>
              <a:endParaRPr i="0" sz="800" u="none" cap="none" strike="noStrike">
                <a:latin typeface="Salesforce Sans"/>
                <a:ea typeface="Salesforce Sans"/>
                <a:cs typeface="Salesforce Sans"/>
                <a:sym typeface="Salesforce Sans"/>
              </a:endParaRPr>
            </a:p>
          </p:txBody>
        </p:sp>
        <p:sp>
          <p:nvSpPr>
            <p:cNvPr id="3529" name="Google Shape;3529;p87"/>
            <p:cNvSpPr txBox="1"/>
            <p:nvPr/>
          </p:nvSpPr>
          <p:spPr>
            <a:xfrm>
              <a:off x="13715675" y="34235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Confirmation</a:t>
              </a:r>
              <a:endParaRPr sz="800">
                <a:latin typeface="Salesforce Sans"/>
                <a:ea typeface="Salesforce Sans"/>
                <a:cs typeface="Salesforce Sans"/>
                <a:sym typeface="Salesforce Sans"/>
              </a:endParaRPr>
            </a:p>
          </p:txBody>
        </p:sp>
        <p:sp>
          <p:nvSpPr>
            <p:cNvPr id="3530" name="Google Shape;3530;p87"/>
            <p:cNvSpPr txBox="1"/>
            <p:nvPr/>
          </p:nvSpPr>
          <p:spPr>
            <a:xfrm>
              <a:off x="13715676" y="35747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Exception Management</a:t>
              </a:r>
              <a:endParaRPr i="0" sz="800" u="none" cap="none" strike="noStrike">
                <a:latin typeface="Salesforce Sans"/>
                <a:ea typeface="Salesforce Sans"/>
                <a:cs typeface="Salesforce Sans"/>
                <a:sym typeface="Salesforce Sans"/>
              </a:endParaRPr>
            </a:p>
          </p:txBody>
        </p:sp>
        <p:sp>
          <p:nvSpPr>
            <p:cNvPr id="3531" name="Google Shape;3531;p87"/>
            <p:cNvSpPr/>
            <p:nvPr/>
          </p:nvSpPr>
          <p:spPr>
            <a:xfrm>
              <a:off x="13579636" y="3293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2" name="Google Shape;3532;p87"/>
            <p:cNvSpPr/>
            <p:nvPr/>
          </p:nvSpPr>
          <p:spPr>
            <a:xfrm>
              <a:off x="13579636" y="34421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33" name="Google Shape;3533;p87"/>
            <p:cNvSpPr/>
            <p:nvPr/>
          </p:nvSpPr>
          <p:spPr>
            <a:xfrm>
              <a:off x="13579636" y="35933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4" name="Google Shape;3534;p87"/>
            <p:cNvSpPr/>
            <p:nvPr/>
          </p:nvSpPr>
          <p:spPr>
            <a:xfrm>
              <a:off x="13579636" y="3144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5" name="Google Shape;3535;p87"/>
            <p:cNvSpPr txBox="1"/>
            <p:nvPr/>
          </p:nvSpPr>
          <p:spPr>
            <a:xfrm>
              <a:off x="13715676" y="6461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3536" name="Google Shape;3536;p87"/>
            <p:cNvSpPr txBox="1"/>
            <p:nvPr/>
          </p:nvSpPr>
          <p:spPr>
            <a:xfrm>
              <a:off x="13715675" y="6610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a:t>
              </a:r>
              <a:endParaRPr sz="800">
                <a:latin typeface="Salesforce Sans"/>
                <a:ea typeface="Salesforce Sans"/>
                <a:cs typeface="Salesforce Sans"/>
                <a:sym typeface="Salesforce Sans"/>
              </a:endParaRPr>
            </a:p>
          </p:txBody>
        </p:sp>
        <p:sp>
          <p:nvSpPr>
            <p:cNvPr id="3537" name="Google Shape;3537;p87"/>
            <p:cNvSpPr txBox="1"/>
            <p:nvPr/>
          </p:nvSpPr>
          <p:spPr>
            <a:xfrm>
              <a:off x="13715674" y="6756791"/>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538" name="Google Shape;3538;p87"/>
            <p:cNvSpPr/>
            <p:nvPr/>
          </p:nvSpPr>
          <p:spPr>
            <a:xfrm>
              <a:off x="13579636" y="6480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9" name="Google Shape;3539;p87"/>
            <p:cNvSpPr/>
            <p:nvPr/>
          </p:nvSpPr>
          <p:spPr>
            <a:xfrm>
              <a:off x="13579636" y="6628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40" name="Google Shape;3540;p87"/>
            <p:cNvSpPr/>
            <p:nvPr/>
          </p:nvSpPr>
          <p:spPr>
            <a:xfrm>
              <a:off x="13579636" y="67754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41" name="Google Shape;3541;p87"/>
            <p:cNvSpPr txBox="1"/>
            <p:nvPr/>
          </p:nvSpPr>
          <p:spPr>
            <a:xfrm>
              <a:off x="13715676" y="20341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Validation</a:t>
              </a:r>
              <a:endParaRPr i="0" sz="800" u="none" cap="none" strike="noStrike">
                <a:latin typeface="Salesforce Sans"/>
                <a:ea typeface="Salesforce Sans"/>
                <a:cs typeface="Salesforce Sans"/>
                <a:sym typeface="Salesforce Sans"/>
              </a:endParaRPr>
            </a:p>
          </p:txBody>
        </p:sp>
        <p:sp>
          <p:nvSpPr>
            <p:cNvPr id="3542" name="Google Shape;3542;p87"/>
            <p:cNvSpPr txBox="1"/>
            <p:nvPr/>
          </p:nvSpPr>
          <p:spPr>
            <a:xfrm>
              <a:off x="13715676" y="21827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Fulfillment Planning</a:t>
              </a:r>
              <a:endParaRPr i="0" sz="800" u="none" cap="none" strike="noStrike">
                <a:latin typeface="Salesforce Sans"/>
                <a:ea typeface="Salesforce Sans"/>
                <a:cs typeface="Salesforce Sans"/>
                <a:sym typeface="Salesforce Sans"/>
              </a:endParaRPr>
            </a:p>
          </p:txBody>
        </p:sp>
        <p:sp>
          <p:nvSpPr>
            <p:cNvPr id="3543" name="Google Shape;3543;p87"/>
            <p:cNvSpPr txBox="1"/>
            <p:nvPr/>
          </p:nvSpPr>
          <p:spPr>
            <a:xfrm>
              <a:off x="13715675" y="23313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Documentation &amp; Compliance</a:t>
              </a:r>
              <a:endParaRPr sz="800">
                <a:latin typeface="Salesforce Sans"/>
                <a:ea typeface="Salesforce Sans"/>
                <a:cs typeface="Salesforce Sans"/>
                <a:sym typeface="Salesforce Sans"/>
              </a:endParaRPr>
            </a:p>
          </p:txBody>
        </p:sp>
        <p:sp>
          <p:nvSpPr>
            <p:cNvPr id="3544" name="Google Shape;3544;p87"/>
            <p:cNvSpPr txBox="1"/>
            <p:nvPr/>
          </p:nvSpPr>
          <p:spPr>
            <a:xfrm>
              <a:off x="13715676" y="24825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Post-Sales Finance</a:t>
              </a:r>
              <a:endParaRPr sz="800">
                <a:latin typeface="Salesforce Sans"/>
                <a:ea typeface="Salesforce Sans"/>
                <a:cs typeface="Salesforce Sans"/>
                <a:sym typeface="Salesforce Sans"/>
              </a:endParaRPr>
            </a:p>
          </p:txBody>
        </p:sp>
        <p:sp>
          <p:nvSpPr>
            <p:cNvPr id="3545" name="Google Shape;3545;p87"/>
            <p:cNvSpPr/>
            <p:nvPr/>
          </p:nvSpPr>
          <p:spPr>
            <a:xfrm>
              <a:off x="13579636" y="23499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46" name="Google Shape;3546;p87"/>
            <p:cNvSpPr/>
            <p:nvPr/>
          </p:nvSpPr>
          <p:spPr>
            <a:xfrm>
              <a:off x="13579636" y="20527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47" name="Google Shape;3547;p87"/>
            <p:cNvSpPr txBox="1"/>
            <p:nvPr/>
          </p:nvSpPr>
          <p:spPr>
            <a:xfrm>
              <a:off x="13715676" y="390887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3548" name="Google Shape;3548;p87"/>
            <p:cNvSpPr txBox="1"/>
            <p:nvPr/>
          </p:nvSpPr>
          <p:spPr>
            <a:xfrm>
              <a:off x="13715676" y="40574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3549" name="Google Shape;3549;p87"/>
            <p:cNvSpPr/>
            <p:nvPr/>
          </p:nvSpPr>
          <p:spPr>
            <a:xfrm>
              <a:off x="13579636" y="40760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0" name="Google Shape;3550;p87"/>
            <p:cNvSpPr/>
            <p:nvPr/>
          </p:nvSpPr>
          <p:spPr>
            <a:xfrm>
              <a:off x="13579636" y="392747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1" name="Google Shape;3551;p87"/>
            <p:cNvSpPr txBox="1"/>
            <p:nvPr/>
          </p:nvSpPr>
          <p:spPr>
            <a:xfrm>
              <a:off x="13715676" y="42576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3552" name="Google Shape;3552;p87"/>
            <p:cNvSpPr txBox="1"/>
            <p:nvPr/>
          </p:nvSpPr>
          <p:spPr>
            <a:xfrm>
              <a:off x="13715676" y="44062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3553" name="Google Shape;3553;p87"/>
            <p:cNvSpPr txBox="1"/>
            <p:nvPr/>
          </p:nvSpPr>
          <p:spPr>
            <a:xfrm>
              <a:off x="13715675" y="45548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3554" name="Google Shape;3554;p87"/>
            <p:cNvSpPr txBox="1"/>
            <p:nvPr/>
          </p:nvSpPr>
          <p:spPr>
            <a:xfrm>
              <a:off x="13715676" y="47060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3555" name="Google Shape;3555;p87"/>
            <p:cNvSpPr/>
            <p:nvPr/>
          </p:nvSpPr>
          <p:spPr>
            <a:xfrm>
              <a:off x="13579636" y="442487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6" name="Google Shape;3556;p87"/>
            <p:cNvSpPr/>
            <p:nvPr/>
          </p:nvSpPr>
          <p:spPr>
            <a:xfrm>
              <a:off x="13579636" y="45734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57" name="Google Shape;3557;p87"/>
            <p:cNvSpPr/>
            <p:nvPr/>
          </p:nvSpPr>
          <p:spPr>
            <a:xfrm>
              <a:off x="13579636" y="472468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8" name="Google Shape;3558;p87"/>
            <p:cNvSpPr/>
            <p:nvPr/>
          </p:nvSpPr>
          <p:spPr>
            <a:xfrm>
              <a:off x="13579636" y="427626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9" name="Google Shape;3559;p87"/>
            <p:cNvSpPr txBox="1"/>
            <p:nvPr/>
          </p:nvSpPr>
          <p:spPr>
            <a:xfrm>
              <a:off x="13715676" y="487657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3560" name="Google Shape;3560;p87"/>
            <p:cNvSpPr txBox="1"/>
            <p:nvPr/>
          </p:nvSpPr>
          <p:spPr>
            <a:xfrm>
              <a:off x="13715675" y="502519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a:latin typeface="Salesforce Sans"/>
                <a:ea typeface="Salesforce Sans"/>
                <a:cs typeface="Salesforce Sans"/>
                <a:sym typeface="Salesforce Sans"/>
              </a:endParaRPr>
            </a:p>
          </p:txBody>
        </p:sp>
        <p:sp>
          <p:nvSpPr>
            <p:cNvPr id="3561" name="Google Shape;3561;p87"/>
            <p:cNvSpPr txBox="1"/>
            <p:nvPr/>
          </p:nvSpPr>
          <p:spPr>
            <a:xfrm>
              <a:off x="13715674" y="5176378"/>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3562" name="Google Shape;3562;p87"/>
            <p:cNvSpPr/>
            <p:nvPr/>
          </p:nvSpPr>
          <p:spPr>
            <a:xfrm>
              <a:off x="13579636" y="50437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63" name="Google Shape;3563;p87"/>
            <p:cNvSpPr/>
            <p:nvPr/>
          </p:nvSpPr>
          <p:spPr>
            <a:xfrm>
              <a:off x="13579636" y="51949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64" name="Google Shape;3564;p87"/>
            <p:cNvSpPr txBox="1"/>
            <p:nvPr/>
          </p:nvSpPr>
          <p:spPr>
            <a:xfrm>
              <a:off x="13715675" y="5352938"/>
              <a:ext cx="2678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Benefit Creation &amp; Delivery</a:t>
              </a:r>
              <a:endParaRPr i="0" sz="800" u="none" cap="none" strike="noStrike">
                <a:latin typeface="Salesforce Sans"/>
                <a:ea typeface="Salesforce Sans"/>
                <a:cs typeface="Salesforce Sans"/>
                <a:sym typeface="Salesforce Sans"/>
              </a:endParaRPr>
            </a:p>
          </p:txBody>
        </p:sp>
        <p:sp>
          <p:nvSpPr>
            <p:cNvPr id="3565" name="Google Shape;3565;p87"/>
            <p:cNvSpPr txBox="1"/>
            <p:nvPr/>
          </p:nvSpPr>
          <p:spPr>
            <a:xfrm>
              <a:off x="13715675" y="5501538"/>
              <a:ext cx="300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Health Monitoring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66" name="Google Shape;3566;p87"/>
            <p:cNvSpPr txBox="1"/>
            <p:nvPr/>
          </p:nvSpPr>
          <p:spPr>
            <a:xfrm>
              <a:off x="13715675" y="56501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3567" name="Google Shape;3567;p87"/>
            <p:cNvSpPr/>
            <p:nvPr/>
          </p:nvSpPr>
          <p:spPr>
            <a:xfrm>
              <a:off x="13579636" y="55201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68" name="Google Shape;3568;p87"/>
            <p:cNvSpPr txBox="1"/>
            <p:nvPr/>
          </p:nvSpPr>
          <p:spPr>
            <a:xfrm>
              <a:off x="13715675" y="58013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Relations Monitoring</a:t>
              </a:r>
              <a:endParaRPr sz="800">
                <a:latin typeface="Salesforce Sans"/>
                <a:ea typeface="Salesforce Sans"/>
                <a:cs typeface="Salesforce Sans"/>
                <a:sym typeface="Salesforce Sans"/>
              </a:endParaRPr>
            </a:p>
          </p:txBody>
        </p:sp>
        <p:sp>
          <p:nvSpPr>
            <p:cNvPr id="3569" name="Google Shape;3569;p87"/>
            <p:cNvSpPr/>
            <p:nvPr/>
          </p:nvSpPr>
          <p:spPr>
            <a:xfrm>
              <a:off x="13579636" y="5668762"/>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70" name="Google Shape;3570;p87"/>
            <p:cNvSpPr/>
            <p:nvPr/>
          </p:nvSpPr>
          <p:spPr>
            <a:xfrm>
              <a:off x="13579636" y="53715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1" name="Google Shape;3571;p87"/>
            <p:cNvSpPr txBox="1"/>
            <p:nvPr/>
          </p:nvSpPr>
          <p:spPr>
            <a:xfrm>
              <a:off x="13715676" y="59816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3572" name="Google Shape;3572;p87"/>
            <p:cNvSpPr txBox="1"/>
            <p:nvPr/>
          </p:nvSpPr>
          <p:spPr>
            <a:xfrm>
              <a:off x="13715675" y="61302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p:txBody>
        </p:sp>
        <p:sp>
          <p:nvSpPr>
            <p:cNvPr id="3573" name="Google Shape;3573;p87"/>
            <p:cNvSpPr txBox="1"/>
            <p:nvPr/>
          </p:nvSpPr>
          <p:spPr>
            <a:xfrm>
              <a:off x="13715674" y="62814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 &amp; Kpi Monitoring</a:t>
              </a:r>
              <a:endParaRPr sz="800">
                <a:latin typeface="Salesforce Sans"/>
                <a:ea typeface="Salesforce Sans"/>
                <a:cs typeface="Salesforce Sans"/>
                <a:sym typeface="Salesforce Sans"/>
              </a:endParaRPr>
            </a:p>
          </p:txBody>
        </p:sp>
        <p:sp>
          <p:nvSpPr>
            <p:cNvPr id="3574" name="Google Shape;3574;p87"/>
            <p:cNvSpPr/>
            <p:nvPr/>
          </p:nvSpPr>
          <p:spPr>
            <a:xfrm>
              <a:off x="13579636" y="600026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5" name="Google Shape;3575;p87"/>
            <p:cNvSpPr/>
            <p:nvPr/>
          </p:nvSpPr>
          <p:spPr>
            <a:xfrm>
              <a:off x="13579636" y="614887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76" name="Google Shape;3576;p87"/>
            <p:cNvSpPr/>
            <p:nvPr/>
          </p:nvSpPr>
          <p:spPr>
            <a:xfrm>
              <a:off x="13579636" y="630007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7" name="Google Shape;3577;p87"/>
            <p:cNvSpPr txBox="1"/>
            <p:nvPr/>
          </p:nvSpPr>
          <p:spPr>
            <a:xfrm>
              <a:off x="13715675" y="692871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78" name="Google Shape;3578;p87"/>
            <p:cNvSpPr txBox="1"/>
            <p:nvPr/>
          </p:nvSpPr>
          <p:spPr>
            <a:xfrm>
              <a:off x="13715676" y="7102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3579" name="Google Shape;3579;p87"/>
            <p:cNvSpPr txBox="1"/>
            <p:nvPr/>
          </p:nvSpPr>
          <p:spPr>
            <a:xfrm>
              <a:off x="13715676" y="7251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3580" name="Google Shape;3580;p87"/>
            <p:cNvSpPr/>
            <p:nvPr/>
          </p:nvSpPr>
          <p:spPr>
            <a:xfrm>
              <a:off x="13579636" y="71210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81" name="Google Shape;3581;p87"/>
            <p:cNvSpPr txBox="1"/>
            <p:nvPr/>
          </p:nvSpPr>
          <p:spPr>
            <a:xfrm>
              <a:off x="13715676" y="74278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Alert Ingestion &amp; Correlation</a:t>
              </a:r>
              <a:endParaRPr i="0" sz="800" u="none" cap="none" strike="noStrike">
                <a:latin typeface="Salesforce Sans"/>
                <a:ea typeface="Salesforce Sans"/>
                <a:cs typeface="Salesforce Sans"/>
                <a:sym typeface="Salesforce Sans"/>
              </a:endParaRPr>
            </a:p>
          </p:txBody>
        </p:sp>
        <p:sp>
          <p:nvSpPr>
            <p:cNvPr id="3582" name="Google Shape;3582;p87"/>
            <p:cNvSpPr txBox="1"/>
            <p:nvPr/>
          </p:nvSpPr>
          <p:spPr>
            <a:xfrm>
              <a:off x="13715676" y="7576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Triage &amp; Routing</a:t>
              </a:r>
              <a:endParaRPr i="0" sz="800" u="none" cap="none" strike="noStrike">
                <a:latin typeface="Salesforce Sans"/>
                <a:ea typeface="Salesforce Sans"/>
                <a:cs typeface="Salesforce Sans"/>
                <a:sym typeface="Salesforce Sans"/>
              </a:endParaRPr>
            </a:p>
          </p:txBody>
        </p:sp>
        <p:sp>
          <p:nvSpPr>
            <p:cNvPr id="3583" name="Google Shape;3583;p87"/>
            <p:cNvSpPr txBox="1"/>
            <p:nvPr/>
          </p:nvSpPr>
          <p:spPr>
            <a:xfrm>
              <a:off x="13715675" y="77250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3584" name="Google Shape;3584;p87"/>
            <p:cNvSpPr txBox="1"/>
            <p:nvPr/>
          </p:nvSpPr>
          <p:spPr>
            <a:xfrm>
              <a:off x="13715676" y="787621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Auto-Remediation &amp; Rollback</a:t>
              </a:r>
              <a:endParaRPr sz="800">
                <a:latin typeface="Salesforce Sans"/>
                <a:ea typeface="Salesforce Sans"/>
                <a:cs typeface="Salesforce Sans"/>
                <a:sym typeface="Salesforce Sans"/>
              </a:endParaRPr>
            </a:p>
          </p:txBody>
        </p:sp>
        <p:sp>
          <p:nvSpPr>
            <p:cNvPr id="3585" name="Google Shape;3585;p87"/>
            <p:cNvSpPr/>
            <p:nvPr/>
          </p:nvSpPr>
          <p:spPr>
            <a:xfrm>
              <a:off x="13579636" y="774361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86" name="Google Shape;3586;p87"/>
            <p:cNvSpPr txBox="1"/>
            <p:nvPr/>
          </p:nvSpPr>
          <p:spPr>
            <a:xfrm>
              <a:off x="13715676" y="80740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Schema Discovery &amp; Mapping</a:t>
              </a:r>
              <a:endParaRPr i="0" sz="800" u="none" cap="none" strike="noStrike">
                <a:latin typeface="Salesforce Sans"/>
                <a:ea typeface="Salesforce Sans"/>
                <a:cs typeface="Salesforce Sans"/>
                <a:sym typeface="Salesforce Sans"/>
              </a:endParaRPr>
            </a:p>
          </p:txBody>
        </p:sp>
        <p:sp>
          <p:nvSpPr>
            <p:cNvPr id="3587" name="Google Shape;3587;p87"/>
            <p:cNvSpPr txBox="1"/>
            <p:nvPr/>
          </p:nvSpPr>
          <p:spPr>
            <a:xfrm>
              <a:off x="13715676" y="82226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Transformation &amp; Validation (Etl)</a:t>
              </a:r>
              <a:endParaRPr sz="800">
                <a:latin typeface="Salesforce Sans"/>
                <a:ea typeface="Salesforce Sans"/>
                <a:cs typeface="Salesforce Sans"/>
                <a:sym typeface="Salesforce Sans"/>
              </a:endParaRPr>
            </a:p>
          </p:txBody>
        </p:sp>
        <p:sp>
          <p:nvSpPr>
            <p:cNvPr id="3588" name="Google Shape;3588;p87"/>
            <p:cNvSpPr txBox="1"/>
            <p:nvPr/>
          </p:nvSpPr>
          <p:spPr>
            <a:xfrm>
              <a:off x="13715675" y="83712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Sync Orchestration</a:t>
              </a:r>
              <a:endParaRPr sz="800">
                <a:latin typeface="Salesforce Sans"/>
                <a:ea typeface="Salesforce Sans"/>
                <a:cs typeface="Salesforce Sans"/>
                <a:sym typeface="Salesforce Sans"/>
              </a:endParaRPr>
            </a:p>
          </p:txBody>
        </p:sp>
        <p:sp>
          <p:nvSpPr>
            <p:cNvPr id="3589" name="Google Shape;3589;p87"/>
            <p:cNvSpPr txBox="1"/>
            <p:nvPr/>
          </p:nvSpPr>
          <p:spPr>
            <a:xfrm>
              <a:off x="13715676" y="8522481"/>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Quality &amp; Exception Handling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90" name="Google Shape;3590;p87"/>
            <p:cNvSpPr txBox="1"/>
            <p:nvPr/>
          </p:nvSpPr>
          <p:spPr>
            <a:xfrm>
              <a:off x="13715676" y="86994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3591" name="Google Shape;3591;p87"/>
            <p:cNvSpPr txBox="1"/>
            <p:nvPr/>
          </p:nvSpPr>
          <p:spPr>
            <a:xfrm>
              <a:off x="13715675" y="884802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p:txBody>
        </p:sp>
        <p:sp>
          <p:nvSpPr>
            <p:cNvPr id="3592" name="Google Shape;3592;p87"/>
            <p:cNvSpPr txBox="1"/>
            <p:nvPr/>
          </p:nvSpPr>
          <p:spPr>
            <a:xfrm>
              <a:off x="13715674" y="89944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3593" name="Google Shape;3593;p87"/>
            <p:cNvSpPr/>
            <p:nvPr/>
          </p:nvSpPr>
          <p:spPr>
            <a:xfrm>
              <a:off x="13579636" y="87180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94" name="Google Shape;3594;p87"/>
            <p:cNvSpPr/>
            <p:nvPr/>
          </p:nvSpPr>
          <p:spPr>
            <a:xfrm>
              <a:off x="13579636" y="9013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95" name="Google Shape;3595;p87"/>
            <p:cNvSpPr txBox="1"/>
            <p:nvPr/>
          </p:nvSpPr>
          <p:spPr>
            <a:xfrm>
              <a:off x="13715676" y="915899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a:t>
              </a:r>
              <a:endParaRPr sz="800">
                <a:latin typeface="Salesforce Sans"/>
                <a:ea typeface="Salesforce Sans"/>
                <a:cs typeface="Salesforce Sans"/>
                <a:sym typeface="Salesforce Sans"/>
              </a:endParaRPr>
            </a:p>
          </p:txBody>
        </p:sp>
        <p:sp>
          <p:nvSpPr>
            <p:cNvPr id="3596" name="Google Shape;3596;p87"/>
            <p:cNvSpPr txBox="1"/>
            <p:nvPr/>
          </p:nvSpPr>
          <p:spPr>
            <a:xfrm>
              <a:off x="13715675" y="930760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a:t>
              </a:r>
              <a:endParaRPr sz="800">
                <a:latin typeface="Salesforce Sans"/>
                <a:ea typeface="Salesforce Sans"/>
                <a:cs typeface="Salesforce Sans"/>
                <a:sym typeface="Salesforce Sans"/>
              </a:endParaRPr>
            </a:p>
          </p:txBody>
        </p:sp>
        <p:sp>
          <p:nvSpPr>
            <p:cNvPr id="3597" name="Google Shape;3597;p87"/>
            <p:cNvSpPr txBox="1"/>
            <p:nvPr/>
          </p:nvSpPr>
          <p:spPr>
            <a:xfrm>
              <a:off x="13715674" y="945403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a:t>
              </a:r>
              <a:endParaRPr sz="800">
                <a:latin typeface="Salesforce Sans"/>
                <a:ea typeface="Salesforce Sans"/>
                <a:cs typeface="Salesforce Sans"/>
                <a:sym typeface="Salesforce Sans"/>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Card - Small right">
  <p:cSld name="TITLE_1_1_1_1_1_1_1_1_1_1_1_1_1_1_1_1_1_1_3">
    <p:bg>
      <p:bgPr>
        <a:solidFill>
          <a:srgbClr val="CFE9FE"/>
        </a:solidFill>
      </p:bgPr>
    </p:bg>
    <p:spTree>
      <p:nvGrpSpPr>
        <p:cNvPr id="3598" name="Shape 3598"/>
        <p:cNvGrpSpPr/>
        <p:nvPr/>
      </p:nvGrpSpPr>
      <p:grpSpPr>
        <a:xfrm>
          <a:off x="0" y="0"/>
          <a:ext cx="0" cy="0"/>
          <a:chOff x="0" y="0"/>
          <a:chExt cx="0" cy="0"/>
        </a:xfrm>
      </p:grpSpPr>
      <p:pic>
        <p:nvPicPr>
          <p:cNvPr id="3599" name="Google Shape;3599;p88" title="Salesforce logo"/>
          <p:cNvPicPr preferRelativeResize="0"/>
          <p:nvPr/>
        </p:nvPicPr>
        <p:blipFill rotWithShape="1">
          <a:blip r:embed="rId2">
            <a:alphaModFix/>
          </a:blip>
          <a:srcRect b="0" l="0" r="0" t="0"/>
          <a:stretch/>
        </p:blipFill>
        <p:spPr>
          <a:xfrm>
            <a:off x="16549999" y="848190"/>
            <a:ext cx="953601" cy="667642"/>
          </a:xfrm>
          <a:prstGeom prst="rect">
            <a:avLst/>
          </a:prstGeom>
          <a:noFill/>
          <a:ln>
            <a:noFill/>
          </a:ln>
        </p:spPr>
      </p:pic>
      <p:sp>
        <p:nvSpPr>
          <p:cNvPr id="3600" name="Google Shape;3600;p88"/>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01" name="Google Shape;3601;p88"/>
          <p:cNvSpPr txBox="1"/>
          <p:nvPr>
            <p:ph idx="1"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02" name="Google Shape;3602;p88"/>
          <p:cNvSpPr txBox="1"/>
          <p:nvPr>
            <p:ph idx="2" type="body"/>
          </p:nvPr>
        </p:nvSpPr>
        <p:spPr>
          <a:xfrm>
            <a:off x="857250" y="3399472"/>
            <a:ext cx="7620000" cy="57342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3603" name="Google Shape;3603;p88"/>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604" name="Google Shape;3604;p88"/>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Blue 1">
  <p:cSld name="TITLE_1_1">
    <p:bg>
      <p:bgPr>
        <a:solidFill>
          <a:srgbClr val="CFE9FE"/>
        </a:solidFill>
      </p:bgPr>
    </p:bg>
    <p:spTree>
      <p:nvGrpSpPr>
        <p:cNvPr id="3608" name="Shape 3608"/>
        <p:cNvGrpSpPr/>
        <p:nvPr/>
      </p:nvGrpSpPr>
      <p:grpSpPr>
        <a:xfrm>
          <a:off x="0" y="0"/>
          <a:ext cx="0" cy="0"/>
          <a:chOff x="0" y="0"/>
          <a:chExt cx="0" cy="0"/>
        </a:xfrm>
      </p:grpSpPr>
      <p:pic>
        <p:nvPicPr>
          <p:cNvPr id="3609" name="Google Shape;3609;p9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10" name="Google Shape;3610;p90"/>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11" name="Google Shape;3611;p90"/>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12" name="Google Shape;3612;p90"/>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pasted-movie.png" id="3613" name="Google Shape;3613;p90"/>
          <p:cNvPicPr preferRelativeResize="0"/>
          <p:nvPr/>
        </p:nvPicPr>
        <p:blipFill rotWithShape="1">
          <a:blip r:embed="rId3">
            <a:alphaModFix/>
          </a:blip>
          <a:srcRect b="0" l="0" r="0" t="0"/>
          <a:stretch/>
        </p:blipFill>
        <p:spPr>
          <a:xfrm>
            <a:off x="12011024" y="3457128"/>
            <a:ext cx="4817111" cy="3372700"/>
          </a:xfrm>
          <a:prstGeom prst="rect">
            <a:avLst/>
          </a:prstGeom>
          <a:noFill/>
          <a:ln>
            <a:noFill/>
          </a:ln>
        </p:spPr>
      </p:pic>
      <p:pic>
        <p:nvPicPr>
          <p:cNvPr id="3614" name="Google Shape;3614;p90" title="BE-MVP-Icon-Spark_Redux_V3_STRAIGHT_yellow.png"/>
          <p:cNvPicPr preferRelativeResize="0"/>
          <p:nvPr/>
        </p:nvPicPr>
        <p:blipFill rotWithShape="1">
          <a:blip r:embed="rId4">
            <a:alphaModFix/>
          </a:blip>
          <a:srcRect b="2562" l="0" r="0" t="2562"/>
          <a:stretch/>
        </p:blipFill>
        <p:spPr>
          <a:xfrm>
            <a:off x="11999699" y="7352501"/>
            <a:ext cx="881350" cy="892624"/>
          </a:xfrm>
          <a:prstGeom prst="rect">
            <a:avLst/>
          </a:prstGeom>
          <a:noFill/>
          <a:ln>
            <a:noFill/>
          </a:ln>
        </p:spPr>
      </p:pic>
      <p:pic>
        <p:nvPicPr>
          <p:cNvPr id="3615" name="Google Shape;3615;p90" title="BE-MVP-Icon-Spark_Redux_V3_STRAIGHT_yellow.png"/>
          <p:cNvPicPr preferRelativeResize="0"/>
          <p:nvPr/>
        </p:nvPicPr>
        <p:blipFill rotWithShape="1">
          <a:blip r:embed="rId4">
            <a:alphaModFix/>
          </a:blip>
          <a:srcRect b="2562" l="0" r="0" t="2562"/>
          <a:stretch/>
        </p:blipFill>
        <p:spPr>
          <a:xfrm>
            <a:off x="11352437" y="7313993"/>
            <a:ext cx="361974" cy="366603"/>
          </a:xfrm>
          <a:prstGeom prst="rect">
            <a:avLst/>
          </a:prstGeom>
          <a:noFill/>
          <a:ln>
            <a:noFill/>
          </a:ln>
        </p:spPr>
      </p:pic>
      <p:pic>
        <p:nvPicPr>
          <p:cNvPr id="3616" name="Google Shape;3616;p90" title="BE-MVP-Icon-Spark_Redux_V3_STRAIGHT_yellow.png"/>
          <p:cNvPicPr preferRelativeResize="0"/>
          <p:nvPr/>
        </p:nvPicPr>
        <p:blipFill rotWithShape="1">
          <a:blip r:embed="rId4">
            <a:alphaModFix/>
          </a:blip>
          <a:srcRect b="2562" l="0" r="0" t="2562"/>
          <a:stretch/>
        </p:blipFill>
        <p:spPr>
          <a:xfrm>
            <a:off x="12677254" y="6820652"/>
            <a:ext cx="229750" cy="232700"/>
          </a:xfrm>
          <a:prstGeom prst="rect">
            <a:avLst/>
          </a:prstGeom>
          <a:noFill/>
          <a:ln>
            <a:noFill/>
          </a:ln>
        </p:spPr>
      </p:pic>
      <p:pic>
        <p:nvPicPr>
          <p:cNvPr id="3617" name="Google Shape;3617;p90" title="BE-MVP-Icon-Spark_Redux_V3_STRAIGHT_yellow.png"/>
          <p:cNvPicPr preferRelativeResize="0"/>
          <p:nvPr/>
        </p:nvPicPr>
        <p:blipFill rotWithShape="1">
          <a:blip r:embed="rId4">
            <a:alphaModFix/>
          </a:blip>
          <a:srcRect b="2562" l="0" r="0" t="2562"/>
          <a:stretch/>
        </p:blipFill>
        <p:spPr>
          <a:xfrm>
            <a:off x="15709439" y="3054244"/>
            <a:ext cx="163720" cy="165815"/>
          </a:xfrm>
          <a:prstGeom prst="rect">
            <a:avLst/>
          </a:prstGeom>
          <a:noFill/>
          <a:ln>
            <a:noFill/>
          </a:ln>
        </p:spPr>
      </p:pic>
      <p:pic>
        <p:nvPicPr>
          <p:cNvPr id="3618" name="Google Shape;3618;p90" title="BE-MVP-Icon-Spark_Redux_V3_STRAIGHT_yellow.png"/>
          <p:cNvPicPr preferRelativeResize="0"/>
          <p:nvPr/>
        </p:nvPicPr>
        <p:blipFill rotWithShape="1">
          <a:blip r:embed="rId4">
            <a:alphaModFix/>
          </a:blip>
          <a:srcRect b="2562" l="0" r="0" t="2562"/>
          <a:stretch/>
        </p:blipFill>
        <p:spPr>
          <a:xfrm>
            <a:off x="16388567" y="2606039"/>
            <a:ext cx="558052" cy="565190"/>
          </a:xfrm>
          <a:prstGeom prst="rect">
            <a:avLst/>
          </a:prstGeom>
          <a:noFill/>
          <a:ln>
            <a:noFill/>
          </a:ln>
        </p:spPr>
      </p:pic>
      <p:pic>
        <p:nvPicPr>
          <p:cNvPr id="3619" name="Google Shape;3619;p90" title="BE-MVP-Icon-Spark_Redux_V3_STRAIGHT_yellow.png"/>
          <p:cNvPicPr preferRelativeResize="0"/>
          <p:nvPr/>
        </p:nvPicPr>
        <p:blipFill rotWithShape="1">
          <a:blip r:embed="rId4">
            <a:alphaModFix/>
          </a:blip>
          <a:srcRect b="2562" l="0" r="0" t="2562"/>
          <a:stretch/>
        </p:blipFill>
        <p:spPr>
          <a:xfrm>
            <a:off x="16208965" y="3413439"/>
            <a:ext cx="311470" cy="315455"/>
          </a:xfrm>
          <a:prstGeom prst="rect">
            <a:avLst/>
          </a:prstGeom>
          <a:noFill/>
          <a:ln>
            <a:noFill/>
          </a:ln>
        </p:spPr>
      </p:pic>
      <p:pic>
        <p:nvPicPr>
          <p:cNvPr descr="HDD_ATH_SALESFORCE_ICON_AGENTFORCE_V3_R2 3.png" id="3620" name="Google Shape;3620;p90"/>
          <p:cNvPicPr preferRelativeResize="0"/>
          <p:nvPr/>
        </p:nvPicPr>
        <p:blipFill rotWithShape="1">
          <a:blip r:embed="rId5">
            <a:alphaModFix/>
          </a:blip>
          <a:srcRect b="0" l="0" r="0" t="0"/>
          <a:stretch/>
        </p:blipFill>
        <p:spPr>
          <a:xfrm flipH="1" rot="-2797284">
            <a:off x="11241726" y="6097162"/>
            <a:ext cx="1140444" cy="1131553"/>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Blue 2">
  <p:cSld name="TITLE_1_1_1">
    <p:bg>
      <p:bgPr>
        <a:solidFill>
          <a:srgbClr val="CFE9FE"/>
        </a:solidFill>
      </p:bgPr>
    </p:bg>
    <p:spTree>
      <p:nvGrpSpPr>
        <p:cNvPr id="3621" name="Shape 3621"/>
        <p:cNvGrpSpPr/>
        <p:nvPr/>
      </p:nvGrpSpPr>
      <p:grpSpPr>
        <a:xfrm>
          <a:off x="0" y="0"/>
          <a:ext cx="0" cy="0"/>
          <a:chOff x="0" y="0"/>
          <a:chExt cx="0" cy="0"/>
        </a:xfrm>
      </p:grpSpPr>
      <p:pic>
        <p:nvPicPr>
          <p:cNvPr id="3622" name="Google Shape;3622;p9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23" name="Google Shape;3623;p91"/>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24" name="Google Shape;3624;p91"/>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25" name="Google Shape;3625;p91"/>
          <p:cNvSpPr txBox="1"/>
          <p:nvPr>
            <p:ph idx="2" type="subTitle"/>
          </p:nvPr>
        </p:nvSpPr>
        <p:spPr>
          <a:xfrm>
            <a:off x="857250" y="8041005"/>
            <a:ext cx="9701100" cy="1161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HDD_ATH_SALESFORCE_ICON_AGENTFORCE_V3_R2 3.png" id="3626" name="Google Shape;3626;p91"/>
          <p:cNvPicPr preferRelativeResize="0"/>
          <p:nvPr/>
        </p:nvPicPr>
        <p:blipFill rotWithShape="1">
          <a:blip r:embed="rId3">
            <a:alphaModFix/>
          </a:blip>
          <a:srcRect b="0" l="0" r="0" t="0"/>
          <a:stretch/>
        </p:blipFill>
        <p:spPr>
          <a:xfrm flipH="1" rot="-1860002">
            <a:off x="12098632" y="3109020"/>
            <a:ext cx="1315298" cy="1305043"/>
          </a:xfrm>
          <a:prstGeom prst="rect">
            <a:avLst/>
          </a:prstGeom>
          <a:noFill/>
          <a:ln>
            <a:noFill/>
          </a:ln>
        </p:spPr>
      </p:pic>
      <p:pic>
        <p:nvPicPr>
          <p:cNvPr id="3627" name="Google Shape;3627;p91" title="BE-MVP-Icon-Spark_Redux_V3_STRAIGHT_yellow.png"/>
          <p:cNvPicPr preferRelativeResize="0"/>
          <p:nvPr/>
        </p:nvPicPr>
        <p:blipFill rotWithShape="1">
          <a:blip r:embed="rId4">
            <a:alphaModFix/>
          </a:blip>
          <a:srcRect b="2562" l="0" r="0" t="2562"/>
          <a:stretch/>
        </p:blipFill>
        <p:spPr>
          <a:xfrm>
            <a:off x="12169574" y="5677399"/>
            <a:ext cx="849924" cy="860774"/>
          </a:xfrm>
          <a:prstGeom prst="rect">
            <a:avLst/>
          </a:prstGeom>
          <a:noFill/>
          <a:ln>
            <a:noFill/>
          </a:ln>
        </p:spPr>
      </p:pic>
      <p:pic>
        <p:nvPicPr>
          <p:cNvPr id="3628" name="Google Shape;3628;p91" title="BE-MVP-Icon-Spark_Redux_V3_STRAIGHT_yellow.png"/>
          <p:cNvPicPr preferRelativeResize="0"/>
          <p:nvPr/>
        </p:nvPicPr>
        <p:blipFill rotWithShape="1">
          <a:blip r:embed="rId4">
            <a:alphaModFix/>
          </a:blip>
          <a:srcRect b="2562" l="0" r="0" t="2562"/>
          <a:stretch/>
        </p:blipFill>
        <p:spPr>
          <a:xfrm>
            <a:off x="11683785" y="5410304"/>
            <a:ext cx="361974" cy="366603"/>
          </a:xfrm>
          <a:prstGeom prst="rect">
            <a:avLst/>
          </a:prstGeom>
          <a:noFill/>
          <a:ln>
            <a:noFill/>
          </a:ln>
        </p:spPr>
      </p:pic>
      <p:pic>
        <p:nvPicPr>
          <p:cNvPr id="3629" name="Google Shape;3629;p91" title="BE-MVP-Icon-Spark_Redux_V3_STRAIGHT_yellow.png"/>
          <p:cNvPicPr preferRelativeResize="0"/>
          <p:nvPr/>
        </p:nvPicPr>
        <p:blipFill rotWithShape="1">
          <a:blip r:embed="rId4">
            <a:alphaModFix/>
          </a:blip>
          <a:srcRect b="2562" l="0" r="0" t="2562"/>
          <a:stretch/>
        </p:blipFill>
        <p:spPr>
          <a:xfrm>
            <a:off x="12512681" y="4887938"/>
            <a:ext cx="163720" cy="165815"/>
          </a:xfrm>
          <a:prstGeom prst="rect">
            <a:avLst/>
          </a:prstGeom>
          <a:noFill/>
          <a:ln>
            <a:noFill/>
          </a:ln>
        </p:spPr>
      </p:pic>
      <p:pic>
        <p:nvPicPr>
          <p:cNvPr id="3630" name="Google Shape;3630;p91" title="BE-MVP-Icon-Spark_Redux_V3_STRAIGHT_yellow.png"/>
          <p:cNvPicPr preferRelativeResize="0"/>
          <p:nvPr/>
        </p:nvPicPr>
        <p:blipFill rotWithShape="1">
          <a:blip r:embed="rId4">
            <a:alphaModFix/>
          </a:blip>
          <a:srcRect b="2562" l="0" r="0" t="2562"/>
          <a:stretch/>
        </p:blipFill>
        <p:spPr>
          <a:xfrm>
            <a:off x="16649310" y="2072510"/>
            <a:ext cx="520500" cy="527159"/>
          </a:xfrm>
          <a:prstGeom prst="rect">
            <a:avLst/>
          </a:prstGeom>
          <a:noFill/>
          <a:ln>
            <a:noFill/>
          </a:ln>
        </p:spPr>
      </p:pic>
      <p:pic>
        <p:nvPicPr>
          <p:cNvPr id="3631" name="Google Shape;3631;p91" title="BE-MVP-Icon-Spark_Redux_V3_STRAIGHT_yellow.png"/>
          <p:cNvPicPr preferRelativeResize="0"/>
          <p:nvPr/>
        </p:nvPicPr>
        <p:blipFill rotWithShape="1">
          <a:blip r:embed="rId4">
            <a:alphaModFix/>
          </a:blip>
          <a:srcRect b="2562" l="0" r="0" t="2562"/>
          <a:stretch/>
        </p:blipFill>
        <p:spPr>
          <a:xfrm>
            <a:off x="16018376" y="3322148"/>
            <a:ext cx="278050" cy="281607"/>
          </a:xfrm>
          <a:prstGeom prst="rect">
            <a:avLst/>
          </a:prstGeom>
          <a:noFill/>
          <a:ln>
            <a:noFill/>
          </a:ln>
        </p:spPr>
      </p:pic>
      <p:pic>
        <p:nvPicPr>
          <p:cNvPr id="3632" name="Google Shape;3632;p91" title="BE-MVP-Icon-Spark_Redux_V3_STRAIGHT_yellow.png"/>
          <p:cNvPicPr preferRelativeResize="0"/>
          <p:nvPr/>
        </p:nvPicPr>
        <p:blipFill rotWithShape="1">
          <a:blip r:embed="rId4">
            <a:alphaModFix/>
          </a:blip>
          <a:srcRect b="2562" l="0" r="0" t="2562"/>
          <a:stretch/>
        </p:blipFill>
        <p:spPr>
          <a:xfrm>
            <a:off x="17311114" y="3570502"/>
            <a:ext cx="163720" cy="165815"/>
          </a:xfrm>
          <a:prstGeom prst="rect">
            <a:avLst/>
          </a:prstGeom>
          <a:noFill/>
          <a:ln>
            <a:noFill/>
          </a:ln>
        </p:spPr>
      </p:pic>
      <p:pic>
        <p:nvPicPr>
          <p:cNvPr id="3633" name="Google Shape;3633;p91" title="shadow-1.png"/>
          <p:cNvPicPr preferRelativeResize="0"/>
          <p:nvPr/>
        </p:nvPicPr>
        <p:blipFill>
          <a:blip r:embed="rId5">
            <a:alphaModFix/>
          </a:blip>
          <a:stretch>
            <a:fillRect/>
          </a:stretch>
        </p:blipFill>
        <p:spPr>
          <a:xfrm>
            <a:off x="13273376" y="8360625"/>
            <a:ext cx="4904771" cy="713682"/>
          </a:xfrm>
          <a:prstGeom prst="rect">
            <a:avLst/>
          </a:prstGeom>
          <a:noFill/>
          <a:ln>
            <a:noFill/>
          </a:ln>
        </p:spPr>
      </p:pic>
      <p:pic>
        <p:nvPicPr>
          <p:cNvPr id="3634" name="Google Shape;3634;p91"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3635" name="Google Shape;3635;p91"/>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3636" name="Google Shape;3636;p91"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3">
  <p:cSld name="TITLE_1_1_1_1">
    <p:bg>
      <p:bgPr>
        <a:solidFill>
          <a:schemeClr val="lt1"/>
        </a:solidFill>
      </p:bgPr>
    </p:bg>
    <p:spTree>
      <p:nvGrpSpPr>
        <p:cNvPr id="3637" name="Shape 3637"/>
        <p:cNvGrpSpPr/>
        <p:nvPr/>
      </p:nvGrpSpPr>
      <p:grpSpPr>
        <a:xfrm>
          <a:off x="0" y="0"/>
          <a:ext cx="0" cy="0"/>
          <a:chOff x="0" y="0"/>
          <a:chExt cx="0" cy="0"/>
        </a:xfrm>
      </p:grpSpPr>
      <p:pic>
        <p:nvPicPr>
          <p:cNvPr id="3638" name="Google Shape;3638;p9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39" name="Google Shape;3639;p92"/>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40" name="Google Shape;3640;p92"/>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41" name="Google Shape;3641;p92"/>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3642" name="Google Shape;3642;p92" title="BE-MVP-Icon-Spark_Redux_V3_STRAIGHT_yellow.png"/>
          <p:cNvPicPr preferRelativeResize="0"/>
          <p:nvPr/>
        </p:nvPicPr>
        <p:blipFill rotWithShape="1">
          <a:blip r:embed="rId3">
            <a:alphaModFix/>
          </a:blip>
          <a:srcRect b="2562" l="0" r="0" t="2562"/>
          <a:stretch/>
        </p:blipFill>
        <p:spPr>
          <a:xfrm>
            <a:off x="16803188" y="3061574"/>
            <a:ext cx="520500" cy="527159"/>
          </a:xfrm>
          <a:prstGeom prst="rect">
            <a:avLst/>
          </a:prstGeom>
          <a:noFill/>
          <a:ln>
            <a:noFill/>
          </a:ln>
        </p:spPr>
      </p:pic>
      <p:pic>
        <p:nvPicPr>
          <p:cNvPr id="3643" name="Google Shape;3643;p92" title="BE-MVP-Icon-Spark_Redux_V3_STRAIGHT_yellow.png"/>
          <p:cNvPicPr preferRelativeResize="0"/>
          <p:nvPr/>
        </p:nvPicPr>
        <p:blipFill rotWithShape="1">
          <a:blip r:embed="rId3">
            <a:alphaModFix/>
          </a:blip>
          <a:srcRect b="2562" l="0" r="0" t="2562"/>
          <a:stretch/>
        </p:blipFill>
        <p:spPr>
          <a:xfrm>
            <a:off x="16552686" y="2519441"/>
            <a:ext cx="165422" cy="167540"/>
          </a:xfrm>
          <a:prstGeom prst="rect">
            <a:avLst/>
          </a:prstGeom>
          <a:noFill/>
          <a:ln>
            <a:noFill/>
          </a:ln>
        </p:spPr>
      </p:pic>
      <p:pic>
        <p:nvPicPr>
          <p:cNvPr id="3644" name="Google Shape;3644;p92" title="BE-MVP-Icon-Spark_Redux_V3_STRAIGHT_yellow.png"/>
          <p:cNvPicPr preferRelativeResize="0"/>
          <p:nvPr/>
        </p:nvPicPr>
        <p:blipFill rotWithShape="1">
          <a:blip r:embed="rId3">
            <a:alphaModFix/>
          </a:blip>
          <a:srcRect b="2562" l="0" r="0" t="2562"/>
          <a:stretch/>
        </p:blipFill>
        <p:spPr>
          <a:xfrm>
            <a:off x="16120706" y="3550202"/>
            <a:ext cx="334876" cy="339162"/>
          </a:xfrm>
          <a:prstGeom prst="rect">
            <a:avLst/>
          </a:prstGeom>
          <a:noFill/>
          <a:ln>
            <a:noFill/>
          </a:ln>
        </p:spPr>
      </p:pic>
      <p:pic>
        <p:nvPicPr>
          <p:cNvPr id="3645" name="Google Shape;3645;p92" title="BE-MVP-Icon-Spark_Redux_V3_STRAIGHT_yellow.png"/>
          <p:cNvPicPr preferRelativeResize="0"/>
          <p:nvPr/>
        </p:nvPicPr>
        <p:blipFill rotWithShape="1">
          <a:blip r:embed="rId3">
            <a:alphaModFix/>
          </a:blip>
          <a:srcRect b="2562" l="0" r="0" t="2562"/>
          <a:stretch/>
        </p:blipFill>
        <p:spPr>
          <a:xfrm>
            <a:off x="12652252" y="7070325"/>
            <a:ext cx="276298" cy="279832"/>
          </a:xfrm>
          <a:prstGeom prst="rect">
            <a:avLst/>
          </a:prstGeom>
          <a:noFill/>
          <a:ln>
            <a:noFill/>
          </a:ln>
        </p:spPr>
      </p:pic>
      <p:pic>
        <p:nvPicPr>
          <p:cNvPr id="3646" name="Google Shape;3646;p92" title="BE-MVP-Icon-Spark_Redux_V3_STRAIGHT_yellow.png"/>
          <p:cNvPicPr preferRelativeResize="0"/>
          <p:nvPr/>
        </p:nvPicPr>
        <p:blipFill rotWithShape="1">
          <a:blip r:embed="rId3">
            <a:alphaModFix/>
          </a:blip>
          <a:srcRect b="2562" l="0" r="0" t="2562"/>
          <a:stretch/>
        </p:blipFill>
        <p:spPr>
          <a:xfrm>
            <a:off x="12276456" y="6848057"/>
            <a:ext cx="165424" cy="167540"/>
          </a:xfrm>
          <a:prstGeom prst="rect">
            <a:avLst/>
          </a:prstGeom>
          <a:noFill/>
          <a:ln>
            <a:noFill/>
          </a:ln>
        </p:spPr>
      </p:pic>
      <p:pic>
        <p:nvPicPr>
          <p:cNvPr descr="pasted-movie.png" id="3647" name="Google Shape;3647;p92"/>
          <p:cNvPicPr preferRelativeResize="0"/>
          <p:nvPr/>
        </p:nvPicPr>
        <p:blipFill rotWithShape="1">
          <a:blip r:embed="rId4">
            <a:alphaModFix/>
          </a:blip>
          <a:srcRect b="0" l="0" r="0" t="0"/>
          <a:stretch/>
        </p:blipFill>
        <p:spPr>
          <a:xfrm>
            <a:off x="11739265" y="4619864"/>
            <a:ext cx="2875881" cy="2013548"/>
          </a:xfrm>
          <a:prstGeom prst="rect">
            <a:avLst/>
          </a:prstGeom>
          <a:noFill/>
          <a:ln>
            <a:noFill/>
          </a:ln>
        </p:spPr>
      </p:pic>
      <p:pic>
        <p:nvPicPr>
          <p:cNvPr id="3648" name="Google Shape;3648;p92"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3649" name="Google Shape;3649;p92"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p:cSld name="TITLE_1_1_1_1_1">
    <p:bg>
      <p:bgPr>
        <a:solidFill>
          <a:schemeClr val="lt1"/>
        </a:solidFill>
      </p:bgPr>
    </p:bg>
    <p:spTree>
      <p:nvGrpSpPr>
        <p:cNvPr id="3650" name="Shape 3650"/>
        <p:cNvGrpSpPr/>
        <p:nvPr/>
      </p:nvGrpSpPr>
      <p:grpSpPr>
        <a:xfrm>
          <a:off x="0" y="0"/>
          <a:ext cx="0" cy="0"/>
          <a:chOff x="0" y="0"/>
          <a:chExt cx="0" cy="0"/>
        </a:xfrm>
      </p:grpSpPr>
      <p:pic>
        <p:nvPicPr>
          <p:cNvPr id="3651" name="Google Shape;3651;p9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52" name="Google Shape;3652;p93"/>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53" name="Google Shape;3653;p93"/>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54" name="Google Shape;3654;p93"/>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Blue">
  <p:cSld name="TITLE_1_1_1_1_1_1">
    <p:bg>
      <p:bgPr>
        <a:solidFill>
          <a:schemeClr val="accent6"/>
        </a:solidFill>
      </p:bgPr>
    </p:bg>
    <p:spTree>
      <p:nvGrpSpPr>
        <p:cNvPr id="3655" name="Shape 3655"/>
        <p:cNvGrpSpPr/>
        <p:nvPr/>
      </p:nvGrpSpPr>
      <p:grpSpPr>
        <a:xfrm>
          <a:off x="0" y="0"/>
          <a:ext cx="0" cy="0"/>
          <a:chOff x="0" y="0"/>
          <a:chExt cx="0" cy="0"/>
        </a:xfrm>
      </p:grpSpPr>
      <p:sp>
        <p:nvSpPr>
          <p:cNvPr id="3656" name="Google Shape;3656;p9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57" name="Google Shape;3657;p94"/>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58" name="Google Shape;3658;p94"/>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59" name="Google Shape;3659;p94"/>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60" name="Google Shape;3660;p9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White">
  <p:cSld name="TITLE_1_1_1_1_1_1_3">
    <p:bg>
      <p:bgPr>
        <a:solidFill>
          <a:schemeClr val="lt1"/>
        </a:solidFill>
      </p:bgPr>
    </p:bg>
    <p:spTree>
      <p:nvGrpSpPr>
        <p:cNvPr id="3661" name="Shape 3661"/>
        <p:cNvGrpSpPr/>
        <p:nvPr/>
      </p:nvGrpSpPr>
      <p:grpSpPr>
        <a:xfrm>
          <a:off x="0" y="0"/>
          <a:ext cx="0" cy="0"/>
          <a:chOff x="0" y="0"/>
          <a:chExt cx="0" cy="0"/>
        </a:xfrm>
      </p:grpSpPr>
      <p:sp>
        <p:nvSpPr>
          <p:cNvPr id="3662" name="Google Shape;3662;p9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63" name="Google Shape;3663;p95"/>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64" name="Google Shape;3664;p95"/>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65" name="Google Shape;3665;p95"/>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66" name="Google Shape;3666;p9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 Blue">
  <p:cSld name="TITLE_1_1_1_1_1_1_1">
    <p:bg>
      <p:bgPr>
        <a:solidFill>
          <a:schemeClr val="accent6"/>
        </a:solidFill>
      </p:bgPr>
    </p:bg>
    <p:spTree>
      <p:nvGrpSpPr>
        <p:cNvPr id="3667" name="Shape 3667"/>
        <p:cNvGrpSpPr/>
        <p:nvPr/>
      </p:nvGrpSpPr>
      <p:grpSpPr>
        <a:xfrm>
          <a:off x="0" y="0"/>
          <a:ext cx="0" cy="0"/>
          <a:chOff x="0" y="0"/>
          <a:chExt cx="0" cy="0"/>
        </a:xfrm>
      </p:grpSpPr>
      <p:sp>
        <p:nvSpPr>
          <p:cNvPr id="3668" name="Google Shape;3668;p96"/>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69" name="Google Shape;3669;p96"/>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70" name="Google Shape;3670;p9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71" name="Google Shape;3671;p96"/>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672" name="Google Shape;3672;p9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1 - White">
  <p:cSld name="TITLE_1_1_1_1_1_1_1_2">
    <p:bg>
      <p:bgPr>
        <a:solidFill>
          <a:schemeClr val="lt1"/>
        </a:solidFill>
      </p:bgPr>
    </p:bg>
    <p:spTree>
      <p:nvGrpSpPr>
        <p:cNvPr id="3673" name="Shape 3673"/>
        <p:cNvGrpSpPr/>
        <p:nvPr/>
      </p:nvGrpSpPr>
      <p:grpSpPr>
        <a:xfrm>
          <a:off x="0" y="0"/>
          <a:ext cx="0" cy="0"/>
          <a:chOff x="0" y="0"/>
          <a:chExt cx="0" cy="0"/>
        </a:xfrm>
      </p:grpSpPr>
      <p:sp>
        <p:nvSpPr>
          <p:cNvPr id="3674" name="Google Shape;3674;p97"/>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75" name="Google Shape;3675;p97"/>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76" name="Google Shape;3676;p97"/>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77" name="Google Shape;3677;p97"/>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678" name="Google Shape;3678;p9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Blue">
  <p:cSld name="TITLE_1_1_1_1_1_1_1_1">
    <p:bg>
      <p:bgPr>
        <a:solidFill>
          <a:schemeClr val="accent6"/>
        </a:solidFill>
      </p:bgPr>
    </p:bg>
    <p:spTree>
      <p:nvGrpSpPr>
        <p:cNvPr id="3679" name="Shape 3679"/>
        <p:cNvGrpSpPr/>
        <p:nvPr/>
      </p:nvGrpSpPr>
      <p:grpSpPr>
        <a:xfrm>
          <a:off x="0" y="0"/>
          <a:ext cx="0" cy="0"/>
          <a:chOff x="0" y="0"/>
          <a:chExt cx="0" cy="0"/>
        </a:xfrm>
      </p:grpSpPr>
      <p:sp>
        <p:nvSpPr>
          <p:cNvPr id="3680" name="Google Shape;3680;p98"/>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1" name="Google Shape;3681;p98"/>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2" name="Google Shape;3682;p9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83" name="Google Shape;3683;p98"/>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84" name="Google Shape;3684;p98"/>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85" name="Google Shape;3685;p9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White">
  <p:cSld name="TITLE_1_1_1_1_1_1_1_1_2">
    <p:bg>
      <p:bgPr>
        <a:solidFill>
          <a:srgbClr val="FFFEFE"/>
        </a:solidFill>
      </p:bgPr>
    </p:bg>
    <p:spTree>
      <p:nvGrpSpPr>
        <p:cNvPr id="3686" name="Shape 3686"/>
        <p:cNvGrpSpPr/>
        <p:nvPr/>
      </p:nvGrpSpPr>
      <p:grpSpPr>
        <a:xfrm>
          <a:off x="0" y="0"/>
          <a:ext cx="0" cy="0"/>
          <a:chOff x="0" y="0"/>
          <a:chExt cx="0" cy="0"/>
        </a:xfrm>
      </p:grpSpPr>
      <p:sp>
        <p:nvSpPr>
          <p:cNvPr id="3687" name="Google Shape;3687;p99"/>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8" name="Google Shape;3688;p99"/>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9" name="Google Shape;3689;p9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90" name="Google Shape;3690;p99"/>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91" name="Google Shape;3691;p99"/>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92" name="Google Shape;3692;p9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 Blue">
  <p:cSld name="TITLE_1_1_1_1_1_1_1_1_1">
    <p:bg>
      <p:bgPr>
        <a:solidFill>
          <a:schemeClr val="accent6"/>
        </a:solidFill>
      </p:bgPr>
    </p:bg>
    <p:spTree>
      <p:nvGrpSpPr>
        <p:cNvPr id="3693" name="Shape 3693"/>
        <p:cNvGrpSpPr/>
        <p:nvPr/>
      </p:nvGrpSpPr>
      <p:grpSpPr>
        <a:xfrm>
          <a:off x="0" y="0"/>
          <a:ext cx="0" cy="0"/>
          <a:chOff x="0" y="0"/>
          <a:chExt cx="0" cy="0"/>
        </a:xfrm>
      </p:grpSpPr>
      <p:sp>
        <p:nvSpPr>
          <p:cNvPr id="3694" name="Google Shape;3694;p100"/>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95" name="Google Shape;3695;p10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96" name="Google Shape;3696;p100"/>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97" name="Google Shape;3697;p100"/>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98" name="Google Shape;3698;p100"/>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99" name="Google Shape;3699;p100"/>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00" name="Google Shape;3700;p10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1 - White">
  <p:cSld name="TITLE_1_1_1_1_1_1_1_1_1_1">
    <p:bg>
      <p:bgPr>
        <a:solidFill>
          <a:srgbClr val="FFFEFE"/>
        </a:solidFill>
      </p:bgPr>
    </p:bg>
    <p:spTree>
      <p:nvGrpSpPr>
        <p:cNvPr id="3701" name="Shape 3701"/>
        <p:cNvGrpSpPr/>
        <p:nvPr/>
      </p:nvGrpSpPr>
      <p:grpSpPr>
        <a:xfrm>
          <a:off x="0" y="0"/>
          <a:ext cx="0" cy="0"/>
          <a:chOff x="0" y="0"/>
          <a:chExt cx="0" cy="0"/>
        </a:xfrm>
      </p:grpSpPr>
      <p:sp>
        <p:nvSpPr>
          <p:cNvPr id="3702" name="Google Shape;3702;p101"/>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03" name="Google Shape;3703;p10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04" name="Google Shape;3704;p101"/>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05" name="Google Shape;3705;p101"/>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06" name="Google Shape;3706;p101"/>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07" name="Google Shape;3707;p101"/>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08" name="Google Shape;3708;p10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p:cSld name="CUSTOM">
    <p:bg>
      <p:bgPr>
        <a:solidFill>
          <a:schemeClr val="accent6"/>
        </a:solidFill>
      </p:bgPr>
    </p:bg>
    <p:spTree>
      <p:nvGrpSpPr>
        <p:cNvPr id="3709" name="Shape 3709"/>
        <p:cNvGrpSpPr/>
        <p:nvPr/>
      </p:nvGrpSpPr>
      <p:grpSpPr>
        <a:xfrm>
          <a:off x="0" y="0"/>
          <a:ext cx="0" cy="0"/>
          <a:chOff x="0" y="0"/>
          <a:chExt cx="0" cy="0"/>
        </a:xfrm>
      </p:grpSpPr>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p:cSld name="CUSTOM_1">
    <p:bg>
      <p:bgPr>
        <a:solidFill>
          <a:schemeClr val="accent6"/>
        </a:solidFill>
      </p:bgPr>
    </p:bg>
    <p:spTree>
      <p:nvGrpSpPr>
        <p:cNvPr id="3710" name="Shape 3710"/>
        <p:cNvGrpSpPr/>
        <p:nvPr/>
      </p:nvGrpSpPr>
      <p:grpSpPr>
        <a:xfrm>
          <a:off x="0" y="0"/>
          <a:ext cx="0" cy="0"/>
          <a:chOff x="0" y="0"/>
          <a:chExt cx="0" cy="0"/>
        </a:xfrm>
      </p:grpSpPr>
      <p:pic>
        <p:nvPicPr>
          <p:cNvPr id="3711" name="Google Shape;3711;p10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Image Right">
  <p:cSld name="TITLE_1_1_1_1_1_1_1_1_1_1_1_1">
    <p:bg>
      <p:bgPr>
        <a:solidFill>
          <a:schemeClr val="accent6"/>
        </a:solidFill>
      </p:bgPr>
    </p:bg>
    <p:spTree>
      <p:nvGrpSpPr>
        <p:cNvPr id="3712" name="Shape 3712"/>
        <p:cNvGrpSpPr/>
        <p:nvPr/>
      </p:nvGrpSpPr>
      <p:grpSpPr>
        <a:xfrm>
          <a:off x="0" y="0"/>
          <a:ext cx="0" cy="0"/>
          <a:chOff x="0" y="0"/>
          <a:chExt cx="0" cy="0"/>
        </a:xfrm>
      </p:grpSpPr>
      <p:sp>
        <p:nvSpPr>
          <p:cNvPr id="3713" name="Google Shape;3713;p104"/>
          <p:cNvSpPr txBox="1"/>
          <p:nvPr>
            <p:ph type="title"/>
          </p:nvPr>
        </p:nvSpPr>
        <p:spPr>
          <a:xfrm>
            <a:off x="857250" y="838200"/>
            <a:ext cx="108585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14" name="Google Shape;3714;p104"/>
          <p:cNvSpPr txBox="1"/>
          <p:nvPr>
            <p:ph idx="1" type="subTitle"/>
          </p:nvPr>
        </p:nvSpPr>
        <p:spPr>
          <a:xfrm>
            <a:off x="857250" y="2468880"/>
            <a:ext cx="10858500" cy="8571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15" name="Google Shape;3715;p104"/>
          <p:cNvSpPr txBox="1"/>
          <p:nvPr>
            <p:ph idx="2"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16" name="Google Shape;3716;p104"/>
          <p:cNvSpPr txBox="1"/>
          <p:nvPr>
            <p:ph idx="3" type="body"/>
          </p:nvPr>
        </p:nvSpPr>
        <p:spPr>
          <a:xfrm>
            <a:off x="857250" y="3399472"/>
            <a:ext cx="10858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17" name="Google Shape;3717;p104"/>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3718" name="Google Shape;3718;p104"/>
          <p:cNvSpPr/>
          <p:nvPr>
            <p:ph idx="4" type="pic"/>
          </p:nvPr>
        </p:nvSpPr>
        <p:spPr>
          <a:xfrm>
            <a:off x="12287250" y="855345"/>
            <a:ext cx="5142600" cy="7728600"/>
          </a:xfrm>
          <a:prstGeom prst="roundRect">
            <a:avLst>
              <a:gd fmla="val 7640" name="adj"/>
            </a:avLst>
          </a:prstGeom>
          <a:noFill/>
          <a:ln>
            <a:noFill/>
          </a:ln>
        </p:spPr>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Large Image Right">
  <p:cSld name="TITLE_1_1_1_1_1_1_1_1_1_1_1_1_1_1_1">
    <p:bg>
      <p:bgPr>
        <a:solidFill>
          <a:schemeClr val="accent6"/>
        </a:solidFill>
      </p:bgPr>
    </p:bg>
    <p:spTree>
      <p:nvGrpSpPr>
        <p:cNvPr id="3719" name="Shape 3719"/>
        <p:cNvGrpSpPr/>
        <p:nvPr/>
      </p:nvGrpSpPr>
      <p:grpSpPr>
        <a:xfrm>
          <a:off x="0" y="0"/>
          <a:ext cx="0" cy="0"/>
          <a:chOff x="0" y="0"/>
          <a:chExt cx="0" cy="0"/>
        </a:xfrm>
      </p:grpSpPr>
      <p:sp>
        <p:nvSpPr>
          <p:cNvPr id="3720" name="Google Shape;3720;p105"/>
          <p:cNvSpPr/>
          <p:nvPr>
            <p:ph idx="2" type="pic"/>
          </p:nvPr>
        </p:nvSpPr>
        <p:spPr>
          <a:xfrm>
            <a:off x="9151620" y="0"/>
            <a:ext cx="9394500" cy="10295700"/>
          </a:xfrm>
          <a:prstGeom prst="roundRect">
            <a:avLst>
              <a:gd fmla="val 3341" name="adj"/>
            </a:avLst>
          </a:prstGeom>
          <a:noFill/>
          <a:ln>
            <a:noFill/>
          </a:ln>
        </p:spPr>
      </p:sp>
      <p:sp>
        <p:nvSpPr>
          <p:cNvPr id="3721" name="Google Shape;3721;p105"/>
          <p:cNvSpPr txBox="1"/>
          <p:nvPr>
            <p:ph type="title"/>
          </p:nvPr>
        </p:nvSpPr>
        <p:spPr>
          <a:xfrm>
            <a:off x="857250" y="838200"/>
            <a:ext cx="77154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22" name="Google Shape;3722;p105"/>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23" name="Google Shape;3723;p105"/>
          <p:cNvSpPr txBox="1"/>
          <p:nvPr>
            <p:ph idx="3"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24" name="Google Shape;3724;p105"/>
          <p:cNvSpPr txBox="1"/>
          <p:nvPr>
            <p:ph idx="4" type="body"/>
          </p:nvPr>
        </p:nvSpPr>
        <p:spPr>
          <a:xfrm>
            <a:off x="857250" y="3399472"/>
            <a:ext cx="7715100" cy="5737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25" name="Google Shape;3725;p105"/>
          <p:cNvPicPr preferRelativeResize="0"/>
          <p:nvPr/>
        </p:nvPicPr>
        <p:blipFill>
          <a:blip r:embed="rId2">
            <a:alphaModFix/>
          </a:blip>
          <a:stretch>
            <a:fillRect/>
          </a:stretch>
        </p:blipFill>
        <p:spPr>
          <a:xfrm>
            <a:off x="16459200" y="8989629"/>
            <a:ext cx="953599" cy="667523"/>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Split Screen">
  <p:cSld name="TITLE_1_1_1_1_1_1_1_1_1_1_1_1_1_1_1_1_1_1">
    <p:bg>
      <p:bgPr>
        <a:solidFill>
          <a:schemeClr val="accent6"/>
        </a:solidFill>
      </p:bgPr>
    </p:bg>
    <p:spTree>
      <p:nvGrpSpPr>
        <p:cNvPr id="3726" name="Shape 3726"/>
        <p:cNvGrpSpPr/>
        <p:nvPr/>
      </p:nvGrpSpPr>
      <p:grpSpPr>
        <a:xfrm>
          <a:off x="0" y="0"/>
          <a:ext cx="0" cy="0"/>
          <a:chOff x="0" y="0"/>
          <a:chExt cx="0" cy="0"/>
        </a:xfrm>
      </p:grpSpPr>
      <p:sp>
        <p:nvSpPr>
          <p:cNvPr id="3727" name="Google Shape;3727;p106"/>
          <p:cNvSpPr txBox="1"/>
          <p:nvPr>
            <p:ph idx="1" type="body"/>
          </p:nvPr>
        </p:nvSpPr>
        <p:spPr>
          <a:xfrm>
            <a:off x="857250" y="3399472"/>
            <a:ext cx="7620000" cy="57378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3728" name="Google Shape;3728;p106"/>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729" name="Google Shape;3729;p10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30" name="Google Shape;3730;p106"/>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31" name="Google Shape;3731;p106"/>
          <p:cNvSpPr txBox="1"/>
          <p:nvPr>
            <p:ph idx="2"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32" name="Google Shape;3732;p106"/>
          <p:cNvSpPr txBox="1"/>
          <p:nvPr>
            <p:ph idx="3" type="body"/>
          </p:nvPr>
        </p:nvSpPr>
        <p:spPr>
          <a:xfrm>
            <a:off x="857250" y="9620250"/>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Blue">
  <p:cSld name="TITLE_1_1_1_1_1_1_1_1_1_1_1_1_1_1_1_1_1_1_1_1">
    <p:bg>
      <p:bgPr>
        <a:solidFill>
          <a:schemeClr val="accent6"/>
        </a:solidFill>
      </p:bgPr>
    </p:bg>
    <p:spTree>
      <p:nvGrpSpPr>
        <p:cNvPr id="3733" name="Shape 3733"/>
        <p:cNvGrpSpPr/>
        <p:nvPr/>
      </p:nvGrpSpPr>
      <p:grpSpPr>
        <a:xfrm>
          <a:off x="0" y="0"/>
          <a:ext cx="0" cy="0"/>
          <a:chOff x="0" y="0"/>
          <a:chExt cx="0" cy="0"/>
        </a:xfrm>
      </p:grpSpPr>
      <p:sp>
        <p:nvSpPr>
          <p:cNvPr id="3734" name="Google Shape;3734;p107"/>
          <p:cNvSpPr/>
          <p:nvPr/>
        </p:nvSpPr>
        <p:spPr>
          <a:xfrm>
            <a:off x="857250" y="2854969"/>
            <a:ext cx="165735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35" name="Google Shape;3735;p107"/>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36" name="Google Shape;3736;p10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37" name="Google Shape;3737;p107"/>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38" name="Google Shape;3738;p107"/>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39" name="Google Shape;3739;p10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White">
  <p:cSld name="TITLE_1_1_1_1_1_1_1_1_1_1_1_1_1_1_1_1_1_1_1_1_2_1">
    <p:bg>
      <p:bgPr>
        <a:solidFill>
          <a:srgbClr val="FFFEFE"/>
        </a:solidFill>
      </p:bgPr>
    </p:bg>
    <p:spTree>
      <p:nvGrpSpPr>
        <p:cNvPr id="3740" name="Shape 3740"/>
        <p:cNvGrpSpPr/>
        <p:nvPr/>
      </p:nvGrpSpPr>
      <p:grpSpPr>
        <a:xfrm>
          <a:off x="0" y="0"/>
          <a:ext cx="0" cy="0"/>
          <a:chOff x="0" y="0"/>
          <a:chExt cx="0" cy="0"/>
        </a:xfrm>
      </p:grpSpPr>
      <p:sp>
        <p:nvSpPr>
          <p:cNvPr id="3741" name="Google Shape;3741;p108"/>
          <p:cNvSpPr/>
          <p:nvPr/>
        </p:nvSpPr>
        <p:spPr>
          <a:xfrm>
            <a:off x="857250" y="2854969"/>
            <a:ext cx="165735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42" name="Google Shape;3742;p108"/>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43" name="Google Shape;3743;p10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44" name="Google Shape;3744;p108"/>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45" name="Google Shape;3745;p108"/>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46" name="Google Shape;3746;p10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Blue">
  <p:cSld name="TITLE_1_1_1_1_1_1_1_1_1_1_1_1_1_1_1_1_1_1_1_1_2_2">
    <p:bg>
      <p:bgPr>
        <a:solidFill>
          <a:schemeClr val="accent6"/>
        </a:solidFill>
      </p:bgPr>
    </p:bg>
    <p:spTree>
      <p:nvGrpSpPr>
        <p:cNvPr id="3747" name="Shape 3747"/>
        <p:cNvGrpSpPr/>
        <p:nvPr/>
      </p:nvGrpSpPr>
      <p:grpSpPr>
        <a:xfrm>
          <a:off x="0" y="0"/>
          <a:ext cx="0" cy="0"/>
          <a:chOff x="0" y="0"/>
          <a:chExt cx="0" cy="0"/>
        </a:xfrm>
      </p:grpSpPr>
      <p:sp>
        <p:nvSpPr>
          <p:cNvPr id="3748" name="Google Shape;3748;p109"/>
          <p:cNvSpPr/>
          <p:nvPr/>
        </p:nvSpPr>
        <p:spPr>
          <a:xfrm>
            <a:off x="857250" y="2432700"/>
            <a:ext cx="16573500" cy="71781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49" name="Google Shape;3749;p10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50" name="Google Shape;3750;p10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51" name="Google Shape;3751;p10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52" name="Google Shape;3752;p10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53" name="Google Shape;3753;p109"/>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White">
  <p:cSld name="TITLE_1_1_1_1_1_1_1_1_1_1_1_1_1_1_1_1_1_1_1_1_2_2_1">
    <p:bg>
      <p:bgPr>
        <a:solidFill>
          <a:schemeClr val="lt1"/>
        </a:solidFill>
      </p:bgPr>
    </p:bg>
    <p:spTree>
      <p:nvGrpSpPr>
        <p:cNvPr id="3754" name="Shape 3754"/>
        <p:cNvGrpSpPr/>
        <p:nvPr/>
      </p:nvGrpSpPr>
      <p:grpSpPr>
        <a:xfrm>
          <a:off x="0" y="0"/>
          <a:ext cx="0" cy="0"/>
          <a:chOff x="0" y="0"/>
          <a:chExt cx="0" cy="0"/>
        </a:xfrm>
      </p:grpSpPr>
      <p:sp>
        <p:nvSpPr>
          <p:cNvPr id="3755" name="Google Shape;3755;p110"/>
          <p:cNvSpPr/>
          <p:nvPr/>
        </p:nvSpPr>
        <p:spPr>
          <a:xfrm>
            <a:off x="857250" y="2432700"/>
            <a:ext cx="16573500" cy="71781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56" name="Google Shape;3756;p11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57" name="Google Shape;3757;p110"/>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58" name="Google Shape;3758;p110"/>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59" name="Google Shape;3759;p110"/>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60" name="Google Shape;3760;p110"/>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Blue">
  <p:cSld name="TITLE_1_1_1_1_1_1_1_1_1_1_1_1_1_1_1_1_1_1_1_1_1">
    <p:bg>
      <p:bgPr>
        <a:solidFill>
          <a:schemeClr val="accent6"/>
        </a:solidFill>
      </p:bgPr>
    </p:bg>
    <p:spTree>
      <p:nvGrpSpPr>
        <p:cNvPr id="3761" name="Shape 3761"/>
        <p:cNvGrpSpPr/>
        <p:nvPr/>
      </p:nvGrpSpPr>
      <p:grpSpPr>
        <a:xfrm>
          <a:off x="0" y="0"/>
          <a:ext cx="0" cy="0"/>
          <a:chOff x="0" y="0"/>
          <a:chExt cx="0" cy="0"/>
        </a:xfrm>
      </p:grpSpPr>
      <p:sp>
        <p:nvSpPr>
          <p:cNvPr id="3762" name="Google Shape;3762;p111"/>
          <p:cNvSpPr/>
          <p:nvPr/>
        </p:nvSpPr>
        <p:spPr>
          <a:xfrm>
            <a:off x="857250"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63" name="Google Shape;3763;p111"/>
          <p:cNvSpPr/>
          <p:nvPr/>
        </p:nvSpPr>
        <p:spPr>
          <a:xfrm>
            <a:off x="9425372"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64" name="Google Shape;3764;p11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65" name="Google Shape;3765;p11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66" name="Google Shape;3766;p111"/>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67" name="Google Shape;3767;p111"/>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68" name="Google Shape;3768;p111"/>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69" name="Google Shape;3769;p11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White">
  <p:cSld name="TITLE_1_1_1_1_1_1_1_1_1_1_1_1_1_1_1_1_1_1_1_1_1_2_1">
    <p:bg>
      <p:bgPr>
        <a:solidFill>
          <a:srgbClr val="FFFEFE"/>
        </a:solidFill>
      </p:bgPr>
    </p:bg>
    <p:spTree>
      <p:nvGrpSpPr>
        <p:cNvPr id="3770" name="Shape 3770"/>
        <p:cNvGrpSpPr/>
        <p:nvPr/>
      </p:nvGrpSpPr>
      <p:grpSpPr>
        <a:xfrm>
          <a:off x="0" y="0"/>
          <a:ext cx="0" cy="0"/>
          <a:chOff x="0" y="0"/>
          <a:chExt cx="0" cy="0"/>
        </a:xfrm>
      </p:grpSpPr>
      <p:sp>
        <p:nvSpPr>
          <p:cNvPr id="3771" name="Google Shape;3771;p112"/>
          <p:cNvSpPr/>
          <p:nvPr/>
        </p:nvSpPr>
        <p:spPr>
          <a:xfrm>
            <a:off x="857250"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72" name="Google Shape;3772;p112"/>
          <p:cNvSpPr/>
          <p:nvPr/>
        </p:nvSpPr>
        <p:spPr>
          <a:xfrm>
            <a:off x="9425372"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73" name="Google Shape;3773;p11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74" name="Google Shape;3774;p11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75" name="Google Shape;3775;p112"/>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76" name="Google Shape;3776;p112"/>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77" name="Google Shape;3777;p112"/>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78" name="Google Shape;3778;p112"/>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Blue">
  <p:cSld name="TITLE_1_1_1_1_1_1_1_1_1_1_1_1_1_1_1_1_1_1_1_1_1_1">
    <p:bg>
      <p:bgPr>
        <a:solidFill>
          <a:schemeClr val="accent6"/>
        </a:solidFill>
      </p:bgPr>
    </p:bg>
    <p:spTree>
      <p:nvGrpSpPr>
        <p:cNvPr id="3779" name="Shape 3779"/>
        <p:cNvGrpSpPr/>
        <p:nvPr/>
      </p:nvGrpSpPr>
      <p:grpSpPr>
        <a:xfrm>
          <a:off x="0" y="0"/>
          <a:ext cx="0" cy="0"/>
          <a:chOff x="0" y="0"/>
          <a:chExt cx="0" cy="0"/>
        </a:xfrm>
      </p:grpSpPr>
      <p:sp>
        <p:nvSpPr>
          <p:cNvPr id="3780" name="Google Shape;3780;p113"/>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1" name="Google Shape;3781;p113"/>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2" name="Google Shape;3782;p113"/>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3" name="Google Shape;3783;p11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84" name="Google Shape;3784;p11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85" name="Google Shape;3785;p11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86" name="Google Shape;3786;p113"/>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87" name="Google Shape;3787;p113"/>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88" name="Google Shape;3788;p113"/>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89" name="Google Shape;3789;p11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White">
  <p:cSld name="TITLE_1_1_1_1_1_1_1_1_1_1_1_1_1_1_1_1_1_1_1_1_1_1_2">
    <p:bg>
      <p:bgPr>
        <a:solidFill>
          <a:schemeClr val="lt1"/>
        </a:solidFill>
      </p:bgPr>
    </p:bg>
    <p:spTree>
      <p:nvGrpSpPr>
        <p:cNvPr id="3790" name="Shape 3790"/>
        <p:cNvGrpSpPr/>
        <p:nvPr/>
      </p:nvGrpSpPr>
      <p:grpSpPr>
        <a:xfrm>
          <a:off x="0" y="0"/>
          <a:ext cx="0" cy="0"/>
          <a:chOff x="0" y="0"/>
          <a:chExt cx="0" cy="0"/>
        </a:xfrm>
      </p:grpSpPr>
      <p:sp>
        <p:nvSpPr>
          <p:cNvPr id="3791" name="Google Shape;3791;p114"/>
          <p:cNvSpPr/>
          <p:nvPr/>
        </p:nvSpPr>
        <p:spPr>
          <a:xfrm>
            <a:off x="85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2" name="Google Shape;3792;p114"/>
          <p:cNvSpPr/>
          <p:nvPr/>
        </p:nvSpPr>
        <p:spPr>
          <a:xfrm>
            <a:off x="6572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3" name="Google Shape;3793;p114"/>
          <p:cNvSpPr/>
          <p:nvPr/>
        </p:nvSpPr>
        <p:spPr>
          <a:xfrm>
            <a:off x="1228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4" name="Google Shape;3794;p11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95" name="Google Shape;3795;p11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96" name="Google Shape;3796;p114"/>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97" name="Google Shape;3797;p114"/>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98" name="Google Shape;3798;p114"/>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99" name="Google Shape;3799;p114"/>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00" name="Google Shape;3800;p11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Blue">
  <p:cSld name="TITLE_1_1_1_1_1_1_1_1_1_1_1_1_1_1_1_1_1_1_1_1_1_1_1">
    <p:bg>
      <p:bgPr>
        <a:solidFill>
          <a:schemeClr val="accent6"/>
        </a:solidFill>
      </p:bgPr>
    </p:bg>
    <p:spTree>
      <p:nvGrpSpPr>
        <p:cNvPr id="3801" name="Shape 3801"/>
        <p:cNvGrpSpPr/>
        <p:nvPr/>
      </p:nvGrpSpPr>
      <p:grpSpPr>
        <a:xfrm>
          <a:off x="0" y="0"/>
          <a:ext cx="0" cy="0"/>
          <a:chOff x="0" y="0"/>
          <a:chExt cx="0" cy="0"/>
        </a:xfrm>
      </p:grpSpPr>
      <p:sp>
        <p:nvSpPr>
          <p:cNvPr id="3802" name="Google Shape;3802;p115"/>
          <p:cNvSpPr/>
          <p:nvPr/>
        </p:nvSpPr>
        <p:spPr>
          <a:xfrm>
            <a:off x="85725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3" name="Google Shape;3803;p115"/>
          <p:cNvSpPr/>
          <p:nvPr/>
        </p:nvSpPr>
        <p:spPr>
          <a:xfrm>
            <a:off x="5145917"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4" name="Google Shape;3804;p115"/>
          <p:cNvSpPr/>
          <p:nvPr/>
        </p:nvSpPr>
        <p:spPr>
          <a:xfrm>
            <a:off x="9434585"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5" name="Google Shape;3805;p115"/>
          <p:cNvSpPr/>
          <p:nvPr/>
        </p:nvSpPr>
        <p:spPr>
          <a:xfrm>
            <a:off x="1371600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6" name="Google Shape;3806;p11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07" name="Google Shape;3807;p115"/>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08" name="Google Shape;3808;p115"/>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809" name="Google Shape;3809;p115"/>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0" name="Google Shape;3810;p115"/>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1" name="Google Shape;3811;p115"/>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2" name="Google Shape;3812;p115"/>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13" name="Google Shape;3813;p11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White">
  <p:cSld name="TITLE_1_1_1_1_1_1_1_1_1_1_1_1_1_1_1_1_1_1_1_1_1_1_1_2_1">
    <p:bg>
      <p:bgPr>
        <a:solidFill>
          <a:srgbClr val="FFFEFE"/>
        </a:solidFill>
      </p:bgPr>
    </p:bg>
    <p:spTree>
      <p:nvGrpSpPr>
        <p:cNvPr id="3814" name="Shape 3814"/>
        <p:cNvGrpSpPr/>
        <p:nvPr/>
      </p:nvGrpSpPr>
      <p:grpSpPr>
        <a:xfrm>
          <a:off x="0" y="0"/>
          <a:ext cx="0" cy="0"/>
          <a:chOff x="0" y="0"/>
          <a:chExt cx="0" cy="0"/>
        </a:xfrm>
      </p:grpSpPr>
      <p:sp>
        <p:nvSpPr>
          <p:cNvPr id="3815" name="Google Shape;3815;p116"/>
          <p:cNvSpPr/>
          <p:nvPr/>
        </p:nvSpPr>
        <p:spPr>
          <a:xfrm>
            <a:off x="85725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6" name="Google Shape;3816;p116"/>
          <p:cNvSpPr/>
          <p:nvPr/>
        </p:nvSpPr>
        <p:spPr>
          <a:xfrm>
            <a:off x="5145917"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7" name="Google Shape;3817;p116"/>
          <p:cNvSpPr/>
          <p:nvPr/>
        </p:nvSpPr>
        <p:spPr>
          <a:xfrm>
            <a:off x="9434585"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8" name="Google Shape;3818;p116"/>
          <p:cNvSpPr/>
          <p:nvPr/>
        </p:nvSpPr>
        <p:spPr>
          <a:xfrm>
            <a:off x="1371600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9" name="Google Shape;3819;p11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3820" name="Google Shape;3820;p11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21" name="Google Shape;3821;p11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822" name="Google Shape;3822;p116"/>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3" name="Google Shape;3823;p116"/>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4" name="Google Shape;3824;p116"/>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5" name="Google Shape;3825;p116"/>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26" name="Google Shape;3826;p11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Astro">
  <p:cSld name="TITLE_1_1_1_1_1_1_1_1_1_1_1_1_1_1_1_1_1_1_1_1_1_1_1_1_3">
    <p:bg>
      <p:bgPr>
        <a:solidFill>
          <a:schemeClr val="accent6"/>
        </a:solidFill>
      </p:bgPr>
    </p:bg>
    <p:spTree>
      <p:nvGrpSpPr>
        <p:cNvPr id="3827" name="Shape 3827"/>
        <p:cNvGrpSpPr/>
        <p:nvPr/>
      </p:nvGrpSpPr>
      <p:grpSpPr>
        <a:xfrm>
          <a:off x="0" y="0"/>
          <a:ext cx="0" cy="0"/>
          <a:chOff x="0" y="0"/>
          <a:chExt cx="0" cy="0"/>
        </a:xfrm>
      </p:grpSpPr>
      <p:pic>
        <p:nvPicPr>
          <p:cNvPr descr="alt=&quot;&quot;" id="3828" name="Google Shape;3828;p117"/>
          <p:cNvPicPr preferRelativeResize="0"/>
          <p:nvPr/>
        </p:nvPicPr>
        <p:blipFill rotWithShape="1">
          <a:blip r:embed="rId2">
            <a:alphaModFix/>
          </a:blip>
          <a:srcRect b="0" l="0" r="0" t="0"/>
          <a:stretch/>
        </p:blipFill>
        <p:spPr>
          <a:xfrm rot="-1107206">
            <a:off x="1389316" y="2684208"/>
            <a:ext cx="485211" cy="491419"/>
          </a:xfrm>
          <a:prstGeom prst="rect">
            <a:avLst/>
          </a:prstGeom>
          <a:noFill/>
          <a:ln>
            <a:noFill/>
          </a:ln>
        </p:spPr>
      </p:pic>
      <p:pic>
        <p:nvPicPr>
          <p:cNvPr descr="alt=&quot;&quot;" id="3829" name="Google Shape;3829;p117"/>
          <p:cNvPicPr preferRelativeResize="0"/>
          <p:nvPr/>
        </p:nvPicPr>
        <p:blipFill rotWithShape="1">
          <a:blip r:embed="rId2">
            <a:alphaModFix/>
          </a:blip>
          <a:srcRect b="0" l="0" r="0" t="0"/>
          <a:stretch/>
        </p:blipFill>
        <p:spPr>
          <a:xfrm rot="613168">
            <a:off x="16191756" y="4305922"/>
            <a:ext cx="339935" cy="344269"/>
          </a:xfrm>
          <a:prstGeom prst="rect">
            <a:avLst/>
          </a:prstGeom>
          <a:noFill/>
          <a:ln>
            <a:noFill/>
          </a:ln>
        </p:spPr>
      </p:pic>
      <p:pic>
        <p:nvPicPr>
          <p:cNvPr id="3830" name="Google Shape;3830;p117" title="astro.png"/>
          <p:cNvPicPr preferRelativeResize="0"/>
          <p:nvPr/>
        </p:nvPicPr>
        <p:blipFill rotWithShape="1">
          <a:blip r:embed="rId3">
            <a:alphaModFix/>
          </a:blip>
          <a:srcRect b="0" l="10" r="10" t="0"/>
          <a:stretch/>
        </p:blipFill>
        <p:spPr>
          <a:xfrm>
            <a:off x="14226100" y="5326975"/>
            <a:ext cx="3498100" cy="4264350"/>
          </a:xfrm>
          <a:prstGeom prst="rect">
            <a:avLst/>
          </a:prstGeom>
          <a:noFill/>
          <a:ln>
            <a:noFill/>
          </a:ln>
        </p:spPr>
      </p:pic>
      <p:sp>
        <p:nvSpPr>
          <p:cNvPr id="3831" name="Google Shape;3831;p117"/>
          <p:cNvSpPr/>
          <p:nvPr/>
        </p:nvSpPr>
        <p:spPr>
          <a:xfrm>
            <a:off x="4544129"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32" name="Google Shape;3832;p117"/>
          <p:cNvSpPr/>
          <p:nvPr/>
        </p:nvSpPr>
        <p:spPr>
          <a:xfrm>
            <a:off x="852137" y="363505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pic>
        <p:nvPicPr>
          <p:cNvPr id="3833" name="Google Shape;3833;p117"/>
          <p:cNvPicPr preferRelativeResize="0"/>
          <p:nvPr/>
        </p:nvPicPr>
        <p:blipFill>
          <a:blip r:embed="rId4">
            <a:alphaModFix/>
          </a:blip>
          <a:stretch>
            <a:fillRect/>
          </a:stretch>
        </p:blipFill>
        <p:spPr>
          <a:xfrm>
            <a:off x="16550000" y="848191"/>
            <a:ext cx="953599" cy="667526"/>
          </a:xfrm>
          <a:prstGeom prst="rect">
            <a:avLst/>
          </a:prstGeom>
          <a:noFill/>
          <a:ln>
            <a:noFill/>
          </a:ln>
        </p:spPr>
      </p:pic>
      <p:pic>
        <p:nvPicPr>
          <p:cNvPr descr="alt=&quot;&quot;" id="3834" name="Google Shape;3834;p117"/>
          <p:cNvPicPr preferRelativeResize="0"/>
          <p:nvPr/>
        </p:nvPicPr>
        <p:blipFill>
          <a:blip r:embed="rId5">
            <a:alphaModFix amt="60000"/>
          </a:blip>
          <a:stretch>
            <a:fillRect/>
          </a:stretch>
        </p:blipFill>
        <p:spPr>
          <a:xfrm>
            <a:off x="852140" y="8019375"/>
            <a:ext cx="3396895" cy="1981876"/>
          </a:xfrm>
          <a:prstGeom prst="rect">
            <a:avLst/>
          </a:prstGeom>
          <a:noFill/>
          <a:ln>
            <a:noFill/>
          </a:ln>
        </p:spPr>
      </p:pic>
      <p:pic>
        <p:nvPicPr>
          <p:cNvPr descr="alt=&quot;&quot;" id="3835" name="Google Shape;3835;p117"/>
          <p:cNvPicPr preferRelativeResize="0"/>
          <p:nvPr/>
        </p:nvPicPr>
        <p:blipFill>
          <a:blip r:embed="rId5">
            <a:alphaModFix amt="60000"/>
          </a:blip>
          <a:stretch>
            <a:fillRect/>
          </a:stretch>
        </p:blipFill>
        <p:spPr>
          <a:xfrm>
            <a:off x="4544131" y="8019375"/>
            <a:ext cx="3396895" cy="1981876"/>
          </a:xfrm>
          <a:prstGeom prst="rect">
            <a:avLst/>
          </a:prstGeom>
          <a:noFill/>
          <a:ln>
            <a:noFill/>
          </a:ln>
        </p:spPr>
      </p:pic>
      <p:pic>
        <p:nvPicPr>
          <p:cNvPr descr="alt=&quot;&quot;" id="3836" name="Google Shape;3836;p117"/>
          <p:cNvPicPr preferRelativeResize="0"/>
          <p:nvPr/>
        </p:nvPicPr>
        <p:blipFill>
          <a:blip r:embed="rId5">
            <a:alphaModFix amt="60000"/>
          </a:blip>
          <a:stretch>
            <a:fillRect/>
          </a:stretch>
        </p:blipFill>
        <p:spPr>
          <a:xfrm>
            <a:off x="8245862" y="8019375"/>
            <a:ext cx="3396895" cy="1981876"/>
          </a:xfrm>
          <a:prstGeom prst="rect">
            <a:avLst/>
          </a:prstGeom>
          <a:noFill/>
          <a:ln>
            <a:noFill/>
          </a:ln>
        </p:spPr>
      </p:pic>
      <p:pic>
        <p:nvPicPr>
          <p:cNvPr descr="alt=&quot;&quot;" id="3837" name="Google Shape;3837;p117"/>
          <p:cNvPicPr preferRelativeResize="0"/>
          <p:nvPr/>
        </p:nvPicPr>
        <p:blipFill>
          <a:blip r:embed="rId5">
            <a:alphaModFix amt="60000"/>
          </a:blip>
          <a:stretch>
            <a:fillRect/>
          </a:stretch>
        </p:blipFill>
        <p:spPr>
          <a:xfrm>
            <a:off x="11964528" y="8019375"/>
            <a:ext cx="3396895" cy="1981876"/>
          </a:xfrm>
          <a:prstGeom prst="rect">
            <a:avLst/>
          </a:prstGeom>
          <a:noFill/>
          <a:ln>
            <a:noFill/>
          </a:ln>
        </p:spPr>
      </p:pic>
      <p:sp>
        <p:nvSpPr>
          <p:cNvPr id="3838" name="Google Shape;3838;p117"/>
          <p:cNvSpPr/>
          <p:nvPr/>
        </p:nvSpPr>
        <p:spPr>
          <a:xfrm>
            <a:off x="8245860"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39" name="Google Shape;3839;p117"/>
          <p:cNvSpPr txBox="1"/>
          <p:nvPr>
            <p:ph type="title"/>
          </p:nvPr>
        </p:nvSpPr>
        <p:spPr>
          <a:xfrm>
            <a:off x="8524013"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40" name="Google Shape;3840;p117"/>
          <p:cNvSpPr/>
          <p:nvPr/>
        </p:nvSpPr>
        <p:spPr>
          <a:xfrm>
            <a:off x="11964525" y="363530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41" name="Google Shape;3841;p117"/>
          <p:cNvSpPr txBox="1"/>
          <p:nvPr>
            <p:ph idx="2" type="title"/>
          </p:nvPr>
        </p:nvSpPr>
        <p:spPr>
          <a:xfrm>
            <a:off x="12231826" y="4722027"/>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42" name="Google Shape;3842;p117"/>
          <p:cNvSpPr/>
          <p:nvPr/>
        </p:nvSpPr>
        <p:spPr>
          <a:xfrm>
            <a:off x="1890287"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3843" name="Google Shape;3843;p117"/>
          <p:cNvSpPr/>
          <p:nvPr/>
        </p:nvSpPr>
        <p:spPr>
          <a:xfrm>
            <a:off x="9292463"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3844" name="Google Shape;3844;p117"/>
          <p:cNvSpPr/>
          <p:nvPr/>
        </p:nvSpPr>
        <p:spPr>
          <a:xfrm>
            <a:off x="13000276"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3845" name="Google Shape;3845;p117"/>
          <p:cNvSpPr/>
          <p:nvPr/>
        </p:nvSpPr>
        <p:spPr>
          <a:xfrm>
            <a:off x="5587138"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pic>
        <p:nvPicPr>
          <p:cNvPr descr="alt=&quot;&quot;" id="3846" name="Google Shape;3846;p117"/>
          <p:cNvPicPr preferRelativeResize="0"/>
          <p:nvPr/>
        </p:nvPicPr>
        <p:blipFill rotWithShape="1">
          <a:blip r:embed="rId2">
            <a:alphaModFix/>
          </a:blip>
          <a:srcRect b="0" l="0" r="0" t="0"/>
          <a:stretch/>
        </p:blipFill>
        <p:spPr>
          <a:xfrm rot="-519600">
            <a:off x="15671379" y="4601860"/>
            <a:ext cx="485211" cy="491419"/>
          </a:xfrm>
          <a:prstGeom prst="rect">
            <a:avLst/>
          </a:prstGeom>
          <a:noFill/>
          <a:ln>
            <a:noFill/>
          </a:ln>
        </p:spPr>
      </p:pic>
      <p:pic>
        <p:nvPicPr>
          <p:cNvPr descr="alt=&quot;&quot;" id="3847" name="Google Shape;3847;p117"/>
          <p:cNvPicPr preferRelativeResize="0"/>
          <p:nvPr/>
        </p:nvPicPr>
        <p:blipFill rotWithShape="1">
          <a:blip r:embed="rId2">
            <a:alphaModFix/>
          </a:blip>
          <a:srcRect b="0" l="0" r="0" t="0"/>
          <a:stretch/>
        </p:blipFill>
        <p:spPr>
          <a:xfrm rot="450588">
            <a:off x="16514704" y="4846289"/>
            <a:ext cx="189095" cy="191530"/>
          </a:xfrm>
          <a:prstGeom prst="rect">
            <a:avLst/>
          </a:prstGeom>
          <a:noFill/>
          <a:ln>
            <a:noFill/>
          </a:ln>
        </p:spPr>
      </p:pic>
      <p:pic>
        <p:nvPicPr>
          <p:cNvPr descr="alt=&quot;&quot;" id="3848" name="Google Shape;3848;p117"/>
          <p:cNvPicPr preferRelativeResize="0"/>
          <p:nvPr/>
        </p:nvPicPr>
        <p:blipFill rotWithShape="1">
          <a:blip r:embed="rId2">
            <a:alphaModFix/>
          </a:blip>
          <a:srcRect b="0" l="0" r="0" t="0"/>
          <a:stretch/>
        </p:blipFill>
        <p:spPr>
          <a:xfrm rot="450588">
            <a:off x="1180359" y="3247550"/>
            <a:ext cx="189095" cy="191530"/>
          </a:xfrm>
          <a:prstGeom prst="rect">
            <a:avLst/>
          </a:prstGeom>
          <a:noFill/>
          <a:ln>
            <a:noFill/>
          </a:ln>
        </p:spPr>
      </p:pic>
      <p:sp>
        <p:nvSpPr>
          <p:cNvPr id="3849" name="Google Shape;3849;p117"/>
          <p:cNvSpPr txBox="1"/>
          <p:nvPr>
            <p:ph idx="1" type="subTitle"/>
          </p:nvPr>
        </p:nvSpPr>
        <p:spPr>
          <a:xfrm>
            <a:off x="844721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0" name="Google Shape;3850;p117"/>
          <p:cNvSpPr txBox="1"/>
          <p:nvPr>
            <p:ph idx="3" type="subTitle"/>
          </p:nvPr>
        </p:nvSpPr>
        <p:spPr>
          <a:xfrm>
            <a:off x="1215502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1" name="Google Shape;3851;p117"/>
          <p:cNvSpPr txBox="1"/>
          <p:nvPr>
            <p:ph idx="4" type="title"/>
          </p:nvPr>
        </p:nvSpPr>
        <p:spPr>
          <a:xfrm>
            <a:off x="4818675"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52" name="Google Shape;3852;p117"/>
          <p:cNvSpPr txBox="1"/>
          <p:nvPr>
            <p:ph idx="5" type="subTitle"/>
          </p:nvPr>
        </p:nvSpPr>
        <p:spPr>
          <a:xfrm>
            <a:off x="4741882"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3" name="Google Shape;3853;p117"/>
          <p:cNvSpPr txBox="1"/>
          <p:nvPr>
            <p:ph idx="6" type="title"/>
          </p:nvPr>
        </p:nvSpPr>
        <p:spPr>
          <a:xfrm>
            <a:off x="1123064"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54" name="Google Shape;3854;p117"/>
          <p:cNvSpPr txBox="1"/>
          <p:nvPr>
            <p:ph idx="7" type="subTitle"/>
          </p:nvPr>
        </p:nvSpPr>
        <p:spPr>
          <a:xfrm>
            <a:off x="1046275"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pic>
        <p:nvPicPr>
          <p:cNvPr descr="alt=&quot;&quot;" id="3855" name="Google Shape;3855;p117"/>
          <p:cNvPicPr preferRelativeResize="0"/>
          <p:nvPr/>
        </p:nvPicPr>
        <p:blipFill>
          <a:blip r:embed="rId5">
            <a:alphaModFix amt="60000"/>
          </a:blip>
          <a:stretch>
            <a:fillRect/>
          </a:stretch>
        </p:blipFill>
        <p:spPr>
          <a:xfrm>
            <a:off x="14354899" y="8743727"/>
            <a:ext cx="2857498" cy="1667169"/>
          </a:xfrm>
          <a:prstGeom prst="rect">
            <a:avLst/>
          </a:prstGeom>
          <a:noFill/>
          <a:ln>
            <a:noFill/>
          </a:ln>
        </p:spPr>
      </p:pic>
      <p:sp>
        <p:nvSpPr>
          <p:cNvPr id="3856" name="Google Shape;3856;p117"/>
          <p:cNvSpPr txBox="1"/>
          <p:nvPr>
            <p:ph idx="8"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57" name="Google Shape;3857;p117"/>
          <p:cNvSpPr txBox="1"/>
          <p:nvPr>
            <p:ph idx="9"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58" name="Google Shape;3858;p117"/>
          <p:cNvSpPr txBox="1"/>
          <p:nvPr>
            <p:ph idx="1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Blue">
  <p:cSld name="TITLE_1_1_1_1_1_1_1_1_1_1_1_1_1_1_1_1_1_1_1_1_1_1_1_1">
    <p:bg>
      <p:bgPr>
        <a:solidFill>
          <a:schemeClr val="accent6"/>
        </a:solidFill>
      </p:bgPr>
    </p:bg>
    <p:spTree>
      <p:nvGrpSpPr>
        <p:cNvPr id="3859" name="Shape 3859"/>
        <p:cNvGrpSpPr/>
        <p:nvPr/>
      </p:nvGrpSpPr>
      <p:grpSpPr>
        <a:xfrm>
          <a:off x="0" y="0"/>
          <a:ext cx="0" cy="0"/>
          <a:chOff x="0" y="0"/>
          <a:chExt cx="0" cy="0"/>
        </a:xfrm>
      </p:grpSpPr>
      <p:sp>
        <p:nvSpPr>
          <p:cNvPr id="3860" name="Google Shape;3860;p118"/>
          <p:cNvSpPr/>
          <p:nvPr/>
        </p:nvSpPr>
        <p:spPr>
          <a:xfrm>
            <a:off x="7641721"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1" name="Google Shape;3861;p118"/>
          <p:cNvSpPr/>
          <p:nvPr/>
        </p:nvSpPr>
        <p:spPr>
          <a:xfrm>
            <a:off x="4249485"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2" name="Google Shape;3862;p118"/>
          <p:cNvSpPr/>
          <p:nvPr/>
        </p:nvSpPr>
        <p:spPr>
          <a:xfrm>
            <a:off x="11033956"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3" name="Google Shape;3863;p118"/>
          <p:cNvSpPr/>
          <p:nvPr/>
        </p:nvSpPr>
        <p:spPr>
          <a:xfrm>
            <a:off x="857250"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4" name="Google Shape;3864;p118"/>
          <p:cNvSpPr/>
          <p:nvPr/>
        </p:nvSpPr>
        <p:spPr>
          <a:xfrm>
            <a:off x="14426175" y="2852550"/>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5" name="Google Shape;3865;p11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66" name="Google Shape;3866;p118"/>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867" name="Google Shape;3867;p118"/>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868" name="Google Shape;3868;p118"/>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869" name="Google Shape;3869;p118"/>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0" name="Google Shape;3870;p118"/>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1" name="Google Shape;3871;p118"/>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2" name="Google Shape;3872;p118"/>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3" name="Google Shape;3873;p118"/>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p:cSld name="TITLE_1_1_1_1_1_1_1_1_1_1_1_1_1_1_1_1_1_1_1_1_1_1_1_1_2_1">
    <p:bg>
      <p:bgPr>
        <a:solidFill>
          <a:srgbClr val="FFFEFE"/>
        </a:solidFill>
      </p:bgPr>
    </p:bg>
    <p:spTree>
      <p:nvGrpSpPr>
        <p:cNvPr id="3874" name="Shape 3874"/>
        <p:cNvGrpSpPr/>
        <p:nvPr/>
      </p:nvGrpSpPr>
      <p:grpSpPr>
        <a:xfrm>
          <a:off x="0" y="0"/>
          <a:ext cx="0" cy="0"/>
          <a:chOff x="0" y="0"/>
          <a:chExt cx="0" cy="0"/>
        </a:xfrm>
      </p:grpSpPr>
      <p:sp>
        <p:nvSpPr>
          <p:cNvPr id="3875" name="Google Shape;3875;p119"/>
          <p:cNvSpPr/>
          <p:nvPr/>
        </p:nvSpPr>
        <p:spPr>
          <a:xfrm>
            <a:off x="7641721"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6" name="Google Shape;3876;p119"/>
          <p:cNvSpPr/>
          <p:nvPr/>
        </p:nvSpPr>
        <p:spPr>
          <a:xfrm>
            <a:off x="4249485"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7" name="Google Shape;3877;p119"/>
          <p:cNvSpPr/>
          <p:nvPr/>
        </p:nvSpPr>
        <p:spPr>
          <a:xfrm>
            <a:off x="11033956"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8" name="Google Shape;3878;p119"/>
          <p:cNvSpPr/>
          <p:nvPr/>
        </p:nvSpPr>
        <p:spPr>
          <a:xfrm>
            <a:off x="857250"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9" name="Google Shape;3879;p119"/>
          <p:cNvSpPr/>
          <p:nvPr/>
        </p:nvSpPr>
        <p:spPr>
          <a:xfrm>
            <a:off x="14426175" y="2852550"/>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80" name="Google Shape;3880;p11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81" name="Google Shape;3881;p11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882" name="Google Shape;3882;p11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883" name="Google Shape;3883;p11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884" name="Google Shape;3884;p119"/>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5" name="Google Shape;3885;p119"/>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6" name="Google Shape;3886;p119"/>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7" name="Google Shape;3887;p119"/>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8" name="Google Shape;3888;p119"/>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p:cSld name="Basic_4_1_3_1_1_1_1_1_1_1_1_1_1_1_1_1_1_1_3_2_1_1_1_2">
    <p:bg>
      <p:bgPr>
        <a:solidFill>
          <a:schemeClr val="accent6"/>
        </a:solidFill>
      </p:bgPr>
    </p:bg>
    <p:spTree>
      <p:nvGrpSpPr>
        <p:cNvPr id="3889" name="Shape 3889"/>
        <p:cNvGrpSpPr/>
        <p:nvPr/>
      </p:nvGrpSpPr>
      <p:grpSpPr>
        <a:xfrm>
          <a:off x="0" y="0"/>
          <a:ext cx="0" cy="0"/>
          <a:chOff x="0" y="0"/>
          <a:chExt cx="0" cy="0"/>
        </a:xfrm>
      </p:grpSpPr>
      <p:sp>
        <p:nvSpPr>
          <p:cNvPr id="3890" name="Google Shape;3890;p120"/>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891" name="Google Shape;3891;p120"/>
          <p:cNvSpPr/>
          <p:nvPr/>
        </p:nvSpPr>
        <p:spPr>
          <a:xfrm>
            <a:off x="9345709"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2" name="Google Shape;3892;p120"/>
          <p:cNvSpPr/>
          <p:nvPr/>
        </p:nvSpPr>
        <p:spPr>
          <a:xfrm>
            <a:off x="5106355"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3" name="Google Shape;3893;p120"/>
          <p:cNvSpPr/>
          <p:nvPr/>
        </p:nvSpPr>
        <p:spPr>
          <a:xfrm>
            <a:off x="13585063"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4" name="Google Shape;3894;p120"/>
          <p:cNvSpPr/>
          <p:nvPr/>
        </p:nvSpPr>
        <p:spPr>
          <a:xfrm>
            <a:off x="867001"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5" name="Google Shape;3895;p120"/>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6" name="Google Shape;3896;p120"/>
          <p:cNvSpPr txBox="1"/>
          <p:nvPr>
            <p:ph type="title"/>
          </p:nvPr>
        </p:nvSpPr>
        <p:spPr>
          <a:xfrm>
            <a:off x="1138000"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97" name="Google Shape;3897;p120"/>
          <p:cNvSpPr txBox="1"/>
          <p:nvPr>
            <p:ph idx="2" type="body"/>
          </p:nvPr>
        </p:nvSpPr>
        <p:spPr>
          <a:xfrm>
            <a:off x="11380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898" name="Google Shape;3898;p120"/>
          <p:cNvSpPr txBox="1"/>
          <p:nvPr>
            <p:ph idx="3" type="title"/>
          </p:nvPr>
        </p:nvSpPr>
        <p:spPr>
          <a:xfrm>
            <a:off x="5377374"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99" name="Google Shape;3899;p120"/>
          <p:cNvSpPr txBox="1"/>
          <p:nvPr>
            <p:ph idx="4" type="body"/>
          </p:nvPr>
        </p:nvSpPr>
        <p:spPr>
          <a:xfrm>
            <a:off x="5368437"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0" name="Google Shape;3900;p120"/>
          <p:cNvSpPr txBox="1"/>
          <p:nvPr>
            <p:ph idx="5" type="title"/>
          </p:nvPr>
        </p:nvSpPr>
        <p:spPr>
          <a:xfrm>
            <a:off x="9616737"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1" name="Google Shape;3901;p120"/>
          <p:cNvSpPr txBox="1"/>
          <p:nvPr>
            <p:ph idx="6" type="body"/>
          </p:nvPr>
        </p:nvSpPr>
        <p:spPr>
          <a:xfrm>
            <a:off x="9607799"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2" name="Google Shape;3902;p120"/>
          <p:cNvSpPr txBox="1"/>
          <p:nvPr>
            <p:ph idx="7" type="title"/>
          </p:nvPr>
        </p:nvSpPr>
        <p:spPr>
          <a:xfrm>
            <a:off x="13831638"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3" name="Google Shape;3903;p120"/>
          <p:cNvSpPr txBox="1"/>
          <p:nvPr>
            <p:ph idx="8" type="body"/>
          </p:nvPr>
        </p:nvSpPr>
        <p:spPr>
          <a:xfrm>
            <a:off x="138227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4" name="Google Shape;3904;p120"/>
          <p:cNvSpPr txBox="1"/>
          <p:nvPr>
            <p:ph idx="9"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5" name="Google Shape;3905;p120"/>
          <p:cNvSpPr txBox="1"/>
          <p:nvPr>
            <p:ph idx="13"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6" name="Google Shape;3906;p120"/>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07" name="Google Shape;3907;p12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p:cSld name="Basic_4_1_3_1_1_1_1_1_1_1_1_1_1_1_1_1_1_1_3_2_1_1_1_1_1">
    <p:bg>
      <p:bgPr>
        <a:solidFill>
          <a:schemeClr val="accent6"/>
        </a:solidFill>
      </p:bgPr>
    </p:bg>
    <p:spTree>
      <p:nvGrpSpPr>
        <p:cNvPr id="3908" name="Shape 3908"/>
        <p:cNvGrpSpPr/>
        <p:nvPr/>
      </p:nvGrpSpPr>
      <p:grpSpPr>
        <a:xfrm>
          <a:off x="0" y="0"/>
          <a:ext cx="0" cy="0"/>
          <a:chOff x="0" y="0"/>
          <a:chExt cx="0" cy="0"/>
        </a:xfrm>
      </p:grpSpPr>
      <p:sp>
        <p:nvSpPr>
          <p:cNvPr id="3909" name="Google Shape;3909;p121"/>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910" name="Google Shape;3910;p121"/>
          <p:cNvSpPr/>
          <p:nvPr/>
        </p:nvSpPr>
        <p:spPr>
          <a:xfrm>
            <a:off x="12227453"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1" name="Google Shape;3911;p121"/>
          <p:cNvSpPr/>
          <p:nvPr/>
        </p:nvSpPr>
        <p:spPr>
          <a:xfrm>
            <a:off x="881386"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2" name="Google Shape;3912;p121"/>
          <p:cNvSpPr/>
          <p:nvPr/>
        </p:nvSpPr>
        <p:spPr>
          <a:xfrm>
            <a:off x="6554419"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3" name="Google Shape;3913;p121"/>
          <p:cNvSpPr/>
          <p:nvPr/>
        </p:nvSpPr>
        <p:spPr>
          <a:xfrm>
            <a:off x="12210405"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4" name="Google Shape;3914;p121"/>
          <p:cNvSpPr/>
          <p:nvPr/>
        </p:nvSpPr>
        <p:spPr>
          <a:xfrm>
            <a:off x="864338"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5" name="Google Shape;3915;p121"/>
          <p:cNvSpPr/>
          <p:nvPr/>
        </p:nvSpPr>
        <p:spPr>
          <a:xfrm>
            <a:off x="6537371"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6" name="Google Shape;3916;p121"/>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17" name="Google Shape;3917;p121"/>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18" name="Google Shape;3918;p121"/>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19" name="Google Shape;3919;p121"/>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0" name="Google Shape;3920;p121"/>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1" name="Google Shape;3921;p121"/>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2" name="Google Shape;3922;p121"/>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3" name="Google Shape;3923;p121"/>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4" name="Google Shape;3924;p121"/>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5" name="Google Shape;3925;p121"/>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6" name="Google Shape;3926;p121"/>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7" name="Google Shape;3927;p121"/>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8" name="Google Shape;3928;p121"/>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29" name="Google Shape;3929;p12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mall Cards 1">
  <p:cSld name="TITLE_1_1_1_1_1_1_2_2_1">
    <p:bg>
      <p:bgPr>
        <a:solidFill>
          <a:schemeClr val="accent6"/>
        </a:solidFill>
      </p:bgPr>
    </p:bg>
    <p:spTree>
      <p:nvGrpSpPr>
        <p:cNvPr id="3930" name="Shape 3930"/>
        <p:cNvGrpSpPr/>
        <p:nvPr/>
      </p:nvGrpSpPr>
      <p:grpSpPr>
        <a:xfrm>
          <a:off x="0" y="0"/>
          <a:ext cx="0" cy="0"/>
          <a:chOff x="0" y="0"/>
          <a:chExt cx="0" cy="0"/>
        </a:xfrm>
      </p:grpSpPr>
      <p:sp>
        <p:nvSpPr>
          <p:cNvPr id="3931" name="Google Shape;3931;p12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pic>
        <p:nvPicPr>
          <p:cNvPr id="3932" name="Google Shape;3932;p12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933" name="Google Shape;3933;p122"/>
          <p:cNvSpPr/>
          <p:nvPr/>
        </p:nvSpPr>
        <p:spPr>
          <a:xfrm>
            <a:off x="9354675"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4" name="Google Shape;3934;p122"/>
          <p:cNvSpPr/>
          <p:nvPr/>
        </p:nvSpPr>
        <p:spPr>
          <a:xfrm>
            <a:off x="9354675"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5" name="Google Shape;3935;p122"/>
          <p:cNvSpPr/>
          <p:nvPr/>
        </p:nvSpPr>
        <p:spPr>
          <a:xfrm>
            <a:off x="9354675"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6" name="Google Shape;3936;p122"/>
          <p:cNvSpPr/>
          <p:nvPr/>
        </p:nvSpPr>
        <p:spPr>
          <a:xfrm>
            <a:off x="857250"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7" name="Google Shape;3937;p122"/>
          <p:cNvSpPr/>
          <p:nvPr/>
        </p:nvSpPr>
        <p:spPr>
          <a:xfrm>
            <a:off x="857250"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8" name="Google Shape;3938;p122"/>
          <p:cNvSpPr/>
          <p:nvPr/>
        </p:nvSpPr>
        <p:spPr>
          <a:xfrm>
            <a:off x="857250"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9" name="Google Shape;3939;p122"/>
          <p:cNvSpPr txBox="1"/>
          <p:nvPr>
            <p:ph idx="1"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940" name="Google Shape;3940;p122"/>
          <p:cNvSpPr txBox="1"/>
          <p:nvPr>
            <p:ph idx="2" type="subTitle"/>
          </p:nvPr>
        </p:nvSpPr>
        <p:spPr>
          <a:xfrm>
            <a:off x="857250" y="1704975"/>
            <a:ext cx="151449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p:txBody>
      </p:sp>
      <p:sp>
        <p:nvSpPr>
          <p:cNvPr id="3941" name="Google Shape;3941;p122"/>
          <p:cNvSpPr txBox="1"/>
          <p:nvPr>
            <p:ph idx="3" type="body"/>
          </p:nvPr>
        </p:nvSpPr>
        <p:spPr>
          <a:xfrm>
            <a:off x="1110000"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2" name="Google Shape;3942;p122"/>
          <p:cNvSpPr txBox="1"/>
          <p:nvPr>
            <p:ph idx="4" type="body"/>
          </p:nvPr>
        </p:nvSpPr>
        <p:spPr>
          <a:xfrm>
            <a:off x="9642675"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3" name="Google Shape;3943;p122"/>
          <p:cNvSpPr txBox="1"/>
          <p:nvPr>
            <p:ph idx="5" type="body"/>
          </p:nvPr>
        </p:nvSpPr>
        <p:spPr>
          <a:xfrm>
            <a:off x="1110000"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4" name="Google Shape;3944;p122"/>
          <p:cNvSpPr txBox="1"/>
          <p:nvPr>
            <p:ph idx="6" type="body"/>
          </p:nvPr>
        </p:nvSpPr>
        <p:spPr>
          <a:xfrm>
            <a:off x="9642675"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5" name="Google Shape;3945;p122"/>
          <p:cNvSpPr txBox="1"/>
          <p:nvPr>
            <p:ph idx="7" type="body"/>
          </p:nvPr>
        </p:nvSpPr>
        <p:spPr>
          <a:xfrm>
            <a:off x="1110000"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6" name="Google Shape;3946;p122"/>
          <p:cNvSpPr txBox="1"/>
          <p:nvPr>
            <p:ph idx="8" type="body"/>
          </p:nvPr>
        </p:nvSpPr>
        <p:spPr>
          <a:xfrm>
            <a:off x="9642675"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Next Steps - Blue">
  <p:cSld name="TITLE_1_1_1_1_1_1_4">
    <p:bg>
      <p:bgPr>
        <a:solidFill>
          <a:schemeClr val="accent6"/>
        </a:solidFill>
      </p:bgPr>
    </p:bg>
    <p:spTree>
      <p:nvGrpSpPr>
        <p:cNvPr id="3947" name="Shape 3947"/>
        <p:cNvGrpSpPr/>
        <p:nvPr/>
      </p:nvGrpSpPr>
      <p:grpSpPr>
        <a:xfrm>
          <a:off x="0" y="0"/>
          <a:ext cx="0" cy="0"/>
          <a:chOff x="0" y="0"/>
          <a:chExt cx="0" cy="0"/>
        </a:xfrm>
      </p:grpSpPr>
      <p:sp>
        <p:nvSpPr>
          <p:cNvPr id="3948" name="Google Shape;3948;p12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49" name="Google Shape;3949;p12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950" name="Google Shape;3950;p123"/>
          <p:cNvSpPr/>
          <p:nvPr/>
        </p:nvSpPr>
        <p:spPr>
          <a:xfrm>
            <a:off x="857250" y="21053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1" name="Google Shape;3951;p123"/>
          <p:cNvSpPr/>
          <p:nvPr/>
        </p:nvSpPr>
        <p:spPr>
          <a:xfrm>
            <a:off x="857250" y="39140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2" name="Google Shape;3952;p123"/>
          <p:cNvSpPr/>
          <p:nvPr/>
        </p:nvSpPr>
        <p:spPr>
          <a:xfrm>
            <a:off x="857250" y="57227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3" name="Google Shape;3953;p123"/>
          <p:cNvSpPr/>
          <p:nvPr/>
        </p:nvSpPr>
        <p:spPr>
          <a:xfrm>
            <a:off x="857250" y="75314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4" name="Google Shape;3954;p123"/>
          <p:cNvSpPr txBox="1"/>
          <p:nvPr>
            <p:ph idx="2" type="title"/>
          </p:nvPr>
        </p:nvSpPr>
        <p:spPr>
          <a:xfrm>
            <a:off x="2493675" y="217934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55" name="Google Shape;3955;p123"/>
          <p:cNvSpPr txBox="1"/>
          <p:nvPr>
            <p:ph idx="1" type="body"/>
          </p:nvPr>
        </p:nvSpPr>
        <p:spPr>
          <a:xfrm>
            <a:off x="2493675" y="289464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56" name="Google Shape;3956;p123"/>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957" name="Google Shape;3957;p123"/>
          <p:cNvSpPr txBox="1"/>
          <p:nvPr>
            <p:ph idx="4" type="title"/>
          </p:nvPr>
        </p:nvSpPr>
        <p:spPr>
          <a:xfrm>
            <a:off x="2493675" y="39953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58" name="Google Shape;3958;p123"/>
          <p:cNvSpPr txBox="1"/>
          <p:nvPr>
            <p:ph idx="5" type="body"/>
          </p:nvPr>
        </p:nvSpPr>
        <p:spPr>
          <a:xfrm>
            <a:off x="2493675" y="47106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59" name="Google Shape;3959;p123"/>
          <p:cNvSpPr txBox="1"/>
          <p:nvPr>
            <p:ph idx="6" type="title"/>
          </p:nvPr>
        </p:nvSpPr>
        <p:spPr>
          <a:xfrm>
            <a:off x="2493675" y="582172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60" name="Google Shape;3960;p123"/>
          <p:cNvSpPr txBox="1"/>
          <p:nvPr>
            <p:ph idx="7" type="body"/>
          </p:nvPr>
        </p:nvSpPr>
        <p:spPr>
          <a:xfrm>
            <a:off x="2493675" y="653702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61" name="Google Shape;3961;p123"/>
          <p:cNvSpPr txBox="1"/>
          <p:nvPr>
            <p:ph idx="8" type="title"/>
          </p:nvPr>
        </p:nvSpPr>
        <p:spPr>
          <a:xfrm>
            <a:off x="2493675" y="76127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62" name="Google Shape;3962;p123"/>
          <p:cNvSpPr txBox="1"/>
          <p:nvPr>
            <p:ph idx="9" type="body"/>
          </p:nvPr>
        </p:nvSpPr>
        <p:spPr>
          <a:xfrm>
            <a:off x="2493675" y="83280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Quote 1">
  <p:cSld name="TITLE_1_1_1_1_1_1_1_1_1_1_1_1_1_1_1_1_1_1_1_1_1_1_1_1_1_1">
    <p:bg>
      <p:bgPr>
        <a:gradFill>
          <a:gsLst>
            <a:gs pos="0">
              <a:srgbClr val="90D0FE"/>
            </a:gs>
            <a:gs pos="100000">
              <a:srgbClr val="EAF5FE"/>
            </a:gs>
          </a:gsLst>
          <a:lin ang="16198662" scaled="0"/>
        </a:gradFill>
      </p:bgPr>
    </p:bg>
    <p:spTree>
      <p:nvGrpSpPr>
        <p:cNvPr id="3963" name="Shape 3963"/>
        <p:cNvGrpSpPr/>
        <p:nvPr/>
      </p:nvGrpSpPr>
      <p:grpSpPr>
        <a:xfrm>
          <a:off x="0" y="0"/>
          <a:ext cx="0" cy="0"/>
          <a:chOff x="0" y="0"/>
          <a:chExt cx="0" cy="0"/>
        </a:xfrm>
      </p:grpSpPr>
      <p:pic>
        <p:nvPicPr>
          <p:cNvPr id="3964" name="Google Shape;3964;p124"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65" name="Google Shape;3965;p124"/>
          <p:cNvSpPr/>
          <p:nvPr/>
        </p:nvSpPr>
        <p:spPr>
          <a:xfrm>
            <a:off x="857250" y="1732862"/>
            <a:ext cx="14910857" cy="6839424"/>
          </a:xfrm>
          <a:custGeom>
            <a:rect b="b" l="l" r="r" t="t"/>
            <a:pathLst>
              <a:path extrusionOk="0" h="21600" w="21539">
                <a:moveTo>
                  <a:pt x="0" y="902"/>
                </a:moveTo>
                <a:cubicBezTo>
                  <a:pt x="0" y="653"/>
                  <a:pt x="46" y="428"/>
                  <a:pt x="121" y="264"/>
                </a:cubicBezTo>
                <a:cubicBezTo>
                  <a:pt x="196" y="101"/>
                  <a:pt x="299" y="0"/>
                  <a:pt x="413" y="0"/>
                </a:cubicBezTo>
                <a:lnTo>
                  <a:pt x="21121" y="0"/>
                </a:lnTo>
                <a:cubicBezTo>
                  <a:pt x="21406" y="9"/>
                  <a:pt x="21600" y="619"/>
                  <a:pt x="21522" y="1216"/>
                </a:cubicBezTo>
                <a:cubicBezTo>
                  <a:pt x="21125" y="4240"/>
                  <a:pt x="20888" y="7447"/>
                  <a:pt x="20885" y="10771"/>
                </a:cubicBezTo>
                <a:cubicBezTo>
                  <a:pt x="20883" y="14116"/>
                  <a:pt x="21125" y="17341"/>
                  <a:pt x="21522" y="20384"/>
                </a:cubicBezTo>
                <a:cubicBezTo>
                  <a:pt x="21600" y="20981"/>
                  <a:pt x="21405" y="21590"/>
                  <a:pt x="21121" y="21600"/>
                </a:cubicBezTo>
                <a:lnTo>
                  <a:pt x="413" y="21600"/>
                </a:lnTo>
                <a:cubicBezTo>
                  <a:pt x="299" y="21600"/>
                  <a:pt x="196" y="21499"/>
                  <a:pt x="121" y="21336"/>
                </a:cubicBezTo>
                <a:cubicBezTo>
                  <a:pt x="46"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66" name="Google Shape;3966;p124" title="Salesforce logo"/>
          <p:cNvPicPr preferRelativeResize="0"/>
          <p:nvPr/>
        </p:nvPicPr>
        <p:blipFill rotWithShape="1">
          <a:blip r:embed="rId3">
            <a:alphaModFix/>
          </a:blip>
          <a:srcRect b="0" l="0" r="0" t="0"/>
          <a:stretch/>
        </p:blipFill>
        <p:spPr>
          <a:xfrm>
            <a:off x="16549999" y="848190"/>
            <a:ext cx="953601" cy="667642"/>
          </a:xfrm>
          <a:prstGeom prst="rect">
            <a:avLst/>
          </a:prstGeom>
          <a:noFill/>
          <a:ln>
            <a:noFill/>
          </a:ln>
        </p:spPr>
      </p:pic>
      <p:sp>
        <p:nvSpPr>
          <p:cNvPr id="3967" name="Google Shape;3967;p124"/>
          <p:cNvSpPr txBox="1"/>
          <p:nvPr>
            <p:ph type="title"/>
          </p:nvPr>
        </p:nvSpPr>
        <p:spPr>
          <a:xfrm>
            <a:off x="1333500" y="2400300"/>
            <a:ext cx="13239900" cy="46671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grpSp>
        <p:nvGrpSpPr>
          <p:cNvPr id="3968" name="Google Shape;3968;p124"/>
          <p:cNvGrpSpPr/>
          <p:nvPr/>
        </p:nvGrpSpPr>
        <p:grpSpPr>
          <a:xfrm>
            <a:off x="1333500" y="997673"/>
            <a:ext cx="1278450" cy="1211850"/>
            <a:chOff x="0" y="0"/>
            <a:chExt cx="1704600" cy="1615800"/>
          </a:xfrm>
        </p:grpSpPr>
        <p:sp>
          <p:nvSpPr>
            <p:cNvPr id="3969" name="Google Shape;3969;p124"/>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70" name="Google Shape;3970;p124"/>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71" name="Google Shape;3971;p124"/>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3972" name="Google Shape;3972;p124"/>
          <p:cNvSpPr/>
          <p:nvPr/>
        </p:nvSpPr>
        <p:spPr>
          <a:xfrm>
            <a:off x="1566796"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3973" name="Google Shape;3973;p124" title="BE-MVP-Icon-Spark_Redux_V3_RIGHT_yellow.png"/>
          <p:cNvPicPr preferRelativeResize="0"/>
          <p:nvPr/>
        </p:nvPicPr>
        <p:blipFill rotWithShape="1">
          <a:blip r:embed="rId4">
            <a:alphaModFix/>
          </a:blip>
          <a:srcRect b="0" l="22394" r="8488" t="0"/>
          <a:stretch/>
        </p:blipFill>
        <p:spPr>
          <a:xfrm>
            <a:off x="-3475" y="2091850"/>
            <a:ext cx="603525" cy="931975"/>
          </a:xfrm>
          <a:prstGeom prst="rect">
            <a:avLst/>
          </a:prstGeom>
          <a:noFill/>
          <a:ln>
            <a:noFill/>
          </a:ln>
        </p:spPr>
      </p:pic>
      <p:pic>
        <p:nvPicPr>
          <p:cNvPr id="3974" name="Google Shape;3974;p124"/>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3975" name="Google Shape;3975;p124"/>
          <p:cNvSpPr txBox="1"/>
          <p:nvPr>
            <p:ph idx="1" type="subTitle"/>
          </p:nvPr>
        </p:nvSpPr>
        <p:spPr>
          <a:xfrm>
            <a:off x="1333500" y="7610475"/>
            <a:ext cx="13239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3000"/>
              <a:buNone/>
              <a:defRPr sz="3000"/>
            </a:lvl2pPr>
            <a:lvl3pPr lvl="2">
              <a:spcBef>
                <a:spcPts val="1800"/>
              </a:spcBef>
              <a:spcAft>
                <a:spcPts val="0"/>
              </a:spcAft>
              <a:buSzPts val="3000"/>
              <a:buNone/>
              <a:defRPr sz="3000"/>
            </a:lvl3pPr>
            <a:lvl4pPr lvl="3">
              <a:spcBef>
                <a:spcPts val="1800"/>
              </a:spcBef>
              <a:spcAft>
                <a:spcPts val="0"/>
              </a:spcAft>
              <a:buSzPts val="3000"/>
              <a:buNone/>
              <a:defRPr sz="3000"/>
            </a:lvl4pPr>
            <a:lvl5pPr lvl="4">
              <a:spcBef>
                <a:spcPts val="1800"/>
              </a:spcBef>
              <a:spcAft>
                <a:spcPts val="0"/>
              </a:spcAft>
              <a:buSzPts val="3000"/>
              <a:buNone/>
              <a:defRPr sz="3000"/>
            </a:lvl5pPr>
            <a:lvl6pPr lvl="5">
              <a:spcBef>
                <a:spcPts val="1800"/>
              </a:spcBef>
              <a:spcAft>
                <a:spcPts val="0"/>
              </a:spcAft>
              <a:buSzPts val="3000"/>
              <a:buNone/>
              <a:defRPr sz="3000"/>
            </a:lvl6pPr>
            <a:lvl7pPr lvl="6">
              <a:spcBef>
                <a:spcPts val="1800"/>
              </a:spcBef>
              <a:spcAft>
                <a:spcPts val="0"/>
              </a:spcAft>
              <a:buSzPts val="3000"/>
              <a:buNone/>
              <a:defRPr sz="3000"/>
            </a:lvl7pPr>
            <a:lvl8pPr lvl="7">
              <a:spcBef>
                <a:spcPts val="1800"/>
              </a:spcBef>
              <a:spcAft>
                <a:spcPts val="0"/>
              </a:spcAft>
              <a:buSzPts val="3000"/>
              <a:buNone/>
              <a:defRPr sz="3000"/>
            </a:lvl8pPr>
            <a:lvl9pPr lvl="8">
              <a:spcBef>
                <a:spcPts val="1800"/>
              </a:spcBef>
              <a:spcAft>
                <a:spcPts val="1800"/>
              </a:spcAft>
              <a:buSzPts val="3000"/>
              <a:buNone/>
              <a:defRPr sz="3000"/>
            </a:lvl9pPr>
          </a:lstStyle>
          <a:p/>
        </p:txBody>
      </p:sp>
      <p:pic>
        <p:nvPicPr>
          <p:cNvPr id="3976" name="Google Shape;3976;p124" title="BE-MVP-Icon-Spark_Redux_V3_STRAIGHT_yellow.png"/>
          <p:cNvPicPr preferRelativeResize="0"/>
          <p:nvPr/>
        </p:nvPicPr>
        <p:blipFill rotWithShape="1">
          <a:blip r:embed="rId6">
            <a:alphaModFix/>
          </a:blip>
          <a:srcRect b="2553" l="0" r="0" t="2553"/>
          <a:stretch/>
        </p:blipFill>
        <p:spPr>
          <a:xfrm rot="498582">
            <a:off x="13806739" y="8151217"/>
            <a:ext cx="966926" cy="979298"/>
          </a:xfrm>
          <a:prstGeom prst="rect">
            <a:avLst/>
          </a:prstGeom>
          <a:noFill/>
          <a:ln>
            <a:noFill/>
          </a:ln>
        </p:spPr>
      </p:pic>
      <p:pic>
        <p:nvPicPr>
          <p:cNvPr id="3977" name="Google Shape;3977;p124" title="BE-MVP-Icon-Spark_Redux_V3_LEFT_yellow.png"/>
          <p:cNvPicPr preferRelativeResize="0"/>
          <p:nvPr/>
        </p:nvPicPr>
        <p:blipFill rotWithShape="1">
          <a:blip r:embed="rId7">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p:cSld name="TITLE_1_1_1_1_1_1_1_1_1_1_1_1_1_1_1_1_1_1_1_1_1_1_1_1_1_1_1">
    <p:bg>
      <p:bgPr>
        <a:solidFill>
          <a:srgbClr val="CFE9FE"/>
        </a:solidFill>
      </p:bgPr>
    </p:bg>
    <p:spTree>
      <p:nvGrpSpPr>
        <p:cNvPr id="3978" name="Shape 3978"/>
        <p:cNvGrpSpPr/>
        <p:nvPr/>
      </p:nvGrpSpPr>
      <p:grpSpPr>
        <a:xfrm>
          <a:off x="0" y="0"/>
          <a:ext cx="0" cy="0"/>
          <a:chOff x="0" y="0"/>
          <a:chExt cx="0" cy="0"/>
        </a:xfrm>
      </p:grpSpPr>
      <p:pic>
        <p:nvPicPr>
          <p:cNvPr id="3979" name="Google Shape;3979;p12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80" name="Google Shape;3980;p125"/>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pic>
        <p:nvPicPr>
          <p:cNvPr id="3981" name="Google Shape;3981;p125"/>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Statement 2">
  <p:cSld name="TITLE_1_1_1_1_1_1_1_1_1_1_1_1_1_1_1_1_1_1_1_1_1_1_1_1_1_1_1_1">
    <p:bg>
      <p:bgPr>
        <a:gradFill>
          <a:gsLst>
            <a:gs pos="0">
              <a:srgbClr val="90D0FE"/>
            </a:gs>
            <a:gs pos="100000">
              <a:srgbClr val="EAF5FE"/>
            </a:gs>
          </a:gsLst>
          <a:lin ang="16198662" scaled="0"/>
        </a:gradFill>
      </p:bgPr>
    </p:bg>
    <p:spTree>
      <p:nvGrpSpPr>
        <p:cNvPr id="3982" name="Shape 3982"/>
        <p:cNvGrpSpPr/>
        <p:nvPr/>
      </p:nvGrpSpPr>
      <p:grpSpPr>
        <a:xfrm>
          <a:off x="0" y="0"/>
          <a:ext cx="0" cy="0"/>
          <a:chOff x="0" y="0"/>
          <a:chExt cx="0" cy="0"/>
        </a:xfrm>
      </p:grpSpPr>
      <p:pic>
        <p:nvPicPr>
          <p:cNvPr id="3983" name="Google Shape;3983;p126"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84" name="Google Shape;3984;p126"/>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85" name="Google Shape;3985;p126"/>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3986" name="Google Shape;3986;p126"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3987" name="Google Shape;3987;p126"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3988" name="Google Shape;3988;p126"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3989" name="Google Shape;3989;p126"/>
          <p:cNvSpPr txBox="1"/>
          <p:nvPr>
            <p:ph type="title"/>
          </p:nvPr>
        </p:nvSpPr>
        <p:spPr>
          <a:xfrm>
            <a:off x="1333500" y="2314575"/>
            <a:ext cx="12954000" cy="47148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3990" name="Google Shape;3990;p126"/>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3991" name="Google Shape;3991;p126"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p:cSld name="TITLE_1_1_1_1_1_1_1_1_1_1_1_1_1_1_1_1_1_1_1_1_1_1_1_1_1_1_1_1_3">
    <p:bg>
      <p:bgPr>
        <a:solidFill>
          <a:srgbClr val="CFE9FE"/>
        </a:solidFill>
      </p:bgPr>
    </p:bg>
    <p:spTree>
      <p:nvGrpSpPr>
        <p:cNvPr id="3992" name="Shape 3992"/>
        <p:cNvGrpSpPr/>
        <p:nvPr/>
      </p:nvGrpSpPr>
      <p:grpSpPr>
        <a:xfrm>
          <a:off x="0" y="0"/>
          <a:ext cx="0" cy="0"/>
          <a:chOff x="0" y="0"/>
          <a:chExt cx="0" cy="0"/>
        </a:xfrm>
      </p:grpSpPr>
      <p:pic>
        <p:nvPicPr>
          <p:cNvPr id="3993" name="Google Shape;3993;p12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3994" name="Google Shape;3994;p127" title="Blue_shadow.png"/>
          <p:cNvPicPr preferRelativeResize="0"/>
          <p:nvPr/>
        </p:nvPicPr>
        <p:blipFill>
          <a:blip r:embed="rId3">
            <a:alphaModFix/>
          </a:blip>
          <a:stretch>
            <a:fillRect/>
          </a:stretch>
        </p:blipFill>
        <p:spPr>
          <a:xfrm>
            <a:off x="868675" y="8802925"/>
            <a:ext cx="14619324" cy="676275"/>
          </a:xfrm>
          <a:prstGeom prst="rect">
            <a:avLst/>
          </a:prstGeom>
          <a:noFill/>
          <a:ln>
            <a:noFill/>
          </a:ln>
        </p:spPr>
      </p:pic>
      <p:sp>
        <p:nvSpPr>
          <p:cNvPr id="3995" name="Google Shape;3995;p127"/>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96" name="Google Shape;3996;p127"/>
          <p:cNvPicPr preferRelativeResize="0"/>
          <p:nvPr/>
        </p:nvPicPr>
        <p:blipFill>
          <a:blip r:embed="rId4">
            <a:alphaModFix/>
          </a:blip>
          <a:stretch>
            <a:fillRect/>
          </a:stretch>
        </p:blipFill>
        <p:spPr>
          <a:xfrm>
            <a:off x="16550000" y="848191"/>
            <a:ext cx="953599" cy="667523"/>
          </a:xfrm>
          <a:prstGeom prst="rect">
            <a:avLst/>
          </a:prstGeom>
          <a:noFill/>
          <a:ln>
            <a:noFill/>
          </a:ln>
        </p:spPr>
      </p:pic>
      <p:pic>
        <p:nvPicPr>
          <p:cNvPr id="3997" name="Google Shape;3997;p127" title="BE-MVP-Icon-Spark_Redux_V3_STRAIGHT_yellow.png"/>
          <p:cNvPicPr preferRelativeResize="0"/>
          <p:nvPr/>
        </p:nvPicPr>
        <p:blipFill rotWithShape="1">
          <a:blip r:embed="rId5">
            <a:alphaModFix/>
          </a:blip>
          <a:srcRect b="2553" l="0" r="0" t="2553"/>
          <a:stretch/>
        </p:blipFill>
        <p:spPr>
          <a:xfrm rot="498582">
            <a:off x="13806739" y="8151217"/>
            <a:ext cx="966926" cy="979298"/>
          </a:xfrm>
          <a:prstGeom prst="rect">
            <a:avLst/>
          </a:prstGeom>
          <a:noFill/>
          <a:ln>
            <a:noFill/>
          </a:ln>
        </p:spPr>
      </p:pic>
      <p:pic>
        <p:nvPicPr>
          <p:cNvPr id="3998" name="Google Shape;3998;p127" title="BE-MVP-Icon-Spark_Redux_V3_STRAIGHT_yellow.png"/>
          <p:cNvPicPr preferRelativeResize="0"/>
          <p:nvPr/>
        </p:nvPicPr>
        <p:blipFill rotWithShape="1">
          <a:blip r:embed="rId5">
            <a:alphaModFix/>
          </a:blip>
          <a:srcRect b="2553" l="0" r="0" t="2553"/>
          <a:stretch/>
        </p:blipFill>
        <p:spPr>
          <a:xfrm rot="-1459507">
            <a:off x="2495168" y="1072918"/>
            <a:ext cx="495528" cy="501868"/>
          </a:xfrm>
          <a:prstGeom prst="rect">
            <a:avLst/>
          </a:prstGeom>
          <a:noFill/>
          <a:ln>
            <a:noFill/>
          </a:ln>
        </p:spPr>
      </p:pic>
      <p:pic>
        <p:nvPicPr>
          <p:cNvPr id="3999" name="Google Shape;3999;p127" title="BE-MVP-Icon-Spark_Redux_V3_LEFT_yellow.png"/>
          <p:cNvPicPr preferRelativeResize="0"/>
          <p:nvPr/>
        </p:nvPicPr>
        <p:blipFill rotWithShape="1">
          <a:blip r:embed="rId6">
            <a:alphaModFix/>
          </a:blip>
          <a:srcRect b="2553" l="0" r="0" t="2553"/>
          <a:stretch/>
        </p:blipFill>
        <p:spPr>
          <a:xfrm rot="-1459490">
            <a:off x="1926380" y="1034195"/>
            <a:ext cx="248485" cy="251664"/>
          </a:xfrm>
          <a:prstGeom prst="rect">
            <a:avLst/>
          </a:prstGeom>
          <a:noFill/>
          <a:ln>
            <a:noFill/>
          </a:ln>
        </p:spPr>
      </p:pic>
      <p:sp>
        <p:nvSpPr>
          <p:cNvPr id="4000" name="Google Shape;4000;p127"/>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01" name="Google Shape;4001;p127"/>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02" name="Google Shape;4002;p127" title="BE-MVP-Icon-Spark_Redux_V3_LEFT_yellow.png"/>
          <p:cNvPicPr preferRelativeResize="0"/>
          <p:nvPr/>
        </p:nvPicPr>
        <p:blipFill rotWithShape="1">
          <a:blip r:embed="rId6">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1">
  <p:cSld name="TITLE_1_1_1_1_1_1_1_1_1_1_1_1_1_1_1_1_1_1_1_1_1_1_1_1_1_1_1_1_3_1">
    <p:bg>
      <p:bgPr>
        <a:solidFill>
          <a:srgbClr val="066AFE"/>
        </a:solidFill>
      </p:bgPr>
    </p:bg>
    <p:spTree>
      <p:nvGrpSpPr>
        <p:cNvPr id="4003" name="Shape 4003"/>
        <p:cNvGrpSpPr/>
        <p:nvPr/>
      </p:nvGrpSpPr>
      <p:grpSpPr>
        <a:xfrm>
          <a:off x="0" y="0"/>
          <a:ext cx="0" cy="0"/>
          <a:chOff x="0" y="0"/>
          <a:chExt cx="0" cy="0"/>
        </a:xfrm>
      </p:grpSpPr>
      <p:sp>
        <p:nvSpPr>
          <p:cNvPr id="4004" name="Google Shape;4004;p128"/>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05" name="Google Shape;4005;p128"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pic>
        <p:nvPicPr>
          <p:cNvPr id="4006" name="Google Shape;4006;p128" title="BE-MVP-Icon-Spark_Redux_V3_STRAIGHT_yellow.png"/>
          <p:cNvPicPr preferRelativeResize="0"/>
          <p:nvPr/>
        </p:nvPicPr>
        <p:blipFill rotWithShape="1">
          <a:blip r:embed="rId3">
            <a:alphaModFix/>
          </a:blip>
          <a:srcRect b="2553" l="0" r="0" t="2553"/>
          <a:stretch/>
        </p:blipFill>
        <p:spPr>
          <a:xfrm rot="498582">
            <a:off x="13806739" y="8151217"/>
            <a:ext cx="966926" cy="979298"/>
          </a:xfrm>
          <a:prstGeom prst="rect">
            <a:avLst/>
          </a:prstGeom>
          <a:noFill/>
          <a:ln>
            <a:noFill/>
          </a:ln>
        </p:spPr>
      </p:pic>
      <p:pic>
        <p:nvPicPr>
          <p:cNvPr id="4007" name="Google Shape;4007;p128" title="BE-MVP-Icon-Spark_Redux_V3_STRAIGHT_yellow.png"/>
          <p:cNvPicPr preferRelativeResize="0"/>
          <p:nvPr/>
        </p:nvPicPr>
        <p:blipFill rotWithShape="1">
          <a:blip r:embed="rId3">
            <a:alphaModFix/>
          </a:blip>
          <a:srcRect b="2553" l="0" r="0" t="2553"/>
          <a:stretch/>
        </p:blipFill>
        <p:spPr>
          <a:xfrm rot="-1459507">
            <a:off x="2495168" y="1072918"/>
            <a:ext cx="495528" cy="501868"/>
          </a:xfrm>
          <a:prstGeom prst="rect">
            <a:avLst/>
          </a:prstGeom>
          <a:noFill/>
          <a:ln>
            <a:noFill/>
          </a:ln>
        </p:spPr>
      </p:pic>
      <p:pic>
        <p:nvPicPr>
          <p:cNvPr id="4008" name="Google Shape;4008;p128" title="BE-MVP-Icon-Spark_Redux_V3_LEFT_yellow.png"/>
          <p:cNvPicPr preferRelativeResize="0"/>
          <p:nvPr/>
        </p:nvPicPr>
        <p:blipFill rotWithShape="1">
          <a:blip r:embed="rId4">
            <a:alphaModFix/>
          </a:blip>
          <a:srcRect b="2553" l="0" r="0" t="2553"/>
          <a:stretch/>
        </p:blipFill>
        <p:spPr>
          <a:xfrm rot="-1459490">
            <a:off x="1926380" y="1034195"/>
            <a:ext cx="248485" cy="251664"/>
          </a:xfrm>
          <a:prstGeom prst="rect">
            <a:avLst/>
          </a:prstGeom>
          <a:noFill/>
          <a:ln>
            <a:noFill/>
          </a:ln>
        </p:spPr>
      </p:pic>
      <p:sp>
        <p:nvSpPr>
          <p:cNvPr id="4009" name="Google Shape;4009;p128"/>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10" name="Google Shape;4010;p128"/>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11" name="Google Shape;4011;p128" title="BE-MVP-Icon-Spark_Redux_V3_LEFT_yellow.png"/>
          <p:cNvPicPr preferRelativeResize="0"/>
          <p:nvPr/>
        </p:nvPicPr>
        <p:blipFill rotWithShape="1">
          <a:blip r:embed="rId4">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tatement 4">
  <p:cSld name="TITLE_1_1_1_1_1_1_1_1_1_1_1_1_1_1_1_1_1_1_1_1_1_1_1_1_1_1_1_1_2">
    <p:bg>
      <p:bgPr>
        <a:solidFill>
          <a:srgbClr val="CFE9FE"/>
        </a:solidFill>
      </p:bgPr>
    </p:bg>
    <p:spTree>
      <p:nvGrpSpPr>
        <p:cNvPr id="4012" name="Shape 4012"/>
        <p:cNvGrpSpPr/>
        <p:nvPr/>
      </p:nvGrpSpPr>
      <p:grpSpPr>
        <a:xfrm>
          <a:off x="0" y="0"/>
          <a:ext cx="0" cy="0"/>
          <a:chOff x="0" y="0"/>
          <a:chExt cx="0" cy="0"/>
        </a:xfrm>
      </p:grpSpPr>
      <p:pic>
        <p:nvPicPr>
          <p:cNvPr id="4013" name="Google Shape;4013;p129"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014" name="Google Shape;4014;p129"/>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E0E5F8"/>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15" name="Google Shape;4015;p129"/>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16" name="Google Shape;4016;p129"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17" name="Google Shape;4017;p129"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18" name="Google Shape;4018;p129"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019" name="Google Shape;4019;p129"/>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20" name="Google Shape;4020;p129"/>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21" name="Google Shape;4021;p129"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5">
  <p:cSld name="TITLE_1_1_1_1_1_1_1_1_1_1_1_1_1_1_1_1_1_1_1_1_1_1_1_1_1_1_1_1_2_1">
    <p:bg>
      <p:bgPr>
        <a:solidFill>
          <a:srgbClr val="CFE9FE"/>
        </a:solidFill>
      </p:bgPr>
    </p:bg>
    <p:spTree>
      <p:nvGrpSpPr>
        <p:cNvPr id="4022" name="Shape 4022"/>
        <p:cNvGrpSpPr/>
        <p:nvPr/>
      </p:nvGrpSpPr>
      <p:grpSpPr>
        <a:xfrm>
          <a:off x="0" y="0"/>
          <a:ext cx="0" cy="0"/>
          <a:chOff x="0" y="0"/>
          <a:chExt cx="0" cy="0"/>
        </a:xfrm>
      </p:grpSpPr>
      <p:pic>
        <p:nvPicPr>
          <p:cNvPr id="4023" name="Google Shape;4023;p130"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24" name="Google Shape;4024;p130"/>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25" name="Google Shape;4025;p130"/>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26" name="Google Shape;4026;p130"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27" name="Google Shape;4027;p130"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28" name="Google Shape;4028;p130"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029" name="Google Shape;4029;p130"/>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30" name="Google Shape;4030;p130"/>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31" name="Google Shape;4031;p130"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with data">
  <p:cSld name="TITLE_1_1_1_1_1_1_1_1_1_1_1_1_1_1_1_1_1_1_1_1_1_1_1_1_1_1_1_1_1_1_1">
    <p:bg>
      <p:bgPr>
        <a:solidFill>
          <a:schemeClr val="accent6"/>
        </a:solidFill>
      </p:bgPr>
    </p:bg>
    <p:spTree>
      <p:nvGrpSpPr>
        <p:cNvPr id="4032" name="Shape 4032"/>
        <p:cNvGrpSpPr/>
        <p:nvPr/>
      </p:nvGrpSpPr>
      <p:grpSpPr>
        <a:xfrm>
          <a:off x="0" y="0"/>
          <a:ext cx="0" cy="0"/>
          <a:chOff x="0" y="0"/>
          <a:chExt cx="0" cy="0"/>
        </a:xfrm>
      </p:grpSpPr>
      <p:sp>
        <p:nvSpPr>
          <p:cNvPr id="4033" name="Google Shape;4033;p131"/>
          <p:cNvSpPr/>
          <p:nvPr/>
        </p:nvSpPr>
        <p:spPr>
          <a:xfrm flipH="1">
            <a:off x="7899811" y="2002123"/>
            <a:ext cx="9512840" cy="6262064"/>
          </a:xfrm>
          <a:custGeom>
            <a:rect b="b" l="l" r="r" t="t"/>
            <a:pathLst>
              <a:path extrusionOk="0" h="21595" w="21496">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034" name="Google Shape;4034;p131"/>
          <p:cNvSpPr txBox="1"/>
          <p:nvPr>
            <p:ph type="title"/>
          </p:nvPr>
        </p:nvSpPr>
        <p:spPr>
          <a:xfrm>
            <a:off x="8915400" y="2852738"/>
            <a:ext cx="7915200" cy="45624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pic>
        <p:nvPicPr>
          <p:cNvPr id="4035" name="Google Shape;4035;p131"/>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8eddf9cd5d8993598fe8b721e932338b28a73d3f.png" id="4036" name="Google Shape;4036;p131"/>
          <p:cNvPicPr preferRelativeResize="0"/>
          <p:nvPr/>
        </p:nvPicPr>
        <p:blipFill rotWithShape="1">
          <a:blip r:embed="rId3">
            <a:alphaModFix/>
          </a:blip>
          <a:srcRect b="8927" l="8" r="20381" t="7173"/>
          <a:stretch/>
        </p:blipFill>
        <p:spPr>
          <a:xfrm rot="5969335">
            <a:off x="16935753" y="7113292"/>
            <a:ext cx="994791" cy="1048341"/>
          </a:xfrm>
          <a:custGeom>
            <a:rect b="b" l="l" r="r" t="t"/>
            <a:pathLst>
              <a:path extrusionOk="0" h="21600" w="2160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descr="8eddf9cd5d8993598fe8b721e932338b28a73d3f.png" id="4037" name="Google Shape;4037;p131"/>
          <p:cNvPicPr preferRelativeResize="0"/>
          <p:nvPr/>
        </p:nvPicPr>
        <p:blipFill rotWithShape="1">
          <a:blip r:embed="rId3">
            <a:alphaModFix/>
          </a:blip>
          <a:srcRect b="8957" l="24" r="20346" t="7179"/>
          <a:stretch/>
        </p:blipFill>
        <p:spPr>
          <a:xfrm>
            <a:off x="16951206" y="7806343"/>
            <a:ext cx="235494" cy="247914"/>
          </a:xfrm>
          <a:custGeom>
            <a:rect b="b" l="l" r="r" t="t"/>
            <a:pathLst>
              <a:path extrusionOk="0" h="21600" w="2160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descr="8eddf9cd5d8993598fe8b721e932338b28a73d3f.png" id="4038" name="Google Shape;4038;p131"/>
          <p:cNvPicPr preferRelativeResize="0"/>
          <p:nvPr/>
        </p:nvPicPr>
        <p:blipFill rotWithShape="1">
          <a:blip r:embed="rId3">
            <a:alphaModFix/>
          </a:blip>
          <a:srcRect b="8904" l="16" r="20354" t="7175"/>
          <a:stretch/>
        </p:blipFill>
        <p:spPr>
          <a:xfrm rot="-861880">
            <a:off x="17403210" y="8087609"/>
            <a:ext cx="436410" cy="459880"/>
          </a:xfrm>
          <a:custGeom>
            <a:rect b="b" l="l" r="r" t="t"/>
            <a:pathLst>
              <a:path extrusionOk="0" h="21600" w="2160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Statement quote">
  <p:cSld name="TITLE_1_1_1_1_1_1_1_1_1_1_1_1_1_1_1_1_1_1_1_1_1_1_1_1_1_1_1_1_1_1_1_1_1">
    <p:bg>
      <p:bgPr>
        <a:gradFill>
          <a:gsLst>
            <a:gs pos="0">
              <a:srgbClr val="90D0FE"/>
            </a:gs>
            <a:gs pos="100000">
              <a:srgbClr val="EAF5FE"/>
            </a:gs>
          </a:gsLst>
          <a:lin ang="16198662" scaled="0"/>
        </a:gradFill>
      </p:bgPr>
    </p:bg>
    <p:spTree>
      <p:nvGrpSpPr>
        <p:cNvPr id="4039" name="Shape 4039"/>
        <p:cNvGrpSpPr/>
        <p:nvPr/>
      </p:nvGrpSpPr>
      <p:grpSpPr>
        <a:xfrm>
          <a:off x="0" y="0"/>
          <a:ext cx="0" cy="0"/>
          <a:chOff x="0" y="0"/>
          <a:chExt cx="0" cy="0"/>
        </a:xfrm>
      </p:grpSpPr>
      <p:pic>
        <p:nvPicPr>
          <p:cNvPr id="4040" name="Google Shape;4040;p132"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41" name="Google Shape;4041;p132"/>
          <p:cNvSpPr/>
          <p:nvPr/>
        </p:nvSpPr>
        <p:spPr>
          <a:xfrm>
            <a:off x="857250" y="1732862"/>
            <a:ext cx="12871065" cy="6839424"/>
          </a:xfrm>
          <a:custGeom>
            <a:rect b="b" l="l" r="r" t="t"/>
            <a:pathLst>
              <a:path extrusionOk="0" h="21600" w="2153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sp>
        <p:nvSpPr>
          <p:cNvPr id="4042" name="Google Shape;4042;p132"/>
          <p:cNvSpPr/>
          <p:nvPr/>
        </p:nvSpPr>
        <p:spPr>
          <a:xfrm>
            <a:off x="14279102" y="3684699"/>
            <a:ext cx="3130800" cy="2884800"/>
          </a:xfrm>
          <a:prstGeom prst="roundRect">
            <a:avLst>
              <a:gd fmla="val 9717" name="adj"/>
            </a:avLst>
          </a:prstGeom>
          <a:solidFill>
            <a:srgbClr val="FCC00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grpSp>
        <p:nvGrpSpPr>
          <p:cNvPr id="4043" name="Google Shape;4043;p132"/>
          <p:cNvGrpSpPr/>
          <p:nvPr/>
        </p:nvGrpSpPr>
        <p:grpSpPr>
          <a:xfrm>
            <a:off x="1333500" y="997673"/>
            <a:ext cx="1278450" cy="1211850"/>
            <a:chOff x="0" y="0"/>
            <a:chExt cx="1704600" cy="1615800"/>
          </a:xfrm>
        </p:grpSpPr>
        <p:sp>
          <p:nvSpPr>
            <p:cNvPr id="4044" name="Google Shape;4044;p132"/>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045" name="Google Shape;4045;p132"/>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046" name="Google Shape;4046;p132"/>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4047" name="Google Shape;4047;p132"/>
          <p:cNvSpPr/>
          <p:nvPr/>
        </p:nvSpPr>
        <p:spPr>
          <a:xfrm>
            <a:off x="1566863"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4048" name="Google Shape;4048;p132"/>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49" name="Google Shape;4049;p132"/>
          <p:cNvSpPr/>
          <p:nvPr>
            <p:ph idx="2" type="pic"/>
          </p:nvPr>
        </p:nvSpPr>
        <p:spPr>
          <a:xfrm>
            <a:off x="14278928" y="3684270"/>
            <a:ext cx="3130800" cy="2885100"/>
          </a:xfrm>
          <a:prstGeom prst="roundRect">
            <a:avLst>
              <a:gd fmla="val 9780" name="adj"/>
            </a:avLst>
          </a:prstGeom>
          <a:noFill/>
          <a:ln>
            <a:noFill/>
          </a:ln>
        </p:spPr>
      </p:sp>
      <p:sp>
        <p:nvSpPr>
          <p:cNvPr id="4050" name="Google Shape;4050;p132"/>
          <p:cNvSpPr txBox="1"/>
          <p:nvPr>
            <p:ph type="title"/>
          </p:nvPr>
        </p:nvSpPr>
        <p:spPr>
          <a:xfrm>
            <a:off x="1333500" y="2265063"/>
            <a:ext cx="10944300" cy="57750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051" name="Google Shape;4051;p132"/>
          <p:cNvSpPr txBox="1"/>
          <p:nvPr>
            <p:ph idx="1" type="subTitle"/>
          </p:nvPr>
        </p:nvSpPr>
        <p:spPr>
          <a:xfrm>
            <a:off x="14406925" y="6985950"/>
            <a:ext cx="3022800" cy="1586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400"/>
              <a:buNone/>
              <a:defRPr b="1" sz="2400"/>
            </a:lvl1pPr>
            <a:lvl2pPr lvl="1">
              <a:spcBef>
                <a:spcPts val="0"/>
              </a:spcBef>
              <a:spcAft>
                <a:spcPts val="0"/>
              </a:spcAft>
              <a:buSzPts val="2400"/>
              <a:buNone/>
              <a:defRPr b="1" sz="2400"/>
            </a:lvl2pPr>
            <a:lvl3pPr lvl="2">
              <a:spcBef>
                <a:spcPts val="1800"/>
              </a:spcBef>
              <a:spcAft>
                <a:spcPts val="0"/>
              </a:spcAft>
              <a:buSzPts val="2400"/>
              <a:buNone/>
              <a:defRPr b="1"/>
            </a:lvl3pPr>
            <a:lvl4pPr lvl="3">
              <a:spcBef>
                <a:spcPts val="1800"/>
              </a:spcBef>
              <a:spcAft>
                <a:spcPts val="0"/>
              </a:spcAft>
              <a:buSzPts val="2400"/>
              <a:buNone/>
              <a:defRPr b="1" sz="2400"/>
            </a:lvl4pPr>
            <a:lvl5pPr lvl="4">
              <a:spcBef>
                <a:spcPts val="1800"/>
              </a:spcBef>
              <a:spcAft>
                <a:spcPts val="0"/>
              </a:spcAft>
              <a:buSzPts val="2400"/>
              <a:buNone/>
              <a:defRPr b="1" sz="2400"/>
            </a:lvl5pPr>
            <a:lvl6pPr lvl="5">
              <a:spcBef>
                <a:spcPts val="1800"/>
              </a:spcBef>
              <a:spcAft>
                <a:spcPts val="0"/>
              </a:spcAft>
              <a:buSzPts val="2400"/>
              <a:buNone/>
              <a:defRPr b="1" sz="2400"/>
            </a:lvl6pPr>
            <a:lvl7pPr lvl="6">
              <a:spcBef>
                <a:spcPts val="1800"/>
              </a:spcBef>
              <a:spcAft>
                <a:spcPts val="0"/>
              </a:spcAft>
              <a:buSzPts val="2400"/>
              <a:buNone/>
              <a:defRPr b="1" sz="2400"/>
            </a:lvl7pPr>
            <a:lvl8pPr lvl="7">
              <a:spcBef>
                <a:spcPts val="1800"/>
              </a:spcBef>
              <a:spcAft>
                <a:spcPts val="0"/>
              </a:spcAft>
              <a:buSzPts val="2400"/>
              <a:buNone/>
              <a:defRPr b="1" sz="2400"/>
            </a:lvl8pPr>
            <a:lvl9pPr lvl="8">
              <a:spcBef>
                <a:spcPts val="1800"/>
              </a:spcBef>
              <a:spcAft>
                <a:spcPts val="1800"/>
              </a:spcAft>
              <a:buSzPts val="2400"/>
              <a:buNone/>
              <a:defRPr b="1" sz="2400"/>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p:cSld name="TITLE_1_1_1_1_1_1_1_1_1_1_1_1_1_1_1_1_1_1_1_1_1_1_1_1_1_1_1_1_1_1_1_1_1_1">
    <p:bg>
      <p:bgPr>
        <a:solidFill>
          <a:schemeClr val="lt1"/>
        </a:solidFill>
      </p:bgPr>
    </p:bg>
    <p:spTree>
      <p:nvGrpSpPr>
        <p:cNvPr id="4052" name="Shape 4052"/>
        <p:cNvGrpSpPr/>
        <p:nvPr/>
      </p:nvGrpSpPr>
      <p:grpSpPr>
        <a:xfrm>
          <a:off x="0" y="0"/>
          <a:ext cx="0" cy="0"/>
          <a:chOff x="0" y="0"/>
          <a:chExt cx="0" cy="0"/>
        </a:xfrm>
      </p:grpSpPr>
      <p:pic>
        <p:nvPicPr>
          <p:cNvPr id="4053" name="Google Shape;4053;p13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54" name="Google Shape;4054;p133"/>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055" name="Google Shape;4055;p133"/>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056" name="Google Shape;4056;p133"/>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57" name="Google Shape;4057;p133"/>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4058" name="Google Shape;4058;p133" title="BE-MVP-Icon-Spark_Redux_V3_RIGHT_yellow.png"/>
          <p:cNvPicPr preferRelativeResize="0"/>
          <p:nvPr/>
        </p:nvPicPr>
        <p:blipFill rotWithShape="1">
          <a:blip r:embed="rId4">
            <a:alphaModFix/>
          </a:blip>
          <a:srcRect b="8324" l="17671" r="9187" t="12399"/>
          <a:stretch/>
        </p:blipFill>
        <p:spPr>
          <a:xfrm rot="-9">
            <a:off x="1" y="6380114"/>
            <a:ext cx="1675026" cy="1937844"/>
          </a:xfrm>
          <a:prstGeom prst="rect">
            <a:avLst/>
          </a:prstGeom>
          <a:noFill/>
          <a:ln>
            <a:noFill/>
          </a:ln>
        </p:spPr>
      </p:pic>
      <p:sp>
        <p:nvSpPr>
          <p:cNvPr id="4059" name="Google Shape;4059;p133"/>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0" name="Google Shape;4060;p133"/>
          <p:cNvSpPr/>
          <p:nvPr/>
        </p:nvSpPr>
        <p:spPr>
          <a:xfrm>
            <a:off x="4686089" y="5750894"/>
            <a:ext cx="1247700" cy="1247700"/>
          </a:xfrm>
          <a:prstGeom prst="roundRect">
            <a:avLst>
              <a:gd fmla="val 2326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1" name="Google Shape;4061;p133"/>
          <p:cNvSpPr/>
          <p:nvPr/>
        </p:nvSpPr>
        <p:spPr>
          <a:xfrm>
            <a:off x="1722794" y="7255047"/>
            <a:ext cx="2704800" cy="435300"/>
          </a:xfrm>
          <a:prstGeom prst="roundRect">
            <a:avLst>
              <a:gd fmla="val 5000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2" name="Google Shape;4062;p133"/>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63" name="Google Shape;4063;p133"/>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64" name="Google Shape;4064;p133"/>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5" name="Google Shape;4065;p133"/>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6" name="Google Shape;4066;p133"/>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7" name="Google Shape;4067;p133"/>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8" name="Google Shape;4068;p133"/>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pic>
        <p:nvPicPr>
          <p:cNvPr descr="Blue_single_sparkle.png" id="4069" name="Google Shape;4069;p133"/>
          <p:cNvPicPr preferRelativeResize="0"/>
          <p:nvPr/>
        </p:nvPicPr>
        <p:blipFill rotWithShape="1">
          <a:blip r:embed="rId5">
            <a:alphaModFix/>
          </a:blip>
          <a:srcRect b="0" l="0" r="0" t="0"/>
          <a:stretch/>
        </p:blipFill>
        <p:spPr>
          <a:xfrm>
            <a:off x="3461327" y="2946149"/>
            <a:ext cx="588381" cy="597300"/>
          </a:xfrm>
          <a:prstGeom prst="rect">
            <a:avLst/>
          </a:prstGeom>
          <a:noFill/>
          <a:ln>
            <a:noFill/>
          </a:ln>
        </p:spPr>
      </p:pic>
      <p:pic>
        <p:nvPicPr>
          <p:cNvPr id="4070" name="Google Shape;4070;p133" title="BE-MVP-Icon-Spark_Redux_V3_RIGHT_yellow.png"/>
          <p:cNvPicPr preferRelativeResize="0"/>
          <p:nvPr/>
        </p:nvPicPr>
        <p:blipFill rotWithShape="1">
          <a:blip r:embed="rId4">
            <a:alphaModFix/>
          </a:blip>
          <a:srcRect b="0" l="3866" r="3875" t="0"/>
          <a:stretch/>
        </p:blipFill>
        <p:spPr>
          <a:xfrm rot="-23">
            <a:off x="3034519" y="2797750"/>
            <a:ext cx="339582" cy="392849"/>
          </a:xfrm>
          <a:prstGeom prst="rect">
            <a:avLst/>
          </a:prstGeom>
          <a:noFill/>
          <a:ln>
            <a:noFill/>
          </a:ln>
        </p:spPr>
      </p:pic>
      <p:pic>
        <p:nvPicPr>
          <p:cNvPr descr="Blue_single_sparkle.png" id="4071" name="Google Shape;4071;p133"/>
          <p:cNvPicPr preferRelativeResize="0"/>
          <p:nvPr/>
        </p:nvPicPr>
        <p:blipFill rotWithShape="1">
          <a:blip r:embed="rId5">
            <a:alphaModFix/>
          </a:blip>
          <a:srcRect b="0" l="0" r="0" t="0"/>
          <a:stretch/>
        </p:blipFill>
        <p:spPr>
          <a:xfrm>
            <a:off x="2060343" y="6548591"/>
            <a:ext cx="295517" cy="300001"/>
          </a:xfrm>
          <a:prstGeom prst="rect">
            <a:avLst/>
          </a:prstGeom>
          <a:noFill/>
          <a:ln>
            <a:noFill/>
          </a:ln>
        </p:spPr>
      </p:pic>
      <p:sp>
        <p:nvSpPr>
          <p:cNvPr id="4072" name="Google Shape;4072;p133"/>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4073" name="Google Shape;4073;p133"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074" name="Google Shape;4074;p133"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2">
  <p:cSld name="TITLE_1_1_1_1_1_1_1_1_1_1_1_1_1_1_1_1_1_1_1_1_1_1_1_1_1_1_1_1_1_1_1_1_1_1_2">
    <p:bg>
      <p:bgPr>
        <a:solidFill>
          <a:schemeClr val="lt1"/>
        </a:solidFill>
      </p:bgPr>
    </p:bg>
    <p:spTree>
      <p:nvGrpSpPr>
        <p:cNvPr id="4075" name="Shape 4075"/>
        <p:cNvGrpSpPr/>
        <p:nvPr/>
      </p:nvGrpSpPr>
      <p:grpSpPr>
        <a:xfrm>
          <a:off x="0" y="0"/>
          <a:ext cx="0" cy="0"/>
          <a:chOff x="0" y="0"/>
          <a:chExt cx="0" cy="0"/>
        </a:xfrm>
      </p:grpSpPr>
      <p:pic>
        <p:nvPicPr>
          <p:cNvPr id="4076" name="Google Shape;4076;p134"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077" name="Google Shape;4077;p134"/>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078" name="Google Shape;4078;p134"/>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079" name="Google Shape;4079;p134"/>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80" name="Google Shape;4080;p134"/>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081" name="Google Shape;4081;p134"/>
          <p:cNvSpPr/>
          <p:nvPr/>
        </p:nvSpPr>
        <p:spPr>
          <a:xfrm>
            <a:off x="1722794" y="4293920"/>
            <a:ext cx="2704800" cy="2704800"/>
          </a:xfrm>
          <a:prstGeom prst="roundRect">
            <a:avLst>
              <a:gd fmla="val 988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2" name="Google Shape;4082;p134"/>
          <p:cNvSpPr/>
          <p:nvPr/>
        </p:nvSpPr>
        <p:spPr>
          <a:xfrm>
            <a:off x="4686089" y="5750894"/>
            <a:ext cx="1247700" cy="1247700"/>
          </a:xfrm>
          <a:prstGeom prst="roundRect">
            <a:avLst>
              <a:gd fmla="val 2326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083" name="Google Shape;4083;p134"/>
          <p:cNvSpPr/>
          <p:nvPr/>
        </p:nvSpPr>
        <p:spPr>
          <a:xfrm>
            <a:off x="1722794" y="7255047"/>
            <a:ext cx="2704800" cy="435300"/>
          </a:xfrm>
          <a:prstGeom prst="roundRect">
            <a:avLst>
              <a:gd fmla="val 5000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084" name="Google Shape;4084;p134"/>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85" name="Google Shape;4085;p134"/>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86" name="Google Shape;4086;p134"/>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7" name="Google Shape;4087;p134"/>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8" name="Google Shape;4088;p134"/>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9" name="Google Shape;4089;p134"/>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90" name="Google Shape;4090;p134"/>
          <p:cNvSpPr/>
          <p:nvPr/>
        </p:nvSpPr>
        <p:spPr>
          <a:xfrm>
            <a:off x="1798820" y="7322727"/>
            <a:ext cx="1335900" cy="300000"/>
          </a:xfrm>
          <a:prstGeom prst="roundRect">
            <a:avLst>
              <a:gd fmla="val 50000" name="adj"/>
            </a:avLst>
          </a:pr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4091" name="Google Shape;4091;p134" title="Violet_single_sparkle.png"/>
          <p:cNvPicPr preferRelativeResize="0"/>
          <p:nvPr/>
        </p:nvPicPr>
        <p:blipFill>
          <a:blip r:embed="rId4">
            <a:alphaModFix/>
          </a:blip>
          <a:stretch>
            <a:fillRect/>
          </a:stretch>
        </p:blipFill>
        <p:spPr>
          <a:xfrm>
            <a:off x="3462900" y="2947315"/>
            <a:ext cx="585217" cy="594970"/>
          </a:xfrm>
          <a:prstGeom prst="rect">
            <a:avLst/>
          </a:prstGeom>
          <a:noFill/>
          <a:ln>
            <a:noFill/>
          </a:ln>
        </p:spPr>
      </p:pic>
      <p:pic>
        <p:nvPicPr>
          <p:cNvPr id="4092" name="Google Shape;4092;p134"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4093" name="Google Shape;4093;p134" title="Violet_single_sparkle.png"/>
          <p:cNvPicPr preferRelativeResize="0"/>
          <p:nvPr/>
        </p:nvPicPr>
        <p:blipFill>
          <a:blip r:embed="rId4">
            <a:alphaModFix/>
          </a:blip>
          <a:stretch>
            <a:fillRect/>
          </a:stretch>
        </p:blipFill>
        <p:spPr>
          <a:xfrm>
            <a:off x="2061800" y="6552290"/>
            <a:ext cx="292608" cy="292608"/>
          </a:xfrm>
          <a:prstGeom prst="rect">
            <a:avLst/>
          </a:prstGeom>
          <a:noFill/>
          <a:ln>
            <a:noFill/>
          </a:ln>
        </p:spPr>
      </p:pic>
      <p:sp>
        <p:nvSpPr>
          <p:cNvPr id="4094" name="Google Shape;4094;p134"/>
          <p:cNvSpPr/>
          <p:nvPr/>
        </p:nvSpPr>
        <p:spPr>
          <a:xfrm>
            <a:off x="1626825" y="3921950"/>
            <a:ext cx="1510500" cy="1510500"/>
          </a:xfrm>
          <a:prstGeom prst="ellipse">
            <a:avLst/>
          </a:prstGeom>
          <a:solidFill>
            <a:srgbClr val="FFFEFE"/>
          </a:solidFill>
          <a:ln>
            <a:noFill/>
          </a:ln>
          <a:effectLst>
            <a:outerShdw blurRad="457200" rotWithShape="0" dir="3900000" dist="523875">
              <a:srgbClr val="300B60">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095" name="Google Shape;4095;p134"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096" name="Google Shape;4096;p134"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4097" name="Google Shape;4097;p134"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3">
  <p:cSld name="TITLE_1_1_1_1_1_1_1_1_1_1_1_1_1_1_1_1_1_1_1_1_1_1_1_1_1_1_1_1_1_1_1_1_1_1_2_1">
    <p:bg>
      <p:bgPr>
        <a:solidFill>
          <a:schemeClr val="lt1"/>
        </a:solidFill>
      </p:bgPr>
    </p:bg>
    <p:spTree>
      <p:nvGrpSpPr>
        <p:cNvPr id="4098" name="Shape 4098"/>
        <p:cNvGrpSpPr/>
        <p:nvPr/>
      </p:nvGrpSpPr>
      <p:grpSpPr>
        <a:xfrm>
          <a:off x="0" y="0"/>
          <a:ext cx="0" cy="0"/>
          <a:chOff x="0" y="0"/>
          <a:chExt cx="0" cy="0"/>
        </a:xfrm>
      </p:grpSpPr>
      <p:pic>
        <p:nvPicPr>
          <p:cNvPr id="4099" name="Google Shape;4099;p135"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100" name="Google Shape;4100;p135"/>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101" name="Google Shape;4101;p135"/>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102" name="Google Shape;4102;p13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103" name="Google Shape;4103;p135"/>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04" name="Google Shape;4104;p135"/>
          <p:cNvSpPr/>
          <p:nvPr/>
        </p:nvSpPr>
        <p:spPr>
          <a:xfrm>
            <a:off x="1722794" y="4293920"/>
            <a:ext cx="2704800" cy="2704800"/>
          </a:xfrm>
          <a:prstGeom prst="roundRect">
            <a:avLst>
              <a:gd fmla="val 988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05" name="Google Shape;4105;p135"/>
          <p:cNvSpPr/>
          <p:nvPr/>
        </p:nvSpPr>
        <p:spPr>
          <a:xfrm>
            <a:off x="4686089" y="5750894"/>
            <a:ext cx="1247700" cy="1247700"/>
          </a:xfrm>
          <a:prstGeom prst="roundRect">
            <a:avLst>
              <a:gd fmla="val 2326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106" name="Google Shape;4106;p135"/>
          <p:cNvSpPr/>
          <p:nvPr/>
        </p:nvSpPr>
        <p:spPr>
          <a:xfrm>
            <a:off x="1722794" y="7255047"/>
            <a:ext cx="2704800" cy="435300"/>
          </a:xfrm>
          <a:prstGeom prst="roundRect">
            <a:avLst>
              <a:gd fmla="val 5000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107" name="Google Shape;4107;p135"/>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08" name="Google Shape;4108;p135"/>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09" name="Google Shape;4109;p135"/>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0" name="Google Shape;4110;p135"/>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1" name="Google Shape;4111;p135"/>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2" name="Google Shape;4112;p135"/>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3" name="Google Shape;4113;p135"/>
          <p:cNvSpPr/>
          <p:nvPr/>
        </p:nvSpPr>
        <p:spPr>
          <a:xfrm>
            <a:off x="1798820" y="7322727"/>
            <a:ext cx="1335900" cy="300000"/>
          </a:xfrm>
          <a:prstGeom prst="roundRect">
            <a:avLst>
              <a:gd fmla="val 50000" name="adj"/>
            </a:avLst>
          </a:pr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4114" name="Google Shape;4114;p135" title="Teal_single_sparkle.png"/>
          <p:cNvPicPr preferRelativeResize="0"/>
          <p:nvPr/>
        </p:nvPicPr>
        <p:blipFill>
          <a:blip r:embed="rId4">
            <a:alphaModFix/>
          </a:blip>
          <a:stretch>
            <a:fillRect/>
          </a:stretch>
        </p:blipFill>
        <p:spPr>
          <a:xfrm>
            <a:off x="3462900" y="2947313"/>
            <a:ext cx="585217" cy="594970"/>
          </a:xfrm>
          <a:prstGeom prst="rect">
            <a:avLst/>
          </a:prstGeom>
          <a:noFill/>
          <a:ln>
            <a:noFill/>
          </a:ln>
        </p:spPr>
      </p:pic>
      <p:pic>
        <p:nvPicPr>
          <p:cNvPr id="4115" name="Google Shape;4115;p135"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4116" name="Google Shape;4116;p135" title="Teal_single_sparkle.png"/>
          <p:cNvPicPr preferRelativeResize="0"/>
          <p:nvPr/>
        </p:nvPicPr>
        <p:blipFill>
          <a:blip r:embed="rId4">
            <a:alphaModFix/>
          </a:blip>
          <a:stretch>
            <a:fillRect/>
          </a:stretch>
        </p:blipFill>
        <p:spPr>
          <a:xfrm>
            <a:off x="2061800" y="6552287"/>
            <a:ext cx="292608" cy="292608"/>
          </a:xfrm>
          <a:prstGeom prst="rect">
            <a:avLst/>
          </a:prstGeom>
          <a:noFill/>
          <a:ln>
            <a:noFill/>
          </a:ln>
        </p:spPr>
      </p:pic>
      <p:sp>
        <p:nvSpPr>
          <p:cNvPr id="4117" name="Google Shape;4117;p135"/>
          <p:cNvSpPr/>
          <p:nvPr/>
        </p:nvSpPr>
        <p:spPr>
          <a:xfrm>
            <a:off x="1626825" y="3921950"/>
            <a:ext cx="1510500" cy="1510500"/>
          </a:xfrm>
          <a:prstGeom prst="ellipse">
            <a:avLst/>
          </a:prstGeom>
          <a:solidFill>
            <a:srgbClr val="FFFEFE"/>
          </a:solidFill>
          <a:ln>
            <a:noFill/>
          </a:ln>
          <a:effectLst>
            <a:outerShdw blurRad="457200" rotWithShape="0" dir="3900000" dist="523875">
              <a:srgbClr val="07282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18" name="Google Shape;4118;p135"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119" name="Google Shape;4119;p135"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4120" name="Google Shape;4120;p135"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p:cSld name="TITLE_1_1_1_1_1_1_1_1_1_1_1_1_1_1_1_1_1_1_1_1_1_1_1_1_1_1_1_1_1_1_1_1_1_1_2_1_1">
    <p:bg>
      <p:bgPr>
        <a:gradFill>
          <a:gsLst>
            <a:gs pos="0">
              <a:srgbClr val="90D0FE"/>
            </a:gs>
            <a:gs pos="100000">
              <a:srgbClr val="EAF5FE"/>
            </a:gs>
          </a:gsLst>
          <a:lin ang="16198662" scaled="0"/>
        </a:gradFill>
      </p:bgPr>
    </p:bg>
    <p:spTree>
      <p:nvGrpSpPr>
        <p:cNvPr id="4121" name="Shape 4121"/>
        <p:cNvGrpSpPr/>
        <p:nvPr/>
      </p:nvGrpSpPr>
      <p:grpSpPr>
        <a:xfrm>
          <a:off x="0" y="0"/>
          <a:ext cx="0" cy="0"/>
          <a:chOff x="0" y="0"/>
          <a:chExt cx="0" cy="0"/>
        </a:xfrm>
      </p:grpSpPr>
      <p:pic>
        <p:nvPicPr>
          <p:cNvPr id="4122" name="Google Shape;4122;p136"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123" name="Google Shape;4123;p136"/>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4124" name="Google Shape;4124;p136"/>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25" name="Google Shape;4125;p13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126" name="Google Shape;4126;p136"/>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27" name="Google Shape;4127;p136"/>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28" name="Google Shape;4128;p136"/>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29" name="Google Shape;4129;p136"/>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0" name="Google Shape;4130;p136"/>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31" name="Google Shape;4131;p136"/>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32" name="Google Shape;4132;p136"/>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3" name="Google Shape;4133;p136"/>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4" name="Google Shape;4134;p136"/>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5" name="Google Shape;4135;p136"/>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6" name="Google Shape;4136;p136"/>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4137" name="Google Shape;4137;p136"/>
          <p:cNvPicPr preferRelativeResize="0"/>
          <p:nvPr/>
        </p:nvPicPr>
        <p:blipFill rotWithShape="1">
          <a:blip r:embed="rId4">
            <a:alphaModFix/>
          </a:blip>
          <a:srcRect b="0" l="0" r="0" t="0"/>
          <a:stretch/>
        </p:blipFill>
        <p:spPr>
          <a:xfrm>
            <a:off x="3461327" y="2946149"/>
            <a:ext cx="588381" cy="597300"/>
          </a:xfrm>
          <a:prstGeom prst="rect">
            <a:avLst/>
          </a:prstGeom>
          <a:noFill/>
          <a:ln>
            <a:noFill/>
          </a:ln>
        </p:spPr>
      </p:pic>
      <p:pic>
        <p:nvPicPr>
          <p:cNvPr descr="Blue_single_sparkle.png" id="4138" name="Google Shape;4138;p136"/>
          <p:cNvPicPr preferRelativeResize="0"/>
          <p:nvPr/>
        </p:nvPicPr>
        <p:blipFill rotWithShape="1">
          <a:blip r:embed="rId4">
            <a:alphaModFix/>
          </a:blip>
          <a:srcRect b="0" l="0" r="0" t="0"/>
          <a:stretch/>
        </p:blipFill>
        <p:spPr>
          <a:xfrm>
            <a:off x="2060343" y="6548591"/>
            <a:ext cx="295517" cy="300001"/>
          </a:xfrm>
          <a:prstGeom prst="rect">
            <a:avLst/>
          </a:prstGeom>
          <a:noFill/>
          <a:ln>
            <a:noFill/>
          </a:ln>
        </p:spPr>
      </p:pic>
      <p:sp>
        <p:nvSpPr>
          <p:cNvPr id="4139" name="Google Shape;4139;p136"/>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40" name="Google Shape;4140;p136" title="Astro_sunglasses.png"/>
          <p:cNvPicPr preferRelativeResize="0"/>
          <p:nvPr/>
        </p:nvPicPr>
        <p:blipFill>
          <a:blip r:embed="rId5">
            <a:alphaModFix/>
          </a:blip>
          <a:stretch>
            <a:fillRect/>
          </a:stretch>
        </p:blipFill>
        <p:spPr>
          <a:xfrm flipH="1" rot="-536085">
            <a:off x="982563" y="3052767"/>
            <a:ext cx="2405274" cy="2610666"/>
          </a:xfrm>
          <a:prstGeom prst="rect">
            <a:avLst/>
          </a:prstGeom>
          <a:noFill/>
          <a:ln>
            <a:noFill/>
          </a:ln>
        </p:spPr>
      </p:pic>
      <p:pic>
        <p:nvPicPr>
          <p:cNvPr id="4141" name="Google Shape;4141;p136" title="Clapping_hands_emoji.png"/>
          <p:cNvPicPr preferRelativeResize="0"/>
          <p:nvPr/>
        </p:nvPicPr>
        <p:blipFill>
          <a:blip r:embed="rId6">
            <a:alphaModFix/>
          </a:blip>
          <a:stretch>
            <a:fillRect/>
          </a:stretch>
        </p:blipFill>
        <p:spPr>
          <a:xfrm>
            <a:off x="4846320" y="5230368"/>
            <a:ext cx="1042416" cy="1133856"/>
          </a:xfrm>
          <a:prstGeom prst="rect">
            <a:avLst/>
          </a:prstGeom>
          <a:noFill/>
          <a:ln>
            <a:noFill/>
          </a:ln>
        </p:spPr>
      </p:pic>
      <p:pic>
        <p:nvPicPr>
          <p:cNvPr id="4142" name="Google Shape;4142;p136" title="BE-MVP-Icon-Spark_Redux_V3_RIGHT_yellow.png"/>
          <p:cNvPicPr preferRelativeResize="0"/>
          <p:nvPr/>
        </p:nvPicPr>
        <p:blipFill rotWithShape="1">
          <a:blip r:embed="rId7">
            <a:alphaModFix/>
          </a:blip>
          <a:srcRect b="8324" l="17671" r="9187" t="12399"/>
          <a:stretch/>
        </p:blipFill>
        <p:spPr>
          <a:xfrm rot="-9">
            <a:off x="1" y="6380114"/>
            <a:ext cx="1675026" cy="1937844"/>
          </a:xfrm>
          <a:prstGeom prst="rect">
            <a:avLst/>
          </a:prstGeom>
          <a:noFill/>
          <a:ln>
            <a:noFill/>
          </a:ln>
        </p:spPr>
      </p:pic>
      <p:pic>
        <p:nvPicPr>
          <p:cNvPr id="4143" name="Google Shape;4143;p136" title="BE-MVP-Icon-Spark_Redux_V3_RIGHT_yellow.png"/>
          <p:cNvPicPr preferRelativeResize="0"/>
          <p:nvPr/>
        </p:nvPicPr>
        <p:blipFill rotWithShape="1">
          <a:blip r:embed="rId7">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5">
  <p:cSld name="TITLE_1_1_1_1_1_1_1_1_1_1_1_1_1_1_1_1_1_1_1_1_1_1_1_1_1_1_1_1_1_1_1_1_1_1_2_1_1_1">
    <p:bg>
      <p:bgPr>
        <a:gradFill>
          <a:gsLst>
            <a:gs pos="0">
              <a:srgbClr val="02A0FF"/>
            </a:gs>
            <a:gs pos="100000">
              <a:srgbClr val="066AFE"/>
            </a:gs>
          </a:gsLst>
          <a:lin ang="5400012" scaled="0"/>
        </a:gradFill>
      </p:bgPr>
    </p:bg>
    <p:spTree>
      <p:nvGrpSpPr>
        <p:cNvPr id="4144" name="Shape 4144"/>
        <p:cNvGrpSpPr/>
        <p:nvPr/>
      </p:nvGrpSpPr>
      <p:grpSpPr>
        <a:xfrm>
          <a:off x="0" y="0"/>
          <a:ext cx="0" cy="0"/>
          <a:chOff x="0" y="0"/>
          <a:chExt cx="0" cy="0"/>
        </a:xfrm>
      </p:grpSpPr>
      <p:sp>
        <p:nvSpPr>
          <p:cNvPr id="4145" name="Google Shape;4145;p137"/>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146" name="Google Shape;4146;p137"/>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147" name="Google Shape;4147;p137"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sp>
        <p:nvSpPr>
          <p:cNvPr id="4148" name="Google Shape;4148;p137"/>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49" name="Google Shape;4149;p137"/>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0" name="Google Shape;4150;p137"/>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1" name="Google Shape;4151;p137"/>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2" name="Google Shape;4152;p137"/>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53" name="Google Shape;4153;p137"/>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54" name="Google Shape;4154;p137"/>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5" name="Google Shape;4155;p137"/>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6" name="Google Shape;4156;p137"/>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7" name="Google Shape;4157;p137"/>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8" name="Google Shape;4158;p137"/>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4159" name="Google Shape;4159;p137"/>
          <p:cNvPicPr preferRelativeResize="0"/>
          <p:nvPr/>
        </p:nvPicPr>
        <p:blipFill rotWithShape="1">
          <a:blip r:embed="rId3">
            <a:alphaModFix/>
          </a:blip>
          <a:srcRect b="0" l="0" r="0" t="0"/>
          <a:stretch/>
        </p:blipFill>
        <p:spPr>
          <a:xfrm>
            <a:off x="3461327" y="2946149"/>
            <a:ext cx="588381" cy="597300"/>
          </a:xfrm>
          <a:prstGeom prst="rect">
            <a:avLst/>
          </a:prstGeom>
          <a:noFill/>
          <a:ln>
            <a:noFill/>
          </a:ln>
        </p:spPr>
      </p:pic>
      <p:pic>
        <p:nvPicPr>
          <p:cNvPr descr="Blue_single_sparkle.png" id="4160" name="Google Shape;4160;p137"/>
          <p:cNvPicPr preferRelativeResize="0"/>
          <p:nvPr/>
        </p:nvPicPr>
        <p:blipFill rotWithShape="1">
          <a:blip r:embed="rId3">
            <a:alphaModFix/>
          </a:blip>
          <a:srcRect b="0" l="0" r="0" t="0"/>
          <a:stretch/>
        </p:blipFill>
        <p:spPr>
          <a:xfrm>
            <a:off x="2060343" y="6548591"/>
            <a:ext cx="295517" cy="300001"/>
          </a:xfrm>
          <a:prstGeom prst="rect">
            <a:avLst/>
          </a:prstGeom>
          <a:noFill/>
          <a:ln>
            <a:noFill/>
          </a:ln>
        </p:spPr>
      </p:pic>
      <p:sp>
        <p:nvSpPr>
          <p:cNvPr id="4161" name="Google Shape;4161;p137"/>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62" name="Google Shape;4162;p137" title="Astro_sunglasses.png"/>
          <p:cNvPicPr preferRelativeResize="0"/>
          <p:nvPr/>
        </p:nvPicPr>
        <p:blipFill>
          <a:blip r:embed="rId4">
            <a:alphaModFix/>
          </a:blip>
          <a:stretch>
            <a:fillRect/>
          </a:stretch>
        </p:blipFill>
        <p:spPr>
          <a:xfrm flipH="1" rot="-536085">
            <a:off x="982563" y="3052767"/>
            <a:ext cx="2405274" cy="2610666"/>
          </a:xfrm>
          <a:prstGeom prst="rect">
            <a:avLst/>
          </a:prstGeom>
          <a:noFill/>
          <a:ln>
            <a:noFill/>
          </a:ln>
        </p:spPr>
      </p:pic>
      <p:pic>
        <p:nvPicPr>
          <p:cNvPr id="4163" name="Google Shape;4163;p137"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4164" name="Google Shape;4164;p137" title="BE-MVP-Icon-Spark_Redux_V3_RIGHT_yellow.png"/>
          <p:cNvPicPr preferRelativeResize="0"/>
          <p:nvPr/>
        </p:nvPicPr>
        <p:blipFill rotWithShape="1">
          <a:blip r:embed="rId6">
            <a:alphaModFix/>
          </a:blip>
          <a:srcRect b="8324" l="17671" r="9187" t="12399"/>
          <a:stretch/>
        </p:blipFill>
        <p:spPr>
          <a:xfrm rot="-9">
            <a:off x="1" y="6380114"/>
            <a:ext cx="1675026" cy="1937844"/>
          </a:xfrm>
          <a:prstGeom prst="rect">
            <a:avLst/>
          </a:prstGeom>
          <a:noFill/>
          <a:ln>
            <a:noFill/>
          </a:ln>
        </p:spPr>
      </p:pic>
      <p:pic>
        <p:nvPicPr>
          <p:cNvPr id="4165" name="Google Shape;4165;p137" title="BE-MVP-Icon-Spark_Redux_V3_RIGHT_yellow.png"/>
          <p:cNvPicPr preferRelativeResize="0"/>
          <p:nvPr/>
        </p:nvPicPr>
        <p:blipFill rotWithShape="1">
          <a:blip r:embed="rId6">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 Product feature 3">
  <p:cSld name="TITLE_1_1_1_1_1_1_1_1_1_1_1_1_1_1_1_1_1_1_1_1_1_1_1_1_1_1_1_1_1_1_1_1_1_1_1_1_1_1">
    <p:bg>
      <p:bgPr>
        <a:solidFill>
          <a:schemeClr val="accent6"/>
        </a:solidFill>
      </p:bgPr>
    </p:bg>
    <p:spTree>
      <p:nvGrpSpPr>
        <p:cNvPr id="4166" name="Shape 4166"/>
        <p:cNvGrpSpPr/>
        <p:nvPr/>
      </p:nvGrpSpPr>
      <p:grpSpPr>
        <a:xfrm>
          <a:off x="0" y="0"/>
          <a:ext cx="0" cy="0"/>
          <a:chOff x="0" y="0"/>
          <a:chExt cx="0" cy="0"/>
        </a:xfrm>
      </p:grpSpPr>
      <p:sp>
        <p:nvSpPr>
          <p:cNvPr id="4167" name="Google Shape;4167;p138"/>
          <p:cNvSpPr txBox="1"/>
          <p:nvPr>
            <p:ph type="title"/>
          </p:nvPr>
        </p:nvSpPr>
        <p:spPr>
          <a:xfrm>
            <a:off x="857250" y="838200"/>
            <a:ext cx="7715100" cy="16308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168" name="Google Shape;4168;p138"/>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69" name="Google Shape;4169;p13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Photo - Three up">
  <p:cSld name="TITLE_1_1_1_1_1_1_1_1_1_1_1_1_1_1_1_1_1_1_1_1_1_1_1_1_1_1_1_1_1_1_1_1_1_1_1_1_1_1_1">
    <p:bg>
      <p:bgPr>
        <a:solidFill>
          <a:schemeClr val="accent6"/>
        </a:solidFill>
      </p:bgPr>
    </p:bg>
    <p:spTree>
      <p:nvGrpSpPr>
        <p:cNvPr id="4170" name="Shape 4170"/>
        <p:cNvGrpSpPr/>
        <p:nvPr/>
      </p:nvGrpSpPr>
      <p:grpSpPr>
        <a:xfrm>
          <a:off x="0" y="0"/>
          <a:ext cx="0" cy="0"/>
          <a:chOff x="0" y="0"/>
          <a:chExt cx="0" cy="0"/>
        </a:xfrm>
      </p:grpSpPr>
      <p:sp>
        <p:nvSpPr>
          <p:cNvPr id="4171" name="Google Shape;4171;p139"/>
          <p:cNvSpPr/>
          <p:nvPr/>
        </p:nvSpPr>
        <p:spPr>
          <a:xfrm>
            <a:off x="1133756"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2" name="Google Shape;4172;p139"/>
          <p:cNvSpPr/>
          <p:nvPr/>
        </p:nvSpPr>
        <p:spPr>
          <a:xfrm>
            <a:off x="12713575"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3" name="Google Shape;4173;p139"/>
          <p:cNvSpPr/>
          <p:nvPr/>
        </p:nvSpPr>
        <p:spPr>
          <a:xfrm>
            <a:off x="6923729"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4" name="Google Shape;4174;p139"/>
          <p:cNvSpPr/>
          <p:nvPr>
            <p:ph idx="2" type="pic"/>
          </p:nvPr>
        </p:nvSpPr>
        <p:spPr>
          <a:xfrm>
            <a:off x="1132522" y="2890962"/>
            <a:ext cx="4442400" cy="4442400"/>
          </a:xfrm>
          <a:prstGeom prst="ellipse">
            <a:avLst/>
          </a:prstGeom>
          <a:noFill/>
          <a:ln>
            <a:noFill/>
          </a:ln>
        </p:spPr>
      </p:sp>
      <p:sp>
        <p:nvSpPr>
          <p:cNvPr id="4175" name="Google Shape;4175;p139"/>
          <p:cNvSpPr/>
          <p:nvPr>
            <p:ph idx="3" type="pic"/>
          </p:nvPr>
        </p:nvSpPr>
        <p:spPr>
          <a:xfrm>
            <a:off x="6922770" y="2890962"/>
            <a:ext cx="4442400" cy="4442400"/>
          </a:xfrm>
          <a:prstGeom prst="ellipse">
            <a:avLst/>
          </a:prstGeom>
          <a:noFill/>
          <a:ln>
            <a:noFill/>
          </a:ln>
        </p:spPr>
      </p:sp>
      <p:sp>
        <p:nvSpPr>
          <p:cNvPr id="4176" name="Google Shape;4176;p139"/>
          <p:cNvSpPr/>
          <p:nvPr>
            <p:ph idx="4" type="pic"/>
          </p:nvPr>
        </p:nvSpPr>
        <p:spPr>
          <a:xfrm>
            <a:off x="12713017" y="2890962"/>
            <a:ext cx="4442400" cy="4442400"/>
          </a:xfrm>
          <a:prstGeom prst="ellipse">
            <a:avLst/>
          </a:prstGeom>
          <a:noFill/>
          <a:ln>
            <a:noFill/>
          </a:ln>
        </p:spPr>
      </p:sp>
      <p:sp>
        <p:nvSpPr>
          <p:cNvPr id="4177" name="Google Shape;4177;p139"/>
          <p:cNvSpPr txBox="1"/>
          <p:nvPr>
            <p:ph idx="1" type="body"/>
          </p:nvPr>
        </p:nvSpPr>
        <p:spPr>
          <a:xfrm>
            <a:off x="6526530"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78" name="Google Shape;4178;p139"/>
          <p:cNvSpPr txBox="1"/>
          <p:nvPr>
            <p:ph idx="5" type="body"/>
          </p:nvPr>
        </p:nvSpPr>
        <p:spPr>
          <a:xfrm>
            <a:off x="736282"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79" name="Google Shape;4179;p139"/>
          <p:cNvSpPr txBox="1"/>
          <p:nvPr>
            <p:ph idx="6" type="body"/>
          </p:nvPr>
        </p:nvSpPr>
        <p:spPr>
          <a:xfrm>
            <a:off x="12316778"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180" name="Google Shape;4180;p13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4181" name="Google Shape;4181;p13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182" name="Google Shape;4182;p139"/>
          <p:cNvSpPr txBox="1"/>
          <p:nvPr>
            <p:ph idx="7"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83" name="Google Shape;4183;p139" title="BE-MVP-Icon-Spark_Redux_V3_STRAIGHT_cloudBlue.png"/>
          <p:cNvPicPr preferRelativeResize="0"/>
          <p:nvPr/>
        </p:nvPicPr>
        <p:blipFill>
          <a:blip r:embed="rId3">
            <a:alphaModFix/>
          </a:blip>
          <a:stretch>
            <a:fillRect/>
          </a:stretch>
        </p:blipFill>
        <p:spPr>
          <a:xfrm>
            <a:off x="16729175" y="6782950"/>
            <a:ext cx="426150" cy="454600"/>
          </a:xfrm>
          <a:prstGeom prst="rect">
            <a:avLst/>
          </a:prstGeom>
          <a:noFill/>
          <a:ln>
            <a:noFill/>
          </a:ln>
        </p:spPr>
      </p:pic>
      <p:pic>
        <p:nvPicPr>
          <p:cNvPr id="4184" name="Google Shape;4184;p139" title="BE-MVP-Icon-Spark_Redux_V3_RIGHT_cloudBlue.png"/>
          <p:cNvPicPr preferRelativeResize="0"/>
          <p:nvPr/>
        </p:nvPicPr>
        <p:blipFill>
          <a:blip r:embed="rId4">
            <a:alphaModFix/>
          </a:blip>
          <a:stretch>
            <a:fillRect/>
          </a:stretch>
        </p:blipFill>
        <p:spPr>
          <a:xfrm flipH="1">
            <a:off x="6144050" y="6172325"/>
            <a:ext cx="1285450" cy="1371349"/>
          </a:xfrm>
          <a:prstGeom prst="rect">
            <a:avLst/>
          </a:prstGeom>
          <a:noFill/>
          <a:ln>
            <a:noFill/>
          </a:ln>
        </p:spPr>
      </p:pic>
      <p:pic>
        <p:nvPicPr>
          <p:cNvPr id="4185" name="Google Shape;4185;p139" title="BE-MVP-Icon-Spark_Redux_V3_RIGHT_cloudBlue.png"/>
          <p:cNvPicPr preferRelativeResize="0"/>
          <p:nvPr/>
        </p:nvPicPr>
        <p:blipFill>
          <a:blip r:embed="rId4">
            <a:alphaModFix/>
          </a:blip>
          <a:stretch>
            <a:fillRect/>
          </a:stretch>
        </p:blipFill>
        <p:spPr>
          <a:xfrm>
            <a:off x="12198998" y="3194726"/>
            <a:ext cx="874700" cy="933175"/>
          </a:xfrm>
          <a:prstGeom prst="rect">
            <a:avLst/>
          </a:prstGeom>
          <a:noFill/>
          <a:ln>
            <a:noFill/>
          </a:ln>
        </p:spPr>
      </p:pic>
      <p:pic>
        <p:nvPicPr>
          <p:cNvPr id="4186" name="Google Shape;4186;p139" title="BE-MVP-Icon-Spark_Redux_V3_STRAIGHT_cloudBlue.png"/>
          <p:cNvPicPr preferRelativeResize="0"/>
          <p:nvPr/>
        </p:nvPicPr>
        <p:blipFill>
          <a:blip r:embed="rId3">
            <a:alphaModFix/>
          </a:blip>
          <a:stretch>
            <a:fillRect/>
          </a:stretch>
        </p:blipFill>
        <p:spPr>
          <a:xfrm>
            <a:off x="11445800" y="5845350"/>
            <a:ext cx="426150" cy="454600"/>
          </a:xfrm>
          <a:prstGeom prst="rect">
            <a:avLst/>
          </a:prstGeom>
          <a:noFill/>
          <a:ln>
            <a:noFill/>
          </a:ln>
        </p:spPr>
      </p:pic>
      <p:pic>
        <p:nvPicPr>
          <p:cNvPr id="4187" name="Google Shape;4187;p139" title="BE-MVP-Icon-Spark_Redux_V3_STRAIGHT_cloudBlue.png"/>
          <p:cNvPicPr preferRelativeResize="0"/>
          <p:nvPr/>
        </p:nvPicPr>
        <p:blipFill>
          <a:blip r:embed="rId3">
            <a:alphaModFix/>
          </a:blip>
          <a:stretch>
            <a:fillRect/>
          </a:stretch>
        </p:blipFill>
        <p:spPr>
          <a:xfrm>
            <a:off x="968300" y="6589500"/>
            <a:ext cx="426150" cy="454600"/>
          </a:xfrm>
          <a:prstGeom prst="rect">
            <a:avLst/>
          </a:prstGeom>
          <a:noFill/>
          <a:ln>
            <a:noFill/>
          </a:ln>
        </p:spPr>
      </p:pic>
      <p:pic>
        <p:nvPicPr>
          <p:cNvPr id="4188" name="Google Shape;4188;p139" title="BE-MVP-Icon-Spark_Redux_V3_STRAIGHT_cloudBlue.png"/>
          <p:cNvPicPr preferRelativeResize="0"/>
          <p:nvPr/>
        </p:nvPicPr>
        <p:blipFill>
          <a:blip r:embed="rId3">
            <a:alphaModFix/>
          </a:blip>
          <a:stretch>
            <a:fillRect/>
          </a:stretch>
        </p:blipFill>
        <p:spPr>
          <a:xfrm>
            <a:off x="10849625" y="2945300"/>
            <a:ext cx="338550" cy="361150"/>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Photo - Four up">
  <p:cSld name="TITLE_1_1_1_1_1_1_1_1_1_1_1_1_1_1_1_1_1_1_1_1_1_1_1_1_1_1_1_1_1_1_1_1_1_1_1_1_1_1_1_1">
    <p:bg>
      <p:bgPr>
        <a:solidFill>
          <a:schemeClr val="accent6"/>
        </a:solidFill>
      </p:bgPr>
    </p:bg>
    <p:spTree>
      <p:nvGrpSpPr>
        <p:cNvPr id="4189" name="Shape 4189"/>
        <p:cNvGrpSpPr/>
        <p:nvPr/>
      </p:nvGrpSpPr>
      <p:grpSpPr>
        <a:xfrm>
          <a:off x="0" y="0"/>
          <a:ext cx="0" cy="0"/>
          <a:chOff x="0" y="0"/>
          <a:chExt cx="0" cy="0"/>
        </a:xfrm>
      </p:grpSpPr>
      <p:sp>
        <p:nvSpPr>
          <p:cNvPr id="4190" name="Google Shape;4190;p140"/>
          <p:cNvSpPr/>
          <p:nvPr/>
        </p:nvSpPr>
        <p:spPr>
          <a:xfrm>
            <a:off x="9438323"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1" name="Google Shape;4191;p140"/>
          <p:cNvSpPr/>
          <p:nvPr/>
        </p:nvSpPr>
        <p:spPr>
          <a:xfrm>
            <a:off x="5135880"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2" name="Google Shape;4192;p140"/>
          <p:cNvSpPr/>
          <p:nvPr/>
        </p:nvSpPr>
        <p:spPr>
          <a:xfrm>
            <a:off x="13726478"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3" name="Google Shape;4193;p140"/>
          <p:cNvSpPr/>
          <p:nvPr/>
        </p:nvSpPr>
        <p:spPr>
          <a:xfrm>
            <a:off x="860310" y="3332529"/>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4" name="Google Shape;4194;p140"/>
          <p:cNvSpPr/>
          <p:nvPr>
            <p:ph idx="2" type="pic"/>
          </p:nvPr>
        </p:nvSpPr>
        <p:spPr>
          <a:xfrm>
            <a:off x="860108" y="3332187"/>
            <a:ext cx="3712800" cy="3712800"/>
          </a:xfrm>
          <a:prstGeom prst="ellipse">
            <a:avLst/>
          </a:prstGeom>
          <a:noFill/>
          <a:ln>
            <a:noFill/>
          </a:ln>
        </p:spPr>
      </p:sp>
      <p:sp>
        <p:nvSpPr>
          <p:cNvPr id="4195" name="Google Shape;4195;p140"/>
          <p:cNvSpPr/>
          <p:nvPr>
            <p:ph idx="3" type="pic"/>
          </p:nvPr>
        </p:nvSpPr>
        <p:spPr>
          <a:xfrm>
            <a:off x="5136833" y="3332187"/>
            <a:ext cx="3712800" cy="3712800"/>
          </a:xfrm>
          <a:prstGeom prst="ellipse">
            <a:avLst/>
          </a:prstGeom>
          <a:noFill/>
          <a:ln>
            <a:noFill/>
          </a:ln>
        </p:spPr>
      </p:sp>
      <p:sp>
        <p:nvSpPr>
          <p:cNvPr id="4196" name="Google Shape;4196;p140"/>
          <p:cNvSpPr/>
          <p:nvPr>
            <p:ph idx="4" type="pic"/>
          </p:nvPr>
        </p:nvSpPr>
        <p:spPr>
          <a:xfrm>
            <a:off x="9438323" y="3332187"/>
            <a:ext cx="3712800" cy="3712800"/>
          </a:xfrm>
          <a:prstGeom prst="ellipse">
            <a:avLst/>
          </a:prstGeom>
          <a:noFill/>
          <a:ln>
            <a:noFill/>
          </a:ln>
        </p:spPr>
      </p:sp>
      <p:sp>
        <p:nvSpPr>
          <p:cNvPr id="4197" name="Google Shape;4197;p140"/>
          <p:cNvSpPr/>
          <p:nvPr>
            <p:ph idx="5" type="pic"/>
          </p:nvPr>
        </p:nvSpPr>
        <p:spPr>
          <a:xfrm>
            <a:off x="13726478" y="3332187"/>
            <a:ext cx="3712800" cy="3712800"/>
          </a:xfrm>
          <a:prstGeom prst="ellipse">
            <a:avLst/>
          </a:prstGeom>
          <a:noFill/>
          <a:ln>
            <a:noFill/>
          </a:ln>
        </p:spPr>
      </p:sp>
      <p:sp>
        <p:nvSpPr>
          <p:cNvPr id="4198" name="Google Shape;4198;p140"/>
          <p:cNvSpPr txBox="1"/>
          <p:nvPr>
            <p:ph idx="1" type="body"/>
          </p:nvPr>
        </p:nvSpPr>
        <p:spPr>
          <a:xfrm>
            <a:off x="860100" y="7578168"/>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99" name="Google Shape;4199;p140"/>
          <p:cNvSpPr txBox="1"/>
          <p:nvPr>
            <p:ph idx="6" type="body"/>
          </p:nvPr>
        </p:nvSpPr>
        <p:spPr>
          <a:xfrm>
            <a:off x="513588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00" name="Google Shape;4200;p140"/>
          <p:cNvSpPr txBox="1"/>
          <p:nvPr>
            <p:ph idx="7" type="body"/>
          </p:nvPr>
        </p:nvSpPr>
        <p:spPr>
          <a:xfrm>
            <a:off x="943737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01" name="Google Shape;4201;p140"/>
          <p:cNvSpPr txBox="1"/>
          <p:nvPr>
            <p:ph idx="8" type="body"/>
          </p:nvPr>
        </p:nvSpPr>
        <p:spPr>
          <a:xfrm>
            <a:off x="13725525"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202" name="Google Shape;4202;p140"/>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4203" name="Google Shape;4203;p140"/>
          <p:cNvPicPr preferRelativeResize="0"/>
          <p:nvPr/>
        </p:nvPicPr>
        <p:blipFill rotWithShape="1">
          <a:blip r:embed="rId3">
            <a:alphaModFix/>
          </a:blip>
          <a:srcRect b="0" l="0" r="0" t="0"/>
          <a:stretch/>
        </p:blipFill>
        <p:spPr>
          <a:xfrm rot="-3849352">
            <a:off x="3063532" y="2801694"/>
            <a:ext cx="506675" cy="514351"/>
          </a:xfrm>
          <a:prstGeom prst="rect">
            <a:avLst/>
          </a:prstGeom>
          <a:noFill/>
          <a:ln>
            <a:noFill/>
          </a:ln>
        </p:spPr>
      </p:pic>
      <p:pic>
        <p:nvPicPr>
          <p:cNvPr descr="Blue_single_sparkle.png" id="4204" name="Google Shape;4204;p140"/>
          <p:cNvPicPr preferRelativeResize="0"/>
          <p:nvPr/>
        </p:nvPicPr>
        <p:blipFill rotWithShape="1">
          <a:blip r:embed="rId3">
            <a:alphaModFix/>
          </a:blip>
          <a:srcRect b="0" l="0" r="0" t="0"/>
          <a:stretch/>
        </p:blipFill>
        <p:spPr>
          <a:xfrm>
            <a:off x="4011106" y="3446653"/>
            <a:ext cx="291386" cy="295801"/>
          </a:xfrm>
          <a:prstGeom prst="rect">
            <a:avLst/>
          </a:prstGeom>
          <a:noFill/>
          <a:ln>
            <a:noFill/>
          </a:ln>
        </p:spPr>
      </p:pic>
      <p:pic>
        <p:nvPicPr>
          <p:cNvPr descr="Blue_single_sparkle.png" id="4205" name="Google Shape;4205;p140"/>
          <p:cNvPicPr preferRelativeResize="0"/>
          <p:nvPr/>
        </p:nvPicPr>
        <p:blipFill rotWithShape="1">
          <a:blip r:embed="rId3">
            <a:alphaModFix/>
          </a:blip>
          <a:srcRect b="0" l="0" r="0" t="0"/>
          <a:stretch/>
        </p:blipFill>
        <p:spPr>
          <a:xfrm>
            <a:off x="12066344" y="3082713"/>
            <a:ext cx="291386" cy="295801"/>
          </a:xfrm>
          <a:prstGeom prst="rect">
            <a:avLst/>
          </a:prstGeom>
          <a:noFill/>
          <a:ln>
            <a:noFill/>
          </a:ln>
        </p:spPr>
      </p:pic>
      <p:pic>
        <p:nvPicPr>
          <p:cNvPr descr="Blue_single_sparkle.png" id="4206" name="Google Shape;4206;p140"/>
          <p:cNvPicPr preferRelativeResize="0"/>
          <p:nvPr/>
        </p:nvPicPr>
        <p:blipFill rotWithShape="1">
          <a:blip r:embed="rId3">
            <a:alphaModFix/>
          </a:blip>
          <a:srcRect b="0" l="0" r="0" t="0"/>
          <a:stretch/>
        </p:blipFill>
        <p:spPr>
          <a:xfrm>
            <a:off x="13850154" y="2963842"/>
            <a:ext cx="656940" cy="666893"/>
          </a:xfrm>
          <a:prstGeom prst="rect">
            <a:avLst/>
          </a:prstGeom>
          <a:noFill/>
          <a:ln>
            <a:noFill/>
          </a:ln>
        </p:spPr>
      </p:pic>
      <p:pic>
        <p:nvPicPr>
          <p:cNvPr descr="Blue_single_sparkle.png" id="4207" name="Google Shape;4207;p140"/>
          <p:cNvPicPr preferRelativeResize="0"/>
          <p:nvPr/>
        </p:nvPicPr>
        <p:blipFill rotWithShape="1">
          <a:blip r:embed="rId3">
            <a:alphaModFix/>
          </a:blip>
          <a:srcRect b="0" l="0" r="0" t="0"/>
          <a:stretch/>
        </p:blipFill>
        <p:spPr>
          <a:xfrm>
            <a:off x="6828458" y="2894305"/>
            <a:ext cx="291386" cy="295801"/>
          </a:xfrm>
          <a:prstGeom prst="rect">
            <a:avLst/>
          </a:prstGeom>
          <a:noFill/>
          <a:ln>
            <a:noFill/>
          </a:ln>
        </p:spPr>
      </p:pic>
      <p:pic>
        <p:nvPicPr>
          <p:cNvPr descr="Blue_single_sparkle.png" id="4208" name="Google Shape;4208;p140"/>
          <p:cNvPicPr preferRelativeResize="0"/>
          <p:nvPr/>
        </p:nvPicPr>
        <p:blipFill rotWithShape="1">
          <a:blip r:embed="rId3">
            <a:alphaModFix/>
          </a:blip>
          <a:srcRect b="0" l="0" r="0" t="0"/>
          <a:stretch/>
        </p:blipFill>
        <p:spPr>
          <a:xfrm>
            <a:off x="16762169" y="6870146"/>
            <a:ext cx="291386" cy="295801"/>
          </a:xfrm>
          <a:prstGeom prst="rect">
            <a:avLst/>
          </a:prstGeom>
          <a:noFill/>
          <a:ln>
            <a:noFill/>
          </a:ln>
        </p:spPr>
      </p:pic>
      <p:pic>
        <p:nvPicPr>
          <p:cNvPr descr="Blue_single_sparkle.png" id="4209" name="Google Shape;4209;p140"/>
          <p:cNvPicPr preferRelativeResize="0"/>
          <p:nvPr/>
        </p:nvPicPr>
        <p:blipFill rotWithShape="1">
          <a:blip r:embed="rId3">
            <a:alphaModFix/>
          </a:blip>
          <a:srcRect b="0" l="0" r="0" t="0"/>
          <a:stretch/>
        </p:blipFill>
        <p:spPr>
          <a:xfrm>
            <a:off x="1112594" y="6599530"/>
            <a:ext cx="291386" cy="295801"/>
          </a:xfrm>
          <a:prstGeom prst="rect">
            <a:avLst/>
          </a:prstGeom>
          <a:noFill/>
          <a:ln>
            <a:noFill/>
          </a:ln>
        </p:spPr>
      </p:pic>
      <p:pic>
        <p:nvPicPr>
          <p:cNvPr descr="Blue_single_sparkle.png" id="4210" name="Google Shape;4210;p140"/>
          <p:cNvPicPr preferRelativeResize="0"/>
          <p:nvPr/>
        </p:nvPicPr>
        <p:blipFill rotWithShape="1">
          <a:blip r:embed="rId3">
            <a:alphaModFix/>
          </a:blip>
          <a:srcRect b="0" l="0" r="0" t="0"/>
          <a:stretch/>
        </p:blipFill>
        <p:spPr>
          <a:xfrm>
            <a:off x="12798875" y="6259922"/>
            <a:ext cx="527289" cy="535279"/>
          </a:xfrm>
          <a:prstGeom prst="rect">
            <a:avLst/>
          </a:prstGeom>
          <a:noFill/>
          <a:ln>
            <a:noFill/>
          </a:ln>
        </p:spPr>
      </p:pic>
      <p:pic>
        <p:nvPicPr>
          <p:cNvPr descr="Blue_single_sparkle.png" id="4211" name="Google Shape;4211;p140"/>
          <p:cNvPicPr preferRelativeResize="0"/>
          <p:nvPr/>
        </p:nvPicPr>
        <p:blipFill rotWithShape="1">
          <a:blip r:embed="rId3">
            <a:alphaModFix/>
          </a:blip>
          <a:srcRect b="0" l="0" r="0" t="0"/>
          <a:stretch/>
        </p:blipFill>
        <p:spPr>
          <a:xfrm>
            <a:off x="4489508" y="6163488"/>
            <a:ext cx="291386" cy="295801"/>
          </a:xfrm>
          <a:prstGeom prst="rect">
            <a:avLst/>
          </a:prstGeom>
          <a:noFill/>
          <a:ln>
            <a:noFill/>
          </a:ln>
        </p:spPr>
      </p:pic>
      <p:sp>
        <p:nvSpPr>
          <p:cNvPr id="4212" name="Google Shape;4212;p14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13" name="Google Shape;4213;p140"/>
          <p:cNvSpPr txBox="1"/>
          <p:nvPr>
            <p:ph idx="9"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Photo - Five up">
  <p:cSld name="TITLE_1_1_1_1_1_1_1_1_1_1_1_1_1_1_1_1_1_1_1_1_1_1_1_1_1_1_1_1_1_1_1_1_1_1_1_1_1_1_1_1_1">
    <p:bg>
      <p:bgPr>
        <a:solidFill>
          <a:schemeClr val="accent6"/>
        </a:solidFill>
      </p:bgPr>
    </p:bg>
    <p:spTree>
      <p:nvGrpSpPr>
        <p:cNvPr id="4214" name="Shape 4214"/>
        <p:cNvGrpSpPr/>
        <p:nvPr/>
      </p:nvGrpSpPr>
      <p:grpSpPr>
        <a:xfrm>
          <a:off x="0" y="0"/>
          <a:ext cx="0" cy="0"/>
          <a:chOff x="0" y="0"/>
          <a:chExt cx="0" cy="0"/>
        </a:xfrm>
      </p:grpSpPr>
      <p:sp>
        <p:nvSpPr>
          <p:cNvPr id="4215" name="Google Shape;4215;p141"/>
          <p:cNvSpPr/>
          <p:nvPr/>
        </p:nvSpPr>
        <p:spPr>
          <a:xfrm>
            <a:off x="860310"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6" name="Google Shape;4216;p141"/>
          <p:cNvSpPr/>
          <p:nvPr/>
        </p:nvSpPr>
        <p:spPr>
          <a:xfrm>
            <a:off x="7732061"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7" name="Google Shape;4217;p141"/>
          <p:cNvSpPr/>
          <p:nvPr/>
        </p:nvSpPr>
        <p:spPr>
          <a:xfrm>
            <a:off x="4296185"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8" name="Google Shape;4218;p141"/>
          <p:cNvSpPr/>
          <p:nvPr/>
        </p:nvSpPr>
        <p:spPr>
          <a:xfrm>
            <a:off x="11167937"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9" name="Google Shape;4219;p141"/>
          <p:cNvSpPr/>
          <p:nvPr/>
        </p:nvSpPr>
        <p:spPr>
          <a:xfrm>
            <a:off x="14603813"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20" name="Google Shape;4220;p141"/>
          <p:cNvSpPr/>
          <p:nvPr>
            <p:ph idx="2" type="pic"/>
          </p:nvPr>
        </p:nvSpPr>
        <p:spPr>
          <a:xfrm>
            <a:off x="859508" y="4125844"/>
            <a:ext cx="2857500" cy="2857500"/>
          </a:xfrm>
          <a:prstGeom prst="ellipse">
            <a:avLst/>
          </a:prstGeom>
          <a:noFill/>
          <a:ln>
            <a:noFill/>
          </a:ln>
        </p:spPr>
      </p:sp>
      <p:sp>
        <p:nvSpPr>
          <p:cNvPr id="4221" name="Google Shape;4221;p141"/>
          <p:cNvSpPr/>
          <p:nvPr>
            <p:ph idx="3" type="pic"/>
          </p:nvPr>
        </p:nvSpPr>
        <p:spPr>
          <a:xfrm>
            <a:off x="4295775" y="4125844"/>
            <a:ext cx="2857500" cy="2857500"/>
          </a:xfrm>
          <a:prstGeom prst="ellipse">
            <a:avLst/>
          </a:prstGeom>
          <a:noFill/>
          <a:ln>
            <a:noFill/>
          </a:ln>
        </p:spPr>
      </p:sp>
      <p:sp>
        <p:nvSpPr>
          <p:cNvPr id="4222" name="Google Shape;4222;p141"/>
          <p:cNvSpPr/>
          <p:nvPr>
            <p:ph idx="4" type="pic"/>
          </p:nvPr>
        </p:nvSpPr>
        <p:spPr>
          <a:xfrm>
            <a:off x="7732395" y="4125844"/>
            <a:ext cx="2857500" cy="2857500"/>
          </a:xfrm>
          <a:prstGeom prst="ellipse">
            <a:avLst/>
          </a:prstGeom>
          <a:noFill/>
          <a:ln>
            <a:noFill/>
          </a:ln>
        </p:spPr>
      </p:sp>
      <p:sp>
        <p:nvSpPr>
          <p:cNvPr id="4223" name="Google Shape;4223;p141"/>
          <p:cNvSpPr/>
          <p:nvPr>
            <p:ph idx="5" type="pic"/>
          </p:nvPr>
        </p:nvSpPr>
        <p:spPr>
          <a:xfrm>
            <a:off x="11168063" y="4125844"/>
            <a:ext cx="2857500" cy="2857500"/>
          </a:xfrm>
          <a:prstGeom prst="ellipse">
            <a:avLst/>
          </a:prstGeom>
          <a:noFill/>
          <a:ln>
            <a:noFill/>
          </a:ln>
        </p:spPr>
      </p:sp>
      <p:sp>
        <p:nvSpPr>
          <p:cNvPr id="4224" name="Google Shape;4224;p141"/>
          <p:cNvSpPr/>
          <p:nvPr>
            <p:ph idx="6" type="pic"/>
          </p:nvPr>
        </p:nvSpPr>
        <p:spPr>
          <a:xfrm>
            <a:off x="14603730" y="4125844"/>
            <a:ext cx="2857500" cy="2857500"/>
          </a:xfrm>
          <a:prstGeom prst="ellipse">
            <a:avLst/>
          </a:prstGeom>
          <a:noFill/>
          <a:ln>
            <a:noFill/>
          </a:ln>
        </p:spPr>
      </p:sp>
      <p:sp>
        <p:nvSpPr>
          <p:cNvPr id="4225" name="Google Shape;4225;p14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26" name="Google Shape;4226;p14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227" name="Google Shape;4227;p141"/>
          <p:cNvSpPr txBox="1"/>
          <p:nvPr>
            <p:ph idx="7" type="body"/>
          </p:nvPr>
        </p:nvSpPr>
        <p:spPr>
          <a:xfrm>
            <a:off x="940117"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28" name="Google Shape;4228;p141"/>
          <p:cNvSpPr txBox="1"/>
          <p:nvPr>
            <p:ph idx="8" type="body"/>
          </p:nvPr>
        </p:nvSpPr>
        <p:spPr>
          <a:xfrm>
            <a:off x="43757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29" name="Google Shape;4229;p141"/>
          <p:cNvSpPr txBox="1"/>
          <p:nvPr>
            <p:ph idx="9" type="body"/>
          </p:nvPr>
        </p:nvSpPr>
        <p:spPr>
          <a:xfrm>
            <a:off x="7795260"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30" name="Google Shape;4230;p141"/>
          <p:cNvSpPr txBox="1"/>
          <p:nvPr>
            <p:ph idx="13" type="body"/>
          </p:nvPr>
        </p:nvSpPr>
        <p:spPr>
          <a:xfrm>
            <a:off x="11248073"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31" name="Google Shape;4231;p141"/>
          <p:cNvSpPr txBox="1"/>
          <p:nvPr>
            <p:ph idx="14" type="body"/>
          </p:nvPr>
        </p:nvSpPr>
        <p:spPr>
          <a:xfrm>
            <a:off x="147008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232" name="Google Shape;4232;p141"/>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4233" name="Google Shape;4233;p141"/>
          <p:cNvPicPr preferRelativeResize="0"/>
          <p:nvPr/>
        </p:nvPicPr>
        <p:blipFill rotWithShape="1">
          <a:blip r:embed="rId3">
            <a:alphaModFix/>
          </a:blip>
          <a:srcRect b="0" l="0" r="0" t="0"/>
          <a:stretch/>
        </p:blipFill>
        <p:spPr>
          <a:xfrm>
            <a:off x="7540703" y="6482252"/>
            <a:ext cx="527290" cy="535279"/>
          </a:xfrm>
          <a:prstGeom prst="rect">
            <a:avLst/>
          </a:prstGeom>
          <a:noFill/>
          <a:ln>
            <a:noFill/>
          </a:ln>
        </p:spPr>
      </p:pic>
      <p:pic>
        <p:nvPicPr>
          <p:cNvPr descr="Blue_single_sparkle.png" id="4234" name="Google Shape;4234;p141"/>
          <p:cNvPicPr preferRelativeResize="0"/>
          <p:nvPr/>
        </p:nvPicPr>
        <p:blipFill rotWithShape="1">
          <a:blip r:embed="rId3">
            <a:alphaModFix/>
          </a:blip>
          <a:srcRect b="0" l="0" r="0" t="0"/>
          <a:stretch/>
        </p:blipFill>
        <p:spPr>
          <a:xfrm rot="-3849399">
            <a:off x="2813764" y="3588851"/>
            <a:ext cx="436697" cy="443304"/>
          </a:xfrm>
          <a:prstGeom prst="rect">
            <a:avLst/>
          </a:prstGeom>
          <a:noFill/>
          <a:ln>
            <a:noFill/>
          </a:ln>
        </p:spPr>
      </p:pic>
      <p:pic>
        <p:nvPicPr>
          <p:cNvPr descr="Blue_single_sparkle.png" id="4235" name="Google Shape;4235;p141"/>
          <p:cNvPicPr preferRelativeResize="0"/>
          <p:nvPr/>
        </p:nvPicPr>
        <p:blipFill rotWithShape="1">
          <a:blip r:embed="rId3">
            <a:alphaModFix/>
          </a:blip>
          <a:srcRect b="0" l="0" r="0" t="0"/>
          <a:stretch/>
        </p:blipFill>
        <p:spPr>
          <a:xfrm>
            <a:off x="3386925" y="4033309"/>
            <a:ext cx="250800" cy="254608"/>
          </a:xfrm>
          <a:prstGeom prst="rect">
            <a:avLst/>
          </a:prstGeom>
          <a:noFill/>
          <a:ln>
            <a:noFill/>
          </a:ln>
        </p:spPr>
      </p:pic>
      <p:pic>
        <p:nvPicPr>
          <p:cNvPr descr="Blue_single_sparkle.png" id="4236" name="Google Shape;4236;p141"/>
          <p:cNvPicPr preferRelativeResize="0"/>
          <p:nvPr/>
        </p:nvPicPr>
        <p:blipFill rotWithShape="1">
          <a:blip r:embed="rId3">
            <a:alphaModFix/>
          </a:blip>
          <a:srcRect b="0" l="0" r="0" t="0"/>
          <a:stretch/>
        </p:blipFill>
        <p:spPr>
          <a:xfrm>
            <a:off x="11475794" y="3841703"/>
            <a:ext cx="291386" cy="295801"/>
          </a:xfrm>
          <a:prstGeom prst="rect">
            <a:avLst/>
          </a:prstGeom>
          <a:noFill/>
          <a:ln>
            <a:noFill/>
          </a:ln>
        </p:spPr>
      </p:pic>
      <p:pic>
        <p:nvPicPr>
          <p:cNvPr descr="Blue_single_sparkle.png" id="4237" name="Google Shape;4237;p141"/>
          <p:cNvPicPr preferRelativeResize="0"/>
          <p:nvPr/>
        </p:nvPicPr>
        <p:blipFill rotWithShape="1">
          <a:blip r:embed="rId3">
            <a:alphaModFix/>
          </a:blip>
          <a:srcRect b="0" l="0" r="0" t="0"/>
          <a:stretch/>
        </p:blipFill>
        <p:spPr>
          <a:xfrm>
            <a:off x="8183724" y="3841703"/>
            <a:ext cx="291386" cy="295801"/>
          </a:xfrm>
          <a:prstGeom prst="rect">
            <a:avLst/>
          </a:prstGeom>
          <a:noFill/>
          <a:ln>
            <a:noFill/>
          </a:ln>
        </p:spPr>
      </p:pic>
      <p:pic>
        <p:nvPicPr>
          <p:cNvPr descr="Blue_single_sparkle.png" id="4238" name="Google Shape;4238;p141"/>
          <p:cNvPicPr preferRelativeResize="0"/>
          <p:nvPr/>
        </p:nvPicPr>
        <p:blipFill rotWithShape="1">
          <a:blip r:embed="rId3">
            <a:alphaModFix/>
          </a:blip>
          <a:srcRect b="0" l="0" r="0" t="0"/>
          <a:stretch/>
        </p:blipFill>
        <p:spPr>
          <a:xfrm>
            <a:off x="713584" y="6674265"/>
            <a:ext cx="291386" cy="295801"/>
          </a:xfrm>
          <a:prstGeom prst="rect">
            <a:avLst/>
          </a:prstGeom>
          <a:noFill/>
          <a:ln>
            <a:noFill/>
          </a:ln>
        </p:spPr>
      </p:pic>
      <p:pic>
        <p:nvPicPr>
          <p:cNvPr descr="Blue_single_sparkle.png" id="4239" name="Google Shape;4239;p141"/>
          <p:cNvPicPr preferRelativeResize="0"/>
          <p:nvPr/>
        </p:nvPicPr>
        <p:blipFill rotWithShape="1">
          <a:blip r:embed="rId3">
            <a:alphaModFix/>
          </a:blip>
          <a:srcRect b="0" l="0" r="0" t="0"/>
          <a:stretch/>
        </p:blipFill>
        <p:spPr>
          <a:xfrm>
            <a:off x="13836451" y="6483819"/>
            <a:ext cx="419625" cy="425992"/>
          </a:xfrm>
          <a:prstGeom prst="rect">
            <a:avLst/>
          </a:prstGeom>
          <a:noFill/>
          <a:ln>
            <a:noFill/>
          </a:ln>
        </p:spPr>
      </p:pic>
      <p:pic>
        <p:nvPicPr>
          <p:cNvPr descr="Blue_single_sparkle.png" id="4240" name="Google Shape;4240;p141"/>
          <p:cNvPicPr preferRelativeResize="0"/>
          <p:nvPr/>
        </p:nvPicPr>
        <p:blipFill rotWithShape="1">
          <a:blip r:embed="rId3">
            <a:alphaModFix/>
          </a:blip>
          <a:srcRect b="0" l="0" r="0" t="0"/>
          <a:stretch/>
        </p:blipFill>
        <p:spPr>
          <a:xfrm>
            <a:off x="4296185" y="6548916"/>
            <a:ext cx="291386" cy="295801"/>
          </a:xfrm>
          <a:prstGeom prst="rect">
            <a:avLst/>
          </a:prstGeom>
          <a:noFill/>
          <a:ln>
            <a:noFill/>
          </a:ln>
        </p:spPr>
      </p:pic>
      <p:pic>
        <p:nvPicPr>
          <p:cNvPr descr="Blue_single_sparkle.png" id="4241" name="Google Shape;4241;p141"/>
          <p:cNvPicPr preferRelativeResize="0"/>
          <p:nvPr/>
        </p:nvPicPr>
        <p:blipFill rotWithShape="1">
          <a:blip r:embed="rId3">
            <a:alphaModFix/>
          </a:blip>
          <a:srcRect b="0" l="0" r="0" t="0"/>
          <a:stretch/>
        </p:blipFill>
        <p:spPr>
          <a:xfrm>
            <a:off x="14573248" y="3952970"/>
            <a:ext cx="419625" cy="425981"/>
          </a:xfrm>
          <a:prstGeom prst="rect">
            <a:avLst/>
          </a:prstGeom>
          <a:noFill/>
          <a:ln>
            <a:noFill/>
          </a:ln>
        </p:spPr>
      </p:pic>
      <p:pic>
        <p:nvPicPr>
          <p:cNvPr descr="Blue_single_sparkle.png" id="4242" name="Google Shape;4242;p141"/>
          <p:cNvPicPr preferRelativeResize="0"/>
          <p:nvPr/>
        </p:nvPicPr>
        <p:blipFill rotWithShape="1">
          <a:blip r:embed="rId3">
            <a:alphaModFix/>
          </a:blip>
          <a:srcRect b="0" l="0" r="0" t="0"/>
          <a:stretch/>
        </p:blipFill>
        <p:spPr>
          <a:xfrm>
            <a:off x="17095544" y="6482241"/>
            <a:ext cx="291386" cy="295801"/>
          </a:xfrm>
          <a:prstGeom prst="rect">
            <a:avLst/>
          </a:prstGeom>
          <a:noFill/>
          <a:ln>
            <a:noFill/>
          </a:ln>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Speaker 1">
  <p:cSld name="TITLE_1_1_1_1_1_1_1_1_1_1_1_1_1_1_1_1_1_1_1_1_1_1_1_1_1_1_1_1_1_1_1_1_1_1_1_1_1_1_1_1_1_1">
    <p:bg>
      <p:bgPr>
        <a:solidFill>
          <a:schemeClr val="accent6"/>
        </a:solidFill>
      </p:bgPr>
    </p:bg>
    <p:spTree>
      <p:nvGrpSpPr>
        <p:cNvPr id="4243" name="Shape 4243"/>
        <p:cNvGrpSpPr/>
        <p:nvPr/>
      </p:nvGrpSpPr>
      <p:grpSpPr>
        <a:xfrm>
          <a:off x="0" y="0"/>
          <a:ext cx="0" cy="0"/>
          <a:chOff x="0" y="0"/>
          <a:chExt cx="0" cy="0"/>
        </a:xfrm>
      </p:grpSpPr>
      <p:sp>
        <p:nvSpPr>
          <p:cNvPr id="4244" name="Google Shape;4244;p142"/>
          <p:cNvSpPr/>
          <p:nvPr/>
        </p:nvSpPr>
        <p:spPr>
          <a:xfrm>
            <a:off x="6597668" y="1405013"/>
            <a:ext cx="5092800" cy="5092800"/>
          </a:xfrm>
          <a:prstGeom prst="ellipse">
            <a:avLst/>
          </a:prstGeom>
          <a:solidFill>
            <a:srgbClr val="F6BC0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45" name="Google Shape;4245;p142"/>
          <p:cNvSpPr txBox="1"/>
          <p:nvPr>
            <p:ph type="title"/>
          </p:nvPr>
        </p:nvSpPr>
        <p:spPr>
          <a:xfrm>
            <a:off x="1572577" y="7182802"/>
            <a:ext cx="15142800" cy="8058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46" name="Google Shape;4246;p142"/>
          <p:cNvSpPr txBox="1"/>
          <p:nvPr>
            <p:ph idx="1" type="subTitle"/>
          </p:nvPr>
        </p:nvSpPr>
        <p:spPr>
          <a:xfrm>
            <a:off x="5431155" y="8030528"/>
            <a:ext cx="74256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p:txBody>
      </p:sp>
      <p:sp>
        <p:nvSpPr>
          <p:cNvPr id="4247" name="Google Shape;4247;p142"/>
          <p:cNvSpPr/>
          <p:nvPr>
            <p:ph idx="2" type="pic"/>
          </p:nvPr>
        </p:nvSpPr>
        <p:spPr>
          <a:xfrm>
            <a:off x="6597968" y="1404938"/>
            <a:ext cx="5093100" cy="5093100"/>
          </a:xfrm>
          <a:prstGeom prst="ellipse">
            <a:avLst/>
          </a:prstGeom>
          <a:noFill/>
          <a:ln>
            <a:noFill/>
          </a:ln>
        </p:spPr>
      </p:sp>
      <p:pic>
        <p:nvPicPr>
          <p:cNvPr id="4248" name="Google Shape;4248;p142"/>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49" name="Google Shape;4249;p142" title="BE-MVP-Icon-Spark_Redux_V3_RIGHT_cloudBlue.png"/>
          <p:cNvPicPr preferRelativeResize="0"/>
          <p:nvPr/>
        </p:nvPicPr>
        <p:blipFill>
          <a:blip r:embed="rId3">
            <a:alphaModFix/>
          </a:blip>
          <a:stretch>
            <a:fillRect/>
          </a:stretch>
        </p:blipFill>
        <p:spPr>
          <a:xfrm>
            <a:off x="11790778" y="1549857"/>
            <a:ext cx="992943" cy="1059287"/>
          </a:xfrm>
          <a:prstGeom prst="rect">
            <a:avLst/>
          </a:prstGeom>
          <a:noFill/>
          <a:ln>
            <a:noFill/>
          </a:ln>
        </p:spPr>
      </p:pic>
      <p:pic>
        <p:nvPicPr>
          <p:cNvPr id="4250" name="Google Shape;4250;p142" title="BE-MVP-Icon-Spark_Redux_V3_STRAIGHT_cloudBlue.png"/>
          <p:cNvPicPr preferRelativeResize="0"/>
          <p:nvPr/>
        </p:nvPicPr>
        <p:blipFill>
          <a:blip r:embed="rId4">
            <a:alphaModFix/>
          </a:blip>
          <a:stretch>
            <a:fillRect/>
          </a:stretch>
        </p:blipFill>
        <p:spPr>
          <a:xfrm>
            <a:off x="11577700" y="2386300"/>
            <a:ext cx="426150" cy="454600"/>
          </a:xfrm>
          <a:prstGeom prst="rect">
            <a:avLst/>
          </a:prstGeom>
          <a:noFill/>
          <a:ln>
            <a:noFill/>
          </a:ln>
        </p:spPr>
      </p:pic>
      <p:pic>
        <p:nvPicPr>
          <p:cNvPr id="4251" name="Google Shape;4251;p142" title="BE-MVP-Icon-Spark_Redux_V3_RIGHT_cloudBlue.png"/>
          <p:cNvPicPr preferRelativeResize="0"/>
          <p:nvPr/>
        </p:nvPicPr>
        <p:blipFill>
          <a:blip r:embed="rId3">
            <a:alphaModFix/>
          </a:blip>
          <a:stretch>
            <a:fillRect/>
          </a:stretch>
        </p:blipFill>
        <p:spPr>
          <a:xfrm flipH="1">
            <a:off x="5600228" y="5540732"/>
            <a:ext cx="992943" cy="1059287"/>
          </a:xfrm>
          <a:prstGeom prst="rect">
            <a:avLst/>
          </a:prstGeom>
          <a:noFill/>
          <a:ln>
            <a:noFill/>
          </a:ln>
        </p:spPr>
      </p:pic>
      <p:pic>
        <p:nvPicPr>
          <p:cNvPr id="4252" name="Google Shape;4252;p142" title="BE-MVP-Icon-Spark_Redux_V3_STRAIGHT_cloudBlue.png"/>
          <p:cNvPicPr preferRelativeResize="0"/>
          <p:nvPr/>
        </p:nvPicPr>
        <p:blipFill>
          <a:blip r:embed="rId4">
            <a:alphaModFix/>
          </a:blip>
          <a:stretch>
            <a:fillRect/>
          </a:stretch>
        </p:blipFill>
        <p:spPr>
          <a:xfrm>
            <a:off x="6221475" y="5166925"/>
            <a:ext cx="426150" cy="454600"/>
          </a:xfrm>
          <a:prstGeom prst="rect">
            <a:avLst/>
          </a:prstGeom>
          <a:noFill/>
          <a:ln>
            <a:noFill/>
          </a:ln>
        </p:spPr>
      </p:pic>
      <p:pic>
        <p:nvPicPr>
          <p:cNvPr id="4253" name="Google Shape;4253;p142" title="BE-MVP-Icon-Spark_Redux_V3_STRAIGHT_cloudBlue.png"/>
          <p:cNvPicPr preferRelativeResize="0"/>
          <p:nvPr/>
        </p:nvPicPr>
        <p:blipFill>
          <a:blip r:embed="rId4">
            <a:alphaModFix/>
          </a:blip>
          <a:stretch>
            <a:fillRect/>
          </a:stretch>
        </p:blipFill>
        <p:spPr>
          <a:xfrm>
            <a:off x="5431150" y="5583800"/>
            <a:ext cx="242401" cy="258600"/>
          </a:xfrm>
          <a:prstGeom prst="rect">
            <a:avLst/>
          </a:prstGeom>
          <a:noFill/>
          <a:ln>
            <a:noFill/>
          </a:ln>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Speaker 2">
  <p:cSld name="TITLE_1_1_1_1_1_1_1_1_1_1_1_1_1_1_1_1_1_1_1_1_1_1_1_1_1_1_1_1_1_1_1_1_1_1_1_1_1_1_1_1_1_1_1">
    <p:bg>
      <p:bgPr>
        <a:solidFill>
          <a:schemeClr val="accent6"/>
        </a:solidFill>
      </p:bgPr>
    </p:bg>
    <p:spTree>
      <p:nvGrpSpPr>
        <p:cNvPr id="4254" name="Shape 4254"/>
        <p:cNvGrpSpPr/>
        <p:nvPr/>
      </p:nvGrpSpPr>
      <p:grpSpPr>
        <a:xfrm>
          <a:off x="0" y="0"/>
          <a:ext cx="0" cy="0"/>
          <a:chOff x="0" y="0"/>
          <a:chExt cx="0" cy="0"/>
        </a:xfrm>
      </p:grpSpPr>
      <p:sp>
        <p:nvSpPr>
          <p:cNvPr id="4255" name="Google Shape;4255;p143"/>
          <p:cNvSpPr/>
          <p:nvPr/>
        </p:nvSpPr>
        <p:spPr>
          <a:xfrm>
            <a:off x="2308285" y="1405013"/>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56" name="Google Shape;4256;p143"/>
          <p:cNvSpPr/>
          <p:nvPr/>
        </p:nvSpPr>
        <p:spPr>
          <a:xfrm>
            <a:off x="10883122" y="1404988"/>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57" name="Google Shape;4257;p143"/>
          <p:cNvSpPr/>
          <p:nvPr>
            <p:ph idx="2" type="pic"/>
          </p:nvPr>
        </p:nvSpPr>
        <p:spPr>
          <a:xfrm>
            <a:off x="2307907" y="1404938"/>
            <a:ext cx="5093100" cy="5093100"/>
          </a:xfrm>
          <a:prstGeom prst="ellipse">
            <a:avLst/>
          </a:prstGeom>
          <a:noFill/>
          <a:ln>
            <a:noFill/>
          </a:ln>
        </p:spPr>
      </p:sp>
      <p:sp>
        <p:nvSpPr>
          <p:cNvPr id="4258" name="Google Shape;4258;p143"/>
          <p:cNvSpPr/>
          <p:nvPr>
            <p:ph idx="3" type="pic"/>
          </p:nvPr>
        </p:nvSpPr>
        <p:spPr>
          <a:xfrm>
            <a:off x="10883265" y="1404938"/>
            <a:ext cx="5093100" cy="5093100"/>
          </a:xfrm>
          <a:prstGeom prst="ellipse">
            <a:avLst/>
          </a:prstGeom>
          <a:noFill/>
          <a:ln>
            <a:noFill/>
          </a:ln>
        </p:spPr>
      </p:sp>
      <p:sp>
        <p:nvSpPr>
          <p:cNvPr id="4259" name="Google Shape;4259;p143"/>
          <p:cNvSpPr txBox="1"/>
          <p:nvPr>
            <p:ph type="title"/>
          </p:nvPr>
        </p:nvSpPr>
        <p:spPr>
          <a:xfrm>
            <a:off x="671513"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60" name="Google Shape;4260;p143"/>
          <p:cNvSpPr txBox="1"/>
          <p:nvPr>
            <p:ph idx="1" type="subTitle"/>
          </p:nvPr>
        </p:nvSpPr>
        <p:spPr>
          <a:xfrm>
            <a:off x="1687830" y="8301990"/>
            <a:ext cx="63333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261" name="Google Shape;4261;p143"/>
          <p:cNvSpPr txBox="1"/>
          <p:nvPr>
            <p:ph idx="4" type="title"/>
          </p:nvPr>
        </p:nvSpPr>
        <p:spPr>
          <a:xfrm>
            <a:off x="9246870"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4262" name="Google Shape;4262;p143"/>
          <p:cNvSpPr txBox="1"/>
          <p:nvPr>
            <p:ph idx="5" type="subTitle"/>
          </p:nvPr>
        </p:nvSpPr>
        <p:spPr>
          <a:xfrm>
            <a:off x="10263188" y="8301990"/>
            <a:ext cx="6333300" cy="896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263" name="Google Shape;4263;p14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64" name="Google Shape;4264;p143" title="BE-MVP-Icon-Spark_Redux_V3_RIGHT_cloudBlue.png"/>
          <p:cNvPicPr preferRelativeResize="0"/>
          <p:nvPr/>
        </p:nvPicPr>
        <p:blipFill>
          <a:blip r:embed="rId3">
            <a:alphaModFix/>
          </a:blip>
          <a:stretch>
            <a:fillRect/>
          </a:stretch>
        </p:blipFill>
        <p:spPr>
          <a:xfrm>
            <a:off x="15009053" y="1151132"/>
            <a:ext cx="992943" cy="1059287"/>
          </a:xfrm>
          <a:prstGeom prst="rect">
            <a:avLst/>
          </a:prstGeom>
          <a:noFill/>
          <a:ln>
            <a:noFill/>
          </a:ln>
        </p:spPr>
      </p:pic>
      <p:pic>
        <p:nvPicPr>
          <p:cNvPr id="4265" name="Google Shape;4265;p143" title="BE-MVP-Icon-Spark_Redux_V3_STRAIGHT_cloudBlue.png"/>
          <p:cNvPicPr preferRelativeResize="0"/>
          <p:nvPr/>
        </p:nvPicPr>
        <p:blipFill>
          <a:blip r:embed="rId4">
            <a:alphaModFix/>
          </a:blip>
          <a:stretch>
            <a:fillRect/>
          </a:stretch>
        </p:blipFill>
        <p:spPr>
          <a:xfrm>
            <a:off x="15975900" y="2080200"/>
            <a:ext cx="426150" cy="454600"/>
          </a:xfrm>
          <a:prstGeom prst="rect">
            <a:avLst/>
          </a:prstGeom>
          <a:noFill/>
          <a:ln>
            <a:noFill/>
          </a:ln>
        </p:spPr>
      </p:pic>
      <p:pic>
        <p:nvPicPr>
          <p:cNvPr id="4266" name="Google Shape;4266;p143" title="BE-MVP-Icon-Spark_Redux_V3_RIGHT_cloudBlue.png"/>
          <p:cNvPicPr preferRelativeResize="0"/>
          <p:nvPr/>
        </p:nvPicPr>
        <p:blipFill>
          <a:blip r:embed="rId3">
            <a:alphaModFix/>
          </a:blip>
          <a:stretch>
            <a:fillRect/>
          </a:stretch>
        </p:blipFill>
        <p:spPr>
          <a:xfrm flipH="1">
            <a:off x="1714500" y="5261475"/>
            <a:ext cx="1285450" cy="1371349"/>
          </a:xfrm>
          <a:prstGeom prst="rect">
            <a:avLst/>
          </a:prstGeom>
          <a:noFill/>
          <a:ln>
            <a:noFill/>
          </a:ln>
        </p:spPr>
      </p:pic>
      <p:pic>
        <p:nvPicPr>
          <p:cNvPr id="4267" name="Google Shape;4267;p143" title="BE-MVP-Icon-Spark_Redux_V3_STRAIGHT_cloudBlue.png"/>
          <p:cNvPicPr preferRelativeResize="0"/>
          <p:nvPr/>
        </p:nvPicPr>
        <p:blipFill>
          <a:blip r:embed="rId4">
            <a:alphaModFix/>
          </a:blip>
          <a:stretch>
            <a:fillRect/>
          </a:stretch>
        </p:blipFill>
        <p:spPr>
          <a:xfrm>
            <a:off x="1560850" y="5209475"/>
            <a:ext cx="242401" cy="258600"/>
          </a:xfrm>
          <a:prstGeom prst="rect">
            <a:avLst/>
          </a:prstGeom>
          <a:noFill/>
          <a:ln>
            <a:noFill/>
          </a:ln>
        </p:spPr>
      </p:pic>
      <p:pic>
        <p:nvPicPr>
          <p:cNvPr id="4268" name="Google Shape;4268;p143" title="BE-MVP-Icon-Spark_Redux_V3_STRAIGHT_cloudBlue.png"/>
          <p:cNvPicPr preferRelativeResize="0"/>
          <p:nvPr/>
        </p:nvPicPr>
        <p:blipFill>
          <a:blip r:embed="rId4">
            <a:alphaModFix/>
          </a:blip>
          <a:stretch>
            <a:fillRect/>
          </a:stretch>
        </p:blipFill>
        <p:spPr>
          <a:xfrm>
            <a:off x="1227488" y="5838600"/>
            <a:ext cx="487012" cy="519525"/>
          </a:xfrm>
          <a:prstGeom prst="rect">
            <a:avLst/>
          </a:prstGeom>
          <a:noFill/>
          <a:ln>
            <a:noFill/>
          </a:ln>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 Agenda">
  <p:cSld name="TITLE_1_1_1_1_1_1_1_1_1_1_1_1_1_1_1_1_1_1_1_1_1_1_1_1_1_1_1_1_1_1_1_1_1_1_1_1_1_1_1_1_1_1_1_1">
    <p:bg>
      <p:bgPr>
        <a:solidFill>
          <a:schemeClr val="accent6"/>
        </a:solidFill>
      </p:bgPr>
    </p:bg>
    <p:spTree>
      <p:nvGrpSpPr>
        <p:cNvPr id="4269" name="Shape 4269"/>
        <p:cNvGrpSpPr/>
        <p:nvPr/>
      </p:nvGrpSpPr>
      <p:grpSpPr>
        <a:xfrm>
          <a:off x="0" y="0"/>
          <a:ext cx="0" cy="0"/>
          <a:chOff x="0" y="0"/>
          <a:chExt cx="0" cy="0"/>
        </a:xfrm>
      </p:grpSpPr>
      <p:sp>
        <p:nvSpPr>
          <p:cNvPr id="4270" name="Google Shape;4270;p144"/>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271" name="Google Shape;4271;p144"/>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4272" name="Google Shape;4272;p144"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4273" name="Google Shape;4273;p144"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sp>
        <p:nvSpPr>
          <p:cNvPr id="4274" name="Google Shape;4274;p144"/>
          <p:cNvSpPr txBox="1"/>
          <p:nvPr>
            <p:ph type="title"/>
          </p:nvPr>
        </p:nvSpPr>
        <p:spPr>
          <a:xfrm>
            <a:off x="868680" y="3581400"/>
            <a:ext cx="4692900" cy="31233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250D9"/>
              </a:buClr>
              <a:buSzPts val="7000"/>
              <a:buNone/>
              <a:defRPr sz="7000">
                <a:solidFill>
                  <a:srgbClr val="0250D9"/>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4275" name="Google Shape;4275;p144"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 Thank you 2">
  <p:cSld name="TITLE_1_1_1_1_1_1_1_1_1_1_1_1_1_1_1_1_1_1_1_1_1_1_1_1_1_1_1_1_1_1_1_1_1_1_1_1_1_1_1_1_1_1_1_1_1">
    <p:bg>
      <p:bgPr>
        <a:solidFill>
          <a:schemeClr val="accent5"/>
        </a:solidFill>
      </p:bgPr>
    </p:bg>
    <p:spTree>
      <p:nvGrpSpPr>
        <p:cNvPr id="4276" name="Shape 4276"/>
        <p:cNvGrpSpPr/>
        <p:nvPr/>
      </p:nvGrpSpPr>
      <p:grpSpPr>
        <a:xfrm>
          <a:off x="0" y="0"/>
          <a:ext cx="0" cy="0"/>
          <a:chOff x="0" y="0"/>
          <a:chExt cx="0" cy="0"/>
        </a:xfrm>
      </p:grpSpPr>
      <p:pic>
        <p:nvPicPr>
          <p:cNvPr id="4277" name="Google Shape;4277;p14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278" name="Google Shape;4278;p145"/>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pic>
        <p:nvPicPr>
          <p:cNvPr id="4279" name="Google Shape;4279;p145" title="BE-MVP-Icon-Spark_Redux_V3_STRAIGHT_yellow.png"/>
          <p:cNvPicPr preferRelativeResize="0"/>
          <p:nvPr/>
        </p:nvPicPr>
        <p:blipFill rotWithShape="1">
          <a:blip r:embed="rId3">
            <a:alphaModFix/>
          </a:blip>
          <a:srcRect b="2562" l="0" r="0" t="2562"/>
          <a:stretch/>
        </p:blipFill>
        <p:spPr>
          <a:xfrm>
            <a:off x="4827208" y="4659274"/>
            <a:ext cx="800070" cy="810305"/>
          </a:xfrm>
          <a:prstGeom prst="rect">
            <a:avLst/>
          </a:prstGeom>
          <a:noFill/>
          <a:ln>
            <a:noFill/>
          </a:ln>
        </p:spPr>
      </p:pic>
      <p:pic>
        <p:nvPicPr>
          <p:cNvPr id="4280" name="Google Shape;4280;p145" title="BE-MVP-Icon-Spark_Redux_V3_STRAIGHT_yellow.png"/>
          <p:cNvPicPr preferRelativeResize="0"/>
          <p:nvPr/>
        </p:nvPicPr>
        <p:blipFill rotWithShape="1">
          <a:blip r:embed="rId3">
            <a:alphaModFix/>
          </a:blip>
          <a:srcRect b="2562" l="0" r="0" t="2562"/>
          <a:stretch/>
        </p:blipFill>
        <p:spPr>
          <a:xfrm>
            <a:off x="4576047" y="5455670"/>
            <a:ext cx="448162" cy="453899"/>
          </a:xfrm>
          <a:prstGeom prst="rect">
            <a:avLst/>
          </a:prstGeom>
          <a:noFill/>
          <a:ln>
            <a:noFill/>
          </a:ln>
        </p:spPr>
      </p:pic>
      <p:pic>
        <p:nvPicPr>
          <p:cNvPr descr="HDD_ATH_SALESFORCE_ICON_AGENTFORCE_V3_R2 3.png" id="4281" name="Google Shape;4281;p145"/>
          <p:cNvPicPr preferRelativeResize="0"/>
          <p:nvPr/>
        </p:nvPicPr>
        <p:blipFill rotWithShape="1">
          <a:blip r:embed="rId4">
            <a:alphaModFix/>
          </a:blip>
          <a:srcRect b="0" l="0" r="0" t="0"/>
          <a:stretch/>
        </p:blipFill>
        <p:spPr>
          <a:xfrm flipH="1" rot="-2704027">
            <a:off x="5136872" y="5108231"/>
            <a:ext cx="1776925" cy="1763070"/>
          </a:xfrm>
          <a:prstGeom prst="rect">
            <a:avLst/>
          </a:prstGeom>
          <a:noFill/>
          <a:ln>
            <a:noFill/>
          </a:ln>
        </p:spPr>
      </p:pic>
      <p:pic>
        <p:nvPicPr>
          <p:cNvPr id="4282" name="Google Shape;4282;p145" title="shadow-1.png"/>
          <p:cNvPicPr preferRelativeResize="0"/>
          <p:nvPr/>
        </p:nvPicPr>
        <p:blipFill>
          <a:blip r:embed="rId5">
            <a:alphaModFix/>
          </a:blip>
          <a:stretch>
            <a:fillRect/>
          </a:stretch>
        </p:blipFill>
        <p:spPr>
          <a:xfrm>
            <a:off x="11768803" y="7856964"/>
            <a:ext cx="3771448" cy="548775"/>
          </a:xfrm>
          <a:prstGeom prst="rect">
            <a:avLst/>
          </a:prstGeom>
          <a:noFill/>
          <a:ln>
            <a:noFill/>
          </a:ln>
        </p:spPr>
      </p:pic>
      <p:sp>
        <p:nvSpPr>
          <p:cNvPr id="4283" name="Google Shape;4283;p145"/>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284" name="Google Shape;4284;p145"/>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285" name="Google Shape;4285;p145"/>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grpSp>
        <p:nvGrpSpPr>
          <p:cNvPr id="4286" name="Google Shape;4286;p145"/>
          <p:cNvGrpSpPr/>
          <p:nvPr/>
        </p:nvGrpSpPr>
        <p:grpSpPr>
          <a:xfrm>
            <a:off x="12042648" y="4220617"/>
            <a:ext cx="2453368" cy="3995925"/>
            <a:chOff x="13642848" y="3675888"/>
            <a:chExt cx="3164003" cy="5146072"/>
          </a:xfrm>
        </p:grpSpPr>
        <p:pic>
          <p:nvPicPr>
            <p:cNvPr id="4287" name="Google Shape;4287;p145"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4288" name="Google Shape;4288;p145"/>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4289" name="Google Shape;4289;p145"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grpSp>
      <p:pic>
        <p:nvPicPr>
          <p:cNvPr id="4290" name="Google Shape;4290;p145"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291" name="Google Shape;4291;p145"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1">
  <p:cSld name="TITLE_1_1_1_1_1_1_1_1_1_1_1_1_1_1_1_1_1_1_1_1_1_1_1_1_1_1_1_1_1_1_1_1_1_1_1_1_1_1_1_1_1_1_1_1_1_1">
    <p:bg>
      <p:bgPr>
        <a:solidFill>
          <a:schemeClr val="accent5"/>
        </a:solidFill>
      </p:bgPr>
    </p:bg>
    <p:spTree>
      <p:nvGrpSpPr>
        <p:cNvPr id="4292" name="Shape 4292"/>
        <p:cNvGrpSpPr/>
        <p:nvPr/>
      </p:nvGrpSpPr>
      <p:grpSpPr>
        <a:xfrm>
          <a:off x="0" y="0"/>
          <a:ext cx="0" cy="0"/>
          <a:chOff x="0" y="0"/>
          <a:chExt cx="0" cy="0"/>
        </a:xfrm>
      </p:grpSpPr>
      <p:pic>
        <p:nvPicPr>
          <p:cNvPr id="4293" name="Google Shape;4293;p14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294" name="Google Shape;4294;p146"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295" name="Google Shape;4295;p146" title="BE-MVP-Icon-Spark_Redux_V3_STRAIGHT_yellow.png"/>
          <p:cNvPicPr preferRelativeResize="0"/>
          <p:nvPr/>
        </p:nvPicPr>
        <p:blipFill rotWithShape="1">
          <a:blip r:embed="rId3">
            <a:alphaModFix/>
          </a:blip>
          <a:srcRect b="2562" l="0" r="0" t="2562"/>
          <a:stretch/>
        </p:blipFill>
        <p:spPr>
          <a:xfrm>
            <a:off x="12701663" y="2881030"/>
            <a:ext cx="265072" cy="268468"/>
          </a:xfrm>
          <a:prstGeom prst="rect">
            <a:avLst/>
          </a:prstGeom>
          <a:noFill/>
          <a:ln>
            <a:noFill/>
          </a:ln>
        </p:spPr>
      </p:pic>
      <p:pic>
        <p:nvPicPr>
          <p:cNvPr id="4296" name="Google Shape;4296;p146" title="BE-MVP-Icon-Spark_Redux_V3_STRAIGHT_yellow.png"/>
          <p:cNvPicPr preferRelativeResize="0"/>
          <p:nvPr/>
        </p:nvPicPr>
        <p:blipFill rotWithShape="1">
          <a:blip r:embed="rId3">
            <a:alphaModFix/>
          </a:blip>
          <a:srcRect b="2562" l="0" r="0" t="2562"/>
          <a:stretch/>
        </p:blipFill>
        <p:spPr>
          <a:xfrm>
            <a:off x="5392021" y="5427419"/>
            <a:ext cx="800070" cy="810305"/>
          </a:xfrm>
          <a:prstGeom prst="rect">
            <a:avLst/>
          </a:prstGeom>
          <a:noFill/>
          <a:ln>
            <a:noFill/>
          </a:ln>
        </p:spPr>
      </p:pic>
      <p:pic>
        <p:nvPicPr>
          <p:cNvPr id="4297" name="Google Shape;4297;p146" title="BE-MVP-Icon-Spark_Redux_V3_STRAIGHT_yellow.png"/>
          <p:cNvPicPr preferRelativeResize="0"/>
          <p:nvPr/>
        </p:nvPicPr>
        <p:blipFill rotWithShape="1">
          <a:blip r:embed="rId3">
            <a:alphaModFix/>
          </a:blip>
          <a:srcRect b="2562" l="0" r="0" t="2562"/>
          <a:stretch/>
        </p:blipFill>
        <p:spPr>
          <a:xfrm>
            <a:off x="4395307" y="5026412"/>
            <a:ext cx="448164" cy="453897"/>
          </a:xfrm>
          <a:prstGeom prst="rect">
            <a:avLst/>
          </a:prstGeom>
          <a:noFill/>
          <a:ln>
            <a:noFill/>
          </a:ln>
        </p:spPr>
      </p:pic>
      <p:pic>
        <p:nvPicPr>
          <p:cNvPr descr="pasted-movie.png" id="4298" name="Google Shape;4298;p146"/>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299" name="Google Shape;4299;p146"/>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00" name="Google Shape;4300;p146"/>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01" name="Google Shape;4301;p146"/>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02" name="Google Shape;4302;p146"/>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6">
  <p:cSld name="TITLE_1_1_1_1_1_1_1_1_1_1_1_1_1_1_1_1_1_1_1_1_1_1_1_1_1_1_1_1_1_1_1_1_1_1_1_1_1_1_1_1_1_1_1_1_1_1_1">
    <p:bg>
      <p:bgPr>
        <a:solidFill>
          <a:schemeClr val="accent5"/>
        </a:solidFill>
      </p:bgPr>
    </p:bg>
    <p:spTree>
      <p:nvGrpSpPr>
        <p:cNvPr id="4303" name="Shape 4303"/>
        <p:cNvGrpSpPr/>
        <p:nvPr/>
      </p:nvGrpSpPr>
      <p:grpSpPr>
        <a:xfrm>
          <a:off x="0" y="0"/>
          <a:ext cx="0" cy="0"/>
          <a:chOff x="0" y="0"/>
          <a:chExt cx="0" cy="0"/>
        </a:xfrm>
      </p:grpSpPr>
      <p:pic>
        <p:nvPicPr>
          <p:cNvPr id="4304" name="Google Shape;4304;p14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05" name="Google Shape;4305;p147"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306" name="Google Shape;4306;p147"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4307" name="Google Shape;4307;p147" title="BE-MVP-Icon-Spark_Redux_V3_STRAIGHT_yellow.png"/>
          <p:cNvPicPr preferRelativeResize="0"/>
          <p:nvPr/>
        </p:nvPicPr>
        <p:blipFill rotWithShape="1">
          <a:blip r:embed="rId3">
            <a:alphaModFix/>
          </a:blip>
          <a:srcRect b="2562" l="0" r="0" t="2562"/>
          <a:stretch/>
        </p:blipFill>
        <p:spPr>
          <a:xfrm>
            <a:off x="4654833" y="4738344"/>
            <a:ext cx="800070" cy="810305"/>
          </a:xfrm>
          <a:prstGeom prst="rect">
            <a:avLst/>
          </a:prstGeom>
          <a:noFill/>
          <a:ln>
            <a:noFill/>
          </a:ln>
        </p:spPr>
      </p:pic>
      <p:pic>
        <p:nvPicPr>
          <p:cNvPr id="4308" name="Google Shape;4308;p147" title="BE-MVP-Icon-Spark_Redux_V3_STRAIGHT_yellow.png"/>
          <p:cNvPicPr preferRelativeResize="0"/>
          <p:nvPr/>
        </p:nvPicPr>
        <p:blipFill rotWithShape="1">
          <a:blip r:embed="rId3">
            <a:alphaModFix/>
          </a:blip>
          <a:srcRect b="2562" l="0" r="0" t="2562"/>
          <a:stretch/>
        </p:blipFill>
        <p:spPr>
          <a:xfrm>
            <a:off x="4123832" y="4093512"/>
            <a:ext cx="448164" cy="453897"/>
          </a:xfrm>
          <a:prstGeom prst="rect">
            <a:avLst/>
          </a:prstGeom>
          <a:noFill/>
          <a:ln>
            <a:noFill/>
          </a:ln>
        </p:spPr>
      </p:pic>
      <p:pic>
        <p:nvPicPr>
          <p:cNvPr descr="pasted-movie.png" id="4309" name="Google Shape;4309;p147"/>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310" name="Google Shape;4310;p147"/>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11" name="Google Shape;4311;p147"/>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12" name="Google Shape;4312;p147"/>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13" name="Google Shape;4313;p147"/>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4314" name="Google Shape;4314;p147"/>
          <p:cNvSpPr/>
          <p:nvPr>
            <p:ph idx="2" type="pic"/>
          </p:nvPr>
        </p:nvSpPr>
        <p:spPr>
          <a:xfrm>
            <a:off x="2222075" y="1016000"/>
            <a:ext cx="2718000" cy="2718000"/>
          </a:xfrm>
          <a:prstGeom prst="ellipse">
            <a:avLst/>
          </a:prstGeom>
          <a:noFill/>
          <a:ln>
            <a:noFill/>
          </a:ln>
        </p:spPr>
      </p:sp>
      <p:sp>
        <p:nvSpPr>
          <p:cNvPr id="4315" name="Google Shape;4315;p147"/>
          <p:cNvSpPr/>
          <p:nvPr>
            <p:ph idx="3" type="pic"/>
          </p:nvPr>
        </p:nvSpPr>
        <p:spPr>
          <a:xfrm>
            <a:off x="857250" y="4628350"/>
            <a:ext cx="3400500" cy="3400500"/>
          </a:xfrm>
          <a:prstGeom prst="ellipse">
            <a:avLst/>
          </a:prstGeom>
          <a:noFill/>
          <a:ln>
            <a:noFill/>
          </a:ln>
        </p:spPr>
      </p:sp>
      <p:sp>
        <p:nvSpPr>
          <p:cNvPr id="4316" name="Google Shape;4316;p147"/>
          <p:cNvSpPr/>
          <p:nvPr>
            <p:ph idx="4" type="pic"/>
          </p:nvPr>
        </p:nvSpPr>
        <p:spPr>
          <a:xfrm>
            <a:off x="12073150" y="5902675"/>
            <a:ext cx="3575100" cy="3575100"/>
          </a:xfrm>
          <a:prstGeom prst="ellipse">
            <a:avLst/>
          </a:prstGeom>
          <a:noFill/>
          <a:ln>
            <a:noFill/>
          </a:ln>
        </p:spPr>
      </p:sp>
      <p:sp>
        <p:nvSpPr>
          <p:cNvPr id="4317" name="Google Shape;4317;p147"/>
          <p:cNvSpPr/>
          <p:nvPr>
            <p:ph idx="5" type="pic"/>
          </p:nvPr>
        </p:nvSpPr>
        <p:spPr>
          <a:xfrm>
            <a:off x="14272550" y="2881025"/>
            <a:ext cx="2718000" cy="2718000"/>
          </a:xfrm>
          <a:prstGeom prst="ellipse">
            <a:avLst/>
          </a:prstGeom>
          <a:noFill/>
          <a:ln>
            <a:noFill/>
          </a:ln>
        </p:spPr>
      </p:sp>
      <p:sp>
        <p:nvSpPr>
          <p:cNvPr id="4318" name="Google Shape;4318;p147"/>
          <p:cNvSpPr/>
          <p:nvPr>
            <p:ph idx="6" type="pic"/>
          </p:nvPr>
        </p:nvSpPr>
        <p:spPr>
          <a:xfrm>
            <a:off x="13662425" y="1015988"/>
            <a:ext cx="1360500" cy="1360500"/>
          </a:xfrm>
          <a:prstGeom prst="ellipse">
            <a:avLst/>
          </a:prstGeom>
          <a:noFill/>
          <a:ln>
            <a:noFill/>
          </a:ln>
        </p:spPr>
      </p:sp>
      <p:sp>
        <p:nvSpPr>
          <p:cNvPr id="4319" name="Google Shape;4319;p147"/>
          <p:cNvSpPr/>
          <p:nvPr>
            <p:ph idx="7" type="pic"/>
          </p:nvPr>
        </p:nvSpPr>
        <p:spPr>
          <a:xfrm>
            <a:off x="4395300" y="7499875"/>
            <a:ext cx="1977900" cy="1977900"/>
          </a:xfrm>
          <a:prstGeom prst="ellipse">
            <a:avLst/>
          </a:prstGeom>
          <a:noFill/>
          <a:ln>
            <a:noFill/>
          </a:ln>
        </p:spPr>
      </p:sp>
      <p:pic>
        <p:nvPicPr>
          <p:cNvPr id="4320" name="Google Shape;4320;p147" title="BE-MVP-Icon-Spark_Redux_V3_STRAIGHT_yellow.png"/>
          <p:cNvPicPr preferRelativeResize="0"/>
          <p:nvPr/>
        </p:nvPicPr>
        <p:blipFill rotWithShape="1">
          <a:blip r:embed="rId3">
            <a:alphaModFix/>
          </a:blip>
          <a:srcRect b="2562" l="0" r="0" t="2562"/>
          <a:stretch/>
        </p:blipFill>
        <p:spPr>
          <a:xfrm>
            <a:off x="1490419" y="1221962"/>
            <a:ext cx="448164" cy="453897"/>
          </a:xfrm>
          <a:prstGeom prst="rect">
            <a:avLst/>
          </a:prstGeom>
          <a:noFill/>
          <a:ln>
            <a:noFill/>
          </a:ln>
        </p:spPr>
      </p:pic>
      <p:pic>
        <p:nvPicPr>
          <p:cNvPr id="4321" name="Google Shape;4321;p147" title="BE-MVP-Icon-Spark_Redux_V3_STRAIGHT_yellow.png"/>
          <p:cNvPicPr preferRelativeResize="0"/>
          <p:nvPr/>
        </p:nvPicPr>
        <p:blipFill rotWithShape="1">
          <a:blip r:embed="rId3">
            <a:alphaModFix/>
          </a:blip>
          <a:srcRect b="2562" l="0" r="0" t="2562"/>
          <a:stretch/>
        </p:blipFill>
        <p:spPr>
          <a:xfrm>
            <a:off x="16043796" y="8358332"/>
            <a:ext cx="800070" cy="810305"/>
          </a:xfrm>
          <a:prstGeom prst="rect">
            <a:avLst/>
          </a:prstGeom>
          <a:noFill/>
          <a:ln>
            <a:noFill/>
          </a:ln>
        </p:spPr>
      </p:pic>
      <p:pic>
        <p:nvPicPr>
          <p:cNvPr id="4322" name="Google Shape;4322;p147" title="BE-MVP-Icon-Spark_Redux_V3_STRAIGHT_yellow.png"/>
          <p:cNvPicPr preferRelativeResize="0"/>
          <p:nvPr/>
        </p:nvPicPr>
        <p:blipFill rotWithShape="1">
          <a:blip r:embed="rId3">
            <a:alphaModFix/>
          </a:blip>
          <a:srcRect b="2562" l="0" r="0" t="2562"/>
          <a:stretch/>
        </p:blipFill>
        <p:spPr>
          <a:xfrm>
            <a:off x="3356994" y="8500362"/>
            <a:ext cx="448164" cy="453897"/>
          </a:xfrm>
          <a:prstGeom prst="rect">
            <a:avLst/>
          </a:prstGeom>
          <a:noFill/>
          <a:ln>
            <a:noFill/>
          </a:ln>
        </p:spPr>
      </p:pic>
      <p:pic>
        <p:nvPicPr>
          <p:cNvPr id="4323" name="Google Shape;4323;p147" title="BE-MVP-Icon-Spark_Redux_V3_STRAIGHT_yellow.png"/>
          <p:cNvPicPr preferRelativeResize="0"/>
          <p:nvPr/>
        </p:nvPicPr>
        <p:blipFill rotWithShape="1">
          <a:blip r:embed="rId3">
            <a:alphaModFix/>
          </a:blip>
          <a:srcRect b="2562" l="0" r="0" t="2562"/>
          <a:stretch/>
        </p:blipFill>
        <p:spPr>
          <a:xfrm>
            <a:off x="15553832" y="562112"/>
            <a:ext cx="448164" cy="453897"/>
          </a:xfrm>
          <a:prstGeom prst="rect">
            <a:avLst/>
          </a:prstGeom>
          <a:noFill/>
          <a:ln>
            <a:noFill/>
          </a:ln>
        </p:spPr>
      </p:pic>
      <p:pic>
        <p:nvPicPr>
          <p:cNvPr id="4324" name="Google Shape;4324;p147" title="BE-MVP-Icon-Spark_Redux_V3_STRAIGHT_yellow.png"/>
          <p:cNvPicPr preferRelativeResize="0"/>
          <p:nvPr/>
        </p:nvPicPr>
        <p:blipFill rotWithShape="1">
          <a:blip r:embed="rId3">
            <a:alphaModFix/>
          </a:blip>
          <a:srcRect b="2562" l="0" r="0" t="2562"/>
          <a:stretch/>
        </p:blipFill>
        <p:spPr>
          <a:xfrm>
            <a:off x="15648244" y="9191725"/>
            <a:ext cx="448164" cy="453897"/>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10">
  <p:cSld name="TITLE_1_1_1_1_1_1_1_1_1_1_1_1_1_1_1_1_1_1_1_1_1_1_1_1_1_1_1_1_1_1_1_1_1_1_1_1_1_1_1_1_1_1_1_1_1_1_2">
    <p:bg>
      <p:bgPr>
        <a:solidFill>
          <a:schemeClr val="accent5"/>
        </a:solidFill>
      </p:bgPr>
    </p:bg>
    <p:spTree>
      <p:nvGrpSpPr>
        <p:cNvPr id="4325" name="Shape 4325"/>
        <p:cNvGrpSpPr/>
        <p:nvPr/>
      </p:nvGrpSpPr>
      <p:grpSpPr>
        <a:xfrm>
          <a:off x="0" y="0"/>
          <a:ext cx="0" cy="0"/>
          <a:chOff x="0" y="0"/>
          <a:chExt cx="0" cy="0"/>
        </a:xfrm>
      </p:grpSpPr>
      <p:pic>
        <p:nvPicPr>
          <p:cNvPr id="4326" name="Google Shape;4326;p14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27" name="Google Shape;4327;p148"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328" name="Google Shape;4328;p148"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4329" name="Google Shape;4329;p148" title="BE-MVP-Icon-Spark_Redux_V3_STRAIGHT_yellow.png"/>
          <p:cNvPicPr preferRelativeResize="0"/>
          <p:nvPr/>
        </p:nvPicPr>
        <p:blipFill rotWithShape="1">
          <a:blip r:embed="rId3">
            <a:alphaModFix/>
          </a:blip>
          <a:srcRect b="2562" l="0" r="0" t="2562"/>
          <a:stretch/>
        </p:blipFill>
        <p:spPr>
          <a:xfrm>
            <a:off x="5004483" y="5478044"/>
            <a:ext cx="800070" cy="810305"/>
          </a:xfrm>
          <a:prstGeom prst="rect">
            <a:avLst/>
          </a:prstGeom>
          <a:noFill/>
          <a:ln>
            <a:noFill/>
          </a:ln>
        </p:spPr>
      </p:pic>
      <p:pic>
        <p:nvPicPr>
          <p:cNvPr id="4330" name="Google Shape;4330;p148" title="BE-MVP-Icon-Spark_Redux_V3_STRAIGHT_yellow.png"/>
          <p:cNvPicPr preferRelativeResize="0"/>
          <p:nvPr/>
        </p:nvPicPr>
        <p:blipFill rotWithShape="1">
          <a:blip r:embed="rId3">
            <a:alphaModFix/>
          </a:blip>
          <a:srcRect b="2562" l="0" r="0" t="2562"/>
          <a:stretch/>
        </p:blipFill>
        <p:spPr>
          <a:xfrm>
            <a:off x="4482457" y="5024162"/>
            <a:ext cx="448164" cy="453897"/>
          </a:xfrm>
          <a:prstGeom prst="rect">
            <a:avLst/>
          </a:prstGeom>
          <a:noFill/>
          <a:ln>
            <a:noFill/>
          </a:ln>
        </p:spPr>
      </p:pic>
      <p:pic>
        <p:nvPicPr>
          <p:cNvPr descr="pasted-movie.png" id="4331" name="Google Shape;4331;p148"/>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332" name="Google Shape;4332;p148"/>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33" name="Google Shape;4333;p148"/>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34" name="Google Shape;4334;p148"/>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35" name="Google Shape;4335;p148"/>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4336" name="Google Shape;4336;p148"/>
          <p:cNvSpPr/>
          <p:nvPr>
            <p:ph idx="2" type="pic"/>
          </p:nvPr>
        </p:nvSpPr>
        <p:spPr>
          <a:xfrm>
            <a:off x="2355750" y="599100"/>
            <a:ext cx="2718000" cy="2718000"/>
          </a:xfrm>
          <a:prstGeom prst="ellipse">
            <a:avLst/>
          </a:prstGeom>
          <a:noFill/>
          <a:ln>
            <a:noFill/>
          </a:ln>
        </p:spPr>
      </p:sp>
      <p:sp>
        <p:nvSpPr>
          <p:cNvPr id="4337" name="Google Shape;4337;p148"/>
          <p:cNvSpPr/>
          <p:nvPr>
            <p:ph idx="3" type="pic"/>
          </p:nvPr>
        </p:nvSpPr>
        <p:spPr>
          <a:xfrm>
            <a:off x="725550" y="3541400"/>
            <a:ext cx="1977900" cy="1977900"/>
          </a:xfrm>
          <a:prstGeom prst="ellipse">
            <a:avLst/>
          </a:prstGeom>
          <a:noFill/>
          <a:ln>
            <a:noFill/>
          </a:ln>
        </p:spPr>
      </p:sp>
      <p:sp>
        <p:nvSpPr>
          <p:cNvPr id="4338" name="Google Shape;4338;p148"/>
          <p:cNvSpPr/>
          <p:nvPr>
            <p:ph idx="4" type="pic"/>
          </p:nvPr>
        </p:nvSpPr>
        <p:spPr>
          <a:xfrm>
            <a:off x="1714500" y="6205500"/>
            <a:ext cx="3400500" cy="3400500"/>
          </a:xfrm>
          <a:prstGeom prst="ellipse">
            <a:avLst/>
          </a:prstGeom>
          <a:noFill/>
          <a:ln>
            <a:noFill/>
          </a:ln>
        </p:spPr>
      </p:sp>
      <p:sp>
        <p:nvSpPr>
          <p:cNvPr id="4339" name="Google Shape;4339;p148"/>
          <p:cNvSpPr/>
          <p:nvPr>
            <p:ph idx="5" type="pic"/>
          </p:nvPr>
        </p:nvSpPr>
        <p:spPr>
          <a:xfrm>
            <a:off x="13633050" y="4628350"/>
            <a:ext cx="3797700" cy="3797700"/>
          </a:xfrm>
          <a:prstGeom prst="ellipse">
            <a:avLst/>
          </a:prstGeom>
          <a:noFill/>
          <a:ln>
            <a:noFill/>
          </a:ln>
        </p:spPr>
      </p:sp>
      <p:sp>
        <p:nvSpPr>
          <p:cNvPr id="4340" name="Google Shape;4340;p148"/>
          <p:cNvSpPr/>
          <p:nvPr>
            <p:ph idx="6" type="pic"/>
          </p:nvPr>
        </p:nvSpPr>
        <p:spPr>
          <a:xfrm>
            <a:off x="14433925" y="1016000"/>
            <a:ext cx="2718000" cy="2718000"/>
          </a:xfrm>
          <a:prstGeom prst="ellipse">
            <a:avLst/>
          </a:prstGeom>
          <a:noFill/>
          <a:ln>
            <a:noFill/>
          </a:ln>
        </p:spPr>
      </p:sp>
      <p:sp>
        <p:nvSpPr>
          <p:cNvPr id="4341" name="Google Shape;4341;p148"/>
          <p:cNvSpPr/>
          <p:nvPr>
            <p:ph idx="7" type="pic"/>
          </p:nvPr>
        </p:nvSpPr>
        <p:spPr>
          <a:xfrm>
            <a:off x="12073138" y="700788"/>
            <a:ext cx="1360500" cy="1360500"/>
          </a:xfrm>
          <a:prstGeom prst="ellipse">
            <a:avLst/>
          </a:prstGeom>
          <a:noFill/>
          <a:ln>
            <a:noFill/>
          </a:ln>
        </p:spPr>
      </p:sp>
      <p:sp>
        <p:nvSpPr>
          <p:cNvPr id="4342" name="Google Shape;4342;p148"/>
          <p:cNvSpPr/>
          <p:nvPr>
            <p:ph idx="8" type="pic"/>
          </p:nvPr>
        </p:nvSpPr>
        <p:spPr>
          <a:xfrm>
            <a:off x="12460250" y="7905750"/>
            <a:ext cx="1563900" cy="1563900"/>
          </a:xfrm>
          <a:prstGeom prst="ellipse">
            <a:avLst/>
          </a:prstGeom>
          <a:noFill/>
          <a:ln>
            <a:noFill/>
          </a:ln>
        </p:spPr>
      </p:sp>
      <p:sp>
        <p:nvSpPr>
          <p:cNvPr id="4343" name="Google Shape;4343;p148"/>
          <p:cNvSpPr/>
          <p:nvPr>
            <p:ph idx="9" type="pic"/>
          </p:nvPr>
        </p:nvSpPr>
        <p:spPr>
          <a:xfrm>
            <a:off x="5553688" y="8426038"/>
            <a:ext cx="1360500" cy="1360500"/>
          </a:xfrm>
          <a:prstGeom prst="ellipse">
            <a:avLst/>
          </a:prstGeom>
          <a:noFill/>
          <a:ln>
            <a:noFill/>
          </a:ln>
        </p:spPr>
      </p:sp>
      <p:sp>
        <p:nvSpPr>
          <p:cNvPr id="4344" name="Google Shape;4344;p148"/>
          <p:cNvSpPr/>
          <p:nvPr>
            <p:ph idx="13" type="pic"/>
          </p:nvPr>
        </p:nvSpPr>
        <p:spPr>
          <a:xfrm>
            <a:off x="6269750" y="599100"/>
            <a:ext cx="1563900" cy="1563900"/>
          </a:xfrm>
          <a:prstGeom prst="ellipse">
            <a:avLst/>
          </a:prstGeom>
          <a:noFill/>
          <a:ln>
            <a:noFill/>
          </a:ln>
        </p:spPr>
      </p:sp>
      <p:sp>
        <p:nvSpPr>
          <p:cNvPr id="4345" name="Google Shape;4345;p148"/>
          <p:cNvSpPr/>
          <p:nvPr>
            <p:ph idx="14" type="pic"/>
          </p:nvPr>
        </p:nvSpPr>
        <p:spPr>
          <a:xfrm>
            <a:off x="8623025" y="7346350"/>
            <a:ext cx="1977900" cy="1977900"/>
          </a:xfrm>
          <a:prstGeom prst="ellipse">
            <a:avLst/>
          </a:prstGeom>
          <a:noFill/>
          <a:ln>
            <a:noFill/>
          </a:ln>
        </p:spPr>
      </p:sp>
      <p:pic>
        <p:nvPicPr>
          <p:cNvPr id="4346" name="Google Shape;4346;p148" title="BE-MVP-Icon-Spark_Redux_V3_STRAIGHT_yellow.png"/>
          <p:cNvPicPr preferRelativeResize="0"/>
          <p:nvPr/>
        </p:nvPicPr>
        <p:blipFill rotWithShape="1">
          <a:blip r:embed="rId3">
            <a:alphaModFix/>
          </a:blip>
          <a:srcRect b="2562" l="0" r="0" t="2562"/>
          <a:stretch/>
        </p:blipFill>
        <p:spPr>
          <a:xfrm>
            <a:off x="499632" y="3149512"/>
            <a:ext cx="448164" cy="453897"/>
          </a:xfrm>
          <a:prstGeom prst="rect">
            <a:avLst/>
          </a:prstGeom>
          <a:noFill/>
          <a:ln>
            <a:noFill/>
          </a:ln>
        </p:spPr>
      </p:pic>
      <p:pic>
        <p:nvPicPr>
          <p:cNvPr id="4347" name="Google Shape;4347;p148" title="BE-MVP-Icon-Spark_Redux_V3_STRAIGHT_yellow.png"/>
          <p:cNvPicPr preferRelativeResize="0"/>
          <p:nvPr/>
        </p:nvPicPr>
        <p:blipFill rotWithShape="1">
          <a:blip r:embed="rId3">
            <a:alphaModFix/>
          </a:blip>
          <a:srcRect b="2562" l="0" r="0" t="2562"/>
          <a:stretch/>
        </p:blipFill>
        <p:spPr>
          <a:xfrm>
            <a:off x="12242121" y="6689569"/>
            <a:ext cx="800070" cy="810305"/>
          </a:xfrm>
          <a:prstGeom prst="rect">
            <a:avLst/>
          </a:prstGeom>
          <a:noFill/>
          <a:ln>
            <a:noFill/>
          </a:ln>
        </p:spPr>
      </p:pic>
      <p:pic>
        <p:nvPicPr>
          <p:cNvPr id="4348" name="Google Shape;4348;p148" title="BE-MVP-Icon-Spark_Redux_V3_STRAIGHT_yellow.png"/>
          <p:cNvPicPr preferRelativeResize="0"/>
          <p:nvPr/>
        </p:nvPicPr>
        <p:blipFill rotWithShape="1">
          <a:blip r:embed="rId3">
            <a:alphaModFix/>
          </a:blip>
          <a:srcRect b="2562" l="0" r="0" t="2562"/>
          <a:stretch/>
        </p:blipFill>
        <p:spPr>
          <a:xfrm>
            <a:off x="1837832" y="9469662"/>
            <a:ext cx="448164" cy="453897"/>
          </a:xfrm>
          <a:prstGeom prst="rect">
            <a:avLst/>
          </a:prstGeom>
          <a:noFill/>
          <a:ln>
            <a:noFill/>
          </a:ln>
        </p:spPr>
      </p:pic>
      <p:pic>
        <p:nvPicPr>
          <p:cNvPr id="4349" name="Google Shape;4349;p148" title="BE-MVP-Icon-Spark_Redux_V3_STRAIGHT_yellow.png"/>
          <p:cNvPicPr preferRelativeResize="0"/>
          <p:nvPr/>
        </p:nvPicPr>
        <p:blipFill rotWithShape="1">
          <a:blip r:embed="rId3">
            <a:alphaModFix/>
          </a:blip>
          <a:srcRect b="2562" l="0" r="0" t="2562"/>
          <a:stretch/>
        </p:blipFill>
        <p:spPr>
          <a:xfrm>
            <a:off x="10909707" y="857262"/>
            <a:ext cx="448164" cy="453897"/>
          </a:xfrm>
          <a:prstGeom prst="rect">
            <a:avLst/>
          </a:prstGeom>
          <a:noFill/>
          <a:ln>
            <a:noFill/>
          </a:ln>
        </p:spPr>
      </p:pic>
      <p:pic>
        <p:nvPicPr>
          <p:cNvPr id="4350" name="Google Shape;4350;p148" title="BE-MVP-Icon-Spark_Redux_V3_STRAIGHT_yellow.png"/>
          <p:cNvPicPr preferRelativeResize="0"/>
          <p:nvPr/>
        </p:nvPicPr>
        <p:blipFill rotWithShape="1">
          <a:blip r:embed="rId3">
            <a:alphaModFix/>
          </a:blip>
          <a:srcRect b="2562" l="0" r="0" t="2562"/>
          <a:stretch/>
        </p:blipFill>
        <p:spPr>
          <a:xfrm>
            <a:off x="16982582" y="8690112"/>
            <a:ext cx="448164" cy="453897"/>
          </a:xfrm>
          <a:prstGeom prst="rect">
            <a:avLst/>
          </a:prstGeom>
          <a:noFill/>
          <a:ln>
            <a:noFill/>
          </a:ln>
        </p:spPr>
      </p:pic>
      <p:pic>
        <p:nvPicPr>
          <p:cNvPr id="4351" name="Google Shape;4351;p148" title="BE-MVP-Icon-Spark_Redux_V3_STRAIGHT_yellow.png"/>
          <p:cNvPicPr preferRelativeResize="0"/>
          <p:nvPr/>
        </p:nvPicPr>
        <p:blipFill rotWithShape="1">
          <a:blip r:embed="rId3">
            <a:alphaModFix/>
          </a:blip>
          <a:srcRect b="2562" l="0" r="0" t="2562"/>
          <a:stretch/>
        </p:blipFill>
        <p:spPr>
          <a:xfrm>
            <a:off x="17327507" y="1016012"/>
            <a:ext cx="448164" cy="453897"/>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over 2">
  <p:cSld name="CUSTOM_2">
    <p:spTree>
      <p:nvGrpSpPr>
        <p:cNvPr id="4352" name="Shape 4352"/>
        <p:cNvGrpSpPr/>
        <p:nvPr/>
      </p:nvGrpSpPr>
      <p:grpSpPr>
        <a:xfrm>
          <a:off x="0" y="0"/>
          <a:ext cx="0" cy="0"/>
          <a:chOff x="0" y="0"/>
          <a:chExt cx="0" cy="0"/>
        </a:xfrm>
      </p:grpSpPr>
      <p:pic>
        <p:nvPicPr>
          <p:cNvPr id="4353" name="Google Shape;4353;p14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54" name="Google Shape;4354;p149"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4355" name="Google Shape;4355;p149"/>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over 1">
  <p:cSld name="CUSTOM_3">
    <p:spTree>
      <p:nvGrpSpPr>
        <p:cNvPr id="4356" name="Shape 4356"/>
        <p:cNvGrpSpPr/>
        <p:nvPr/>
      </p:nvGrpSpPr>
      <p:grpSpPr>
        <a:xfrm>
          <a:off x="0" y="0"/>
          <a:ext cx="0" cy="0"/>
          <a:chOff x="0" y="0"/>
          <a:chExt cx="0" cy="0"/>
        </a:xfrm>
      </p:grpSpPr>
      <p:pic>
        <p:nvPicPr>
          <p:cNvPr id="4357" name="Google Shape;4357;p150"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58" name="Google Shape;4358;p150"/>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4359" name="Google Shape;4359;p150"/>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FLS">
  <p:cSld name="TITLE_1_1_1_1_1_1_1_1_1_1_1_1_1_1_1_1_1_1_1_1_1_1_1_1_1_1_1_1_1_1_1_1_1_1_1_1_1_1_1_1_1_1_1_1_1_1_1_1_1">
    <p:bg>
      <p:bgPr>
        <a:solidFill>
          <a:schemeClr val="accent6"/>
        </a:solidFill>
      </p:bgPr>
    </p:bg>
    <p:spTree>
      <p:nvGrpSpPr>
        <p:cNvPr id="4360" name="Shape 4360"/>
        <p:cNvGrpSpPr/>
        <p:nvPr/>
      </p:nvGrpSpPr>
      <p:grpSpPr>
        <a:xfrm>
          <a:off x="0" y="0"/>
          <a:ext cx="0" cy="0"/>
          <a:chOff x="0" y="0"/>
          <a:chExt cx="0" cy="0"/>
        </a:xfrm>
      </p:grpSpPr>
      <p:sp>
        <p:nvSpPr>
          <p:cNvPr id="4361" name="Google Shape;4361;p151"/>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4362" name="Google Shape;4362;p151"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4363" name="Google Shape;4363;p151"/>
          <p:cNvSpPr txBox="1"/>
          <p:nvPr/>
        </p:nvSpPr>
        <p:spPr>
          <a:xfrm>
            <a:off x="13199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pic>
        <p:nvPicPr>
          <p:cNvPr id="4364" name="Google Shape;4364;p15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FLS">
  <p:cSld name="TITLE_1_1_1_1_1_1_1_1_1_1_1_1_1_1_1_1_1_1_1_1_1_1_1_1_1_1_1_1_1_1_1_1_1_1_1_1_1_1_1_1_1_1_1_1_1_1_1_1_1_1">
    <p:bg>
      <p:bgPr>
        <a:solidFill>
          <a:srgbClr val="CFE9FE"/>
        </a:solidFill>
      </p:bgPr>
    </p:bg>
    <p:spTree>
      <p:nvGrpSpPr>
        <p:cNvPr id="4365" name="Shape 4365"/>
        <p:cNvGrpSpPr/>
        <p:nvPr/>
      </p:nvGrpSpPr>
      <p:grpSpPr>
        <a:xfrm>
          <a:off x="0" y="0"/>
          <a:ext cx="0" cy="0"/>
          <a:chOff x="0" y="0"/>
          <a:chExt cx="0" cy="0"/>
        </a:xfrm>
      </p:grpSpPr>
      <p:pic>
        <p:nvPicPr>
          <p:cNvPr id="4366" name="Google Shape;4366;p15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67" name="Google Shape;4367;p152"/>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368" name="Google Shape;4368;p152"/>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4369" name="Google Shape;4369;p152"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4370" name="Google Shape;4370;p152"/>
          <p:cNvSpPr txBox="1"/>
          <p:nvPr/>
        </p:nvSpPr>
        <p:spPr>
          <a:xfrm>
            <a:off x="13434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Calendar ">
  <p:cSld name="TITLE_1_1_1_1_1_1_1_1_1_1_1_1_1_1_1_1_1_1_1_1_1_2_4">
    <p:bg>
      <p:bgPr>
        <a:solidFill>
          <a:schemeClr val="accent6"/>
        </a:solidFill>
      </p:bgPr>
    </p:bg>
    <p:spTree>
      <p:nvGrpSpPr>
        <p:cNvPr id="4371" name="Shape 4371"/>
        <p:cNvGrpSpPr/>
        <p:nvPr/>
      </p:nvGrpSpPr>
      <p:grpSpPr>
        <a:xfrm>
          <a:off x="0" y="0"/>
          <a:ext cx="0" cy="0"/>
          <a:chOff x="0" y="0"/>
          <a:chExt cx="0" cy="0"/>
        </a:xfrm>
      </p:grpSpPr>
      <p:sp>
        <p:nvSpPr>
          <p:cNvPr id="4372" name="Google Shape;4372;p15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373" name="Google Shape;4373;p15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374" name="Google Shape;4374;p15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4375" name="Google Shape;4375;p15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4376" name="Google Shape;4376;p153"/>
          <p:cNvSpPr/>
          <p:nvPr/>
        </p:nvSpPr>
        <p:spPr>
          <a:xfrm>
            <a:off x="85725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7" name="Google Shape;4377;p153"/>
          <p:cNvSpPr/>
          <p:nvPr/>
        </p:nvSpPr>
        <p:spPr>
          <a:xfrm>
            <a:off x="4249875"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8" name="Google Shape;4378;p153"/>
          <p:cNvSpPr/>
          <p:nvPr/>
        </p:nvSpPr>
        <p:spPr>
          <a:xfrm>
            <a:off x="764250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9" name="Google Shape;4379;p153"/>
          <p:cNvSpPr/>
          <p:nvPr/>
        </p:nvSpPr>
        <p:spPr>
          <a:xfrm>
            <a:off x="11035126"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0" name="Google Shape;4380;p153"/>
          <p:cNvSpPr/>
          <p:nvPr/>
        </p:nvSpPr>
        <p:spPr>
          <a:xfrm>
            <a:off x="14427751"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1" name="Google Shape;4381;p153"/>
          <p:cNvSpPr/>
          <p:nvPr/>
        </p:nvSpPr>
        <p:spPr>
          <a:xfrm>
            <a:off x="1014076"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2" name="Google Shape;4382;p153"/>
          <p:cNvSpPr txBox="1"/>
          <p:nvPr/>
        </p:nvSpPr>
        <p:spPr>
          <a:xfrm>
            <a:off x="1207467"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Monday</a:t>
            </a:r>
            <a:endParaRPr sz="2000">
              <a:solidFill>
                <a:schemeClr val="lt1"/>
              </a:solidFill>
              <a:latin typeface="Avant Garde Demi SFDC"/>
              <a:ea typeface="Avant Garde Demi SFDC"/>
              <a:cs typeface="Avant Garde Demi SFDC"/>
              <a:sym typeface="Avant Garde Demi SFDC"/>
            </a:endParaRPr>
          </a:p>
        </p:txBody>
      </p:sp>
      <p:sp>
        <p:nvSpPr>
          <p:cNvPr id="4383" name="Google Shape;4383;p153"/>
          <p:cNvSpPr/>
          <p:nvPr/>
        </p:nvSpPr>
        <p:spPr>
          <a:xfrm>
            <a:off x="4406794"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4" name="Google Shape;4384;p153"/>
          <p:cNvSpPr txBox="1"/>
          <p:nvPr/>
        </p:nvSpPr>
        <p:spPr>
          <a:xfrm>
            <a:off x="4600185"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Tuesday</a:t>
            </a:r>
            <a:endParaRPr sz="2000">
              <a:solidFill>
                <a:schemeClr val="lt1"/>
              </a:solidFill>
              <a:latin typeface="Avant Garde Demi SFDC"/>
              <a:ea typeface="Avant Garde Demi SFDC"/>
              <a:cs typeface="Avant Garde Demi SFDC"/>
              <a:sym typeface="Avant Garde Demi SFDC"/>
            </a:endParaRPr>
          </a:p>
        </p:txBody>
      </p:sp>
      <p:sp>
        <p:nvSpPr>
          <p:cNvPr id="4385" name="Google Shape;4385;p153"/>
          <p:cNvSpPr/>
          <p:nvPr/>
        </p:nvSpPr>
        <p:spPr>
          <a:xfrm>
            <a:off x="7799422"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6" name="Google Shape;4386;p153"/>
          <p:cNvSpPr txBox="1"/>
          <p:nvPr/>
        </p:nvSpPr>
        <p:spPr>
          <a:xfrm>
            <a:off x="7992813"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Wednesday</a:t>
            </a:r>
            <a:endParaRPr sz="2000">
              <a:solidFill>
                <a:schemeClr val="lt1"/>
              </a:solidFill>
              <a:latin typeface="Avant Garde Demi SFDC"/>
              <a:ea typeface="Avant Garde Demi SFDC"/>
              <a:cs typeface="Avant Garde Demi SFDC"/>
              <a:sym typeface="Avant Garde Demi SFDC"/>
            </a:endParaRPr>
          </a:p>
        </p:txBody>
      </p:sp>
      <p:sp>
        <p:nvSpPr>
          <p:cNvPr id="4387" name="Google Shape;4387;p153"/>
          <p:cNvSpPr/>
          <p:nvPr/>
        </p:nvSpPr>
        <p:spPr>
          <a:xfrm>
            <a:off x="11192050"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8" name="Google Shape;4388;p153"/>
          <p:cNvSpPr txBox="1"/>
          <p:nvPr/>
        </p:nvSpPr>
        <p:spPr>
          <a:xfrm>
            <a:off x="11385441"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Thursday</a:t>
            </a:r>
            <a:endParaRPr sz="2000">
              <a:solidFill>
                <a:schemeClr val="lt1"/>
              </a:solidFill>
              <a:latin typeface="Avant Garde Demi SFDC"/>
              <a:ea typeface="Avant Garde Demi SFDC"/>
              <a:cs typeface="Avant Garde Demi SFDC"/>
              <a:sym typeface="Avant Garde Demi SFDC"/>
            </a:endParaRPr>
          </a:p>
        </p:txBody>
      </p:sp>
      <p:sp>
        <p:nvSpPr>
          <p:cNvPr id="4389" name="Google Shape;4389;p153"/>
          <p:cNvSpPr/>
          <p:nvPr/>
        </p:nvSpPr>
        <p:spPr>
          <a:xfrm>
            <a:off x="14584677"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90" name="Google Shape;4390;p153"/>
          <p:cNvSpPr txBox="1"/>
          <p:nvPr/>
        </p:nvSpPr>
        <p:spPr>
          <a:xfrm>
            <a:off x="14778069"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Friday</a:t>
            </a:r>
            <a:endParaRPr sz="2000">
              <a:solidFill>
                <a:schemeClr val="lt1"/>
              </a:solidFill>
              <a:latin typeface="Avant Garde Demi SFDC"/>
              <a:ea typeface="Avant Garde Demi SFDC"/>
              <a:cs typeface="Avant Garde Demi SFDC"/>
              <a:sym typeface="Avant Garde Demi SFDC"/>
            </a:endParaRPr>
          </a:p>
        </p:txBody>
      </p:sp>
      <p:sp>
        <p:nvSpPr>
          <p:cNvPr id="4391" name="Google Shape;4391;p153"/>
          <p:cNvSpPr txBox="1"/>
          <p:nvPr>
            <p:ph idx="3" type="title"/>
          </p:nvPr>
        </p:nvSpPr>
        <p:spPr>
          <a:xfrm>
            <a:off x="12076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2" name="Google Shape;4392;p153"/>
          <p:cNvSpPr txBox="1"/>
          <p:nvPr>
            <p:ph idx="4" type="title"/>
          </p:nvPr>
        </p:nvSpPr>
        <p:spPr>
          <a:xfrm>
            <a:off x="460027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3" name="Google Shape;4393;p153"/>
          <p:cNvSpPr txBox="1"/>
          <p:nvPr>
            <p:ph idx="5" type="title"/>
          </p:nvPr>
        </p:nvSpPr>
        <p:spPr>
          <a:xfrm>
            <a:off x="799290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4" name="Google Shape;4394;p153"/>
          <p:cNvSpPr txBox="1"/>
          <p:nvPr>
            <p:ph idx="6" type="title"/>
          </p:nvPr>
        </p:nvSpPr>
        <p:spPr>
          <a:xfrm>
            <a:off x="1138552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5" name="Google Shape;4395;p153"/>
          <p:cNvSpPr txBox="1"/>
          <p:nvPr>
            <p:ph idx="7" type="title"/>
          </p:nvPr>
        </p:nvSpPr>
        <p:spPr>
          <a:xfrm>
            <a:off x="147781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pic>
        <p:nvPicPr>
          <p:cNvPr descr="Yellow_single_sparkle.png" id="4396" name="Google Shape;4396;p153"/>
          <p:cNvPicPr preferRelativeResize="0"/>
          <p:nvPr/>
        </p:nvPicPr>
        <p:blipFill rotWithShape="1">
          <a:blip r:embed="rId3">
            <a:alphaModFix/>
          </a:blip>
          <a:srcRect b="0" l="0" r="0" t="0"/>
          <a:stretch/>
        </p:blipFill>
        <p:spPr>
          <a:xfrm rot="618519">
            <a:off x="17716618" y="8037292"/>
            <a:ext cx="336404" cy="340708"/>
          </a:xfrm>
          <a:prstGeom prst="rect">
            <a:avLst/>
          </a:prstGeom>
          <a:noFill/>
          <a:ln>
            <a:noFill/>
          </a:ln>
        </p:spPr>
      </p:pic>
      <p:pic>
        <p:nvPicPr>
          <p:cNvPr descr="Yellow_single_sparkle.png" id="4397" name="Google Shape;4397;p153"/>
          <p:cNvPicPr preferRelativeResize="0"/>
          <p:nvPr/>
        </p:nvPicPr>
        <p:blipFill rotWithShape="1">
          <a:blip r:embed="rId3">
            <a:alphaModFix/>
          </a:blip>
          <a:srcRect b="0" l="0" r="0" t="0"/>
          <a:stretch/>
        </p:blipFill>
        <p:spPr>
          <a:xfrm rot="-669029">
            <a:off x="16923044" y="8209249"/>
            <a:ext cx="768236" cy="778064"/>
          </a:xfrm>
          <a:prstGeom prst="rect">
            <a:avLst/>
          </a:prstGeom>
          <a:noFill/>
          <a:ln>
            <a:noFill/>
          </a:ln>
        </p:spPr>
      </p:pic>
      <p:pic>
        <p:nvPicPr>
          <p:cNvPr descr="alt=&quot;&quot;" id="4398" name="Google Shape;4398;p153"/>
          <p:cNvPicPr preferRelativeResize="0"/>
          <p:nvPr/>
        </p:nvPicPr>
        <p:blipFill rotWithShape="1">
          <a:blip r:embed="rId3">
            <a:alphaModFix/>
          </a:blip>
          <a:srcRect b="0" l="0" r="0" t="0"/>
          <a:stretch/>
        </p:blipFill>
        <p:spPr>
          <a:xfrm rot="-1107206">
            <a:off x="292166" y="2423508"/>
            <a:ext cx="485211" cy="491419"/>
          </a:xfrm>
          <a:prstGeom prst="rect">
            <a:avLst/>
          </a:prstGeom>
          <a:noFill/>
          <a:ln>
            <a:noFill/>
          </a:ln>
        </p:spPr>
      </p:pic>
      <p:pic>
        <p:nvPicPr>
          <p:cNvPr descr="alt=&quot;&quot;" id="4399" name="Google Shape;4399;p153"/>
          <p:cNvPicPr preferRelativeResize="0"/>
          <p:nvPr/>
        </p:nvPicPr>
        <p:blipFill rotWithShape="1">
          <a:blip r:embed="rId3">
            <a:alphaModFix/>
          </a:blip>
          <a:srcRect b="0" l="0" r="0" t="0"/>
          <a:stretch/>
        </p:blipFill>
        <p:spPr>
          <a:xfrm rot="450588">
            <a:off x="390984" y="3078575"/>
            <a:ext cx="189095" cy="191530"/>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NoC">
  <p:cSld name="TITLE_1_1_1_1_1_1_1_1_1_1_1_1_1_1_1_1_1_1_1_1_1_1_1_1_1_1_1_1_1_1_1_1_1_1_1_1_1_1_1_1_1_1_1_1_1_1_1_1_1_2">
    <p:bg>
      <p:bgPr>
        <a:solidFill>
          <a:srgbClr val="CFE9FE"/>
        </a:solidFill>
      </p:bgPr>
    </p:bg>
    <p:spTree>
      <p:nvGrpSpPr>
        <p:cNvPr id="4400" name="Shape 4400"/>
        <p:cNvGrpSpPr/>
        <p:nvPr/>
      </p:nvGrpSpPr>
      <p:grpSpPr>
        <a:xfrm>
          <a:off x="0" y="0"/>
          <a:ext cx="0" cy="0"/>
          <a:chOff x="0" y="0"/>
          <a:chExt cx="0" cy="0"/>
        </a:xfrm>
      </p:grpSpPr>
      <p:sp>
        <p:nvSpPr>
          <p:cNvPr id="4401" name="Google Shape;4401;p154"/>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Notice of confidentiality</a:t>
            </a:r>
            <a:endParaRPr sz="5400">
              <a:solidFill>
                <a:schemeClr val="dk1"/>
              </a:solidFill>
              <a:latin typeface="Avant Garde Demi SFDC"/>
              <a:ea typeface="Avant Garde Demi SFDC"/>
              <a:cs typeface="Avant Garde Demi SFDC"/>
              <a:sym typeface="Avant Garde Demi SFDC"/>
            </a:endParaRPr>
          </a:p>
        </p:txBody>
      </p:sp>
      <p:sp>
        <p:nvSpPr>
          <p:cNvPr id="4402" name="Google Shape;4402;p154"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pic>
        <p:nvPicPr>
          <p:cNvPr id="4403" name="Google Shape;4403;p15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04" name="Google Shape;4404;p154"/>
          <p:cNvPicPr preferRelativeResize="0"/>
          <p:nvPr/>
        </p:nvPicPr>
        <p:blipFill rotWithShape="1">
          <a:blip r:embed="rId3">
            <a:alphaModFix/>
          </a:blip>
          <a:srcRect b="20754" l="3941" r="72741" t="17734"/>
          <a:stretch/>
        </p:blipFill>
        <p:spPr>
          <a:xfrm>
            <a:off x="1486825" y="3902925"/>
            <a:ext cx="3656673" cy="3786776"/>
          </a:xfrm>
          <a:prstGeom prst="rect">
            <a:avLst/>
          </a:prstGeom>
          <a:noFill/>
          <a:ln>
            <a:noFill/>
          </a:ln>
        </p:spPr>
      </p:pic>
      <p:sp>
        <p:nvSpPr>
          <p:cNvPr id="4405" name="Google Shape;4405;p154"/>
          <p:cNvSpPr txBox="1"/>
          <p:nvPr/>
        </p:nvSpPr>
        <p:spPr>
          <a:xfrm>
            <a:off x="6118768" y="4068438"/>
            <a:ext cx="9777000" cy="344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4263">
                <a:solidFill>
                  <a:srgbClr val="003366"/>
                </a:solidFill>
                <a:latin typeface="Salesforce Sans"/>
                <a:ea typeface="Salesforce Sans"/>
                <a:cs typeface="Salesforce Sans"/>
                <a:sym typeface="Salesforce Sans"/>
              </a:rPr>
              <a:t>The contents of this presentation are confidential and are intended solely </a:t>
            </a:r>
            <a:br>
              <a:rPr lang="en" sz="4263">
                <a:solidFill>
                  <a:srgbClr val="003366"/>
                </a:solidFill>
                <a:latin typeface="Salesforce Sans"/>
                <a:ea typeface="Salesforce Sans"/>
                <a:cs typeface="Salesforce Sans"/>
                <a:sym typeface="Salesforce Sans"/>
              </a:rPr>
            </a:br>
            <a:r>
              <a:rPr lang="en" sz="4263">
                <a:solidFill>
                  <a:srgbClr val="003366"/>
                </a:solidFill>
                <a:latin typeface="Salesforce Sans"/>
                <a:ea typeface="Salesforce Sans"/>
                <a:cs typeface="Salesforce Sans"/>
                <a:sym typeface="Salesforce Sans"/>
              </a:rPr>
              <a:t>for internal purposes. </a:t>
            </a:r>
            <a:r>
              <a:rPr b="1" lang="en" sz="4263">
                <a:solidFill>
                  <a:srgbClr val="003366"/>
                </a:solidFill>
                <a:latin typeface="Salesforce Sans"/>
                <a:ea typeface="Salesforce Sans"/>
                <a:cs typeface="Salesforce Sans"/>
                <a:sym typeface="Salesforce Sans"/>
              </a:rPr>
              <a:t>The contents </a:t>
            </a:r>
            <a:br>
              <a:rPr b="1" lang="en" sz="4263">
                <a:solidFill>
                  <a:srgbClr val="003366"/>
                </a:solidFill>
                <a:latin typeface="Salesforce Sans"/>
                <a:ea typeface="Salesforce Sans"/>
                <a:cs typeface="Salesforce Sans"/>
                <a:sym typeface="Salesforce Sans"/>
              </a:rPr>
            </a:br>
            <a:r>
              <a:rPr b="1" lang="en" sz="4263">
                <a:solidFill>
                  <a:srgbClr val="003366"/>
                </a:solidFill>
                <a:latin typeface="Salesforce Sans"/>
                <a:ea typeface="Salesforce Sans"/>
                <a:cs typeface="Salesforce Sans"/>
                <a:sym typeface="Salesforce Sans"/>
              </a:rPr>
              <a:t>are shared with you in trust.</a:t>
            </a:r>
            <a:endParaRPr sz="3654">
              <a:solidFill>
                <a:srgbClr val="59575C"/>
              </a:solidFill>
              <a:latin typeface="Salesforce Sans"/>
              <a:ea typeface="Salesforce Sans"/>
              <a:cs typeface="Salesforce Sans"/>
              <a:sym typeface="Salesforce Sans"/>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Gradient Reverse">
  <p:cSld name="CUSTOM_4">
    <p:bg>
      <p:bgPr>
        <a:gradFill>
          <a:gsLst>
            <a:gs pos="0">
              <a:srgbClr val="90D0FE"/>
            </a:gs>
            <a:gs pos="100000">
              <a:srgbClr val="EAF5FE"/>
            </a:gs>
          </a:gsLst>
          <a:lin ang="5400012" scaled="0"/>
        </a:gradFill>
      </p:bgPr>
    </p:bg>
    <p:spTree>
      <p:nvGrpSpPr>
        <p:cNvPr id="4406" name="Shape 4406"/>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TITLE_1_4">
    <p:bg>
      <p:bgPr>
        <a:solidFill>
          <a:srgbClr val="CFE9FE"/>
        </a:solidFill>
      </p:bgPr>
    </p:bg>
    <p:spTree>
      <p:nvGrpSpPr>
        <p:cNvPr id="4407" name="Shape 4407"/>
        <p:cNvGrpSpPr/>
        <p:nvPr/>
      </p:nvGrpSpPr>
      <p:grpSpPr>
        <a:xfrm>
          <a:off x="0" y="0"/>
          <a:ext cx="0" cy="0"/>
          <a:chOff x="0" y="0"/>
          <a:chExt cx="0" cy="0"/>
        </a:xfrm>
      </p:grpSpPr>
      <p:sp>
        <p:nvSpPr>
          <p:cNvPr id="4408" name="Google Shape;4408;p156"/>
          <p:cNvSpPr txBox="1"/>
          <p:nvPr>
            <p:ph idx="12" type="sldNum"/>
          </p:nvPr>
        </p:nvSpPr>
        <p:spPr>
          <a:xfrm>
            <a:off x="24383999" y="9204037"/>
            <a:ext cx="4267200" cy="660900"/>
          </a:xfrm>
          <a:prstGeom prst="rect">
            <a:avLst/>
          </a:prstGeom>
          <a:noFill/>
          <a:ln>
            <a:noFill/>
          </a:ln>
        </p:spPr>
        <p:txBody>
          <a:bodyPr anchorCtr="0" anchor="ctr" bIns="182825" lIns="182825" spcFirstLastPara="1" rIns="182825" wrap="square" tIns="182825">
            <a:normAutofit/>
          </a:bodyPr>
          <a:lstStyle>
            <a:lvl1pPr indent="0" lvl="0"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indent="0" lvl="1"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indent="0" lvl="2"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3pPr>
            <a:lvl4pPr indent="0" lvl="3"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4pPr>
            <a:lvl5pPr indent="0" lvl="4"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5pPr>
            <a:lvl6pPr indent="0" lvl="5"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6pPr>
            <a:lvl7pPr indent="0" lvl="6"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7pPr>
            <a:lvl8pPr indent="0" lvl="7"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8pPr>
            <a:lvl9pPr indent="0" lvl="8"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b="0" i="0" u="none" cap="none" strike="noStrik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with Light Stage">
  <p:cSld name="CUSTOM_1_1">
    <p:bg>
      <p:bgPr>
        <a:solidFill>
          <a:srgbClr val="CFE9FE"/>
        </a:solidFill>
      </p:bgPr>
    </p:bg>
    <p:spTree>
      <p:nvGrpSpPr>
        <p:cNvPr id="4409" name="Shape 4409"/>
        <p:cNvGrpSpPr/>
        <p:nvPr/>
      </p:nvGrpSpPr>
      <p:grpSpPr>
        <a:xfrm>
          <a:off x="0" y="0"/>
          <a:ext cx="0" cy="0"/>
          <a:chOff x="0" y="0"/>
          <a:chExt cx="0" cy="0"/>
        </a:xfrm>
      </p:grpSpPr>
      <p:pic>
        <p:nvPicPr>
          <p:cNvPr id="4410" name="Google Shape;4410;p157"/>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4411" name="Google Shape;4411;p157"/>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Aubergine product">
  <p:cSld name="TITLE_1_1_1_1_1_1_1_1_1_1_1_1_1_1_1_1_1_1_1_1_1_1_1_1_1_1_1_1_2_1_1_1_1_1_1_1_1_1">
    <p:bg>
      <p:bgPr>
        <a:solidFill>
          <a:srgbClr val="CFE9FE"/>
        </a:solidFill>
      </p:bgPr>
    </p:bg>
    <p:spTree>
      <p:nvGrpSpPr>
        <p:cNvPr id="4412" name="Shape 4412"/>
        <p:cNvGrpSpPr/>
        <p:nvPr/>
      </p:nvGrpSpPr>
      <p:grpSpPr>
        <a:xfrm>
          <a:off x="0" y="0"/>
          <a:ext cx="0" cy="0"/>
          <a:chOff x="0" y="0"/>
          <a:chExt cx="0" cy="0"/>
        </a:xfrm>
      </p:grpSpPr>
      <p:pic>
        <p:nvPicPr>
          <p:cNvPr id="4413" name="Google Shape;4413;p158" title="slack-bg.jp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ales Cloud">
  <p:cSld name="TITLE_1_1_1_1_1_1_1_1_1_1_1_1_1_1_1_1_1_1_1_1_1_1_1_1_1_1_1_1_2_1_1">
    <p:bg>
      <p:bgPr>
        <a:solidFill>
          <a:srgbClr val="CFE9FE"/>
        </a:solidFill>
      </p:bgPr>
    </p:bg>
    <p:spTree>
      <p:nvGrpSpPr>
        <p:cNvPr id="4414" name="Shape 4414"/>
        <p:cNvGrpSpPr/>
        <p:nvPr/>
      </p:nvGrpSpPr>
      <p:grpSpPr>
        <a:xfrm>
          <a:off x="0" y="0"/>
          <a:ext cx="0" cy="0"/>
          <a:chOff x="0" y="0"/>
          <a:chExt cx="0" cy="0"/>
        </a:xfrm>
      </p:grpSpPr>
      <p:pic>
        <p:nvPicPr>
          <p:cNvPr id="4415" name="Google Shape;4415;p159"/>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16" name="Google Shape;4416;p159"/>
          <p:cNvPicPr preferRelativeResize="0"/>
          <p:nvPr/>
        </p:nvPicPr>
        <p:blipFill>
          <a:blip r:embed="rId3">
            <a:alphaModFix/>
          </a:blip>
          <a:stretch>
            <a:fillRect/>
          </a:stretch>
        </p:blipFill>
        <p:spPr>
          <a:xfrm>
            <a:off x="34" y="0"/>
            <a:ext cx="18287933" cy="10287000"/>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ervice">
  <p:cSld name="TITLE_1_1_1_1_1_1_1_1_1_1_1_1_1_1_1_1_1_1_1_1_1_1_1_1_1_1_1_1_2_1_1_1">
    <p:bg>
      <p:bgPr>
        <a:solidFill>
          <a:srgbClr val="CFE9FE"/>
        </a:solidFill>
      </p:bgPr>
    </p:bg>
    <p:spTree>
      <p:nvGrpSpPr>
        <p:cNvPr id="4417" name="Shape 4417"/>
        <p:cNvGrpSpPr/>
        <p:nvPr/>
      </p:nvGrpSpPr>
      <p:grpSpPr>
        <a:xfrm>
          <a:off x="0" y="0"/>
          <a:ext cx="0" cy="0"/>
          <a:chOff x="0" y="0"/>
          <a:chExt cx="0" cy="0"/>
        </a:xfrm>
      </p:grpSpPr>
      <p:pic>
        <p:nvPicPr>
          <p:cNvPr id="4418" name="Google Shape;4418;p160"/>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19" name="Google Shape;4419;p160" title="service-bg.jpg"/>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Electric Blue product">
  <p:cSld name="TITLE_1_1_1_1_1_1_1_1_1_1_1_1_1_1_1_1_1_1_1_1_1_1_1_1_1_1_1_1_2_1_1_1_1_1_1_1_1_2">
    <p:bg>
      <p:bgPr>
        <a:solidFill>
          <a:srgbClr val="CFE9FE"/>
        </a:solidFill>
      </p:bgPr>
    </p:bg>
    <p:spTree>
      <p:nvGrpSpPr>
        <p:cNvPr id="4420" name="Shape 4420"/>
        <p:cNvGrpSpPr/>
        <p:nvPr/>
      </p:nvGrpSpPr>
      <p:grpSpPr>
        <a:xfrm>
          <a:off x="0" y="0"/>
          <a:ext cx="0" cy="0"/>
          <a:chOff x="0" y="0"/>
          <a:chExt cx="0" cy="0"/>
        </a:xfrm>
      </p:grpSpPr>
      <p:pic>
        <p:nvPicPr>
          <p:cNvPr id="4421" name="Google Shape;4421;p161"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Marketing">
  <p:cSld name="TITLE_1_1_1_1_1_1_1_1_1_1_1_1_1_1_1_1_1_1_1_1_1_1_1_1_1_1_1_1_2_1_1_1_1">
    <p:bg>
      <p:bgPr>
        <a:solidFill>
          <a:srgbClr val="CFE9FE"/>
        </a:solidFill>
      </p:bgPr>
    </p:bg>
    <p:spTree>
      <p:nvGrpSpPr>
        <p:cNvPr id="4422" name="Shape 4422"/>
        <p:cNvGrpSpPr/>
        <p:nvPr/>
      </p:nvGrpSpPr>
      <p:grpSpPr>
        <a:xfrm>
          <a:off x="0" y="0"/>
          <a:ext cx="0" cy="0"/>
          <a:chOff x="0" y="0"/>
          <a:chExt cx="0" cy="0"/>
        </a:xfrm>
      </p:grpSpPr>
      <p:pic>
        <p:nvPicPr>
          <p:cNvPr id="4423" name="Google Shape;4423;p162" title="mktg-bg.jpeg"/>
          <p:cNvPicPr preferRelativeResize="0"/>
          <p:nvPr/>
        </p:nvPicPr>
        <p:blipFill rotWithShape="1">
          <a:blip r:embed="rId2">
            <a:alphaModFix/>
          </a:blip>
          <a:srcRect b="0" l="338" r="338" t="0"/>
          <a:stretch/>
        </p:blipFill>
        <p:spPr>
          <a:xfrm>
            <a:off x="-53754" y="-68029"/>
            <a:ext cx="18470952" cy="10461074"/>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Commerce">
  <p:cSld name="TITLE_1_1_1_1_1_1_1_1_1_1_1_1_1_1_1_1_1_1_1_1_1_1_1_1_1_1_1_1_2_1_1_1_1_1">
    <p:bg>
      <p:bgPr>
        <a:solidFill>
          <a:srgbClr val="CFE9FE"/>
        </a:solidFill>
      </p:bgPr>
    </p:bg>
    <p:spTree>
      <p:nvGrpSpPr>
        <p:cNvPr id="4424" name="Shape 4424"/>
        <p:cNvGrpSpPr/>
        <p:nvPr/>
      </p:nvGrpSpPr>
      <p:grpSpPr>
        <a:xfrm>
          <a:off x="0" y="0"/>
          <a:ext cx="0" cy="0"/>
          <a:chOff x="0" y="0"/>
          <a:chExt cx="0" cy="0"/>
        </a:xfrm>
      </p:grpSpPr>
      <p:pic>
        <p:nvPicPr>
          <p:cNvPr id="4425" name="Google Shape;4425;p163" title="commerce-bg.jp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Tableau">
  <p:cSld name="TITLE_1_1_1_1_1_1_1_1_1_1_1_1_1_1_1_1_1_1_1_1_1_1_1_1_1_1_1_1_2_1_1_1_1_1_1">
    <p:bg>
      <p:bgPr>
        <a:solidFill>
          <a:srgbClr val="CFE9FE"/>
        </a:solidFill>
      </p:bgPr>
    </p:bg>
    <p:spTree>
      <p:nvGrpSpPr>
        <p:cNvPr id="4426" name="Shape 4426"/>
        <p:cNvGrpSpPr/>
        <p:nvPr/>
      </p:nvGrpSpPr>
      <p:grpSpPr>
        <a:xfrm>
          <a:off x="0" y="0"/>
          <a:ext cx="0" cy="0"/>
          <a:chOff x="0" y="0"/>
          <a:chExt cx="0" cy="0"/>
        </a:xfrm>
      </p:grpSpPr>
      <p:pic>
        <p:nvPicPr>
          <p:cNvPr id="4427" name="Google Shape;4427;p164" title="DF Slides for conversion_1920x1080 (6).005.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Purple Data">
  <p:cSld name="TITLE_1_1_1_1_1_1_1_1_1_1_1_1_1_1_1_1_1_1_1_1_1_1_1_1_1_1_1_1_2_1_1_1_1_1_1_1_1_1_1">
    <p:bg>
      <p:bgPr>
        <a:solidFill>
          <a:srgbClr val="CFE9FE"/>
        </a:solidFill>
      </p:bgPr>
    </p:bg>
    <p:spTree>
      <p:nvGrpSpPr>
        <p:cNvPr id="4428" name="Shape 4428"/>
        <p:cNvGrpSpPr/>
        <p:nvPr/>
      </p:nvGrpSpPr>
      <p:grpSpPr>
        <a:xfrm>
          <a:off x="0" y="0"/>
          <a:ext cx="0" cy="0"/>
          <a:chOff x="0" y="0"/>
          <a:chExt cx="0" cy="0"/>
        </a:xfrm>
      </p:grpSpPr>
      <p:pic>
        <p:nvPicPr>
          <p:cNvPr id="4429" name="Google Shape;4429;p165"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4430" name="Shape 4430"/>
        <p:cNvGrpSpPr/>
        <p:nvPr/>
      </p:nvGrpSpPr>
      <p:grpSpPr>
        <a:xfrm>
          <a:off x="0" y="0"/>
          <a:ext cx="0" cy="0"/>
          <a:chOff x="0" y="0"/>
          <a:chExt cx="0" cy="0"/>
        </a:xfrm>
      </p:grpSpPr>
      <p:sp>
        <p:nvSpPr>
          <p:cNvPr id="4431" name="Google Shape;4431;p166"/>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1">
  <p:cSld name="TITLE_1_1_1_1_1_1_1_1_1_1_1_1_1_1_1_1_1_1_1_1_1_1_1_1_1_1_1_2">
    <p:bg>
      <p:bgPr>
        <a:solidFill>
          <a:srgbClr val="CFE9FE"/>
        </a:solidFill>
      </p:bgPr>
    </p:bg>
    <p:spTree>
      <p:nvGrpSpPr>
        <p:cNvPr id="4432" name="Shape 4432"/>
        <p:cNvGrpSpPr/>
        <p:nvPr/>
      </p:nvGrpSpPr>
      <p:grpSpPr>
        <a:xfrm>
          <a:off x="0" y="0"/>
          <a:ext cx="0" cy="0"/>
          <a:chOff x="0" y="0"/>
          <a:chExt cx="0" cy="0"/>
        </a:xfrm>
      </p:grpSpPr>
      <p:pic>
        <p:nvPicPr>
          <p:cNvPr id="4433" name="Google Shape;4433;p16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434" name="Google Shape;4434;p167"/>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ayer" showMasterSp="0">
  <p:cSld name="TITLE_AND_BODY_5_1">
    <p:spTree>
      <p:nvGrpSpPr>
        <p:cNvPr id="4435" name="Shape 4435"/>
        <p:cNvGrpSpPr/>
        <p:nvPr/>
      </p:nvGrpSpPr>
      <p:grpSpPr>
        <a:xfrm>
          <a:off x="0" y="0"/>
          <a:ext cx="0" cy="0"/>
          <a:chOff x="0" y="0"/>
          <a:chExt cx="0" cy="0"/>
        </a:xfrm>
      </p:grpSpPr>
      <p:sp>
        <p:nvSpPr>
          <p:cNvPr id="4436" name="Google Shape;4436;p168"/>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
        <p:nvSpPr>
          <p:cNvPr id="4437" name="Google Shape;4437;p168"/>
          <p:cNvSpPr/>
          <p:nvPr/>
        </p:nvSpPr>
        <p:spPr>
          <a:xfrm>
            <a:off x="755165"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38" name="Google Shape;4438;p168"/>
          <p:cNvSpPr txBox="1"/>
          <p:nvPr/>
        </p:nvSpPr>
        <p:spPr>
          <a:xfrm>
            <a:off x="869852"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439" name="Google Shape;4439;p168"/>
          <p:cNvSpPr txBox="1"/>
          <p:nvPr/>
        </p:nvSpPr>
        <p:spPr>
          <a:xfrm>
            <a:off x="2362728"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440" name="Google Shape;4440;p168"/>
          <p:cNvSpPr txBox="1"/>
          <p:nvPr/>
        </p:nvSpPr>
        <p:spPr>
          <a:xfrm>
            <a:off x="888815" y="2036196"/>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4441" name="Google Shape;4441;p168"/>
          <p:cNvSpPr txBox="1"/>
          <p:nvPr/>
        </p:nvSpPr>
        <p:spPr>
          <a:xfrm>
            <a:off x="3726784"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442" name="Google Shape;4442;p168"/>
          <p:cNvSpPr/>
          <p:nvPr/>
        </p:nvSpPr>
        <p:spPr>
          <a:xfrm>
            <a:off x="755165" y="4315542"/>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43" name="Google Shape;4443;p168"/>
          <p:cNvSpPr txBox="1"/>
          <p:nvPr/>
        </p:nvSpPr>
        <p:spPr>
          <a:xfrm>
            <a:off x="888815" y="4415742"/>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Provider Network Management</a:t>
            </a:r>
            <a:endParaRPr sz="1600">
              <a:latin typeface="Avant Garde Demi SFDC"/>
              <a:ea typeface="Avant Garde Demi SFDC"/>
              <a:cs typeface="Avant Garde Demi SFDC"/>
              <a:sym typeface="Avant Garde Demi SFDC"/>
            </a:endParaRPr>
          </a:p>
        </p:txBody>
      </p:sp>
      <p:sp>
        <p:nvSpPr>
          <p:cNvPr id="4444" name="Google Shape;4444;p168"/>
          <p:cNvSpPr txBox="1"/>
          <p:nvPr/>
        </p:nvSpPr>
        <p:spPr>
          <a:xfrm>
            <a:off x="2362728" y="954979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Distribution Channel Management</a:t>
            </a:r>
            <a:endParaRPr sz="1600"/>
          </a:p>
        </p:txBody>
      </p:sp>
      <p:sp>
        <p:nvSpPr>
          <p:cNvPr id="4445" name="Google Shape;4445;p168"/>
          <p:cNvSpPr txBox="1"/>
          <p:nvPr/>
        </p:nvSpPr>
        <p:spPr>
          <a:xfrm>
            <a:off x="2362728" y="923293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Event Mgmt</a:t>
            </a:r>
            <a:endParaRPr sz="1600"/>
          </a:p>
        </p:txBody>
      </p:sp>
      <p:sp>
        <p:nvSpPr>
          <p:cNvPr id="4446" name="Google Shape;4446;p168"/>
          <p:cNvSpPr txBox="1"/>
          <p:nvPr/>
        </p:nvSpPr>
        <p:spPr>
          <a:xfrm>
            <a:off x="2362728" y="1936129"/>
            <a:ext cx="830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Brand Mgmt</a:t>
            </a:r>
            <a:endParaRPr sz="1600"/>
          </a:p>
        </p:txBody>
      </p:sp>
      <p:sp>
        <p:nvSpPr>
          <p:cNvPr id="4447" name="Google Shape;4447;p168"/>
          <p:cNvSpPr txBox="1"/>
          <p:nvPr/>
        </p:nvSpPr>
        <p:spPr>
          <a:xfrm>
            <a:off x="2362728" y="210268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Competitive</a:t>
            </a:r>
            <a:r>
              <a:rPr b="1" i="0" lang="en" sz="900" u="none" cap="none" strike="noStrike">
                <a:solidFill>
                  <a:srgbClr val="066AFE"/>
                </a:solidFill>
                <a:latin typeface="Arial"/>
                <a:ea typeface="Arial"/>
                <a:cs typeface="Arial"/>
                <a:sym typeface="Arial"/>
              </a:rPr>
              <a:t> </a:t>
            </a:r>
            <a:r>
              <a:rPr b="1" i="0" lang="en" sz="900" u="none" cap="none" strike="noStrike">
                <a:solidFill>
                  <a:srgbClr val="066AFE"/>
                </a:solidFill>
                <a:latin typeface="Salesforce Sans"/>
                <a:ea typeface="Salesforce Sans"/>
                <a:cs typeface="Salesforce Sans"/>
                <a:sym typeface="Salesforce Sans"/>
              </a:rPr>
              <a:t>Intelligence</a:t>
            </a:r>
            <a:endParaRPr sz="1600"/>
          </a:p>
        </p:txBody>
      </p:sp>
      <p:sp>
        <p:nvSpPr>
          <p:cNvPr id="4448" name="Google Shape;4448;p168"/>
          <p:cNvSpPr txBox="1"/>
          <p:nvPr/>
        </p:nvSpPr>
        <p:spPr>
          <a:xfrm>
            <a:off x="2362728" y="4308833"/>
            <a:ext cx="1130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Network Development (Adequacy/ Capacity Plan)</a:t>
            </a:r>
            <a:endParaRPr sz="1600"/>
          </a:p>
        </p:txBody>
      </p:sp>
      <p:sp>
        <p:nvSpPr>
          <p:cNvPr id="4449" name="Google Shape;4449;p168"/>
          <p:cNvSpPr txBox="1"/>
          <p:nvPr/>
        </p:nvSpPr>
        <p:spPr>
          <a:xfrm>
            <a:off x="2362728" y="522521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Application &amp; Credentialing</a:t>
            </a:r>
            <a:endParaRPr sz="1600"/>
          </a:p>
        </p:txBody>
      </p:sp>
      <p:sp>
        <p:nvSpPr>
          <p:cNvPr id="4450" name="Google Shape;4450;p168"/>
          <p:cNvSpPr txBox="1"/>
          <p:nvPr/>
        </p:nvSpPr>
        <p:spPr>
          <a:xfrm>
            <a:off x="2362728" y="659808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Relationship Mgmt</a:t>
            </a:r>
            <a:endParaRPr sz="1600"/>
          </a:p>
        </p:txBody>
      </p:sp>
      <p:sp>
        <p:nvSpPr>
          <p:cNvPr id="4451" name="Google Shape;4451;p168"/>
          <p:cNvSpPr txBox="1"/>
          <p:nvPr/>
        </p:nvSpPr>
        <p:spPr>
          <a:xfrm>
            <a:off x="2362728" y="256778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Product &amp; Benefit Development</a:t>
            </a:r>
            <a:endParaRPr sz="1600"/>
          </a:p>
        </p:txBody>
      </p:sp>
      <p:sp>
        <p:nvSpPr>
          <p:cNvPr id="4452" name="Google Shape;4452;p168"/>
          <p:cNvSpPr txBox="1"/>
          <p:nvPr/>
        </p:nvSpPr>
        <p:spPr>
          <a:xfrm>
            <a:off x="2362728" y="4913630"/>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Recruitment</a:t>
            </a:r>
            <a:endParaRPr sz="1600"/>
          </a:p>
        </p:txBody>
      </p:sp>
      <p:sp>
        <p:nvSpPr>
          <p:cNvPr id="4453" name="Google Shape;4453;p168"/>
          <p:cNvSpPr txBox="1"/>
          <p:nvPr/>
        </p:nvSpPr>
        <p:spPr>
          <a:xfrm>
            <a:off x="2362728" y="585481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Fee Schedule Mgmt</a:t>
            </a:r>
            <a:endParaRPr sz="1600"/>
          </a:p>
        </p:txBody>
      </p:sp>
      <p:sp>
        <p:nvSpPr>
          <p:cNvPr id="4454" name="Google Shape;4454;p168"/>
          <p:cNvSpPr txBox="1"/>
          <p:nvPr/>
        </p:nvSpPr>
        <p:spPr>
          <a:xfrm>
            <a:off x="2362728" y="869945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Campaign  Mgmt</a:t>
            </a:r>
            <a:endParaRPr sz="1600"/>
          </a:p>
        </p:txBody>
      </p:sp>
      <p:sp>
        <p:nvSpPr>
          <p:cNvPr id="4455" name="Google Shape;4455;p168"/>
          <p:cNvSpPr txBox="1"/>
          <p:nvPr/>
        </p:nvSpPr>
        <p:spPr>
          <a:xfrm>
            <a:off x="2362728" y="779546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Marketing</a:t>
            </a:r>
            <a:endParaRPr sz="1600"/>
          </a:p>
        </p:txBody>
      </p:sp>
      <p:sp>
        <p:nvSpPr>
          <p:cNvPr id="4456" name="Google Shape;4456;p168"/>
          <p:cNvSpPr txBox="1"/>
          <p:nvPr/>
        </p:nvSpPr>
        <p:spPr>
          <a:xfrm>
            <a:off x="2362728" y="411189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Formulary Mgmt</a:t>
            </a:r>
            <a:endParaRPr sz="1600"/>
          </a:p>
        </p:txBody>
      </p:sp>
      <p:sp>
        <p:nvSpPr>
          <p:cNvPr id="4457" name="Google Shape;4457;p168"/>
          <p:cNvSpPr txBox="1"/>
          <p:nvPr/>
        </p:nvSpPr>
        <p:spPr>
          <a:xfrm>
            <a:off x="2362728" y="732412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Maintenance &amp; Optimization</a:t>
            </a:r>
            <a:endParaRPr sz="1600"/>
          </a:p>
        </p:txBody>
      </p:sp>
      <p:sp>
        <p:nvSpPr>
          <p:cNvPr id="4458" name="Google Shape;4458;p168"/>
          <p:cNvSpPr txBox="1"/>
          <p:nvPr/>
        </p:nvSpPr>
        <p:spPr>
          <a:xfrm>
            <a:off x="2362728" y="9062201"/>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Lead Gen</a:t>
            </a:r>
            <a:endParaRPr sz="1600"/>
          </a:p>
        </p:txBody>
      </p:sp>
      <p:sp>
        <p:nvSpPr>
          <p:cNvPr id="4459" name="Google Shape;4459;p168"/>
          <p:cNvSpPr/>
          <p:nvPr/>
        </p:nvSpPr>
        <p:spPr>
          <a:xfrm>
            <a:off x="755165" y="781966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0" name="Google Shape;4460;p168"/>
          <p:cNvSpPr txBox="1"/>
          <p:nvPr/>
        </p:nvSpPr>
        <p:spPr>
          <a:xfrm>
            <a:off x="888815" y="7881761"/>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4461" name="Google Shape;4461;p168"/>
          <p:cNvSpPr/>
          <p:nvPr/>
        </p:nvSpPr>
        <p:spPr>
          <a:xfrm>
            <a:off x="755165" y="926030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2" name="Google Shape;4462;p168"/>
          <p:cNvSpPr txBox="1"/>
          <p:nvPr/>
        </p:nvSpPr>
        <p:spPr>
          <a:xfrm>
            <a:off x="888848" y="9322407"/>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4463" name="Google Shape;4463;p168"/>
          <p:cNvSpPr/>
          <p:nvPr/>
        </p:nvSpPr>
        <p:spPr>
          <a:xfrm>
            <a:off x="3596345" y="2280568"/>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4" name="Google Shape;4464;p168"/>
          <p:cNvSpPr/>
          <p:nvPr/>
        </p:nvSpPr>
        <p:spPr>
          <a:xfrm>
            <a:off x="3596345" y="24344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5" name="Google Shape;4465;p168"/>
          <p:cNvSpPr/>
          <p:nvPr/>
        </p:nvSpPr>
        <p:spPr>
          <a:xfrm>
            <a:off x="3596345" y="25883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6" name="Google Shape;4466;p168"/>
          <p:cNvSpPr/>
          <p:nvPr/>
        </p:nvSpPr>
        <p:spPr>
          <a:xfrm>
            <a:off x="3596345" y="27422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7" name="Google Shape;4467;p168"/>
          <p:cNvSpPr/>
          <p:nvPr/>
        </p:nvSpPr>
        <p:spPr>
          <a:xfrm>
            <a:off x="3596345" y="28961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8" name="Google Shape;4468;p168"/>
          <p:cNvSpPr/>
          <p:nvPr/>
        </p:nvSpPr>
        <p:spPr>
          <a:xfrm>
            <a:off x="3596345" y="3049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9" name="Google Shape;4469;p168"/>
          <p:cNvSpPr/>
          <p:nvPr/>
        </p:nvSpPr>
        <p:spPr>
          <a:xfrm>
            <a:off x="3596345" y="32038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0" name="Google Shape;4470;p168"/>
          <p:cNvSpPr/>
          <p:nvPr/>
        </p:nvSpPr>
        <p:spPr>
          <a:xfrm>
            <a:off x="3596345" y="335775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1" name="Google Shape;4471;p168"/>
          <p:cNvSpPr/>
          <p:nvPr/>
        </p:nvSpPr>
        <p:spPr>
          <a:xfrm>
            <a:off x="3596345" y="35116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2" name="Google Shape;4472;p168"/>
          <p:cNvSpPr/>
          <p:nvPr/>
        </p:nvSpPr>
        <p:spPr>
          <a:xfrm>
            <a:off x="3596345" y="36655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3" name="Google Shape;4473;p168"/>
          <p:cNvSpPr/>
          <p:nvPr/>
        </p:nvSpPr>
        <p:spPr>
          <a:xfrm>
            <a:off x="3596345" y="381940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4" name="Google Shape;4474;p168"/>
          <p:cNvSpPr/>
          <p:nvPr/>
        </p:nvSpPr>
        <p:spPr>
          <a:xfrm>
            <a:off x="3596345" y="39732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5" name="Google Shape;4475;p168"/>
          <p:cNvSpPr/>
          <p:nvPr/>
        </p:nvSpPr>
        <p:spPr>
          <a:xfrm>
            <a:off x="3596345" y="415693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6" name="Google Shape;4476;p168"/>
          <p:cNvSpPr/>
          <p:nvPr/>
        </p:nvSpPr>
        <p:spPr>
          <a:xfrm>
            <a:off x="3596345" y="43354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7" name="Google Shape;4477;p168"/>
          <p:cNvSpPr/>
          <p:nvPr/>
        </p:nvSpPr>
        <p:spPr>
          <a:xfrm>
            <a:off x="3596345" y="4478074"/>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8" name="Google Shape;4478;p168"/>
          <p:cNvSpPr/>
          <p:nvPr/>
        </p:nvSpPr>
        <p:spPr>
          <a:xfrm>
            <a:off x="3596345" y="462069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9" name="Google Shape;4479;p168"/>
          <p:cNvSpPr/>
          <p:nvPr/>
        </p:nvSpPr>
        <p:spPr>
          <a:xfrm>
            <a:off x="3596345" y="4763313"/>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0" name="Google Shape;4480;p168"/>
          <p:cNvSpPr/>
          <p:nvPr/>
        </p:nvSpPr>
        <p:spPr>
          <a:xfrm>
            <a:off x="3596345" y="494403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1" name="Google Shape;4481;p168"/>
          <p:cNvSpPr/>
          <p:nvPr/>
        </p:nvSpPr>
        <p:spPr>
          <a:xfrm>
            <a:off x="3596345" y="509617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2" name="Google Shape;4482;p168"/>
          <p:cNvSpPr/>
          <p:nvPr/>
        </p:nvSpPr>
        <p:spPr>
          <a:xfrm>
            <a:off x="3596345" y="524832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3" name="Google Shape;4483;p168"/>
          <p:cNvSpPr/>
          <p:nvPr/>
        </p:nvSpPr>
        <p:spPr>
          <a:xfrm>
            <a:off x="3596345" y="54004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4" name="Google Shape;4484;p168"/>
          <p:cNvSpPr/>
          <p:nvPr/>
        </p:nvSpPr>
        <p:spPr>
          <a:xfrm>
            <a:off x="3596345" y="555261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5" name="Google Shape;4485;p168"/>
          <p:cNvSpPr/>
          <p:nvPr/>
        </p:nvSpPr>
        <p:spPr>
          <a:xfrm>
            <a:off x="3596345" y="57047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6" name="Google Shape;4486;p168"/>
          <p:cNvSpPr/>
          <p:nvPr/>
        </p:nvSpPr>
        <p:spPr>
          <a:xfrm>
            <a:off x="3596345" y="58865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7" name="Google Shape;4487;p168"/>
          <p:cNvSpPr/>
          <p:nvPr/>
        </p:nvSpPr>
        <p:spPr>
          <a:xfrm>
            <a:off x="3596345" y="603259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8" name="Google Shape;4488;p168"/>
          <p:cNvSpPr/>
          <p:nvPr/>
        </p:nvSpPr>
        <p:spPr>
          <a:xfrm>
            <a:off x="3596345" y="61786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9" name="Google Shape;4489;p168"/>
          <p:cNvSpPr/>
          <p:nvPr/>
        </p:nvSpPr>
        <p:spPr>
          <a:xfrm>
            <a:off x="3596345" y="632471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0" name="Google Shape;4490;p168"/>
          <p:cNvSpPr/>
          <p:nvPr/>
        </p:nvSpPr>
        <p:spPr>
          <a:xfrm>
            <a:off x="3596345" y="647077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1" name="Google Shape;4491;p168"/>
          <p:cNvSpPr/>
          <p:nvPr/>
        </p:nvSpPr>
        <p:spPr>
          <a:xfrm>
            <a:off x="3596345" y="66376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2" name="Google Shape;4492;p168"/>
          <p:cNvSpPr/>
          <p:nvPr/>
        </p:nvSpPr>
        <p:spPr>
          <a:xfrm>
            <a:off x="3596345" y="67938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3" name="Google Shape;4493;p168"/>
          <p:cNvSpPr/>
          <p:nvPr/>
        </p:nvSpPr>
        <p:spPr>
          <a:xfrm>
            <a:off x="3596345" y="71278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4" name="Google Shape;4494;p168"/>
          <p:cNvSpPr/>
          <p:nvPr/>
        </p:nvSpPr>
        <p:spPr>
          <a:xfrm>
            <a:off x="3596345" y="73691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5" name="Google Shape;4495;p168"/>
          <p:cNvSpPr/>
          <p:nvPr/>
        </p:nvSpPr>
        <p:spPr>
          <a:xfrm>
            <a:off x="3596345" y="75131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6" name="Google Shape;4496;p168"/>
          <p:cNvSpPr/>
          <p:nvPr/>
        </p:nvSpPr>
        <p:spPr>
          <a:xfrm>
            <a:off x="3596345" y="783675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7" name="Google Shape;4497;p168"/>
          <p:cNvSpPr/>
          <p:nvPr/>
        </p:nvSpPr>
        <p:spPr>
          <a:xfrm>
            <a:off x="3596345" y="798318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8" name="Google Shape;4498;p168"/>
          <p:cNvSpPr/>
          <p:nvPr/>
        </p:nvSpPr>
        <p:spPr>
          <a:xfrm>
            <a:off x="3596345" y="812961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9" name="Google Shape;4499;p168"/>
          <p:cNvSpPr/>
          <p:nvPr/>
        </p:nvSpPr>
        <p:spPr>
          <a:xfrm>
            <a:off x="3596345" y="827603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0" name="Google Shape;4500;p168"/>
          <p:cNvSpPr/>
          <p:nvPr/>
        </p:nvSpPr>
        <p:spPr>
          <a:xfrm>
            <a:off x="3596345" y="842246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1" name="Google Shape;4501;p168"/>
          <p:cNvSpPr/>
          <p:nvPr/>
        </p:nvSpPr>
        <p:spPr>
          <a:xfrm>
            <a:off x="3596345" y="856889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2" name="Google Shape;4502;p168"/>
          <p:cNvSpPr/>
          <p:nvPr/>
        </p:nvSpPr>
        <p:spPr>
          <a:xfrm>
            <a:off x="3596345" y="874929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3" name="Google Shape;4503;p168"/>
          <p:cNvSpPr/>
          <p:nvPr/>
        </p:nvSpPr>
        <p:spPr>
          <a:xfrm>
            <a:off x="3596345" y="89111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4" name="Google Shape;4504;p168"/>
          <p:cNvSpPr/>
          <p:nvPr/>
        </p:nvSpPr>
        <p:spPr>
          <a:xfrm>
            <a:off x="3596345" y="910273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5" name="Google Shape;4505;p168"/>
          <p:cNvSpPr/>
          <p:nvPr/>
        </p:nvSpPr>
        <p:spPr>
          <a:xfrm>
            <a:off x="3596345" y="92645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6" name="Google Shape;4506;p168"/>
          <p:cNvSpPr/>
          <p:nvPr/>
        </p:nvSpPr>
        <p:spPr>
          <a:xfrm>
            <a:off x="3596345" y="942640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7" name="Google Shape;4507;p168"/>
          <p:cNvSpPr/>
          <p:nvPr/>
        </p:nvSpPr>
        <p:spPr>
          <a:xfrm>
            <a:off x="3596345" y="976411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8" name="Google Shape;4508;p168"/>
          <p:cNvSpPr/>
          <p:nvPr/>
        </p:nvSpPr>
        <p:spPr>
          <a:xfrm>
            <a:off x="3596345" y="990985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9" name="Google Shape;4509;p168"/>
          <p:cNvSpPr/>
          <p:nvPr/>
        </p:nvSpPr>
        <p:spPr>
          <a:xfrm>
            <a:off x="3596345" y="961837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10" name="Google Shape;4510;p168"/>
          <p:cNvSpPr txBox="1"/>
          <p:nvPr/>
        </p:nvSpPr>
        <p:spPr>
          <a:xfrm>
            <a:off x="3683498" y="3965866"/>
            <a:ext cx="142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Times"/>
              <a:buNone/>
            </a:pPr>
            <a:r>
              <a:t/>
            </a:r>
            <a:endParaRPr b="0" i="0" sz="900" u="none" cap="none" strike="noStrike">
              <a:solidFill>
                <a:srgbClr val="000000"/>
              </a:solidFill>
              <a:latin typeface="Times"/>
              <a:ea typeface="Times"/>
              <a:cs typeface="Times"/>
              <a:sym typeface="Times"/>
            </a:endParaRPr>
          </a:p>
        </p:txBody>
      </p:sp>
      <p:sp>
        <p:nvSpPr>
          <p:cNvPr id="4511" name="Google Shape;4511;p168"/>
          <p:cNvSpPr txBox="1"/>
          <p:nvPr/>
        </p:nvSpPr>
        <p:spPr>
          <a:xfrm>
            <a:off x="3749002" y="973192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Territory Planning </a:t>
            </a:r>
            <a:endParaRPr sz="800"/>
          </a:p>
        </p:txBody>
      </p:sp>
      <p:sp>
        <p:nvSpPr>
          <p:cNvPr id="4512" name="Google Shape;4512;p168"/>
          <p:cNvSpPr txBox="1"/>
          <p:nvPr/>
        </p:nvSpPr>
        <p:spPr>
          <a:xfrm>
            <a:off x="3749002" y="988087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Outreach </a:t>
            </a:r>
            <a:endParaRPr sz="800"/>
          </a:p>
        </p:txBody>
      </p:sp>
      <p:sp>
        <p:nvSpPr>
          <p:cNvPr id="4513" name="Google Shape;4513;p168"/>
          <p:cNvSpPr txBox="1"/>
          <p:nvPr/>
        </p:nvSpPr>
        <p:spPr>
          <a:xfrm>
            <a:off x="3749002" y="95829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Distribution Channel Management </a:t>
            </a:r>
            <a:endParaRPr sz="800"/>
          </a:p>
        </p:txBody>
      </p:sp>
      <p:sp>
        <p:nvSpPr>
          <p:cNvPr id="4514" name="Google Shape;4514;p168"/>
          <p:cNvSpPr txBox="1"/>
          <p:nvPr/>
        </p:nvSpPr>
        <p:spPr>
          <a:xfrm>
            <a:off x="3749002" y="939556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Planner </a:t>
            </a:r>
            <a:endParaRPr sz="800"/>
          </a:p>
        </p:txBody>
      </p:sp>
      <p:sp>
        <p:nvSpPr>
          <p:cNvPr id="4515" name="Google Shape;4515;p168"/>
          <p:cNvSpPr txBox="1"/>
          <p:nvPr/>
        </p:nvSpPr>
        <p:spPr>
          <a:xfrm>
            <a:off x="3749002" y="9233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Outreach Agent </a:t>
            </a:r>
            <a:endParaRPr sz="800"/>
          </a:p>
        </p:txBody>
      </p:sp>
      <p:sp>
        <p:nvSpPr>
          <p:cNvPr id="4516" name="Google Shape;4516;p168"/>
          <p:cNvSpPr/>
          <p:nvPr/>
        </p:nvSpPr>
        <p:spPr>
          <a:xfrm>
            <a:off x="3596345" y="212668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4517" name="Google Shape;4517;p168"/>
          <p:cNvSpPr txBox="1"/>
          <p:nvPr/>
        </p:nvSpPr>
        <p:spPr>
          <a:xfrm>
            <a:off x="3749002" y="20937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Intelligence </a:t>
            </a:r>
            <a:endParaRPr sz="800"/>
          </a:p>
        </p:txBody>
      </p:sp>
      <p:sp>
        <p:nvSpPr>
          <p:cNvPr id="4518" name="Google Shape;4518;p168"/>
          <p:cNvSpPr txBox="1"/>
          <p:nvPr/>
        </p:nvSpPr>
        <p:spPr>
          <a:xfrm>
            <a:off x="3749002" y="22471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Trends &amp; Price Tracking </a:t>
            </a:r>
            <a:endParaRPr sz="800"/>
          </a:p>
        </p:txBody>
      </p:sp>
      <p:sp>
        <p:nvSpPr>
          <p:cNvPr id="4519" name="Google Shape;4519;p168"/>
          <p:cNvSpPr txBox="1"/>
          <p:nvPr/>
        </p:nvSpPr>
        <p:spPr>
          <a:xfrm>
            <a:off x="3749002" y="240050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Market Gaps </a:t>
            </a:r>
            <a:endParaRPr sz="800"/>
          </a:p>
        </p:txBody>
      </p:sp>
      <p:sp>
        <p:nvSpPr>
          <p:cNvPr id="4520" name="Google Shape;4520;p168"/>
          <p:cNvSpPr/>
          <p:nvPr/>
        </p:nvSpPr>
        <p:spPr>
          <a:xfrm>
            <a:off x="3596345" y="197280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4521" name="Google Shape;4521;p168"/>
          <p:cNvSpPr txBox="1"/>
          <p:nvPr/>
        </p:nvSpPr>
        <p:spPr>
          <a:xfrm>
            <a:off x="3749002" y="194033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Brand Builder </a:t>
            </a:r>
            <a:endParaRPr sz="800"/>
          </a:p>
        </p:txBody>
      </p:sp>
      <p:sp>
        <p:nvSpPr>
          <p:cNvPr id="4522" name="Google Shape;4522;p168"/>
          <p:cNvSpPr txBox="1"/>
          <p:nvPr/>
        </p:nvSpPr>
        <p:spPr>
          <a:xfrm>
            <a:off x="3749002" y="25503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Management </a:t>
            </a:r>
            <a:endParaRPr sz="800"/>
          </a:p>
        </p:txBody>
      </p:sp>
      <p:sp>
        <p:nvSpPr>
          <p:cNvPr id="4523" name="Google Shape;4523;p168"/>
          <p:cNvSpPr txBox="1"/>
          <p:nvPr/>
        </p:nvSpPr>
        <p:spPr>
          <a:xfrm>
            <a:off x="3749002" y="285746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Details </a:t>
            </a:r>
            <a:endParaRPr sz="800"/>
          </a:p>
        </p:txBody>
      </p:sp>
      <p:sp>
        <p:nvSpPr>
          <p:cNvPr id="4524" name="Google Shape;4524;p168"/>
          <p:cNvSpPr txBox="1"/>
          <p:nvPr/>
        </p:nvSpPr>
        <p:spPr>
          <a:xfrm>
            <a:off x="3749002" y="301104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Guideline </a:t>
            </a:r>
            <a:endParaRPr sz="800"/>
          </a:p>
        </p:txBody>
      </p:sp>
      <p:sp>
        <p:nvSpPr>
          <p:cNvPr id="4525" name="Google Shape;4525;p168"/>
          <p:cNvSpPr txBox="1"/>
          <p:nvPr/>
        </p:nvSpPr>
        <p:spPr>
          <a:xfrm>
            <a:off x="3749002" y="270388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Benefit Designer </a:t>
            </a:r>
            <a:endParaRPr sz="800"/>
          </a:p>
        </p:txBody>
      </p:sp>
      <p:sp>
        <p:nvSpPr>
          <p:cNvPr id="4526" name="Google Shape;4526;p168"/>
          <p:cNvSpPr txBox="1"/>
          <p:nvPr/>
        </p:nvSpPr>
        <p:spPr>
          <a:xfrm>
            <a:off x="3749002" y="3471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Regulatory Adherence </a:t>
            </a:r>
            <a:endParaRPr sz="800"/>
          </a:p>
        </p:txBody>
      </p:sp>
      <p:sp>
        <p:nvSpPr>
          <p:cNvPr id="4527" name="Google Shape;4527;p168"/>
          <p:cNvSpPr txBox="1"/>
          <p:nvPr/>
        </p:nvSpPr>
        <p:spPr>
          <a:xfrm>
            <a:off x="3749002" y="393252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Lifecycle Management </a:t>
            </a:r>
            <a:endParaRPr sz="800"/>
          </a:p>
        </p:txBody>
      </p:sp>
      <p:sp>
        <p:nvSpPr>
          <p:cNvPr id="4528" name="Google Shape;4528;p168"/>
          <p:cNvSpPr txBox="1"/>
          <p:nvPr/>
        </p:nvSpPr>
        <p:spPr>
          <a:xfrm>
            <a:off x="3749002" y="430483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Network Demand and Adequacy </a:t>
            </a:r>
            <a:endParaRPr sz="800"/>
          </a:p>
        </p:txBody>
      </p:sp>
      <p:sp>
        <p:nvSpPr>
          <p:cNvPr id="4529" name="Google Shape;4529;p168"/>
          <p:cNvSpPr txBox="1"/>
          <p:nvPr/>
        </p:nvSpPr>
        <p:spPr>
          <a:xfrm>
            <a:off x="3749002" y="536819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Enrollment Status </a:t>
            </a:r>
            <a:endParaRPr sz="800"/>
          </a:p>
        </p:txBody>
      </p:sp>
      <p:sp>
        <p:nvSpPr>
          <p:cNvPr id="4530" name="Google Shape;4530;p168"/>
          <p:cNvSpPr txBox="1"/>
          <p:nvPr/>
        </p:nvSpPr>
        <p:spPr>
          <a:xfrm>
            <a:off x="3749002" y="552051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Status </a:t>
            </a:r>
            <a:endParaRPr sz="800"/>
          </a:p>
        </p:txBody>
      </p:sp>
      <p:sp>
        <p:nvSpPr>
          <p:cNvPr id="4531" name="Google Shape;4531;p168"/>
          <p:cNvSpPr txBox="1"/>
          <p:nvPr/>
        </p:nvSpPr>
        <p:spPr>
          <a:xfrm>
            <a:off x="3749002" y="614716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Dispute </a:t>
            </a:r>
            <a:endParaRPr sz="800"/>
          </a:p>
        </p:txBody>
      </p:sp>
      <p:sp>
        <p:nvSpPr>
          <p:cNvPr id="4532" name="Google Shape;4532;p168"/>
          <p:cNvSpPr txBox="1"/>
          <p:nvPr/>
        </p:nvSpPr>
        <p:spPr>
          <a:xfrm>
            <a:off x="3749002" y="6293012"/>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Design </a:t>
            </a:r>
            <a:endParaRPr sz="800"/>
          </a:p>
        </p:txBody>
      </p:sp>
      <p:sp>
        <p:nvSpPr>
          <p:cNvPr id="4533" name="Google Shape;4533;p168"/>
          <p:cNvSpPr txBox="1"/>
          <p:nvPr/>
        </p:nvSpPr>
        <p:spPr>
          <a:xfrm>
            <a:off x="3749002" y="31646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Scoring </a:t>
            </a:r>
            <a:endParaRPr sz="800"/>
          </a:p>
        </p:txBody>
      </p:sp>
      <p:sp>
        <p:nvSpPr>
          <p:cNvPr id="4534" name="Google Shape;4534;p168"/>
          <p:cNvSpPr txBox="1"/>
          <p:nvPr/>
        </p:nvSpPr>
        <p:spPr>
          <a:xfrm>
            <a:off x="3749002" y="331820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Cross Product Identification </a:t>
            </a:r>
            <a:endParaRPr sz="800"/>
          </a:p>
        </p:txBody>
      </p:sp>
      <p:sp>
        <p:nvSpPr>
          <p:cNvPr id="4535" name="Google Shape;4535;p168"/>
          <p:cNvSpPr txBox="1"/>
          <p:nvPr/>
        </p:nvSpPr>
        <p:spPr>
          <a:xfrm>
            <a:off x="3749002" y="36253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4536" name="Google Shape;4536;p168"/>
          <p:cNvSpPr txBox="1"/>
          <p:nvPr/>
        </p:nvSpPr>
        <p:spPr>
          <a:xfrm>
            <a:off x="3749002" y="444595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4537" name="Google Shape;4537;p168"/>
          <p:cNvSpPr txBox="1"/>
          <p:nvPr/>
        </p:nvSpPr>
        <p:spPr>
          <a:xfrm>
            <a:off x="3749002" y="458708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and Amendments </a:t>
            </a:r>
            <a:endParaRPr sz="800"/>
          </a:p>
        </p:txBody>
      </p:sp>
      <p:sp>
        <p:nvSpPr>
          <p:cNvPr id="4538" name="Google Shape;4538;p168"/>
          <p:cNvSpPr txBox="1"/>
          <p:nvPr/>
        </p:nvSpPr>
        <p:spPr>
          <a:xfrm>
            <a:off x="3749002" y="472820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Onboard </a:t>
            </a:r>
            <a:endParaRPr sz="800"/>
          </a:p>
        </p:txBody>
      </p:sp>
      <p:sp>
        <p:nvSpPr>
          <p:cNvPr id="4539" name="Google Shape;4539;p168"/>
          <p:cNvSpPr txBox="1"/>
          <p:nvPr/>
        </p:nvSpPr>
        <p:spPr>
          <a:xfrm>
            <a:off x="3749002" y="491582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Recruitment </a:t>
            </a:r>
            <a:endParaRPr sz="800"/>
          </a:p>
        </p:txBody>
      </p:sp>
      <p:sp>
        <p:nvSpPr>
          <p:cNvPr id="4540" name="Google Shape;4540;p168"/>
          <p:cNvSpPr txBox="1"/>
          <p:nvPr/>
        </p:nvSpPr>
        <p:spPr>
          <a:xfrm>
            <a:off x="3749002" y="50673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Inquiry </a:t>
            </a:r>
            <a:endParaRPr sz="800"/>
          </a:p>
        </p:txBody>
      </p:sp>
      <p:sp>
        <p:nvSpPr>
          <p:cNvPr id="4541" name="Google Shape;4541;p168"/>
          <p:cNvSpPr txBox="1"/>
          <p:nvPr/>
        </p:nvSpPr>
        <p:spPr>
          <a:xfrm>
            <a:off x="3749002" y="521586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Processing </a:t>
            </a:r>
            <a:endParaRPr sz="800"/>
          </a:p>
        </p:txBody>
      </p:sp>
      <p:sp>
        <p:nvSpPr>
          <p:cNvPr id="4542" name="Google Shape;4542;p168"/>
          <p:cNvSpPr txBox="1"/>
          <p:nvPr/>
        </p:nvSpPr>
        <p:spPr>
          <a:xfrm>
            <a:off x="3749002" y="567284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Demographic Update </a:t>
            </a:r>
            <a:endParaRPr sz="800"/>
          </a:p>
        </p:txBody>
      </p:sp>
      <p:sp>
        <p:nvSpPr>
          <p:cNvPr id="4543" name="Google Shape;4543;p168"/>
          <p:cNvSpPr txBox="1"/>
          <p:nvPr/>
        </p:nvSpPr>
        <p:spPr>
          <a:xfrm>
            <a:off x="3749002" y="600131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Inquiry </a:t>
            </a:r>
            <a:endParaRPr sz="800"/>
          </a:p>
        </p:txBody>
      </p:sp>
      <p:sp>
        <p:nvSpPr>
          <p:cNvPr id="4544" name="Google Shape;4544;p168"/>
          <p:cNvSpPr txBox="1"/>
          <p:nvPr/>
        </p:nvSpPr>
        <p:spPr>
          <a:xfrm>
            <a:off x="3749002" y="585547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Management </a:t>
            </a:r>
            <a:endParaRPr sz="800"/>
          </a:p>
        </p:txBody>
      </p:sp>
      <p:sp>
        <p:nvSpPr>
          <p:cNvPr id="4545" name="Google Shape;4545;p168"/>
          <p:cNvSpPr txBox="1"/>
          <p:nvPr/>
        </p:nvSpPr>
        <p:spPr>
          <a:xfrm>
            <a:off x="3749002" y="643886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4546" name="Google Shape;4546;p168"/>
          <p:cNvSpPr txBox="1"/>
          <p:nvPr/>
        </p:nvSpPr>
        <p:spPr>
          <a:xfrm>
            <a:off x="3749002" y="676161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Referral Intake &amp; Routing</a:t>
            </a:r>
            <a:endParaRPr sz="800"/>
          </a:p>
        </p:txBody>
      </p:sp>
      <p:sp>
        <p:nvSpPr>
          <p:cNvPr id="4547" name="Google Shape;4547;p168"/>
          <p:cNvSpPr txBox="1"/>
          <p:nvPr/>
        </p:nvSpPr>
        <p:spPr>
          <a:xfrm>
            <a:off x="3749002" y="69264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Submission and Status </a:t>
            </a:r>
            <a:endParaRPr sz="800"/>
          </a:p>
        </p:txBody>
      </p:sp>
      <p:sp>
        <p:nvSpPr>
          <p:cNvPr id="4548" name="Google Shape;4548;p168"/>
          <p:cNvSpPr txBox="1"/>
          <p:nvPr/>
        </p:nvSpPr>
        <p:spPr>
          <a:xfrm>
            <a:off x="3749002" y="66075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Summary</a:t>
            </a:r>
            <a:endParaRPr sz="800"/>
          </a:p>
        </p:txBody>
      </p:sp>
      <p:sp>
        <p:nvSpPr>
          <p:cNvPr id="4549" name="Google Shape;4549;p168"/>
          <p:cNvSpPr txBox="1"/>
          <p:nvPr/>
        </p:nvSpPr>
        <p:spPr>
          <a:xfrm>
            <a:off x="3749002" y="377894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Actuarial &amp; Underwriting </a:t>
            </a:r>
            <a:endParaRPr sz="800"/>
          </a:p>
        </p:txBody>
      </p:sp>
      <p:sp>
        <p:nvSpPr>
          <p:cNvPr id="4550" name="Google Shape;4550;p168"/>
          <p:cNvSpPr txBox="1"/>
          <p:nvPr/>
        </p:nvSpPr>
        <p:spPr>
          <a:xfrm>
            <a:off x="3749002" y="412215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Formulary Management </a:t>
            </a:r>
            <a:endParaRPr sz="800"/>
          </a:p>
        </p:txBody>
      </p:sp>
      <p:sp>
        <p:nvSpPr>
          <p:cNvPr id="4551" name="Google Shape;4551;p168"/>
          <p:cNvSpPr txBox="1"/>
          <p:nvPr/>
        </p:nvSpPr>
        <p:spPr>
          <a:xfrm>
            <a:off x="3749002" y="709597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Contact Center </a:t>
            </a:r>
            <a:endParaRPr sz="800"/>
          </a:p>
        </p:txBody>
      </p:sp>
      <p:sp>
        <p:nvSpPr>
          <p:cNvPr id="4552" name="Google Shape;4552;p168"/>
          <p:cNvSpPr txBox="1"/>
          <p:nvPr/>
        </p:nvSpPr>
        <p:spPr>
          <a:xfrm>
            <a:off x="3749002" y="733909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Network Optimization </a:t>
            </a:r>
            <a:endParaRPr sz="800"/>
          </a:p>
        </p:txBody>
      </p:sp>
      <p:sp>
        <p:nvSpPr>
          <p:cNvPr id="4553" name="Google Shape;4553;p168"/>
          <p:cNvSpPr txBox="1"/>
          <p:nvPr/>
        </p:nvSpPr>
        <p:spPr>
          <a:xfrm>
            <a:off x="3749002" y="781048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Segmentation &amp; Audience Planner </a:t>
            </a:r>
            <a:endParaRPr sz="800"/>
          </a:p>
        </p:txBody>
      </p:sp>
      <p:sp>
        <p:nvSpPr>
          <p:cNvPr id="4554" name="Google Shape;4554;p168"/>
          <p:cNvSpPr txBox="1"/>
          <p:nvPr/>
        </p:nvSpPr>
        <p:spPr>
          <a:xfrm>
            <a:off x="3749002" y="79558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Personalized Marketing </a:t>
            </a:r>
            <a:endParaRPr sz="800"/>
          </a:p>
        </p:txBody>
      </p:sp>
      <p:sp>
        <p:nvSpPr>
          <p:cNvPr id="4555" name="Google Shape;4555;p168"/>
          <p:cNvSpPr txBox="1"/>
          <p:nvPr/>
        </p:nvSpPr>
        <p:spPr>
          <a:xfrm>
            <a:off x="3749002" y="810117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Campaign Designer  </a:t>
            </a:r>
            <a:endParaRPr sz="800"/>
          </a:p>
        </p:txBody>
      </p:sp>
      <p:sp>
        <p:nvSpPr>
          <p:cNvPr id="4556" name="Google Shape;4556;p168"/>
          <p:cNvSpPr txBox="1"/>
          <p:nvPr/>
        </p:nvSpPr>
        <p:spPr>
          <a:xfrm>
            <a:off x="3749002" y="824652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Promotion Agent  </a:t>
            </a:r>
            <a:endParaRPr sz="800"/>
          </a:p>
        </p:txBody>
      </p:sp>
      <p:sp>
        <p:nvSpPr>
          <p:cNvPr id="4557" name="Google Shape;4557;p168"/>
          <p:cNvSpPr txBox="1"/>
          <p:nvPr/>
        </p:nvSpPr>
        <p:spPr>
          <a:xfrm>
            <a:off x="3749002" y="839186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Dynamic Content Personalizer </a:t>
            </a:r>
            <a:endParaRPr sz="800"/>
          </a:p>
        </p:txBody>
      </p:sp>
      <p:sp>
        <p:nvSpPr>
          <p:cNvPr id="4558" name="Google Shape;4558;p168"/>
          <p:cNvSpPr txBox="1"/>
          <p:nvPr/>
        </p:nvSpPr>
        <p:spPr>
          <a:xfrm>
            <a:off x="3749002" y="85372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Omnichannel Care Gap Closure Journey</a:t>
            </a:r>
            <a:endParaRPr sz="800"/>
          </a:p>
        </p:txBody>
      </p:sp>
      <p:sp>
        <p:nvSpPr>
          <p:cNvPr id="4559" name="Google Shape;4559;p168"/>
          <p:cNvSpPr txBox="1"/>
          <p:nvPr/>
        </p:nvSpPr>
        <p:spPr>
          <a:xfrm>
            <a:off x="3749002" y="888048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Health Engagement</a:t>
            </a:r>
            <a:endParaRPr sz="800"/>
          </a:p>
        </p:txBody>
      </p:sp>
      <p:sp>
        <p:nvSpPr>
          <p:cNvPr id="4560" name="Google Shape;4560;p168"/>
          <p:cNvSpPr txBox="1"/>
          <p:nvPr/>
        </p:nvSpPr>
        <p:spPr>
          <a:xfrm>
            <a:off x="3749002" y="87187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Trigger Outreach</a:t>
            </a:r>
            <a:endParaRPr sz="800"/>
          </a:p>
        </p:txBody>
      </p:sp>
      <p:sp>
        <p:nvSpPr>
          <p:cNvPr id="4561" name="Google Shape;4561;p168"/>
          <p:cNvSpPr txBox="1"/>
          <p:nvPr/>
        </p:nvSpPr>
        <p:spPr>
          <a:xfrm>
            <a:off x="3749002" y="90720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Lead Generation </a:t>
            </a:r>
            <a:endParaRPr sz="800"/>
          </a:p>
        </p:txBody>
      </p:sp>
      <p:sp>
        <p:nvSpPr>
          <p:cNvPr id="4562" name="Google Shape;4562;p168"/>
          <p:cNvSpPr txBox="1"/>
          <p:nvPr/>
        </p:nvSpPr>
        <p:spPr>
          <a:xfrm>
            <a:off x="3738826" y="7505262"/>
            <a:ext cx="2857500" cy="12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Roster File Management</a:t>
            </a:r>
            <a:endParaRPr sz="800"/>
          </a:p>
        </p:txBody>
      </p:sp>
      <p:sp>
        <p:nvSpPr>
          <p:cNvPr id="4563" name="Google Shape;4563;p168"/>
          <p:cNvSpPr/>
          <p:nvPr/>
        </p:nvSpPr>
        <p:spPr>
          <a:xfrm>
            <a:off x="3596345" y="696282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64" name="Google Shape;4564;p168"/>
          <p:cNvSpPr/>
          <p:nvPr/>
        </p:nvSpPr>
        <p:spPr>
          <a:xfrm>
            <a:off x="6503449"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65" name="Google Shape;4565;p168"/>
          <p:cNvSpPr txBox="1"/>
          <p:nvPr/>
        </p:nvSpPr>
        <p:spPr>
          <a:xfrm>
            <a:off x="6618136"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566" name="Google Shape;4566;p168"/>
          <p:cNvSpPr txBox="1"/>
          <p:nvPr/>
        </p:nvSpPr>
        <p:spPr>
          <a:xfrm>
            <a:off x="8111012"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567" name="Google Shape;4567;p168"/>
          <p:cNvSpPr txBox="1"/>
          <p:nvPr/>
        </p:nvSpPr>
        <p:spPr>
          <a:xfrm>
            <a:off x="6637099" y="203619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4568" name="Google Shape;4568;p168"/>
          <p:cNvSpPr txBox="1"/>
          <p:nvPr/>
        </p:nvSpPr>
        <p:spPr>
          <a:xfrm>
            <a:off x="9803826"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569" name="Google Shape;4569;p168"/>
          <p:cNvSpPr/>
          <p:nvPr/>
        </p:nvSpPr>
        <p:spPr>
          <a:xfrm>
            <a:off x="6503449" y="383106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0" name="Google Shape;4570;p168"/>
          <p:cNvSpPr txBox="1"/>
          <p:nvPr/>
        </p:nvSpPr>
        <p:spPr>
          <a:xfrm>
            <a:off x="6637099" y="3931269"/>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Sales &amp; </a:t>
            </a:r>
            <a:br>
              <a:rPr i="0" lang="en" sz="900" u="none" cap="none" strike="noStrike">
                <a:solidFill>
                  <a:srgbClr val="FFFFFF"/>
                </a:solidFill>
                <a:latin typeface="Avant Garde Demi SFDC"/>
                <a:ea typeface="Avant Garde Demi SFDC"/>
                <a:cs typeface="Avant Garde Demi SFDC"/>
                <a:sym typeface="Avant Garde Demi SFDC"/>
              </a:rPr>
            </a:br>
            <a:r>
              <a:rPr i="0" lang="en" sz="900" u="none" cap="none" strike="noStrike">
                <a:solidFill>
                  <a:srgbClr val="FFFFFF"/>
                </a:solidFill>
                <a:latin typeface="Avant Garde Demi SFDC"/>
                <a:ea typeface="Avant Garde Demi SFDC"/>
                <a:cs typeface="Avant Garde Demi SFDC"/>
                <a:sym typeface="Avant Garde Demi SFDC"/>
              </a:rPr>
              <a:t>Admin</a:t>
            </a:r>
            <a:endParaRPr sz="1600">
              <a:latin typeface="Avant Garde Demi SFDC"/>
              <a:ea typeface="Avant Garde Demi SFDC"/>
              <a:cs typeface="Avant Garde Demi SFDC"/>
              <a:sym typeface="Avant Garde Demi SFDC"/>
            </a:endParaRPr>
          </a:p>
        </p:txBody>
      </p:sp>
      <p:sp>
        <p:nvSpPr>
          <p:cNvPr id="4571" name="Google Shape;4571;p168"/>
          <p:cNvSpPr txBox="1"/>
          <p:nvPr/>
        </p:nvSpPr>
        <p:spPr>
          <a:xfrm>
            <a:off x="8129601"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Contract Lifecycle Mgmt</a:t>
            </a:r>
            <a:endParaRPr sz="1600"/>
          </a:p>
        </p:txBody>
      </p:sp>
      <p:sp>
        <p:nvSpPr>
          <p:cNvPr id="4572" name="Google Shape;4572;p168"/>
          <p:cNvSpPr txBox="1"/>
          <p:nvPr/>
        </p:nvSpPr>
        <p:spPr>
          <a:xfrm>
            <a:off x="8124663" y="464310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Census Mgmt</a:t>
            </a:r>
            <a:endParaRPr sz="1600"/>
          </a:p>
        </p:txBody>
      </p:sp>
      <p:sp>
        <p:nvSpPr>
          <p:cNvPr id="4573" name="Google Shape;4573;p168"/>
          <p:cNvSpPr txBox="1"/>
          <p:nvPr/>
        </p:nvSpPr>
        <p:spPr>
          <a:xfrm>
            <a:off x="8124651" y="2244433"/>
            <a:ext cx="1130100" cy="443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Registration</a:t>
            </a:r>
            <a:br>
              <a:rPr b="1" i="0" lang="en" sz="900" u="none" cap="none" strike="noStrike">
                <a:solidFill>
                  <a:srgbClr val="066AFE"/>
                </a:solidFill>
                <a:latin typeface="Salesforce Sans"/>
                <a:ea typeface="Salesforce Sans"/>
                <a:cs typeface="Salesforce Sans"/>
                <a:sym typeface="Salesforce Sans"/>
              </a:rPr>
            </a:b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Broker Onboarding</a:t>
            </a:r>
            <a:endParaRPr sz="1600"/>
          </a:p>
        </p:txBody>
      </p:sp>
      <p:sp>
        <p:nvSpPr>
          <p:cNvPr id="4574" name="Google Shape;4574;p168"/>
          <p:cNvSpPr txBox="1"/>
          <p:nvPr/>
        </p:nvSpPr>
        <p:spPr>
          <a:xfrm>
            <a:off x="8124651" y="3815257"/>
            <a:ext cx="77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Frontline Sales</a:t>
            </a:r>
            <a:endParaRPr sz="1600"/>
          </a:p>
        </p:txBody>
      </p:sp>
      <p:sp>
        <p:nvSpPr>
          <p:cNvPr id="4575" name="Google Shape;4575;p168"/>
          <p:cNvSpPr/>
          <p:nvPr/>
        </p:nvSpPr>
        <p:spPr>
          <a:xfrm>
            <a:off x="6503449" y="603085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6" name="Google Shape;4576;p168"/>
          <p:cNvSpPr txBox="1"/>
          <p:nvPr/>
        </p:nvSpPr>
        <p:spPr>
          <a:xfrm>
            <a:off x="6637099" y="619330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Service Excellence</a:t>
            </a:r>
            <a:endParaRPr sz="1600">
              <a:latin typeface="Avant Garde Demi SFDC"/>
              <a:ea typeface="Avant Garde Demi SFDC"/>
              <a:cs typeface="Avant Garde Demi SFDC"/>
              <a:sym typeface="Avant Garde Demi SFDC"/>
            </a:endParaRPr>
          </a:p>
        </p:txBody>
      </p:sp>
      <p:sp>
        <p:nvSpPr>
          <p:cNvPr id="4577" name="Google Shape;4577;p168"/>
          <p:cNvSpPr/>
          <p:nvPr/>
        </p:nvSpPr>
        <p:spPr>
          <a:xfrm>
            <a:off x="6503449" y="8853568"/>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8" name="Google Shape;4578;p168"/>
          <p:cNvSpPr txBox="1"/>
          <p:nvPr/>
        </p:nvSpPr>
        <p:spPr>
          <a:xfrm>
            <a:off x="6637099" y="9016018"/>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4579" name="Google Shape;4579;p168"/>
          <p:cNvSpPr/>
          <p:nvPr/>
        </p:nvSpPr>
        <p:spPr>
          <a:xfrm>
            <a:off x="9649430" y="197280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0" name="Google Shape;4580;p168"/>
          <p:cNvSpPr/>
          <p:nvPr/>
        </p:nvSpPr>
        <p:spPr>
          <a:xfrm>
            <a:off x="9649430" y="210695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1" name="Google Shape;4581;p168"/>
          <p:cNvSpPr/>
          <p:nvPr/>
        </p:nvSpPr>
        <p:spPr>
          <a:xfrm>
            <a:off x="9649430" y="227920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2" name="Google Shape;4582;p168"/>
          <p:cNvSpPr/>
          <p:nvPr/>
        </p:nvSpPr>
        <p:spPr>
          <a:xfrm>
            <a:off x="9649430" y="240814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3" name="Google Shape;4583;p168"/>
          <p:cNvSpPr/>
          <p:nvPr/>
        </p:nvSpPr>
        <p:spPr>
          <a:xfrm>
            <a:off x="9649430" y="25656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4" name="Google Shape;4584;p168"/>
          <p:cNvSpPr/>
          <p:nvPr/>
        </p:nvSpPr>
        <p:spPr>
          <a:xfrm>
            <a:off x="9649430" y="2691857"/>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5" name="Google Shape;4585;p168"/>
          <p:cNvSpPr/>
          <p:nvPr/>
        </p:nvSpPr>
        <p:spPr>
          <a:xfrm>
            <a:off x="9649430" y="294425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6" name="Google Shape;4586;p168"/>
          <p:cNvSpPr/>
          <p:nvPr/>
        </p:nvSpPr>
        <p:spPr>
          <a:xfrm>
            <a:off x="9649430" y="307046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7" name="Google Shape;4587;p168"/>
          <p:cNvSpPr/>
          <p:nvPr/>
        </p:nvSpPr>
        <p:spPr>
          <a:xfrm>
            <a:off x="9649430" y="31966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8" name="Google Shape;4588;p168"/>
          <p:cNvSpPr/>
          <p:nvPr/>
        </p:nvSpPr>
        <p:spPr>
          <a:xfrm>
            <a:off x="9649430" y="34490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9" name="Google Shape;4589;p168"/>
          <p:cNvSpPr/>
          <p:nvPr/>
        </p:nvSpPr>
        <p:spPr>
          <a:xfrm>
            <a:off x="9649430" y="35752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0" name="Google Shape;4590;p168"/>
          <p:cNvSpPr/>
          <p:nvPr/>
        </p:nvSpPr>
        <p:spPr>
          <a:xfrm>
            <a:off x="9649430" y="370146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1" name="Google Shape;4591;p168"/>
          <p:cNvSpPr/>
          <p:nvPr/>
        </p:nvSpPr>
        <p:spPr>
          <a:xfrm>
            <a:off x="9649430" y="3975534"/>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2" name="Google Shape;4592;p168"/>
          <p:cNvSpPr/>
          <p:nvPr/>
        </p:nvSpPr>
        <p:spPr>
          <a:xfrm>
            <a:off x="9649430" y="409078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3" name="Google Shape;4593;p168"/>
          <p:cNvSpPr/>
          <p:nvPr/>
        </p:nvSpPr>
        <p:spPr>
          <a:xfrm>
            <a:off x="9649430" y="420602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4" name="Google Shape;4594;p168"/>
          <p:cNvSpPr/>
          <p:nvPr/>
        </p:nvSpPr>
        <p:spPr>
          <a:xfrm>
            <a:off x="9649430" y="4321275"/>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5" name="Google Shape;4595;p168"/>
          <p:cNvSpPr/>
          <p:nvPr/>
        </p:nvSpPr>
        <p:spPr>
          <a:xfrm>
            <a:off x="9649430" y="4436521"/>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6" name="Google Shape;4596;p168"/>
          <p:cNvSpPr/>
          <p:nvPr/>
        </p:nvSpPr>
        <p:spPr>
          <a:xfrm>
            <a:off x="9649430" y="45517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7" name="Google Shape;4597;p168"/>
          <p:cNvSpPr/>
          <p:nvPr/>
        </p:nvSpPr>
        <p:spPr>
          <a:xfrm>
            <a:off x="9649430" y="468296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8" name="Google Shape;4598;p168"/>
          <p:cNvSpPr/>
          <p:nvPr/>
        </p:nvSpPr>
        <p:spPr>
          <a:xfrm>
            <a:off x="9649430" y="5088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9" name="Google Shape;4599;p168"/>
          <p:cNvSpPr/>
          <p:nvPr/>
        </p:nvSpPr>
        <p:spPr>
          <a:xfrm>
            <a:off x="9649430" y="522495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0" name="Google Shape;4600;p168"/>
          <p:cNvSpPr/>
          <p:nvPr/>
        </p:nvSpPr>
        <p:spPr>
          <a:xfrm>
            <a:off x="9649430" y="542284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1" name="Google Shape;4601;p168"/>
          <p:cNvSpPr/>
          <p:nvPr/>
        </p:nvSpPr>
        <p:spPr>
          <a:xfrm>
            <a:off x="9649430" y="583076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2" name="Google Shape;4602;p168"/>
          <p:cNvSpPr/>
          <p:nvPr/>
        </p:nvSpPr>
        <p:spPr>
          <a:xfrm>
            <a:off x="9649430" y="60254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3" name="Google Shape;4603;p168"/>
          <p:cNvSpPr/>
          <p:nvPr/>
        </p:nvSpPr>
        <p:spPr>
          <a:xfrm>
            <a:off x="9649430" y="6404033"/>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4" name="Google Shape;4604;p168"/>
          <p:cNvSpPr/>
          <p:nvPr/>
        </p:nvSpPr>
        <p:spPr>
          <a:xfrm>
            <a:off x="9649430" y="653023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5" name="Google Shape;4605;p168"/>
          <p:cNvSpPr/>
          <p:nvPr/>
        </p:nvSpPr>
        <p:spPr>
          <a:xfrm>
            <a:off x="9649430" y="665644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6" name="Google Shape;4606;p168"/>
          <p:cNvSpPr/>
          <p:nvPr/>
        </p:nvSpPr>
        <p:spPr>
          <a:xfrm>
            <a:off x="9649430" y="678264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7" name="Google Shape;4607;p168"/>
          <p:cNvSpPr/>
          <p:nvPr/>
        </p:nvSpPr>
        <p:spPr>
          <a:xfrm>
            <a:off x="9649430" y="691838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8" name="Google Shape;4608;p168"/>
          <p:cNvSpPr/>
          <p:nvPr/>
        </p:nvSpPr>
        <p:spPr>
          <a:xfrm>
            <a:off x="9649430" y="704594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9" name="Google Shape;4609;p168"/>
          <p:cNvSpPr/>
          <p:nvPr/>
        </p:nvSpPr>
        <p:spPr>
          <a:xfrm>
            <a:off x="9654083" y="77673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0" name="Google Shape;4610;p168"/>
          <p:cNvSpPr/>
          <p:nvPr/>
        </p:nvSpPr>
        <p:spPr>
          <a:xfrm>
            <a:off x="9649430" y="803407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1" name="Google Shape;4611;p168"/>
          <p:cNvSpPr/>
          <p:nvPr/>
        </p:nvSpPr>
        <p:spPr>
          <a:xfrm>
            <a:off x="9649430" y="81674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2" name="Google Shape;4612;p168"/>
          <p:cNvSpPr/>
          <p:nvPr/>
        </p:nvSpPr>
        <p:spPr>
          <a:xfrm>
            <a:off x="9649430" y="83008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3" name="Google Shape;4613;p168"/>
          <p:cNvSpPr/>
          <p:nvPr/>
        </p:nvSpPr>
        <p:spPr>
          <a:xfrm>
            <a:off x="9649430" y="8701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4" name="Google Shape;4614;p168"/>
          <p:cNvSpPr/>
          <p:nvPr/>
        </p:nvSpPr>
        <p:spPr>
          <a:xfrm>
            <a:off x="9649430" y="886149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5" name="Google Shape;4615;p168"/>
          <p:cNvSpPr/>
          <p:nvPr/>
        </p:nvSpPr>
        <p:spPr>
          <a:xfrm>
            <a:off x="9649430" y="899270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6" name="Google Shape;4616;p168"/>
          <p:cNvSpPr/>
          <p:nvPr/>
        </p:nvSpPr>
        <p:spPr>
          <a:xfrm>
            <a:off x="9649430" y="912391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7" name="Google Shape;4617;p168"/>
          <p:cNvSpPr/>
          <p:nvPr/>
        </p:nvSpPr>
        <p:spPr>
          <a:xfrm>
            <a:off x="9649430" y="925511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8" name="Google Shape;4618;p168"/>
          <p:cNvSpPr/>
          <p:nvPr/>
        </p:nvSpPr>
        <p:spPr>
          <a:xfrm>
            <a:off x="9649430" y="790068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9" name="Google Shape;4619;p168"/>
          <p:cNvSpPr/>
          <p:nvPr/>
        </p:nvSpPr>
        <p:spPr>
          <a:xfrm>
            <a:off x="6503449" y="775103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20" name="Google Shape;4620;p168"/>
          <p:cNvSpPr txBox="1"/>
          <p:nvPr/>
        </p:nvSpPr>
        <p:spPr>
          <a:xfrm>
            <a:off x="6637099" y="785123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Health Management</a:t>
            </a:r>
            <a:endParaRPr sz="1600">
              <a:latin typeface="Avant Garde Demi SFDC"/>
              <a:ea typeface="Avant Garde Demi SFDC"/>
              <a:cs typeface="Avant Garde Demi SFDC"/>
              <a:sym typeface="Avant Garde Demi SFDC"/>
            </a:endParaRPr>
          </a:p>
        </p:txBody>
      </p:sp>
      <p:sp>
        <p:nvSpPr>
          <p:cNvPr id="4621" name="Google Shape;4621;p168"/>
          <p:cNvSpPr txBox="1"/>
          <p:nvPr/>
        </p:nvSpPr>
        <p:spPr>
          <a:xfrm>
            <a:off x="9818761" y="193450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Pipeline </a:t>
            </a:r>
            <a:endParaRPr sz="800"/>
          </a:p>
        </p:txBody>
      </p:sp>
      <p:sp>
        <p:nvSpPr>
          <p:cNvPr id="4622" name="Google Shape;4622;p168"/>
          <p:cNvSpPr txBox="1"/>
          <p:nvPr/>
        </p:nvSpPr>
        <p:spPr>
          <a:xfrm>
            <a:off x="9818751" y="28947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4623" name="Google Shape;4623;p168"/>
          <p:cNvSpPr txBox="1"/>
          <p:nvPr/>
        </p:nvSpPr>
        <p:spPr>
          <a:xfrm>
            <a:off x="9818751" y="353472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Performance and Compliance </a:t>
            </a:r>
            <a:endParaRPr sz="800"/>
          </a:p>
        </p:txBody>
      </p:sp>
      <p:sp>
        <p:nvSpPr>
          <p:cNvPr id="4624" name="Google Shape;4624;p168"/>
          <p:cNvSpPr txBox="1"/>
          <p:nvPr/>
        </p:nvSpPr>
        <p:spPr>
          <a:xfrm>
            <a:off x="9818751" y="366521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Adherence </a:t>
            </a:r>
            <a:endParaRPr sz="800"/>
          </a:p>
        </p:txBody>
      </p:sp>
      <p:sp>
        <p:nvSpPr>
          <p:cNvPr id="4625" name="Google Shape;4625;p168"/>
          <p:cNvSpPr txBox="1"/>
          <p:nvPr/>
        </p:nvSpPr>
        <p:spPr>
          <a:xfrm>
            <a:off x="9818751" y="238254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4626" name="Google Shape;4626;p168"/>
          <p:cNvSpPr txBox="1"/>
          <p:nvPr/>
        </p:nvSpPr>
        <p:spPr>
          <a:xfrm>
            <a:off x="9818751" y="252667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Onboarding </a:t>
            </a:r>
            <a:endParaRPr sz="800"/>
          </a:p>
        </p:txBody>
      </p:sp>
      <p:sp>
        <p:nvSpPr>
          <p:cNvPr id="4627" name="Google Shape;4627;p168"/>
          <p:cNvSpPr txBox="1"/>
          <p:nvPr/>
        </p:nvSpPr>
        <p:spPr>
          <a:xfrm>
            <a:off x="9818751" y="27720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4628" name="Google Shape;4628;p168"/>
          <p:cNvSpPr txBox="1"/>
          <p:nvPr/>
        </p:nvSpPr>
        <p:spPr>
          <a:xfrm>
            <a:off x="9818751" y="314005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Commission Management </a:t>
            </a:r>
            <a:endParaRPr sz="800"/>
          </a:p>
        </p:txBody>
      </p:sp>
      <p:sp>
        <p:nvSpPr>
          <p:cNvPr id="4629" name="Google Shape;4629;p168"/>
          <p:cNvSpPr txBox="1"/>
          <p:nvPr/>
        </p:nvSpPr>
        <p:spPr>
          <a:xfrm>
            <a:off x="9818751" y="34149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Management </a:t>
            </a:r>
            <a:endParaRPr sz="800"/>
          </a:p>
        </p:txBody>
      </p:sp>
      <p:sp>
        <p:nvSpPr>
          <p:cNvPr id="4630" name="Google Shape;4630;p168"/>
          <p:cNvSpPr txBox="1"/>
          <p:nvPr/>
        </p:nvSpPr>
        <p:spPr>
          <a:xfrm>
            <a:off x="9818761" y="207083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4631" name="Google Shape;4631;p168"/>
          <p:cNvSpPr txBox="1"/>
          <p:nvPr/>
        </p:nvSpPr>
        <p:spPr>
          <a:xfrm>
            <a:off x="9818751" y="264935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Coaching </a:t>
            </a:r>
            <a:endParaRPr sz="800"/>
          </a:p>
        </p:txBody>
      </p:sp>
      <p:sp>
        <p:nvSpPr>
          <p:cNvPr id="4632" name="Google Shape;4632;p168"/>
          <p:cNvSpPr txBox="1"/>
          <p:nvPr/>
        </p:nvSpPr>
        <p:spPr>
          <a:xfrm>
            <a:off x="9818751" y="301738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Quoting &amp; Collaboration </a:t>
            </a:r>
            <a:endParaRPr sz="800"/>
          </a:p>
        </p:txBody>
      </p:sp>
      <p:sp>
        <p:nvSpPr>
          <p:cNvPr id="4633" name="Google Shape;4633;p168"/>
          <p:cNvSpPr txBox="1"/>
          <p:nvPr/>
        </p:nvSpPr>
        <p:spPr>
          <a:xfrm>
            <a:off x="9818751" y="326273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Broker Commission </a:t>
            </a:r>
            <a:endParaRPr sz="800"/>
          </a:p>
        </p:txBody>
      </p:sp>
      <p:sp>
        <p:nvSpPr>
          <p:cNvPr id="4634" name="Google Shape;4634;p168"/>
          <p:cNvSpPr txBox="1"/>
          <p:nvPr/>
        </p:nvSpPr>
        <p:spPr>
          <a:xfrm>
            <a:off x="9818751" y="224440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Registration </a:t>
            </a:r>
            <a:endParaRPr sz="800"/>
          </a:p>
        </p:txBody>
      </p:sp>
      <p:sp>
        <p:nvSpPr>
          <p:cNvPr id="4635" name="Google Shape;4635;p168"/>
          <p:cNvSpPr txBox="1"/>
          <p:nvPr/>
        </p:nvSpPr>
        <p:spPr>
          <a:xfrm>
            <a:off x="9818761" y="382002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Submission </a:t>
            </a:r>
            <a:endParaRPr sz="800"/>
          </a:p>
        </p:txBody>
      </p:sp>
      <p:sp>
        <p:nvSpPr>
          <p:cNvPr id="4636" name="Google Shape;4636;p168"/>
          <p:cNvSpPr txBox="1"/>
          <p:nvPr/>
        </p:nvSpPr>
        <p:spPr>
          <a:xfrm>
            <a:off x="9818751" y="393609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Script </a:t>
            </a:r>
            <a:endParaRPr sz="800"/>
          </a:p>
        </p:txBody>
      </p:sp>
      <p:sp>
        <p:nvSpPr>
          <p:cNvPr id="4637" name="Google Shape;4637;p168"/>
          <p:cNvSpPr txBox="1"/>
          <p:nvPr/>
        </p:nvSpPr>
        <p:spPr>
          <a:xfrm>
            <a:off x="9818751" y="40521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4638" name="Google Shape;4638;p168"/>
          <p:cNvSpPr txBox="1"/>
          <p:nvPr/>
        </p:nvSpPr>
        <p:spPr>
          <a:xfrm>
            <a:off x="9818751" y="41682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Pipeline </a:t>
            </a:r>
            <a:endParaRPr sz="800"/>
          </a:p>
        </p:txBody>
      </p:sp>
      <p:sp>
        <p:nvSpPr>
          <p:cNvPr id="4639" name="Google Shape;4639;p168"/>
          <p:cNvSpPr txBox="1"/>
          <p:nvPr/>
        </p:nvSpPr>
        <p:spPr>
          <a:xfrm>
            <a:off x="9818751" y="42843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Strategy </a:t>
            </a:r>
            <a:endParaRPr sz="800"/>
          </a:p>
        </p:txBody>
      </p:sp>
      <p:sp>
        <p:nvSpPr>
          <p:cNvPr id="4640" name="Google Shape;4640;p168"/>
          <p:cNvSpPr txBox="1"/>
          <p:nvPr/>
        </p:nvSpPr>
        <p:spPr>
          <a:xfrm>
            <a:off x="9818751" y="45164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lang="en" sz="800">
                <a:latin typeface="Salesforce Sans"/>
                <a:ea typeface="Salesforce Sans"/>
                <a:cs typeface="Salesforce Sans"/>
                <a:sym typeface="Salesforce Sans"/>
              </a:rPr>
              <a:t>Revenue Quote Management</a:t>
            </a:r>
            <a:endParaRPr sz="800"/>
          </a:p>
        </p:txBody>
      </p:sp>
      <p:sp>
        <p:nvSpPr>
          <p:cNvPr id="4641" name="Google Shape;4641;p168"/>
          <p:cNvSpPr txBox="1"/>
          <p:nvPr/>
        </p:nvSpPr>
        <p:spPr>
          <a:xfrm>
            <a:off x="9818751" y="440040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Renewal </a:t>
            </a:r>
            <a:endParaRPr sz="800"/>
          </a:p>
        </p:txBody>
      </p:sp>
      <p:sp>
        <p:nvSpPr>
          <p:cNvPr id="4642" name="Google Shape;4642;p168"/>
          <p:cNvSpPr txBox="1"/>
          <p:nvPr/>
        </p:nvSpPr>
        <p:spPr>
          <a:xfrm>
            <a:off x="9818751" y="46478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Employer Group Census Management </a:t>
            </a:r>
            <a:endParaRPr sz="800"/>
          </a:p>
        </p:txBody>
      </p:sp>
      <p:sp>
        <p:nvSpPr>
          <p:cNvPr id="4643" name="Google Shape;4643;p168"/>
          <p:cNvSpPr txBox="1"/>
          <p:nvPr/>
        </p:nvSpPr>
        <p:spPr>
          <a:xfrm>
            <a:off x="9818751" y="47810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a:t>
            </a:r>
            <a:endParaRPr sz="800"/>
          </a:p>
        </p:txBody>
      </p:sp>
      <p:sp>
        <p:nvSpPr>
          <p:cNvPr id="4644" name="Google Shape;4644;p168"/>
          <p:cNvSpPr txBox="1"/>
          <p:nvPr/>
        </p:nvSpPr>
        <p:spPr>
          <a:xfrm>
            <a:off x="9818751" y="539450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Insurance Policy Administration </a:t>
            </a:r>
            <a:endParaRPr sz="800"/>
          </a:p>
        </p:txBody>
      </p:sp>
      <p:sp>
        <p:nvSpPr>
          <p:cNvPr id="4645" name="Google Shape;4645;p168"/>
          <p:cNvSpPr txBox="1"/>
          <p:nvPr/>
        </p:nvSpPr>
        <p:spPr>
          <a:xfrm>
            <a:off x="9818751" y="566077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Onboarding </a:t>
            </a:r>
            <a:endParaRPr sz="800"/>
          </a:p>
        </p:txBody>
      </p:sp>
      <p:sp>
        <p:nvSpPr>
          <p:cNvPr id="4646" name="Google Shape;4646;p168"/>
          <p:cNvSpPr txBox="1"/>
          <p:nvPr/>
        </p:nvSpPr>
        <p:spPr>
          <a:xfrm>
            <a:off x="9818751" y="552763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Generation </a:t>
            </a:r>
            <a:endParaRPr sz="800"/>
          </a:p>
        </p:txBody>
      </p:sp>
      <p:sp>
        <p:nvSpPr>
          <p:cNvPr id="4647" name="Google Shape;4647;p168"/>
          <p:cNvSpPr txBox="1"/>
          <p:nvPr/>
        </p:nvSpPr>
        <p:spPr>
          <a:xfrm>
            <a:off x="9818751" y="578894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4648" name="Google Shape;4648;p168"/>
          <p:cNvSpPr txBox="1"/>
          <p:nvPr/>
        </p:nvSpPr>
        <p:spPr>
          <a:xfrm>
            <a:off x="9818751" y="687544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Outreach </a:t>
            </a:r>
            <a:endParaRPr sz="800"/>
          </a:p>
        </p:txBody>
      </p:sp>
      <p:sp>
        <p:nvSpPr>
          <p:cNvPr id="4649" name="Google Shape;4649;p168"/>
          <p:cNvSpPr txBox="1"/>
          <p:nvPr/>
        </p:nvSpPr>
        <p:spPr>
          <a:xfrm>
            <a:off x="9818751" y="700253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Assessment Generation &amp; Auto-population</a:t>
            </a:r>
            <a:endParaRPr sz="800"/>
          </a:p>
        </p:txBody>
      </p:sp>
      <p:sp>
        <p:nvSpPr>
          <p:cNvPr id="4650" name="Google Shape;4650;p168"/>
          <p:cNvSpPr txBox="1"/>
          <p:nvPr/>
        </p:nvSpPr>
        <p:spPr>
          <a:xfrm>
            <a:off x="9818751" y="491414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Assessment </a:t>
            </a:r>
            <a:endParaRPr sz="800"/>
          </a:p>
        </p:txBody>
      </p:sp>
      <p:sp>
        <p:nvSpPr>
          <p:cNvPr id="4651" name="Google Shape;4651;p168"/>
          <p:cNvSpPr txBox="1"/>
          <p:nvPr/>
        </p:nvSpPr>
        <p:spPr>
          <a:xfrm>
            <a:off x="9818751" y="51804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Implementation / Installation </a:t>
            </a:r>
            <a:endParaRPr sz="800"/>
          </a:p>
        </p:txBody>
      </p:sp>
      <p:sp>
        <p:nvSpPr>
          <p:cNvPr id="4652" name="Google Shape;4652;p168"/>
          <p:cNvSpPr txBox="1"/>
          <p:nvPr/>
        </p:nvSpPr>
        <p:spPr>
          <a:xfrm>
            <a:off x="9818751" y="63670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a:t>
            </a:r>
            <a:r>
              <a:rPr lang="en" sz="800">
                <a:latin typeface="Salesforce Sans"/>
                <a:ea typeface="Salesforce Sans"/>
                <a:cs typeface="Salesforce Sans"/>
                <a:sym typeface="Salesforce Sans"/>
              </a:rPr>
              <a:t>Answers</a:t>
            </a:r>
            <a:r>
              <a:rPr b="0" i="0" lang="en" sz="800" u="none" cap="none" strike="noStrike">
                <a:latin typeface="Salesforce Sans"/>
                <a:ea typeface="Salesforce Sans"/>
                <a:cs typeface="Salesforce Sans"/>
                <a:sym typeface="Salesforce Sans"/>
              </a:rPr>
              <a:t> </a:t>
            </a:r>
            <a:endParaRPr sz="800"/>
          </a:p>
        </p:txBody>
      </p:sp>
      <p:sp>
        <p:nvSpPr>
          <p:cNvPr id="4653" name="Google Shape;4653;p168"/>
          <p:cNvSpPr txBox="1"/>
          <p:nvPr/>
        </p:nvSpPr>
        <p:spPr>
          <a:xfrm>
            <a:off x="9818751" y="649416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Upselling Ancillary Services </a:t>
            </a:r>
            <a:endParaRPr sz="800"/>
          </a:p>
        </p:txBody>
      </p:sp>
      <p:sp>
        <p:nvSpPr>
          <p:cNvPr id="4654" name="Google Shape;4654;p168"/>
          <p:cNvSpPr txBox="1"/>
          <p:nvPr/>
        </p:nvSpPr>
        <p:spPr>
          <a:xfrm>
            <a:off x="9818751" y="712962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 Adherence </a:t>
            </a:r>
            <a:endParaRPr sz="800"/>
          </a:p>
        </p:txBody>
      </p:sp>
      <p:sp>
        <p:nvSpPr>
          <p:cNvPr id="4655" name="Google Shape;4655;p168"/>
          <p:cNvSpPr txBox="1"/>
          <p:nvPr/>
        </p:nvSpPr>
        <p:spPr>
          <a:xfrm>
            <a:off x="9818751" y="725672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Auto-matching</a:t>
            </a:r>
            <a:endParaRPr sz="800"/>
          </a:p>
        </p:txBody>
      </p:sp>
      <p:sp>
        <p:nvSpPr>
          <p:cNvPr id="4656" name="Google Shape;4656;p168"/>
          <p:cNvSpPr txBox="1"/>
          <p:nvPr/>
        </p:nvSpPr>
        <p:spPr>
          <a:xfrm>
            <a:off x="9818751" y="737793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Disease Surveillance Case Management</a:t>
            </a:r>
            <a:endParaRPr sz="800"/>
          </a:p>
        </p:txBody>
      </p:sp>
      <p:sp>
        <p:nvSpPr>
          <p:cNvPr id="4657" name="Google Shape;4657;p168"/>
          <p:cNvSpPr txBox="1"/>
          <p:nvPr/>
        </p:nvSpPr>
        <p:spPr>
          <a:xfrm>
            <a:off x="9818751" y="598579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contact center </a:t>
            </a:r>
            <a:endParaRPr sz="800"/>
          </a:p>
        </p:txBody>
      </p:sp>
      <p:sp>
        <p:nvSpPr>
          <p:cNvPr id="4658" name="Google Shape;4658;p168"/>
          <p:cNvSpPr txBox="1"/>
          <p:nvPr/>
        </p:nvSpPr>
        <p:spPr>
          <a:xfrm>
            <a:off x="9818751" y="611288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Appeals &amp; Grievances </a:t>
            </a:r>
            <a:endParaRPr sz="800"/>
          </a:p>
        </p:txBody>
      </p:sp>
      <p:sp>
        <p:nvSpPr>
          <p:cNvPr id="4659" name="Google Shape;4659;p168"/>
          <p:cNvSpPr txBox="1"/>
          <p:nvPr/>
        </p:nvSpPr>
        <p:spPr>
          <a:xfrm>
            <a:off x="9818751" y="62399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Incentive Rewards Management </a:t>
            </a:r>
            <a:endParaRPr sz="800"/>
          </a:p>
        </p:txBody>
      </p:sp>
      <p:sp>
        <p:nvSpPr>
          <p:cNvPr id="4660" name="Google Shape;4660;p168"/>
          <p:cNvSpPr txBox="1"/>
          <p:nvPr/>
        </p:nvSpPr>
        <p:spPr>
          <a:xfrm>
            <a:off x="9818751" y="662125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summary &amp; details</a:t>
            </a:r>
            <a:endParaRPr sz="800"/>
          </a:p>
        </p:txBody>
      </p:sp>
      <p:sp>
        <p:nvSpPr>
          <p:cNvPr id="4661" name="Google Shape;4661;p168"/>
          <p:cNvSpPr txBox="1"/>
          <p:nvPr/>
        </p:nvSpPr>
        <p:spPr>
          <a:xfrm>
            <a:off x="9818751" y="504727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t>
            </a:r>
            <a:endParaRPr sz="800"/>
          </a:p>
        </p:txBody>
      </p:sp>
      <p:sp>
        <p:nvSpPr>
          <p:cNvPr id="4662" name="Google Shape;4662;p168"/>
          <p:cNvSpPr txBox="1"/>
          <p:nvPr/>
        </p:nvSpPr>
        <p:spPr>
          <a:xfrm>
            <a:off x="9818751" y="785998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Planning </a:t>
            </a:r>
            <a:endParaRPr sz="800"/>
          </a:p>
        </p:txBody>
      </p:sp>
      <p:sp>
        <p:nvSpPr>
          <p:cNvPr id="4663" name="Google Shape;4663;p168"/>
          <p:cNvSpPr txBox="1"/>
          <p:nvPr/>
        </p:nvSpPr>
        <p:spPr>
          <a:xfrm>
            <a:off x="9818751" y="79941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Engagement </a:t>
            </a:r>
            <a:endParaRPr sz="800"/>
          </a:p>
        </p:txBody>
      </p:sp>
      <p:sp>
        <p:nvSpPr>
          <p:cNvPr id="4664" name="Google Shape;4664;p168"/>
          <p:cNvSpPr txBox="1"/>
          <p:nvPr/>
        </p:nvSpPr>
        <p:spPr>
          <a:xfrm>
            <a:off x="9818751" y="8128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Intake </a:t>
            </a:r>
            <a:endParaRPr sz="800"/>
          </a:p>
        </p:txBody>
      </p:sp>
      <p:sp>
        <p:nvSpPr>
          <p:cNvPr id="4665" name="Google Shape;4665;p168"/>
          <p:cNvSpPr txBox="1"/>
          <p:nvPr/>
        </p:nvSpPr>
        <p:spPr>
          <a:xfrm>
            <a:off x="9818751" y="82623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Auto Approval </a:t>
            </a:r>
            <a:endParaRPr sz="800"/>
          </a:p>
        </p:txBody>
      </p:sp>
      <p:sp>
        <p:nvSpPr>
          <p:cNvPr id="4666" name="Google Shape;4666;p168"/>
          <p:cNvSpPr txBox="1"/>
          <p:nvPr/>
        </p:nvSpPr>
        <p:spPr>
          <a:xfrm>
            <a:off x="9818751" y="853056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Guidelines </a:t>
            </a:r>
            <a:endParaRPr sz="800"/>
          </a:p>
        </p:txBody>
      </p:sp>
      <p:sp>
        <p:nvSpPr>
          <p:cNvPr id="4667" name="Google Shape;4667;p168"/>
          <p:cNvSpPr txBox="1"/>
          <p:nvPr/>
        </p:nvSpPr>
        <p:spPr>
          <a:xfrm>
            <a:off x="9818751" y="86646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Summary </a:t>
            </a:r>
            <a:endParaRPr sz="800"/>
          </a:p>
        </p:txBody>
      </p:sp>
      <p:sp>
        <p:nvSpPr>
          <p:cNvPr id="4668" name="Google Shape;4668;p168"/>
          <p:cNvSpPr txBox="1"/>
          <p:nvPr/>
        </p:nvSpPr>
        <p:spPr>
          <a:xfrm>
            <a:off x="9818751" y="839644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Clinical Documentation </a:t>
            </a:r>
            <a:endParaRPr sz="800"/>
          </a:p>
        </p:txBody>
      </p:sp>
      <p:sp>
        <p:nvSpPr>
          <p:cNvPr id="4669" name="Google Shape;4669;p168"/>
          <p:cNvSpPr txBox="1"/>
          <p:nvPr/>
        </p:nvSpPr>
        <p:spPr>
          <a:xfrm>
            <a:off x="9818751" y="9084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Engagement </a:t>
            </a:r>
            <a:endParaRPr sz="800"/>
          </a:p>
        </p:txBody>
      </p:sp>
      <p:sp>
        <p:nvSpPr>
          <p:cNvPr id="4670" name="Google Shape;4670;p168"/>
          <p:cNvSpPr txBox="1"/>
          <p:nvPr/>
        </p:nvSpPr>
        <p:spPr>
          <a:xfrm>
            <a:off x="9818751" y="88206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Acquisition Agent </a:t>
            </a:r>
            <a:endParaRPr sz="800"/>
          </a:p>
        </p:txBody>
      </p:sp>
      <p:sp>
        <p:nvSpPr>
          <p:cNvPr id="4671" name="Google Shape;4671;p168"/>
          <p:cNvSpPr txBox="1"/>
          <p:nvPr/>
        </p:nvSpPr>
        <p:spPr>
          <a:xfrm>
            <a:off x="9818751" y="895242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Operations Agent </a:t>
            </a:r>
            <a:endParaRPr sz="800"/>
          </a:p>
        </p:txBody>
      </p:sp>
      <p:sp>
        <p:nvSpPr>
          <p:cNvPr id="4672" name="Google Shape;4672;p168"/>
          <p:cNvSpPr txBox="1"/>
          <p:nvPr/>
        </p:nvSpPr>
        <p:spPr>
          <a:xfrm>
            <a:off x="9818751" y="921601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Staff Scheduling </a:t>
            </a:r>
            <a:endParaRPr sz="800"/>
          </a:p>
        </p:txBody>
      </p:sp>
      <p:sp>
        <p:nvSpPr>
          <p:cNvPr id="4673" name="Google Shape;4673;p168"/>
          <p:cNvSpPr txBox="1"/>
          <p:nvPr/>
        </p:nvSpPr>
        <p:spPr>
          <a:xfrm>
            <a:off x="9818751" y="77258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Transitions of Care</a:t>
            </a:r>
            <a:endParaRPr sz="800"/>
          </a:p>
        </p:txBody>
      </p:sp>
      <p:sp>
        <p:nvSpPr>
          <p:cNvPr id="4674" name="Google Shape;4674;p168"/>
          <p:cNvSpPr txBox="1"/>
          <p:nvPr/>
        </p:nvSpPr>
        <p:spPr>
          <a:xfrm>
            <a:off x="9820090" y="67483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4675" name="Google Shape;4675;p168"/>
          <p:cNvSpPr txBox="1"/>
          <p:nvPr/>
        </p:nvSpPr>
        <p:spPr>
          <a:xfrm>
            <a:off x="8124651" y="3009452"/>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Quoting</a:t>
            </a:r>
            <a:endParaRPr sz="1600"/>
          </a:p>
        </p:txBody>
      </p:sp>
      <p:sp>
        <p:nvSpPr>
          <p:cNvPr id="4676" name="Google Shape;4676;p168"/>
          <p:cNvSpPr/>
          <p:nvPr/>
        </p:nvSpPr>
        <p:spPr>
          <a:xfrm>
            <a:off x="9649430" y="281805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77" name="Google Shape;4677;p168"/>
          <p:cNvSpPr/>
          <p:nvPr/>
        </p:nvSpPr>
        <p:spPr>
          <a:xfrm>
            <a:off x="9649430" y="332286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78" name="Google Shape;4678;p168"/>
          <p:cNvSpPr txBox="1"/>
          <p:nvPr/>
        </p:nvSpPr>
        <p:spPr>
          <a:xfrm>
            <a:off x="8124651" y="3133845"/>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Commissions</a:t>
            </a:r>
            <a:endParaRPr sz="1600"/>
          </a:p>
        </p:txBody>
      </p:sp>
      <p:sp>
        <p:nvSpPr>
          <p:cNvPr id="4679" name="Google Shape;4679;p168"/>
          <p:cNvSpPr txBox="1"/>
          <p:nvPr/>
        </p:nvSpPr>
        <p:spPr>
          <a:xfrm>
            <a:off x="8124651" y="3400789"/>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Relationship Mgmt</a:t>
            </a:r>
            <a:endParaRPr sz="1600"/>
          </a:p>
        </p:txBody>
      </p:sp>
      <p:sp>
        <p:nvSpPr>
          <p:cNvPr id="4680" name="Google Shape;4680;p168"/>
          <p:cNvSpPr txBox="1"/>
          <p:nvPr/>
        </p:nvSpPr>
        <p:spPr>
          <a:xfrm>
            <a:off x="8124663" y="477624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Underwriting</a:t>
            </a:r>
            <a:endParaRPr sz="1600"/>
          </a:p>
        </p:txBody>
      </p:sp>
      <p:sp>
        <p:nvSpPr>
          <p:cNvPr id="4681" name="Google Shape;4681;p168"/>
          <p:cNvSpPr txBox="1"/>
          <p:nvPr/>
        </p:nvSpPr>
        <p:spPr>
          <a:xfrm>
            <a:off x="8124679" y="5039825"/>
            <a:ext cx="1349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Contracting</a:t>
            </a:r>
            <a:endParaRPr sz="1600"/>
          </a:p>
        </p:txBody>
      </p:sp>
      <p:sp>
        <p:nvSpPr>
          <p:cNvPr id="4682" name="Google Shape;4682;p168"/>
          <p:cNvSpPr txBox="1"/>
          <p:nvPr/>
        </p:nvSpPr>
        <p:spPr>
          <a:xfrm>
            <a:off x="8124677" y="5175225"/>
            <a:ext cx="1494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Account/Case Installation</a:t>
            </a:r>
            <a:endParaRPr sz="1600"/>
          </a:p>
        </p:txBody>
      </p:sp>
      <p:sp>
        <p:nvSpPr>
          <p:cNvPr id="4683" name="Google Shape;4683;p168"/>
          <p:cNvSpPr txBox="1"/>
          <p:nvPr/>
        </p:nvSpPr>
        <p:spPr>
          <a:xfrm>
            <a:off x="8124679" y="5394763"/>
            <a:ext cx="130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Administration</a:t>
            </a:r>
            <a:endParaRPr sz="1600"/>
          </a:p>
        </p:txBody>
      </p:sp>
      <p:sp>
        <p:nvSpPr>
          <p:cNvPr id="4684" name="Google Shape;4684;p168"/>
          <p:cNvSpPr txBox="1"/>
          <p:nvPr/>
        </p:nvSpPr>
        <p:spPr>
          <a:xfrm>
            <a:off x="8124663" y="565600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Member Onboarding</a:t>
            </a:r>
            <a:endParaRPr sz="1600"/>
          </a:p>
        </p:txBody>
      </p:sp>
      <p:sp>
        <p:nvSpPr>
          <p:cNvPr id="4685" name="Google Shape;4685;p168"/>
          <p:cNvSpPr txBox="1"/>
          <p:nvPr/>
        </p:nvSpPr>
        <p:spPr>
          <a:xfrm>
            <a:off x="8124663" y="599475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Inquiry Mgmt &amp; Resolution</a:t>
            </a:r>
            <a:endParaRPr sz="1600"/>
          </a:p>
        </p:txBody>
      </p:sp>
      <p:sp>
        <p:nvSpPr>
          <p:cNvPr id="4686" name="Google Shape;4686;p168"/>
          <p:cNvSpPr txBox="1"/>
          <p:nvPr/>
        </p:nvSpPr>
        <p:spPr>
          <a:xfrm>
            <a:off x="8124663" y="635710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Engagement &amp; Education</a:t>
            </a:r>
            <a:endParaRPr sz="1600"/>
          </a:p>
        </p:txBody>
      </p:sp>
      <p:sp>
        <p:nvSpPr>
          <p:cNvPr id="4687" name="Google Shape;4687;p168"/>
          <p:cNvSpPr txBox="1"/>
          <p:nvPr/>
        </p:nvSpPr>
        <p:spPr>
          <a:xfrm>
            <a:off x="8124663" y="659462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Mgmt</a:t>
            </a:r>
            <a:endParaRPr sz="1600"/>
          </a:p>
        </p:txBody>
      </p:sp>
      <p:sp>
        <p:nvSpPr>
          <p:cNvPr id="4688" name="Google Shape;4688;p168"/>
          <p:cNvSpPr txBox="1"/>
          <p:nvPr/>
        </p:nvSpPr>
        <p:spPr>
          <a:xfrm>
            <a:off x="8124663" y="773358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Planning</a:t>
            </a:r>
            <a:endParaRPr sz="1600"/>
          </a:p>
        </p:txBody>
      </p:sp>
      <p:sp>
        <p:nvSpPr>
          <p:cNvPr id="4689" name="Google Shape;4689;p168"/>
          <p:cNvSpPr txBox="1"/>
          <p:nvPr/>
        </p:nvSpPr>
        <p:spPr>
          <a:xfrm>
            <a:off x="8124663" y="8183693"/>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Utilization Management</a:t>
            </a:r>
            <a:endParaRPr sz="1600"/>
          </a:p>
        </p:txBody>
      </p:sp>
      <p:sp>
        <p:nvSpPr>
          <p:cNvPr id="4690" name="Google Shape;4690;p168"/>
          <p:cNvSpPr txBox="1"/>
          <p:nvPr/>
        </p:nvSpPr>
        <p:spPr>
          <a:xfrm>
            <a:off x="8124663" y="881785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Workforce Management</a:t>
            </a:r>
            <a:endParaRPr sz="1600"/>
          </a:p>
        </p:txBody>
      </p:sp>
      <p:sp>
        <p:nvSpPr>
          <p:cNvPr id="4691" name="Google Shape;4691;p168"/>
          <p:cNvSpPr/>
          <p:nvPr/>
        </p:nvSpPr>
        <p:spPr>
          <a:xfrm>
            <a:off x="9649430" y="481513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2" name="Google Shape;4692;p168"/>
          <p:cNvSpPr/>
          <p:nvPr/>
        </p:nvSpPr>
        <p:spPr>
          <a:xfrm>
            <a:off x="9649430" y="495682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3" name="Google Shape;4693;p168"/>
          <p:cNvSpPr/>
          <p:nvPr/>
        </p:nvSpPr>
        <p:spPr>
          <a:xfrm>
            <a:off x="9649430" y="55588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4" name="Google Shape;4694;p168"/>
          <p:cNvSpPr/>
          <p:nvPr/>
        </p:nvSpPr>
        <p:spPr>
          <a:xfrm>
            <a:off x="9649430" y="569479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5" name="Google Shape;4695;p168"/>
          <p:cNvSpPr/>
          <p:nvPr/>
        </p:nvSpPr>
        <p:spPr>
          <a:xfrm>
            <a:off x="9649430" y="615162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6" name="Google Shape;4696;p168"/>
          <p:cNvSpPr/>
          <p:nvPr/>
        </p:nvSpPr>
        <p:spPr>
          <a:xfrm>
            <a:off x="9649430" y="627782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7" name="Google Shape;4697;p168"/>
          <p:cNvSpPr/>
          <p:nvPr/>
        </p:nvSpPr>
        <p:spPr>
          <a:xfrm>
            <a:off x="9649430" y="71639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8" name="Google Shape;4698;p168"/>
          <p:cNvSpPr/>
          <p:nvPr/>
        </p:nvSpPr>
        <p:spPr>
          <a:xfrm>
            <a:off x="9649430" y="7291552"/>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9" name="Google Shape;4699;p168"/>
          <p:cNvSpPr txBox="1"/>
          <p:nvPr/>
        </p:nvSpPr>
        <p:spPr>
          <a:xfrm>
            <a:off x="8129328" y="7377813"/>
            <a:ext cx="1494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Population Health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&amp; Analytics</a:t>
            </a:r>
            <a:endParaRPr sz="1600"/>
          </a:p>
        </p:txBody>
      </p:sp>
      <p:sp>
        <p:nvSpPr>
          <p:cNvPr id="4700" name="Google Shape;4700;p168"/>
          <p:cNvSpPr/>
          <p:nvPr/>
        </p:nvSpPr>
        <p:spPr>
          <a:xfrm>
            <a:off x="9649430" y="741448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1" name="Google Shape;4701;p168"/>
          <p:cNvSpPr/>
          <p:nvPr/>
        </p:nvSpPr>
        <p:spPr>
          <a:xfrm>
            <a:off x="9649430" y="843423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2" name="Google Shape;4702;p168"/>
          <p:cNvSpPr/>
          <p:nvPr/>
        </p:nvSpPr>
        <p:spPr>
          <a:xfrm>
            <a:off x="9649430" y="856762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3" name="Google Shape;4703;p168"/>
          <p:cNvSpPr/>
          <p:nvPr/>
        </p:nvSpPr>
        <p:spPr>
          <a:xfrm>
            <a:off x="12287257"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4" name="Google Shape;4704;p168"/>
          <p:cNvSpPr txBox="1"/>
          <p:nvPr/>
        </p:nvSpPr>
        <p:spPr>
          <a:xfrm>
            <a:off x="12401944"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705" name="Google Shape;4705;p168"/>
          <p:cNvSpPr txBox="1"/>
          <p:nvPr/>
        </p:nvSpPr>
        <p:spPr>
          <a:xfrm>
            <a:off x="13894820"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706" name="Google Shape;4706;p168"/>
          <p:cNvSpPr txBox="1"/>
          <p:nvPr/>
        </p:nvSpPr>
        <p:spPr>
          <a:xfrm>
            <a:off x="12420907" y="2098446"/>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4707" name="Google Shape;4707;p168"/>
          <p:cNvSpPr txBox="1"/>
          <p:nvPr/>
        </p:nvSpPr>
        <p:spPr>
          <a:xfrm>
            <a:off x="15578108"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708" name="Google Shape;4708;p168"/>
          <p:cNvSpPr txBox="1"/>
          <p:nvPr/>
        </p:nvSpPr>
        <p:spPr>
          <a:xfrm>
            <a:off x="13913408"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Enablement</a:t>
            </a:r>
            <a:endParaRPr sz="1600"/>
          </a:p>
        </p:txBody>
      </p:sp>
      <p:sp>
        <p:nvSpPr>
          <p:cNvPr id="4709" name="Google Shape;4709;p168"/>
          <p:cNvSpPr txBox="1"/>
          <p:nvPr/>
        </p:nvSpPr>
        <p:spPr>
          <a:xfrm>
            <a:off x="13908470" y="4352006"/>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Cyber</a:t>
            </a:r>
            <a:endParaRPr sz="1600"/>
          </a:p>
        </p:txBody>
      </p:sp>
      <p:sp>
        <p:nvSpPr>
          <p:cNvPr id="4710" name="Google Shape;4710;p168"/>
          <p:cNvSpPr txBox="1"/>
          <p:nvPr/>
        </p:nvSpPr>
        <p:spPr>
          <a:xfrm>
            <a:off x="13908459" y="2215858"/>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sz="1600"/>
          </a:p>
        </p:txBody>
      </p:sp>
      <p:sp>
        <p:nvSpPr>
          <p:cNvPr id="4711" name="Google Shape;4711;p168"/>
          <p:cNvSpPr txBox="1"/>
          <p:nvPr/>
        </p:nvSpPr>
        <p:spPr>
          <a:xfrm>
            <a:off x="13908459" y="3958132"/>
            <a:ext cx="7716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IT Helpdesk</a:t>
            </a:r>
            <a:endParaRPr sz="1600"/>
          </a:p>
        </p:txBody>
      </p:sp>
      <p:sp>
        <p:nvSpPr>
          <p:cNvPr id="4712" name="Google Shape;4712;p168"/>
          <p:cNvSpPr/>
          <p:nvPr/>
        </p:nvSpPr>
        <p:spPr>
          <a:xfrm>
            <a:off x="15280837" y="198232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3" name="Google Shape;4713;p168"/>
          <p:cNvSpPr/>
          <p:nvPr/>
        </p:nvSpPr>
        <p:spPr>
          <a:xfrm>
            <a:off x="15280837" y="21164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4" name="Google Shape;4714;p168"/>
          <p:cNvSpPr/>
          <p:nvPr/>
        </p:nvSpPr>
        <p:spPr>
          <a:xfrm>
            <a:off x="15280837" y="237088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5" name="Google Shape;4715;p168"/>
          <p:cNvSpPr/>
          <p:nvPr/>
        </p:nvSpPr>
        <p:spPr>
          <a:xfrm>
            <a:off x="15280837" y="24963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6" name="Google Shape;4716;p168"/>
          <p:cNvSpPr/>
          <p:nvPr/>
        </p:nvSpPr>
        <p:spPr>
          <a:xfrm>
            <a:off x="15280837" y="263127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7" name="Google Shape;4717;p168"/>
          <p:cNvSpPr/>
          <p:nvPr/>
        </p:nvSpPr>
        <p:spPr>
          <a:xfrm>
            <a:off x="15280837" y="28757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8" name="Google Shape;4718;p168"/>
          <p:cNvSpPr/>
          <p:nvPr/>
        </p:nvSpPr>
        <p:spPr>
          <a:xfrm>
            <a:off x="15280837" y="29980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9" name="Google Shape;4719;p168"/>
          <p:cNvSpPr/>
          <p:nvPr/>
        </p:nvSpPr>
        <p:spPr>
          <a:xfrm>
            <a:off x="15280837" y="324671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0" name="Google Shape;4720;p168"/>
          <p:cNvSpPr/>
          <p:nvPr/>
        </p:nvSpPr>
        <p:spPr>
          <a:xfrm>
            <a:off x="15280837" y="3507431"/>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1" name="Google Shape;4721;p168"/>
          <p:cNvSpPr/>
          <p:nvPr/>
        </p:nvSpPr>
        <p:spPr>
          <a:xfrm>
            <a:off x="15280837" y="362826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2" name="Google Shape;4722;p168"/>
          <p:cNvSpPr/>
          <p:nvPr/>
        </p:nvSpPr>
        <p:spPr>
          <a:xfrm>
            <a:off x="15280837" y="374909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3" name="Google Shape;4723;p168"/>
          <p:cNvSpPr/>
          <p:nvPr/>
        </p:nvSpPr>
        <p:spPr>
          <a:xfrm>
            <a:off x="15280837" y="399648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4" name="Google Shape;4724;p168"/>
          <p:cNvSpPr/>
          <p:nvPr/>
        </p:nvSpPr>
        <p:spPr>
          <a:xfrm>
            <a:off x="15280837" y="4116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5" name="Google Shape;4725;p168"/>
          <p:cNvSpPr/>
          <p:nvPr/>
        </p:nvSpPr>
        <p:spPr>
          <a:xfrm>
            <a:off x="15280837" y="423657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6" name="Google Shape;4726;p168"/>
          <p:cNvSpPr/>
          <p:nvPr/>
        </p:nvSpPr>
        <p:spPr>
          <a:xfrm>
            <a:off x="15280837" y="477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7" name="Google Shape;4727;p168"/>
          <p:cNvSpPr/>
          <p:nvPr/>
        </p:nvSpPr>
        <p:spPr>
          <a:xfrm>
            <a:off x="15280837" y="514562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8" name="Google Shape;4728;p168"/>
          <p:cNvSpPr/>
          <p:nvPr/>
        </p:nvSpPr>
        <p:spPr>
          <a:xfrm>
            <a:off x="15280837" y="526988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9" name="Google Shape;4729;p168"/>
          <p:cNvSpPr/>
          <p:nvPr/>
        </p:nvSpPr>
        <p:spPr>
          <a:xfrm>
            <a:off x="15280837" y="539415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0" name="Google Shape;4730;p168"/>
          <p:cNvSpPr/>
          <p:nvPr/>
        </p:nvSpPr>
        <p:spPr>
          <a:xfrm>
            <a:off x="15280837" y="651732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1" name="Google Shape;4731;p168"/>
          <p:cNvSpPr/>
          <p:nvPr/>
        </p:nvSpPr>
        <p:spPr>
          <a:xfrm>
            <a:off x="15280837" y="664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2" name="Google Shape;4732;p168"/>
          <p:cNvSpPr/>
          <p:nvPr/>
        </p:nvSpPr>
        <p:spPr>
          <a:xfrm>
            <a:off x="15280837" y="676988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3" name="Google Shape;4733;p168"/>
          <p:cNvSpPr/>
          <p:nvPr/>
        </p:nvSpPr>
        <p:spPr>
          <a:xfrm>
            <a:off x="15280837" y="6896173"/>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4" name="Google Shape;4734;p168"/>
          <p:cNvSpPr/>
          <p:nvPr/>
        </p:nvSpPr>
        <p:spPr>
          <a:xfrm>
            <a:off x="15280837" y="702245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5" name="Google Shape;4735;p168"/>
          <p:cNvSpPr/>
          <p:nvPr/>
        </p:nvSpPr>
        <p:spPr>
          <a:xfrm>
            <a:off x="15280837" y="715816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6" name="Google Shape;4736;p168"/>
          <p:cNvSpPr/>
          <p:nvPr/>
        </p:nvSpPr>
        <p:spPr>
          <a:xfrm>
            <a:off x="15285490" y="76634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7" name="Google Shape;4737;p168"/>
          <p:cNvSpPr txBox="1"/>
          <p:nvPr/>
        </p:nvSpPr>
        <p:spPr>
          <a:xfrm>
            <a:off x="13908459" y="2582340"/>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Attraction</a:t>
            </a:r>
            <a:endParaRPr sz="1600"/>
          </a:p>
        </p:txBody>
      </p:sp>
      <p:sp>
        <p:nvSpPr>
          <p:cNvPr id="4738" name="Google Shape;4738;p168"/>
          <p:cNvSpPr/>
          <p:nvPr/>
        </p:nvSpPr>
        <p:spPr>
          <a:xfrm>
            <a:off x="15280837" y="275352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9" name="Google Shape;4739;p168"/>
          <p:cNvSpPr/>
          <p:nvPr/>
        </p:nvSpPr>
        <p:spPr>
          <a:xfrm>
            <a:off x="15280837" y="336278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40" name="Google Shape;4740;p168"/>
          <p:cNvSpPr txBox="1"/>
          <p:nvPr/>
        </p:nvSpPr>
        <p:spPr>
          <a:xfrm>
            <a:off x="13908459" y="3076695"/>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
            </a:r>
            <a:r>
              <a:rPr b="1" lang="en" sz="900">
                <a:solidFill>
                  <a:srgbClr val="066AFE"/>
                </a:solidFill>
                <a:latin typeface="Salesforce Sans"/>
                <a:ea typeface="Salesforce Sans"/>
                <a:cs typeface="Salesforce Sans"/>
                <a:sym typeface="Salesforce Sans"/>
              </a:rPr>
              <a:t>Mgmt</a:t>
            </a:r>
            <a:r>
              <a:rPr b="1" i="0" lang="en" sz="900" u="none" cap="none" strike="noStrike">
                <a:solidFill>
                  <a:srgbClr val="066AFE"/>
                </a:solidFill>
                <a:latin typeface="Salesforce Sans"/>
                <a:ea typeface="Salesforce Sans"/>
                <a:cs typeface="Salesforce Sans"/>
                <a:sym typeface="Salesforce Sans"/>
              </a:rPr>
              <a:t> &amp; Development</a:t>
            </a:r>
            <a:endParaRPr sz="1600"/>
          </a:p>
        </p:txBody>
      </p:sp>
      <p:sp>
        <p:nvSpPr>
          <p:cNvPr id="4741" name="Google Shape;4741;p168"/>
          <p:cNvSpPr txBox="1"/>
          <p:nvPr/>
        </p:nvSpPr>
        <p:spPr>
          <a:xfrm>
            <a:off x="13908459" y="3483864"/>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Operations</a:t>
            </a:r>
            <a:endParaRPr sz="1600"/>
          </a:p>
        </p:txBody>
      </p:sp>
      <p:sp>
        <p:nvSpPr>
          <p:cNvPr id="4742" name="Google Shape;4742;p168"/>
          <p:cNvSpPr txBox="1"/>
          <p:nvPr/>
        </p:nvSpPr>
        <p:spPr>
          <a:xfrm>
            <a:off x="13908470" y="472620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sz="1600"/>
          </a:p>
        </p:txBody>
      </p:sp>
      <p:sp>
        <p:nvSpPr>
          <p:cNvPr id="4743" name="Google Shape;4743;p168"/>
          <p:cNvSpPr txBox="1"/>
          <p:nvPr/>
        </p:nvSpPr>
        <p:spPr>
          <a:xfrm>
            <a:off x="13908470" y="5104964"/>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Hospital Operations</a:t>
            </a:r>
            <a:endParaRPr sz="1600"/>
          </a:p>
        </p:txBody>
      </p:sp>
      <p:sp>
        <p:nvSpPr>
          <p:cNvPr id="4744" name="Google Shape;4744;p168"/>
          <p:cNvSpPr txBox="1"/>
          <p:nvPr/>
        </p:nvSpPr>
        <p:spPr>
          <a:xfrm>
            <a:off x="13908470" y="5486618"/>
            <a:ext cx="1199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sz="1600"/>
          </a:p>
        </p:txBody>
      </p:sp>
      <p:sp>
        <p:nvSpPr>
          <p:cNvPr id="4745" name="Google Shape;4745;p168"/>
          <p:cNvSpPr txBox="1"/>
          <p:nvPr/>
        </p:nvSpPr>
        <p:spPr>
          <a:xfrm>
            <a:off x="13908470" y="586921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Claims Mgmt</a:t>
            </a:r>
            <a:endParaRPr sz="1600"/>
          </a:p>
        </p:txBody>
      </p:sp>
      <p:sp>
        <p:nvSpPr>
          <p:cNvPr id="4746" name="Google Shape;4746;p168"/>
          <p:cNvSpPr txBox="1"/>
          <p:nvPr/>
        </p:nvSpPr>
        <p:spPr>
          <a:xfrm>
            <a:off x="13908470" y="648828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Billing &amp; Revenue Reconciliation</a:t>
            </a:r>
            <a:endParaRPr sz="1600"/>
          </a:p>
        </p:txBody>
      </p:sp>
      <p:sp>
        <p:nvSpPr>
          <p:cNvPr id="4747" name="Google Shape;4747;p168"/>
          <p:cNvSpPr txBox="1"/>
          <p:nvPr/>
        </p:nvSpPr>
        <p:spPr>
          <a:xfrm>
            <a:off x="13908470" y="711372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sz="1600"/>
          </a:p>
        </p:txBody>
      </p:sp>
      <p:sp>
        <p:nvSpPr>
          <p:cNvPr id="4748" name="Google Shape;4748;p168"/>
          <p:cNvSpPr txBox="1"/>
          <p:nvPr/>
        </p:nvSpPr>
        <p:spPr>
          <a:xfrm>
            <a:off x="13908470" y="749614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Finance Operations</a:t>
            </a:r>
            <a:endParaRPr sz="1600"/>
          </a:p>
        </p:txBody>
      </p:sp>
      <p:sp>
        <p:nvSpPr>
          <p:cNvPr id="4749" name="Google Shape;4749;p168"/>
          <p:cNvSpPr txBox="1"/>
          <p:nvPr/>
        </p:nvSpPr>
        <p:spPr>
          <a:xfrm>
            <a:off x="13908470" y="798907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Treasury</a:t>
            </a:r>
            <a:endParaRPr sz="1600"/>
          </a:p>
        </p:txBody>
      </p:sp>
      <p:sp>
        <p:nvSpPr>
          <p:cNvPr id="4750" name="Google Shape;4750;p168"/>
          <p:cNvSpPr txBox="1"/>
          <p:nvPr/>
        </p:nvSpPr>
        <p:spPr>
          <a:xfrm>
            <a:off x="13908470" y="8517473"/>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Management and Board Reporting Generation</a:t>
            </a:r>
            <a:endParaRPr sz="1600"/>
          </a:p>
        </p:txBody>
      </p:sp>
      <p:sp>
        <p:nvSpPr>
          <p:cNvPr id="4751" name="Google Shape;4751;p168"/>
          <p:cNvSpPr txBox="1"/>
          <p:nvPr/>
        </p:nvSpPr>
        <p:spPr>
          <a:xfrm>
            <a:off x="13908470" y="9025125"/>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 </a:t>
            </a:r>
            <a:endParaRPr sz="1600"/>
          </a:p>
        </p:txBody>
      </p:sp>
      <p:sp>
        <p:nvSpPr>
          <p:cNvPr id="4752" name="Google Shape;4752;p168"/>
          <p:cNvSpPr/>
          <p:nvPr/>
        </p:nvSpPr>
        <p:spPr>
          <a:xfrm>
            <a:off x="15280837" y="55342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3" name="Google Shape;4753;p168"/>
          <p:cNvSpPr/>
          <p:nvPr/>
        </p:nvSpPr>
        <p:spPr>
          <a:xfrm>
            <a:off x="15280837" y="577101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4" name="Google Shape;4754;p168"/>
          <p:cNvSpPr/>
          <p:nvPr/>
        </p:nvSpPr>
        <p:spPr>
          <a:xfrm>
            <a:off x="15280837" y="727620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5" name="Google Shape;4755;p168"/>
          <p:cNvSpPr/>
          <p:nvPr/>
        </p:nvSpPr>
        <p:spPr>
          <a:xfrm>
            <a:off x="15280837" y="739424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6" name="Google Shape;4756;p168"/>
          <p:cNvSpPr txBox="1"/>
          <p:nvPr/>
        </p:nvSpPr>
        <p:spPr>
          <a:xfrm>
            <a:off x="13913125" y="825036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Tax And Compliance</a:t>
            </a:r>
            <a:endParaRPr sz="1600"/>
          </a:p>
        </p:txBody>
      </p:sp>
      <p:sp>
        <p:nvSpPr>
          <p:cNvPr id="4757" name="Google Shape;4757;p168"/>
          <p:cNvSpPr/>
          <p:nvPr/>
        </p:nvSpPr>
        <p:spPr>
          <a:xfrm>
            <a:off x="15280837" y="856454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8" name="Google Shape;4758;p168"/>
          <p:cNvSpPr txBox="1"/>
          <p:nvPr/>
        </p:nvSpPr>
        <p:spPr>
          <a:xfrm>
            <a:off x="15455001" y="194870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Workflow Digitization </a:t>
            </a:r>
            <a:endParaRPr sz="800"/>
          </a:p>
        </p:txBody>
      </p:sp>
      <p:sp>
        <p:nvSpPr>
          <p:cNvPr id="4759" name="Google Shape;4759;p168"/>
          <p:cNvSpPr txBox="1"/>
          <p:nvPr/>
        </p:nvSpPr>
        <p:spPr>
          <a:xfrm>
            <a:off x="15455001" y="221841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Of Future And Skills Assessment </a:t>
            </a:r>
            <a:endParaRPr sz="800"/>
          </a:p>
        </p:txBody>
      </p:sp>
      <p:sp>
        <p:nvSpPr>
          <p:cNvPr id="4760" name="Google Shape;4760;p168"/>
          <p:cNvSpPr txBox="1"/>
          <p:nvPr/>
        </p:nvSpPr>
        <p:spPr>
          <a:xfrm>
            <a:off x="15455001" y="20787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SOP And Record Management  </a:t>
            </a:r>
            <a:endParaRPr sz="800"/>
          </a:p>
        </p:txBody>
      </p:sp>
      <p:sp>
        <p:nvSpPr>
          <p:cNvPr id="4761" name="Google Shape;4761;p168"/>
          <p:cNvSpPr txBox="1"/>
          <p:nvPr/>
        </p:nvSpPr>
        <p:spPr>
          <a:xfrm>
            <a:off x="15455001" y="233898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Planning  </a:t>
            </a:r>
            <a:endParaRPr sz="800"/>
          </a:p>
        </p:txBody>
      </p:sp>
      <p:sp>
        <p:nvSpPr>
          <p:cNvPr id="4762" name="Google Shape;4762;p168"/>
          <p:cNvSpPr txBox="1"/>
          <p:nvPr/>
        </p:nvSpPr>
        <p:spPr>
          <a:xfrm>
            <a:off x="15455001" y="321154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Content Design &amp; Delivery </a:t>
            </a:r>
            <a:endParaRPr sz="800"/>
          </a:p>
        </p:txBody>
      </p:sp>
      <p:sp>
        <p:nvSpPr>
          <p:cNvPr id="4763" name="Google Shape;4763;p168"/>
          <p:cNvSpPr txBox="1"/>
          <p:nvPr/>
        </p:nvSpPr>
        <p:spPr>
          <a:xfrm>
            <a:off x="15455001" y="3332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t>
            </a:r>
            <a:endParaRPr sz="800"/>
          </a:p>
        </p:txBody>
      </p:sp>
      <p:sp>
        <p:nvSpPr>
          <p:cNvPr id="4764" name="Google Shape;4764;p168"/>
          <p:cNvSpPr txBox="1"/>
          <p:nvPr/>
        </p:nvSpPr>
        <p:spPr>
          <a:xfrm>
            <a:off x="15455001" y="24595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People Measurement &amp; Reporting </a:t>
            </a:r>
            <a:endParaRPr sz="800"/>
          </a:p>
        </p:txBody>
      </p:sp>
      <p:sp>
        <p:nvSpPr>
          <p:cNvPr id="4765" name="Google Shape;4765;p168"/>
          <p:cNvSpPr txBox="1"/>
          <p:nvPr/>
        </p:nvSpPr>
        <p:spPr>
          <a:xfrm>
            <a:off x="15455001" y="25991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Sourcing Strategy Development </a:t>
            </a:r>
            <a:endParaRPr sz="800"/>
          </a:p>
        </p:txBody>
      </p:sp>
      <p:sp>
        <p:nvSpPr>
          <p:cNvPr id="4766" name="Google Shape;4766;p168"/>
          <p:cNvSpPr txBox="1"/>
          <p:nvPr/>
        </p:nvSpPr>
        <p:spPr>
          <a:xfrm>
            <a:off x="15455001" y="271974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Outreach </a:t>
            </a:r>
            <a:endParaRPr sz="800"/>
          </a:p>
        </p:txBody>
      </p:sp>
      <p:sp>
        <p:nvSpPr>
          <p:cNvPr id="4767" name="Google Shape;4767;p168"/>
          <p:cNvSpPr txBox="1"/>
          <p:nvPr/>
        </p:nvSpPr>
        <p:spPr>
          <a:xfrm>
            <a:off x="15455001" y="284031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Coaching</a:t>
            </a:r>
            <a:endParaRPr sz="800"/>
          </a:p>
        </p:txBody>
      </p:sp>
      <p:sp>
        <p:nvSpPr>
          <p:cNvPr id="4768" name="Google Shape;4768;p168"/>
          <p:cNvSpPr txBox="1"/>
          <p:nvPr/>
        </p:nvSpPr>
        <p:spPr>
          <a:xfrm>
            <a:off x="15455001" y="296088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Onboarding </a:t>
            </a:r>
            <a:endParaRPr sz="800"/>
          </a:p>
        </p:txBody>
      </p:sp>
      <p:sp>
        <p:nvSpPr>
          <p:cNvPr id="4769" name="Google Shape;4769;p168"/>
          <p:cNvSpPr txBox="1"/>
          <p:nvPr/>
        </p:nvSpPr>
        <p:spPr>
          <a:xfrm>
            <a:off x="15455001" y="347173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Compensation &amp; Benefit Creation &amp; Delivery </a:t>
            </a:r>
            <a:endParaRPr sz="800"/>
          </a:p>
        </p:txBody>
      </p:sp>
      <p:sp>
        <p:nvSpPr>
          <p:cNvPr id="4770" name="Google Shape;4770;p168"/>
          <p:cNvSpPr txBox="1"/>
          <p:nvPr/>
        </p:nvSpPr>
        <p:spPr>
          <a:xfrm>
            <a:off x="15455001" y="37128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Payroll &amp; Vacation Monitoring </a:t>
            </a:r>
            <a:endParaRPr sz="800"/>
          </a:p>
        </p:txBody>
      </p:sp>
      <p:sp>
        <p:nvSpPr>
          <p:cNvPr id="4771" name="Google Shape;4771;p168"/>
          <p:cNvSpPr txBox="1"/>
          <p:nvPr/>
        </p:nvSpPr>
        <p:spPr>
          <a:xfrm>
            <a:off x="15455001" y="359230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Experience &amp; Health Monitoring </a:t>
            </a:r>
            <a:endParaRPr sz="800"/>
          </a:p>
        </p:txBody>
      </p:sp>
      <p:sp>
        <p:nvSpPr>
          <p:cNvPr id="4772" name="Google Shape;4772;p168"/>
          <p:cNvSpPr txBox="1"/>
          <p:nvPr/>
        </p:nvSpPr>
        <p:spPr>
          <a:xfrm>
            <a:off x="15455001" y="383344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Compliance &amp; Labour Relations Monitoring </a:t>
            </a:r>
            <a:endParaRPr sz="800"/>
          </a:p>
        </p:txBody>
      </p:sp>
      <p:sp>
        <p:nvSpPr>
          <p:cNvPr id="4773" name="Google Shape;4773;p168"/>
          <p:cNvSpPr txBox="1"/>
          <p:nvPr/>
        </p:nvSpPr>
        <p:spPr>
          <a:xfrm>
            <a:off x="15455001" y="309097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Career Path Design </a:t>
            </a:r>
            <a:endParaRPr sz="800"/>
          </a:p>
        </p:txBody>
      </p:sp>
      <p:sp>
        <p:nvSpPr>
          <p:cNvPr id="4774" name="Google Shape;4774;p168"/>
          <p:cNvSpPr txBox="1"/>
          <p:nvPr/>
        </p:nvSpPr>
        <p:spPr>
          <a:xfrm>
            <a:off x="15455001" y="409363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Resolution &amp; Troubleshooting </a:t>
            </a:r>
            <a:endParaRPr sz="800"/>
          </a:p>
        </p:txBody>
      </p:sp>
      <p:sp>
        <p:nvSpPr>
          <p:cNvPr id="4775" name="Google Shape;4775;p168"/>
          <p:cNvSpPr txBox="1"/>
          <p:nvPr/>
        </p:nvSpPr>
        <p:spPr>
          <a:xfrm>
            <a:off x="15455001" y="421420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Base Updates &amp; Content Creation </a:t>
            </a:r>
            <a:endParaRPr sz="800"/>
          </a:p>
        </p:txBody>
      </p:sp>
      <p:sp>
        <p:nvSpPr>
          <p:cNvPr id="4776" name="Google Shape;4776;p168"/>
          <p:cNvSpPr txBox="1"/>
          <p:nvPr/>
        </p:nvSpPr>
        <p:spPr>
          <a:xfrm>
            <a:off x="15455001" y="447439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Incident Response </a:t>
            </a:r>
            <a:endParaRPr sz="800"/>
          </a:p>
        </p:txBody>
      </p:sp>
      <p:sp>
        <p:nvSpPr>
          <p:cNvPr id="4777" name="Google Shape;4777;p168"/>
          <p:cNvSpPr txBox="1"/>
          <p:nvPr/>
        </p:nvSpPr>
        <p:spPr>
          <a:xfrm>
            <a:off x="15455001" y="473458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&amp; Infra Lifecycle Management </a:t>
            </a:r>
            <a:endParaRPr sz="800"/>
          </a:p>
        </p:txBody>
      </p:sp>
      <p:sp>
        <p:nvSpPr>
          <p:cNvPr id="4778" name="Google Shape;4778;p168"/>
          <p:cNvSpPr txBox="1"/>
          <p:nvPr/>
        </p:nvSpPr>
        <p:spPr>
          <a:xfrm>
            <a:off x="15455001" y="485514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Development </a:t>
            </a:r>
            <a:endParaRPr sz="800"/>
          </a:p>
        </p:txBody>
      </p:sp>
      <p:sp>
        <p:nvSpPr>
          <p:cNvPr id="4779" name="Google Shape;4779;p168"/>
          <p:cNvSpPr txBox="1"/>
          <p:nvPr/>
        </p:nvSpPr>
        <p:spPr>
          <a:xfrm>
            <a:off x="15455001" y="459496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Access &amp; Security Policy Creation </a:t>
            </a:r>
            <a:endParaRPr sz="800"/>
          </a:p>
        </p:txBody>
      </p:sp>
      <p:sp>
        <p:nvSpPr>
          <p:cNvPr id="4780" name="Google Shape;4780;p168"/>
          <p:cNvSpPr txBox="1"/>
          <p:nvPr/>
        </p:nvSpPr>
        <p:spPr>
          <a:xfrm>
            <a:off x="15455001" y="549609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Demand Forecasting </a:t>
            </a:r>
            <a:endParaRPr sz="800"/>
          </a:p>
        </p:txBody>
      </p:sp>
      <p:sp>
        <p:nvSpPr>
          <p:cNvPr id="4781" name="Google Shape;4781;p168"/>
          <p:cNvSpPr txBox="1"/>
          <p:nvPr/>
        </p:nvSpPr>
        <p:spPr>
          <a:xfrm>
            <a:off x="15455001" y="523590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Flow </a:t>
            </a:r>
            <a:endParaRPr sz="800"/>
          </a:p>
        </p:txBody>
      </p:sp>
      <p:sp>
        <p:nvSpPr>
          <p:cNvPr id="4782" name="Google Shape;4782;p168"/>
          <p:cNvSpPr txBox="1"/>
          <p:nvPr/>
        </p:nvSpPr>
        <p:spPr>
          <a:xfrm>
            <a:off x="15455001" y="573723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VBC Outcome Tracking </a:t>
            </a:r>
            <a:endParaRPr sz="800"/>
          </a:p>
        </p:txBody>
      </p:sp>
      <p:sp>
        <p:nvSpPr>
          <p:cNvPr id="4783" name="Google Shape;4783;p168"/>
          <p:cNvSpPr txBox="1"/>
          <p:nvPr/>
        </p:nvSpPr>
        <p:spPr>
          <a:xfrm>
            <a:off x="15455001" y="561666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OR Optimization </a:t>
            </a:r>
            <a:endParaRPr sz="800"/>
          </a:p>
        </p:txBody>
      </p:sp>
      <p:sp>
        <p:nvSpPr>
          <p:cNvPr id="4784" name="Google Shape;4784;p168"/>
          <p:cNvSpPr txBox="1"/>
          <p:nvPr/>
        </p:nvSpPr>
        <p:spPr>
          <a:xfrm>
            <a:off x="15455001" y="673989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Payment Processing </a:t>
            </a:r>
            <a:endParaRPr sz="800"/>
          </a:p>
        </p:txBody>
      </p:sp>
      <p:sp>
        <p:nvSpPr>
          <p:cNvPr id="4785" name="Google Shape;4785;p168"/>
          <p:cNvSpPr txBox="1"/>
          <p:nvPr/>
        </p:nvSpPr>
        <p:spPr>
          <a:xfrm>
            <a:off x="15455001" y="686046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Analysis &amp; Reporting </a:t>
            </a:r>
            <a:endParaRPr sz="800"/>
          </a:p>
        </p:txBody>
      </p:sp>
      <p:sp>
        <p:nvSpPr>
          <p:cNvPr id="4786" name="Google Shape;4786;p168"/>
          <p:cNvSpPr txBox="1"/>
          <p:nvPr/>
        </p:nvSpPr>
        <p:spPr>
          <a:xfrm>
            <a:off x="15455001" y="497571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Testing </a:t>
            </a:r>
            <a:endParaRPr sz="800"/>
          </a:p>
        </p:txBody>
      </p:sp>
      <p:sp>
        <p:nvSpPr>
          <p:cNvPr id="4787" name="Google Shape;4787;p168"/>
          <p:cNvSpPr txBox="1"/>
          <p:nvPr/>
        </p:nvSpPr>
        <p:spPr>
          <a:xfrm>
            <a:off x="15455001" y="535647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Lifecycle </a:t>
            </a:r>
            <a:endParaRPr sz="800"/>
          </a:p>
        </p:txBody>
      </p:sp>
      <p:sp>
        <p:nvSpPr>
          <p:cNvPr id="4788" name="Google Shape;4788;p168"/>
          <p:cNvSpPr txBox="1"/>
          <p:nvPr/>
        </p:nvSpPr>
        <p:spPr>
          <a:xfrm>
            <a:off x="15455001" y="59974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Adjudication </a:t>
            </a:r>
            <a:endParaRPr sz="800"/>
          </a:p>
        </p:txBody>
      </p:sp>
      <p:sp>
        <p:nvSpPr>
          <p:cNvPr id="4789" name="Google Shape;4789;p168"/>
          <p:cNvSpPr txBox="1"/>
          <p:nvPr/>
        </p:nvSpPr>
        <p:spPr>
          <a:xfrm>
            <a:off x="15455001" y="61179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Distribution </a:t>
            </a:r>
            <a:endParaRPr sz="800"/>
          </a:p>
        </p:txBody>
      </p:sp>
      <p:sp>
        <p:nvSpPr>
          <p:cNvPr id="4790" name="Google Shape;4790;p168"/>
          <p:cNvSpPr txBox="1"/>
          <p:nvPr/>
        </p:nvSpPr>
        <p:spPr>
          <a:xfrm>
            <a:off x="15455001" y="623856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Submission Processing </a:t>
            </a:r>
            <a:endParaRPr sz="800"/>
          </a:p>
        </p:txBody>
      </p:sp>
      <p:sp>
        <p:nvSpPr>
          <p:cNvPr id="4791" name="Google Shape;4791;p168"/>
          <p:cNvSpPr txBox="1"/>
          <p:nvPr/>
        </p:nvSpPr>
        <p:spPr>
          <a:xfrm>
            <a:off x="15455001" y="635913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Summary</a:t>
            </a:r>
            <a:endParaRPr sz="800"/>
          </a:p>
        </p:txBody>
      </p:sp>
      <p:sp>
        <p:nvSpPr>
          <p:cNvPr id="4792" name="Google Shape;4792;p168"/>
          <p:cNvSpPr txBox="1"/>
          <p:nvPr/>
        </p:nvSpPr>
        <p:spPr>
          <a:xfrm>
            <a:off x="15455001" y="64987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Management </a:t>
            </a:r>
            <a:endParaRPr sz="800"/>
          </a:p>
        </p:txBody>
      </p:sp>
      <p:sp>
        <p:nvSpPr>
          <p:cNvPr id="4793" name="Google Shape;4793;p168"/>
          <p:cNvSpPr txBox="1"/>
          <p:nvPr/>
        </p:nvSpPr>
        <p:spPr>
          <a:xfrm>
            <a:off x="15455001" y="698103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Accounts Receivable </a:t>
            </a:r>
            <a:endParaRPr sz="800"/>
          </a:p>
        </p:txBody>
      </p:sp>
      <p:sp>
        <p:nvSpPr>
          <p:cNvPr id="4794" name="Google Shape;4794;p168"/>
          <p:cNvSpPr txBox="1"/>
          <p:nvPr/>
        </p:nvSpPr>
        <p:spPr>
          <a:xfrm>
            <a:off x="15455001" y="661932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&amp; Invoicing </a:t>
            </a:r>
            <a:endParaRPr sz="800"/>
          </a:p>
        </p:txBody>
      </p:sp>
      <p:sp>
        <p:nvSpPr>
          <p:cNvPr id="4795" name="Google Shape;4795;p168"/>
          <p:cNvSpPr txBox="1"/>
          <p:nvPr/>
        </p:nvSpPr>
        <p:spPr>
          <a:xfrm>
            <a:off x="15455001" y="735637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&amp; KPI Monitoring </a:t>
            </a:r>
            <a:endParaRPr sz="800"/>
          </a:p>
        </p:txBody>
      </p:sp>
      <p:sp>
        <p:nvSpPr>
          <p:cNvPr id="4796" name="Google Shape;4796;p168"/>
          <p:cNvSpPr txBox="1"/>
          <p:nvPr/>
        </p:nvSpPr>
        <p:spPr>
          <a:xfrm>
            <a:off x="15455001" y="712065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Long-Term &amp; Annual Budgeting </a:t>
            </a:r>
            <a:endParaRPr sz="800"/>
          </a:p>
        </p:txBody>
      </p:sp>
      <p:sp>
        <p:nvSpPr>
          <p:cNvPr id="4797" name="Google Shape;4797;p168"/>
          <p:cNvSpPr txBox="1"/>
          <p:nvPr/>
        </p:nvSpPr>
        <p:spPr>
          <a:xfrm>
            <a:off x="15455001" y="724122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Financial Forecasting &amp; Scenario Modeling </a:t>
            </a:r>
            <a:endParaRPr sz="800"/>
          </a:p>
        </p:txBody>
      </p:sp>
      <p:sp>
        <p:nvSpPr>
          <p:cNvPr id="4798" name="Google Shape;4798;p168"/>
          <p:cNvSpPr txBox="1"/>
          <p:nvPr/>
        </p:nvSpPr>
        <p:spPr>
          <a:xfrm>
            <a:off x="15455001" y="762197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Quote-To-Cash Management</a:t>
            </a:r>
            <a:endParaRPr sz="800"/>
          </a:p>
        </p:txBody>
      </p:sp>
      <p:sp>
        <p:nvSpPr>
          <p:cNvPr id="4799" name="Google Shape;4799;p168"/>
          <p:cNvSpPr txBox="1"/>
          <p:nvPr/>
        </p:nvSpPr>
        <p:spPr>
          <a:xfrm>
            <a:off x="15455001" y="774254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Procurement &amp; Vendor Management </a:t>
            </a:r>
            <a:endParaRPr sz="800"/>
          </a:p>
        </p:txBody>
      </p:sp>
      <p:sp>
        <p:nvSpPr>
          <p:cNvPr id="4800" name="Google Shape;4800;p168"/>
          <p:cNvSpPr txBox="1"/>
          <p:nvPr/>
        </p:nvSpPr>
        <p:spPr>
          <a:xfrm>
            <a:off x="15455001" y="786311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Accounting Reconciliation</a:t>
            </a:r>
            <a:endParaRPr sz="800"/>
          </a:p>
        </p:txBody>
      </p:sp>
      <p:sp>
        <p:nvSpPr>
          <p:cNvPr id="4801" name="Google Shape;4801;p168"/>
          <p:cNvSpPr txBox="1"/>
          <p:nvPr/>
        </p:nvSpPr>
        <p:spPr>
          <a:xfrm>
            <a:off x="15455001" y="826292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Tax Filing</a:t>
            </a:r>
            <a:endParaRPr sz="800"/>
          </a:p>
        </p:txBody>
      </p:sp>
      <p:sp>
        <p:nvSpPr>
          <p:cNvPr id="4802" name="Google Shape;4802;p168"/>
          <p:cNvSpPr txBox="1"/>
          <p:nvPr/>
        </p:nvSpPr>
        <p:spPr>
          <a:xfrm>
            <a:off x="15455001" y="8523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Analytics</a:t>
            </a:r>
            <a:endParaRPr sz="800"/>
          </a:p>
        </p:txBody>
      </p:sp>
      <p:sp>
        <p:nvSpPr>
          <p:cNvPr id="4803" name="Google Shape;4803;p168"/>
          <p:cNvSpPr txBox="1"/>
          <p:nvPr/>
        </p:nvSpPr>
        <p:spPr>
          <a:xfrm>
            <a:off x="15455001" y="864368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Presentation Creation</a:t>
            </a:r>
            <a:endParaRPr sz="800"/>
          </a:p>
        </p:txBody>
      </p:sp>
      <p:sp>
        <p:nvSpPr>
          <p:cNvPr id="4804" name="Google Shape;4804;p168"/>
          <p:cNvSpPr txBox="1"/>
          <p:nvPr/>
        </p:nvSpPr>
        <p:spPr>
          <a:xfrm>
            <a:off x="15455001" y="812330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Management</a:t>
            </a:r>
            <a:endParaRPr sz="800"/>
          </a:p>
        </p:txBody>
      </p:sp>
      <p:sp>
        <p:nvSpPr>
          <p:cNvPr id="4805" name="Google Shape;4805;p168"/>
          <p:cNvSpPr txBox="1"/>
          <p:nvPr/>
        </p:nvSpPr>
        <p:spPr>
          <a:xfrm>
            <a:off x="15455001" y="838349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Regulatory Reporting </a:t>
            </a:r>
            <a:endParaRPr sz="800"/>
          </a:p>
        </p:txBody>
      </p:sp>
      <p:sp>
        <p:nvSpPr>
          <p:cNvPr id="4806" name="Google Shape;4806;p168"/>
          <p:cNvSpPr txBox="1"/>
          <p:nvPr/>
        </p:nvSpPr>
        <p:spPr>
          <a:xfrm>
            <a:off x="15455001" y="750140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Transaction Monitoring</a:t>
            </a:r>
            <a:endParaRPr sz="800"/>
          </a:p>
        </p:txBody>
      </p:sp>
      <p:sp>
        <p:nvSpPr>
          <p:cNvPr id="4807" name="Google Shape;4807;p168"/>
          <p:cNvSpPr txBox="1"/>
          <p:nvPr/>
        </p:nvSpPr>
        <p:spPr>
          <a:xfrm>
            <a:off x="15455001" y="800273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Cash &amp; Liquidity Management</a:t>
            </a:r>
            <a:endParaRPr sz="800"/>
          </a:p>
        </p:txBody>
      </p:sp>
      <p:sp>
        <p:nvSpPr>
          <p:cNvPr id="4808" name="Google Shape;4808;p168"/>
          <p:cNvSpPr txBox="1"/>
          <p:nvPr/>
        </p:nvSpPr>
        <p:spPr>
          <a:xfrm>
            <a:off x="15455001" y="91515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Enforcement</a:t>
            </a:r>
            <a:endParaRPr sz="800"/>
          </a:p>
        </p:txBody>
      </p:sp>
      <p:sp>
        <p:nvSpPr>
          <p:cNvPr id="4809" name="Google Shape;4809;p168"/>
          <p:cNvSpPr txBox="1"/>
          <p:nvPr/>
        </p:nvSpPr>
        <p:spPr>
          <a:xfrm>
            <a:off x="15455001" y="903095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Registration </a:t>
            </a:r>
            <a:endParaRPr sz="800"/>
          </a:p>
        </p:txBody>
      </p:sp>
      <p:sp>
        <p:nvSpPr>
          <p:cNvPr id="4810" name="Google Shape;4810;p168"/>
          <p:cNvSpPr txBox="1"/>
          <p:nvPr/>
        </p:nvSpPr>
        <p:spPr>
          <a:xfrm>
            <a:off x="15455001" y="397306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Ticket Intake </a:t>
            </a:r>
            <a:endParaRPr sz="800"/>
          </a:p>
        </p:txBody>
      </p:sp>
      <p:sp>
        <p:nvSpPr>
          <p:cNvPr id="4811" name="Google Shape;4811;p168"/>
          <p:cNvSpPr txBox="1"/>
          <p:nvPr/>
        </p:nvSpPr>
        <p:spPr>
          <a:xfrm>
            <a:off x="15455001" y="435382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Threat Detection </a:t>
            </a:r>
            <a:endParaRPr sz="800"/>
          </a:p>
        </p:txBody>
      </p:sp>
      <p:sp>
        <p:nvSpPr>
          <p:cNvPr id="4812" name="Google Shape;4812;p168"/>
          <p:cNvSpPr txBox="1"/>
          <p:nvPr/>
        </p:nvSpPr>
        <p:spPr>
          <a:xfrm>
            <a:off x="15455001" y="511533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Capacity Management</a:t>
            </a:r>
            <a:endParaRPr sz="800"/>
          </a:p>
        </p:txBody>
      </p:sp>
      <p:sp>
        <p:nvSpPr>
          <p:cNvPr id="4813" name="Google Shape;4813;p168"/>
          <p:cNvSpPr txBox="1"/>
          <p:nvPr/>
        </p:nvSpPr>
        <p:spPr>
          <a:xfrm>
            <a:off x="15455001" y="587685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Pre-Processing </a:t>
            </a:r>
            <a:endParaRPr sz="800"/>
          </a:p>
        </p:txBody>
      </p:sp>
      <p:sp>
        <p:nvSpPr>
          <p:cNvPr id="4814" name="Google Shape;4814;p168"/>
          <p:cNvSpPr/>
          <p:nvPr/>
        </p:nvSpPr>
        <p:spPr>
          <a:xfrm>
            <a:off x="15280837" y="639103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5" name="Google Shape;4815;p168"/>
          <p:cNvSpPr/>
          <p:nvPr/>
        </p:nvSpPr>
        <p:spPr>
          <a:xfrm>
            <a:off x="15285490" y="778397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6" name="Google Shape;4816;p168"/>
          <p:cNvSpPr/>
          <p:nvPr/>
        </p:nvSpPr>
        <p:spPr>
          <a:xfrm>
            <a:off x="15285490" y="790126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7" name="Google Shape;4817;p168"/>
          <p:cNvSpPr txBox="1"/>
          <p:nvPr/>
        </p:nvSpPr>
        <p:spPr>
          <a:xfrm>
            <a:off x="12578375" y="9692475"/>
            <a:ext cx="50805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4818" name="Google Shape;4818;p168"/>
          <p:cNvSpPr txBox="1"/>
          <p:nvPr/>
        </p:nvSpPr>
        <p:spPr>
          <a:xfrm>
            <a:off x="346500" y="381000"/>
            <a:ext cx="175950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400">
                <a:solidFill>
                  <a:srgbClr val="002775"/>
                </a:solidFill>
                <a:latin typeface="Avant Garde Demi SFDC"/>
                <a:ea typeface="Avant Garde Demi SFDC"/>
                <a:cs typeface="Avant Garde Demi SFDC"/>
                <a:sym typeface="Avant Garde Demi SFDC"/>
              </a:rPr>
              <a:t>Accelerate outcomes with 100+ agentic payer workflows</a:t>
            </a:r>
            <a:endParaRPr sz="4400">
              <a:solidFill>
                <a:srgbClr val="002775"/>
              </a:solidFill>
              <a:latin typeface="Avant Garde Demi SFDC"/>
              <a:ea typeface="Avant Garde Demi SFDC"/>
              <a:cs typeface="Avant Garde Demi SFDC"/>
              <a:sym typeface="Avant Garde Demi SFDC"/>
            </a:endParaRPr>
          </a:p>
        </p:txBody>
      </p:sp>
      <p:grpSp>
        <p:nvGrpSpPr>
          <p:cNvPr id="4819" name="Google Shape;4819;p168"/>
          <p:cNvGrpSpPr/>
          <p:nvPr/>
        </p:nvGrpSpPr>
        <p:grpSpPr>
          <a:xfrm>
            <a:off x="5987400" y="1143000"/>
            <a:ext cx="6313200" cy="312153"/>
            <a:chOff x="18111450" y="1344920"/>
            <a:chExt cx="6313200" cy="312153"/>
          </a:xfrm>
        </p:grpSpPr>
        <p:sp>
          <p:nvSpPr>
            <p:cNvPr id="4820" name="Google Shape;4820;p168"/>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4821" name="Google Shape;4821;p168"/>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2" name="Google Shape;4822;p168"/>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4823" name="Google Shape;4823;p168"/>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4" name="Google Shape;4824;p168"/>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5" name="Google Shape;4825;p168"/>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4826" name="Google Shape;4826;p168"/>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4827" name="Google Shape;4827;p168"/>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4828" name="Google Shape;4828;p168"/>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rovider" showMasterSp="0">
  <p:cSld name="TITLE_AND_BODY_5_1_1">
    <p:spTree>
      <p:nvGrpSpPr>
        <p:cNvPr id="4829" name="Shape 4829"/>
        <p:cNvGrpSpPr/>
        <p:nvPr/>
      </p:nvGrpSpPr>
      <p:grpSpPr>
        <a:xfrm>
          <a:off x="0" y="0"/>
          <a:ext cx="0" cy="0"/>
          <a:chOff x="0" y="0"/>
          <a:chExt cx="0" cy="0"/>
        </a:xfrm>
      </p:grpSpPr>
      <p:sp>
        <p:nvSpPr>
          <p:cNvPr id="4830" name="Google Shape;4830;p169"/>
          <p:cNvSpPr txBox="1"/>
          <p:nvPr/>
        </p:nvSpPr>
        <p:spPr>
          <a:xfrm>
            <a:off x="849750" y="381000"/>
            <a:ext cx="165885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Accelerate outcomes with 100+ agentic provider workflows</a:t>
            </a:r>
            <a:endParaRPr sz="4500">
              <a:solidFill>
                <a:srgbClr val="002775"/>
              </a:solidFill>
              <a:latin typeface="Avant Garde Demi SFDC"/>
              <a:ea typeface="Avant Garde Demi SFDC"/>
              <a:cs typeface="Avant Garde Demi SFDC"/>
              <a:sym typeface="Avant Garde Demi SFDC"/>
            </a:endParaRPr>
          </a:p>
        </p:txBody>
      </p:sp>
      <p:sp>
        <p:nvSpPr>
          <p:cNvPr id="4831" name="Google Shape;4831;p169"/>
          <p:cNvSpPr txBox="1"/>
          <p:nvPr/>
        </p:nvSpPr>
        <p:spPr>
          <a:xfrm>
            <a:off x="12643350" y="9693275"/>
            <a:ext cx="5445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 </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4832" name="Google Shape;4832;p169"/>
          <p:cNvSpPr txBox="1"/>
          <p:nvPr/>
        </p:nvSpPr>
        <p:spPr>
          <a:xfrm>
            <a:off x="3820748" y="34055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Lead Identification </a:t>
            </a:r>
            <a:endParaRPr i="0" sz="800" u="none" cap="none" strike="noStrike">
              <a:latin typeface="Salesforce Sans"/>
              <a:ea typeface="Salesforce Sans"/>
              <a:cs typeface="Salesforce Sans"/>
              <a:sym typeface="Salesforce Sans"/>
            </a:endParaRPr>
          </a:p>
        </p:txBody>
      </p:sp>
      <p:sp>
        <p:nvSpPr>
          <p:cNvPr id="4833" name="Google Shape;4833;p169"/>
          <p:cNvSpPr/>
          <p:nvPr/>
        </p:nvSpPr>
        <p:spPr>
          <a:xfrm>
            <a:off x="3663735" y="608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4" name="Google Shape;4834;p169"/>
          <p:cNvSpPr txBox="1"/>
          <p:nvPr/>
        </p:nvSpPr>
        <p:spPr>
          <a:xfrm>
            <a:off x="3820748" y="606428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Provider Auto-matching</a:t>
            </a:r>
            <a:endParaRPr i="0" sz="800" u="none" cap="none" strike="noStrike">
              <a:latin typeface="Salesforce Sans"/>
              <a:ea typeface="Salesforce Sans"/>
              <a:cs typeface="Salesforce Sans"/>
              <a:sym typeface="Salesforce Sans"/>
            </a:endParaRPr>
          </a:p>
        </p:txBody>
      </p:sp>
      <p:sp>
        <p:nvSpPr>
          <p:cNvPr id="4835" name="Google Shape;4835;p169"/>
          <p:cNvSpPr/>
          <p:nvPr/>
        </p:nvSpPr>
        <p:spPr>
          <a:xfrm>
            <a:off x="3663735" y="663744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6" name="Google Shape;4836;p169"/>
          <p:cNvSpPr txBox="1"/>
          <p:nvPr/>
        </p:nvSpPr>
        <p:spPr>
          <a:xfrm>
            <a:off x="3820748" y="661554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EHR data fetch &amp; write</a:t>
            </a:r>
            <a:endParaRPr i="0" sz="800" u="none" cap="none" strike="noStrike">
              <a:latin typeface="Salesforce Sans"/>
              <a:ea typeface="Salesforce Sans"/>
              <a:cs typeface="Salesforce Sans"/>
              <a:sym typeface="Salesforce Sans"/>
            </a:endParaRPr>
          </a:p>
        </p:txBody>
      </p:sp>
      <p:sp>
        <p:nvSpPr>
          <p:cNvPr id="4837" name="Google Shape;4837;p169"/>
          <p:cNvSpPr/>
          <p:nvPr/>
        </p:nvSpPr>
        <p:spPr>
          <a:xfrm>
            <a:off x="3663735" y="718508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8" name="Google Shape;4838;p169"/>
          <p:cNvSpPr txBox="1"/>
          <p:nvPr/>
        </p:nvSpPr>
        <p:spPr>
          <a:xfrm>
            <a:off x="3820748" y="716318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Document AI</a:t>
            </a:r>
            <a:endParaRPr i="0" sz="800" u="none" cap="none" strike="noStrike">
              <a:latin typeface="Salesforce Sans"/>
              <a:ea typeface="Salesforce Sans"/>
              <a:cs typeface="Salesforce Sans"/>
              <a:sym typeface="Salesforce Sans"/>
            </a:endParaRPr>
          </a:p>
        </p:txBody>
      </p:sp>
      <p:sp>
        <p:nvSpPr>
          <p:cNvPr id="4839" name="Google Shape;4839;p169"/>
          <p:cNvSpPr/>
          <p:nvPr/>
        </p:nvSpPr>
        <p:spPr>
          <a:xfrm>
            <a:off x="3663735" y="734242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40" name="Google Shape;4840;p169"/>
          <p:cNvSpPr txBox="1"/>
          <p:nvPr/>
        </p:nvSpPr>
        <p:spPr>
          <a:xfrm>
            <a:off x="3820748" y="732052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Disease Case Creation, Classification, De-dup</a:t>
            </a:r>
            <a:endParaRPr i="0" sz="800" u="none" cap="none" strike="noStrike">
              <a:latin typeface="Salesforce Sans"/>
              <a:ea typeface="Salesforce Sans"/>
              <a:cs typeface="Salesforce Sans"/>
              <a:sym typeface="Salesforce Sans"/>
            </a:endParaRPr>
          </a:p>
        </p:txBody>
      </p:sp>
      <p:sp>
        <p:nvSpPr>
          <p:cNvPr id="4841" name="Google Shape;4841;p169"/>
          <p:cNvSpPr/>
          <p:nvPr/>
        </p:nvSpPr>
        <p:spPr>
          <a:xfrm>
            <a:off x="3663735" y="749486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42" name="Google Shape;4842;p169"/>
          <p:cNvSpPr txBox="1"/>
          <p:nvPr/>
        </p:nvSpPr>
        <p:spPr>
          <a:xfrm>
            <a:off x="3820748" y="747296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Root Cause Analysis </a:t>
            </a:r>
            <a:endParaRPr i="0" sz="800" u="none" cap="none" strike="noStrike">
              <a:latin typeface="Salesforce Sans"/>
              <a:ea typeface="Salesforce Sans"/>
              <a:cs typeface="Salesforce Sans"/>
              <a:sym typeface="Salesforce Sans"/>
            </a:endParaRPr>
          </a:p>
        </p:txBody>
      </p:sp>
      <p:sp>
        <p:nvSpPr>
          <p:cNvPr id="4843" name="Google Shape;4843;p169"/>
          <p:cNvSpPr txBox="1"/>
          <p:nvPr/>
        </p:nvSpPr>
        <p:spPr>
          <a:xfrm>
            <a:off x="3820748" y="7635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Registry Curation (Disease, Donor) </a:t>
            </a:r>
            <a:endParaRPr i="0" sz="800" u="none" cap="none" strike="noStrike">
              <a:latin typeface="Salesforce Sans"/>
              <a:ea typeface="Salesforce Sans"/>
              <a:cs typeface="Salesforce Sans"/>
              <a:sym typeface="Salesforce Sans"/>
            </a:endParaRPr>
          </a:p>
        </p:txBody>
      </p:sp>
      <p:sp>
        <p:nvSpPr>
          <p:cNvPr id="4844" name="Google Shape;4844;p169"/>
          <p:cNvSpPr txBox="1"/>
          <p:nvPr/>
        </p:nvSpPr>
        <p:spPr>
          <a:xfrm>
            <a:off x="3820748" y="77925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Risk Management </a:t>
            </a:r>
            <a:endParaRPr i="0" sz="800" u="none" cap="none" strike="noStrike">
              <a:latin typeface="Salesforce Sans"/>
              <a:ea typeface="Salesforce Sans"/>
              <a:cs typeface="Salesforce Sans"/>
              <a:sym typeface="Salesforce Sans"/>
            </a:endParaRPr>
          </a:p>
        </p:txBody>
      </p:sp>
      <p:sp>
        <p:nvSpPr>
          <p:cNvPr id="4845" name="Google Shape;4845;p169"/>
          <p:cNvSpPr txBox="1"/>
          <p:nvPr/>
        </p:nvSpPr>
        <p:spPr>
          <a:xfrm>
            <a:off x="3820748" y="79498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Syndromic</a:t>
            </a:r>
            <a:r>
              <a:rPr i="0" lang="en" sz="800" u="none" cap="none" strike="noStrike">
                <a:latin typeface="Salesforce Sans"/>
                <a:ea typeface="Salesforce Sans"/>
                <a:cs typeface="Salesforce Sans"/>
                <a:sym typeface="Salesforce Sans"/>
              </a:rPr>
              <a:t> Surveillance </a:t>
            </a:r>
            <a:endParaRPr i="0" sz="800" u="none" cap="none" strike="noStrike">
              <a:latin typeface="Salesforce Sans"/>
              <a:ea typeface="Salesforce Sans"/>
              <a:cs typeface="Salesforce Sans"/>
              <a:sym typeface="Salesforce Sans"/>
            </a:endParaRPr>
          </a:p>
        </p:txBody>
      </p:sp>
      <p:sp>
        <p:nvSpPr>
          <p:cNvPr id="4846" name="Google Shape;4846;p169"/>
          <p:cNvSpPr txBox="1"/>
          <p:nvPr/>
        </p:nvSpPr>
        <p:spPr>
          <a:xfrm>
            <a:off x="3820748" y="810722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Attribution Modeling &amp; Management </a:t>
            </a:r>
            <a:endParaRPr i="0" sz="800" u="none" cap="none" strike="noStrike">
              <a:latin typeface="Salesforce Sans"/>
              <a:ea typeface="Salesforce Sans"/>
              <a:cs typeface="Salesforce Sans"/>
              <a:sym typeface="Salesforce Sans"/>
            </a:endParaRPr>
          </a:p>
        </p:txBody>
      </p:sp>
      <p:sp>
        <p:nvSpPr>
          <p:cNvPr id="4847" name="Google Shape;4847;p169"/>
          <p:cNvSpPr txBox="1"/>
          <p:nvPr/>
        </p:nvSpPr>
        <p:spPr>
          <a:xfrm>
            <a:off x="3820748" y="826456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Analytics </a:t>
            </a:r>
            <a:endParaRPr i="0" sz="800" u="none" cap="none" strike="noStrike">
              <a:latin typeface="Salesforce Sans"/>
              <a:ea typeface="Salesforce Sans"/>
              <a:cs typeface="Salesforce Sans"/>
              <a:sym typeface="Salesforce Sans"/>
            </a:endParaRPr>
          </a:p>
        </p:txBody>
      </p:sp>
      <p:sp>
        <p:nvSpPr>
          <p:cNvPr id="4848" name="Google Shape;4848;p169"/>
          <p:cNvSpPr txBox="1"/>
          <p:nvPr/>
        </p:nvSpPr>
        <p:spPr>
          <a:xfrm>
            <a:off x="3820748" y="842190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Program Management </a:t>
            </a:r>
            <a:endParaRPr i="0" sz="800" u="none" cap="none" strike="noStrike">
              <a:latin typeface="Salesforce Sans"/>
              <a:ea typeface="Salesforce Sans"/>
              <a:cs typeface="Salesforce Sans"/>
              <a:sym typeface="Salesforce Sans"/>
            </a:endParaRPr>
          </a:p>
        </p:txBody>
      </p:sp>
      <p:sp>
        <p:nvSpPr>
          <p:cNvPr id="4849" name="Google Shape;4849;p169"/>
          <p:cNvSpPr/>
          <p:nvPr/>
        </p:nvSpPr>
        <p:spPr>
          <a:xfrm>
            <a:off x="2362728" y="2998465"/>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Event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0" name="Google Shape;4850;p169"/>
          <p:cNvSpPr/>
          <p:nvPr/>
        </p:nvSpPr>
        <p:spPr>
          <a:xfrm>
            <a:off x="2362728" y="3424867"/>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Customer Lifecycle and Conversion</a:t>
            </a:r>
            <a:endParaRPr b="1" i="0" sz="900" u="none" cap="none" strike="noStrike">
              <a:solidFill>
                <a:srgbClr val="066AFE"/>
              </a:solidFill>
              <a:latin typeface="Salesforce Sans"/>
              <a:ea typeface="Salesforce Sans"/>
              <a:cs typeface="Salesforce Sans"/>
              <a:sym typeface="Salesforce Sans"/>
            </a:endParaRPr>
          </a:p>
        </p:txBody>
      </p:sp>
      <p:sp>
        <p:nvSpPr>
          <p:cNvPr id="4851" name="Google Shape;4851;p169"/>
          <p:cNvSpPr/>
          <p:nvPr/>
        </p:nvSpPr>
        <p:spPr>
          <a:xfrm>
            <a:off x="2362728" y="3822065"/>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External Stakeholder Engagement</a:t>
            </a:r>
            <a:endParaRPr b="1" i="0" sz="900" u="none" cap="none" strike="noStrike">
              <a:solidFill>
                <a:srgbClr val="066AFE"/>
              </a:solidFill>
              <a:latin typeface="Salesforce Sans"/>
              <a:ea typeface="Salesforce Sans"/>
              <a:cs typeface="Salesforce Sans"/>
              <a:sym typeface="Salesforce Sans"/>
            </a:endParaRPr>
          </a:p>
        </p:txBody>
      </p:sp>
      <p:sp>
        <p:nvSpPr>
          <p:cNvPr id="4852" name="Google Shape;4852;p169"/>
          <p:cNvSpPr/>
          <p:nvPr/>
        </p:nvSpPr>
        <p:spPr>
          <a:xfrm>
            <a:off x="2362728" y="4492537"/>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Contact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Inquiry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3" name="Google Shape;4853;p169"/>
          <p:cNvSpPr/>
          <p:nvPr/>
        </p:nvSpPr>
        <p:spPr>
          <a:xfrm>
            <a:off x="2362728" y="4809685"/>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Registration &amp; Appointment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4" name="Google Shape;4854;p169"/>
          <p:cNvSpPr/>
          <p:nvPr/>
        </p:nvSpPr>
        <p:spPr>
          <a:xfrm>
            <a:off x="2362728" y="5665978"/>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Assessments</a:t>
            </a:r>
            <a:endParaRPr b="1" i="0" sz="900" u="none" cap="none" strike="noStrike">
              <a:solidFill>
                <a:srgbClr val="066AFE"/>
              </a:solidFill>
              <a:latin typeface="Salesforce Sans"/>
              <a:ea typeface="Salesforce Sans"/>
              <a:cs typeface="Salesforce Sans"/>
              <a:sym typeface="Salesforce Sans"/>
            </a:endParaRPr>
          </a:p>
        </p:txBody>
      </p:sp>
      <p:sp>
        <p:nvSpPr>
          <p:cNvPr id="4855" name="Google Shape;4855;p169"/>
          <p:cNvSpPr/>
          <p:nvPr/>
        </p:nvSpPr>
        <p:spPr>
          <a:xfrm>
            <a:off x="2362728" y="6065754"/>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Action and Planning</a:t>
            </a:r>
            <a:endParaRPr b="1" i="0" sz="900" u="none" cap="none" strike="noStrike">
              <a:solidFill>
                <a:srgbClr val="066AFE"/>
              </a:solidFill>
              <a:latin typeface="Salesforce Sans"/>
              <a:ea typeface="Salesforce Sans"/>
              <a:cs typeface="Salesforce Sans"/>
              <a:sym typeface="Salesforce Sans"/>
            </a:endParaRPr>
          </a:p>
        </p:txBody>
      </p:sp>
      <p:sp>
        <p:nvSpPr>
          <p:cNvPr id="4856" name="Google Shape;4856;p169"/>
          <p:cNvSpPr/>
          <p:nvPr/>
        </p:nvSpPr>
        <p:spPr>
          <a:xfrm>
            <a:off x="2362728" y="6624603"/>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Data &amp; Documentation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4857" name="Google Shape;4857;p169"/>
          <p:cNvSpPr/>
          <p:nvPr/>
        </p:nvSpPr>
        <p:spPr>
          <a:xfrm>
            <a:off x="2362728" y="7159822"/>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Population Health Management</a:t>
            </a:r>
            <a:endParaRPr b="1" i="0" sz="900" u="none" cap="none" strike="noStrike">
              <a:solidFill>
                <a:srgbClr val="066AFE"/>
              </a:solidFill>
              <a:latin typeface="Salesforce Sans"/>
              <a:ea typeface="Salesforce Sans"/>
              <a:cs typeface="Salesforce Sans"/>
              <a:sym typeface="Salesforce Sans"/>
            </a:endParaRPr>
          </a:p>
        </p:txBody>
      </p:sp>
      <p:sp>
        <p:nvSpPr>
          <p:cNvPr id="4858" name="Google Shape;4858;p169"/>
          <p:cNvSpPr/>
          <p:nvPr/>
        </p:nvSpPr>
        <p:spPr>
          <a:xfrm>
            <a:off x="2362728" y="8658131"/>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Care Orchestration</a:t>
            </a:r>
            <a:endParaRPr b="1" i="0" sz="900" u="none" cap="none" strike="noStrike">
              <a:solidFill>
                <a:srgbClr val="066AFE"/>
              </a:solidFill>
              <a:latin typeface="Salesforce Sans"/>
              <a:ea typeface="Salesforce Sans"/>
              <a:cs typeface="Salesforce Sans"/>
              <a:sym typeface="Salesforce Sans"/>
            </a:endParaRPr>
          </a:p>
        </p:txBody>
      </p:sp>
      <p:sp>
        <p:nvSpPr>
          <p:cNvPr id="4859" name="Google Shape;4859;p169"/>
          <p:cNvSpPr/>
          <p:nvPr/>
        </p:nvSpPr>
        <p:spPr>
          <a:xfrm>
            <a:off x="2362728" y="9525416"/>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Relationship &amp; Activation</a:t>
            </a:r>
            <a:endParaRPr b="1" i="0" sz="900" u="none" cap="none" strike="noStrike">
              <a:solidFill>
                <a:srgbClr val="066AFE"/>
              </a:solidFill>
              <a:latin typeface="Salesforce Sans"/>
              <a:ea typeface="Salesforce Sans"/>
              <a:cs typeface="Salesforce Sans"/>
              <a:sym typeface="Salesforce Sans"/>
            </a:endParaRPr>
          </a:p>
        </p:txBody>
      </p:sp>
      <p:sp>
        <p:nvSpPr>
          <p:cNvPr id="4860" name="Google Shape;4860;p169"/>
          <p:cNvSpPr/>
          <p:nvPr/>
        </p:nvSpPr>
        <p:spPr>
          <a:xfrm>
            <a:off x="2362728" y="2298197"/>
            <a:ext cx="1099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Campaign Execution</a:t>
            </a:r>
            <a:endParaRPr b="1" i="0" sz="900" u="none" cap="none" strike="noStrike">
              <a:solidFill>
                <a:srgbClr val="066AFE"/>
              </a:solidFill>
              <a:latin typeface="Salesforce Sans"/>
              <a:ea typeface="Salesforce Sans"/>
              <a:cs typeface="Salesforce Sans"/>
              <a:sym typeface="Salesforce Sans"/>
            </a:endParaRPr>
          </a:p>
        </p:txBody>
      </p:sp>
      <p:sp>
        <p:nvSpPr>
          <p:cNvPr id="4861" name="Google Shape;4861;p169"/>
          <p:cNvSpPr txBox="1"/>
          <p:nvPr/>
        </p:nvSpPr>
        <p:spPr>
          <a:xfrm>
            <a:off x="3820748" y="229401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4862" name="Google Shape;4862;p169"/>
          <p:cNvSpPr/>
          <p:nvPr/>
        </p:nvSpPr>
        <p:spPr>
          <a:xfrm>
            <a:off x="3663735" y="231591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3" name="Google Shape;4863;p169"/>
          <p:cNvSpPr txBox="1"/>
          <p:nvPr/>
        </p:nvSpPr>
        <p:spPr>
          <a:xfrm>
            <a:off x="3820748" y="245135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Trigger Outreach</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64" name="Google Shape;4864;p169"/>
          <p:cNvSpPr/>
          <p:nvPr/>
        </p:nvSpPr>
        <p:spPr>
          <a:xfrm>
            <a:off x="3663735" y="2473255"/>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5" name="Google Shape;4865;p169"/>
          <p:cNvSpPr txBox="1"/>
          <p:nvPr/>
        </p:nvSpPr>
        <p:spPr>
          <a:xfrm>
            <a:off x="3820748" y="260869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4866" name="Google Shape;4866;p169"/>
          <p:cNvSpPr/>
          <p:nvPr/>
        </p:nvSpPr>
        <p:spPr>
          <a:xfrm>
            <a:off x="3663735" y="263059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7" name="Google Shape;4867;p169"/>
          <p:cNvSpPr txBox="1"/>
          <p:nvPr/>
        </p:nvSpPr>
        <p:spPr>
          <a:xfrm>
            <a:off x="3820748" y="27660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Omnichannel Care Journeys</a:t>
            </a:r>
            <a:endParaRPr i="0" sz="800" u="none" cap="none" strike="noStrike">
              <a:latin typeface="Salesforce Sans"/>
              <a:ea typeface="Salesforce Sans"/>
              <a:cs typeface="Salesforce Sans"/>
              <a:sym typeface="Salesforce Sans"/>
            </a:endParaRPr>
          </a:p>
        </p:txBody>
      </p:sp>
      <p:sp>
        <p:nvSpPr>
          <p:cNvPr id="4868" name="Google Shape;4868;p169"/>
          <p:cNvSpPr/>
          <p:nvPr/>
        </p:nvSpPr>
        <p:spPr>
          <a:xfrm>
            <a:off x="3663735" y="278793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9" name="Google Shape;4869;p169"/>
          <p:cNvSpPr txBox="1"/>
          <p:nvPr/>
        </p:nvSpPr>
        <p:spPr>
          <a:xfrm>
            <a:off x="3820748" y="30027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Outreach </a:t>
            </a:r>
            <a:endParaRPr i="0" sz="800" u="none" cap="none" strike="noStrike">
              <a:latin typeface="Salesforce Sans"/>
              <a:ea typeface="Salesforce Sans"/>
              <a:cs typeface="Salesforce Sans"/>
              <a:sym typeface="Salesforce Sans"/>
            </a:endParaRPr>
          </a:p>
        </p:txBody>
      </p:sp>
      <p:sp>
        <p:nvSpPr>
          <p:cNvPr id="4870" name="Google Shape;4870;p169"/>
          <p:cNvSpPr/>
          <p:nvPr/>
        </p:nvSpPr>
        <p:spPr>
          <a:xfrm>
            <a:off x="3663735" y="30246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1" name="Google Shape;4871;p169"/>
          <p:cNvSpPr txBox="1"/>
          <p:nvPr/>
        </p:nvSpPr>
        <p:spPr>
          <a:xfrm>
            <a:off x="3820748" y="31600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Planner </a:t>
            </a:r>
            <a:endParaRPr i="0" sz="800" u="none" cap="none" strike="noStrike">
              <a:latin typeface="Salesforce Sans"/>
              <a:ea typeface="Salesforce Sans"/>
              <a:cs typeface="Salesforce Sans"/>
              <a:sym typeface="Salesforce Sans"/>
            </a:endParaRPr>
          </a:p>
        </p:txBody>
      </p:sp>
      <p:sp>
        <p:nvSpPr>
          <p:cNvPr id="4872" name="Google Shape;4872;p169"/>
          <p:cNvSpPr/>
          <p:nvPr/>
        </p:nvSpPr>
        <p:spPr>
          <a:xfrm>
            <a:off x="3663735" y="318198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3" name="Google Shape;4873;p169"/>
          <p:cNvSpPr/>
          <p:nvPr/>
        </p:nvSpPr>
        <p:spPr>
          <a:xfrm>
            <a:off x="3663735" y="341590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4" name="Google Shape;4874;p169"/>
          <p:cNvSpPr txBox="1"/>
          <p:nvPr/>
        </p:nvSpPr>
        <p:spPr>
          <a:xfrm>
            <a:off x="3820748" y="35533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Journey </a:t>
            </a:r>
            <a:endParaRPr i="0" sz="800" u="none" cap="none" strike="noStrike">
              <a:latin typeface="Salesforce Sans"/>
              <a:ea typeface="Salesforce Sans"/>
              <a:cs typeface="Salesforce Sans"/>
              <a:sym typeface="Salesforce Sans"/>
            </a:endParaRPr>
          </a:p>
        </p:txBody>
      </p:sp>
      <p:sp>
        <p:nvSpPr>
          <p:cNvPr id="4875" name="Google Shape;4875;p169"/>
          <p:cNvSpPr/>
          <p:nvPr/>
        </p:nvSpPr>
        <p:spPr>
          <a:xfrm>
            <a:off x="3663735" y="35752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6" name="Google Shape;4876;p169"/>
          <p:cNvSpPr txBox="1"/>
          <p:nvPr/>
        </p:nvSpPr>
        <p:spPr>
          <a:xfrm>
            <a:off x="3820748" y="378926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Health Engagement</a:t>
            </a:r>
            <a:endParaRPr i="0" sz="800" u="none" cap="none" strike="noStrike">
              <a:latin typeface="Salesforce Sans"/>
              <a:ea typeface="Salesforce Sans"/>
              <a:cs typeface="Salesforce Sans"/>
              <a:sym typeface="Salesforce Sans"/>
            </a:endParaRPr>
          </a:p>
        </p:txBody>
      </p:sp>
      <p:sp>
        <p:nvSpPr>
          <p:cNvPr id="4877" name="Google Shape;4877;p169"/>
          <p:cNvSpPr/>
          <p:nvPr/>
        </p:nvSpPr>
        <p:spPr>
          <a:xfrm>
            <a:off x="3663735" y="381116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8" name="Google Shape;4878;p169"/>
          <p:cNvSpPr txBox="1"/>
          <p:nvPr/>
        </p:nvSpPr>
        <p:spPr>
          <a:xfrm>
            <a:off x="3820748" y="39466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Donor Management </a:t>
            </a:r>
            <a:endParaRPr i="0" sz="800" u="none" cap="none" strike="noStrike">
              <a:latin typeface="Salesforce Sans"/>
              <a:ea typeface="Salesforce Sans"/>
              <a:cs typeface="Salesforce Sans"/>
              <a:sym typeface="Salesforce Sans"/>
            </a:endParaRPr>
          </a:p>
        </p:txBody>
      </p:sp>
      <p:sp>
        <p:nvSpPr>
          <p:cNvPr id="4879" name="Google Shape;4879;p169"/>
          <p:cNvSpPr/>
          <p:nvPr/>
        </p:nvSpPr>
        <p:spPr>
          <a:xfrm>
            <a:off x="3663735" y="396850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0" name="Google Shape;4880;p169"/>
          <p:cNvSpPr txBox="1"/>
          <p:nvPr/>
        </p:nvSpPr>
        <p:spPr>
          <a:xfrm>
            <a:off x="3820748" y="41039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Community Relations </a:t>
            </a:r>
            <a:endParaRPr i="0" sz="800" u="none" cap="none" strike="noStrike">
              <a:latin typeface="Salesforce Sans"/>
              <a:ea typeface="Salesforce Sans"/>
              <a:cs typeface="Salesforce Sans"/>
              <a:sym typeface="Salesforce Sans"/>
            </a:endParaRPr>
          </a:p>
        </p:txBody>
      </p:sp>
      <p:sp>
        <p:nvSpPr>
          <p:cNvPr id="4881" name="Google Shape;4881;p169"/>
          <p:cNvSpPr/>
          <p:nvPr/>
        </p:nvSpPr>
        <p:spPr>
          <a:xfrm>
            <a:off x="3663735" y="412584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2" name="Google Shape;4882;p169"/>
          <p:cNvSpPr txBox="1"/>
          <p:nvPr/>
        </p:nvSpPr>
        <p:spPr>
          <a:xfrm>
            <a:off x="3820748" y="42612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Policy     </a:t>
            </a:r>
            <a:endParaRPr i="0" sz="800" u="none" cap="none" strike="noStrike">
              <a:latin typeface="Salesforce Sans"/>
              <a:ea typeface="Salesforce Sans"/>
              <a:cs typeface="Salesforce Sans"/>
              <a:sym typeface="Salesforce Sans"/>
            </a:endParaRPr>
          </a:p>
        </p:txBody>
      </p:sp>
      <p:sp>
        <p:nvSpPr>
          <p:cNvPr id="4883" name="Google Shape;4883;p169"/>
          <p:cNvSpPr/>
          <p:nvPr/>
        </p:nvSpPr>
        <p:spPr>
          <a:xfrm>
            <a:off x="3663735" y="42831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4" name="Google Shape;4884;p169"/>
          <p:cNvSpPr txBox="1"/>
          <p:nvPr/>
        </p:nvSpPr>
        <p:spPr>
          <a:xfrm>
            <a:off x="3820748" y="44962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Support </a:t>
            </a:r>
            <a:endParaRPr i="0" sz="800" u="none" cap="none" strike="noStrike">
              <a:latin typeface="Salesforce Sans"/>
              <a:ea typeface="Salesforce Sans"/>
              <a:cs typeface="Salesforce Sans"/>
              <a:sym typeface="Salesforce Sans"/>
            </a:endParaRPr>
          </a:p>
        </p:txBody>
      </p:sp>
      <p:sp>
        <p:nvSpPr>
          <p:cNvPr id="4885" name="Google Shape;4885;p169"/>
          <p:cNvSpPr/>
          <p:nvPr/>
        </p:nvSpPr>
        <p:spPr>
          <a:xfrm>
            <a:off x="3663735" y="451816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6" name="Google Shape;4886;p169"/>
          <p:cNvSpPr txBox="1"/>
          <p:nvPr/>
        </p:nvSpPr>
        <p:spPr>
          <a:xfrm>
            <a:off x="3820748" y="48069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Intake </a:t>
            </a:r>
            <a:endParaRPr i="0" sz="800" u="none" cap="none" strike="noStrike">
              <a:latin typeface="Salesforce Sans"/>
              <a:ea typeface="Salesforce Sans"/>
              <a:cs typeface="Salesforce Sans"/>
              <a:sym typeface="Salesforce Sans"/>
            </a:endParaRPr>
          </a:p>
        </p:txBody>
      </p:sp>
      <p:sp>
        <p:nvSpPr>
          <p:cNvPr id="4887" name="Google Shape;4887;p169"/>
          <p:cNvSpPr/>
          <p:nvPr/>
        </p:nvSpPr>
        <p:spPr>
          <a:xfrm>
            <a:off x="3663735" y="482888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8" name="Google Shape;4888;p169"/>
          <p:cNvSpPr txBox="1"/>
          <p:nvPr/>
        </p:nvSpPr>
        <p:spPr>
          <a:xfrm>
            <a:off x="3820748" y="496403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89" name="Google Shape;4889;p169"/>
          <p:cNvSpPr/>
          <p:nvPr/>
        </p:nvSpPr>
        <p:spPr>
          <a:xfrm>
            <a:off x="3663735" y="498593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0" name="Google Shape;4890;p169"/>
          <p:cNvSpPr txBox="1"/>
          <p:nvPr/>
        </p:nvSpPr>
        <p:spPr>
          <a:xfrm>
            <a:off x="3820748" y="512108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Medication Refill </a:t>
            </a:r>
            <a:endParaRPr i="0" sz="800" u="none" cap="none" strike="noStrike">
              <a:latin typeface="Salesforce Sans"/>
              <a:ea typeface="Salesforce Sans"/>
              <a:cs typeface="Salesforce Sans"/>
              <a:sym typeface="Salesforce Sans"/>
            </a:endParaRPr>
          </a:p>
        </p:txBody>
      </p:sp>
      <p:sp>
        <p:nvSpPr>
          <p:cNvPr id="4891" name="Google Shape;4891;p169"/>
          <p:cNvSpPr/>
          <p:nvPr/>
        </p:nvSpPr>
        <p:spPr>
          <a:xfrm>
            <a:off x="3663735" y="5142986"/>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2" name="Google Shape;4892;p169"/>
          <p:cNvSpPr txBox="1"/>
          <p:nvPr/>
        </p:nvSpPr>
        <p:spPr>
          <a:xfrm>
            <a:off x="3820748" y="5278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Scheduling </a:t>
            </a:r>
            <a:endParaRPr i="0" sz="800" u="none" cap="none" strike="noStrike">
              <a:latin typeface="Salesforce Sans"/>
              <a:ea typeface="Salesforce Sans"/>
              <a:cs typeface="Salesforce Sans"/>
              <a:sym typeface="Salesforce Sans"/>
            </a:endParaRPr>
          </a:p>
        </p:txBody>
      </p:sp>
      <p:sp>
        <p:nvSpPr>
          <p:cNvPr id="4893" name="Google Shape;4893;p169"/>
          <p:cNvSpPr/>
          <p:nvPr/>
        </p:nvSpPr>
        <p:spPr>
          <a:xfrm>
            <a:off x="3663735" y="530003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4" name="Google Shape;4894;p169"/>
          <p:cNvSpPr txBox="1"/>
          <p:nvPr/>
        </p:nvSpPr>
        <p:spPr>
          <a:xfrm>
            <a:off x="3820748" y="543519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Referral </a:t>
            </a:r>
            <a:r>
              <a:rPr lang="en" sz="800">
                <a:latin typeface="Salesforce Sans"/>
                <a:ea typeface="Salesforce Sans"/>
                <a:cs typeface="Salesforce Sans"/>
                <a:sym typeface="Salesforce Sans"/>
              </a:rPr>
              <a:t>Intake &amp; routing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95" name="Google Shape;4895;p169"/>
          <p:cNvSpPr/>
          <p:nvPr/>
        </p:nvSpPr>
        <p:spPr>
          <a:xfrm>
            <a:off x="3663735" y="545709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6" name="Google Shape;4896;p169"/>
          <p:cNvSpPr txBox="1"/>
          <p:nvPr/>
        </p:nvSpPr>
        <p:spPr>
          <a:xfrm>
            <a:off x="3820748" y="56690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Assessment Generation &amp; Auto-populate</a:t>
            </a:r>
            <a:endParaRPr i="0" sz="800" u="none" cap="none" strike="noStrike">
              <a:latin typeface="Salesforce Sans"/>
              <a:ea typeface="Salesforce Sans"/>
              <a:cs typeface="Salesforce Sans"/>
              <a:sym typeface="Salesforce Sans"/>
            </a:endParaRPr>
          </a:p>
        </p:txBody>
      </p:sp>
      <p:sp>
        <p:nvSpPr>
          <p:cNvPr id="4897" name="Google Shape;4897;p169"/>
          <p:cNvSpPr/>
          <p:nvPr/>
        </p:nvSpPr>
        <p:spPr>
          <a:xfrm>
            <a:off x="3663735" y="569092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8" name="Google Shape;4898;p169"/>
          <p:cNvSpPr txBox="1"/>
          <p:nvPr/>
        </p:nvSpPr>
        <p:spPr>
          <a:xfrm>
            <a:off x="3820748" y="622451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Behavioral Health </a:t>
            </a:r>
            <a:endParaRPr i="0" sz="800" u="none" cap="none" strike="noStrike">
              <a:latin typeface="Salesforce Sans"/>
              <a:ea typeface="Salesforce Sans"/>
              <a:cs typeface="Salesforce Sans"/>
              <a:sym typeface="Salesforce Sans"/>
            </a:endParaRPr>
          </a:p>
        </p:txBody>
      </p:sp>
      <p:sp>
        <p:nvSpPr>
          <p:cNvPr id="4899" name="Google Shape;4899;p169"/>
          <p:cNvSpPr/>
          <p:nvPr/>
        </p:nvSpPr>
        <p:spPr>
          <a:xfrm>
            <a:off x="3663735" y="624641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0" name="Google Shape;4900;p169"/>
          <p:cNvSpPr txBox="1"/>
          <p:nvPr/>
        </p:nvSpPr>
        <p:spPr>
          <a:xfrm>
            <a:off x="3820748" y="677288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Medical Document Review </a:t>
            </a:r>
            <a:endParaRPr i="0" sz="800" u="none" cap="none" strike="noStrike">
              <a:latin typeface="Salesforce Sans"/>
              <a:ea typeface="Salesforce Sans"/>
              <a:cs typeface="Salesforce Sans"/>
              <a:sym typeface="Salesforce Sans"/>
            </a:endParaRPr>
          </a:p>
        </p:txBody>
      </p:sp>
      <p:sp>
        <p:nvSpPr>
          <p:cNvPr id="4901" name="Google Shape;4901;p169"/>
          <p:cNvSpPr/>
          <p:nvPr/>
        </p:nvSpPr>
        <p:spPr>
          <a:xfrm>
            <a:off x="3663735" y="67947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2" name="Google Shape;4902;p169"/>
          <p:cNvSpPr txBox="1"/>
          <p:nvPr/>
        </p:nvSpPr>
        <p:spPr>
          <a:xfrm>
            <a:off x="3820748" y="866212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Coordination </a:t>
            </a:r>
            <a:endParaRPr i="0" sz="800" u="none" cap="none" strike="noStrike">
              <a:latin typeface="Salesforce Sans"/>
              <a:ea typeface="Salesforce Sans"/>
              <a:cs typeface="Salesforce Sans"/>
              <a:sym typeface="Salesforce Sans"/>
            </a:endParaRPr>
          </a:p>
        </p:txBody>
      </p:sp>
      <p:sp>
        <p:nvSpPr>
          <p:cNvPr id="4903" name="Google Shape;4903;p169"/>
          <p:cNvSpPr/>
          <p:nvPr/>
        </p:nvSpPr>
        <p:spPr>
          <a:xfrm>
            <a:off x="3663735" y="8684024"/>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4" name="Google Shape;4904;p169"/>
          <p:cNvSpPr txBox="1"/>
          <p:nvPr/>
        </p:nvSpPr>
        <p:spPr>
          <a:xfrm>
            <a:off x="3820748" y="881946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Utilization Management </a:t>
            </a:r>
            <a:endParaRPr i="0" sz="800" u="none" cap="none" strike="noStrike">
              <a:latin typeface="Salesforce Sans"/>
              <a:ea typeface="Salesforce Sans"/>
              <a:cs typeface="Salesforce Sans"/>
              <a:sym typeface="Salesforce Sans"/>
            </a:endParaRPr>
          </a:p>
        </p:txBody>
      </p:sp>
      <p:sp>
        <p:nvSpPr>
          <p:cNvPr id="4905" name="Google Shape;4905;p169"/>
          <p:cNvSpPr/>
          <p:nvPr/>
        </p:nvSpPr>
        <p:spPr>
          <a:xfrm>
            <a:off x="3663735" y="88413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6" name="Google Shape;4906;p169"/>
          <p:cNvSpPr txBox="1"/>
          <p:nvPr/>
        </p:nvSpPr>
        <p:spPr>
          <a:xfrm>
            <a:off x="3820748" y="897680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Support </a:t>
            </a:r>
            <a:endParaRPr i="0" sz="800" u="none" cap="none" strike="noStrike">
              <a:latin typeface="Salesforce Sans"/>
              <a:ea typeface="Salesforce Sans"/>
              <a:cs typeface="Salesforce Sans"/>
              <a:sym typeface="Salesforce Sans"/>
            </a:endParaRPr>
          </a:p>
        </p:txBody>
      </p:sp>
      <p:sp>
        <p:nvSpPr>
          <p:cNvPr id="4907" name="Google Shape;4907;p169"/>
          <p:cNvSpPr/>
          <p:nvPr/>
        </p:nvSpPr>
        <p:spPr>
          <a:xfrm>
            <a:off x="3663735" y="899870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8" name="Google Shape;4908;p169"/>
          <p:cNvSpPr txBox="1"/>
          <p:nvPr/>
        </p:nvSpPr>
        <p:spPr>
          <a:xfrm>
            <a:off x="3820748" y="913414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Home Health </a:t>
            </a:r>
            <a:r>
              <a:rPr lang="en" sz="800">
                <a:latin typeface="Salesforce Sans"/>
                <a:ea typeface="Salesforce Sans"/>
                <a:cs typeface="Salesforce Sans"/>
                <a:sym typeface="Salesforce Sans"/>
              </a:rPr>
              <a:t>Quoting &amp; Budgeting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909" name="Google Shape;4909;p169"/>
          <p:cNvSpPr/>
          <p:nvPr/>
        </p:nvSpPr>
        <p:spPr>
          <a:xfrm>
            <a:off x="3663735" y="9156042"/>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0" name="Google Shape;4910;p169"/>
          <p:cNvSpPr txBox="1"/>
          <p:nvPr/>
        </p:nvSpPr>
        <p:spPr>
          <a:xfrm>
            <a:off x="3820748" y="92914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Benefits &amp; eligibility verification </a:t>
            </a:r>
            <a:endParaRPr i="0" sz="800" u="none" cap="none" strike="noStrike">
              <a:latin typeface="Salesforce Sans"/>
              <a:ea typeface="Salesforce Sans"/>
              <a:cs typeface="Salesforce Sans"/>
              <a:sym typeface="Salesforce Sans"/>
            </a:endParaRPr>
          </a:p>
        </p:txBody>
      </p:sp>
      <p:sp>
        <p:nvSpPr>
          <p:cNvPr id="4911" name="Google Shape;4911;p169"/>
          <p:cNvSpPr/>
          <p:nvPr/>
        </p:nvSpPr>
        <p:spPr>
          <a:xfrm>
            <a:off x="3663735" y="9313382"/>
            <a:ext cx="79200" cy="79200"/>
          </a:xfrm>
          <a:prstGeom prst="ellipse">
            <a:avLst/>
          </a:prstGeom>
          <a:solidFill>
            <a:srgbClr val="1360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2" name="Google Shape;4912;p169"/>
          <p:cNvSpPr txBox="1"/>
          <p:nvPr/>
        </p:nvSpPr>
        <p:spPr>
          <a:xfrm>
            <a:off x="3820748" y="95296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Engagement </a:t>
            </a:r>
            <a:endParaRPr i="0" sz="800" u="none" cap="none" strike="noStrike">
              <a:latin typeface="Salesforce Sans"/>
              <a:ea typeface="Salesforce Sans"/>
              <a:cs typeface="Salesforce Sans"/>
              <a:sym typeface="Salesforce Sans"/>
            </a:endParaRPr>
          </a:p>
        </p:txBody>
      </p:sp>
      <p:sp>
        <p:nvSpPr>
          <p:cNvPr id="4913" name="Google Shape;4913;p169"/>
          <p:cNvSpPr/>
          <p:nvPr/>
        </p:nvSpPr>
        <p:spPr>
          <a:xfrm>
            <a:off x="3663735" y="955156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4" name="Google Shape;4914;p169"/>
          <p:cNvSpPr txBox="1"/>
          <p:nvPr/>
        </p:nvSpPr>
        <p:spPr>
          <a:xfrm>
            <a:off x="3820748" y="968700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Patient and pre-call summaries </a:t>
            </a:r>
            <a:endParaRPr i="0" sz="800" u="none" cap="none" strike="noStrike">
              <a:latin typeface="Salesforce Sans"/>
              <a:ea typeface="Salesforce Sans"/>
              <a:cs typeface="Salesforce Sans"/>
              <a:sym typeface="Salesforce Sans"/>
            </a:endParaRPr>
          </a:p>
        </p:txBody>
      </p:sp>
      <p:sp>
        <p:nvSpPr>
          <p:cNvPr id="4915" name="Google Shape;4915;p169"/>
          <p:cNvSpPr/>
          <p:nvPr/>
        </p:nvSpPr>
        <p:spPr>
          <a:xfrm>
            <a:off x="3663735" y="970890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6" name="Google Shape;4916;p169"/>
          <p:cNvSpPr txBox="1"/>
          <p:nvPr/>
        </p:nvSpPr>
        <p:spPr>
          <a:xfrm>
            <a:off x="3820748" y="984435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Program Enrollment </a:t>
            </a:r>
            <a:endParaRPr i="0" sz="800" u="none" cap="none" strike="noStrike">
              <a:latin typeface="Salesforce Sans"/>
              <a:ea typeface="Salesforce Sans"/>
              <a:cs typeface="Salesforce Sans"/>
              <a:sym typeface="Salesforce Sans"/>
            </a:endParaRPr>
          </a:p>
        </p:txBody>
      </p:sp>
      <p:sp>
        <p:nvSpPr>
          <p:cNvPr id="4917" name="Google Shape;4917;p169"/>
          <p:cNvSpPr/>
          <p:nvPr/>
        </p:nvSpPr>
        <p:spPr>
          <a:xfrm>
            <a:off x="3663735" y="986625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8" name="Google Shape;4918;p169"/>
          <p:cNvSpPr txBox="1"/>
          <p:nvPr/>
        </p:nvSpPr>
        <p:spPr>
          <a:xfrm>
            <a:off x="3820748" y="5829601"/>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Voice &amp; AI-powered assessments </a:t>
            </a:r>
            <a:endParaRPr i="0" sz="800" u="none" cap="none" strike="noStrike">
              <a:latin typeface="Salesforce Sans"/>
              <a:ea typeface="Salesforce Sans"/>
              <a:cs typeface="Salesforce Sans"/>
              <a:sym typeface="Salesforce Sans"/>
            </a:endParaRPr>
          </a:p>
        </p:txBody>
      </p:sp>
      <p:sp>
        <p:nvSpPr>
          <p:cNvPr id="4919" name="Google Shape;4919;p169"/>
          <p:cNvSpPr/>
          <p:nvPr/>
        </p:nvSpPr>
        <p:spPr>
          <a:xfrm>
            <a:off x="3663735" y="5851501"/>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0" name="Google Shape;4920;p169"/>
          <p:cNvSpPr txBox="1"/>
          <p:nvPr/>
        </p:nvSpPr>
        <p:spPr>
          <a:xfrm>
            <a:off x="3820748" y="69302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Scribe </a:t>
            </a:r>
            <a:endParaRPr i="0" sz="800" u="none" cap="none" strike="noStrike">
              <a:latin typeface="Salesforce Sans"/>
              <a:ea typeface="Salesforce Sans"/>
              <a:cs typeface="Salesforce Sans"/>
              <a:sym typeface="Salesforce Sans"/>
            </a:endParaRPr>
          </a:p>
        </p:txBody>
      </p:sp>
      <p:sp>
        <p:nvSpPr>
          <p:cNvPr id="4921" name="Google Shape;4921;p169"/>
          <p:cNvSpPr/>
          <p:nvPr/>
        </p:nvSpPr>
        <p:spPr>
          <a:xfrm>
            <a:off x="3663735" y="695212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2" name="Google Shape;4922;p169"/>
          <p:cNvSpPr txBox="1"/>
          <p:nvPr/>
        </p:nvSpPr>
        <p:spPr>
          <a:xfrm>
            <a:off x="3820748" y="6381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Virtual Care </a:t>
            </a:r>
            <a:endParaRPr i="0" sz="800" u="none" cap="none" strike="noStrike">
              <a:latin typeface="Salesforce Sans"/>
              <a:ea typeface="Salesforce Sans"/>
              <a:cs typeface="Salesforce Sans"/>
              <a:sym typeface="Salesforce Sans"/>
            </a:endParaRPr>
          </a:p>
        </p:txBody>
      </p:sp>
      <p:sp>
        <p:nvSpPr>
          <p:cNvPr id="4923" name="Google Shape;4923;p169"/>
          <p:cNvSpPr/>
          <p:nvPr/>
        </p:nvSpPr>
        <p:spPr>
          <a:xfrm>
            <a:off x="3663735" y="640310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4" name="Google Shape;4924;p169"/>
          <p:cNvSpPr txBox="1"/>
          <p:nvPr/>
        </p:nvSpPr>
        <p:spPr>
          <a:xfrm>
            <a:off x="869852"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925" name="Google Shape;4925;p169"/>
          <p:cNvSpPr txBox="1"/>
          <p:nvPr/>
        </p:nvSpPr>
        <p:spPr>
          <a:xfrm>
            <a:off x="2362728"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4926" name="Google Shape;4926;p169"/>
          <p:cNvGrpSpPr/>
          <p:nvPr/>
        </p:nvGrpSpPr>
        <p:grpSpPr>
          <a:xfrm>
            <a:off x="755165" y="1921709"/>
            <a:ext cx="1322400" cy="449700"/>
            <a:chOff x="755165" y="1828821"/>
            <a:chExt cx="1322400" cy="449700"/>
          </a:xfrm>
        </p:grpSpPr>
        <p:sp>
          <p:nvSpPr>
            <p:cNvPr id="4927" name="Google Shape;4927;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28" name="Google Shape;4928;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 &amp; Outreach</a:t>
              </a:r>
              <a:endParaRPr sz="900">
                <a:solidFill>
                  <a:srgbClr val="FFFFFF"/>
                </a:solidFill>
                <a:latin typeface="Avant Garde Demi SFDC"/>
                <a:ea typeface="Avant Garde Demi SFDC"/>
                <a:cs typeface="Avant Garde Demi SFDC"/>
                <a:sym typeface="Avant Garde Demi SFDC"/>
              </a:endParaRPr>
            </a:p>
          </p:txBody>
        </p:sp>
      </p:grpSp>
      <p:sp>
        <p:nvSpPr>
          <p:cNvPr id="4929" name="Google Shape;4929;p169"/>
          <p:cNvSpPr txBox="1"/>
          <p:nvPr/>
        </p:nvSpPr>
        <p:spPr>
          <a:xfrm>
            <a:off x="3820741"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930" name="Google Shape;4930;p169"/>
          <p:cNvSpPr txBox="1"/>
          <p:nvPr/>
        </p:nvSpPr>
        <p:spPr>
          <a:xfrm>
            <a:off x="3820748" y="190276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Segmentation </a:t>
            </a:r>
            <a:endParaRPr i="0" sz="800" u="none" cap="none" strike="noStrike">
              <a:latin typeface="Salesforce Sans"/>
              <a:ea typeface="Salesforce Sans"/>
              <a:cs typeface="Salesforce Sans"/>
              <a:sym typeface="Salesforce Sans"/>
            </a:endParaRPr>
          </a:p>
        </p:txBody>
      </p:sp>
      <p:sp>
        <p:nvSpPr>
          <p:cNvPr id="4931" name="Google Shape;4931;p169"/>
          <p:cNvSpPr/>
          <p:nvPr/>
        </p:nvSpPr>
        <p:spPr>
          <a:xfrm>
            <a:off x="3663735" y="192466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32" name="Google Shape;4932;p169"/>
          <p:cNvSpPr txBox="1"/>
          <p:nvPr/>
        </p:nvSpPr>
        <p:spPr>
          <a:xfrm>
            <a:off x="3820748" y="2060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Brand Builder </a:t>
            </a:r>
            <a:endParaRPr i="0" sz="800" u="none" cap="none" strike="noStrike">
              <a:latin typeface="Salesforce Sans"/>
              <a:ea typeface="Salesforce Sans"/>
              <a:cs typeface="Salesforce Sans"/>
              <a:sym typeface="Salesforce Sans"/>
            </a:endParaRPr>
          </a:p>
        </p:txBody>
      </p:sp>
      <p:sp>
        <p:nvSpPr>
          <p:cNvPr id="4933" name="Google Shape;4933;p169"/>
          <p:cNvSpPr/>
          <p:nvPr/>
        </p:nvSpPr>
        <p:spPr>
          <a:xfrm>
            <a:off x="3663735" y="208203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34" name="Google Shape;4934;p169"/>
          <p:cNvSpPr txBox="1"/>
          <p:nvPr/>
        </p:nvSpPr>
        <p:spPr>
          <a:xfrm>
            <a:off x="2362728" y="1896441"/>
            <a:ext cx="830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Strategic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4935" name="Google Shape;4935;p169"/>
          <p:cNvGrpSpPr/>
          <p:nvPr/>
        </p:nvGrpSpPr>
        <p:grpSpPr>
          <a:xfrm>
            <a:off x="755165" y="4519559"/>
            <a:ext cx="1322400" cy="449700"/>
            <a:chOff x="755165" y="1828821"/>
            <a:chExt cx="1322400" cy="449700"/>
          </a:xfrm>
        </p:grpSpPr>
        <p:sp>
          <p:nvSpPr>
            <p:cNvPr id="4936" name="Google Shape;4936;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37" name="Google Shape;4937;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a:t>
              </a:r>
              <a:br>
                <a:rPr lang="en" sz="900">
                  <a:solidFill>
                    <a:srgbClr val="FFFFFF"/>
                  </a:solidFill>
                  <a:latin typeface="Avant Garde Demi SFDC"/>
                  <a:ea typeface="Avant Garde Demi SFDC"/>
                  <a:cs typeface="Avant Garde Demi SFDC"/>
                  <a:sym typeface="Avant Garde Demi SFDC"/>
                </a:rPr>
              </a:br>
              <a:r>
                <a:rPr lang="en" sz="900">
                  <a:solidFill>
                    <a:srgbClr val="FFFFFF"/>
                  </a:solidFill>
                  <a:latin typeface="Avant Garde Demi SFDC"/>
                  <a:ea typeface="Avant Garde Demi SFDC"/>
                  <a:cs typeface="Avant Garde Demi SFDC"/>
                  <a:sym typeface="Avant Garde Demi SFDC"/>
                </a:rPr>
                <a:t>Experience</a:t>
              </a:r>
              <a:endParaRPr sz="900">
                <a:solidFill>
                  <a:srgbClr val="FFFFFF"/>
                </a:solidFill>
                <a:latin typeface="Avant Garde Demi SFDC"/>
                <a:ea typeface="Avant Garde Demi SFDC"/>
                <a:cs typeface="Avant Garde Demi SFDC"/>
                <a:sym typeface="Avant Garde Demi SFDC"/>
              </a:endParaRPr>
            </a:p>
          </p:txBody>
        </p:sp>
      </p:grpSp>
      <p:grpSp>
        <p:nvGrpSpPr>
          <p:cNvPr id="4938" name="Google Shape;4938;p169"/>
          <p:cNvGrpSpPr/>
          <p:nvPr/>
        </p:nvGrpSpPr>
        <p:grpSpPr>
          <a:xfrm>
            <a:off x="755165" y="8686534"/>
            <a:ext cx="1322400" cy="449700"/>
            <a:chOff x="755165" y="1828821"/>
            <a:chExt cx="1322400" cy="449700"/>
          </a:xfrm>
        </p:grpSpPr>
        <p:sp>
          <p:nvSpPr>
            <p:cNvPr id="4939" name="Google Shape;4939;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40" name="Google Shape;4940;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Care Coordination for Providers</a:t>
              </a:r>
              <a:endParaRPr sz="900">
                <a:solidFill>
                  <a:srgbClr val="FFFFFF"/>
                </a:solidFill>
                <a:latin typeface="Avant Garde Demi SFDC"/>
                <a:ea typeface="Avant Garde Demi SFDC"/>
                <a:cs typeface="Avant Garde Demi SFDC"/>
                <a:sym typeface="Avant Garde Demi SFDC"/>
              </a:endParaRPr>
            </a:p>
          </p:txBody>
        </p:sp>
      </p:grpSp>
      <p:sp>
        <p:nvSpPr>
          <p:cNvPr id="4941" name="Google Shape;4941;p169"/>
          <p:cNvSpPr txBox="1"/>
          <p:nvPr/>
        </p:nvSpPr>
        <p:spPr>
          <a:xfrm>
            <a:off x="9761632" y="839720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Of Future And Skills Assessment </a:t>
            </a:r>
            <a:endParaRPr i="0" sz="800" u="none" cap="none" strike="noStrike">
              <a:latin typeface="Salesforce Sans"/>
              <a:ea typeface="Salesforce Sans"/>
              <a:cs typeface="Salesforce Sans"/>
              <a:sym typeface="Salesforce Sans"/>
            </a:endParaRPr>
          </a:p>
        </p:txBody>
      </p:sp>
      <p:sp>
        <p:nvSpPr>
          <p:cNvPr id="4942" name="Google Shape;4942;p169"/>
          <p:cNvSpPr/>
          <p:nvPr/>
        </p:nvSpPr>
        <p:spPr>
          <a:xfrm>
            <a:off x="8296054" y="1896585"/>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 Network Development &amp; Setup</a:t>
            </a:r>
            <a:endParaRPr b="1" i="0" sz="900" u="none" cap="none" strike="noStrike">
              <a:solidFill>
                <a:srgbClr val="066AFE"/>
              </a:solidFill>
              <a:latin typeface="Salesforce Sans"/>
              <a:ea typeface="Salesforce Sans"/>
              <a:cs typeface="Salesforce Sans"/>
              <a:sym typeface="Salesforce Sans"/>
            </a:endParaRPr>
          </a:p>
        </p:txBody>
      </p:sp>
      <p:sp>
        <p:nvSpPr>
          <p:cNvPr id="4943" name="Google Shape;4943;p169"/>
          <p:cNvSpPr/>
          <p:nvPr/>
        </p:nvSpPr>
        <p:spPr>
          <a:xfrm>
            <a:off x="8296050" y="2450962"/>
            <a:ext cx="1092600" cy="4395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Relationship &amp; Performance Mgmt</a:t>
            </a:r>
            <a:endParaRPr b="1" i="0" sz="900" u="none" cap="none" strike="noStrike">
              <a:solidFill>
                <a:srgbClr val="066AFE"/>
              </a:solidFill>
              <a:latin typeface="Salesforce Sans"/>
              <a:ea typeface="Salesforce Sans"/>
              <a:cs typeface="Salesforce Sans"/>
              <a:sym typeface="Salesforce Sans"/>
            </a:endParaRPr>
          </a:p>
        </p:txBody>
      </p:sp>
      <p:sp>
        <p:nvSpPr>
          <p:cNvPr id="4944" name="Google Shape;4944;p169"/>
          <p:cNvSpPr/>
          <p:nvPr/>
        </p:nvSpPr>
        <p:spPr>
          <a:xfrm>
            <a:off x="8296050" y="2914937"/>
            <a:ext cx="1092600" cy="2637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 Startupz</a:t>
            </a:r>
            <a:endParaRPr b="1" i="0" sz="900" u="none" cap="none" strike="noStrike">
              <a:solidFill>
                <a:srgbClr val="066AFE"/>
              </a:solidFill>
              <a:latin typeface="Salesforce Sans"/>
              <a:ea typeface="Salesforce Sans"/>
              <a:cs typeface="Salesforce Sans"/>
              <a:sym typeface="Salesforce Sans"/>
            </a:endParaRPr>
          </a:p>
        </p:txBody>
      </p:sp>
      <p:sp>
        <p:nvSpPr>
          <p:cNvPr id="4945" name="Google Shape;4945;p169"/>
          <p:cNvSpPr/>
          <p:nvPr/>
        </p:nvSpPr>
        <p:spPr>
          <a:xfrm>
            <a:off x="8296050" y="3465387"/>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Pre-Approval</a:t>
            </a:r>
            <a:endParaRPr b="1" i="0" sz="900" u="none" cap="none" strike="noStrike">
              <a:solidFill>
                <a:srgbClr val="066AFE"/>
              </a:solidFill>
              <a:latin typeface="Salesforce Sans"/>
              <a:ea typeface="Salesforce Sans"/>
              <a:cs typeface="Salesforce Sans"/>
              <a:sym typeface="Salesforce Sans"/>
            </a:endParaRPr>
          </a:p>
        </p:txBody>
      </p:sp>
      <p:sp>
        <p:nvSpPr>
          <p:cNvPr id="4946" name="Google Shape;4946;p169"/>
          <p:cNvSpPr/>
          <p:nvPr/>
        </p:nvSpPr>
        <p:spPr>
          <a:xfrm>
            <a:off x="8296042" y="3857951"/>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Trial Execution</a:t>
            </a:r>
            <a:endParaRPr b="1" i="0" sz="900" u="none" cap="none" strike="noStrike">
              <a:solidFill>
                <a:srgbClr val="066AFE"/>
              </a:solidFill>
              <a:latin typeface="Salesforce Sans"/>
              <a:ea typeface="Salesforce Sans"/>
              <a:cs typeface="Salesforce Sans"/>
              <a:sym typeface="Salesforce Sans"/>
            </a:endParaRPr>
          </a:p>
        </p:txBody>
      </p:sp>
      <p:sp>
        <p:nvSpPr>
          <p:cNvPr id="4947" name="Google Shape;4947;p169"/>
          <p:cNvSpPr/>
          <p:nvPr/>
        </p:nvSpPr>
        <p:spPr>
          <a:xfrm>
            <a:off x="8296042" y="4407125"/>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Data Analysis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Results</a:t>
            </a:r>
            <a:endParaRPr b="1" i="0" sz="900" u="none" cap="none" strike="noStrike">
              <a:solidFill>
                <a:srgbClr val="066AFE"/>
              </a:solidFill>
              <a:latin typeface="Salesforce Sans"/>
              <a:ea typeface="Salesforce Sans"/>
              <a:cs typeface="Salesforce Sans"/>
              <a:sym typeface="Salesforce Sans"/>
            </a:endParaRPr>
          </a:p>
        </p:txBody>
      </p:sp>
      <p:sp>
        <p:nvSpPr>
          <p:cNvPr id="4948" name="Google Shape;4948;p169"/>
          <p:cNvSpPr/>
          <p:nvPr/>
        </p:nvSpPr>
        <p:spPr>
          <a:xfrm>
            <a:off x="8296042" y="495467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Supply Chain Operations &amp; Management</a:t>
            </a:r>
            <a:endParaRPr b="1" i="0" sz="900" u="none" cap="none" strike="noStrike">
              <a:solidFill>
                <a:srgbClr val="066AFE"/>
              </a:solidFill>
              <a:latin typeface="Salesforce Sans"/>
              <a:ea typeface="Salesforce Sans"/>
              <a:cs typeface="Salesforce Sans"/>
              <a:sym typeface="Salesforce Sans"/>
            </a:endParaRPr>
          </a:p>
        </p:txBody>
      </p:sp>
      <p:sp>
        <p:nvSpPr>
          <p:cNvPr id="4949" name="Google Shape;4949;p169"/>
          <p:cNvSpPr/>
          <p:nvPr/>
        </p:nvSpPr>
        <p:spPr>
          <a:xfrm>
            <a:off x="8296042" y="5678728"/>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Procurement</a:t>
            </a:r>
            <a:endParaRPr b="1" i="0" sz="900" u="none" cap="none" strike="noStrike">
              <a:solidFill>
                <a:srgbClr val="066AFE"/>
              </a:solidFill>
              <a:latin typeface="Salesforce Sans"/>
              <a:ea typeface="Salesforce Sans"/>
              <a:cs typeface="Salesforce Sans"/>
              <a:sym typeface="Salesforce Sans"/>
            </a:endParaRPr>
          </a:p>
        </p:txBody>
      </p:sp>
      <p:sp>
        <p:nvSpPr>
          <p:cNvPr id="4950" name="Google Shape;4950;p169"/>
          <p:cNvSpPr/>
          <p:nvPr/>
        </p:nvSpPr>
        <p:spPr>
          <a:xfrm>
            <a:off x="8296042" y="622006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Logistics Management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Delivery</a:t>
            </a:r>
            <a:endParaRPr b="1" i="0" sz="900" u="none" cap="none" strike="noStrike">
              <a:solidFill>
                <a:srgbClr val="066AFE"/>
              </a:solidFill>
              <a:latin typeface="Salesforce Sans"/>
              <a:ea typeface="Salesforce Sans"/>
              <a:cs typeface="Salesforce Sans"/>
              <a:sym typeface="Salesforce Sans"/>
            </a:endParaRPr>
          </a:p>
        </p:txBody>
      </p:sp>
      <p:sp>
        <p:nvSpPr>
          <p:cNvPr id="4951" name="Google Shape;4951;p169"/>
          <p:cNvSpPr/>
          <p:nvPr/>
        </p:nvSpPr>
        <p:spPr>
          <a:xfrm>
            <a:off x="8296042" y="6937036"/>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Specialized Clinical Resource Management</a:t>
            </a:r>
            <a:endParaRPr b="1" i="0" sz="900" u="none" cap="none" strike="noStrike">
              <a:solidFill>
                <a:srgbClr val="066AFE"/>
              </a:solidFill>
              <a:latin typeface="Salesforce Sans"/>
              <a:ea typeface="Salesforce Sans"/>
              <a:cs typeface="Salesforce Sans"/>
              <a:sym typeface="Salesforce Sans"/>
            </a:endParaRPr>
          </a:p>
        </p:txBody>
      </p:sp>
      <p:sp>
        <p:nvSpPr>
          <p:cNvPr id="4952" name="Google Shape;4952;p169"/>
          <p:cNvSpPr/>
          <p:nvPr/>
        </p:nvSpPr>
        <p:spPr>
          <a:xfrm>
            <a:off x="8296042" y="7609744"/>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Workforce Management</a:t>
            </a:r>
            <a:endParaRPr b="1" i="0" sz="900" u="none" cap="none" strike="noStrike">
              <a:solidFill>
                <a:srgbClr val="066AFE"/>
              </a:solidFill>
              <a:latin typeface="Salesforce Sans"/>
              <a:ea typeface="Salesforce Sans"/>
              <a:cs typeface="Salesforce Sans"/>
              <a:sym typeface="Salesforce Sans"/>
            </a:endParaRPr>
          </a:p>
        </p:txBody>
      </p:sp>
      <p:sp>
        <p:nvSpPr>
          <p:cNvPr id="4953" name="Google Shape;4953;p169"/>
          <p:cNvSpPr/>
          <p:nvPr/>
        </p:nvSpPr>
        <p:spPr>
          <a:xfrm>
            <a:off x="8296050" y="7997005"/>
            <a:ext cx="1021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Digital Enablement</a:t>
            </a:r>
            <a:endParaRPr b="1" i="0" sz="900" u="none" cap="none" strike="noStrike">
              <a:solidFill>
                <a:srgbClr val="066AFE"/>
              </a:solidFill>
              <a:latin typeface="Salesforce Sans"/>
              <a:ea typeface="Salesforce Sans"/>
              <a:cs typeface="Salesforce Sans"/>
              <a:sym typeface="Salesforce Sans"/>
            </a:endParaRPr>
          </a:p>
        </p:txBody>
      </p:sp>
      <p:sp>
        <p:nvSpPr>
          <p:cNvPr id="4954" name="Google Shape;4954;p169"/>
          <p:cNvSpPr/>
          <p:nvPr/>
        </p:nvSpPr>
        <p:spPr>
          <a:xfrm>
            <a:off x="8296042" y="8384069"/>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4955" name="Google Shape;4955;p169"/>
          <p:cNvSpPr/>
          <p:nvPr/>
        </p:nvSpPr>
        <p:spPr>
          <a:xfrm>
            <a:off x="8296042" y="8926420"/>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4956" name="Google Shape;4956;p169"/>
          <p:cNvSpPr txBox="1"/>
          <p:nvPr/>
        </p:nvSpPr>
        <p:spPr>
          <a:xfrm>
            <a:off x="9761633" y="18976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Acquisition </a:t>
            </a:r>
            <a:endParaRPr i="0" sz="800" u="none" cap="none" strike="noStrike">
              <a:latin typeface="Salesforce Sans"/>
              <a:ea typeface="Salesforce Sans"/>
              <a:cs typeface="Salesforce Sans"/>
              <a:sym typeface="Salesforce Sans"/>
            </a:endParaRPr>
          </a:p>
        </p:txBody>
      </p:sp>
      <p:sp>
        <p:nvSpPr>
          <p:cNvPr id="4957" name="Google Shape;4957;p169"/>
          <p:cNvSpPr/>
          <p:nvPr/>
        </p:nvSpPr>
        <p:spPr>
          <a:xfrm>
            <a:off x="9590884" y="191954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sz="800">
              <a:solidFill>
                <a:srgbClr val="002775"/>
              </a:solidFill>
              <a:latin typeface="Salesforce Sans"/>
              <a:ea typeface="Salesforce Sans"/>
              <a:cs typeface="Salesforce Sans"/>
              <a:sym typeface="Salesforce Sans"/>
            </a:endParaRPr>
          </a:p>
        </p:txBody>
      </p:sp>
      <p:sp>
        <p:nvSpPr>
          <p:cNvPr id="4958" name="Google Shape;4958;p169"/>
          <p:cNvSpPr txBox="1"/>
          <p:nvPr/>
        </p:nvSpPr>
        <p:spPr>
          <a:xfrm>
            <a:off x="9761633" y="205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Onboarding </a:t>
            </a:r>
            <a:endParaRPr i="0" sz="800" u="none" cap="none" strike="noStrike">
              <a:latin typeface="Salesforce Sans"/>
              <a:ea typeface="Salesforce Sans"/>
              <a:cs typeface="Salesforce Sans"/>
              <a:sym typeface="Salesforce Sans"/>
            </a:endParaRPr>
          </a:p>
        </p:txBody>
      </p:sp>
      <p:sp>
        <p:nvSpPr>
          <p:cNvPr id="4959" name="Google Shape;4959;p169"/>
          <p:cNvSpPr/>
          <p:nvPr/>
        </p:nvSpPr>
        <p:spPr>
          <a:xfrm>
            <a:off x="9590884" y="2076874"/>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0" name="Google Shape;4960;p169"/>
          <p:cNvSpPr txBox="1"/>
          <p:nvPr/>
        </p:nvSpPr>
        <p:spPr>
          <a:xfrm>
            <a:off x="9761633" y="22128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Relations </a:t>
            </a:r>
            <a:endParaRPr i="0" sz="800" u="none" cap="none" strike="noStrike">
              <a:latin typeface="Salesforce Sans"/>
              <a:ea typeface="Salesforce Sans"/>
              <a:cs typeface="Salesforce Sans"/>
              <a:sym typeface="Salesforce Sans"/>
            </a:endParaRPr>
          </a:p>
        </p:txBody>
      </p:sp>
      <p:sp>
        <p:nvSpPr>
          <p:cNvPr id="4961" name="Google Shape;4961;p169"/>
          <p:cNvSpPr/>
          <p:nvPr/>
        </p:nvSpPr>
        <p:spPr>
          <a:xfrm>
            <a:off x="9590884" y="223473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2" name="Google Shape;4962;p169"/>
          <p:cNvSpPr txBox="1"/>
          <p:nvPr/>
        </p:nvSpPr>
        <p:spPr>
          <a:xfrm>
            <a:off x="9761633" y="244761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963" name="Google Shape;4963;p169"/>
          <p:cNvSpPr/>
          <p:nvPr/>
        </p:nvSpPr>
        <p:spPr>
          <a:xfrm>
            <a:off x="9590884" y="246951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4" name="Google Shape;4964;p169"/>
          <p:cNvSpPr txBox="1"/>
          <p:nvPr/>
        </p:nvSpPr>
        <p:spPr>
          <a:xfrm>
            <a:off x="9761633" y="26052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Service </a:t>
            </a:r>
            <a:endParaRPr i="0" sz="800" u="none" cap="none" strike="noStrike">
              <a:latin typeface="Salesforce Sans"/>
              <a:ea typeface="Salesforce Sans"/>
              <a:cs typeface="Salesforce Sans"/>
              <a:sym typeface="Salesforce Sans"/>
            </a:endParaRPr>
          </a:p>
        </p:txBody>
      </p:sp>
      <p:sp>
        <p:nvSpPr>
          <p:cNvPr id="4965" name="Google Shape;4965;p169"/>
          <p:cNvSpPr/>
          <p:nvPr/>
        </p:nvSpPr>
        <p:spPr>
          <a:xfrm>
            <a:off x="9590884" y="26271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6" name="Google Shape;4966;p169"/>
          <p:cNvSpPr txBox="1"/>
          <p:nvPr/>
        </p:nvSpPr>
        <p:spPr>
          <a:xfrm>
            <a:off x="9761633" y="291655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Regional Identification </a:t>
            </a:r>
            <a:endParaRPr i="0" sz="800" u="none" cap="none" strike="noStrike">
              <a:latin typeface="Salesforce Sans"/>
              <a:ea typeface="Salesforce Sans"/>
              <a:cs typeface="Salesforce Sans"/>
              <a:sym typeface="Salesforce Sans"/>
            </a:endParaRPr>
          </a:p>
        </p:txBody>
      </p:sp>
      <p:sp>
        <p:nvSpPr>
          <p:cNvPr id="4967" name="Google Shape;4967;p169"/>
          <p:cNvSpPr/>
          <p:nvPr/>
        </p:nvSpPr>
        <p:spPr>
          <a:xfrm>
            <a:off x="9590884" y="29384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8" name="Google Shape;4968;p169"/>
          <p:cNvSpPr txBox="1"/>
          <p:nvPr/>
        </p:nvSpPr>
        <p:spPr>
          <a:xfrm>
            <a:off x="9761633" y="307442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Site Feasibility </a:t>
            </a:r>
            <a:endParaRPr i="0" sz="800" u="none" cap="none" strike="noStrike">
              <a:latin typeface="Salesforce Sans"/>
              <a:ea typeface="Salesforce Sans"/>
              <a:cs typeface="Salesforce Sans"/>
              <a:sym typeface="Salesforce Sans"/>
            </a:endParaRPr>
          </a:p>
        </p:txBody>
      </p:sp>
      <p:sp>
        <p:nvSpPr>
          <p:cNvPr id="4969" name="Google Shape;4969;p169"/>
          <p:cNvSpPr/>
          <p:nvPr/>
        </p:nvSpPr>
        <p:spPr>
          <a:xfrm>
            <a:off x="9590884" y="3096322"/>
            <a:ext cx="79200" cy="79200"/>
          </a:xfrm>
          <a:prstGeom prst="ellipse">
            <a:avLst/>
          </a:prstGeom>
          <a:solidFill>
            <a:srgbClr val="0B5CAB"/>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0" name="Google Shape;4970;p169"/>
          <p:cNvSpPr txBox="1"/>
          <p:nvPr/>
        </p:nvSpPr>
        <p:spPr>
          <a:xfrm>
            <a:off x="9761633" y="323229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Vendor Activation </a:t>
            </a:r>
            <a:endParaRPr i="0" sz="800" u="none" cap="none" strike="noStrike">
              <a:latin typeface="Salesforce Sans"/>
              <a:ea typeface="Salesforce Sans"/>
              <a:cs typeface="Salesforce Sans"/>
              <a:sym typeface="Salesforce Sans"/>
            </a:endParaRPr>
          </a:p>
        </p:txBody>
      </p:sp>
      <p:sp>
        <p:nvSpPr>
          <p:cNvPr id="4971" name="Google Shape;4971;p169"/>
          <p:cNvSpPr/>
          <p:nvPr/>
        </p:nvSpPr>
        <p:spPr>
          <a:xfrm>
            <a:off x="9590884" y="32541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2" name="Google Shape;4972;p169"/>
          <p:cNvSpPr txBox="1"/>
          <p:nvPr/>
        </p:nvSpPr>
        <p:spPr>
          <a:xfrm>
            <a:off x="9761633" y="346636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Country And Administrative Regulations </a:t>
            </a:r>
            <a:endParaRPr i="0" sz="800" u="none" cap="none" strike="noStrike">
              <a:latin typeface="Salesforce Sans"/>
              <a:ea typeface="Salesforce Sans"/>
              <a:cs typeface="Salesforce Sans"/>
              <a:sym typeface="Salesforce Sans"/>
            </a:endParaRPr>
          </a:p>
        </p:txBody>
      </p:sp>
      <p:sp>
        <p:nvSpPr>
          <p:cNvPr id="4973" name="Google Shape;4973;p169"/>
          <p:cNvSpPr/>
          <p:nvPr/>
        </p:nvSpPr>
        <p:spPr>
          <a:xfrm>
            <a:off x="9590884" y="348826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4" name="Google Shape;4974;p169"/>
          <p:cNvSpPr txBox="1"/>
          <p:nvPr/>
        </p:nvSpPr>
        <p:spPr>
          <a:xfrm>
            <a:off x="9761633" y="362424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Core Document Authoring </a:t>
            </a:r>
            <a:endParaRPr i="0" sz="800" u="none" cap="none" strike="noStrike">
              <a:latin typeface="Salesforce Sans"/>
              <a:ea typeface="Salesforce Sans"/>
              <a:cs typeface="Salesforce Sans"/>
              <a:sym typeface="Salesforce Sans"/>
            </a:endParaRPr>
          </a:p>
        </p:txBody>
      </p:sp>
      <p:sp>
        <p:nvSpPr>
          <p:cNvPr id="4975" name="Google Shape;4975;p169"/>
          <p:cNvSpPr/>
          <p:nvPr/>
        </p:nvSpPr>
        <p:spPr>
          <a:xfrm>
            <a:off x="9590884" y="364614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6" name="Google Shape;4976;p169"/>
          <p:cNvSpPr txBox="1"/>
          <p:nvPr/>
        </p:nvSpPr>
        <p:spPr>
          <a:xfrm>
            <a:off x="9761633" y="38606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CTMS </a:t>
            </a:r>
            <a:endParaRPr i="0" sz="800" u="none" cap="none" strike="noStrike">
              <a:latin typeface="Salesforce Sans"/>
              <a:ea typeface="Salesforce Sans"/>
              <a:cs typeface="Salesforce Sans"/>
              <a:sym typeface="Salesforce Sans"/>
            </a:endParaRPr>
          </a:p>
        </p:txBody>
      </p:sp>
      <p:sp>
        <p:nvSpPr>
          <p:cNvPr id="4977" name="Google Shape;4977;p169"/>
          <p:cNvSpPr/>
          <p:nvPr/>
        </p:nvSpPr>
        <p:spPr>
          <a:xfrm>
            <a:off x="9590884" y="38825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8" name="Google Shape;4978;p169"/>
          <p:cNvSpPr txBox="1"/>
          <p:nvPr/>
        </p:nvSpPr>
        <p:spPr>
          <a:xfrm>
            <a:off x="9761633" y="401641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Candidate Auto-matching</a:t>
            </a:r>
            <a:endParaRPr i="0" sz="800" u="none" cap="none" strike="noStrike">
              <a:latin typeface="Salesforce Sans"/>
              <a:ea typeface="Salesforce Sans"/>
              <a:cs typeface="Salesforce Sans"/>
              <a:sym typeface="Salesforce Sans"/>
            </a:endParaRPr>
          </a:p>
        </p:txBody>
      </p:sp>
      <p:sp>
        <p:nvSpPr>
          <p:cNvPr id="4979" name="Google Shape;4979;p169"/>
          <p:cNvSpPr/>
          <p:nvPr/>
        </p:nvSpPr>
        <p:spPr>
          <a:xfrm>
            <a:off x="9590884" y="403831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0" name="Google Shape;4980;p169"/>
          <p:cNvSpPr txBox="1"/>
          <p:nvPr/>
        </p:nvSpPr>
        <p:spPr>
          <a:xfrm>
            <a:off x="9761633" y="44069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Data Cleaning </a:t>
            </a:r>
            <a:endParaRPr i="0" sz="800" u="none" cap="none" strike="noStrike">
              <a:latin typeface="Salesforce Sans"/>
              <a:ea typeface="Salesforce Sans"/>
              <a:cs typeface="Salesforce Sans"/>
              <a:sym typeface="Salesforce Sans"/>
            </a:endParaRPr>
          </a:p>
        </p:txBody>
      </p:sp>
      <p:sp>
        <p:nvSpPr>
          <p:cNvPr id="4981" name="Google Shape;4981;p169"/>
          <p:cNvSpPr/>
          <p:nvPr/>
        </p:nvSpPr>
        <p:spPr>
          <a:xfrm>
            <a:off x="9590884" y="442883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2" name="Google Shape;4982;p169"/>
          <p:cNvSpPr txBox="1"/>
          <p:nvPr/>
        </p:nvSpPr>
        <p:spPr>
          <a:xfrm>
            <a:off x="9761633" y="47220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Publication Development </a:t>
            </a:r>
            <a:endParaRPr i="0" sz="800" u="none" cap="none" strike="noStrike">
              <a:latin typeface="Salesforce Sans"/>
              <a:ea typeface="Salesforce Sans"/>
              <a:cs typeface="Salesforce Sans"/>
              <a:sym typeface="Salesforce Sans"/>
            </a:endParaRPr>
          </a:p>
        </p:txBody>
      </p:sp>
      <p:sp>
        <p:nvSpPr>
          <p:cNvPr id="4983" name="Google Shape;4983;p169"/>
          <p:cNvSpPr/>
          <p:nvPr/>
        </p:nvSpPr>
        <p:spPr>
          <a:xfrm>
            <a:off x="9590884" y="474398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4" name="Google Shape;4984;p169"/>
          <p:cNvSpPr txBox="1"/>
          <p:nvPr/>
        </p:nvSpPr>
        <p:spPr>
          <a:xfrm>
            <a:off x="9761633" y="495615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Supply Chain </a:t>
            </a:r>
            <a:endParaRPr i="0" sz="800" u="none" cap="none" strike="noStrike">
              <a:latin typeface="Salesforce Sans"/>
              <a:ea typeface="Salesforce Sans"/>
              <a:cs typeface="Salesforce Sans"/>
              <a:sym typeface="Salesforce Sans"/>
            </a:endParaRPr>
          </a:p>
        </p:txBody>
      </p:sp>
      <p:sp>
        <p:nvSpPr>
          <p:cNvPr id="4985" name="Google Shape;4985;p169"/>
          <p:cNvSpPr/>
          <p:nvPr/>
        </p:nvSpPr>
        <p:spPr>
          <a:xfrm>
            <a:off x="9590884" y="497805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6" name="Google Shape;4986;p169"/>
          <p:cNvSpPr txBox="1"/>
          <p:nvPr/>
        </p:nvSpPr>
        <p:spPr>
          <a:xfrm>
            <a:off x="9761633" y="511522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Management </a:t>
            </a:r>
            <a:endParaRPr i="0" sz="800" u="none" cap="none" strike="noStrike">
              <a:latin typeface="Salesforce Sans"/>
              <a:ea typeface="Salesforce Sans"/>
              <a:cs typeface="Salesforce Sans"/>
              <a:sym typeface="Salesforce Sans"/>
            </a:endParaRPr>
          </a:p>
        </p:txBody>
      </p:sp>
      <p:sp>
        <p:nvSpPr>
          <p:cNvPr id="4987" name="Google Shape;4987;p169"/>
          <p:cNvSpPr/>
          <p:nvPr/>
        </p:nvSpPr>
        <p:spPr>
          <a:xfrm>
            <a:off x="9590884" y="513712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8" name="Google Shape;4988;p169"/>
          <p:cNvSpPr txBox="1"/>
          <p:nvPr/>
        </p:nvSpPr>
        <p:spPr>
          <a:xfrm>
            <a:off x="9761633" y="527428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t>
            </a:r>
            <a:endParaRPr i="0" sz="800" u="none" cap="none" strike="noStrike">
              <a:latin typeface="Salesforce Sans"/>
              <a:ea typeface="Salesforce Sans"/>
              <a:cs typeface="Salesforce Sans"/>
              <a:sym typeface="Salesforce Sans"/>
            </a:endParaRPr>
          </a:p>
        </p:txBody>
      </p:sp>
      <p:sp>
        <p:nvSpPr>
          <p:cNvPr id="4989" name="Google Shape;4989;p169"/>
          <p:cNvSpPr/>
          <p:nvPr/>
        </p:nvSpPr>
        <p:spPr>
          <a:xfrm>
            <a:off x="9590884" y="529618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0" name="Google Shape;4990;p169"/>
          <p:cNvSpPr txBox="1"/>
          <p:nvPr/>
        </p:nvSpPr>
        <p:spPr>
          <a:xfrm>
            <a:off x="9761633" y="543334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Logistics </a:t>
            </a:r>
            <a:endParaRPr i="0" sz="800" u="none" cap="none" strike="noStrike">
              <a:latin typeface="Salesforce Sans"/>
              <a:ea typeface="Salesforce Sans"/>
              <a:cs typeface="Salesforce Sans"/>
              <a:sym typeface="Salesforce Sans"/>
            </a:endParaRPr>
          </a:p>
        </p:txBody>
      </p:sp>
      <p:sp>
        <p:nvSpPr>
          <p:cNvPr id="4991" name="Google Shape;4991;p169"/>
          <p:cNvSpPr/>
          <p:nvPr/>
        </p:nvSpPr>
        <p:spPr>
          <a:xfrm>
            <a:off x="9590884" y="545524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2" name="Google Shape;4992;p169"/>
          <p:cNvSpPr txBox="1"/>
          <p:nvPr/>
        </p:nvSpPr>
        <p:spPr>
          <a:xfrm>
            <a:off x="9761632" y="566906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Qualification &amp; Contracting </a:t>
            </a:r>
            <a:endParaRPr i="0" sz="800" u="none" cap="none" strike="noStrike">
              <a:latin typeface="Salesforce Sans"/>
              <a:ea typeface="Salesforce Sans"/>
              <a:cs typeface="Salesforce Sans"/>
              <a:sym typeface="Salesforce Sans"/>
            </a:endParaRPr>
          </a:p>
        </p:txBody>
      </p:sp>
      <p:sp>
        <p:nvSpPr>
          <p:cNvPr id="4993" name="Google Shape;4993;p169"/>
          <p:cNvSpPr/>
          <p:nvPr/>
        </p:nvSpPr>
        <p:spPr>
          <a:xfrm>
            <a:off x="9590884" y="56909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4" name="Google Shape;4994;p169"/>
          <p:cNvSpPr txBox="1"/>
          <p:nvPr/>
        </p:nvSpPr>
        <p:spPr>
          <a:xfrm>
            <a:off x="9761632" y="58266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And Negotiation </a:t>
            </a:r>
            <a:endParaRPr i="0" sz="800" u="none" cap="none" strike="noStrike">
              <a:latin typeface="Salesforce Sans"/>
              <a:ea typeface="Salesforce Sans"/>
              <a:cs typeface="Salesforce Sans"/>
              <a:sym typeface="Salesforce Sans"/>
            </a:endParaRPr>
          </a:p>
        </p:txBody>
      </p:sp>
      <p:sp>
        <p:nvSpPr>
          <p:cNvPr id="4995" name="Google Shape;4995;p169"/>
          <p:cNvSpPr/>
          <p:nvPr/>
        </p:nvSpPr>
        <p:spPr>
          <a:xfrm>
            <a:off x="9590884" y="584853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6" name="Google Shape;4996;p169"/>
          <p:cNvSpPr txBox="1"/>
          <p:nvPr/>
        </p:nvSpPr>
        <p:spPr>
          <a:xfrm>
            <a:off x="9761632" y="598614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Performance Monitoring </a:t>
            </a:r>
            <a:endParaRPr i="0" sz="800" u="none" cap="none" strike="noStrike">
              <a:latin typeface="Salesforce Sans"/>
              <a:ea typeface="Salesforce Sans"/>
              <a:cs typeface="Salesforce Sans"/>
              <a:sym typeface="Salesforce Sans"/>
            </a:endParaRPr>
          </a:p>
        </p:txBody>
      </p:sp>
      <p:sp>
        <p:nvSpPr>
          <p:cNvPr id="4997" name="Google Shape;4997;p169"/>
          <p:cNvSpPr/>
          <p:nvPr/>
        </p:nvSpPr>
        <p:spPr>
          <a:xfrm>
            <a:off x="9590884" y="600804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8" name="Google Shape;4998;p169"/>
          <p:cNvSpPr txBox="1"/>
          <p:nvPr/>
        </p:nvSpPr>
        <p:spPr>
          <a:xfrm>
            <a:off x="9761632" y="622235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And Warehouse Optimization </a:t>
            </a:r>
            <a:endParaRPr i="0" sz="800" u="none" cap="none" strike="noStrike">
              <a:latin typeface="Salesforce Sans"/>
              <a:ea typeface="Salesforce Sans"/>
              <a:cs typeface="Salesforce Sans"/>
              <a:sym typeface="Salesforce Sans"/>
            </a:endParaRPr>
          </a:p>
        </p:txBody>
      </p:sp>
      <p:sp>
        <p:nvSpPr>
          <p:cNvPr id="4999" name="Google Shape;4999;p169"/>
          <p:cNvSpPr/>
          <p:nvPr/>
        </p:nvSpPr>
        <p:spPr>
          <a:xfrm>
            <a:off x="9590884" y="624425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0" name="Google Shape;5000;p169"/>
          <p:cNvSpPr txBox="1"/>
          <p:nvPr/>
        </p:nvSpPr>
        <p:spPr>
          <a:xfrm>
            <a:off x="9761632" y="637650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Distribution Control </a:t>
            </a:r>
            <a:endParaRPr i="0" sz="800" u="none" cap="none" strike="noStrike">
              <a:latin typeface="Salesforce Sans"/>
              <a:ea typeface="Salesforce Sans"/>
              <a:cs typeface="Salesforce Sans"/>
              <a:sym typeface="Salesforce Sans"/>
            </a:endParaRPr>
          </a:p>
        </p:txBody>
      </p:sp>
      <p:sp>
        <p:nvSpPr>
          <p:cNvPr id="5001" name="Google Shape;5001;p169"/>
          <p:cNvSpPr/>
          <p:nvPr/>
        </p:nvSpPr>
        <p:spPr>
          <a:xfrm>
            <a:off x="9590884" y="639840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rPr baseline="30000" lang="en" sz="800">
                <a:solidFill>
                  <a:srgbClr val="002775"/>
                </a:solidFill>
                <a:latin typeface="Salesforce Sans"/>
                <a:ea typeface="Salesforce Sans"/>
                <a:cs typeface="Salesforce Sans"/>
                <a:sym typeface="Salesforce Sans"/>
              </a:rPr>
              <a:t> </a:t>
            </a:r>
            <a:endParaRPr baseline="30000" i="0" sz="800" u="none" cap="none" strike="noStrike">
              <a:solidFill>
                <a:srgbClr val="002775"/>
              </a:solidFill>
              <a:latin typeface="Salesforce Sans"/>
              <a:ea typeface="Salesforce Sans"/>
              <a:cs typeface="Salesforce Sans"/>
              <a:sym typeface="Salesforce Sans"/>
            </a:endParaRPr>
          </a:p>
        </p:txBody>
      </p:sp>
      <p:sp>
        <p:nvSpPr>
          <p:cNvPr id="5002" name="Google Shape;5002;p169"/>
          <p:cNvSpPr txBox="1"/>
          <p:nvPr/>
        </p:nvSpPr>
        <p:spPr>
          <a:xfrm>
            <a:off x="9761632" y="6531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Transportation Planning </a:t>
            </a:r>
            <a:endParaRPr i="0" sz="800" u="none" cap="none" strike="noStrike">
              <a:latin typeface="Salesforce Sans"/>
              <a:ea typeface="Salesforce Sans"/>
              <a:cs typeface="Salesforce Sans"/>
              <a:sym typeface="Salesforce Sans"/>
            </a:endParaRPr>
          </a:p>
        </p:txBody>
      </p:sp>
      <p:sp>
        <p:nvSpPr>
          <p:cNvPr id="5003" name="Google Shape;5003;p169"/>
          <p:cNvSpPr/>
          <p:nvPr/>
        </p:nvSpPr>
        <p:spPr>
          <a:xfrm>
            <a:off x="9590884" y="655389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4" name="Google Shape;5004;p169"/>
          <p:cNvSpPr txBox="1"/>
          <p:nvPr/>
        </p:nvSpPr>
        <p:spPr>
          <a:xfrm>
            <a:off x="9761632" y="668749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Returns And Reporting </a:t>
            </a:r>
            <a:endParaRPr i="0" sz="800" u="none" cap="none" strike="noStrike">
              <a:latin typeface="Salesforce Sans"/>
              <a:ea typeface="Salesforce Sans"/>
              <a:cs typeface="Salesforce Sans"/>
              <a:sym typeface="Salesforce Sans"/>
            </a:endParaRPr>
          </a:p>
        </p:txBody>
      </p:sp>
      <p:sp>
        <p:nvSpPr>
          <p:cNvPr id="5005" name="Google Shape;5005;p169"/>
          <p:cNvSpPr/>
          <p:nvPr/>
        </p:nvSpPr>
        <p:spPr>
          <a:xfrm>
            <a:off x="9590884" y="670939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6" name="Google Shape;5006;p169"/>
          <p:cNvSpPr txBox="1"/>
          <p:nvPr/>
        </p:nvSpPr>
        <p:spPr>
          <a:xfrm>
            <a:off x="9761632" y="69175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Pharmacy Inventory </a:t>
            </a:r>
            <a:endParaRPr i="0" sz="800" u="none" cap="none" strike="noStrike">
              <a:latin typeface="Salesforce Sans"/>
              <a:ea typeface="Salesforce Sans"/>
              <a:cs typeface="Salesforce Sans"/>
              <a:sym typeface="Salesforce Sans"/>
            </a:endParaRPr>
          </a:p>
        </p:txBody>
      </p:sp>
      <p:sp>
        <p:nvSpPr>
          <p:cNvPr id="5007" name="Google Shape;5007;p169"/>
          <p:cNvSpPr/>
          <p:nvPr/>
        </p:nvSpPr>
        <p:spPr>
          <a:xfrm>
            <a:off x="9590884" y="693949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8" name="Google Shape;5008;p169"/>
          <p:cNvSpPr txBox="1"/>
          <p:nvPr/>
        </p:nvSpPr>
        <p:spPr>
          <a:xfrm>
            <a:off x="9761632" y="707308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Blood Inventory </a:t>
            </a:r>
            <a:endParaRPr i="0" sz="800" u="none" cap="none" strike="noStrike">
              <a:latin typeface="Salesforce Sans"/>
              <a:ea typeface="Salesforce Sans"/>
              <a:cs typeface="Salesforce Sans"/>
              <a:sym typeface="Salesforce Sans"/>
            </a:endParaRPr>
          </a:p>
        </p:txBody>
      </p:sp>
      <p:sp>
        <p:nvSpPr>
          <p:cNvPr id="5009" name="Google Shape;5009;p169"/>
          <p:cNvSpPr/>
          <p:nvPr/>
        </p:nvSpPr>
        <p:spPr>
          <a:xfrm>
            <a:off x="9590884" y="70949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0" name="Google Shape;5010;p169"/>
          <p:cNvSpPr txBox="1"/>
          <p:nvPr/>
        </p:nvSpPr>
        <p:spPr>
          <a:xfrm>
            <a:off x="9761632" y="722857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Sterilization </a:t>
            </a:r>
            <a:endParaRPr i="0" sz="800" u="none" cap="none" strike="noStrike">
              <a:latin typeface="Salesforce Sans"/>
              <a:ea typeface="Salesforce Sans"/>
              <a:cs typeface="Salesforce Sans"/>
              <a:sym typeface="Salesforce Sans"/>
            </a:endParaRPr>
          </a:p>
        </p:txBody>
      </p:sp>
      <p:sp>
        <p:nvSpPr>
          <p:cNvPr id="5011" name="Google Shape;5011;p169"/>
          <p:cNvSpPr/>
          <p:nvPr/>
        </p:nvSpPr>
        <p:spPr>
          <a:xfrm>
            <a:off x="9590884" y="725047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2" name="Google Shape;5012;p169"/>
          <p:cNvSpPr txBox="1"/>
          <p:nvPr/>
        </p:nvSpPr>
        <p:spPr>
          <a:xfrm>
            <a:off x="9761632" y="738407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Waste Management </a:t>
            </a:r>
            <a:endParaRPr i="0" sz="800" u="none" cap="none" strike="noStrike">
              <a:latin typeface="Salesforce Sans"/>
              <a:ea typeface="Salesforce Sans"/>
              <a:cs typeface="Salesforce Sans"/>
              <a:sym typeface="Salesforce Sans"/>
            </a:endParaRPr>
          </a:p>
        </p:txBody>
      </p:sp>
      <p:sp>
        <p:nvSpPr>
          <p:cNvPr id="5013" name="Google Shape;5013;p169"/>
          <p:cNvSpPr/>
          <p:nvPr/>
        </p:nvSpPr>
        <p:spPr>
          <a:xfrm>
            <a:off x="9590884" y="740597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4" name="Google Shape;5014;p169"/>
          <p:cNvSpPr txBox="1"/>
          <p:nvPr/>
        </p:nvSpPr>
        <p:spPr>
          <a:xfrm>
            <a:off x="9761632" y="761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Acquisition </a:t>
            </a:r>
            <a:endParaRPr i="0" sz="800" u="none" cap="none" strike="noStrike">
              <a:latin typeface="Salesforce Sans"/>
              <a:ea typeface="Salesforce Sans"/>
              <a:cs typeface="Salesforce Sans"/>
              <a:sym typeface="Salesforce Sans"/>
            </a:endParaRPr>
          </a:p>
        </p:txBody>
      </p:sp>
      <p:sp>
        <p:nvSpPr>
          <p:cNvPr id="5015" name="Google Shape;5015;p169"/>
          <p:cNvSpPr/>
          <p:nvPr/>
        </p:nvSpPr>
        <p:spPr>
          <a:xfrm>
            <a:off x="9590884" y="763686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6" name="Google Shape;5016;p169"/>
          <p:cNvSpPr txBox="1"/>
          <p:nvPr/>
        </p:nvSpPr>
        <p:spPr>
          <a:xfrm>
            <a:off x="9761632" y="77701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Operations </a:t>
            </a:r>
            <a:endParaRPr i="0" sz="800" u="none" cap="none" strike="noStrike">
              <a:latin typeface="Salesforce Sans"/>
              <a:ea typeface="Salesforce Sans"/>
              <a:cs typeface="Salesforce Sans"/>
              <a:sym typeface="Salesforce Sans"/>
            </a:endParaRPr>
          </a:p>
        </p:txBody>
      </p:sp>
      <p:sp>
        <p:nvSpPr>
          <p:cNvPr id="5017" name="Google Shape;5017;p169"/>
          <p:cNvSpPr/>
          <p:nvPr/>
        </p:nvSpPr>
        <p:spPr>
          <a:xfrm>
            <a:off x="9590884" y="779208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8" name="Google Shape;5018;p169"/>
          <p:cNvSpPr txBox="1"/>
          <p:nvPr/>
        </p:nvSpPr>
        <p:spPr>
          <a:xfrm>
            <a:off x="9761632" y="800056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Workflow Digitization </a:t>
            </a:r>
            <a:endParaRPr i="0" sz="800" u="none" cap="none" strike="noStrike">
              <a:latin typeface="Salesforce Sans"/>
              <a:ea typeface="Salesforce Sans"/>
              <a:cs typeface="Salesforce Sans"/>
              <a:sym typeface="Salesforce Sans"/>
            </a:endParaRPr>
          </a:p>
        </p:txBody>
      </p:sp>
      <p:sp>
        <p:nvSpPr>
          <p:cNvPr id="5019" name="Google Shape;5019;p169"/>
          <p:cNvSpPr/>
          <p:nvPr/>
        </p:nvSpPr>
        <p:spPr>
          <a:xfrm>
            <a:off x="9590884" y="802246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0" name="Google Shape;5020;p169"/>
          <p:cNvSpPr txBox="1"/>
          <p:nvPr/>
        </p:nvSpPr>
        <p:spPr>
          <a:xfrm>
            <a:off x="9761632" y="816557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Sop And Record Management </a:t>
            </a:r>
            <a:endParaRPr i="0" sz="800" u="none" cap="none" strike="noStrike">
              <a:latin typeface="Salesforce Sans"/>
              <a:ea typeface="Salesforce Sans"/>
              <a:cs typeface="Salesforce Sans"/>
              <a:sym typeface="Salesforce Sans"/>
            </a:endParaRPr>
          </a:p>
        </p:txBody>
      </p:sp>
      <p:sp>
        <p:nvSpPr>
          <p:cNvPr id="5021" name="Google Shape;5021;p169"/>
          <p:cNvSpPr/>
          <p:nvPr/>
        </p:nvSpPr>
        <p:spPr>
          <a:xfrm>
            <a:off x="9590884" y="8187477"/>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2" name="Google Shape;5022;p169"/>
          <p:cNvSpPr txBox="1"/>
          <p:nvPr/>
        </p:nvSpPr>
        <p:spPr>
          <a:xfrm>
            <a:off x="9761632" y="85479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Planning </a:t>
            </a:r>
            <a:endParaRPr i="0" sz="800" u="none" cap="none" strike="noStrike">
              <a:latin typeface="Salesforce Sans"/>
              <a:ea typeface="Salesforce Sans"/>
              <a:cs typeface="Salesforce Sans"/>
              <a:sym typeface="Salesforce Sans"/>
            </a:endParaRPr>
          </a:p>
        </p:txBody>
      </p:sp>
      <p:sp>
        <p:nvSpPr>
          <p:cNvPr id="5023" name="Google Shape;5023;p169"/>
          <p:cNvSpPr/>
          <p:nvPr/>
        </p:nvSpPr>
        <p:spPr>
          <a:xfrm>
            <a:off x="9590884" y="856989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4" name="Google Shape;5024;p169"/>
          <p:cNvSpPr txBox="1"/>
          <p:nvPr/>
        </p:nvSpPr>
        <p:spPr>
          <a:xfrm>
            <a:off x="9761632" y="870348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People Measurement &amp; Reporting </a:t>
            </a:r>
            <a:endParaRPr i="0" sz="800" u="none" cap="none" strike="noStrike">
              <a:latin typeface="Salesforce Sans"/>
              <a:ea typeface="Salesforce Sans"/>
              <a:cs typeface="Salesforce Sans"/>
              <a:sym typeface="Salesforce Sans"/>
            </a:endParaRPr>
          </a:p>
        </p:txBody>
      </p:sp>
      <p:sp>
        <p:nvSpPr>
          <p:cNvPr id="5025" name="Google Shape;5025;p169"/>
          <p:cNvSpPr/>
          <p:nvPr/>
        </p:nvSpPr>
        <p:spPr>
          <a:xfrm>
            <a:off x="9590884" y="8725386"/>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6" name="Google Shape;5026;p169"/>
          <p:cNvSpPr txBox="1"/>
          <p:nvPr/>
        </p:nvSpPr>
        <p:spPr>
          <a:xfrm>
            <a:off x="9761632" y="893425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Strategy Development </a:t>
            </a:r>
            <a:endParaRPr i="0" sz="800" u="none" cap="none" strike="noStrike">
              <a:latin typeface="Salesforce Sans"/>
              <a:ea typeface="Salesforce Sans"/>
              <a:cs typeface="Salesforce Sans"/>
              <a:sym typeface="Salesforce Sans"/>
            </a:endParaRPr>
          </a:p>
        </p:txBody>
      </p:sp>
      <p:sp>
        <p:nvSpPr>
          <p:cNvPr id="5027" name="Google Shape;5027;p169"/>
          <p:cNvSpPr/>
          <p:nvPr/>
        </p:nvSpPr>
        <p:spPr>
          <a:xfrm>
            <a:off x="9590884" y="895615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8" name="Google Shape;5028;p169"/>
          <p:cNvSpPr txBox="1"/>
          <p:nvPr/>
        </p:nvSpPr>
        <p:spPr>
          <a:xfrm>
            <a:off x="9761632" y="909781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Outreach </a:t>
            </a:r>
            <a:endParaRPr i="0" sz="800" u="none" cap="none" strike="noStrike">
              <a:latin typeface="Salesforce Sans"/>
              <a:ea typeface="Salesforce Sans"/>
              <a:cs typeface="Salesforce Sans"/>
              <a:sym typeface="Salesforce Sans"/>
            </a:endParaRPr>
          </a:p>
        </p:txBody>
      </p:sp>
      <p:sp>
        <p:nvSpPr>
          <p:cNvPr id="5029" name="Google Shape;5029;p169"/>
          <p:cNvSpPr/>
          <p:nvPr/>
        </p:nvSpPr>
        <p:spPr>
          <a:xfrm>
            <a:off x="9590884" y="911971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0" name="Google Shape;5030;p169"/>
          <p:cNvSpPr txBox="1"/>
          <p:nvPr/>
        </p:nvSpPr>
        <p:spPr>
          <a:xfrm>
            <a:off x="9761632" y="926282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Coaching </a:t>
            </a:r>
            <a:endParaRPr i="0" sz="800" u="none" cap="none" strike="noStrike">
              <a:latin typeface="Salesforce Sans"/>
              <a:ea typeface="Salesforce Sans"/>
              <a:cs typeface="Salesforce Sans"/>
              <a:sym typeface="Salesforce Sans"/>
            </a:endParaRPr>
          </a:p>
        </p:txBody>
      </p:sp>
      <p:sp>
        <p:nvSpPr>
          <p:cNvPr id="5031" name="Google Shape;5031;p169"/>
          <p:cNvSpPr/>
          <p:nvPr/>
        </p:nvSpPr>
        <p:spPr>
          <a:xfrm>
            <a:off x="9590884" y="928472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2" name="Google Shape;5032;p169"/>
          <p:cNvSpPr txBox="1"/>
          <p:nvPr/>
        </p:nvSpPr>
        <p:spPr>
          <a:xfrm>
            <a:off x="9761632" y="942780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Onboarding </a:t>
            </a:r>
            <a:endParaRPr i="0" sz="800" u="none" cap="none" strike="noStrike">
              <a:latin typeface="Salesforce Sans"/>
              <a:ea typeface="Salesforce Sans"/>
              <a:cs typeface="Salesforce Sans"/>
              <a:sym typeface="Salesforce Sans"/>
            </a:endParaRPr>
          </a:p>
        </p:txBody>
      </p:sp>
      <p:sp>
        <p:nvSpPr>
          <p:cNvPr id="5033" name="Google Shape;5033;p169"/>
          <p:cNvSpPr/>
          <p:nvPr/>
        </p:nvSpPr>
        <p:spPr>
          <a:xfrm>
            <a:off x="9590884" y="94497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4" name="Google Shape;5034;p169"/>
          <p:cNvSpPr txBox="1"/>
          <p:nvPr/>
        </p:nvSpPr>
        <p:spPr>
          <a:xfrm>
            <a:off x="9761633" y="417428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Study Management &amp; Site Selection</a:t>
            </a:r>
            <a:endParaRPr i="0" sz="800" u="none" cap="none" strike="noStrike">
              <a:latin typeface="Salesforce Sans"/>
              <a:ea typeface="Salesforce Sans"/>
              <a:cs typeface="Salesforce Sans"/>
              <a:sym typeface="Salesforce Sans"/>
            </a:endParaRPr>
          </a:p>
        </p:txBody>
      </p:sp>
      <p:sp>
        <p:nvSpPr>
          <p:cNvPr id="5035" name="Google Shape;5035;p169"/>
          <p:cNvSpPr/>
          <p:nvPr/>
        </p:nvSpPr>
        <p:spPr>
          <a:xfrm>
            <a:off x="9590884" y="419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5036" name="Google Shape;5036;p169"/>
          <p:cNvGrpSpPr/>
          <p:nvPr/>
        </p:nvGrpSpPr>
        <p:grpSpPr>
          <a:xfrm>
            <a:off x="6692090" y="1921709"/>
            <a:ext cx="1322400" cy="449700"/>
            <a:chOff x="755165" y="1828821"/>
            <a:chExt cx="1322400" cy="449700"/>
          </a:xfrm>
        </p:grpSpPr>
        <p:sp>
          <p:nvSpPr>
            <p:cNvPr id="5037" name="Google Shape;5037;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38" name="Google Shape;5038;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Provider Relations</a:t>
              </a:r>
              <a:endParaRPr sz="900">
                <a:solidFill>
                  <a:srgbClr val="FFFFFF"/>
                </a:solidFill>
                <a:latin typeface="Avant Garde Demi SFDC"/>
                <a:ea typeface="Avant Garde Demi SFDC"/>
                <a:cs typeface="Avant Garde Demi SFDC"/>
                <a:sym typeface="Avant Garde Demi SFDC"/>
              </a:endParaRPr>
            </a:p>
          </p:txBody>
        </p:sp>
      </p:grpSp>
      <p:grpSp>
        <p:nvGrpSpPr>
          <p:cNvPr id="5039" name="Google Shape;5039;p169"/>
          <p:cNvGrpSpPr/>
          <p:nvPr/>
        </p:nvGrpSpPr>
        <p:grpSpPr>
          <a:xfrm>
            <a:off x="6692090" y="2878284"/>
            <a:ext cx="1322400" cy="449700"/>
            <a:chOff x="755165" y="1828821"/>
            <a:chExt cx="1322400" cy="449700"/>
          </a:xfrm>
        </p:grpSpPr>
        <p:sp>
          <p:nvSpPr>
            <p:cNvPr id="5040" name="Google Shape;5040;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41" name="Google Shape;5041;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Research</a:t>
              </a:r>
              <a:endParaRPr sz="900">
                <a:solidFill>
                  <a:srgbClr val="FFFFFF"/>
                </a:solidFill>
                <a:latin typeface="Avant Garde Demi SFDC"/>
                <a:ea typeface="Avant Garde Demi SFDC"/>
                <a:cs typeface="Avant Garde Demi SFDC"/>
                <a:sym typeface="Avant Garde Demi SFDC"/>
              </a:endParaRPr>
            </a:p>
          </p:txBody>
        </p:sp>
      </p:grpSp>
      <p:grpSp>
        <p:nvGrpSpPr>
          <p:cNvPr id="5042" name="Google Shape;5042;p169"/>
          <p:cNvGrpSpPr/>
          <p:nvPr/>
        </p:nvGrpSpPr>
        <p:grpSpPr>
          <a:xfrm>
            <a:off x="6692090" y="7639321"/>
            <a:ext cx="1322400" cy="449700"/>
            <a:chOff x="755165" y="1828821"/>
            <a:chExt cx="1322400" cy="449700"/>
          </a:xfrm>
        </p:grpSpPr>
        <p:sp>
          <p:nvSpPr>
            <p:cNvPr id="5043" name="Google Shape;5043;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44" name="Google Shape;5044;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045" name="Google Shape;5045;p169"/>
          <p:cNvSpPr txBox="1"/>
          <p:nvPr/>
        </p:nvSpPr>
        <p:spPr>
          <a:xfrm>
            <a:off x="9761633" y="4565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Statistical Analysis </a:t>
            </a:r>
            <a:endParaRPr i="0" sz="800" u="none" cap="none" strike="noStrike">
              <a:latin typeface="Salesforce Sans"/>
              <a:ea typeface="Salesforce Sans"/>
              <a:cs typeface="Salesforce Sans"/>
              <a:sym typeface="Salesforce Sans"/>
            </a:endParaRPr>
          </a:p>
        </p:txBody>
      </p:sp>
      <p:sp>
        <p:nvSpPr>
          <p:cNvPr id="5046" name="Google Shape;5046;p169"/>
          <p:cNvSpPr/>
          <p:nvPr/>
        </p:nvSpPr>
        <p:spPr>
          <a:xfrm>
            <a:off x="9590884" y="4593852"/>
            <a:ext cx="79200" cy="79200"/>
          </a:xfrm>
          <a:prstGeom prst="ellipse">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47" name="Google Shape;5047;p169"/>
          <p:cNvSpPr txBox="1"/>
          <p:nvPr/>
        </p:nvSpPr>
        <p:spPr>
          <a:xfrm>
            <a:off x="6808917"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048" name="Google Shape;5048;p169"/>
          <p:cNvSpPr txBox="1"/>
          <p:nvPr/>
        </p:nvSpPr>
        <p:spPr>
          <a:xfrm>
            <a:off x="8301793"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5049" name="Google Shape;5049;p169"/>
          <p:cNvSpPr txBox="1"/>
          <p:nvPr/>
        </p:nvSpPr>
        <p:spPr>
          <a:xfrm>
            <a:off x="9759805"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050" name="Google Shape;5050;p169"/>
          <p:cNvSpPr txBox="1"/>
          <p:nvPr/>
        </p:nvSpPr>
        <p:spPr>
          <a:xfrm>
            <a:off x="14884817" y="19139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Career Path Design </a:t>
            </a:r>
            <a:endParaRPr i="0" sz="800" u="none" cap="none" strike="noStrike">
              <a:latin typeface="Salesforce Sans"/>
              <a:ea typeface="Salesforce Sans"/>
              <a:cs typeface="Salesforce Sans"/>
              <a:sym typeface="Salesforce Sans"/>
            </a:endParaRPr>
          </a:p>
        </p:txBody>
      </p:sp>
      <p:sp>
        <p:nvSpPr>
          <p:cNvPr id="5051" name="Google Shape;5051;p169"/>
          <p:cNvSpPr txBox="1"/>
          <p:nvPr/>
        </p:nvSpPr>
        <p:spPr>
          <a:xfrm>
            <a:off x="14884817" y="292262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Compliance &amp; Labour Relations Monitoring </a:t>
            </a:r>
            <a:endParaRPr i="0" sz="800" u="none" cap="none" strike="noStrike">
              <a:latin typeface="Salesforce Sans"/>
              <a:ea typeface="Salesforce Sans"/>
              <a:cs typeface="Salesforce Sans"/>
              <a:sym typeface="Salesforce Sans"/>
            </a:endParaRPr>
          </a:p>
        </p:txBody>
      </p:sp>
      <p:sp>
        <p:nvSpPr>
          <p:cNvPr id="5052" name="Google Shape;5052;p169"/>
          <p:cNvSpPr txBox="1"/>
          <p:nvPr/>
        </p:nvSpPr>
        <p:spPr>
          <a:xfrm>
            <a:off x="14884817" y="37002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5053" name="Google Shape;5053;p169"/>
          <p:cNvSpPr txBox="1"/>
          <p:nvPr/>
        </p:nvSpPr>
        <p:spPr>
          <a:xfrm>
            <a:off x="14884817" y="38568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5054" name="Google Shape;5054;p169"/>
          <p:cNvSpPr txBox="1"/>
          <p:nvPr/>
        </p:nvSpPr>
        <p:spPr>
          <a:xfrm>
            <a:off x="14884817" y="401345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Access &amp; Security Policy Creation </a:t>
            </a:r>
            <a:endParaRPr i="0" sz="800" u="none" cap="none" strike="noStrike">
              <a:latin typeface="Salesforce Sans"/>
              <a:ea typeface="Salesforce Sans"/>
              <a:cs typeface="Salesforce Sans"/>
              <a:sym typeface="Salesforce Sans"/>
            </a:endParaRPr>
          </a:p>
        </p:txBody>
      </p:sp>
      <p:sp>
        <p:nvSpPr>
          <p:cNvPr id="5055" name="Google Shape;5055;p169"/>
          <p:cNvSpPr txBox="1"/>
          <p:nvPr/>
        </p:nvSpPr>
        <p:spPr>
          <a:xfrm>
            <a:off x="14884817" y="433738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Development </a:t>
            </a:r>
            <a:endParaRPr i="0" sz="800" u="none" cap="none" strike="noStrike">
              <a:latin typeface="Salesforce Sans"/>
              <a:ea typeface="Salesforce Sans"/>
              <a:cs typeface="Salesforce Sans"/>
              <a:sym typeface="Salesforce Sans"/>
            </a:endParaRPr>
          </a:p>
        </p:txBody>
      </p:sp>
      <p:sp>
        <p:nvSpPr>
          <p:cNvPr id="5056" name="Google Shape;5056;p169"/>
          <p:cNvSpPr txBox="1"/>
          <p:nvPr/>
        </p:nvSpPr>
        <p:spPr>
          <a:xfrm>
            <a:off x="14884817" y="451422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Testing </a:t>
            </a:r>
            <a:endParaRPr i="0" sz="800" u="none" cap="none" strike="noStrike">
              <a:latin typeface="Salesforce Sans"/>
              <a:ea typeface="Salesforce Sans"/>
              <a:cs typeface="Salesforce Sans"/>
              <a:sym typeface="Salesforce Sans"/>
            </a:endParaRPr>
          </a:p>
        </p:txBody>
      </p:sp>
      <p:sp>
        <p:nvSpPr>
          <p:cNvPr id="5057" name="Google Shape;5057;p169"/>
          <p:cNvSpPr txBox="1"/>
          <p:nvPr/>
        </p:nvSpPr>
        <p:spPr>
          <a:xfrm>
            <a:off x="14884817" y="69298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Transaction Monitoring </a:t>
            </a:r>
            <a:endParaRPr i="0" sz="800" u="none" cap="none" strike="noStrike">
              <a:latin typeface="Salesforce Sans"/>
              <a:ea typeface="Salesforce Sans"/>
              <a:cs typeface="Salesforce Sans"/>
              <a:sym typeface="Salesforce Sans"/>
            </a:endParaRPr>
          </a:p>
        </p:txBody>
      </p:sp>
      <p:sp>
        <p:nvSpPr>
          <p:cNvPr id="5058" name="Google Shape;5058;p169"/>
          <p:cNvSpPr txBox="1"/>
          <p:nvPr/>
        </p:nvSpPr>
        <p:spPr>
          <a:xfrm>
            <a:off x="14884817" y="762537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Cash &amp; Liquidity Management </a:t>
            </a:r>
            <a:endParaRPr i="0" sz="800" u="none" cap="none" strike="noStrike">
              <a:latin typeface="Salesforce Sans"/>
              <a:ea typeface="Salesforce Sans"/>
              <a:cs typeface="Salesforce Sans"/>
              <a:sym typeface="Salesforce Sans"/>
            </a:endParaRPr>
          </a:p>
        </p:txBody>
      </p:sp>
      <p:sp>
        <p:nvSpPr>
          <p:cNvPr id="5059" name="Google Shape;5059;p169"/>
          <p:cNvSpPr txBox="1"/>
          <p:nvPr/>
        </p:nvSpPr>
        <p:spPr>
          <a:xfrm>
            <a:off x="14884817" y="778078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Risk Management </a:t>
            </a:r>
            <a:endParaRPr i="0" sz="800" u="none" cap="none" strike="noStrike">
              <a:latin typeface="Salesforce Sans"/>
              <a:ea typeface="Salesforce Sans"/>
              <a:cs typeface="Salesforce Sans"/>
              <a:sym typeface="Salesforce Sans"/>
            </a:endParaRPr>
          </a:p>
        </p:txBody>
      </p:sp>
      <p:sp>
        <p:nvSpPr>
          <p:cNvPr id="5060" name="Google Shape;5060;p169"/>
          <p:cNvSpPr txBox="1"/>
          <p:nvPr/>
        </p:nvSpPr>
        <p:spPr>
          <a:xfrm>
            <a:off x="14884817" y="801001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Tax Filing </a:t>
            </a:r>
            <a:endParaRPr i="0" sz="800" u="none" cap="none" strike="noStrike">
              <a:latin typeface="Salesforce Sans"/>
              <a:ea typeface="Salesforce Sans"/>
              <a:cs typeface="Salesforce Sans"/>
              <a:sym typeface="Salesforce Sans"/>
            </a:endParaRPr>
          </a:p>
        </p:txBody>
      </p:sp>
      <p:sp>
        <p:nvSpPr>
          <p:cNvPr id="5061" name="Google Shape;5061;p169"/>
          <p:cNvSpPr txBox="1"/>
          <p:nvPr/>
        </p:nvSpPr>
        <p:spPr>
          <a:xfrm>
            <a:off x="14884817" y="81844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Regulatory Reporting </a:t>
            </a:r>
            <a:endParaRPr i="0" sz="800" u="none" cap="none" strike="noStrike">
              <a:latin typeface="Salesforce Sans"/>
              <a:ea typeface="Salesforce Sans"/>
              <a:cs typeface="Salesforce Sans"/>
              <a:sym typeface="Salesforce Sans"/>
            </a:endParaRPr>
          </a:p>
        </p:txBody>
      </p:sp>
      <p:sp>
        <p:nvSpPr>
          <p:cNvPr id="5062" name="Google Shape;5062;p169"/>
          <p:cNvSpPr txBox="1"/>
          <p:nvPr/>
        </p:nvSpPr>
        <p:spPr>
          <a:xfrm>
            <a:off x="14884817" y="857150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Presentation Creation </a:t>
            </a:r>
            <a:endParaRPr i="0" sz="800" u="none" cap="none" strike="noStrike">
              <a:latin typeface="Salesforce Sans"/>
              <a:ea typeface="Salesforce Sans"/>
              <a:cs typeface="Salesforce Sans"/>
              <a:sym typeface="Salesforce Sans"/>
            </a:endParaRPr>
          </a:p>
        </p:txBody>
      </p:sp>
      <p:sp>
        <p:nvSpPr>
          <p:cNvPr id="5063" name="Google Shape;5063;p169"/>
          <p:cNvSpPr txBox="1"/>
          <p:nvPr/>
        </p:nvSpPr>
        <p:spPr>
          <a:xfrm>
            <a:off x="14884817" y="887932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Registration </a:t>
            </a:r>
            <a:endParaRPr i="0" sz="800" u="none" cap="none" strike="noStrike">
              <a:latin typeface="Salesforce Sans"/>
              <a:ea typeface="Salesforce Sans"/>
              <a:cs typeface="Salesforce Sans"/>
              <a:sym typeface="Salesforce Sans"/>
            </a:endParaRPr>
          </a:p>
        </p:txBody>
      </p:sp>
      <p:sp>
        <p:nvSpPr>
          <p:cNvPr id="5064" name="Google Shape;5064;p169"/>
          <p:cNvSpPr txBox="1"/>
          <p:nvPr/>
        </p:nvSpPr>
        <p:spPr>
          <a:xfrm>
            <a:off x="14884825" y="9034721"/>
            <a:ext cx="307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Enforcement </a:t>
            </a:r>
            <a:endParaRPr i="0" sz="800" u="none" cap="none" strike="noStrike">
              <a:latin typeface="Salesforce Sans"/>
              <a:ea typeface="Salesforce Sans"/>
              <a:cs typeface="Salesforce Sans"/>
              <a:sym typeface="Salesforce Sans"/>
            </a:endParaRPr>
          </a:p>
        </p:txBody>
      </p:sp>
      <p:sp>
        <p:nvSpPr>
          <p:cNvPr id="5065" name="Google Shape;5065;p169"/>
          <p:cNvSpPr/>
          <p:nvPr/>
        </p:nvSpPr>
        <p:spPr>
          <a:xfrm>
            <a:off x="13420704" y="1891938"/>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Management &amp; Development</a:t>
            </a:r>
            <a:endParaRPr b="1" i="0" sz="900" u="none" cap="none" strike="noStrike">
              <a:solidFill>
                <a:srgbClr val="066AFE"/>
              </a:solidFill>
              <a:latin typeface="Salesforce Sans"/>
              <a:ea typeface="Salesforce Sans"/>
              <a:cs typeface="Salesforce Sans"/>
              <a:sym typeface="Salesforce Sans"/>
            </a:endParaRPr>
          </a:p>
        </p:txBody>
      </p:sp>
      <p:sp>
        <p:nvSpPr>
          <p:cNvPr id="5066" name="Google Shape;5066;p169"/>
          <p:cNvSpPr/>
          <p:nvPr/>
        </p:nvSpPr>
        <p:spPr>
          <a:xfrm>
            <a:off x="13420704" y="2450155"/>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Operations</a:t>
            </a:r>
            <a:endParaRPr b="1" i="0" sz="900" u="none" cap="none" strike="noStrike">
              <a:solidFill>
                <a:srgbClr val="066AFE"/>
              </a:solidFill>
              <a:latin typeface="Salesforce Sans"/>
              <a:ea typeface="Salesforce Sans"/>
              <a:cs typeface="Salesforce Sans"/>
              <a:sym typeface="Salesforce Sans"/>
            </a:endParaRPr>
          </a:p>
        </p:txBody>
      </p:sp>
      <p:sp>
        <p:nvSpPr>
          <p:cNvPr id="5067" name="Google Shape;5067;p169"/>
          <p:cNvSpPr/>
          <p:nvPr/>
        </p:nvSpPr>
        <p:spPr>
          <a:xfrm>
            <a:off x="13420704" y="314929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5068" name="Google Shape;5068;p169"/>
          <p:cNvSpPr/>
          <p:nvPr/>
        </p:nvSpPr>
        <p:spPr>
          <a:xfrm>
            <a:off x="13420704" y="369785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Cyber</a:t>
            </a:r>
            <a:endParaRPr b="1" i="0" sz="900" u="none" cap="none" strike="noStrike">
              <a:solidFill>
                <a:srgbClr val="066AFE"/>
              </a:solidFill>
              <a:latin typeface="Salesforce Sans"/>
              <a:ea typeface="Salesforce Sans"/>
              <a:cs typeface="Salesforce Sans"/>
              <a:sym typeface="Salesforce Sans"/>
            </a:endParaRPr>
          </a:p>
        </p:txBody>
      </p:sp>
      <p:sp>
        <p:nvSpPr>
          <p:cNvPr id="5069" name="Google Shape;5069;p169"/>
          <p:cNvSpPr/>
          <p:nvPr/>
        </p:nvSpPr>
        <p:spPr>
          <a:xfrm>
            <a:off x="13420704" y="4175744"/>
            <a:ext cx="10218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5070" name="Google Shape;5070;p169"/>
          <p:cNvSpPr/>
          <p:nvPr/>
        </p:nvSpPr>
        <p:spPr>
          <a:xfrm>
            <a:off x="13420704" y="4743720"/>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Hospital Operations</a:t>
            </a:r>
            <a:endParaRPr b="1" i="0" sz="900" u="none" cap="none" strike="noStrike">
              <a:solidFill>
                <a:srgbClr val="066AFE"/>
              </a:solidFill>
              <a:latin typeface="Salesforce Sans"/>
              <a:ea typeface="Salesforce Sans"/>
              <a:cs typeface="Salesforce Sans"/>
              <a:sym typeface="Salesforce Sans"/>
            </a:endParaRPr>
          </a:p>
        </p:txBody>
      </p:sp>
      <p:sp>
        <p:nvSpPr>
          <p:cNvPr id="5071" name="Google Shape;5071;p169"/>
          <p:cNvSpPr/>
          <p:nvPr/>
        </p:nvSpPr>
        <p:spPr>
          <a:xfrm>
            <a:off x="13420704" y="529734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072" name="Google Shape;5072;p169"/>
          <p:cNvSpPr/>
          <p:nvPr/>
        </p:nvSpPr>
        <p:spPr>
          <a:xfrm>
            <a:off x="13420704" y="584663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Revenue Cycle Management</a:t>
            </a:r>
            <a:endParaRPr b="1" i="0" sz="900" u="none" cap="none" strike="noStrike">
              <a:solidFill>
                <a:srgbClr val="066AFE"/>
              </a:solidFill>
              <a:latin typeface="Salesforce Sans"/>
              <a:ea typeface="Salesforce Sans"/>
              <a:cs typeface="Salesforce Sans"/>
              <a:sym typeface="Salesforce Sans"/>
            </a:endParaRPr>
          </a:p>
        </p:txBody>
      </p:sp>
      <p:sp>
        <p:nvSpPr>
          <p:cNvPr id="5073" name="Google Shape;5073;p169"/>
          <p:cNvSpPr/>
          <p:nvPr/>
        </p:nvSpPr>
        <p:spPr>
          <a:xfrm>
            <a:off x="13420704" y="6386911"/>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074" name="Google Shape;5074;p169"/>
          <p:cNvSpPr/>
          <p:nvPr/>
        </p:nvSpPr>
        <p:spPr>
          <a:xfrm>
            <a:off x="13420704" y="6925512"/>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Finance Operations</a:t>
            </a:r>
            <a:endParaRPr b="1" i="0" sz="900" u="none" cap="none" strike="noStrike">
              <a:solidFill>
                <a:srgbClr val="066AFE"/>
              </a:solidFill>
              <a:latin typeface="Salesforce Sans"/>
              <a:ea typeface="Salesforce Sans"/>
              <a:cs typeface="Salesforce Sans"/>
              <a:sym typeface="Salesforce Sans"/>
            </a:endParaRPr>
          </a:p>
        </p:txBody>
      </p:sp>
      <p:sp>
        <p:nvSpPr>
          <p:cNvPr id="5075" name="Google Shape;5075;p169"/>
          <p:cNvSpPr/>
          <p:nvPr/>
        </p:nvSpPr>
        <p:spPr>
          <a:xfrm>
            <a:off x="13420704" y="7619359"/>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Treasury</a:t>
            </a:r>
            <a:endParaRPr b="1" i="0" sz="900" u="none" cap="none" strike="noStrike">
              <a:solidFill>
                <a:srgbClr val="066AFE"/>
              </a:solidFill>
              <a:latin typeface="Salesforce Sans"/>
              <a:ea typeface="Salesforce Sans"/>
              <a:cs typeface="Salesforce Sans"/>
              <a:sym typeface="Salesforce Sans"/>
            </a:endParaRPr>
          </a:p>
        </p:txBody>
      </p:sp>
      <p:sp>
        <p:nvSpPr>
          <p:cNvPr id="5076" name="Google Shape;5076;p169"/>
          <p:cNvSpPr/>
          <p:nvPr/>
        </p:nvSpPr>
        <p:spPr>
          <a:xfrm>
            <a:off x="13420704" y="8006349"/>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Tax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Compliance</a:t>
            </a:r>
            <a:endParaRPr b="1" i="0" sz="900" u="none" cap="none" strike="noStrike">
              <a:solidFill>
                <a:srgbClr val="066AFE"/>
              </a:solidFill>
              <a:latin typeface="Salesforce Sans"/>
              <a:ea typeface="Salesforce Sans"/>
              <a:cs typeface="Salesforce Sans"/>
              <a:sym typeface="Salesforce Sans"/>
            </a:endParaRPr>
          </a:p>
        </p:txBody>
      </p:sp>
      <p:sp>
        <p:nvSpPr>
          <p:cNvPr id="5077" name="Google Shape;5077;p169"/>
          <p:cNvSpPr/>
          <p:nvPr/>
        </p:nvSpPr>
        <p:spPr>
          <a:xfrm>
            <a:off x="13420704" y="8429628"/>
            <a:ext cx="1092600" cy="246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Management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5078" name="Google Shape;5078;p169"/>
          <p:cNvSpPr/>
          <p:nvPr/>
        </p:nvSpPr>
        <p:spPr>
          <a:xfrm>
            <a:off x="13420704" y="8876755"/>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a:t>
            </a:r>
            <a:endParaRPr b="1" i="0" sz="900" u="none" cap="none" strike="noStrike">
              <a:solidFill>
                <a:srgbClr val="066AFE"/>
              </a:solidFill>
              <a:latin typeface="Salesforce Sans"/>
              <a:ea typeface="Salesforce Sans"/>
              <a:cs typeface="Salesforce Sans"/>
              <a:sym typeface="Salesforce Sans"/>
            </a:endParaRPr>
          </a:p>
        </p:txBody>
      </p:sp>
      <p:sp>
        <p:nvSpPr>
          <p:cNvPr id="5079" name="Google Shape;5079;p169"/>
          <p:cNvSpPr txBox="1"/>
          <p:nvPr/>
        </p:nvSpPr>
        <p:spPr>
          <a:xfrm>
            <a:off x="14884817" y="206935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Content Design &amp; Delivery </a:t>
            </a:r>
            <a:endParaRPr i="0" sz="800" u="none" cap="none" strike="noStrike">
              <a:latin typeface="Salesforce Sans"/>
              <a:ea typeface="Salesforce Sans"/>
              <a:cs typeface="Salesforce Sans"/>
              <a:sym typeface="Salesforce Sans"/>
            </a:endParaRPr>
          </a:p>
        </p:txBody>
      </p:sp>
      <p:sp>
        <p:nvSpPr>
          <p:cNvPr id="5080" name="Google Shape;5080;p169"/>
          <p:cNvSpPr/>
          <p:nvPr/>
        </p:nvSpPr>
        <p:spPr>
          <a:xfrm>
            <a:off x="14716218" y="20912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1" name="Google Shape;5081;p169"/>
          <p:cNvSpPr txBox="1"/>
          <p:nvPr/>
        </p:nvSpPr>
        <p:spPr>
          <a:xfrm>
            <a:off x="14884817" y="222476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5082" name="Google Shape;5082;p169"/>
          <p:cNvSpPr/>
          <p:nvPr/>
        </p:nvSpPr>
        <p:spPr>
          <a:xfrm>
            <a:off x="14716218" y="224666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3" name="Google Shape;5083;p169"/>
          <p:cNvSpPr txBox="1"/>
          <p:nvPr/>
        </p:nvSpPr>
        <p:spPr>
          <a:xfrm>
            <a:off x="14884817" y="24539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Compensation &amp; Benefit Creation &amp; Delivery </a:t>
            </a:r>
            <a:endParaRPr i="0" sz="800" u="none" cap="none" strike="noStrike">
              <a:latin typeface="Salesforce Sans"/>
              <a:ea typeface="Salesforce Sans"/>
              <a:cs typeface="Salesforce Sans"/>
              <a:sym typeface="Salesforce Sans"/>
            </a:endParaRPr>
          </a:p>
        </p:txBody>
      </p:sp>
      <p:sp>
        <p:nvSpPr>
          <p:cNvPr id="5084" name="Google Shape;5084;p169"/>
          <p:cNvSpPr/>
          <p:nvPr/>
        </p:nvSpPr>
        <p:spPr>
          <a:xfrm>
            <a:off x="14716218" y="247589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5" name="Google Shape;5085;p169"/>
          <p:cNvSpPr txBox="1"/>
          <p:nvPr/>
        </p:nvSpPr>
        <p:spPr>
          <a:xfrm>
            <a:off x="14884817" y="261179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Experience &amp; Health Monitoring </a:t>
            </a:r>
            <a:endParaRPr i="0" sz="800" u="none" cap="none" strike="noStrike">
              <a:latin typeface="Salesforce Sans"/>
              <a:ea typeface="Salesforce Sans"/>
              <a:cs typeface="Salesforce Sans"/>
              <a:sym typeface="Salesforce Sans"/>
            </a:endParaRPr>
          </a:p>
        </p:txBody>
      </p:sp>
      <p:sp>
        <p:nvSpPr>
          <p:cNvPr id="5086" name="Google Shape;5086;p169"/>
          <p:cNvSpPr/>
          <p:nvPr/>
        </p:nvSpPr>
        <p:spPr>
          <a:xfrm>
            <a:off x="14716218" y="2633692"/>
            <a:ext cx="79200" cy="79200"/>
          </a:xfrm>
          <a:prstGeom prst="ellipse">
            <a:avLst/>
          </a:prstGeom>
          <a:solidFill>
            <a:srgbClr val="D17D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7" name="Google Shape;5087;p169"/>
          <p:cNvSpPr txBox="1"/>
          <p:nvPr/>
        </p:nvSpPr>
        <p:spPr>
          <a:xfrm>
            <a:off x="14884817" y="276720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Payroll &amp; Vacation Monitoring </a:t>
            </a:r>
            <a:endParaRPr i="0" sz="800" u="none" cap="none" strike="noStrike">
              <a:latin typeface="Salesforce Sans"/>
              <a:ea typeface="Salesforce Sans"/>
              <a:cs typeface="Salesforce Sans"/>
              <a:sym typeface="Salesforce Sans"/>
            </a:endParaRPr>
          </a:p>
        </p:txBody>
      </p:sp>
      <p:sp>
        <p:nvSpPr>
          <p:cNvPr id="5088" name="Google Shape;5088;p169"/>
          <p:cNvSpPr/>
          <p:nvPr/>
        </p:nvSpPr>
        <p:spPr>
          <a:xfrm>
            <a:off x="14716218" y="27891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9" name="Google Shape;5089;p169"/>
          <p:cNvSpPr txBox="1"/>
          <p:nvPr/>
        </p:nvSpPr>
        <p:spPr>
          <a:xfrm>
            <a:off x="14884817" y="31530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Ticket Intake </a:t>
            </a:r>
            <a:endParaRPr i="0" sz="800" u="none" cap="none" strike="noStrike">
              <a:latin typeface="Salesforce Sans"/>
              <a:ea typeface="Salesforce Sans"/>
              <a:cs typeface="Salesforce Sans"/>
              <a:sym typeface="Salesforce Sans"/>
            </a:endParaRPr>
          </a:p>
        </p:txBody>
      </p:sp>
      <p:sp>
        <p:nvSpPr>
          <p:cNvPr id="5090" name="Google Shape;5090;p169"/>
          <p:cNvSpPr/>
          <p:nvPr/>
        </p:nvSpPr>
        <p:spPr>
          <a:xfrm>
            <a:off x="14716218" y="31749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1" name="Google Shape;5091;p169"/>
          <p:cNvSpPr txBox="1"/>
          <p:nvPr/>
        </p:nvSpPr>
        <p:spPr>
          <a:xfrm>
            <a:off x="14884817" y="33096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Resolution &amp; Troubleshooting </a:t>
            </a:r>
            <a:endParaRPr i="0" sz="800" u="none" cap="none" strike="noStrike">
              <a:latin typeface="Salesforce Sans"/>
              <a:ea typeface="Salesforce Sans"/>
              <a:cs typeface="Salesforce Sans"/>
              <a:sym typeface="Salesforce Sans"/>
            </a:endParaRPr>
          </a:p>
        </p:txBody>
      </p:sp>
      <p:sp>
        <p:nvSpPr>
          <p:cNvPr id="5092" name="Google Shape;5092;p169"/>
          <p:cNvSpPr/>
          <p:nvPr/>
        </p:nvSpPr>
        <p:spPr>
          <a:xfrm>
            <a:off x="14716218" y="33315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3" name="Google Shape;5093;p169"/>
          <p:cNvSpPr txBox="1"/>
          <p:nvPr/>
        </p:nvSpPr>
        <p:spPr>
          <a:xfrm>
            <a:off x="14884817" y="418196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&amp; Infra Lifecycle Management </a:t>
            </a:r>
            <a:endParaRPr i="0" sz="800" u="none" cap="none" strike="noStrike">
              <a:latin typeface="Salesforce Sans"/>
              <a:ea typeface="Salesforce Sans"/>
              <a:cs typeface="Salesforce Sans"/>
              <a:sym typeface="Salesforce Sans"/>
            </a:endParaRPr>
          </a:p>
        </p:txBody>
      </p:sp>
      <p:sp>
        <p:nvSpPr>
          <p:cNvPr id="5094" name="Google Shape;5094;p169"/>
          <p:cNvSpPr/>
          <p:nvPr/>
        </p:nvSpPr>
        <p:spPr>
          <a:xfrm>
            <a:off x="14716218" y="420386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5" name="Google Shape;5095;p169"/>
          <p:cNvSpPr txBox="1"/>
          <p:nvPr/>
        </p:nvSpPr>
        <p:spPr>
          <a:xfrm>
            <a:off x="14884817" y="474584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Capacity Management </a:t>
            </a:r>
            <a:endParaRPr i="0" sz="800" u="none" cap="none" strike="noStrike">
              <a:latin typeface="Salesforce Sans"/>
              <a:ea typeface="Salesforce Sans"/>
              <a:cs typeface="Salesforce Sans"/>
              <a:sym typeface="Salesforce Sans"/>
            </a:endParaRPr>
          </a:p>
        </p:txBody>
      </p:sp>
      <p:sp>
        <p:nvSpPr>
          <p:cNvPr id="5096" name="Google Shape;5096;p169"/>
          <p:cNvSpPr/>
          <p:nvPr/>
        </p:nvSpPr>
        <p:spPr>
          <a:xfrm>
            <a:off x="14716218" y="476774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7" name="Google Shape;5097;p169"/>
          <p:cNvSpPr txBox="1"/>
          <p:nvPr/>
        </p:nvSpPr>
        <p:spPr>
          <a:xfrm>
            <a:off x="14884817" y="490363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Flow </a:t>
            </a:r>
            <a:endParaRPr i="0" sz="800" u="none" cap="none" strike="noStrike">
              <a:latin typeface="Salesforce Sans"/>
              <a:ea typeface="Salesforce Sans"/>
              <a:cs typeface="Salesforce Sans"/>
              <a:sym typeface="Salesforce Sans"/>
            </a:endParaRPr>
          </a:p>
        </p:txBody>
      </p:sp>
      <p:sp>
        <p:nvSpPr>
          <p:cNvPr id="5098" name="Google Shape;5098;p169"/>
          <p:cNvSpPr/>
          <p:nvPr/>
        </p:nvSpPr>
        <p:spPr>
          <a:xfrm>
            <a:off x="14716218" y="492553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9" name="Google Shape;5099;p169"/>
          <p:cNvSpPr txBox="1"/>
          <p:nvPr/>
        </p:nvSpPr>
        <p:spPr>
          <a:xfrm>
            <a:off x="14884817" y="505905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Lifecycle </a:t>
            </a:r>
            <a:endParaRPr i="0" sz="800" u="none" cap="none" strike="noStrike">
              <a:latin typeface="Salesforce Sans"/>
              <a:ea typeface="Salesforce Sans"/>
              <a:cs typeface="Salesforce Sans"/>
              <a:sym typeface="Salesforce Sans"/>
            </a:endParaRPr>
          </a:p>
        </p:txBody>
      </p:sp>
      <p:sp>
        <p:nvSpPr>
          <p:cNvPr id="5100" name="Google Shape;5100;p169"/>
          <p:cNvSpPr/>
          <p:nvPr/>
        </p:nvSpPr>
        <p:spPr>
          <a:xfrm>
            <a:off x="14716218" y="508095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1" name="Google Shape;5101;p169"/>
          <p:cNvSpPr txBox="1"/>
          <p:nvPr/>
        </p:nvSpPr>
        <p:spPr>
          <a:xfrm>
            <a:off x="14884817" y="528828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Demand Forecasting </a:t>
            </a:r>
            <a:endParaRPr i="0" sz="800" u="none" cap="none" strike="noStrike">
              <a:latin typeface="Salesforce Sans"/>
              <a:ea typeface="Salesforce Sans"/>
              <a:cs typeface="Salesforce Sans"/>
              <a:sym typeface="Salesforce Sans"/>
            </a:endParaRPr>
          </a:p>
        </p:txBody>
      </p:sp>
      <p:sp>
        <p:nvSpPr>
          <p:cNvPr id="5102" name="Google Shape;5102;p169"/>
          <p:cNvSpPr/>
          <p:nvPr/>
        </p:nvSpPr>
        <p:spPr>
          <a:xfrm>
            <a:off x="14716218" y="531018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3" name="Google Shape;5103;p169"/>
          <p:cNvSpPr txBox="1"/>
          <p:nvPr/>
        </p:nvSpPr>
        <p:spPr>
          <a:xfrm>
            <a:off x="14884817" y="54627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OR Optimization </a:t>
            </a:r>
            <a:endParaRPr i="0" sz="800" u="none" cap="none" strike="noStrike">
              <a:latin typeface="Salesforce Sans"/>
              <a:ea typeface="Salesforce Sans"/>
              <a:cs typeface="Salesforce Sans"/>
              <a:sym typeface="Salesforce Sans"/>
            </a:endParaRPr>
          </a:p>
        </p:txBody>
      </p:sp>
      <p:sp>
        <p:nvSpPr>
          <p:cNvPr id="5104" name="Google Shape;5104;p169"/>
          <p:cNvSpPr/>
          <p:nvPr/>
        </p:nvSpPr>
        <p:spPr>
          <a:xfrm>
            <a:off x="14716218" y="5484648"/>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5" name="Google Shape;5105;p169"/>
          <p:cNvSpPr txBox="1"/>
          <p:nvPr/>
        </p:nvSpPr>
        <p:spPr>
          <a:xfrm>
            <a:off x="14884817" y="561698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VBC Outcome Tracking </a:t>
            </a:r>
            <a:endParaRPr i="0" sz="800" u="none" cap="none" strike="noStrike">
              <a:latin typeface="Salesforce Sans"/>
              <a:ea typeface="Salesforce Sans"/>
              <a:cs typeface="Salesforce Sans"/>
              <a:sym typeface="Salesforce Sans"/>
            </a:endParaRPr>
          </a:p>
        </p:txBody>
      </p:sp>
      <p:sp>
        <p:nvSpPr>
          <p:cNvPr id="5106" name="Google Shape;5106;p169"/>
          <p:cNvSpPr/>
          <p:nvPr/>
        </p:nvSpPr>
        <p:spPr>
          <a:xfrm>
            <a:off x="14716218" y="56388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7" name="Google Shape;5107;p169"/>
          <p:cNvSpPr txBox="1"/>
          <p:nvPr/>
        </p:nvSpPr>
        <p:spPr>
          <a:xfrm>
            <a:off x="14884817" y="584739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Documentation &amp; Pre-Auth </a:t>
            </a:r>
            <a:endParaRPr i="0" sz="800" u="none" cap="none" strike="noStrike">
              <a:latin typeface="Salesforce Sans"/>
              <a:ea typeface="Salesforce Sans"/>
              <a:cs typeface="Salesforce Sans"/>
              <a:sym typeface="Salesforce Sans"/>
            </a:endParaRPr>
          </a:p>
        </p:txBody>
      </p:sp>
      <p:sp>
        <p:nvSpPr>
          <p:cNvPr id="5108" name="Google Shape;5108;p169"/>
          <p:cNvSpPr/>
          <p:nvPr/>
        </p:nvSpPr>
        <p:spPr>
          <a:xfrm>
            <a:off x="14716218" y="58692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9" name="Google Shape;5109;p169"/>
          <p:cNvSpPr txBox="1"/>
          <p:nvPr/>
        </p:nvSpPr>
        <p:spPr>
          <a:xfrm>
            <a:off x="14884817" y="600280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Claims Submission &amp; Billing </a:t>
            </a:r>
            <a:endParaRPr i="0" sz="800" u="none" cap="none" strike="noStrike">
              <a:latin typeface="Salesforce Sans"/>
              <a:ea typeface="Salesforce Sans"/>
              <a:cs typeface="Salesforce Sans"/>
              <a:sym typeface="Salesforce Sans"/>
            </a:endParaRPr>
          </a:p>
        </p:txBody>
      </p:sp>
      <p:sp>
        <p:nvSpPr>
          <p:cNvPr id="5110" name="Google Shape;5110;p169"/>
          <p:cNvSpPr/>
          <p:nvPr/>
        </p:nvSpPr>
        <p:spPr>
          <a:xfrm>
            <a:off x="14716218" y="602470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1" name="Google Shape;5111;p169"/>
          <p:cNvSpPr txBox="1"/>
          <p:nvPr/>
        </p:nvSpPr>
        <p:spPr>
          <a:xfrm>
            <a:off x="14884817" y="615822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Payment &amp; Follow-Up </a:t>
            </a:r>
            <a:endParaRPr i="0" sz="800" u="none" cap="none" strike="noStrike">
              <a:latin typeface="Salesforce Sans"/>
              <a:ea typeface="Salesforce Sans"/>
              <a:cs typeface="Salesforce Sans"/>
              <a:sym typeface="Salesforce Sans"/>
            </a:endParaRPr>
          </a:p>
        </p:txBody>
      </p:sp>
      <p:sp>
        <p:nvSpPr>
          <p:cNvPr id="5112" name="Google Shape;5112;p169"/>
          <p:cNvSpPr/>
          <p:nvPr/>
        </p:nvSpPr>
        <p:spPr>
          <a:xfrm>
            <a:off x="14716218" y="618012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3" name="Google Shape;5113;p169"/>
          <p:cNvSpPr txBox="1"/>
          <p:nvPr/>
        </p:nvSpPr>
        <p:spPr>
          <a:xfrm>
            <a:off x="14884817" y="63898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Long-Term &amp; Annual Budgeting </a:t>
            </a:r>
            <a:endParaRPr i="0" sz="800" u="none" cap="none" strike="noStrike">
              <a:latin typeface="Salesforce Sans"/>
              <a:ea typeface="Salesforce Sans"/>
              <a:cs typeface="Salesforce Sans"/>
              <a:sym typeface="Salesforce Sans"/>
            </a:endParaRPr>
          </a:p>
        </p:txBody>
      </p:sp>
      <p:sp>
        <p:nvSpPr>
          <p:cNvPr id="5114" name="Google Shape;5114;p169"/>
          <p:cNvSpPr/>
          <p:nvPr/>
        </p:nvSpPr>
        <p:spPr>
          <a:xfrm>
            <a:off x="14716218" y="641173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5" name="Google Shape;5115;p169"/>
          <p:cNvSpPr txBox="1"/>
          <p:nvPr/>
        </p:nvSpPr>
        <p:spPr>
          <a:xfrm>
            <a:off x="14884817" y="654286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Financial Forecasting &amp; Scenario Modeling </a:t>
            </a:r>
            <a:endParaRPr i="0" sz="800" u="none" cap="none" strike="noStrike">
              <a:latin typeface="Salesforce Sans"/>
              <a:ea typeface="Salesforce Sans"/>
              <a:cs typeface="Salesforce Sans"/>
              <a:sym typeface="Salesforce Sans"/>
            </a:endParaRPr>
          </a:p>
        </p:txBody>
      </p:sp>
      <p:sp>
        <p:nvSpPr>
          <p:cNvPr id="5116" name="Google Shape;5116;p169"/>
          <p:cNvSpPr/>
          <p:nvPr/>
        </p:nvSpPr>
        <p:spPr>
          <a:xfrm>
            <a:off x="14716218" y="656476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7" name="Google Shape;5117;p169"/>
          <p:cNvSpPr txBox="1"/>
          <p:nvPr/>
        </p:nvSpPr>
        <p:spPr>
          <a:xfrm>
            <a:off x="14884817" y="66982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&amp; KPI Monitoring </a:t>
            </a:r>
            <a:endParaRPr i="0" sz="800" u="none" cap="none" strike="noStrike">
              <a:latin typeface="Salesforce Sans"/>
              <a:ea typeface="Salesforce Sans"/>
              <a:cs typeface="Salesforce Sans"/>
              <a:sym typeface="Salesforce Sans"/>
            </a:endParaRPr>
          </a:p>
        </p:txBody>
      </p:sp>
      <p:sp>
        <p:nvSpPr>
          <p:cNvPr id="5118" name="Google Shape;5118;p169"/>
          <p:cNvSpPr/>
          <p:nvPr/>
        </p:nvSpPr>
        <p:spPr>
          <a:xfrm>
            <a:off x="14716218" y="67201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9" name="Google Shape;5119;p169"/>
          <p:cNvSpPr txBox="1"/>
          <p:nvPr/>
        </p:nvSpPr>
        <p:spPr>
          <a:xfrm>
            <a:off x="14884817" y="708531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Quote-To-Cash Management </a:t>
            </a:r>
            <a:endParaRPr i="0" sz="800" u="none" cap="none" strike="noStrike">
              <a:latin typeface="Salesforce Sans"/>
              <a:ea typeface="Salesforce Sans"/>
              <a:cs typeface="Salesforce Sans"/>
              <a:sym typeface="Salesforce Sans"/>
            </a:endParaRPr>
          </a:p>
        </p:txBody>
      </p:sp>
      <p:sp>
        <p:nvSpPr>
          <p:cNvPr id="5120" name="Google Shape;5120;p169"/>
          <p:cNvSpPr/>
          <p:nvPr/>
        </p:nvSpPr>
        <p:spPr>
          <a:xfrm>
            <a:off x="14716218" y="710721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1" name="Google Shape;5121;p169"/>
          <p:cNvSpPr txBox="1"/>
          <p:nvPr/>
        </p:nvSpPr>
        <p:spPr>
          <a:xfrm>
            <a:off x="14884817" y="72383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Procurement &amp; Vendor Management </a:t>
            </a:r>
            <a:endParaRPr i="0" sz="800" u="none" cap="none" strike="noStrike">
              <a:latin typeface="Salesforce Sans"/>
              <a:ea typeface="Salesforce Sans"/>
              <a:cs typeface="Salesforce Sans"/>
              <a:sym typeface="Salesforce Sans"/>
            </a:endParaRPr>
          </a:p>
        </p:txBody>
      </p:sp>
      <p:sp>
        <p:nvSpPr>
          <p:cNvPr id="5122" name="Google Shape;5122;p169"/>
          <p:cNvSpPr/>
          <p:nvPr/>
        </p:nvSpPr>
        <p:spPr>
          <a:xfrm>
            <a:off x="14716218" y="72602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3" name="Google Shape;5123;p169"/>
          <p:cNvSpPr txBox="1"/>
          <p:nvPr/>
        </p:nvSpPr>
        <p:spPr>
          <a:xfrm>
            <a:off x="14884817" y="739375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Accounting Reconciliation </a:t>
            </a:r>
            <a:endParaRPr i="0" sz="800" u="none" cap="none" strike="noStrike">
              <a:latin typeface="Salesforce Sans"/>
              <a:ea typeface="Salesforce Sans"/>
              <a:cs typeface="Salesforce Sans"/>
              <a:sym typeface="Salesforce Sans"/>
            </a:endParaRPr>
          </a:p>
        </p:txBody>
      </p:sp>
      <p:sp>
        <p:nvSpPr>
          <p:cNvPr id="5124" name="Google Shape;5124;p169"/>
          <p:cNvSpPr/>
          <p:nvPr/>
        </p:nvSpPr>
        <p:spPr>
          <a:xfrm>
            <a:off x="14716218" y="741565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5" name="Google Shape;5125;p169"/>
          <p:cNvSpPr txBox="1"/>
          <p:nvPr/>
        </p:nvSpPr>
        <p:spPr>
          <a:xfrm>
            <a:off x="14884817" y="841847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Analytics </a:t>
            </a:r>
            <a:endParaRPr i="0" sz="800" u="none" cap="none" strike="noStrike">
              <a:latin typeface="Salesforce Sans"/>
              <a:ea typeface="Salesforce Sans"/>
              <a:cs typeface="Salesforce Sans"/>
              <a:sym typeface="Salesforce Sans"/>
            </a:endParaRPr>
          </a:p>
        </p:txBody>
      </p:sp>
      <p:sp>
        <p:nvSpPr>
          <p:cNvPr id="5126" name="Google Shape;5126;p169"/>
          <p:cNvSpPr/>
          <p:nvPr/>
        </p:nvSpPr>
        <p:spPr>
          <a:xfrm>
            <a:off x="14716218" y="8440376"/>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7" name="Google Shape;5127;p169"/>
          <p:cNvSpPr txBox="1"/>
          <p:nvPr/>
        </p:nvSpPr>
        <p:spPr>
          <a:xfrm>
            <a:off x="14884817" y="34662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Knowledge Base Updat</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s &amp; Content Creation </a:t>
            </a:r>
            <a:endParaRPr i="0" sz="800" u="none" cap="none" strike="noStrike">
              <a:latin typeface="Salesforce Sans"/>
              <a:ea typeface="Salesforce Sans"/>
              <a:cs typeface="Salesforce Sans"/>
              <a:sym typeface="Salesforce Sans"/>
            </a:endParaRPr>
          </a:p>
        </p:txBody>
      </p:sp>
      <p:sp>
        <p:nvSpPr>
          <p:cNvPr id="5128" name="Google Shape;5128;p169"/>
          <p:cNvSpPr/>
          <p:nvPr/>
        </p:nvSpPr>
        <p:spPr>
          <a:xfrm>
            <a:off x="14716218" y="3488153"/>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5129" name="Google Shape;5129;p169"/>
          <p:cNvGrpSpPr/>
          <p:nvPr/>
        </p:nvGrpSpPr>
        <p:grpSpPr>
          <a:xfrm>
            <a:off x="11811002" y="1921709"/>
            <a:ext cx="1322400" cy="449700"/>
            <a:chOff x="755165" y="1828821"/>
            <a:chExt cx="1322400" cy="449700"/>
          </a:xfrm>
        </p:grpSpPr>
        <p:sp>
          <p:nvSpPr>
            <p:cNvPr id="5130" name="Google Shape;5130;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131" name="Google Shape;5131;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132" name="Google Shape;5132;p169"/>
          <p:cNvSpPr txBox="1"/>
          <p:nvPr/>
        </p:nvSpPr>
        <p:spPr>
          <a:xfrm>
            <a:off x="11927828"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133" name="Google Shape;5133;p169"/>
          <p:cNvSpPr txBox="1"/>
          <p:nvPr/>
        </p:nvSpPr>
        <p:spPr>
          <a:xfrm>
            <a:off x="13420704"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5134" name="Google Shape;5134;p169"/>
          <p:cNvSpPr txBox="1"/>
          <p:nvPr/>
        </p:nvSpPr>
        <p:spPr>
          <a:xfrm>
            <a:off x="14878717"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grpSp>
        <p:nvGrpSpPr>
          <p:cNvPr id="5135" name="Google Shape;5135;p169"/>
          <p:cNvGrpSpPr/>
          <p:nvPr/>
        </p:nvGrpSpPr>
        <p:grpSpPr>
          <a:xfrm>
            <a:off x="5987400" y="1143000"/>
            <a:ext cx="6313200" cy="312153"/>
            <a:chOff x="18111450" y="1344920"/>
            <a:chExt cx="6313200" cy="312153"/>
          </a:xfrm>
        </p:grpSpPr>
        <p:sp>
          <p:nvSpPr>
            <p:cNvPr id="5136" name="Google Shape;5136;p169"/>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137" name="Google Shape;5137;p169"/>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38" name="Google Shape;5138;p169"/>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139" name="Google Shape;5139;p169"/>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40" name="Google Shape;5140;p169"/>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41" name="Google Shape;5141;p169"/>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142" name="Google Shape;5142;p169"/>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143" name="Google Shape;5143;p169"/>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5144" name="Google Shape;5144;p169"/>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5145" name="Google Shape;5145;p169"/>
          <p:cNvSpPr/>
          <p:nvPr/>
        </p:nvSpPr>
        <p:spPr>
          <a:xfrm>
            <a:off x="3665465" y="7961774"/>
            <a:ext cx="79200" cy="79200"/>
          </a:xfrm>
          <a:prstGeom prst="ellipse">
            <a:avLst/>
          </a:prstGeom>
          <a:solidFill>
            <a:srgbClr val="DD7A01"/>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46" name="Google Shape;5146;p169"/>
          <p:cNvSpPr/>
          <p:nvPr/>
        </p:nvSpPr>
        <p:spPr>
          <a:xfrm>
            <a:off x="3669596" y="844732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47" name="Google Shape;5147;p169"/>
          <p:cNvSpPr/>
          <p:nvPr/>
        </p:nvSpPr>
        <p:spPr>
          <a:xfrm>
            <a:off x="3669494" y="78035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Banking" showMasterSp="0">
  <p:cSld name="TITLE_AND_BODY_5_1_1_1">
    <p:spTree>
      <p:nvGrpSpPr>
        <p:cNvPr id="5148" name="Shape 5148"/>
        <p:cNvGrpSpPr/>
        <p:nvPr/>
      </p:nvGrpSpPr>
      <p:grpSpPr>
        <a:xfrm>
          <a:off x="0" y="0"/>
          <a:ext cx="0" cy="0"/>
          <a:chOff x="0" y="0"/>
          <a:chExt cx="0" cy="0"/>
        </a:xfrm>
      </p:grpSpPr>
      <p:grpSp>
        <p:nvGrpSpPr>
          <p:cNvPr id="5149" name="Google Shape;5149;p170"/>
          <p:cNvGrpSpPr/>
          <p:nvPr/>
        </p:nvGrpSpPr>
        <p:grpSpPr>
          <a:xfrm>
            <a:off x="11456825" y="666750"/>
            <a:ext cx="6313200" cy="304786"/>
            <a:chOff x="18111450" y="1344920"/>
            <a:chExt cx="6313200" cy="312153"/>
          </a:xfrm>
        </p:grpSpPr>
        <p:sp>
          <p:nvSpPr>
            <p:cNvPr id="5150" name="Google Shape;5150;p170"/>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151" name="Google Shape;5151;p170"/>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2" name="Google Shape;5152;p170"/>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153" name="Google Shape;5153;p170"/>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4" name="Google Shape;5154;p170"/>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5" name="Google Shape;5155;p170"/>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156" name="Google Shape;5156;p170"/>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157" name="Google Shape;5157;p170"/>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5158" name="Google Shape;5158;p170"/>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5159" name="Google Shape;5159;p170"/>
          <p:cNvSpPr txBox="1"/>
          <p:nvPr/>
        </p:nvSpPr>
        <p:spPr>
          <a:xfrm>
            <a:off x="762000" y="381000"/>
            <a:ext cx="12679200" cy="90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100+ retail banking agentic workflows </a:t>
            </a:r>
            <a:endParaRPr sz="4500">
              <a:solidFill>
                <a:srgbClr val="002775"/>
              </a:solidFill>
              <a:latin typeface="Avant Garde Demi SFDC"/>
              <a:ea typeface="Avant Garde Demi SFDC"/>
              <a:cs typeface="Avant Garde Demi SFDC"/>
              <a:sym typeface="Avant Garde Demi SFDC"/>
            </a:endParaRPr>
          </a:p>
        </p:txBody>
      </p:sp>
      <p:sp>
        <p:nvSpPr>
          <p:cNvPr id="5160" name="Google Shape;5160;p170"/>
          <p:cNvSpPr txBox="1"/>
          <p:nvPr/>
        </p:nvSpPr>
        <p:spPr>
          <a:xfrm>
            <a:off x="13516378" y="9768675"/>
            <a:ext cx="4543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G&amp;A Agent can also be enabled by Agentforce Operations customizations</a:t>
            </a:r>
            <a:endParaRPr sz="800">
              <a:latin typeface="Salesforce Sans"/>
              <a:ea typeface="Salesforce Sans"/>
              <a:cs typeface="Salesforce Sans"/>
              <a:sym typeface="Salesforce Sans"/>
            </a:endParaRPr>
          </a:p>
        </p:txBody>
      </p:sp>
      <p:sp>
        <p:nvSpPr>
          <p:cNvPr id="5161" name="Google Shape;5161;p170"/>
          <p:cNvSpPr/>
          <p:nvPr/>
        </p:nvSpPr>
        <p:spPr>
          <a:xfrm>
            <a:off x="3054012" y="427401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2" name="Google Shape;5162;p170"/>
          <p:cNvSpPr/>
          <p:nvPr/>
        </p:nvSpPr>
        <p:spPr>
          <a:xfrm>
            <a:off x="3054012" y="672077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3" name="Google Shape;5163;p170"/>
          <p:cNvSpPr/>
          <p:nvPr/>
        </p:nvSpPr>
        <p:spPr>
          <a:xfrm>
            <a:off x="3054012" y="3492989"/>
            <a:ext cx="79200" cy="79200"/>
          </a:xfrm>
          <a:prstGeom prst="ellipse">
            <a:avLst/>
          </a:prstGeom>
          <a:solidFill>
            <a:srgbClr val="0B5CAB"/>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4" name="Google Shape;5164;p170"/>
          <p:cNvSpPr/>
          <p:nvPr/>
        </p:nvSpPr>
        <p:spPr>
          <a:xfrm>
            <a:off x="3054012" y="687705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5" name="Google Shape;5165;p170"/>
          <p:cNvSpPr/>
          <p:nvPr/>
        </p:nvSpPr>
        <p:spPr>
          <a:xfrm>
            <a:off x="3054012" y="71220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6" name="Google Shape;5166;p170"/>
          <p:cNvSpPr/>
          <p:nvPr/>
        </p:nvSpPr>
        <p:spPr>
          <a:xfrm>
            <a:off x="3054012" y="7416317"/>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7" name="Google Shape;5167;p170"/>
          <p:cNvSpPr/>
          <p:nvPr/>
        </p:nvSpPr>
        <p:spPr>
          <a:xfrm>
            <a:off x="3054012" y="612809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8" name="Google Shape;5168;p170"/>
          <p:cNvSpPr/>
          <p:nvPr/>
        </p:nvSpPr>
        <p:spPr>
          <a:xfrm>
            <a:off x="3054012" y="640820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9" name="Google Shape;5169;p170"/>
          <p:cNvSpPr/>
          <p:nvPr/>
        </p:nvSpPr>
        <p:spPr>
          <a:xfrm>
            <a:off x="3054012" y="656448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0" name="Google Shape;5170;p170"/>
          <p:cNvSpPr/>
          <p:nvPr/>
        </p:nvSpPr>
        <p:spPr>
          <a:xfrm>
            <a:off x="3054012" y="597499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1" name="Google Shape;5171;p170"/>
          <p:cNvSpPr/>
          <p:nvPr/>
        </p:nvSpPr>
        <p:spPr>
          <a:xfrm>
            <a:off x="3054012" y="581870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2" name="Google Shape;5172;p170"/>
          <p:cNvSpPr txBox="1"/>
          <p:nvPr/>
        </p:nvSpPr>
        <p:spPr>
          <a:xfrm>
            <a:off x="3209568" y="7811885"/>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Real-Time Market Position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Liquidity Capture</a:t>
            </a:r>
            <a:endParaRPr i="0" sz="800" u="none" cap="none" strike="noStrike">
              <a:latin typeface="Salesforce Sans"/>
              <a:ea typeface="Salesforce Sans"/>
              <a:cs typeface="Salesforce Sans"/>
              <a:sym typeface="Salesforce Sans"/>
            </a:endParaRPr>
          </a:p>
        </p:txBody>
      </p:sp>
      <p:sp>
        <p:nvSpPr>
          <p:cNvPr id="5173" name="Google Shape;5173;p170"/>
          <p:cNvSpPr/>
          <p:nvPr/>
        </p:nvSpPr>
        <p:spPr>
          <a:xfrm>
            <a:off x="3054012" y="16358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4" name="Google Shape;5174;p170"/>
          <p:cNvSpPr txBox="1"/>
          <p:nvPr/>
        </p:nvSpPr>
        <p:spPr>
          <a:xfrm>
            <a:off x="3209568" y="1602062"/>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5175" name="Google Shape;5175;p170"/>
          <p:cNvSpPr/>
          <p:nvPr/>
        </p:nvSpPr>
        <p:spPr>
          <a:xfrm>
            <a:off x="3054012" y="178952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6" name="Google Shape;5176;p170"/>
          <p:cNvSpPr txBox="1"/>
          <p:nvPr/>
        </p:nvSpPr>
        <p:spPr>
          <a:xfrm>
            <a:off x="3209568" y="1765071"/>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5177" name="Google Shape;5177;p170"/>
          <p:cNvSpPr/>
          <p:nvPr/>
        </p:nvSpPr>
        <p:spPr>
          <a:xfrm>
            <a:off x="3054012" y="194438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8" name="Google Shape;5178;p170"/>
          <p:cNvSpPr txBox="1"/>
          <p:nvPr/>
        </p:nvSpPr>
        <p:spPr>
          <a:xfrm>
            <a:off x="3209568" y="1919934"/>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5179" name="Google Shape;5179;p170"/>
          <p:cNvSpPr/>
          <p:nvPr/>
        </p:nvSpPr>
        <p:spPr>
          <a:xfrm>
            <a:off x="3054012" y="20992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0" name="Google Shape;5180;p170"/>
          <p:cNvSpPr txBox="1"/>
          <p:nvPr/>
        </p:nvSpPr>
        <p:spPr>
          <a:xfrm>
            <a:off x="3209568" y="207479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5181" name="Google Shape;5181;p170"/>
          <p:cNvSpPr/>
          <p:nvPr/>
        </p:nvSpPr>
        <p:spPr>
          <a:xfrm>
            <a:off x="3054012" y="22541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2" name="Google Shape;5182;p170"/>
          <p:cNvSpPr txBox="1"/>
          <p:nvPr/>
        </p:nvSpPr>
        <p:spPr>
          <a:xfrm>
            <a:off x="3209568" y="2229658"/>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5183" name="Google Shape;5183;p170"/>
          <p:cNvSpPr/>
          <p:nvPr/>
        </p:nvSpPr>
        <p:spPr>
          <a:xfrm>
            <a:off x="3054012" y="263966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4" name="Google Shape;5184;p170"/>
          <p:cNvSpPr txBox="1"/>
          <p:nvPr/>
        </p:nvSpPr>
        <p:spPr>
          <a:xfrm>
            <a:off x="3209568" y="2615213"/>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 </a:t>
            </a:r>
            <a:endParaRPr i="0" sz="800" u="none" cap="none" strike="noStrike">
              <a:latin typeface="Salesforce Sans"/>
              <a:ea typeface="Salesforce Sans"/>
              <a:cs typeface="Salesforce Sans"/>
              <a:sym typeface="Salesforce Sans"/>
            </a:endParaRPr>
          </a:p>
        </p:txBody>
      </p:sp>
      <p:sp>
        <p:nvSpPr>
          <p:cNvPr id="5185" name="Google Shape;5185;p170"/>
          <p:cNvSpPr/>
          <p:nvPr/>
        </p:nvSpPr>
        <p:spPr>
          <a:xfrm>
            <a:off x="3054012" y="27945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6" name="Google Shape;5186;p170"/>
          <p:cNvSpPr txBox="1"/>
          <p:nvPr/>
        </p:nvSpPr>
        <p:spPr>
          <a:xfrm>
            <a:off x="3209568" y="277007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 </a:t>
            </a:r>
            <a:endParaRPr i="0" sz="800" u="none" cap="none" strike="noStrike">
              <a:latin typeface="Salesforce Sans"/>
              <a:ea typeface="Salesforce Sans"/>
              <a:cs typeface="Salesforce Sans"/>
              <a:sym typeface="Salesforce Sans"/>
            </a:endParaRPr>
          </a:p>
        </p:txBody>
      </p:sp>
      <p:sp>
        <p:nvSpPr>
          <p:cNvPr id="5187" name="Google Shape;5187;p170"/>
          <p:cNvSpPr/>
          <p:nvPr/>
        </p:nvSpPr>
        <p:spPr>
          <a:xfrm>
            <a:off x="3054012" y="248665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8" name="Google Shape;5188;p170"/>
          <p:cNvSpPr txBox="1"/>
          <p:nvPr/>
        </p:nvSpPr>
        <p:spPr>
          <a:xfrm>
            <a:off x="3209568" y="246220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Qualification</a:t>
            </a:r>
            <a:endParaRPr i="0" sz="800" u="none" cap="none" strike="noStrike">
              <a:latin typeface="Salesforce Sans"/>
              <a:ea typeface="Salesforce Sans"/>
              <a:cs typeface="Salesforce Sans"/>
              <a:sym typeface="Salesforce Sans"/>
            </a:endParaRPr>
          </a:p>
        </p:txBody>
      </p:sp>
      <p:sp>
        <p:nvSpPr>
          <p:cNvPr id="5189" name="Google Shape;5189;p170"/>
          <p:cNvSpPr/>
          <p:nvPr/>
        </p:nvSpPr>
        <p:spPr>
          <a:xfrm>
            <a:off x="3054012" y="364825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0" name="Google Shape;5190;p170"/>
          <p:cNvSpPr txBox="1"/>
          <p:nvPr/>
        </p:nvSpPr>
        <p:spPr>
          <a:xfrm>
            <a:off x="3209568" y="3623808"/>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 </a:t>
            </a:r>
            <a:endParaRPr i="0" sz="800" u="none" cap="none" strike="noStrike">
              <a:latin typeface="Salesforce Sans"/>
              <a:ea typeface="Salesforce Sans"/>
              <a:cs typeface="Salesforce Sans"/>
              <a:sym typeface="Salesforce Sans"/>
            </a:endParaRPr>
          </a:p>
        </p:txBody>
      </p:sp>
      <p:sp>
        <p:nvSpPr>
          <p:cNvPr id="5191" name="Google Shape;5191;p170"/>
          <p:cNvSpPr/>
          <p:nvPr/>
        </p:nvSpPr>
        <p:spPr>
          <a:xfrm>
            <a:off x="3054012" y="33396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2" name="Google Shape;5192;p170"/>
          <p:cNvSpPr txBox="1"/>
          <p:nvPr/>
        </p:nvSpPr>
        <p:spPr>
          <a:xfrm>
            <a:off x="3209568" y="3315214"/>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5193" name="Google Shape;5193;p170"/>
          <p:cNvSpPr/>
          <p:nvPr/>
        </p:nvSpPr>
        <p:spPr>
          <a:xfrm>
            <a:off x="3054012" y="40418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4" name="Google Shape;5194;p170"/>
          <p:cNvSpPr txBox="1"/>
          <p:nvPr/>
        </p:nvSpPr>
        <p:spPr>
          <a:xfrm>
            <a:off x="3209568" y="401743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5195" name="Google Shape;5195;p170"/>
          <p:cNvSpPr/>
          <p:nvPr/>
        </p:nvSpPr>
        <p:spPr>
          <a:xfrm>
            <a:off x="3054012" y="3884642"/>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6" name="Google Shape;5196;p170"/>
          <p:cNvSpPr txBox="1"/>
          <p:nvPr/>
        </p:nvSpPr>
        <p:spPr>
          <a:xfrm>
            <a:off x="3209568" y="386019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Scoring</a:t>
            </a:r>
            <a:endParaRPr i="0" sz="800" u="none" cap="none" strike="noStrike">
              <a:latin typeface="Salesforce Sans"/>
              <a:ea typeface="Salesforce Sans"/>
              <a:cs typeface="Salesforce Sans"/>
              <a:sym typeface="Salesforce Sans"/>
            </a:endParaRPr>
          </a:p>
        </p:txBody>
      </p:sp>
      <p:sp>
        <p:nvSpPr>
          <p:cNvPr id="5197" name="Google Shape;5197;p170"/>
          <p:cNvSpPr txBox="1"/>
          <p:nvPr/>
        </p:nvSpPr>
        <p:spPr>
          <a:xfrm>
            <a:off x="3209568" y="4249563"/>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Skills And Knowledge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Gap Assessment</a:t>
            </a:r>
            <a:endParaRPr i="0" sz="800" u="none" cap="none" strike="noStrike">
              <a:latin typeface="Salesforce Sans"/>
              <a:ea typeface="Salesforce Sans"/>
              <a:cs typeface="Salesforce Sans"/>
              <a:sym typeface="Salesforce Sans"/>
            </a:endParaRPr>
          </a:p>
        </p:txBody>
      </p:sp>
      <p:sp>
        <p:nvSpPr>
          <p:cNvPr id="5198" name="Google Shape;5198;p170"/>
          <p:cNvSpPr/>
          <p:nvPr/>
        </p:nvSpPr>
        <p:spPr>
          <a:xfrm>
            <a:off x="3054012" y="558191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9" name="Google Shape;5199;p170"/>
          <p:cNvSpPr txBox="1"/>
          <p:nvPr/>
        </p:nvSpPr>
        <p:spPr>
          <a:xfrm>
            <a:off x="3209568" y="555746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Opening </a:t>
            </a:r>
            <a:endParaRPr i="0" sz="800" u="none" cap="none" strike="noStrike">
              <a:latin typeface="Salesforce Sans"/>
              <a:ea typeface="Salesforce Sans"/>
              <a:cs typeface="Salesforce Sans"/>
              <a:sym typeface="Salesforce Sans"/>
            </a:endParaRPr>
          </a:p>
        </p:txBody>
      </p:sp>
      <p:sp>
        <p:nvSpPr>
          <p:cNvPr id="5200" name="Google Shape;5200;p170"/>
          <p:cNvSpPr txBox="1"/>
          <p:nvPr/>
        </p:nvSpPr>
        <p:spPr>
          <a:xfrm>
            <a:off x="3209568" y="579331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Card Fraud Detection</a:t>
            </a:r>
            <a:endParaRPr i="0" sz="800" u="none" cap="none" strike="noStrike">
              <a:latin typeface="Salesforce Sans"/>
              <a:ea typeface="Salesforce Sans"/>
              <a:cs typeface="Salesforce Sans"/>
              <a:sym typeface="Salesforce Sans"/>
            </a:endParaRPr>
          </a:p>
        </p:txBody>
      </p:sp>
      <p:sp>
        <p:nvSpPr>
          <p:cNvPr id="5201" name="Google Shape;5201;p170"/>
          <p:cNvSpPr txBox="1"/>
          <p:nvPr/>
        </p:nvSpPr>
        <p:spPr>
          <a:xfrm>
            <a:off x="3209568" y="65429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Takeover Detection</a:t>
            </a:r>
            <a:endParaRPr i="0" sz="800" u="none" cap="none" strike="noStrike">
              <a:latin typeface="Salesforce Sans"/>
              <a:ea typeface="Salesforce Sans"/>
              <a:cs typeface="Salesforce Sans"/>
              <a:sym typeface="Salesforce Sans"/>
            </a:endParaRPr>
          </a:p>
        </p:txBody>
      </p:sp>
      <p:sp>
        <p:nvSpPr>
          <p:cNvPr id="5202" name="Google Shape;5202;p170"/>
          <p:cNvSpPr txBox="1"/>
          <p:nvPr/>
        </p:nvSpPr>
        <p:spPr>
          <a:xfrm>
            <a:off x="3209568" y="670018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Fraud Alert</a:t>
            </a:r>
            <a:endParaRPr i="0" sz="800" u="none" cap="none" strike="noStrike">
              <a:latin typeface="Salesforce Sans"/>
              <a:ea typeface="Salesforce Sans"/>
              <a:cs typeface="Salesforce Sans"/>
              <a:sym typeface="Salesforce Sans"/>
            </a:endParaRPr>
          </a:p>
        </p:txBody>
      </p:sp>
      <p:sp>
        <p:nvSpPr>
          <p:cNvPr id="5203" name="Google Shape;5203;p170"/>
          <p:cNvSpPr/>
          <p:nvPr/>
        </p:nvSpPr>
        <p:spPr>
          <a:xfrm>
            <a:off x="3054012" y="2949387"/>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4" name="Google Shape;5204;p170"/>
          <p:cNvSpPr txBox="1"/>
          <p:nvPr/>
        </p:nvSpPr>
        <p:spPr>
          <a:xfrm>
            <a:off x="3209568" y="292493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Meeting Live Response </a:t>
            </a:r>
            <a:endParaRPr i="0" sz="800" u="none" cap="none" strike="noStrike">
              <a:latin typeface="Salesforce Sans"/>
              <a:ea typeface="Salesforce Sans"/>
              <a:cs typeface="Salesforce Sans"/>
              <a:sym typeface="Salesforce Sans"/>
            </a:endParaRPr>
          </a:p>
        </p:txBody>
      </p:sp>
      <p:sp>
        <p:nvSpPr>
          <p:cNvPr id="5205" name="Google Shape;5205;p170"/>
          <p:cNvSpPr/>
          <p:nvPr/>
        </p:nvSpPr>
        <p:spPr>
          <a:xfrm>
            <a:off x="3054012" y="310587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6" name="Google Shape;5206;p170"/>
          <p:cNvSpPr txBox="1"/>
          <p:nvPr/>
        </p:nvSpPr>
        <p:spPr>
          <a:xfrm>
            <a:off x="3209568" y="308142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Follow-up</a:t>
            </a:r>
            <a:endParaRPr i="0" sz="800" u="none" cap="none" strike="noStrike">
              <a:latin typeface="Salesforce Sans"/>
              <a:ea typeface="Salesforce Sans"/>
              <a:cs typeface="Salesforce Sans"/>
              <a:sym typeface="Salesforce Sans"/>
            </a:endParaRPr>
          </a:p>
        </p:txBody>
      </p:sp>
      <p:sp>
        <p:nvSpPr>
          <p:cNvPr id="5207" name="Google Shape;5207;p170"/>
          <p:cNvSpPr txBox="1"/>
          <p:nvPr/>
        </p:nvSpPr>
        <p:spPr>
          <a:xfrm>
            <a:off x="3209568" y="34685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 </a:t>
            </a:r>
            <a:endParaRPr i="0" sz="800" u="none" cap="none" strike="noStrike">
              <a:latin typeface="Salesforce Sans"/>
              <a:ea typeface="Salesforce Sans"/>
              <a:cs typeface="Salesforce Sans"/>
              <a:sym typeface="Salesforce Sans"/>
            </a:endParaRPr>
          </a:p>
        </p:txBody>
      </p:sp>
      <p:sp>
        <p:nvSpPr>
          <p:cNvPr id="5208" name="Google Shape;5208;p170"/>
          <p:cNvSpPr/>
          <p:nvPr/>
        </p:nvSpPr>
        <p:spPr>
          <a:xfrm>
            <a:off x="3054012" y="455984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9" name="Google Shape;5209;p170"/>
          <p:cNvSpPr txBox="1"/>
          <p:nvPr/>
        </p:nvSpPr>
        <p:spPr>
          <a:xfrm>
            <a:off x="3209568" y="453539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5210" name="Google Shape;5210;p170"/>
          <p:cNvSpPr/>
          <p:nvPr/>
        </p:nvSpPr>
        <p:spPr>
          <a:xfrm>
            <a:off x="3054012" y="47170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1" name="Google Shape;5211;p170"/>
          <p:cNvSpPr txBox="1"/>
          <p:nvPr/>
        </p:nvSpPr>
        <p:spPr>
          <a:xfrm>
            <a:off x="3209568" y="46926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5212" name="Google Shape;5212;p170"/>
          <p:cNvSpPr/>
          <p:nvPr/>
        </p:nvSpPr>
        <p:spPr>
          <a:xfrm>
            <a:off x="3054012" y="495293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3" name="Google Shape;5213;p170"/>
          <p:cNvSpPr txBox="1"/>
          <p:nvPr/>
        </p:nvSpPr>
        <p:spPr>
          <a:xfrm>
            <a:off x="3209568" y="492848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14" name="Google Shape;5214;p170"/>
          <p:cNvSpPr/>
          <p:nvPr/>
        </p:nvSpPr>
        <p:spPr>
          <a:xfrm>
            <a:off x="3054012" y="511018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5" name="Google Shape;5215;p170"/>
          <p:cNvSpPr txBox="1"/>
          <p:nvPr/>
        </p:nvSpPr>
        <p:spPr>
          <a:xfrm>
            <a:off x="3209568" y="508573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Enrichment</a:t>
            </a:r>
            <a:endParaRPr i="0" sz="800" u="none" cap="none" strike="noStrike">
              <a:latin typeface="Salesforce Sans"/>
              <a:ea typeface="Salesforce Sans"/>
              <a:cs typeface="Salesforce Sans"/>
              <a:sym typeface="Salesforce Sans"/>
            </a:endParaRPr>
          </a:p>
        </p:txBody>
      </p:sp>
      <p:sp>
        <p:nvSpPr>
          <p:cNvPr id="5216" name="Google Shape;5216;p170"/>
          <p:cNvSpPr/>
          <p:nvPr/>
        </p:nvSpPr>
        <p:spPr>
          <a:xfrm>
            <a:off x="3054012" y="526425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7" name="Google Shape;5217;p170"/>
          <p:cNvSpPr txBox="1"/>
          <p:nvPr/>
        </p:nvSpPr>
        <p:spPr>
          <a:xfrm>
            <a:off x="3209568" y="5239801"/>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Screening</a:t>
            </a:r>
            <a:endParaRPr i="0" sz="800" u="none" cap="none" strike="noStrike">
              <a:latin typeface="Salesforce Sans"/>
              <a:ea typeface="Salesforce Sans"/>
              <a:cs typeface="Salesforce Sans"/>
              <a:sym typeface="Salesforce Sans"/>
            </a:endParaRPr>
          </a:p>
        </p:txBody>
      </p:sp>
      <p:sp>
        <p:nvSpPr>
          <p:cNvPr id="5218" name="Google Shape;5218;p170"/>
          <p:cNvSpPr/>
          <p:nvPr/>
        </p:nvSpPr>
        <p:spPr>
          <a:xfrm>
            <a:off x="3054012" y="542149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9" name="Google Shape;5219;p170"/>
          <p:cNvSpPr txBox="1"/>
          <p:nvPr/>
        </p:nvSpPr>
        <p:spPr>
          <a:xfrm>
            <a:off x="3209568" y="539704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KYC Memo </a:t>
            </a:r>
            <a:endParaRPr i="0" sz="800" u="none" cap="none" strike="noStrike">
              <a:latin typeface="Salesforce Sans"/>
              <a:ea typeface="Salesforce Sans"/>
              <a:cs typeface="Salesforce Sans"/>
              <a:sym typeface="Salesforce Sans"/>
            </a:endParaRPr>
          </a:p>
        </p:txBody>
      </p:sp>
      <p:sp>
        <p:nvSpPr>
          <p:cNvPr id="5220" name="Google Shape;5220;p170"/>
          <p:cNvSpPr txBox="1"/>
          <p:nvPr/>
        </p:nvSpPr>
        <p:spPr>
          <a:xfrm>
            <a:off x="3209568" y="595055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Application Fraud Detection</a:t>
            </a:r>
            <a:endParaRPr i="0" sz="800" u="none" cap="none" strike="noStrike">
              <a:latin typeface="Salesforce Sans"/>
              <a:ea typeface="Salesforce Sans"/>
              <a:cs typeface="Salesforce Sans"/>
              <a:sym typeface="Salesforce Sans"/>
            </a:endParaRPr>
          </a:p>
        </p:txBody>
      </p:sp>
      <p:sp>
        <p:nvSpPr>
          <p:cNvPr id="5221" name="Google Shape;5221;p170"/>
          <p:cNvSpPr txBox="1"/>
          <p:nvPr/>
        </p:nvSpPr>
        <p:spPr>
          <a:xfrm>
            <a:off x="3209568" y="638569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AML Detection</a:t>
            </a:r>
            <a:endParaRPr i="0" sz="800" u="none" cap="none" strike="noStrike">
              <a:latin typeface="Salesforce Sans"/>
              <a:ea typeface="Salesforce Sans"/>
              <a:cs typeface="Salesforce Sans"/>
              <a:sym typeface="Salesforce Sans"/>
            </a:endParaRPr>
          </a:p>
        </p:txBody>
      </p:sp>
      <p:sp>
        <p:nvSpPr>
          <p:cNvPr id="5222" name="Google Shape;5222;p170"/>
          <p:cNvSpPr txBox="1"/>
          <p:nvPr/>
        </p:nvSpPr>
        <p:spPr>
          <a:xfrm>
            <a:off x="3209568" y="6104627"/>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Behavioral / Biometric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Fraud Detection</a:t>
            </a:r>
            <a:endParaRPr i="0" sz="800" u="none" cap="none" strike="noStrike">
              <a:latin typeface="Salesforce Sans"/>
              <a:ea typeface="Salesforce Sans"/>
              <a:cs typeface="Salesforce Sans"/>
              <a:sym typeface="Salesforce Sans"/>
            </a:endParaRPr>
          </a:p>
        </p:txBody>
      </p:sp>
      <p:sp>
        <p:nvSpPr>
          <p:cNvPr id="5223" name="Google Shape;5223;p170"/>
          <p:cNvSpPr txBox="1"/>
          <p:nvPr/>
        </p:nvSpPr>
        <p:spPr>
          <a:xfrm>
            <a:off x="3209568" y="685742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Investigation</a:t>
            </a:r>
            <a:endParaRPr i="0" sz="800" u="none" cap="none" strike="noStrike">
              <a:latin typeface="Salesforce Sans"/>
              <a:ea typeface="Salesforce Sans"/>
              <a:cs typeface="Salesforce Sans"/>
              <a:sym typeface="Salesforce Sans"/>
            </a:endParaRPr>
          </a:p>
        </p:txBody>
      </p:sp>
      <p:sp>
        <p:nvSpPr>
          <p:cNvPr id="5224" name="Google Shape;5224;p170"/>
          <p:cNvSpPr txBox="1"/>
          <p:nvPr/>
        </p:nvSpPr>
        <p:spPr>
          <a:xfrm>
            <a:off x="3209568" y="737910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Interpretation</a:t>
            </a:r>
            <a:endParaRPr i="0" sz="800" u="none" cap="none" strike="noStrike">
              <a:latin typeface="Salesforce Sans"/>
              <a:ea typeface="Salesforce Sans"/>
              <a:cs typeface="Salesforce Sans"/>
              <a:sym typeface="Salesforce Sans"/>
            </a:endParaRPr>
          </a:p>
        </p:txBody>
      </p:sp>
      <p:sp>
        <p:nvSpPr>
          <p:cNvPr id="5225" name="Google Shape;5225;p170"/>
          <p:cNvSpPr/>
          <p:nvPr/>
        </p:nvSpPr>
        <p:spPr>
          <a:xfrm>
            <a:off x="3054012" y="759890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26" name="Google Shape;5226;p170"/>
          <p:cNvSpPr txBox="1"/>
          <p:nvPr/>
        </p:nvSpPr>
        <p:spPr>
          <a:xfrm>
            <a:off x="3209568" y="757445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Filing</a:t>
            </a:r>
            <a:endParaRPr i="0" sz="800" u="none" cap="none" strike="noStrike">
              <a:latin typeface="Salesforce Sans"/>
              <a:ea typeface="Salesforce Sans"/>
              <a:cs typeface="Salesforce Sans"/>
              <a:sym typeface="Salesforce Sans"/>
            </a:endParaRPr>
          </a:p>
        </p:txBody>
      </p:sp>
      <p:sp>
        <p:nvSpPr>
          <p:cNvPr id="5227" name="Google Shape;5227;p170"/>
          <p:cNvSpPr txBox="1"/>
          <p:nvPr/>
        </p:nvSpPr>
        <p:spPr>
          <a:xfrm>
            <a:off x="3209568" y="809454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Analysis And Stress Testing</a:t>
            </a:r>
            <a:endParaRPr i="0" sz="800" u="none" cap="none" strike="noStrike">
              <a:latin typeface="Salesforce Sans"/>
              <a:ea typeface="Salesforce Sans"/>
              <a:cs typeface="Salesforce Sans"/>
              <a:sym typeface="Salesforce Sans"/>
            </a:endParaRPr>
          </a:p>
        </p:txBody>
      </p:sp>
      <p:sp>
        <p:nvSpPr>
          <p:cNvPr id="5228" name="Google Shape;5228;p170"/>
          <p:cNvSpPr txBox="1"/>
          <p:nvPr/>
        </p:nvSpPr>
        <p:spPr>
          <a:xfrm>
            <a:off x="3209568" y="7093278"/>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management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Monitoring</a:t>
            </a:r>
            <a:endParaRPr i="0" sz="800" u="none" cap="none" strike="noStrike">
              <a:latin typeface="Salesforce Sans"/>
              <a:ea typeface="Salesforce Sans"/>
              <a:cs typeface="Salesforce Sans"/>
              <a:sym typeface="Salesforce Sans"/>
            </a:endParaRPr>
          </a:p>
        </p:txBody>
      </p:sp>
      <p:sp>
        <p:nvSpPr>
          <p:cNvPr id="5229" name="Google Shape;5229;p170"/>
          <p:cNvSpPr/>
          <p:nvPr/>
        </p:nvSpPr>
        <p:spPr>
          <a:xfrm>
            <a:off x="1789208" y="3861781"/>
            <a:ext cx="8466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Dynamic Deal Scoring</a:t>
            </a:r>
            <a:endParaRPr b="1" i="0" sz="900" u="none" cap="none" strike="noStrike">
              <a:solidFill>
                <a:srgbClr val="066AFE"/>
              </a:solidFill>
              <a:latin typeface="Salesforce Sans"/>
              <a:ea typeface="Salesforce Sans"/>
              <a:cs typeface="Salesforce Sans"/>
              <a:sym typeface="Salesforce Sans"/>
            </a:endParaRPr>
          </a:p>
        </p:txBody>
      </p:sp>
      <p:sp>
        <p:nvSpPr>
          <p:cNvPr id="5230" name="Google Shape;5230;p170"/>
          <p:cNvSpPr/>
          <p:nvPr/>
        </p:nvSpPr>
        <p:spPr>
          <a:xfrm>
            <a:off x="1789208" y="2466358"/>
            <a:ext cx="815400" cy="415200"/>
          </a:xfrm>
          <a:prstGeom prst="roundRect">
            <a:avLst>
              <a:gd fmla="val 0" name="adj"/>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Banking Relationship</a:t>
            </a:r>
            <a:endParaRPr b="1" i="0" sz="900" u="none" cap="none" strike="noStrike">
              <a:solidFill>
                <a:srgbClr val="066AFE"/>
              </a:solidFill>
              <a:latin typeface="Salesforce Sans"/>
              <a:ea typeface="Salesforce Sans"/>
              <a:cs typeface="Salesforce Sans"/>
              <a:sym typeface="Salesforce Sans"/>
            </a:endParaRPr>
          </a:p>
        </p:txBody>
      </p:sp>
      <p:sp>
        <p:nvSpPr>
          <p:cNvPr id="5231" name="Google Shape;5231;p170"/>
          <p:cNvSpPr/>
          <p:nvPr/>
        </p:nvSpPr>
        <p:spPr>
          <a:xfrm>
            <a:off x="1789219" y="3321250"/>
            <a:ext cx="11049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Engagement, Cross-Selling and Customer Retention</a:t>
            </a:r>
            <a:endParaRPr b="1" i="0" sz="900" u="none" cap="none" strike="noStrike">
              <a:solidFill>
                <a:srgbClr val="066AFE"/>
              </a:solidFill>
              <a:latin typeface="Salesforce Sans"/>
              <a:ea typeface="Salesforce Sans"/>
              <a:cs typeface="Salesforce Sans"/>
              <a:sym typeface="Salesforce Sans"/>
            </a:endParaRPr>
          </a:p>
        </p:txBody>
      </p:sp>
      <p:sp>
        <p:nvSpPr>
          <p:cNvPr id="5232" name="Google Shape;5232;p170"/>
          <p:cNvSpPr/>
          <p:nvPr/>
        </p:nvSpPr>
        <p:spPr>
          <a:xfrm>
            <a:off x="1789208" y="425244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Frontline Sales Coaching</a:t>
            </a:r>
            <a:endParaRPr b="1" i="0" sz="900" u="none" cap="none" strike="noStrike">
              <a:solidFill>
                <a:srgbClr val="066AFE"/>
              </a:solidFill>
              <a:latin typeface="Salesforce Sans"/>
              <a:ea typeface="Salesforce Sans"/>
              <a:cs typeface="Salesforce Sans"/>
              <a:sym typeface="Salesforce Sans"/>
            </a:endParaRPr>
          </a:p>
        </p:txBody>
      </p:sp>
      <p:sp>
        <p:nvSpPr>
          <p:cNvPr id="5233" name="Google Shape;5233;p170"/>
          <p:cNvSpPr/>
          <p:nvPr/>
        </p:nvSpPr>
        <p:spPr>
          <a:xfrm>
            <a:off x="1789208" y="4934067"/>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K</a:t>
            </a:r>
            <a:r>
              <a:rPr b="1" lang="en" sz="900">
                <a:solidFill>
                  <a:srgbClr val="066AFE"/>
                </a:solidFill>
                <a:latin typeface="Salesforce Sans"/>
                <a:ea typeface="Salesforce Sans"/>
                <a:cs typeface="Salesforce Sans"/>
                <a:sym typeface="Salesforce Sans"/>
              </a:rPr>
              <a:t>now Your Customer</a:t>
            </a:r>
            <a:endParaRPr b="1" i="0" sz="900" u="none" cap="none" strike="noStrike">
              <a:solidFill>
                <a:srgbClr val="066AFE"/>
              </a:solidFill>
              <a:latin typeface="Salesforce Sans"/>
              <a:ea typeface="Salesforce Sans"/>
              <a:cs typeface="Salesforce Sans"/>
              <a:sym typeface="Salesforce Sans"/>
            </a:endParaRPr>
          </a:p>
        </p:txBody>
      </p:sp>
      <p:sp>
        <p:nvSpPr>
          <p:cNvPr id="5234" name="Google Shape;5234;p170"/>
          <p:cNvSpPr/>
          <p:nvPr/>
        </p:nvSpPr>
        <p:spPr>
          <a:xfrm>
            <a:off x="1789208" y="5793127"/>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Fraud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5235" name="Google Shape;5235;p170"/>
          <p:cNvSpPr/>
          <p:nvPr/>
        </p:nvSpPr>
        <p:spPr>
          <a:xfrm>
            <a:off x="1789208" y="7093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Regulatory Reporting</a:t>
            </a:r>
            <a:endParaRPr b="1" i="0" sz="900" u="none" cap="none" strike="noStrike">
              <a:solidFill>
                <a:srgbClr val="066AFE"/>
              </a:solidFill>
              <a:latin typeface="Salesforce Sans"/>
              <a:ea typeface="Salesforce Sans"/>
              <a:cs typeface="Salesforce Sans"/>
              <a:sym typeface="Salesforce Sans"/>
            </a:endParaRPr>
          </a:p>
        </p:txBody>
      </p:sp>
      <p:sp>
        <p:nvSpPr>
          <p:cNvPr id="5236" name="Google Shape;5236;p170"/>
          <p:cNvSpPr/>
          <p:nvPr/>
        </p:nvSpPr>
        <p:spPr>
          <a:xfrm>
            <a:off x="1789208" y="7811894"/>
            <a:ext cx="8154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 &amp; Liquidity Risk Monitoring</a:t>
            </a:r>
            <a:endParaRPr b="1" i="0" sz="900" u="none" cap="none" strike="noStrike">
              <a:solidFill>
                <a:srgbClr val="066AFE"/>
              </a:solidFill>
              <a:latin typeface="Salesforce Sans"/>
              <a:ea typeface="Salesforce Sans"/>
              <a:cs typeface="Salesforce Sans"/>
              <a:sym typeface="Salesforce Sans"/>
            </a:endParaRPr>
          </a:p>
        </p:txBody>
      </p:sp>
      <p:sp>
        <p:nvSpPr>
          <p:cNvPr id="5237" name="Google Shape;5237;p170"/>
          <p:cNvSpPr txBox="1"/>
          <p:nvPr/>
        </p:nvSpPr>
        <p:spPr>
          <a:xfrm>
            <a:off x="3209568" y="82565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Limit Monitoring Management</a:t>
            </a:r>
            <a:endParaRPr i="0" sz="800" u="none" cap="none" strike="noStrike">
              <a:latin typeface="Salesforce Sans"/>
              <a:ea typeface="Salesforce Sans"/>
              <a:cs typeface="Salesforce Sans"/>
              <a:sym typeface="Salesforce Sans"/>
            </a:endParaRPr>
          </a:p>
        </p:txBody>
      </p:sp>
      <p:sp>
        <p:nvSpPr>
          <p:cNvPr id="5238" name="Google Shape;5238;p170"/>
          <p:cNvSpPr/>
          <p:nvPr/>
        </p:nvSpPr>
        <p:spPr>
          <a:xfrm>
            <a:off x="3054012" y="82809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39" name="Google Shape;5239;p170"/>
          <p:cNvSpPr txBox="1"/>
          <p:nvPr/>
        </p:nvSpPr>
        <p:spPr>
          <a:xfrm>
            <a:off x="431325"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240" name="Google Shape;5240;p170"/>
          <p:cNvSpPr txBox="1"/>
          <p:nvPr/>
        </p:nvSpPr>
        <p:spPr>
          <a:xfrm>
            <a:off x="1794423"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241" name="Google Shape;5241;p170"/>
          <p:cNvGrpSpPr/>
          <p:nvPr/>
        </p:nvGrpSpPr>
        <p:grpSpPr>
          <a:xfrm>
            <a:off x="316638" y="1635959"/>
            <a:ext cx="1322400" cy="449700"/>
            <a:chOff x="755165" y="1828821"/>
            <a:chExt cx="1322400" cy="449700"/>
          </a:xfrm>
        </p:grpSpPr>
        <p:sp>
          <p:nvSpPr>
            <p:cNvPr id="5242" name="Google Shape;524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243" name="Google Shape;524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 </a:t>
              </a:r>
              <a:endParaRPr sz="900">
                <a:solidFill>
                  <a:srgbClr val="FFFFFF"/>
                </a:solidFill>
                <a:latin typeface="Avant Garde Demi SFDC"/>
                <a:ea typeface="Avant Garde Demi SFDC"/>
                <a:cs typeface="Avant Garde Demi SFDC"/>
                <a:sym typeface="Avant Garde Demi SFDC"/>
              </a:endParaRPr>
            </a:p>
          </p:txBody>
        </p:sp>
      </p:grpSp>
      <p:sp>
        <p:nvSpPr>
          <p:cNvPr id="5244" name="Google Shape;5244;p170"/>
          <p:cNvSpPr txBox="1"/>
          <p:nvPr/>
        </p:nvSpPr>
        <p:spPr>
          <a:xfrm>
            <a:off x="3211954"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245" name="Google Shape;5245;p170"/>
          <p:cNvSpPr txBox="1"/>
          <p:nvPr/>
        </p:nvSpPr>
        <p:spPr>
          <a:xfrm>
            <a:off x="1789208"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Marketing Personalization</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246" name="Google Shape;5246;p170"/>
          <p:cNvGrpSpPr/>
          <p:nvPr/>
        </p:nvGrpSpPr>
        <p:grpSpPr>
          <a:xfrm>
            <a:off x="316638" y="4963046"/>
            <a:ext cx="1322400" cy="449700"/>
            <a:chOff x="755165" y="1828821"/>
            <a:chExt cx="1322400" cy="449700"/>
          </a:xfrm>
        </p:grpSpPr>
        <p:sp>
          <p:nvSpPr>
            <p:cNvPr id="5247" name="Google Shape;524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248" name="Google Shape;524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5249" name="Google Shape;5249;p170"/>
          <p:cNvSpPr/>
          <p:nvPr/>
        </p:nvSpPr>
        <p:spPr>
          <a:xfrm>
            <a:off x="7653242" y="460475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50" name="Google Shape;5250;p170"/>
          <p:cNvSpPr/>
          <p:nvPr/>
        </p:nvSpPr>
        <p:spPr>
          <a:xfrm>
            <a:off x="7653242" y="4296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1" name="Google Shape;5251;p170"/>
          <p:cNvSpPr txBox="1"/>
          <p:nvPr/>
        </p:nvSpPr>
        <p:spPr>
          <a:xfrm>
            <a:off x="7811494" y="192417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 Monitoring</a:t>
            </a:r>
            <a:endParaRPr i="0" sz="800" u="none" cap="none" strike="noStrike">
              <a:latin typeface="Salesforce Sans"/>
              <a:ea typeface="Salesforce Sans"/>
              <a:cs typeface="Salesforce Sans"/>
              <a:sym typeface="Salesforce Sans"/>
            </a:endParaRPr>
          </a:p>
        </p:txBody>
      </p:sp>
      <p:sp>
        <p:nvSpPr>
          <p:cNvPr id="5252" name="Google Shape;5252;p170"/>
          <p:cNvSpPr/>
          <p:nvPr/>
        </p:nvSpPr>
        <p:spPr>
          <a:xfrm>
            <a:off x="7653242" y="218274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3" name="Google Shape;5253;p170"/>
          <p:cNvSpPr txBox="1"/>
          <p:nvPr/>
        </p:nvSpPr>
        <p:spPr>
          <a:xfrm>
            <a:off x="7811494" y="215814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Customer Research</a:t>
            </a:r>
            <a:endParaRPr i="0" sz="800" u="none" cap="none" strike="noStrike">
              <a:latin typeface="Salesforce Sans"/>
              <a:ea typeface="Salesforce Sans"/>
              <a:cs typeface="Salesforce Sans"/>
              <a:sym typeface="Salesforce Sans"/>
            </a:endParaRPr>
          </a:p>
        </p:txBody>
      </p:sp>
      <p:sp>
        <p:nvSpPr>
          <p:cNvPr id="5254" name="Google Shape;5254;p170"/>
          <p:cNvSpPr/>
          <p:nvPr/>
        </p:nvSpPr>
        <p:spPr>
          <a:xfrm>
            <a:off x="7653242" y="234011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5" name="Google Shape;5255;p170"/>
          <p:cNvSpPr txBox="1"/>
          <p:nvPr/>
        </p:nvSpPr>
        <p:spPr>
          <a:xfrm>
            <a:off x="7811494" y="231551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Ideation</a:t>
            </a:r>
            <a:endParaRPr i="0" sz="800" u="none" cap="none" strike="noStrike">
              <a:latin typeface="Salesforce Sans"/>
              <a:ea typeface="Salesforce Sans"/>
              <a:cs typeface="Salesforce Sans"/>
              <a:sym typeface="Salesforce Sans"/>
            </a:endParaRPr>
          </a:p>
        </p:txBody>
      </p:sp>
      <p:sp>
        <p:nvSpPr>
          <p:cNvPr id="5256" name="Google Shape;5256;p170"/>
          <p:cNvSpPr/>
          <p:nvPr/>
        </p:nvSpPr>
        <p:spPr>
          <a:xfrm>
            <a:off x="7653242" y="2658030"/>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57" name="Google Shape;5257;p170"/>
          <p:cNvSpPr txBox="1"/>
          <p:nvPr/>
        </p:nvSpPr>
        <p:spPr>
          <a:xfrm>
            <a:off x="7811494" y="263343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Profitability Modeling</a:t>
            </a:r>
            <a:endParaRPr i="0" sz="800" u="none" cap="none" strike="noStrike">
              <a:latin typeface="Salesforce Sans"/>
              <a:ea typeface="Salesforce Sans"/>
              <a:cs typeface="Salesforce Sans"/>
              <a:sym typeface="Salesforce Sans"/>
            </a:endParaRPr>
          </a:p>
        </p:txBody>
      </p:sp>
      <p:sp>
        <p:nvSpPr>
          <p:cNvPr id="5258" name="Google Shape;5258;p170"/>
          <p:cNvSpPr txBox="1"/>
          <p:nvPr/>
        </p:nvSpPr>
        <p:spPr>
          <a:xfrm>
            <a:off x="7811494" y="286739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t>
            </a:r>
            <a:r>
              <a:rPr i="0" lang="en" sz="800" u="none" cap="none" strike="noStrike">
                <a:latin typeface="Salesforce Sans"/>
                <a:ea typeface="Salesforce Sans"/>
                <a:cs typeface="Salesforce Sans"/>
                <a:sym typeface="Salesforce Sans"/>
              </a:rPr>
              <a:t>eature Build</a:t>
            </a:r>
            <a:endParaRPr i="0" sz="800" u="none" cap="none" strike="noStrike">
              <a:latin typeface="Salesforce Sans"/>
              <a:ea typeface="Salesforce Sans"/>
              <a:cs typeface="Salesforce Sans"/>
              <a:sym typeface="Salesforce Sans"/>
            </a:endParaRPr>
          </a:p>
        </p:txBody>
      </p:sp>
      <p:sp>
        <p:nvSpPr>
          <p:cNvPr id="5259" name="Google Shape;5259;p170"/>
          <p:cNvSpPr/>
          <p:nvPr/>
        </p:nvSpPr>
        <p:spPr>
          <a:xfrm>
            <a:off x="7653242" y="304936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60" name="Google Shape;5260;p170"/>
          <p:cNvSpPr txBox="1"/>
          <p:nvPr/>
        </p:nvSpPr>
        <p:spPr>
          <a:xfrm>
            <a:off x="7811494" y="302476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&amp; Compliance Review</a:t>
            </a:r>
            <a:endParaRPr i="0" sz="800" u="none" cap="none" strike="noStrike">
              <a:latin typeface="Salesforce Sans"/>
              <a:ea typeface="Salesforce Sans"/>
              <a:cs typeface="Salesforce Sans"/>
              <a:sym typeface="Salesforce Sans"/>
            </a:endParaRPr>
          </a:p>
        </p:txBody>
      </p:sp>
      <p:sp>
        <p:nvSpPr>
          <p:cNvPr id="5261" name="Google Shape;5261;p170"/>
          <p:cNvSpPr/>
          <p:nvPr/>
        </p:nvSpPr>
        <p:spPr>
          <a:xfrm>
            <a:off x="7653242" y="250065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2" name="Google Shape;5262;p170"/>
          <p:cNvSpPr txBox="1"/>
          <p:nvPr/>
        </p:nvSpPr>
        <p:spPr>
          <a:xfrm>
            <a:off x="7811494" y="247605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Feature Definition</a:t>
            </a:r>
            <a:endParaRPr i="0" sz="800" u="none" cap="none" strike="noStrike">
              <a:latin typeface="Salesforce Sans"/>
              <a:ea typeface="Salesforce Sans"/>
              <a:cs typeface="Salesforce Sans"/>
              <a:sym typeface="Salesforce Sans"/>
            </a:endParaRPr>
          </a:p>
        </p:txBody>
      </p:sp>
      <p:sp>
        <p:nvSpPr>
          <p:cNvPr id="5263" name="Google Shape;5263;p170"/>
          <p:cNvSpPr/>
          <p:nvPr/>
        </p:nvSpPr>
        <p:spPr>
          <a:xfrm>
            <a:off x="7653242" y="445338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64" name="Google Shape;5264;p170"/>
          <p:cNvSpPr txBox="1"/>
          <p:nvPr/>
        </p:nvSpPr>
        <p:spPr>
          <a:xfrm>
            <a:off x="7811494" y="442878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Facility Letter</a:t>
            </a:r>
            <a:endParaRPr i="0" sz="800" u="none" cap="none" strike="noStrike">
              <a:latin typeface="Salesforce Sans"/>
              <a:ea typeface="Salesforce Sans"/>
              <a:cs typeface="Salesforce Sans"/>
              <a:sym typeface="Salesforce Sans"/>
            </a:endParaRPr>
          </a:p>
        </p:txBody>
      </p:sp>
      <p:sp>
        <p:nvSpPr>
          <p:cNvPr id="5265" name="Google Shape;5265;p170"/>
          <p:cNvSpPr/>
          <p:nvPr/>
        </p:nvSpPr>
        <p:spPr>
          <a:xfrm>
            <a:off x="7653242" y="414181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6" name="Google Shape;5266;p170"/>
          <p:cNvSpPr txBox="1"/>
          <p:nvPr/>
        </p:nvSpPr>
        <p:spPr>
          <a:xfrm>
            <a:off x="7811494" y="411721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67" name="Google Shape;5267;p170"/>
          <p:cNvSpPr txBox="1"/>
          <p:nvPr/>
        </p:nvSpPr>
        <p:spPr>
          <a:xfrm>
            <a:off x="7811494" y="458615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Collections &amp; Recovery </a:t>
            </a:r>
            <a:endParaRPr i="0" sz="800" u="none" cap="none" strike="noStrike">
              <a:latin typeface="Salesforce Sans"/>
              <a:ea typeface="Salesforce Sans"/>
              <a:cs typeface="Salesforce Sans"/>
              <a:sym typeface="Salesforce Sans"/>
            </a:endParaRPr>
          </a:p>
        </p:txBody>
      </p:sp>
      <p:sp>
        <p:nvSpPr>
          <p:cNvPr id="5268" name="Google Shape;5268;p170"/>
          <p:cNvSpPr/>
          <p:nvPr/>
        </p:nvSpPr>
        <p:spPr>
          <a:xfrm>
            <a:off x="7653242" y="4847896"/>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9" name="Google Shape;5269;p170"/>
          <p:cNvSpPr txBox="1"/>
          <p:nvPr/>
        </p:nvSpPr>
        <p:spPr>
          <a:xfrm>
            <a:off x="7811494" y="4823296"/>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70" name="Google Shape;5270;p170"/>
          <p:cNvSpPr/>
          <p:nvPr/>
        </p:nvSpPr>
        <p:spPr>
          <a:xfrm>
            <a:off x="7653242" y="500225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71" name="Google Shape;5271;p170"/>
          <p:cNvSpPr txBox="1"/>
          <p:nvPr/>
        </p:nvSpPr>
        <p:spPr>
          <a:xfrm>
            <a:off x="7811494" y="497765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Deposit Processing</a:t>
            </a:r>
            <a:endParaRPr i="0" sz="800" u="none" cap="none" strike="noStrike">
              <a:latin typeface="Salesforce Sans"/>
              <a:ea typeface="Salesforce Sans"/>
              <a:cs typeface="Salesforce Sans"/>
              <a:sym typeface="Salesforce Sans"/>
            </a:endParaRPr>
          </a:p>
        </p:txBody>
      </p:sp>
      <p:sp>
        <p:nvSpPr>
          <p:cNvPr id="5272" name="Google Shape;5272;p170"/>
          <p:cNvSpPr/>
          <p:nvPr/>
        </p:nvSpPr>
        <p:spPr>
          <a:xfrm>
            <a:off x="7653242" y="320356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73" name="Google Shape;5273;p170"/>
          <p:cNvSpPr txBox="1"/>
          <p:nvPr/>
        </p:nvSpPr>
        <p:spPr>
          <a:xfrm>
            <a:off x="7811494" y="317896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 Rate-Setting</a:t>
            </a:r>
            <a:endParaRPr i="0" sz="800" u="none" cap="none" strike="noStrike">
              <a:latin typeface="Salesforce Sans"/>
              <a:ea typeface="Salesforce Sans"/>
              <a:cs typeface="Salesforce Sans"/>
              <a:sym typeface="Salesforce Sans"/>
            </a:endParaRPr>
          </a:p>
        </p:txBody>
      </p:sp>
      <p:sp>
        <p:nvSpPr>
          <p:cNvPr id="5274" name="Google Shape;5274;p170"/>
          <p:cNvSpPr txBox="1"/>
          <p:nvPr/>
        </p:nvSpPr>
        <p:spPr>
          <a:xfrm>
            <a:off x="7811494" y="42714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Credit Memo</a:t>
            </a:r>
            <a:endParaRPr i="0" sz="800" u="none" cap="none" strike="noStrike">
              <a:latin typeface="Salesforce Sans"/>
              <a:ea typeface="Salesforce Sans"/>
              <a:cs typeface="Salesforce Sans"/>
              <a:sym typeface="Salesforce Sans"/>
            </a:endParaRPr>
          </a:p>
        </p:txBody>
      </p:sp>
      <p:sp>
        <p:nvSpPr>
          <p:cNvPr id="5275" name="Google Shape;5275;p170"/>
          <p:cNvSpPr/>
          <p:nvPr/>
        </p:nvSpPr>
        <p:spPr>
          <a:xfrm>
            <a:off x="7653242" y="5622600"/>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76" name="Google Shape;5276;p170"/>
          <p:cNvSpPr txBox="1"/>
          <p:nvPr/>
        </p:nvSpPr>
        <p:spPr>
          <a:xfrm>
            <a:off x="7811494" y="565132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 Payment Matching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and Reconciliation</a:t>
            </a:r>
            <a:endParaRPr i="0" sz="800" u="none" cap="none" strike="noStrike">
              <a:latin typeface="Salesforce Sans"/>
              <a:ea typeface="Salesforce Sans"/>
              <a:cs typeface="Salesforce Sans"/>
              <a:sym typeface="Salesforce Sans"/>
            </a:endParaRPr>
          </a:p>
        </p:txBody>
      </p:sp>
      <p:sp>
        <p:nvSpPr>
          <p:cNvPr id="5277" name="Google Shape;5277;p170"/>
          <p:cNvSpPr/>
          <p:nvPr/>
        </p:nvSpPr>
        <p:spPr>
          <a:xfrm>
            <a:off x="7653242" y="589571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78" name="Google Shape;5278;p170"/>
          <p:cNvSpPr txBox="1"/>
          <p:nvPr/>
        </p:nvSpPr>
        <p:spPr>
          <a:xfrm>
            <a:off x="7811494" y="587111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Adjustment and Posting</a:t>
            </a:r>
            <a:endParaRPr i="0" sz="800" u="none" cap="none" strike="noStrike">
              <a:latin typeface="Salesforce Sans"/>
              <a:ea typeface="Salesforce Sans"/>
              <a:cs typeface="Salesforce Sans"/>
              <a:sym typeface="Salesforce Sans"/>
            </a:endParaRPr>
          </a:p>
        </p:txBody>
      </p:sp>
      <p:sp>
        <p:nvSpPr>
          <p:cNvPr id="5279" name="Google Shape;5279;p170"/>
          <p:cNvSpPr txBox="1"/>
          <p:nvPr/>
        </p:nvSpPr>
        <p:spPr>
          <a:xfrm>
            <a:off x="7811494" y="341293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Performance Visibility</a:t>
            </a:r>
            <a:endParaRPr i="0" sz="800" u="none" cap="none" strike="noStrike">
              <a:latin typeface="Salesforce Sans"/>
              <a:ea typeface="Salesforce Sans"/>
              <a:cs typeface="Salesforce Sans"/>
              <a:sym typeface="Salesforce Sans"/>
            </a:endParaRPr>
          </a:p>
        </p:txBody>
      </p:sp>
      <p:sp>
        <p:nvSpPr>
          <p:cNvPr id="5280" name="Google Shape;5280;p170"/>
          <p:cNvSpPr txBox="1"/>
          <p:nvPr/>
        </p:nvSpPr>
        <p:spPr>
          <a:xfrm>
            <a:off x="7811494" y="372767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Activation</a:t>
            </a:r>
            <a:endParaRPr i="0" sz="800" u="none" cap="none" strike="noStrike">
              <a:latin typeface="Salesforce Sans"/>
              <a:ea typeface="Salesforce Sans"/>
              <a:cs typeface="Salesforce Sans"/>
              <a:sym typeface="Salesforce Sans"/>
            </a:endParaRPr>
          </a:p>
        </p:txBody>
      </p:sp>
      <p:sp>
        <p:nvSpPr>
          <p:cNvPr id="5281" name="Google Shape;5281;p170"/>
          <p:cNvSpPr/>
          <p:nvPr/>
        </p:nvSpPr>
        <p:spPr>
          <a:xfrm>
            <a:off x="7653242" y="52356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82" name="Google Shape;5282;p170"/>
          <p:cNvSpPr txBox="1"/>
          <p:nvPr/>
        </p:nvSpPr>
        <p:spPr>
          <a:xfrm>
            <a:off x="7811494" y="52110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Payment Processing</a:t>
            </a:r>
            <a:endParaRPr i="0" sz="800" u="none" cap="none" strike="noStrike">
              <a:latin typeface="Salesforce Sans"/>
              <a:ea typeface="Salesforce Sans"/>
              <a:cs typeface="Salesforce Sans"/>
              <a:sym typeface="Salesforce Sans"/>
            </a:endParaRPr>
          </a:p>
        </p:txBody>
      </p:sp>
      <p:sp>
        <p:nvSpPr>
          <p:cNvPr id="5283" name="Google Shape;5283;p170"/>
          <p:cNvSpPr/>
          <p:nvPr/>
        </p:nvSpPr>
        <p:spPr>
          <a:xfrm>
            <a:off x="6401215" y="286739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Dev &amp; Build</a:t>
            </a:r>
            <a:endParaRPr b="1" i="0" sz="900" u="none" cap="none" strike="noStrike">
              <a:solidFill>
                <a:srgbClr val="066AFE"/>
              </a:solidFill>
              <a:latin typeface="Salesforce Sans"/>
              <a:ea typeface="Salesforce Sans"/>
              <a:cs typeface="Salesforce Sans"/>
              <a:sym typeface="Salesforce Sans"/>
            </a:endParaRPr>
          </a:p>
        </p:txBody>
      </p:sp>
      <p:sp>
        <p:nvSpPr>
          <p:cNvPr id="5284" name="Google Shape;5284;p170"/>
          <p:cNvSpPr/>
          <p:nvPr/>
        </p:nvSpPr>
        <p:spPr>
          <a:xfrm>
            <a:off x="6401215" y="2158141"/>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Value Prop Strategy &amp; Design</a:t>
            </a:r>
            <a:endParaRPr b="1" i="0" sz="900" u="none" cap="none" strike="noStrike">
              <a:solidFill>
                <a:srgbClr val="066AFE"/>
              </a:solidFill>
              <a:latin typeface="Salesforce Sans"/>
              <a:ea typeface="Salesforce Sans"/>
              <a:cs typeface="Salesforce Sans"/>
              <a:sym typeface="Salesforce Sans"/>
            </a:endParaRPr>
          </a:p>
        </p:txBody>
      </p:sp>
      <p:sp>
        <p:nvSpPr>
          <p:cNvPr id="5285" name="Google Shape;5285;p170"/>
          <p:cNvSpPr/>
          <p:nvPr/>
        </p:nvSpPr>
        <p:spPr>
          <a:xfrm>
            <a:off x="6401214" y="5594469"/>
            <a:ext cx="1116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Reconciliations</a:t>
            </a:r>
            <a:endParaRPr b="1" i="0" sz="900" u="none" cap="none" strike="noStrike">
              <a:solidFill>
                <a:srgbClr val="066AFE"/>
              </a:solidFill>
              <a:latin typeface="Salesforce Sans"/>
              <a:ea typeface="Salesforce Sans"/>
              <a:cs typeface="Salesforce Sans"/>
              <a:sym typeface="Salesforce Sans"/>
            </a:endParaRPr>
          </a:p>
        </p:txBody>
      </p:sp>
      <p:sp>
        <p:nvSpPr>
          <p:cNvPr id="5286" name="Google Shape;5286;p170"/>
          <p:cNvSpPr/>
          <p:nvPr/>
        </p:nvSpPr>
        <p:spPr>
          <a:xfrm>
            <a:off x="6401215" y="412038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Lending Operations</a:t>
            </a:r>
            <a:endParaRPr b="1" i="0" sz="900" u="none" cap="none" strike="noStrike">
              <a:solidFill>
                <a:srgbClr val="066AFE"/>
              </a:solidFill>
              <a:latin typeface="Salesforce Sans"/>
              <a:ea typeface="Salesforce Sans"/>
              <a:cs typeface="Salesforce Sans"/>
              <a:sym typeface="Salesforce Sans"/>
            </a:endParaRPr>
          </a:p>
        </p:txBody>
      </p:sp>
      <p:sp>
        <p:nvSpPr>
          <p:cNvPr id="5287" name="Google Shape;5287;p170"/>
          <p:cNvSpPr/>
          <p:nvPr/>
        </p:nvSpPr>
        <p:spPr>
          <a:xfrm>
            <a:off x="6401215" y="482329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Deposit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5288" name="Google Shape;5288;p170"/>
          <p:cNvSpPr/>
          <p:nvPr/>
        </p:nvSpPr>
        <p:spPr>
          <a:xfrm>
            <a:off x="6401214" y="5214200"/>
            <a:ext cx="1253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Payment &amp;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Trans</a:t>
            </a:r>
            <a:r>
              <a:rPr b="1" lang="en" sz="900">
                <a:solidFill>
                  <a:srgbClr val="066AFE"/>
                </a:solidFill>
                <a:latin typeface="Salesforce Sans"/>
                <a:ea typeface="Salesforce Sans"/>
                <a:cs typeface="Salesforce Sans"/>
                <a:sym typeface="Salesforce Sans"/>
              </a:rPr>
              <a:t>fer Operations</a:t>
            </a:r>
            <a:endParaRPr b="1" i="0" sz="900" u="none" cap="none" strike="noStrike">
              <a:solidFill>
                <a:srgbClr val="066AFE"/>
              </a:solidFill>
              <a:latin typeface="Salesforce Sans"/>
              <a:ea typeface="Salesforce Sans"/>
              <a:cs typeface="Salesforce Sans"/>
              <a:sym typeface="Salesforce Sans"/>
            </a:endParaRPr>
          </a:p>
        </p:txBody>
      </p:sp>
      <p:sp>
        <p:nvSpPr>
          <p:cNvPr id="5289" name="Google Shape;5289;p170"/>
          <p:cNvSpPr/>
          <p:nvPr/>
        </p:nvSpPr>
        <p:spPr>
          <a:xfrm>
            <a:off x="6401215" y="3412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Onboarding</a:t>
            </a:r>
            <a:endParaRPr b="1" i="0" sz="900" u="none" cap="none" strike="noStrike">
              <a:solidFill>
                <a:srgbClr val="066AFE"/>
              </a:solidFill>
              <a:latin typeface="Salesforce Sans"/>
              <a:ea typeface="Salesforce Sans"/>
              <a:cs typeface="Salesforce Sans"/>
              <a:sym typeface="Salesforce Sans"/>
            </a:endParaRPr>
          </a:p>
        </p:txBody>
      </p:sp>
      <p:sp>
        <p:nvSpPr>
          <p:cNvPr id="5290" name="Google Shape;5290;p170"/>
          <p:cNvSpPr/>
          <p:nvPr/>
        </p:nvSpPr>
        <p:spPr>
          <a:xfrm>
            <a:off x="7653242" y="769282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1" name="Google Shape;5291;p170"/>
          <p:cNvSpPr txBox="1"/>
          <p:nvPr/>
        </p:nvSpPr>
        <p:spPr>
          <a:xfrm>
            <a:off x="7805144" y="766822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Translation</a:t>
            </a:r>
            <a:endParaRPr i="0" sz="800" u="none" cap="none" strike="noStrike">
              <a:latin typeface="Salesforce Sans"/>
              <a:ea typeface="Salesforce Sans"/>
              <a:cs typeface="Salesforce Sans"/>
              <a:sym typeface="Salesforce Sans"/>
            </a:endParaRPr>
          </a:p>
        </p:txBody>
      </p:sp>
      <p:sp>
        <p:nvSpPr>
          <p:cNvPr id="5292" name="Google Shape;5292;p170"/>
          <p:cNvSpPr/>
          <p:nvPr/>
        </p:nvSpPr>
        <p:spPr>
          <a:xfrm>
            <a:off x="7653242" y="79267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93" name="Google Shape;5293;p170"/>
          <p:cNvSpPr txBox="1"/>
          <p:nvPr/>
        </p:nvSpPr>
        <p:spPr>
          <a:xfrm>
            <a:off x="7811494" y="790218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Intake</a:t>
            </a:r>
            <a:endParaRPr i="0" sz="800" u="none" cap="none" strike="noStrike">
              <a:latin typeface="Salesforce Sans"/>
              <a:ea typeface="Salesforce Sans"/>
              <a:cs typeface="Salesforce Sans"/>
              <a:sym typeface="Salesforce Sans"/>
            </a:endParaRPr>
          </a:p>
        </p:txBody>
      </p:sp>
      <p:sp>
        <p:nvSpPr>
          <p:cNvPr id="5294" name="Google Shape;5294;p170"/>
          <p:cNvSpPr/>
          <p:nvPr/>
        </p:nvSpPr>
        <p:spPr>
          <a:xfrm>
            <a:off x="7653242" y="722070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95" name="Google Shape;5295;p170"/>
          <p:cNvSpPr txBox="1"/>
          <p:nvPr/>
        </p:nvSpPr>
        <p:spPr>
          <a:xfrm>
            <a:off x="7801969" y="718449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Requirements</a:t>
            </a:r>
            <a:endParaRPr i="0" sz="800" u="none" cap="none" strike="noStrike">
              <a:latin typeface="Salesforce Sans"/>
              <a:ea typeface="Salesforce Sans"/>
              <a:cs typeface="Salesforce Sans"/>
              <a:sym typeface="Salesforce Sans"/>
            </a:endParaRPr>
          </a:p>
        </p:txBody>
      </p:sp>
      <p:sp>
        <p:nvSpPr>
          <p:cNvPr id="5296" name="Google Shape;5296;p170"/>
          <p:cNvSpPr/>
          <p:nvPr/>
        </p:nvSpPr>
        <p:spPr>
          <a:xfrm>
            <a:off x="7653242" y="73780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7" name="Google Shape;5297;p170"/>
          <p:cNvSpPr txBox="1"/>
          <p:nvPr/>
        </p:nvSpPr>
        <p:spPr>
          <a:xfrm>
            <a:off x="7805144" y="735348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Documentation </a:t>
            </a:r>
            <a:endParaRPr i="0" sz="800" u="none" cap="none" strike="noStrike">
              <a:latin typeface="Salesforce Sans"/>
              <a:ea typeface="Salesforce Sans"/>
              <a:cs typeface="Salesforce Sans"/>
              <a:sym typeface="Salesforce Sans"/>
            </a:endParaRPr>
          </a:p>
        </p:txBody>
      </p:sp>
      <p:sp>
        <p:nvSpPr>
          <p:cNvPr id="5298" name="Google Shape;5298;p170"/>
          <p:cNvSpPr/>
          <p:nvPr/>
        </p:nvSpPr>
        <p:spPr>
          <a:xfrm>
            <a:off x="7653242" y="753545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9" name="Google Shape;5299;p170"/>
          <p:cNvSpPr txBox="1"/>
          <p:nvPr/>
        </p:nvSpPr>
        <p:spPr>
          <a:xfrm>
            <a:off x="7811494" y="751085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a:t>
            </a:r>
            <a:endParaRPr i="0" sz="800" u="none" cap="none" strike="noStrike">
              <a:latin typeface="Salesforce Sans"/>
              <a:ea typeface="Salesforce Sans"/>
              <a:cs typeface="Salesforce Sans"/>
              <a:sym typeface="Salesforce Sans"/>
            </a:endParaRPr>
          </a:p>
        </p:txBody>
      </p:sp>
      <p:sp>
        <p:nvSpPr>
          <p:cNvPr id="5300" name="Google Shape;5300;p170"/>
          <p:cNvSpPr/>
          <p:nvPr/>
        </p:nvSpPr>
        <p:spPr>
          <a:xfrm>
            <a:off x="7653242" y="810103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01" name="Google Shape;5301;p170"/>
          <p:cNvSpPr txBox="1"/>
          <p:nvPr/>
        </p:nvSpPr>
        <p:spPr>
          <a:xfrm>
            <a:off x="7801975" y="8076432"/>
            <a:ext cx="2089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&amp; Troubleshooting</a:t>
            </a:r>
            <a:endParaRPr i="0" sz="800" u="none" cap="none" strike="noStrike">
              <a:latin typeface="Salesforce Sans"/>
              <a:ea typeface="Salesforce Sans"/>
              <a:cs typeface="Salesforce Sans"/>
              <a:sym typeface="Salesforce Sans"/>
            </a:endParaRPr>
          </a:p>
        </p:txBody>
      </p:sp>
      <p:sp>
        <p:nvSpPr>
          <p:cNvPr id="5302" name="Google Shape;5302;p170"/>
          <p:cNvSpPr/>
          <p:nvPr/>
        </p:nvSpPr>
        <p:spPr>
          <a:xfrm>
            <a:off x="7653242" y="82752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03" name="Google Shape;5303;p170"/>
          <p:cNvSpPr txBox="1"/>
          <p:nvPr/>
        </p:nvSpPr>
        <p:spPr>
          <a:xfrm>
            <a:off x="7801969" y="825067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Knowledge</a:t>
            </a:r>
            <a:endParaRPr i="0" sz="800" u="none" cap="none" strike="noStrike">
              <a:latin typeface="Salesforce Sans"/>
              <a:ea typeface="Salesforce Sans"/>
              <a:cs typeface="Salesforce Sans"/>
              <a:sym typeface="Salesforce Sans"/>
            </a:endParaRPr>
          </a:p>
        </p:txBody>
      </p:sp>
      <p:sp>
        <p:nvSpPr>
          <p:cNvPr id="5304" name="Google Shape;5304;p170"/>
          <p:cNvSpPr/>
          <p:nvPr/>
        </p:nvSpPr>
        <p:spPr>
          <a:xfrm>
            <a:off x="6401215" y="790382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5305" name="Google Shape;5305;p170"/>
          <p:cNvSpPr/>
          <p:nvPr/>
        </p:nvSpPr>
        <p:spPr>
          <a:xfrm>
            <a:off x="6401215" y="7196106"/>
            <a:ext cx="892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Technology Modernization</a:t>
            </a:r>
            <a:endParaRPr b="1" i="0" sz="900" u="none" cap="none" strike="noStrike">
              <a:solidFill>
                <a:srgbClr val="066AFE"/>
              </a:solidFill>
              <a:latin typeface="Salesforce Sans"/>
              <a:ea typeface="Salesforce Sans"/>
              <a:cs typeface="Salesforce Sans"/>
              <a:sym typeface="Salesforce Sans"/>
            </a:endParaRPr>
          </a:p>
        </p:txBody>
      </p:sp>
      <p:sp>
        <p:nvSpPr>
          <p:cNvPr id="5306" name="Google Shape;5306;p170"/>
          <p:cNvSpPr txBox="1"/>
          <p:nvPr/>
        </p:nvSpPr>
        <p:spPr>
          <a:xfrm>
            <a:off x="7811494" y="388414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Compliance Guardrails</a:t>
            </a:r>
            <a:endParaRPr i="0" sz="800" u="none" cap="none" strike="noStrike">
              <a:latin typeface="Salesforce Sans"/>
              <a:ea typeface="Salesforce Sans"/>
              <a:cs typeface="Salesforce Sans"/>
              <a:sym typeface="Salesforce Sans"/>
            </a:endParaRPr>
          </a:p>
        </p:txBody>
      </p:sp>
      <p:sp>
        <p:nvSpPr>
          <p:cNvPr id="5307" name="Google Shape;5307;p170"/>
          <p:cNvSpPr txBox="1"/>
          <p:nvPr/>
        </p:nvSpPr>
        <p:spPr>
          <a:xfrm>
            <a:off x="7811494" y="357030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Onboarding </a:t>
            </a:r>
            <a:endParaRPr i="0" sz="800" u="none" cap="none" strike="noStrike">
              <a:latin typeface="Salesforce Sans"/>
              <a:ea typeface="Salesforce Sans"/>
              <a:cs typeface="Salesforce Sans"/>
              <a:sym typeface="Salesforce Sans"/>
            </a:endParaRPr>
          </a:p>
        </p:txBody>
      </p:sp>
      <p:sp>
        <p:nvSpPr>
          <p:cNvPr id="5308" name="Google Shape;5308;p170"/>
          <p:cNvSpPr/>
          <p:nvPr/>
        </p:nvSpPr>
        <p:spPr>
          <a:xfrm>
            <a:off x="7653242" y="359490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09" name="Google Shape;5309;p170"/>
          <p:cNvSpPr txBox="1"/>
          <p:nvPr/>
        </p:nvSpPr>
        <p:spPr>
          <a:xfrm>
            <a:off x="7811294" y="6260866"/>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Disaster Recovery</a:t>
            </a:r>
            <a:endParaRPr i="0" sz="800" u="none" cap="none" strike="noStrike">
              <a:latin typeface="Salesforce Sans"/>
              <a:ea typeface="Salesforce Sans"/>
              <a:cs typeface="Salesforce Sans"/>
              <a:sym typeface="Salesforce Sans"/>
            </a:endParaRPr>
          </a:p>
        </p:txBody>
      </p:sp>
      <p:sp>
        <p:nvSpPr>
          <p:cNvPr id="5310" name="Google Shape;5310;p170"/>
          <p:cNvSpPr txBox="1"/>
          <p:nvPr/>
        </p:nvSpPr>
        <p:spPr>
          <a:xfrm>
            <a:off x="7823994" y="641788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5311" name="Google Shape;5311;p170"/>
          <p:cNvSpPr txBox="1"/>
          <p:nvPr/>
        </p:nvSpPr>
        <p:spPr>
          <a:xfrm>
            <a:off x="7811294" y="610384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Continuity Planning</a:t>
            </a:r>
            <a:endParaRPr i="0" sz="800" u="none" cap="none" strike="noStrike">
              <a:latin typeface="Salesforce Sans"/>
              <a:ea typeface="Salesforce Sans"/>
              <a:cs typeface="Salesforce Sans"/>
              <a:sym typeface="Salesforce Sans"/>
            </a:endParaRPr>
          </a:p>
        </p:txBody>
      </p:sp>
      <p:sp>
        <p:nvSpPr>
          <p:cNvPr id="5312" name="Google Shape;5312;p170"/>
          <p:cNvSpPr txBox="1"/>
          <p:nvPr/>
        </p:nvSpPr>
        <p:spPr>
          <a:xfrm>
            <a:off x="7823994" y="657491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5313" name="Google Shape;5313;p170"/>
          <p:cNvSpPr txBox="1"/>
          <p:nvPr/>
        </p:nvSpPr>
        <p:spPr>
          <a:xfrm>
            <a:off x="7807494" y="6964910"/>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Offensive Security Testing</a:t>
            </a:r>
            <a:endParaRPr i="0" sz="800" u="none" cap="none" strike="noStrike">
              <a:latin typeface="Salesforce Sans"/>
              <a:ea typeface="Salesforce Sans"/>
              <a:cs typeface="Salesforce Sans"/>
              <a:sym typeface="Salesforce Sans"/>
            </a:endParaRPr>
          </a:p>
        </p:txBody>
      </p:sp>
      <p:sp>
        <p:nvSpPr>
          <p:cNvPr id="5314" name="Google Shape;5314;p170"/>
          <p:cNvSpPr txBox="1"/>
          <p:nvPr/>
        </p:nvSpPr>
        <p:spPr>
          <a:xfrm>
            <a:off x="7813844" y="680753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Access &amp; Security Policy Creation</a:t>
            </a:r>
            <a:endParaRPr i="0" sz="800" u="none" cap="none" strike="noStrike">
              <a:latin typeface="Salesforce Sans"/>
              <a:ea typeface="Salesforce Sans"/>
              <a:cs typeface="Salesforce Sans"/>
              <a:sym typeface="Salesforce Sans"/>
            </a:endParaRPr>
          </a:p>
        </p:txBody>
      </p:sp>
      <p:sp>
        <p:nvSpPr>
          <p:cNvPr id="5315" name="Google Shape;5315;p170"/>
          <p:cNvSpPr/>
          <p:nvPr/>
        </p:nvSpPr>
        <p:spPr>
          <a:xfrm>
            <a:off x="6401215" y="6113367"/>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Infra Operations</a:t>
            </a:r>
            <a:endParaRPr b="1" i="0" sz="900" u="none" cap="none" strike="noStrike">
              <a:solidFill>
                <a:srgbClr val="066AFE"/>
              </a:solidFill>
              <a:latin typeface="Salesforce Sans"/>
              <a:ea typeface="Salesforce Sans"/>
              <a:cs typeface="Salesforce Sans"/>
              <a:sym typeface="Salesforce Sans"/>
            </a:endParaRPr>
          </a:p>
        </p:txBody>
      </p:sp>
      <p:sp>
        <p:nvSpPr>
          <p:cNvPr id="5316" name="Google Shape;5316;p170"/>
          <p:cNvSpPr/>
          <p:nvPr/>
        </p:nvSpPr>
        <p:spPr>
          <a:xfrm>
            <a:off x="6401215" y="6813888"/>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a:t>
            </a:r>
            <a:r>
              <a:rPr b="1" lang="en" sz="900">
                <a:solidFill>
                  <a:srgbClr val="066AFE"/>
                </a:solidFill>
                <a:latin typeface="Salesforce Sans"/>
                <a:ea typeface="Salesforce Sans"/>
                <a:cs typeface="Salesforce Sans"/>
                <a:sym typeface="Salesforce Sans"/>
              </a:rPr>
              <a:t> Security</a:t>
            </a:r>
            <a:endParaRPr b="1" i="0" sz="900" u="none" cap="none" strike="noStrike">
              <a:solidFill>
                <a:srgbClr val="066AFE"/>
              </a:solidFill>
              <a:latin typeface="Salesforce Sans"/>
              <a:ea typeface="Salesforce Sans"/>
              <a:cs typeface="Salesforce Sans"/>
              <a:sym typeface="Salesforce Sans"/>
            </a:endParaRPr>
          </a:p>
        </p:txBody>
      </p:sp>
      <p:sp>
        <p:nvSpPr>
          <p:cNvPr id="5317" name="Google Shape;5317;p170"/>
          <p:cNvSpPr txBox="1"/>
          <p:nvPr/>
        </p:nvSpPr>
        <p:spPr>
          <a:xfrm>
            <a:off x="5042141"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318" name="Google Shape;5318;p170"/>
          <p:cNvSpPr txBox="1"/>
          <p:nvPr/>
        </p:nvSpPr>
        <p:spPr>
          <a:xfrm>
            <a:off x="7814431" y="176824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Development</a:t>
            </a:r>
            <a:endParaRPr sz="800">
              <a:latin typeface="Salesforce Sans"/>
              <a:ea typeface="Salesforce Sans"/>
              <a:cs typeface="Salesforce Sans"/>
              <a:sym typeface="Salesforce Sans"/>
            </a:endParaRPr>
          </a:p>
        </p:txBody>
      </p:sp>
      <p:sp>
        <p:nvSpPr>
          <p:cNvPr id="5319" name="Google Shape;5319;p170"/>
          <p:cNvSpPr txBox="1"/>
          <p:nvPr/>
        </p:nvSpPr>
        <p:spPr>
          <a:xfrm>
            <a:off x="7814431" y="1611400"/>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Inventory management</a:t>
            </a:r>
            <a:endParaRPr sz="800">
              <a:latin typeface="Salesforce Sans"/>
              <a:ea typeface="Salesforce Sans"/>
              <a:cs typeface="Salesforce Sans"/>
              <a:sym typeface="Salesforce Sans"/>
            </a:endParaRPr>
          </a:p>
        </p:txBody>
      </p:sp>
      <p:sp>
        <p:nvSpPr>
          <p:cNvPr id="5320" name="Google Shape;5320;p170"/>
          <p:cNvSpPr txBox="1"/>
          <p:nvPr/>
        </p:nvSpPr>
        <p:spPr>
          <a:xfrm>
            <a:off x="6406430"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321" name="Google Shape;5321;p170"/>
          <p:cNvGrpSpPr/>
          <p:nvPr/>
        </p:nvGrpSpPr>
        <p:grpSpPr>
          <a:xfrm>
            <a:off x="4927454" y="1635959"/>
            <a:ext cx="1322400" cy="449700"/>
            <a:chOff x="755165" y="1828821"/>
            <a:chExt cx="1322400" cy="449700"/>
          </a:xfrm>
        </p:grpSpPr>
        <p:sp>
          <p:nvSpPr>
            <p:cNvPr id="5322" name="Google Shape;532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23" name="Google Shape;532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5324" name="Google Shape;5324;p170"/>
          <p:cNvSpPr txBox="1"/>
          <p:nvPr/>
        </p:nvSpPr>
        <p:spPr>
          <a:xfrm>
            <a:off x="7816818"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325" name="Google Shape;5325;p170"/>
          <p:cNvSpPr txBox="1"/>
          <p:nvPr/>
        </p:nvSpPr>
        <p:spPr>
          <a:xfrm>
            <a:off x="6401215"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Model Risk Management</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326" name="Google Shape;5326;p170"/>
          <p:cNvGrpSpPr/>
          <p:nvPr/>
        </p:nvGrpSpPr>
        <p:grpSpPr>
          <a:xfrm>
            <a:off x="4927454" y="2134746"/>
            <a:ext cx="1322400" cy="449700"/>
            <a:chOff x="755165" y="1828821"/>
            <a:chExt cx="1322400" cy="449700"/>
          </a:xfrm>
        </p:grpSpPr>
        <p:sp>
          <p:nvSpPr>
            <p:cNvPr id="5327" name="Google Shape;532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28" name="Google Shape;532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Products</a:t>
              </a:r>
              <a:endParaRPr sz="900">
                <a:solidFill>
                  <a:srgbClr val="FFFFFF"/>
                </a:solidFill>
                <a:latin typeface="Avant Garde Demi SFDC"/>
                <a:ea typeface="Avant Garde Demi SFDC"/>
                <a:cs typeface="Avant Garde Demi SFDC"/>
                <a:sym typeface="Avant Garde Demi SFDC"/>
              </a:endParaRPr>
            </a:p>
          </p:txBody>
        </p:sp>
      </p:grpSp>
      <p:grpSp>
        <p:nvGrpSpPr>
          <p:cNvPr id="5329" name="Google Shape;5329;p170"/>
          <p:cNvGrpSpPr/>
          <p:nvPr/>
        </p:nvGrpSpPr>
        <p:grpSpPr>
          <a:xfrm>
            <a:off x="4927454" y="4150296"/>
            <a:ext cx="1322400" cy="449700"/>
            <a:chOff x="755165" y="1828821"/>
            <a:chExt cx="1322400" cy="449700"/>
          </a:xfrm>
        </p:grpSpPr>
        <p:sp>
          <p:nvSpPr>
            <p:cNvPr id="5330" name="Google Shape;5330;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31" name="Google Shape;5331;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grpSp>
        <p:nvGrpSpPr>
          <p:cNvPr id="5332" name="Google Shape;5332;p170"/>
          <p:cNvGrpSpPr/>
          <p:nvPr/>
        </p:nvGrpSpPr>
        <p:grpSpPr>
          <a:xfrm>
            <a:off x="4927454" y="6136146"/>
            <a:ext cx="1322400" cy="449700"/>
            <a:chOff x="755165" y="1828821"/>
            <a:chExt cx="1322400" cy="449700"/>
          </a:xfrm>
        </p:grpSpPr>
        <p:sp>
          <p:nvSpPr>
            <p:cNvPr id="5333" name="Google Shape;5333;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34" name="Google Shape;5334;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Technology</a:t>
              </a:r>
              <a:endParaRPr sz="900">
                <a:solidFill>
                  <a:srgbClr val="FFFFFF"/>
                </a:solidFill>
                <a:latin typeface="Avant Garde Demi SFDC"/>
                <a:ea typeface="Avant Garde Demi SFDC"/>
                <a:cs typeface="Avant Garde Demi SFDC"/>
                <a:sym typeface="Avant Garde Demi SFDC"/>
              </a:endParaRPr>
            </a:p>
          </p:txBody>
        </p:sp>
      </p:grpSp>
      <p:sp>
        <p:nvSpPr>
          <p:cNvPr id="5335" name="Google Shape;5335;p170"/>
          <p:cNvSpPr txBox="1"/>
          <p:nvPr/>
        </p:nvSpPr>
        <p:spPr>
          <a:xfrm>
            <a:off x="9617033"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336" name="Google Shape;5336;p170"/>
          <p:cNvSpPr/>
          <p:nvPr/>
        </p:nvSpPr>
        <p:spPr>
          <a:xfrm>
            <a:off x="12013084" y="939798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37" name="Google Shape;5337;p170"/>
          <p:cNvSpPr txBox="1"/>
          <p:nvPr/>
        </p:nvSpPr>
        <p:spPr>
          <a:xfrm>
            <a:off x="12177393" y="9364517"/>
            <a:ext cx="18684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5338" name="Google Shape;5338;p170"/>
          <p:cNvSpPr/>
          <p:nvPr/>
        </p:nvSpPr>
        <p:spPr>
          <a:xfrm>
            <a:off x="12013084" y="78927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39" name="Google Shape;5339;p170"/>
          <p:cNvSpPr/>
          <p:nvPr/>
        </p:nvSpPr>
        <p:spPr>
          <a:xfrm>
            <a:off x="12013084" y="881779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0" name="Google Shape;5340;p170"/>
          <p:cNvSpPr/>
          <p:nvPr/>
        </p:nvSpPr>
        <p:spPr>
          <a:xfrm>
            <a:off x="12013084" y="8485387"/>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1" name="Google Shape;5341;p170"/>
          <p:cNvSpPr/>
          <p:nvPr/>
        </p:nvSpPr>
        <p:spPr>
          <a:xfrm>
            <a:off x="12013084" y="923012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42" name="Google Shape;5342;p170"/>
          <p:cNvSpPr/>
          <p:nvPr/>
        </p:nvSpPr>
        <p:spPr>
          <a:xfrm>
            <a:off x="12013084" y="8257270"/>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3" name="Google Shape;5343;p170"/>
          <p:cNvSpPr/>
          <p:nvPr/>
        </p:nvSpPr>
        <p:spPr>
          <a:xfrm>
            <a:off x="12013084" y="8651591"/>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4" name="Google Shape;5344;p170"/>
          <p:cNvSpPr txBox="1"/>
          <p:nvPr/>
        </p:nvSpPr>
        <p:spPr>
          <a:xfrm>
            <a:off x="12177400" y="7367810"/>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Skills Assessment</a:t>
            </a:r>
            <a:endParaRPr i="0" sz="800" u="none" cap="none" strike="noStrike">
              <a:latin typeface="Salesforce Sans"/>
              <a:ea typeface="Salesforce Sans"/>
              <a:cs typeface="Salesforce Sans"/>
              <a:sym typeface="Salesforce Sans"/>
            </a:endParaRPr>
          </a:p>
        </p:txBody>
      </p:sp>
      <p:sp>
        <p:nvSpPr>
          <p:cNvPr id="5345" name="Google Shape;5345;p170"/>
          <p:cNvSpPr txBox="1"/>
          <p:nvPr/>
        </p:nvSpPr>
        <p:spPr>
          <a:xfrm>
            <a:off x="12177400" y="764996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5346" name="Google Shape;5346;p170"/>
          <p:cNvSpPr txBox="1"/>
          <p:nvPr/>
        </p:nvSpPr>
        <p:spPr>
          <a:xfrm>
            <a:off x="12177400" y="785930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Reporting</a:t>
            </a:r>
            <a:endParaRPr i="0" sz="800" u="none" cap="none" strike="noStrike">
              <a:latin typeface="Salesforce Sans"/>
              <a:ea typeface="Salesforce Sans"/>
              <a:cs typeface="Salesforce Sans"/>
              <a:sym typeface="Salesforce Sans"/>
            </a:endParaRPr>
          </a:p>
        </p:txBody>
      </p:sp>
      <p:sp>
        <p:nvSpPr>
          <p:cNvPr id="5347" name="Google Shape;5347;p170"/>
          <p:cNvSpPr txBox="1"/>
          <p:nvPr/>
        </p:nvSpPr>
        <p:spPr>
          <a:xfrm>
            <a:off x="12177400" y="8778718"/>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5348" name="Google Shape;5348;p170"/>
          <p:cNvSpPr txBox="1"/>
          <p:nvPr/>
        </p:nvSpPr>
        <p:spPr>
          <a:xfrm>
            <a:off x="12177400" y="8450042"/>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5349" name="Google Shape;5349;p170"/>
          <p:cNvSpPr txBox="1"/>
          <p:nvPr/>
        </p:nvSpPr>
        <p:spPr>
          <a:xfrm>
            <a:off x="12177400" y="9196663"/>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5350" name="Google Shape;5350;p170"/>
          <p:cNvSpPr txBox="1"/>
          <p:nvPr/>
        </p:nvSpPr>
        <p:spPr>
          <a:xfrm>
            <a:off x="12177400" y="9019276"/>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5351" name="Google Shape;5351;p170"/>
          <p:cNvSpPr txBox="1"/>
          <p:nvPr/>
        </p:nvSpPr>
        <p:spPr>
          <a:xfrm>
            <a:off x="12177400" y="822379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5352" name="Google Shape;5352;p170"/>
          <p:cNvSpPr txBox="1"/>
          <p:nvPr/>
        </p:nvSpPr>
        <p:spPr>
          <a:xfrm>
            <a:off x="12177400" y="8614380"/>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5353" name="Google Shape;5353;p170"/>
          <p:cNvSpPr/>
          <p:nvPr/>
        </p:nvSpPr>
        <p:spPr>
          <a:xfrm>
            <a:off x="10976107" y="737407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354" name="Google Shape;5354;p170"/>
          <p:cNvSpPr/>
          <p:nvPr/>
        </p:nvSpPr>
        <p:spPr>
          <a:xfrm>
            <a:off x="10976107" y="9030426"/>
            <a:ext cx="8736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M</a:t>
            </a:r>
            <a:r>
              <a:rPr b="1" lang="en" sz="900">
                <a:solidFill>
                  <a:srgbClr val="066AFE"/>
                </a:solidFill>
                <a:latin typeface="Salesforce Sans"/>
                <a:ea typeface="Salesforce Sans"/>
                <a:cs typeface="Salesforce Sans"/>
                <a:sym typeface="Salesforce Sans"/>
              </a:rPr>
              <a:t>anagement &amp;</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5355" name="Google Shape;5355;p170"/>
          <p:cNvSpPr/>
          <p:nvPr/>
        </p:nvSpPr>
        <p:spPr>
          <a:xfrm>
            <a:off x="10976107" y="8233907"/>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5356" name="Google Shape;5356;p170"/>
          <p:cNvSpPr/>
          <p:nvPr/>
        </p:nvSpPr>
        <p:spPr>
          <a:xfrm>
            <a:off x="12013084" y="242894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7" name="Google Shape;5357;p170"/>
          <p:cNvSpPr/>
          <p:nvPr/>
        </p:nvSpPr>
        <p:spPr>
          <a:xfrm>
            <a:off x="12013084" y="302183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8" name="Google Shape;5358;p170"/>
          <p:cNvSpPr/>
          <p:nvPr/>
        </p:nvSpPr>
        <p:spPr>
          <a:xfrm>
            <a:off x="12013084" y="330399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9" name="Google Shape;5359;p170"/>
          <p:cNvSpPr/>
          <p:nvPr/>
        </p:nvSpPr>
        <p:spPr>
          <a:xfrm>
            <a:off x="12013084" y="272538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60" name="Google Shape;5360;p170"/>
          <p:cNvSpPr txBox="1"/>
          <p:nvPr/>
        </p:nvSpPr>
        <p:spPr>
          <a:xfrm>
            <a:off x="12177400" y="2404977"/>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Authentication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Access Mgmt. </a:t>
            </a:r>
            <a:endParaRPr i="0" sz="800" u="none" cap="none" strike="noStrike">
              <a:latin typeface="Salesforce Sans"/>
              <a:ea typeface="Salesforce Sans"/>
              <a:cs typeface="Salesforce Sans"/>
              <a:sym typeface="Salesforce Sans"/>
            </a:endParaRPr>
          </a:p>
        </p:txBody>
      </p:sp>
      <p:sp>
        <p:nvSpPr>
          <p:cNvPr id="5361" name="Google Shape;5361;p170"/>
          <p:cNvSpPr txBox="1"/>
          <p:nvPr/>
        </p:nvSpPr>
        <p:spPr>
          <a:xfrm>
            <a:off x="12177400" y="304549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Personalized Engagement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Recommendations</a:t>
            </a:r>
            <a:endParaRPr i="0" sz="800" u="none" cap="none" strike="noStrike">
              <a:latin typeface="Salesforce Sans"/>
              <a:ea typeface="Salesforce Sans"/>
              <a:cs typeface="Salesforce Sans"/>
              <a:sym typeface="Salesforce Sans"/>
            </a:endParaRPr>
          </a:p>
        </p:txBody>
      </p:sp>
      <p:sp>
        <p:nvSpPr>
          <p:cNvPr id="5362" name="Google Shape;5362;p170"/>
          <p:cNvSpPr txBox="1"/>
          <p:nvPr/>
        </p:nvSpPr>
        <p:spPr>
          <a:xfrm>
            <a:off x="12177400" y="327050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Feedback &amp; Monitoring </a:t>
            </a:r>
            <a:endParaRPr i="0" sz="800" u="none" cap="none" strike="noStrike">
              <a:latin typeface="Salesforce Sans"/>
              <a:ea typeface="Salesforce Sans"/>
              <a:cs typeface="Salesforce Sans"/>
              <a:sym typeface="Salesforce Sans"/>
            </a:endParaRPr>
          </a:p>
        </p:txBody>
      </p:sp>
      <p:sp>
        <p:nvSpPr>
          <p:cNvPr id="5363" name="Google Shape;5363;p170"/>
          <p:cNvSpPr txBox="1"/>
          <p:nvPr/>
        </p:nvSpPr>
        <p:spPr>
          <a:xfrm>
            <a:off x="12177400" y="2691899"/>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Execution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Service Requests</a:t>
            </a:r>
            <a:endParaRPr i="0" sz="800" u="none" cap="none" strike="noStrike">
              <a:latin typeface="Salesforce Sans"/>
              <a:ea typeface="Salesforce Sans"/>
              <a:cs typeface="Salesforce Sans"/>
              <a:sym typeface="Salesforce Sans"/>
            </a:endParaRPr>
          </a:p>
        </p:txBody>
      </p:sp>
      <p:sp>
        <p:nvSpPr>
          <p:cNvPr id="5364" name="Google Shape;5364;p170"/>
          <p:cNvSpPr/>
          <p:nvPr/>
        </p:nvSpPr>
        <p:spPr>
          <a:xfrm>
            <a:off x="12013084"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5" name="Google Shape;5365;p170"/>
          <p:cNvSpPr/>
          <p:nvPr/>
        </p:nvSpPr>
        <p:spPr>
          <a:xfrm>
            <a:off x="12013084" y="181780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6" name="Google Shape;5366;p170"/>
          <p:cNvSpPr/>
          <p:nvPr/>
        </p:nvSpPr>
        <p:spPr>
          <a:xfrm>
            <a:off x="12013084" y="21869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7" name="Google Shape;5367;p170"/>
          <p:cNvSpPr/>
          <p:nvPr/>
        </p:nvSpPr>
        <p:spPr>
          <a:xfrm>
            <a:off x="12013084" y="200817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8" name="Google Shape;5368;p170"/>
          <p:cNvSpPr txBox="1"/>
          <p:nvPr/>
        </p:nvSpPr>
        <p:spPr>
          <a:xfrm>
            <a:off x="12177400" y="1593917"/>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5369" name="Google Shape;5369;p170"/>
          <p:cNvSpPr txBox="1"/>
          <p:nvPr/>
        </p:nvSpPr>
        <p:spPr>
          <a:xfrm>
            <a:off x="12177400" y="1779653"/>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 </a:t>
            </a:r>
            <a:endParaRPr i="0" sz="800" u="none" cap="none" strike="noStrike">
              <a:latin typeface="Salesforce Sans"/>
              <a:ea typeface="Salesforce Sans"/>
              <a:cs typeface="Salesforce Sans"/>
              <a:sym typeface="Salesforce Sans"/>
            </a:endParaRPr>
          </a:p>
        </p:txBody>
      </p:sp>
      <p:sp>
        <p:nvSpPr>
          <p:cNvPr id="5370" name="Google Shape;5370;p170"/>
          <p:cNvSpPr txBox="1"/>
          <p:nvPr/>
        </p:nvSpPr>
        <p:spPr>
          <a:xfrm>
            <a:off x="12177400" y="2151124"/>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5371" name="Google Shape;5371;p170"/>
          <p:cNvSpPr txBox="1"/>
          <p:nvPr/>
        </p:nvSpPr>
        <p:spPr>
          <a:xfrm>
            <a:off x="12177400" y="1965389"/>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Sentiment Analysis</a:t>
            </a:r>
            <a:endParaRPr i="0" sz="800" u="none" cap="none" strike="noStrike">
              <a:latin typeface="Salesforce Sans"/>
              <a:ea typeface="Salesforce Sans"/>
              <a:cs typeface="Salesforce Sans"/>
              <a:sym typeface="Salesforce Sans"/>
            </a:endParaRPr>
          </a:p>
        </p:txBody>
      </p:sp>
      <p:sp>
        <p:nvSpPr>
          <p:cNvPr id="5372" name="Google Shape;5372;p170"/>
          <p:cNvSpPr/>
          <p:nvPr/>
        </p:nvSpPr>
        <p:spPr>
          <a:xfrm>
            <a:off x="10976107" y="3517445"/>
            <a:ext cx="841200" cy="692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n" sz="900">
                <a:solidFill>
                  <a:srgbClr val="066AFE"/>
                </a:solidFill>
                <a:latin typeface="Salesforce Sans"/>
                <a:ea typeface="Salesforce Sans"/>
                <a:cs typeface="Salesforce Sans"/>
                <a:sym typeface="Salesforce Sans"/>
              </a:rPr>
              <a:t>Banking Service</a:t>
            </a:r>
            <a:endParaRPr b="1" i="0" sz="900" u="none" cap="none" strike="noStrike">
              <a:solidFill>
                <a:srgbClr val="066AFE"/>
              </a:solidFill>
              <a:latin typeface="Salesforce Sans"/>
              <a:ea typeface="Salesforce Sans"/>
              <a:cs typeface="Salesforce Sans"/>
              <a:sym typeface="Salesforce Sans"/>
            </a:endParaRPr>
          </a:p>
        </p:txBody>
      </p:sp>
      <p:sp>
        <p:nvSpPr>
          <p:cNvPr id="5373" name="Google Shape;5373;p170"/>
          <p:cNvSpPr/>
          <p:nvPr/>
        </p:nvSpPr>
        <p:spPr>
          <a:xfrm>
            <a:off x="12013084" y="354449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4" name="Google Shape;5374;p170"/>
          <p:cNvSpPr txBox="1"/>
          <p:nvPr/>
        </p:nvSpPr>
        <p:spPr>
          <a:xfrm>
            <a:off x="12177400" y="35109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Frequently Asked Questions</a:t>
            </a:r>
            <a:endParaRPr i="0" sz="800" u="none" cap="none" strike="noStrike">
              <a:latin typeface="Salesforce Sans"/>
              <a:ea typeface="Salesforce Sans"/>
              <a:cs typeface="Salesforce Sans"/>
              <a:sym typeface="Salesforce Sans"/>
            </a:endParaRPr>
          </a:p>
        </p:txBody>
      </p:sp>
      <p:sp>
        <p:nvSpPr>
          <p:cNvPr id="5375" name="Google Shape;5375;p170"/>
          <p:cNvSpPr/>
          <p:nvPr/>
        </p:nvSpPr>
        <p:spPr>
          <a:xfrm>
            <a:off x="12013084" y="37298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6" name="Google Shape;5376;p170"/>
          <p:cNvSpPr txBox="1"/>
          <p:nvPr/>
        </p:nvSpPr>
        <p:spPr>
          <a:xfrm>
            <a:off x="12177400" y="369633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View Balances &amp; Transactions</a:t>
            </a:r>
            <a:endParaRPr i="0" sz="800" u="none" cap="none" strike="noStrike">
              <a:latin typeface="Salesforce Sans"/>
              <a:ea typeface="Salesforce Sans"/>
              <a:cs typeface="Salesforce Sans"/>
              <a:sym typeface="Salesforce Sans"/>
            </a:endParaRPr>
          </a:p>
        </p:txBody>
      </p:sp>
      <p:sp>
        <p:nvSpPr>
          <p:cNvPr id="5377" name="Google Shape;5377;p170"/>
          <p:cNvSpPr/>
          <p:nvPr/>
        </p:nvSpPr>
        <p:spPr>
          <a:xfrm>
            <a:off x="12013084" y="39054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8" name="Google Shape;5378;p170"/>
          <p:cNvSpPr txBox="1"/>
          <p:nvPr/>
        </p:nvSpPr>
        <p:spPr>
          <a:xfrm>
            <a:off x="12177400" y="387199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Transfer Funds</a:t>
            </a:r>
            <a:endParaRPr i="0" sz="800" u="none" cap="none" strike="noStrike">
              <a:latin typeface="Salesforce Sans"/>
              <a:ea typeface="Salesforce Sans"/>
              <a:cs typeface="Salesforce Sans"/>
              <a:sym typeface="Salesforce Sans"/>
            </a:endParaRPr>
          </a:p>
        </p:txBody>
      </p:sp>
      <p:sp>
        <p:nvSpPr>
          <p:cNvPr id="5379" name="Google Shape;5379;p170"/>
          <p:cNvSpPr/>
          <p:nvPr/>
        </p:nvSpPr>
        <p:spPr>
          <a:xfrm>
            <a:off x="12013084" y="40908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0" name="Google Shape;5380;p170"/>
          <p:cNvSpPr txBox="1"/>
          <p:nvPr/>
        </p:nvSpPr>
        <p:spPr>
          <a:xfrm>
            <a:off x="12177400" y="40573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Credit Card Bill Payment</a:t>
            </a:r>
            <a:endParaRPr i="0" sz="800" u="none" cap="none" strike="noStrike">
              <a:latin typeface="Salesforce Sans"/>
              <a:ea typeface="Salesforce Sans"/>
              <a:cs typeface="Salesforce Sans"/>
              <a:sym typeface="Salesforce Sans"/>
            </a:endParaRPr>
          </a:p>
        </p:txBody>
      </p:sp>
      <p:sp>
        <p:nvSpPr>
          <p:cNvPr id="5381" name="Google Shape;5381;p170"/>
          <p:cNvSpPr/>
          <p:nvPr/>
        </p:nvSpPr>
        <p:spPr>
          <a:xfrm>
            <a:off x="12013084" y="428622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2" name="Google Shape;5382;p170"/>
          <p:cNvSpPr txBox="1"/>
          <p:nvPr/>
        </p:nvSpPr>
        <p:spPr>
          <a:xfrm>
            <a:off x="12177400" y="42527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Loan Payment</a:t>
            </a:r>
            <a:endParaRPr i="0" sz="800" u="none" cap="none" strike="noStrike">
              <a:latin typeface="Salesforce Sans"/>
              <a:ea typeface="Salesforce Sans"/>
              <a:cs typeface="Salesforce Sans"/>
              <a:sym typeface="Salesforce Sans"/>
            </a:endParaRPr>
          </a:p>
        </p:txBody>
      </p:sp>
      <p:sp>
        <p:nvSpPr>
          <p:cNvPr id="5383" name="Google Shape;5383;p170"/>
          <p:cNvSpPr/>
          <p:nvPr/>
        </p:nvSpPr>
        <p:spPr>
          <a:xfrm>
            <a:off x="12013084" y="447156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4" name="Google Shape;5384;p170"/>
          <p:cNvSpPr txBox="1"/>
          <p:nvPr/>
        </p:nvSpPr>
        <p:spPr>
          <a:xfrm>
            <a:off x="12177400" y="443806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Payment</a:t>
            </a:r>
            <a:endParaRPr i="0" sz="800" u="none" cap="none" strike="noStrike">
              <a:latin typeface="Salesforce Sans"/>
              <a:ea typeface="Salesforce Sans"/>
              <a:cs typeface="Salesforce Sans"/>
              <a:sym typeface="Salesforce Sans"/>
            </a:endParaRPr>
          </a:p>
        </p:txBody>
      </p:sp>
      <p:sp>
        <p:nvSpPr>
          <p:cNvPr id="5385" name="Google Shape;5385;p170"/>
          <p:cNvSpPr/>
          <p:nvPr/>
        </p:nvSpPr>
        <p:spPr>
          <a:xfrm>
            <a:off x="12013084" y="464721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6" name="Google Shape;5386;p170"/>
          <p:cNvSpPr txBox="1"/>
          <p:nvPr/>
        </p:nvSpPr>
        <p:spPr>
          <a:xfrm>
            <a:off x="12177400" y="461372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ACH-Deposit</a:t>
            </a:r>
            <a:endParaRPr i="0" sz="800" u="none" cap="none" strike="noStrike">
              <a:latin typeface="Salesforce Sans"/>
              <a:ea typeface="Salesforce Sans"/>
              <a:cs typeface="Salesforce Sans"/>
              <a:sym typeface="Salesforce Sans"/>
            </a:endParaRPr>
          </a:p>
        </p:txBody>
      </p:sp>
      <p:sp>
        <p:nvSpPr>
          <p:cNvPr id="5387" name="Google Shape;5387;p170"/>
          <p:cNvSpPr/>
          <p:nvPr/>
        </p:nvSpPr>
        <p:spPr>
          <a:xfrm>
            <a:off x="12013084" y="483255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8" name="Google Shape;5388;p170"/>
          <p:cNvSpPr txBox="1"/>
          <p:nvPr/>
        </p:nvSpPr>
        <p:spPr>
          <a:xfrm>
            <a:off x="12177400" y="479906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Dispute Intake</a:t>
            </a:r>
            <a:endParaRPr i="0" sz="800" u="none" cap="none" strike="noStrike">
              <a:latin typeface="Salesforce Sans"/>
              <a:ea typeface="Salesforce Sans"/>
              <a:cs typeface="Salesforce Sans"/>
              <a:sym typeface="Salesforce Sans"/>
            </a:endParaRPr>
          </a:p>
        </p:txBody>
      </p:sp>
      <p:sp>
        <p:nvSpPr>
          <p:cNvPr id="5389" name="Google Shape;5389;p170"/>
          <p:cNvSpPr/>
          <p:nvPr/>
        </p:nvSpPr>
        <p:spPr>
          <a:xfrm>
            <a:off x="12013084" y="502664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0" name="Google Shape;5390;p170"/>
          <p:cNvSpPr txBox="1"/>
          <p:nvPr/>
        </p:nvSpPr>
        <p:spPr>
          <a:xfrm>
            <a:off x="12177400" y="499315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Secure PIN Services</a:t>
            </a:r>
            <a:endParaRPr i="0" sz="800" u="none" cap="none" strike="noStrike">
              <a:latin typeface="Salesforce Sans"/>
              <a:ea typeface="Salesforce Sans"/>
              <a:cs typeface="Salesforce Sans"/>
              <a:sym typeface="Salesforce Sans"/>
            </a:endParaRPr>
          </a:p>
        </p:txBody>
      </p:sp>
      <p:sp>
        <p:nvSpPr>
          <p:cNvPr id="5391" name="Google Shape;5391;p170"/>
          <p:cNvSpPr/>
          <p:nvPr/>
        </p:nvSpPr>
        <p:spPr>
          <a:xfrm>
            <a:off x="12013084" y="521197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2" name="Google Shape;5392;p170"/>
          <p:cNvSpPr txBox="1"/>
          <p:nvPr/>
        </p:nvSpPr>
        <p:spPr>
          <a:xfrm>
            <a:off x="12177400" y="51784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Request Loan Payoff</a:t>
            </a:r>
            <a:endParaRPr i="0" sz="800" u="none" cap="none" strike="noStrike">
              <a:latin typeface="Salesforce Sans"/>
              <a:ea typeface="Salesforce Sans"/>
              <a:cs typeface="Salesforce Sans"/>
              <a:sym typeface="Salesforce Sans"/>
            </a:endParaRPr>
          </a:p>
        </p:txBody>
      </p:sp>
      <p:sp>
        <p:nvSpPr>
          <p:cNvPr id="5393" name="Google Shape;5393;p170"/>
          <p:cNvSpPr/>
          <p:nvPr/>
        </p:nvSpPr>
        <p:spPr>
          <a:xfrm>
            <a:off x="12013084" y="538763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4" name="Google Shape;5394;p170"/>
          <p:cNvSpPr txBox="1"/>
          <p:nvPr/>
        </p:nvSpPr>
        <p:spPr>
          <a:xfrm>
            <a:off x="12177400" y="535414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Card Security Lock / Unlock</a:t>
            </a:r>
            <a:endParaRPr i="0" sz="800" u="none" cap="none" strike="noStrike">
              <a:latin typeface="Salesforce Sans"/>
              <a:ea typeface="Salesforce Sans"/>
              <a:cs typeface="Salesforce Sans"/>
              <a:sym typeface="Salesforce Sans"/>
            </a:endParaRPr>
          </a:p>
        </p:txBody>
      </p:sp>
      <p:sp>
        <p:nvSpPr>
          <p:cNvPr id="5395" name="Google Shape;5395;p170"/>
          <p:cNvSpPr/>
          <p:nvPr/>
        </p:nvSpPr>
        <p:spPr>
          <a:xfrm>
            <a:off x="12013084" y="557297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6" name="Google Shape;5396;p170"/>
          <p:cNvSpPr txBox="1"/>
          <p:nvPr/>
        </p:nvSpPr>
        <p:spPr>
          <a:xfrm>
            <a:off x="12177400" y="553948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Report Lost Card</a:t>
            </a:r>
            <a:endParaRPr i="0" sz="800" u="none" cap="none" strike="noStrike">
              <a:latin typeface="Salesforce Sans"/>
              <a:ea typeface="Salesforce Sans"/>
              <a:cs typeface="Salesforce Sans"/>
              <a:sym typeface="Salesforce Sans"/>
            </a:endParaRPr>
          </a:p>
        </p:txBody>
      </p:sp>
      <p:sp>
        <p:nvSpPr>
          <p:cNvPr id="5397" name="Google Shape;5397;p170"/>
          <p:cNvSpPr/>
          <p:nvPr/>
        </p:nvSpPr>
        <p:spPr>
          <a:xfrm>
            <a:off x="12013084" y="576909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8" name="Google Shape;5398;p170"/>
          <p:cNvSpPr txBox="1"/>
          <p:nvPr/>
        </p:nvSpPr>
        <p:spPr>
          <a:xfrm>
            <a:off x="12177400" y="57356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Travel Notification</a:t>
            </a:r>
            <a:endParaRPr i="0" sz="800" u="none" cap="none" strike="noStrike">
              <a:latin typeface="Salesforce Sans"/>
              <a:ea typeface="Salesforce Sans"/>
              <a:cs typeface="Salesforce Sans"/>
              <a:sym typeface="Salesforce Sans"/>
            </a:endParaRPr>
          </a:p>
        </p:txBody>
      </p:sp>
      <p:sp>
        <p:nvSpPr>
          <p:cNvPr id="5399" name="Google Shape;5399;p170"/>
          <p:cNvSpPr/>
          <p:nvPr/>
        </p:nvSpPr>
        <p:spPr>
          <a:xfrm>
            <a:off x="12013084" y="59447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0" name="Google Shape;5400;p170"/>
          <p:cNvSpPr txBox="1"/>
          <p:nvPr/>
        </p:nvSpPr>
        <p:spPr>
          <a:xfrm>
            <a:off x="12177400" y="591126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Flexible Billing Management</a:t>
            </a:r>
            <a:endParaRPr i="0" sz="800" u="none" cap="none" strike="noStrike">
              <a:latin typeface="Salesforce Sans"/>
              <a:ea typeface="Salesforce Sans"/>
              <a:cs typeface="Salesforce Sans"/>
              <a:sym typeface="Salesforce Sans"/>
            </a:endParaRPr>
          </a:p>
        </p:txBody>
      </p:sp>
      <p:sp>
        <p:nvSpPr>
          <p:cNvPr id="5401" name="Google Shape;5401;p170"/>
          <p:cNvSpPr/>
          <p:nvPr/>
        </p:nvSpPr>
        <p:spPr>
          <a:xfrm>
            <a:off x="12013084" y="61300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2" name="Google Shape;5402;p170"/>
          <p:cNvSpPr txBox="1"/>
          <p:nvPr/>
        </p:nvSpPr>
        <p:spPr>
          <a:xfrm>
            <a:off x="12177400" y="609659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Statement Services</a:t>
            </a:r>
            <a:endParaRPr i="0" sz="800" u="none" cap="none" strike="noStrike">
              <a:latin typeface="Salesforce Sans"/>
              <a:ea typeface="Salesforce Sans"/>
              <a:cs typeface="Salesforce Sans"/>
              <a:sym typeface="Salesforce Sans"/>
            </a:endParaRPr>
          </a:p>
        </p:txBody>
      </p:sp>
      <p:sp>
        <p:nvSpPr>
          <p:cNvPr id="5403" name="Google Shape;5403;p170"/>
          <p:cNvSpPr/>
          <p:nvPr/>
        </p:nvSpPr>
        <p:spPr>
          <a:xfrm>
            <a:off x="12013084" y="63146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4" name="Google Shape;5404;p170"/>
          <p:cNvSpPr txBox="1"/>
          <p:nvPr/>
        </p:nvSpPr>
        <p:spPr>
          <a:xfrm>
            <a:off x="12177400" y="628116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Fee Reversal</a:t>
            </a:r>
            <a:endParaRPr i="0" sz="800" u="none" cap="none" strike="noStrike">
              <a:latin typeface="Salesforce Sans"/>
              <a:ea typeface="Salesforce Sans"/>
              <a:cs typeface="Salesforce Sans"/>
              <a:sym typeface="Salesforce Sans"/>
            </a:endParaRPr>
          </a:p>
        </p:txBody>
      </p:sp>
      <p:sp>
        <p:nvSpPr>
          <p:cNvPr id="5405" name="Google Shape;5405;p170"/>
          <p:cNvSpPr/>
          <p:nvPr/>
        </p:nvSpPr>
        <p:spPr>
          <a:xfrm>
            <a:off x="12013084" y="651427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6" name="Google Shape;5406;p170"/>
          <p:cNvSpPr txBox="1"/>
          <p:nvPr/>
        </p:nvSpPr>
        <p:spPr>
          <a:xfrm>
            <a:off x="12177400" y="648078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Address Update</a:t>
            </a:r>
            <a:endParaRPr i="0" sz="800" u="none" cap="none" strike="noStrike">
              <a:latin typeface="Salesforce Sans"/>
              <a:ea typeface="Salesforce Sans"/>
              <a:cs typeface="Salesforce Sans"/>
              <a:sym typeface="Salesforce Sans"/>
            </a:endParaRPr>
          </a:p>
        </p:txBody>
      </p:sp>
      <p:sp>
        <p:nvSpPr>
          <p:cNvPr id="5407" name="Google Shape;5407;p170"/>
          <p:cNvSpPr/>
          <p:nvPr/>
        </p:nvSpPr>
        <p:spPr>
          <a:xfrm>
            <a:off x="12013084" y="668992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8" name="Google Shape;5408;p170"/>
          <p:cNvSpPr txBox="1"/>
          <p:nvPr/>
        </p:nvSpPr>
        <p:spPr>
          <a:xfrm>
            <a:off x="12177400" y="665644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Stop Check Payment</a:t>
            </a:r>
            <a:endParaRPr i="0" sz="800" u="none" cap="none" strike="noStrike">
              <a:latin typeface="Salesforce Sans"/>
              <a:ea typeface="Salesforce Sans"/>
              <a:cs typeface="Salesforce Sans"/>
              <a:sym typeface="Salesforce Sans"/>
            </a:endParaRPr>
          </a:p>
        </p:txBody>
      </p:sp>
      <p:sp>
        <p:nvSpPr>
          <p:cNvPr id="5409" name="Google Shape;5409;p170"/>
          <p:cNvSpPr/>
          <p:nvPr/>
        </p:nvSpPr>
        <p:spPr>
          <a:xfrm>
            <a:off x="12013084" y="68752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10" name="Google Shape;5410;p170"/>
          <p:cNvSpPr txBox="1"/>
          <p:nvPr/>
        </p:nvSpPr>
        <p:spPr>
          <a:xfrm>
            <a:off x="12177400" y="684178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Checkbook</a:t>
            </a:r>
            <a:endParaRPr i="0" sz="800" u="none" cap="none" strike="noStrike">
              <a:latin typeface="Salesforce Sans"/>
              <a:ea typeface="Salesforce Sans"/>
              <a:cs typeface="Salesforce Sans"/>
              <a:sym typeface="Salesforce Sans"/>
            </a:endParaRPr>
          </a:p>
        </p:txBody>
      </p:sp>
      <p:sp>
        <p:nvSpPr>
          <p:cNvPr id="5411" name="Google Shape;5411;p170"/>
          <p:cNvSpPr/>
          <p:nvPr/>
        </p:nvSpPr>
        <p:spPr>
          <a:xfrm>
            <a:off x="12013084" y="705783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12" name="Google Shape;5412;p170"/>
          <p:cNvSpPr txBox="1"/>
          <p:nvPr/>
        </p:nvSpPr>
        <p:spPr>
          <a:xfrm>
            <a:off x="12177400" y="7008832"/>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Complaint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Resolution Assistance</a:t>
            </a:r>
            <a:endParaRPr i="0" sz="800" u="none" cap="none" strike="noStrike">
              <a:latin typeface="Salesforce Sans"/>
              <a:ea typeface="Salesforce Sans"/>
              <a:cs typeface="Salesforce Sans"/>
              <a:sym typeface="Salesforce Sans"/>
            </a:endParaRPr>
          </a:p>
        </p:txBody>
      </p:sp>
      <p:sp>
        <p:nvSpPr>
          <p:cNvPr id="5413" name="Google Shape;5413;p170"/>
          <p:cNvSpPr/>
          <p:nvPr/>
        </p:nvSpPr>
        <p:spPr>
          <a:xfrm>
            <a:off x="12013084" y="768323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14" name="Google Shape;5414;p170"/>
          <p:cNvSpPr/>
          <p:nvPr/>
        </p:nvSpPr>
        <p:spPr>
          <a:xfrm>
            <a:off x="10976107" y="239192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Digital Self Service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66AFE"/>
              </a:solidFill>
              <a:latin typeface="Salesforce Sans"/>
              <a:ea typeface="Salesforce Sans"/>
              <a:cs typeface="Salesforce Sans"/>
              <a:sym typeface="Salesforce Sans"/>
            </a:endParaRPr>
          </a:p>
        </p:txBody>
      </p:sp>
      <p:sp>
        <p:nvSpPr>
          <p:cNvPr id="5415" name="Google Shape;5415;p170"/>
          <p:cNvSpPr txBox="1"/>
          <p:nvPr/>
        </p:nvSpPr>
        <p:spPr>
          <a:xfrm>
            <a:off x="10981321"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416" name="Google Shape;5416;p170"/>
          <p:cNvGrpSpPr/>
          <p:nvPr/>
        </p:nvGrpSpPr>
        <p:grpSpPr>
          <a:xfrm>
            <a:off x="9502346" y="1635959"/>
            <a:ext cx="1322400" cy="449700"/>
            <a:chOff x="755165" y="1828821"/>
            <a:chExt cx="1322400" cy="449700"/>
          </a:xfrm>
        </p:grpSpPr>
        <p:sp>
          <p:nvSpPr>
            <p:cNvPr id="5417" name="Google Shape;541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18" name="Google Shape;541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Servicing</a:t>
              </a:r>
              <a:endParaRPr sz="900">
                <a:solidFill>
                  <a:srgbClr val="FFFFFF"/>
                </a:solidFill>
                <a:latin typeface="Avant Garde Demi SFDC"/>
                <a:ea typeface="Avant Garde Demi SFDC"/>
                <a:cs typeface="Avant Garde Demi SFDC"/>
                <a:sym typeface="Avant Garde Demi SFDC"/>
              </a:endParaRPr>
            </a:p>
          </p:txBody>
        </p:sp>
      </p:grpSp>
      <p:sp>
        <p:nvSpPr>
          <p:cNvPr id="5419" name="Google Shape;5419;p170"/>
          <p:cNvSpPr txBox="1"/>
          <p:nvPr/>
        </p:nvSpPr>
        <p:spPr>
          <a:xfrm>
            <a:off x="12179626"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420" name="Google Shape;5420;p170"/>
          <p:cNvSpPr txBox="1"/>
          <p:nvPr/>
        </p:nvSpPr>
        <p:spPr>
          <a:xfrm>
            <a:off x="10976102" y="1610700"/>
            <a:ext cx="929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Assisted Service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Via Contact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Center</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421" name="Google Shape;5421;p170"/>
          <p:cNvGrpSpPr/>
          <p:nvPr/>
        </p:nvGrpSpPr>
        <p:grpSpPr>
          <a:xfrm>
            <a:off x="9502346" y="7402283"/>
            <a:ext cx="1322400" cy="449700"/>
            <a:chOff x="755165" y="1828821"/>
            <a:chExt cx="1322400" cy="449700"/>
          </a:xfrm>
        </p:grpSpPr>
        <p:sp>
          <p:nvSpPr>
            <p:cNvPr id="5422" name="Google Shape;542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23" name="Google Shape;542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424" name="Google Shape;5424;p170"/>
          <p:cNvSpPr/>
          <p:nvPr/>
        </p:nvSpPr>
        <p:spPr>
          <a:xfrm>
            <a:off x="15184789" y="5637635"/>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Contract Lifecycle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5425" name="Google Shape;5425;p170"/>
          <p:cNvSpPr/>
          <p:nvPr/>
        </p:nvSpPr>
        <p:spPr>
          <a:xfrm>
            <a:off x="15184789" y="354082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Finance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5426" name="Google Shape;5426;p170"/>
          <p:cNvSpPr/>
          <p:nvPr/>
        </p:nvSpPr>
        <p:spPr>
          <a:xfrm>
            <a:off x="15184789" y="2755050"/>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427" name="Google Shape;5427;p170"/>
          <p:cNvSpPr/>
          <p:nvPr/>
        </p:nvSpPr>
        <p:spPr>
          <a:xfrm>
            <a:off x="15184789" y="6282095"/>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&amp; Dispute</a:t>
            </a:r>
            <a:endParaRPr b="1" i="0" sz="900" u="none" cap="none" strike="noStrike">
              <a:solidFill>
                <a:srgbClr val="066AFE"/>
              </a:solidFill>
              <a:latin typeface="Salesforce Sans"/>
              <a:ea typeface="Salesforce Sans"/>
              <a:cs typeface="Salesforce Sans"/>
              <a:sym typeface="Salesforce Sans"/>
            </a:endParaRPr>
          </a:p>
        </p:txBody>
      </p:sp>
      <p:sp>
        <p:nvSpPr>
          <p:cNvPr id="5428" name="Google Shape;5428;p170"/>
          <p:cNvSpPr/>
          <p:nvPr/>
        </p:nvSpPr>
        <p:spPr>
          <a:xfrm>
            <a:off x="15184789" y="4238872"/>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Comp</a:t>
            </a:r>
            <a:r>
              <a:rPr b="1" lang="en" sz="900">
                <a:solidFill>
                  <a:srgbClr val="066AFE"/>
                </a:solidFill>
                <a:latin typeface="Salesforce Sans"/>
                <a:ea typeface="Salesforce Sans"/>
                <a:cs typeface="Salesforce Sans"/>
                <a:sym typeface="Salesforce Sans"/>
              </a:rPr>
              <a:t>liance</a:t>
            </a:r>
            <a:endParaRPr b="1" i="0" sz="900" u="none" cap="none" strike="noStrike">
              <a:solidFill>
                <a:srgbClr val="066AFE"/>
              </a:solidFill>
              <a:latin typeface="Salesforce Sans"/>
              <a:ea typeface="Salesforce Sans"/>
              <a:cs typeface="Salesforce Sans"/>
              <a:sym typeface="Salesforce Sans"/>
            </a:endParaRPr>
          </a:p>
        </p:txBody>
      </p:sp>
      <p:sp>
        <p:nvSpPr>
          <p:cNvPr id="5429" name="Google Shape;5429;p170"/>
          <p:cNvSpPr/>
          <p:nvPr/>
        </p:nvSpPr>
        <p:spPr>
          <a:xfrm>
            <a:off x="15184789" y="5190103"/>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5430" name="Google Shape;5430;p170"/>
          <p:cNvSpPr/>
          <p:nvPr/>
        </p:nvSpPr>
        <p:spPr>
          <a:xfrm>
            <a:off x="15184789" y="684081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Selection</a:t>
            </a:r>
            <a:endParaRPr b="1" i="0" sz="900" u="none" cap="none" strike="noStrike">
              <a:solidFill>
                <a:srgbClr val="066AFE"/>
              </a:solidFill>
              <a:latin typeface="Salesforce Sans"/>
              <a:ea typeface="Salesforce Sans"/>
              <a:cs typeface="Salesforce Sans"/>
              <a:sym typeface="Salesforce Sans"/>
            </a:endParaRPr>
          </a:p>
        </p:txBody>
      </p:sp>
      <p:sp>
        <p:nvSpPr>
          <p:cNvPr id="5431" name="Google Shape;5431;p170"/>
          <p:cNvSpPr/>
          <p:nvPr/>
        </p:nvSpPr>
        <p:spPr>
          <a:xfrm>
            <a:off x="15184789" y="736451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Onboarding</a:t>
            </a:r>
            <a:endParaRPr b="1" i="0" sz="900" u="none" cap="none" strike="noStrike">
              <a:solidFill>
                <a:srgbClr val="066AFE"/>
              </a:solidFill>
              <a:latin typeface="Salesforce Sans"/>
              <a:ea typeface="Salesforce Sans"/>
              <a:cs typeface="Salesforce Sans"/>
              <a:sym typeface="Salesforce Sans"/>
            </a:endParaRPr>
          </a:p>
        </p:txBody>
      </p:sp>
      <p:sp>
        <p:nvSpPr>
          <p:cNvPr id="5432" name="Google Shape;5432;p170"/>
          <p:cNvSpPr/>
          <p:nvPr/>
        </p:nvSpPr>
        <p:spPr>
          <a:xfrm>
            <a:off x="15184789" y="789706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Collections &amp; Recovery</a:t>
            </a:r>
            <a:endParaRPr b="1" i="0" sz="900" u="none" cap="none" strike="noStrike">
              <a:solidFill>
                <a:srgbClr val="066AFE"/>
              </a:solidFill>
              <a:latin typeface="Salesforce Sans"/>
              <a:ea typeface="Salesforce Sans"/>
              <a:cs typeface="Salesforce Sans"/>
              <a:sym typeface="Salesforce Sans"/>
            </a:endParaRPr>
          </a:p>
        </p:txBody>
      </p:sp>
      <p:sp>
        <p:nvSpPr>
          <p:cNvPr id="5433" name="Google Shape;5433;p170"/>
          <p:cNvSpPr txBox="1"/>
          <p:nvPr/>
        </p:nvSpPr>
        <p:spPr>
          <a:xfrm>
            <a:off x="16339882" y="9381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Extension Requests</a:t>
            </a:r>
            <a:endParaRPr i="0" sz="800" u="none" cap="none" strike="noStrike">
              <a:latin typeface="Salesforce Sans"/>
              <a:ea typeface="Salesforce Sans"/>
              <a:cs typeface="Salesforce Sans"/>
              <a:sym typeface="Salesforce Sans"/>
            </a:endParaRPr>
          </a:p>
        </p:txBody>
      </p:sp>
      <p:sp>
        <p:nvSpPr>
          <p:cNvPr id="5434" name="Google Shape;5434;p170"/>
          <p:cNvSpPr/>
          <p:nvPr/>
        </p:nvSpPr>
        <p:spPr>
          <a:xfrm>
            <a:off x="15184789" y="4961804"/>
            <a:ext cx="841200" cy="17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Tax &amp; Comp</a:t>
            </a:r>
            <a:endParaRPr b="1" i="0" sz="900" u="none" cap="none" strike="noStrike">
              <a:solidFill>
                <a:srgbClr val="066AFE"/>
              </a:solidFill>
              <a:latin typeface="Salesforce Sans"/>
              <a:ea typeface="Salesforce Sans"/>
              <a:cs typeface="Salesforce Sans"/>
              <a:sym typeface="Salesforce Sans"/>
            </a:endParaRPr>
          </a:p>
        </p:txBody>
      </p:sp>
      <p:sp>
        <p:nvSpPr>
          <p:cNvPr id="5435" name="Google Shape;5435;p170"/>
          <p:cNvSpPr txBox="1"/>
          <p:nvPr/>
        </p:nvSpPr>
        <p:spPr>
          <a:xfrm>
            <a:off x="13825720"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436" name="Google Shape;5436;p170"/>
          <p:cNvSpPr/>
          <p:nvPr/>
        </p:nvSpPr>
        <p:spPr>
          <a:xfrm>
            <a:off x="16175571" y="792612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37" name="Google Shape;5437;p170"/>
          <p:cNvSpPr/>
          <p:nvPr/>
        </p:nvSpPr>
        <p:spPr>
          <a:xfrm>
            <a:off x="16175571" y="87273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38" name="Google Shape;5438;p170"/>
          <p:cNvSpPr/>
          <p:nvPr/>
        </p:nvSpPr>
        <p:spPr>
          <a:xfrm>
            <a:off x="16175571" y="820012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39" name="Google Shape;5439;p170"/>
          <p:cNvSpPr/>
          <p:nvPr/>
        </p:nvSpPr>
        <p:spPr>
          <a:xfrm>
            <a:off x="16175571" y="84669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0" name="Google Shape;5440;p170"/>
          <p:cNvSpPr txBox="1"/>
          <p:nvPr/>
        </p:nvSpPr>
        <p:spPr>
          <a:xfrm>
            <a:off x="16339887" y="766901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Management</a:t>
            </a:r>
            <a:endParaRPr sz="800">
              <a:latin typeface="Salesforce Sans"/>
              <a:ea typeface="Salesforce Sans"/>
              <a:cs typeface="Salesforce Sans"/>
              <a:sym typeface="Salesforce Sans"/>
            </a:endParaRPr>
          </a:p>
        </p:txBody>
      </p:sp>
      <p:sp>
        <p:nvSpPr>
          <p:cNvPr id="5441" name="Google Shape;5441;p170"/>
          <p:cNvSpPr txBox="1"/>
          <p:nvPr/>
        </p:nvSpPr>
        <p:spPr>
          <a:xfrm>
            <a:off x="16339887" y="7892644"/>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Management for Collections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2" name="Google Shape;5442;p170"/>
          <p:cNvSpPr txBox="1"/>
          <p:nvPr/>
        </p:nvSpPr>
        <p:spPr>
          <a:xfrm>
            <a:off x="16339887" y="868823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Call Script for Collections</a:t>
            </a:r>
            <a:endParaRPr sz="800">
              <a:latin typeface="Salesforce Sans"/>
              <a:ea typeface="Salesforce Sans"/>
              <a:cs typeface="Salesforce Sans"/>
              <a:sym typeface="Salesforce Sans"/>
            </a:endParaRPr>
          </a:p>
        </p:txBody>
      </p:sp>
      <p:sp>
        <p:nvSpPr>
          <p:cNvPr id="5443" name="Google Shape;5443;p170"/>
          <p:cNvSpPr txBox="1"/>
          <p:nvPr/>
        </p:nvSpPr>
        <p:spPr>
          <a:xfrm>
            <a:off x="16339887" y="8166641"/>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Promise-to-Pay Agreements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4" name="Google Shape;5444;p170"/>
          <p:cNvSpPr txBox="1"/>
          <p:nvPr/>
        </p:nvSpPr>
        <p:spPr>
          <a:xfrm>
            <a:off x="16339887" y="842976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Link for Collection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5" name="Google Shape;5445;p170"/>
          <p:cNvSpPr/>
          <p:nvPr/>
        </p:nvSpPr>
        <p:spPr>
          <a:xfrm>
            <a:off x="16175571" y="277184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6" name="Google Shape;5446;p170"/>
          <p:cNvSpPr/>
          <p:nvPr/>
        </p:nvSpPr>
        <p:spPr>
          <a:xfrm>
            <a:off x="16175571" y="333449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7" name="Google Shape;5447;p170"/>
          <p:cNvSpPr/>
          <p:nvPr/>
        </p:nvSpPr>
        <p:spPr>
          <a:xfrm>
            <a:off x="16175571" y="35659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8" name="Google Shape;5448;p170"/>
          <p:cNvSpPr/>
          <p:nvPr/>
        </p:nvSpPr>
        <p:spPr>
          <a:xfrm>
            <a:off x="16175571" y="3068286"/>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9" name="Google Shape;5449;p170"/>
          <p:cNvSpPr txBox="1"/>
          <p:nvPr/>
        </p:nvSpPr>
        <p:spPr>
          <a:xfrm>
            <a:off x="16339887" y="2747877"/>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50" name="Google Shape;5450;p170"/>
          <p:cNvSpPr txBox="1"/>
          <p:nvPr/>
        </p:nvSpPr>
        <p:spPr>
          <a:xfrm>
            <a:off x="16339887" y="3309890"/>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5451" name="Google Shape;5451;p170"/>
          <p:cNvSpPr txBox="1"/>
          <p:nvPr/>
        </p:nvSpPr>
        <p:spPr>
          <a:xfrm>
            <a:off x="16339888" y="3532438"/>
            <a:ext cx="14184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 </a:t>
            </a:r>
            <a:endParaRPr sz="800">
              <a:latin typeface="Salesforce Sans"/>
              <a:ea typeface="Salesforce Sans"/>
              <a:cs typeface="Salesforce Sans"/>
              <a:sym typeface="Salesforce Sans"/>
            </a:endParaRPr>
          </a:p>
        </p:txBody>
      </p:sp>
      <p:sp>
        <p:nvSpPr>
          <p:cNvPr id="5452" name="Google Shape;5452;p170"/>
          <p:cNvSpPr txBox="1"/>
          <p:nvPr/>
        </p:nvSpPr>
        <p:spPr>
          <a:xfrm>
            <a:off x="16339887" y="3034799"/>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a:p>
            <a:pPr indent="0" lvl="0" marL="0" rtl="0" algn="l">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53" name="Google Shape;5453;p170"/>
          <p:cNvSpPr/>
          <p:nvPr/>
        </p:nvSpPr>
        <p:spPr>
          <a:xfrm>
            <a:off x="16175571"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4" name="Google Shape;5454;p170"/>
          <p:cNvSpPr/>
          <p:nvPr/>
        </p:nvSpPr>
        <p:spPr>
          <a:xfrm>
            <a:off x="16175571" y="1903529"/>
            <a:ext cx="79200" cy="79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5" name="Google Shape;5455;p170"/>
          <p:cNvSpPr/>
          <p:nvPr/>
        </p:nvSpPr>
        <p:spPr>
          <a:xfrm>
            <a:off x="16175571" y="2174863"/>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6" name="Google Shape;5456;p170"/>
          <p:cNvSpPr txBox="1"/>
          <p:nvPr/>
        </p:nvSpPr>
        <p:spPr>
          <a:xfrm>
            <a:off x="16339888" y="1593925"/>
            <a:ext cx="13239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Benefit Management</a:t>
            </a:r>
            <a:endParaRPr sz="800">
              <a:latin typeface="Salesforce Sans"/>
              <a:ea typeface="Salesforce Sans"/>
              <a:cs typeface="Salesforce Sans"/>
              <a:sym typeface="Salesforce Sans"/>
            </a:endParaRPr>
          </a:p>
        </p:txBody>
      </p:sp>
      <p:sp>
        <p:nvSpPr>
          <p:cNvPr id="5457" name="Google Shape;5457;p170"/>
          <p:cNvSpPr txBox="1"/>
          <p:nvPr/>
        </p:nvSpPr>
        <p:spPr>
          <a:xfrm>
            <a:off x="16339888" y="1865375"/>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Health Monitoring</a:t>
            </a:r>
            <a:endParaRPr sz="800">
              <a:latin typeface="Salesforce Sans"/>
              <a:ea typeface="Salesforce Sans"/>
              <a:cs typeface="Salesforce Sans"/>
              <a:sym typeface="Salesforce Sans"/>
            </a:endParaRPr>
          </a:p>
        </p:txBody>
      </p:sp>
      <p:sp>
        <p:nvSpPr>
          <p:cNvPr id="5458" name="Google Shape;5458;p170"/>
          <p:cNvSpPr txBox="1"/>
          <p:nvPr/>
        </p:nvSpPr>
        <p:spPr>
          <a:xfrm>
            <a:off x="16339888" y="2403550"/>
            <a:ext cx="112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Relations Monitoring</a:t>
            </a:r>
            <a:endParaRPr sz="800">
              <a:latin typeface="Salesforce Sans"/>
              <a:ea typeface="Salesforce Sans"/>
              <a:cs typeface="Salesforce Sans"/>
              <a:sym typeface="Salesforce Sans"/>
            </a:endParaRPr>
          </a:p>
        </p:txBody>
      </p:sp>
      <p:sp>
        <p:nvSpPr>
          <p:cNvPr id="5459" name="Google Shape;5459;p170"/>
          <p:cNvSpPr txBox="1"/>
          <p:nvPr/>
        </p:nvSpPr>
        <p:spPr>
          <a:xfrm>
            <a:off x="16339888" y="2132088"/>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Monitoring</a:t>
            </a:r>
            <a:endParaRPr sz="800">
              <a:latin typeface="Salesforce Sans"/>
              <a:ea typeface="Salesforce Sans"/>
              <a:cs typeface="Salesforce Sans"/>
              <a:sym typeface="Salesforce Sans"/>
            </a:endParaRPr>
          </a:p>
        </p:txBody>
      </p:sp>
      <p:grpSp>
        <p:nvGrpSpPr>
          <p:cNvPr id="5460" name="Google Shape;5460;p170"/>
          <p:cNvGrpSpPr/>
          <p:nvPr/>
        </p:nvGrpSpPr>
        <p:grpSpPr>
          <a:xfrm>
            <a:off x="16175571" y="3720707"/>
            <a:ext cx="1653816" cy="147291"/>
            <a:chOff x="16170809" y="4177907"/>
            <a:chExt cx="1653816" cy="147291"/>
          </a:xfrm>
        </p:grpSpPr>
        <p:sp>
          <p:nvSpPr>
            <p:cNvPr id="5461" name="Google Shape;5461;p170"/>
            <p:cNvSpPr/>
            <p:nvPr/>
          </p:nvSpPr>
          <p:spPr>
            <a:xfrm>
              <a:off x="16170809" y="4177907"/>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5462" name="Google Shape;5462;p170"/>
            <p:cNvSpPr txBox="1"/>
            <p:nvPr/>
          </p:nvSpPr>
          <p:spPr>
            <a:xfrm>
              <a:off x="16335125" y="41967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grpSp>
      <p:sp>
        <p:nvSpPr>
          <p:cNvPr id="5463" name="Google Shape;5463;p170"/>
          <p:cNvSpPr/>
          <p:nvPr/>
        </p:nvSpPr>
        <p:spPr>
          <a:xfrm>
            <a:off x="16175571" y="3982243"/>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4" name="Google Shape;5464;p170"/>
          <p:cNvSpPr txBox="1"/>
          <p:nvPr/>
        </p:nvSpPr>
        <p:spPr>
          <a:xfrm>
            <a:off x="16339887" y="3948747"/>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5465" name="Google Shape;5465;p170"/>
          <p:cNvSpPr/>
          <p:nvPr/>
        </p:nvSpPr>
        <p:spPr>
          <a:xfrm>
            <a:off x="16175571" y="42579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6" name="Google Shape;5466;p170"/>
          <p:cNvSpPr txBox="1"/>
          <p:nvPr/>
        </p:nvSpPr>
        <p:spPr>
          <a:xfrm>
            <a:off x="16339887" y="422441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Extraction</a:t>
            </a:r>
            <a:endParaRPr i="0" sz="800" u="none" cap="none" strike="noStrike">
              <a:latin typeface="Salesforce Sans"/>
              <a:ea typeface="Salesforce Sans"/>
              <a:cs typeface="Salesforce Sans"/>
              <a:sym typeface="Salesforce Sans"/>
            </a:endParaRPr>
          </a:p>
        </p:txBody>
      </p:sp>
      <p:sp>
        <p:nvSpPr>
          <p:cNvPr id="5467" name="Google Shape;5467;p170"/>
          <p:cNvSpPr/>
          <p:nvPr/>
        </p:nvSpPr>
        <p:spPr>
          <a:xfrm>
            <a:off x="16175571" y="44051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8" name="Google Shape;5468;p170"/>
          <p:cNvSpPr txBox="1"/>
          <p:nvPr/>
        </p:nvSpPr>
        <p:spPr>
          <a:xfrm>
            <a:off x="16339887" y="437165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Impact Analysis</a:t>
            </a:r>
            <a:endParaRPr i="0" sz="800" u="none" cap="none" strike="noStrike">
              <a:latin typeface="Salesforce Sans"/>
              <a:ea typeface="Salesforce Sans"/>
              <a:cs typeface="Salesforce Sans"/>
              <a:sym typeface="Salesforce Sans"/>
            </a:endParaRPr>
          </a:p>
        </p:txBody>
      </p:sp>
      <p:grpSp>
        <p:nvGrpSpPr>
          <p:cNvPr id="5469" name="Google Shape;5469;p170"/>
          <p:cNvGrpSpPr/>
          <p:nvPr/>
        </p:nvGrpSpPr>
        <p:grpSpPr>
          <a:xfrm>
            <a:off x="16175571" y="4519431"/>
            <a:ext cx="1653816" cy="128400"/>
            <a:chOff x="16170809" y="4938531"/>
            <a:chExt cx="1653816" cy="128400"/>
          </a:xfrm>
        </p:grpSpPr>
        <p:sp>
          <p:nvSpPr>
            <p:cNvPr id="5470" name="Google Shape;5470;p170"/>
            <p:cNvSpPr/>
            <p:nvPr/>
          </p:nvSpPr>
          <p:spPr>
            <a:xfrm>
              <a:off x="16170809" y="49631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5471" name="Google Shape;5471;p170"/>
            <p:cNvSpPr txBox="1"/>
            <p:nvPr/>
          </p:nvSpPr>
          <p:spPr>
            <a:xfrm>
              <a:off x="16335125" y="49385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Frontline Compliance</a:t>
              </a:r>
              <a:endParaRPr i="0" sz="800" u="none" cap="none" strike="noStrike">
                <a:latin typeface="Salesforce Sans"/>
                <a:ea typeface="Salesforce Sans"/>
                <a:cs typeface="Salesforce Sans"/>
                <a:sym typeface="Salesforce Sans"/>
              </a:endParaRPr>
            </a:p>
          </p:txBody>
        </p:sp>
      </p:grpSp>
      <p:sp>
        <p:nvSpPr>
          <p:cNvPr id="5472" name="Google Shape;5472;p170"/>
          <p:cNvSpPr/>
          <p:nvPr/>
        </p:nvSpPr>
        <p:spPr>
          <a:xfrm>
            <a:off x="16175571" y="470492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73" name="Google Shape;5473;p170"/>
          <p:cNvSpPr txBox="1"/>
          <p:nvPr/>
        </p:nvSpPr>
        <p:spPr>
          <a:xfrm>
            <a:off x="16339887" y="4671430"/>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Natural Language Policy Controls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74" name="Google Shape;5474;p170"/>
          <p:cNvSpPr txBox="1"/>
          <p:nvPr/>
        </p:nvSpPr>
        <p:spPr>
          <a:xfrm>
            <a:off x="16339887" y="489471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t/>
            </a:r>
            <a:endParaRPr i="0" sz="800" u="none" cap="none" strike="noStrike">
              <a:latin typeface="Salesforce Sans"/>
              <a:ea typeface="Salesforce Sans"/>
              <a:cs typeface="Salesforce Sans"/>
              <a:sym typeface="Salesforce Sans"/>
            </a:endParaRPr>
          </a:p>
        </p:txBody>
      </p:sp>
      <p:sp>
        <p:nvSpPr>
          <p:cNvPr id="5475" name="Google Shape;5475;p170"/>
          <p:cNvSpPr txBox="1"/>
          <p:nvPr/>
        </p:nvSpPr>
        <p:spPr>
          <a:xfrm>
            <a:off x="16339887" y="494908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5476" name="Google Shape;5476;p170"/>
          <p:cNvSpPr/>
          <p:nvPr/>
        </p:nvSpPr>
        <p:spPr>
          <a:xfrm>
            <a:off x="16175571" y="5654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77" name="Google Shape;5477;p170"/>
          <p:cNvSpPr txBox="1"/>
          <p:nvPr/>
        </p:nvSpPr>
        <p:spPr>
          <a:xfrm>
            <a:off x="16339887" y="562052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5478" name="Google Shape;5478;p170"/>
          <p:cNvSpPr txBox="1"/>
          <p:nvPr/>
        </p:nvSpPr>
        <p:spPr>
          <a:xfrm>
            <a:off x="16339887" y="5768083"/>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79" name="Google Shape;5479;p170"/>
          <p:cNvSpPr/>
          <p:nvPr/>
        </p:nvSpPr>
        <p:spPr>
          <a:xfrm>
            <a:off x="16175571" y="607389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0" name="Google Shape;5480;p170"/>
          <p:cNvSpPr txBox="1"/>
          <p:nvPr/>
        </p:nvSpPr>
        <p:spPr>
          <a:xfrm>
            <a:off x="16339887" y="60404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5481" name="Google Shape;5481;p170"/>
          <p:cNvSpPr txBox="1"/>
          <p:nvPr/>
        </p:nvSpPr>
        <p:spPr>
          <a:xfrm>
            <a:off x="16339887" y="62636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 Agent</a:t>
            </a:r>
            <a:endParaRPr sz="800">
              <a:latin typeface="Salesforce Sans"/>
              <a:ea typeface="Salesforce Sans"/>
              <a:cs typeface="Salesforce Sans"/>
              <a:sym typeface="Salesforce Sans"/>
            </a:endParaRPr>
          </a:p>
        </p:txBody>
      </p:sp>
      <p:sp>
        <p:nvSpPr>
          <p:cNvPr id="5482" name="Google Shape;5482;p170"/>
          <p:cNvSpPr txBox="1"/>
          <p:nvPr/>
        </p:nvSpPr>
        <p:spPr>
          <a:xfrm>
            <a:off x="16339887" y="644902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 Agent</a:t>
            </a:r>
            <a:endParaRPr sz="800">
              <a:latin typeface="Salesforce Sans"/>
              <a:ea typeface="Salesforce Sans"/>
              <a:cs typeface="Salesforce Sans"/>
              <a:sym typeface="Salesforce Sans"/>
            </a:endParaRPr>
          </a:p>
        </p:txBody>
      </p:sp>
      <p:sp>
        <p:nvSpPr>
          <p:cNvPr id="5483" name="Google Shape;5483;p170"/>
          <p:cNvSpPr txBox="1"/>
          <p:nvPr/>
        </p:nvSpPr>
        <p:spPr>
          <a:xfrm>
            <a:off x="16339887" y="663358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 Agent</a:t>
            </a:r>
            <a:endParaRPr sz="800">
              <a:latin typeface="Salesforce Sans"/>
              <a:ea typeface="Salesforce Sans"/>
              <a:cs typeface="Salesforce Sans"/>
              <a:sym typeface="Salesforce Sans"/>
            </a:endParaRPr>
          </a:p>
        </p:txBody>
      </p:sp>
      <p:sp>
        <p:nvSpPr>
          <p:cNvPr id="5484" name="Google Shape;5484;p170"/>
          <p:cNvSpPr/>
          <p:nvPr/>
        </p:nvSpPr>
        <p:spPr>
          <a:xfrm>
            <a:off x="16175571" y="686669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5" name="Google Shape;5485;p170"/>
          <p:cNvSpPr txBox="1"/>
          <p:nvPr/>
        </p:nvSpPr>
        <p:spPr>
          <a:xfrm>
            <a:off x="16339887" y="6833210"/>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a:latin typeface="Salesforce Sans"/>
              <a:ea typeface="Salesforce Sans"/>
              <a:cs typeface="Salesforce Sans"/>
              <a:sym typeface="Salesforce Sans"/>
            </a:endParaRPr>
          </a:p>
        </p:txBody>
      </p:sp>
      <p:sp>
        <p:nvSpPr>
          <p:cNvPr id="5486" name="Google Shape;5486;p170"/>
          <p:cNvSpPr/>
          <p:nvPr/>
        </p:nvSpPr>
        <p:spPr>
          <a:xfrm>
            <a:off x="16175571" y="701377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7" name="Google Shape;5487;p170"/>
          <p:cNvSpPr txBox="1"/>
          <p:nvPr/>
        </p:nvSpPr>
        <p:spPr>
          <a:xfrm>
            <a:off x="16339887" y="698029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a:latin typeface="Salesforce Sans"/>
              <a:ea typeface="Salesforce Sans"/>
              <a:cs typeface="Salesforce Sans"/>
              <a:sym typeface="Salesforce Sans"/>
            </a:endParaRPr>
          </a:p>
        </p:txBody>
      </p:sp>
      <p:sp>
        <p:nvSpPr>
          <p:cNvPr id="5488" name="Google Shape;5488;p170"/>
          <p:cNvSpPr/>
          <p:nvPr/>
        </p:nvSpPr>
        <p:spPr>
          <a:xfrm>
            <a:off x="16175571" y="71610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9" name="Google Shape;5489;p170"/>
          <p:cNvSpPr txBox="1"/>
          <p:nvPr/>
        </p:nvSpPr>
        <p:spPr>
          <a:xfrm>
            <a:off x="16339887" y="7127531"/>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5490" name="Google Shape;5490;p170"/>
          <p:cNvSpPr txBox="1"/>
          <p:nvPr/>
        </p:nvSpPr>
        <p:spPr>
          <a:xfrm>
            <a:off x="16339887" y="7359132"/>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Enablement</a:t>
            </a:r>
            <a:endParaRPr sz="800">
              <a:latin typeface="Salesforce Sans"/>
              <a:ea typeface="Salesforce Sans"/>
              <a:cs typeface="Salesforce Sans"/>
              <a:sym typeface="Salesforce Sans"/>
            </a:endParaRPr>
          </a:p>
        </p:txBody>
      </p:sp>
      <p:sp>
        <p:nvSpPr>
          <p:cNvPr id="5491" name="Google Shape;5491;p170"/>
          <p:cNvSpPr/>
          <p:nvPr/>
        </p:nvSpPr>
        <p:spPr>
          <a:xfrm>
            <a:off x="16175571" y="77022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92" name="Google Shape;5492;p170"/>
          <p:cNvSpPr txBox="1"/>
          <p:nvPr/>
        </p:nvSpPr>
        <p:spPr>
          <a:xfrm>
            <a:off x="15190009"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493" name="Google Shape;5493;p170"/>
          <p:cNvGrpSpPr/>
          <p:nvPr/>
        </p:nvGrpSpPr>
        <p:grpSpPr>
          <a:xfrm>
            <a:off x="13711033" y="1635959"/>
            <a:ext cx="1322400" cy="449700"/>
            <a:chOff x="755165" y="1828821"/>
            <a:chExt cx="1322400" cy="449700"/>
          </a:xfrm>
        </p:grpSpPr>
        <p:sp>
          <p:nvSpPr>
            <p:cNvPr id="5494" name="Google Shape;5494;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95" name="Google Shape;5495;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496" name="Google Shape;5496;p170"/>
          <p:cNvSpPr txBox="1"/>
          <p:nvPr/>
        </p:nvSpPr>
        <p:spPr>
          <a:xfrm>
            <a:off x="16342114"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497" name="Google Shape;5497;p170"/>
          <p:cNvSpPr txBox="1"/>
          <p:nvPr/>
        </p:nvSpPr>
        <p:spPr>
          <a:xfrm>
            <a:off x="15184789" y="1610700"/>
            <a:ext cx="963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Operations</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498" name="Google Shape;5498;p170"/>
          <p:cNvGrpSpPr/>
          <p:nvPr/>
        </p:nvGrpSpPr>
        <p:grpSpPr>
          <a:xfrm>
            <a:off x="13711033" y="7918896"/>
            <a:ext cx="1322400" cy="449700"/>
            <a:chOff x="755165" y="1828821"/>
            <a:chExt cx="1322400" cy="449700"/>
          </a:xfrm>
        </p:grpSpPr>
        <p:sp>
          <p:nvSpPr>
            <p:cNvPr id="5499" name="Google Shape;5499;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500" name="Google Shape;5500;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Collections &amp; Recover</a:t>
              </a:r>
              <a:endParaRPr sz="900">
                <a:solidFill>
                  <a:srgbClr val="FFFFFF"/>
                </a:solidFill>
                <a:latin typeface="Avant Garde Demi SFDC"/>
                <a:ea typeface="Avant Garde Demi SFDC"/>
                <a:cs typeface="Avant Garde Demi SFDC"/>
                <a:sym typeface="Avant Garde Demi SFDC"/>
              </a:endParaRPr>
            </a:p>
          </p:txBody>
        </p:sp>
      </p:grpSp>
      <p:sp>
        <p:nvSpPr>
          <p:cNvPr id="5501" name="Google Shape;5501;p170"/>
          <p:cNvSpPr/>
          <p:nvPr/>
        </p:nvSpPr>
        <p:spPr>
          <a:xfrm>
            <a:off x="16175571" y="520296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2" name="Google Shape;5502;p170"/>
          <p:cNvSpPr txBox="1"/>
          <p:nvPr/>
        </p:nvSpPr>
        <p:spPr>
          <a:xfrm>
            <a:off x="16339887" y="516947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a:latin typeface="Salesforce Sans"/>
              <a:ea typeface="Salesforce Sans"/>
              <a:cs typeface="Salesforce Sans"/>
              <a:sym typeface="Salesforce Sans"/>
            </a:endParaRPr>
          </a:p>
        </p:txBody>
      </p:sp>
      <p:sp>
        <p:nvSpPr>
          <p:cNvPr id="5503" name="Google Shape;5503;p170"/>
          <p:cNvSpPr txBox="1"/>
          <p:nvPr/>
        </p:nvSpPr>
        <p:spPr>
          <a:xfrm>
            <a:off x="16339887" y="531975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a:latin typeface="Salesforce Sans"/>
              <a:ea typeface="Salesforce Sans"/>
              <a:cs typeface="Salesforce Sans"/>
              <a:sym typeface="Salesforce Sans"/>
            </a:endParaRPr>
          </a:p>
        </p:txBody>
      </p:sp>
      <p:sp>
        <p:nvSpPr>
          <p:cNvPr id="5504" name="Google Shape;5504;p170"/>
          <p:cNvSpPr/>
          <p:nvPr/>
        </p:nvSpPr>
        <p:spPr>
          <a:xfrm>
            <a:off x="16175571" y="754773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05" name="Google Shape;5505;p170"/>
          <p:cNvSpPr txBox="1"/>
          <p:nvPr/>
        </p:nvSpPr>
        <p:spPr>
          <a:xfrm>
            <a:off x="16339887" y="751425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06" name="Google Shape;5506;p170"/>
          <p:cNvSpPr/>
          <p:nvPr/>
        </p:nvSpPr>
        <p:spPr>
          <a:xfrm>
            <a:off x="16175571" y="887325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7" name="Google Shape;5507;p170"/>
          <p:cNvSpPr txBox="1"/>
          <p:nvPr/>
        </p:nvSpPr>
        <p:spPr>
          <a:xfrm>
            <a:off x="16339887" y="8836042"/>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Information and Query Support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08" name="Google Shape;5508;p170"/>
          <p:cNvSpPr/>
          <p:nvPr/>
        </p:nvSpPr>
        <p:spPr>
          <a:xfrm>
            <a:off x="16175571" y="91447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9" name="Google Shape;5509;p170"/>
          <p:cNvSpPr txBox="1"/>
          <p:nvPr/>
        </p:nvSpPr>
        <p:spPr>
          <a:xfrm>
            <a:off x="16339887" y="910751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Representative Contact Update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10" name="Google Shape;5510;p170"/>
          <p:cNvSpPr/>
          <p:nvPr/>
        </p:nvSpPr>
        <p:spPr>
          <a:xfrm>
            <a:off x="16175571" y="9406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5511" name="Google Shape;5511;p170"/>
          <p:cNvGrpSpPr/>
          <p:nvPr/>
        </p:nvGrpSpPr>
        <p:grpSpPr>
          <a:xfrm>
            <a:off x="16175571" y="9526048"/>
            <a:ext cx="2530136" cy="128400"/>
            <a:chOff x="16170809" y="9954673"/>
            <a:chExt cx="2530136" cy="128400"/>
          </a:xfrm>
        </p:grpSpPr>
        <p:sp>
          <p:nvSpPr>
            <p:cNvPr id="5512" name="Google Shape;5512;p170"/>
            <p:cNvSpPr txBox="1"/>
            <p:nvPr/>
          </p:nvSpPr>
          <p:spPr>
            <a:xfrm>
              <a:off x="16335145" y="9954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Customer Verification</a:t>
              </a:r>
              <a:endParaRPr i="0" sz="800" u="none" cap="none" strike="noStrike">
                <a:latin typeface="Salesforce Sans"/>
                <a:ea typeface="Salesforce Sans"/>
                <a:cs typeface="Salesforce Sans"/>
                <a:sym typeface="Salesforce Sans"/>
              </a:endParaRPr>
            </a:p>
          </p:txBody>
        </p:sp>
        <p:sp>
          <p:nvSpPr>
            <p:cNvPr id="5513" name="Google Shape;5513;p170"/>
            <p:cNvSpPr/>
            <p:nvPr/>
          </p:nvSpPr>
          <p:spPr>
            <a:xfrm>
              <a:off x="16170809" y="9979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grpSp>
      <p:sp>
        <p:nvSpPr>
          <p:cNvPr id="5514" name="Google Shape;5514;p170"/>
          <p:cNvSpPr txBox="1"/>
          <p:nvPr/>
        </p:nvSpPr>
        <p:spPr>
          <a:xfrm>
            <a:off x="9694269" y="9906521"/>
            <a:ext cx="8385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harma" showMasterSp="0">
  <p:cSld name="TITLE_AND_BODY_5_1_1_1_1">
    <p:spTree>
      <p:nvGrpSpPr>
        <p:cNvPr id="5515" name="Shape 5515"/>
        <p:cNvGrpSpPr/>
        <p:nvPr/>
      </p:nvGrpSpPr>
      <p:grpSpPr>
        <a:xfrm>
          <a:off x="0" y="0"/>
          <a:ext cx="0" cy="0"/>
          <a:chOff x="0" y="0"/>
          <a:chExt cx="0" cy="0"/>
        </a:xfrm>
      </p:grpSpPr>
      <p:sp>
        <p:nvSpPr>
          <p:cNvPr id="5516" name="Google Shape;5516;p171"/>
          <p:cNvSpPr txBox="1"/>
          <p:nvPr/>
        </p:nvSpPr>
        <p:spPr>
          <a:xfrm>
            <a:off x="857250"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pharma workflows</a:t>
            </a:r>
            <a:endParaRPr sz="4200">
              <a:solidFill>
                <a:schemeClr val="dk1"/>
              </a:solidFill>
              <a:latin typeface="Avant Garde Demi SFDC"/>
              <a:ea typeface="Avant Garde Demi SFDC"/>
              <a:cs typeface="Avant Garde Demi SFDC"/>
              <a:sym typeface="Avant Garde Demi SFDC"/>
            </a:endParaRPr>
          </a:p>
        </p:txBody>
      </p:sp>
      <p:grpSp>
        <p:nvGrpSpPr>
          <p:cNvPr id="5517" name="Google Shape;5517;p171"/>
          <p:cNvGrpSpPr/>
          <p:nvPr/>
        </p:nvGrpSpPr>
        <p:grpSpPr>
          <a:xfrm>
            <a:off x="5987400" y="1143000"/>
            <a:ext cx="6313200" cy="307800"/>
            <a:chOff x="10935900" y="1111148"/>
            <a:chExt cx="6313200" cy="307800"/>
          </a:xfrm>
        </p:grpSpPr>
        <p:grpSp>
          <p:nvGrpSpPr>
            <p:cNvPr id="5518" name="Google Shape;5518;p171"/>
            <p:cNvGrpSpPr/>
            <p:nvPr/>
          </p:nvGrpSpPr>
          <p:grpSpPr>
            <a:xfrm>
              <a:off x="10935900" y="1111148"/>
              <a:ext cx="6313200" cy="307800"/>
              <a:chOff x="11238000" y="958400"/>
              <a:chExt cx="6313200" cy="307800"/>
            </a:xfrm>
          </p:grpSpPr>
          <p:sp>
            <p:nvSpPr>
              <p:cNvPr id="5519" name="Google Shape;5519;p171"/>
              <p:cNvSpPr/>
              <p:nvPr/>
            </p:nvSpPr>
            <p:spPr>
              <a:xfrm>
                <a:off x="11238000" y="9614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520" name="Google Shape;5520;p171"/>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1" name="Google Shape;5521;p171"/>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22" name="Google Shape;5522;p171"/>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3" name="Google Shape;5523;p171"/>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4" name="Google Shape;5524;p171"/>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525" name="Google Shape;5525;p171"/>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526" name="Google Shape;5526;p171"/>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5527" name="Google Shape;5527;p171"/>
            <p:cNvSpPr txBox="1"/>
            <p:nvPr/>
          </p:nvSpPr>
          <p:spPr>
            <a:xfrm>
              <a:off x="16504798" y="1185550"/>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5528" name="Google Shape;5528;p171"/>
          <p:cNvGrpSpPr/>
          <p:nvPr/>
        </p:nvGrpSpPr>
        <p:grpSpPr>
          <a:xfrm>
            <a:off x="439619" y="1524000"/>
            <a:ext cx="4336282" cy="8401512"/>
            <a:chOff x="478339" y="1521600"/>
            <a:chExt cx="4336282" cy="8401512"/>
          </a:xfrm>
        </p:grpSpPr>
        <p:sp>
          <p:nvSpPr>
            <p:cNvPr id="5529" name="Google Shape;5529;p171"/>
            <p:cNvSpPr/>
            <p:nvPr/>
          </p:nvSpPr>
          <p:spPr>
            <a:xfrm>
              <a:off x="1601900" y="2618605"/>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Early Disease Research </a:t>
              </a:r>
              <a:endParaRPr b="1" i="0" sz="945" u="none" cap="none" strike="noStrike">
                <a:solidFill>
                  <a:srgbClr val="066AFE"/>
                </a:solidFill>
                <a:latin typeface="Salesforce Sans"/>
                <a:ea typeface="Salesforce Sans"/>
                <a:cs typeface="Salesforce Sans"/>
                <a:sym typeface="Salesforce Sans"/>
              </a:endParaRPr>
            </a:p>
          </p:txBody>
        </p:sp>
        <p:sp>
          <p:nvSpPr>
            <p:cNvPr id="5530" name="Google Shape;5530;p171"/>
            <p:cNvSpPr/>
            <p:nvPr/>
          </p:nvSpPr>
          <p:spPr>
            <a:xfrm>
              <a:off x="1601900" y="9464113"/>
              <a:ext cx="14577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a:t>
              </a:r>
              <a:r>
                <a:rPr b="1" lang="en" sz="945">
                  <a:solidFill>
                    <a:srgbClr val="066AFE"/>
                  </a:solidFill>
                  <a:latin typeface="Salesforce Sans"/>
                  <a:ea typeface="Salesforce Sans"/>
                  <a:cs typeface="Salesforce Sans"/>
                  <a:sym typeface="Salesforce Sans"/>
                </a:rPr>
                <a:t> </a:t>
              </a:r>
              <a:br>
                <a:rPr b="1" lang="en" sz="945">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Intelligence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Monitoring </a:t>
              </a:r>
              <a:endParaRPr b="1" i="0" sz="945" u="none" cap="none" strike="noStrike">
                <a:solidFill>
                  <a:srgbClr val="066AFE"/>
                </a:solidFill>
                <a:latin typeface="Salesforce Sans"/>
                <a:ea typeface="Salesforce Sans"/>
                <a:cs typeface="Salesforce Sans"/>
                <a:sym typeface="Salesforce Sans"/>
              </a:endParaRPr>
            </a:p>
          </p:txBody>
        </p:sp>
        <p:sp>
          <p:nvSpPr>
            <p:cNvPr id="5531" name="Google Shape;5531;p171"/>
            <p:cNvSpPr/>
            <p:nvPr/>
          </p:nvSpPr>
          <p:spPr>
            <a:xfrm>
              <a:off x="1601900" y="3693863"/>
              <a:ext cx="12960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Drug / Compound Identification </a:t>
              </a:r>
              <a:endParaRPr b="1" i="0" sz="945" u="none" cap="none" strike="noStrike">
                <a:solidFill>
                  <a:srgbClr val="066AFE"/>
                </a:solidFill>
                <a:latin typeface="Salesforce Sans"/>
                <a:ea typeface="Salesforce Sans"/>
                <a:cs typeface="Salesforce Sans"/>
                <a:sym typeface="Salesforce Sans"/>
              </a:endParaRPr>
            </a:p>
          </p:txBody>
        </p:sp>
        <p:sp>
          <p:nvSpPr>
            <p:cNvPr id="5532" name="Google Shape;5532;p171"/>
            <p:cNvSpPr/>
            <p:nvPr/>
          </p:nvSpPr>
          <p:spPr>
            <a:xfrm>
              <a:off x="1601900" y="3158862"/>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Target Discovery </a:t>
              </a:r>
              <a:endParaRPr b="1" i="0" sz="945" u="none" cap="none" strike="noStrike">
                <a:solidFill>
                  <a:srgbClr val="066AFE"/>
                </a:solidFill>
                <a:latin typeface="Salesforce Sans"/>
                <a:ea typeface="Salesforce Sans"/>
                <a:cs typeface="Salesforce Sans"/>
                <a:sym typeface="Salesforce Sans"/>
              </a:endParaRPr>
            </a:p>
          </p:txBody>
        </p:sp>
        <p:sp>
          <p:nvSpPr>
            <p:cNvPr id="5533" name="Google Shape;5533;p171"/>
            <p:cNvSpPr/>
            <p:nvPr/>
          </p:nvSpPr>
          <p:spPr>
            <a:xfrm>
              <a:off x="1601900" y="4084100"/>
              <a:ext cx="11211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Biochemical Simulation &amp; Modelling</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highlight>
                  <a:srgbClr val="FFFF00"/>
                </a:highlight>
                <a:latin typeface="Salesforce Sans"/>
                <a:ea typeface="Salesforce Sans"/>
                <a:cs typeface="Salesforce Sans"/>
                <a:sym typeface="Salesforce Sans"/>
              </a:endParaRPr>
            </a:p>
          </p:txBody>
        </p:sp>
        <p:sp>
          <p:nvSpPr>
            <p:cNvPr id="5534" name="Google Shape;5534;p171"/>
            <p:cNvSpPr/>
            <p:nvPr/>
          </p:nvSpPr>
          <p:spPr>
            <a:xfrm>
              <a:off x="1601900" y="4562067"/>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Protocol Design </a:t>
              </a:r>
              <a:endParaRPr b="1" i="0" sz="945" u="none" cap="none" strike="noStrike">
                <a:solidFill>
                  <a:srgbClr val="066AFE"/>
                </a:solidFill>
                <a:latin typeface="Salesforce Sans"/>
                <a:ea typeface="Salesforce Sans"/>
                <a:cs typeface="Salesforce Sans"/>
                <a:sym typeface="Salesforce Sans"/>
              </a:endParaRPr>
            </a:p>
          </p:txBody>
        </p:sp>
        <p:sp>
          <p:nvSpPr>
            <p:cNvPr id="5535" name="Google Shape;5535;p171"/>
            <p:cNvSpPr/>
            <p:nvPr/>
          </p:nvSpPr>
          <p:spPr>
            <a:xfrm>
              <a:off x="1601900" y="5363200"/>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Comparative Analysis </a:t>
              </a:r>
              <a:endParaRPr b="1" i="0" sz="945" u="none" cap="none" strike="noStrike">
                <a:solidFill>
                  <a:srgbClr val="066AFE"/>
                </a:solidFill>
                <a:latin typeface="Salesforce Sans"/>
                <a:ea typeface="Salesforce Sans"/>
                <a:cs typeface="Salesforce Sans"/>
                <a:sym typeface="Salesforce Sans"/>
              </a:endParaRPr>
            </a:p>
          </p:txBody>
        </p:sp>
        <p:sp>
          <p:nvSpPr>
            <p:cNvPr id="5536" name="Google Shape;5536;p171"/>
            <p:cNvSpPr/>
            <p:nvPr/>
          </p:nvSpPr>
          <p:spPr>
            <a:xfrm>
              <a:off x="1601900" y="6256263"/>
              <a:ext cx="11835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Pre-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Approval</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5537" name="Google Shape;5537;p171"/>
            <p:cNvSpPr/>
            <p:nvPr/>
          </p:nvSpPr>
          <p:spPr>
            <a:xfrm>
              <a:off x="1601900" y="7298388"/>
              <a:ext cx="10920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Data Analysis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&amp; Results</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5538" name="Google Shape;5538;p171"/>
            <p:cNvSpPr/>
            <p:nvPr/>
          </p:nvSpPr>
          <p:spPr>
            <a:xfrm>
              <a:off x="1601900" y="6629419"/>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Execution </a:t>
              </a:r>
              <a:endParaRPr b="1" i="0" sz="945" u="none" cap="none" strike="noStrike">
                <a:solidFill>
                  <a:srgbClr val="066AFE"/>
                </a:solidFill>
                <a:latin typeface="Salesforce Sans"/>
                <a:ea typeface="Salesforce Sans"/>
                <a:cs typeface="Salesforce Sans"/>
                <a:sym typeface="Salesforce Sans"/>
              </a:endParaRPr>
            </a:p>
          </p:txBody>
        </p:sp>
        <p:sp>
          <p:nvSpPr>
            <p:cNvPr id="5539" name="Google Shape;5539;p171"/>
            <p:cNvSpPr/>
            <p:nvPr/>
          </p:nvSpPr>
          <p:spPr>
            <a:xfrm>
              <a:off x="1601900" y="5727840"/>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Startup </a:t>
              </a:r>
              <a:endParaRPr b="1" i="0" sz="945" u="none" cap="none" strike="noStrike">
                <a:solidFill>
                  <a:srgbClr val="066AFE"/>
                </a:solidFill>
                <a:latin typeface="Salesforce Sans"/>
                <a:ea typeface="Salesforce Sans"/>
                <a:cs typeface="Salesforce Sans"/>
                <a:sym typeface="Salesforce Sans"/>
              </a:endParaRPr>
            </a:p>
          </p:txBody>
        </p:sp>
        <p:sp>
          <p:nvSpPr>
            <p:cNvPr id="5540" name="Google Shape;5540;p171"/>
            <p:cNvSpPr/>
            <p:nvPr/>
          </p:nvSpPr>
          <p:spPr>
            <a:xfrm>
              <a:off x="1601900" y="7641472"/>
              <a:ext cx="10749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Initial</a:t>
              </a:r>
              <a:r>
                <a:rPr b="1" lang="en" sz="945">
                  <a:solidFill>
                    <a:srgbClr val="066AFE"/>
                  </a:solidFill>
                  <a:latin typeface="Salesforce Sans"/>
                  <a:ea typeface="Salesforce Sans"/>
                  <a:cs typeface="Salesforce Sans"/>
                  <a:sym typeface="Salesforce Sans"/>
                </a:rPr>
                <a:t> </a:t>
              </a:r>
              <a:r>
                <a:rPr b="1" i="0" lang="en" sz="945" u="none" cap="none" strike="noStrike">
                  <a:solidFill>
                    <a:srgbClr val="066AFE"/>
                  </a:solidFill>
                  <a:latin typeface="Salesforce Sans"/>
                  <a:ea typeface="Salesforce Sans"/>
                  <a:cs typeface="Salesforce Sans"/>
                  <a:sym typeface="Salesforce Sans"/>
                </a:rPr>
                <a:t>Regulatory Reporting </a:t>
              </a:r>
              <a:endParaRPr b="1" i="0" sz="945" u="none" cap="none" strike="noStrike">
                <a:solidFill>
                  <a:srgbClr val="066AFE"/>
                </a:solidFill>
                <a:latin typeface="Salesforce Sans"/>
                <a:ea typeface="Salesforce Sans"/>
                <a:cs typeface="Salesforce Sans"/>
                <a:sym typeface="Salesforce Sans"/>
              </a:endParaRPr>
            </a:p>
          </p:txBody>
        </p:sp>
        <p:sp>
          <p:nvSpPr>
            <p:cNvPr id="5541" name="Google Shape;5541;p171"/>
            <p:cNvSpPr/>
            <p:nvPr/>
          </p:nvSpPr>
          <p:spPr>
            <a:xfrm>
              <a:off x="1601900" y="82988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Inquiry </a:t>
              </a:r>
              <a:endParaRPr b="1" i="0" sz="945" u="none" cap="none" strike="noStrike">
                <a:solidFill>
                  <a:srgbClr val="066AFE"/>
                </a:solidFill>
                <a:latin typeface="Salesforce Sans"/>
                <a:ea typeface="Salesforce Sans"/>
                <a:cs typeface="Salesforce Sans"/>
                <a:sym typeface="Salesforce Sans"/>
              </a:endParaRPr>
            </a:p>
          </p:txBody>
        </p:sp>
        <p:sp>
          <p:nvSpPr>
            <p:cNvPr id="5542" name="Google Shape;5542;p171"/>
            <p:cNvSpPr/>
            <p:nvPr/>
          </p:nvSpPr>
          <p:spPr>
            <a:xfrm>
              <a:off x="1601900" y="8659599"/>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Post-Marketing Surveillance </a:t>
              </a:r>
              <a:endParaRPr b="1" i="0" sz="945" u="none" cap="none" strike="noStrike">
                <a:solidFill>
                  <a:srgbClr val="066AFE"/>
                </a:solidFill>
                <a:latin typeface="Salesforce Sans"/>
                <a:ea typeface="Salesforce Sans"/>
                <a:cs typeface="Salesforce Sans"/>
                <a:sym typeface="Salesforce Sans"/>
              </a:endParaRPr>
            </a:p>
          </p:txBody>
        </p:sp>
        <p:sp>
          <p:nvSpPr>
            <p:cNvPr id="5543" name="Google Shape;5543;p171"/>
            <p:cNvSpPr txBox="1"/>
            <p:nvPr/>
          </p:nvSpPr>
          <p:spPr>
            <a:xfrm>
              <a:off x="3048821" y="29421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Preparation</a:t>
              </a:r>
              <a:endParaRPr i="0" sz="800" u="none" cap="none" strike="noStrike">
                <a:latin typeface="Salesforce Sans"/>
                <a:ea typeface="Salesforce Sans"/>
                <a:cs typeface="Salesforce Sans"/>
                <a:sym typeface="Salesforce Sans"/>
              </a:endParaRPr>
            </a:p>
          </p:txBody>
        </p:sp>
        <p:sp>
          <p:nvSpPr>
            <p:cNvPr id="5544" name="Google Shape;5544;p171"/>
            <p:cNvSpPr txBox="1"/>
            <p:nvPr/>
          </p:nvSpPr>
          <p:spPr>
            <a:xfrm>
              <a:off x="3048821" y="31572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Identification</a:t>
              </a:r>
              <a:endParaRPr sz="800">
                <a:latin typeface="Salesforce Sans"/>
                <a:ea typeface="Salesforce Sans"/>
                <a:cs typeface="Salesforce Sans"/>
                <a:sym typeface="Salesforce Sans"/>
              </a:endParaRPr>
            </a:p>
          </p:txBody>
        </p:sp>
        <p:sp>
          <p:nvSpPr>
            <p:cNvPr id="5545" name="Google Shape;5545;p171"/>
            <p:cNvSpPr txBox="1"/>
            <p:nvPr/>
          </p:nvSpPr>
          <p:spPr>
            <a:xfrm>
              <a:off x="3048821" y="331296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Validation</a:t>
              </a:r>
              <a:endParaRPr sz="800">
                <a:latin typeface="Salesforce Sans"/>
                <a:ea typeface="Salesforce Sans"/>
                <a:cs typeface="Salesforce Sans"/>
                <a:sym typeface="Salesforce Sans"/>
              </a:endParaRPr>
            </a:p>
          </p:txBody>
        </p:sp>
        <p:sp>
          <p:nvSpPr>
            <p:cNvPr id="5546" name="Google Shape;5546;p171"/>
            <p:cNvSpPr txBox="1"/>
            <p:nvPr/>
          </p:nvSpPr>
          <p:spPr>
            <a:xfrm>
              <a:off x="3048821" y="38679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Formulation Development</a:t>
              </a:r>
              <a:endParaRPr sz="800">
                <a:latin typeface="Salesforce Sans"/>
                <a:ea typeface="Salesforce Sans"/>
                <a:cs typeface="Salesforce Sans"/>
                <a:sym typeface="Salesforce Sans"/>
              </a:endParaRPr>
            </a:p>
          </p:txBody>
        </p:sp>
        <p:sp>
          <p:nvSpPr>
            <p:cNvPr id="5547" name="Google Shape;5547;p171"/>
            <p:cNvSpPr txBox="1"/>
            <p:nvPr/>
          </p:nvSpPr>
          <p:spPr>
            <a:xfrm>
              <a:off x="3048821" y="34749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Prioritization</a:t>
              </a:r>
              <a:endParaRPr sz="800">
                <a:latin typeface="Salesforce Sans"/>
                <a:ea typeface="Salesforce Sans"/>
                <a:cs typeface="Salesforce Sans"/>
                <a:sym typeface="Salesforce Sans"/>
              </a:endParaRPr>
            </a:p>
          </p:txBody>
        </p:sp>
        <p:sp>
          <p:nvSpPr>
            <p:cNvPr id="5548" name="Google Shape;5548;p171"/>
            <p:cNvSpPr txBox="1"/>
            <p:nvPr/>
          </p:nvSpPr>
          <p:spPr>
            <a:xfrm>
              <a:off x="3048821" y="4714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Selection</a:t>
              </a:r>
              <a:endParaRPr i="0" sz="800" u="none" cap="none" strike="noStrike">
                <a:latin typeface="Salesforce Sans"/>
                <a:ea typeface="Salesforce Sans"/>
                <a:cs typeface="Salesforce Sans"/>
                <a:sym typeface="Salesforce Sans"/>
              </a:endParaRPr>
            </a:p>
          </p:txBody>
        </p:sp>
        <p:sp>
          <p:nvSpPr>
            <p:cNvPr id="5549" name="Google Shape;5549;p171"/>
            <p:cNvSpPr txBox="1"/>
            <p:nvPr/>
          </p:nvSpPr>
          <p:spPr>
            <a:xfrm>
              <a:off x="3048821" y="45589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Type Designation</a:t>
              </a:r>
              <a:endParaRPr sz="800">
                <a:latin typeface="Salesforce Sans"/>
                <a:ea typeface="Salesforce Sans"/>
                <a:cs typeface="Salesforce Sans"/>
                <a:sym typeface="Salesforce Sans"/>
              </a:endParaRPr>
            </a:p>
          </p:txBody>
        </p:sp>
        <p:sp>
          <p:nvSpPr>
            <p:cNvPr id="5550" name="Google Shape;5550;p171"/>
            <p:cNvSpPr txBox="1"/>
            <p:nvPr/>
          </p:nvSpPr>
          <p:spPr>
            <a:xfrm>
              <a:off x="3048821" y="514764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 Vitro Validation</a:t>
              </a:r>
              <a:endParaRPr sz="800">
                <a:latin typeface="Salesforce Sans"/>
                <a:ea typeface="Salesforce Sans"/>
                <a:cs typeface="Salesforce Sans"/>
                <a:sym typeface="Salesforce Sans"/>
              </a:endParaRPr>
            </a:p>
          </p:txBody>
        </p:sp>
        <p:sp>
          <p:nvSpPr>
            <p:cNvPr id="5551" name="Google Shape;5551;p171"/>
            <p:cNvSpPr txBox="1"/>
            <p:nvPr/>
          </p:nvSpPr>
          <p:spPr>
            <a:xfrm>
              <a:off x="3048821" y="5364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Synthesis</a:t>
              </a:r>
              <a:endParaRPr sz="800">
                <a:latin typeface="Salesforce Sans"/>
                <a:ea typeface="Salesforce Sans"/>
                <a:cs typeface="Salesforce Sans"/>
                <a:sym typeface="Salesforce Sans"/>
              </a:endParaRPr>
            </a:p>
          </p:txBody>
        </p:sp>
        <p:sp>
          <p:nvSpPr>
            <p:cNvPr id="5552" name="Google Shape;5552;p171"/>
            <p:cNvSpPr txBox="1"/>
            <p:nvPr/>
          </p:nvSpPr>
          <p:spPr>
            <a:xfrm>
              <a:off x="3048821" y="55177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H2H Benchmarking</a:t>
              </a:r>
              <a:endParaRPr sz="800">
                <a:latin typeface="Salesforce Sans"/>
                <a:ea typeface="Salesforce Sans"/>
                <a:cs typeface="Salesforce Sans"/>
                <a:sym typeface="Salesforce Sans"/>
              </a:endParaRPr>
            </a:p>
          </p:txBody>
        </p:sp>
        <p:sp>
          <p:nvSpPr>
            <p:cNvPr id="5553" name="Google Shape;5553;p171"/>
            <p:cNvSpPr txBox="1"/>
            <p:nvPr/>
          </p:nvSpPr>
          <p:spPr>
            <a:xfrm>
              <a:off x="3048821" y="58875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Feasibility</a:t>
              </a:r>
              <a:endParaRPr sz="800">
                <a:latin typeface="Salesforce Sans"/>
                <a:ea typeface="Salesforce Sans"/>
                <a:cs typeface="Salesforce Sans"/>
                <a:sym typeface="Salesforce Sans"/>
              </a:endParaRPr>
            </a:p>
          </p:txBody>
        </p:sp>
        <p:sp>
          <p:nvSpPr>
            <p:cNvPr id="5554" name="Google Shape;5554;p171"/>
            <p:cNvSpPr txBox="1"/>
            <p:nvPr/>
          </p:nvSpPr>
          <p:spPr>
            <a:xfrm>
              <a:off x="3048821" y="62629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Country &amp; Admin Regulations</a:t>
              </a:r>
              <a:endParaRPr sz="800">
                <a:latin typeface="Salesforce Sans"/>
                <a:ea typeface="Salesforce Sans"/>
                <a:cs typeface="Salesforce Sans"/>
                <a:sym typeface="Salesforce Sans"/>
              </a:endParaRPr>
            </a:p>
          </p:txBody>
        </p:sp>
        <p:sp>
          <p:nvSpPr>
            <p:cNvPr id="5555" name="Google Shape;5555;p171"/>
            <p:cNvSpPr txBox="1"/>
            <p:nvPr/>
          </p:nvSpPr>
          <p:spPr>
            <a:xfrm>
              <a:off x="3048821" y="64163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Core Document Authoring</a:t>
              </a:r>
              <a:endParaRPr sz="800">
                <a:latin typeface="Salesforce Sans"/>
                <a:ea typeface="Salesforce Sans"/>
                <a:cs typeface="Salesforce Sans"/>
                <a:sym typeface="Salesforce Sans"/>
              </a:endParaRPr>
            </a:p>
          </p:txBody>
        </p:sp>
        <p:sp>
          <p:nvSpPr>
            <p:cNvPr id="5556" name="Google Shape;5556;p171"/>
            <p:cNvSpPr txBox="1"/>
            <p:nvPr/>
          </p:nvSpPr>
          <p:spPr>
            <a:xfrm>
              <a:off x="3048821" y="57317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Regional Identification</a:t>
              </a:r>
              <a:endParaRPr sz="800">
                <a:latin typeface="Salesforce Sans"/>
                <a:ea typeface="Salesforce Sans"/>
                <a:cs typeface="Salesforce Sans"/>
                <a:sym typeface="Salesforce Sans"/>
              </a:endParaRPr>
            </a:p>
          </p:txBody>
        </p:sp>
        <p:sp>
          <p:nvSpPr>
            <p:cNvPr id="5557" name="Google Shape;5557;p171"/>
            <p:cNvSpPr txBox="1"/>
            <p:nvPr/>
          </p:nvSpPr>
          <p:spPr>
            <a:xfrm>
              <a:off x="3048821" y="6624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Finding</a:t>
              </a:r>
              <a:endParaRPr i="0" sz="800" u="none" cap="none" strike="noStrike">
                <a:latin typeface="Salesforce Sans"/>
                <a:ea typeface="Salesforce Sans"/>
                <a:cs typeface="Salesforce Sans"/>
                <a:sym typeface="Salesforce Sans"/>
              </a:endParaRPr>
            </a:p>
          </p:txBody>
        </p:sp>
        <p:sp>
          <p:nvSpPr>
            <p:cNvPr id="5558" name="Google Shape;5558;p171"/>
            <p:cNvSpPr txBox="1"/>
            <p:nvPr/>
          </p:nvSpPr>
          <p:spPr>
            <a:xfrm>
              <a:off x="3048821" y="67800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Visit Scheduling</a:t>
              </a:r>
              <a:endParaRPr i="0" sz="800" u="none" cap="none" strike="noStrike">
                <a:latin typeface="Salesforce Sans"/>
                <a:ea typeface="Salesforce Sans"/>
                <a:cs typeface="Salesforce Sans"/>
                <a:sym typeface="Salesforce Sans"/>
              </a:endParaRPr>
            </a:p>
          </p:txBody>
        </p:sp>
        <p:sp>
          <p:nvSpPr>
            <p:cNvPr id="5559" name="Google Shape;5559;p171"/>
            <p:cNvSpPr txBox="1"/>
            <p:nvPr/>
          </p:nvSpPr>
          <p:spPr>
            <a:xfrm>
              <a:off x="3048821" y="693584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Monitoring</a:t>
              </a:r>
              <a:endParaRPr i="0" sz="800" u="none" cap="none" strike="noStrike">
                <a:latin typeface="Salesforce Sans"/>
                <a:ea typeface="Salesforce Sans"/>
                <a:cs typeface="Salesforce Sans"/>
                <a:sym typeface="Salesforce Sans"/>
              </a:endParaRPr>
            </a:p>
          </p:txBody>
        </p:sp>
        <p:sp>
          <p:nvSpPr>
            <p:cNvPr id="5560" name="Google Shape;5560;p171"/>
            <p:cNvSpPr txBox="1"/>
            <p:nvPr/>
          </p:nvSpPr>
          <p:spPr>
            <a:xfrm>
              <a:off x="3048821" y="486982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Validation (e.g., Controls, Doses, Endpoints)</a:t>
              </a:r>
              <a:endParaRPr sz="800">
                <a:latin typeface="Salesforce Sans"/>
                <a:ea typeface="Salesforce Sans"/>
                <a:cs typeface="Salesforce Sans"/>
                <a:sym typeface="Salesforce Sans"/>
              </a:endParaRPr>
            </a:p>
          </p:txBody>
        </p:sp>
        <p:sp>
          <p:nvSpPr>
            <p:cNvPr id="5561" name="Google Shape;5561;p171"/>
            <p:cNvSpPr txBox="1"/>
            <p:nvPr/>
          </p:nvSpPr>
          <p:spPr>
            <a:xfrm>
              <a:off x="3048821" y="77911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Safety Case</a:t>
              </a:r>
              <a:endParaRPr i="0" sz="800" u="none" cap="none" strike="noStrike">
                <a:latin typeface="Salesforce Sans"/>
                <a:ea typeface="Salesforce Sans"/>
                <a:cs typeface="Salesforce Sans"/>
                <a:sym typeface="Salesforce Sans"/>
              </a:endParaRPr>
            </a:p>
          </p:txBody>
        </p:sp>
        <p:sp>
          <p:nvSpPr>
            <p:cNvPr id="5562" name="Google Shape;5562;p171"/>
            <p:cNvSpPr txBox="1"/>
            <p:nvPr/>
          </p:nvSpPr>
          <p:spPr>
            <a:xfrm>
              <a:off x="3048821" y="8088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Submission Readiness</a:t>
              </a:r>
              <a:endParaRPr i="0" sz="800" u="none" cap="none" strike="noStrike">
                <a:latin typeface="Salesforce Sans"/>
                <a:ea typeface="Salesforce Sans"/>
                <a:cs typeface="Salesforce Sans"/>
                <a:sym typeface="Salesforce Sans"/>
              </a:endParaRPr>
            </a:p>
          </p:txBody>
        </p:sp>
        <p:sp>
          <p:nvSpPr>
            <p:cNvPr id="5563" name="Google Shape;5563;p171"/>
            <p:cNvSpPr txBox="1"/>
            <p:nvPr/>
          </p:nvSpPr>
          <p:spPr>
            <a:xfrm>
              <a:off x="3048821" y="793973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 Generation</a:t>
              </a:r>
              <a:endParaRPr i="0" sz="800" u="none" cap="none" strike="noStrike">
                <a:latin typeface="Salesforce Sans"/>
                <a:ea typeface="Salesforce Sans"/>
                <a:cs typeface="Salesforce Sans"/>
                <a:sym typeface="Salesforce Sans"/>
              </a:endParaRPr>
            </a:p>
          </p:txBody>
        </p:sp>
        <p:sp>
          <p:nvSpPr>
            <p:cNvPr id="5564" name="Google Shape;5564;p171"/>
            <p:cNvSpPr txBox="1"/>
            <p:nvPr/>
          </p:nvSpPr>
          <p:spPr>
            <a:xfrm>
              <a:off x="3048821" y="84512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Response Generation</a:t>
              </a:r>
              <a:endParaRPr i="0" sz="800" u="none" cap="none" strike="noStrike">
                <a:latin typeface="Salesforce Sans"/>
                <a:ea typeface="Salesforce Sans"/>
                <a:cs typeface="Salesforce Sans"/>
                <a:sym typeface="Salesforce Sans"/>
              </a:endParaRPr>
            </a:p>
          </p:txBody>
        </p:sp>
        <p:sp>
          <p:nvSpPr>
            <p:cNvPr id="5565" name="Google Shape;5565;p171"/>
            <p:cNvSpPr txBox="1"/>
            <p:nvPr/>
          </p:nvSpPr>
          <p:spPr>
            <a:xfrm>
              <a:off x="3048821" y="865988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Design</a:t>
              </a:r>
              <a:endParaRPr i="0" sz="800" u="none" cap="none" strike="noStrike">
                <a:latin typeface="Salesforce Sans"/>
                <a:ea typeface="Salesforce Sans"/>
                <a:cs typeface="Salesforce Sans"/>
                <a:sym typeface="Salesforce Sans"/>
              </a:endParaRPr>
            </a:p>
          </p:txBody>
        </p:sp>
        <p:sp>
          <p:nvSpPr>
            <p:cNvPr id="5566" name="Google Shape;5566;p171"/>
            <p:cNvSpPr txBox="1"/>
            <p:nvPr/>
          </p:nvSpPr>
          <p:spPr>
            <a:xfrm>
              <a:off x="3048821" y="88084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Execution</a:t>
              </a:r>
              <a:endParaRPr i="0" sz="800" u="none" cap="none" strike="noStrike">
                <a:latin typeface="Salesforce Sans"/>
                <a:ea typeface="Salesforce Sans"/>
                <a:cs typeface="Salesforce Sans"/>
                <a:sym typeface="Salesforce Sans"/>
              </a:endParaRPr>
            </a:p>
          </p:txBody>
        </p:sp>
        <p:sp>
          <p:nvSpPr>
            <p:cNvPr id="5567" name="Google Shape;5567;p171"/>
            <p:cNvSpPr txBox="1"/>
            <p:nvPr/>
          </p:nvSpPr>
          <p:spPr>
            <a:xfrm>
              <a:off x="3048821" y="89571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Periodic Reporting</a:t>
              </a:r>
              <a:endParaRPr i="0" sz="800" u="none" cap="none" strike="noStrike">
                <a:latin typeface="Salesforce Sans"/>
                <a:ea typeface="Salesforce Sans"/>
                <a:cs typeface="Salesforce Sans"/>
                <a:sym typeface="Salesforce Sans"/>
              </a:endParaRPr>
            </a:p>
          </p:txBody>
        </p:sp>
        <p:sp>
          <p:nvSpPr>
            <p:cNvPr id="5568" name="Google Shape;5568;p171"/>
            <p:cNvSpPr txBox="1"/>
            <p:nvPr/>
          </p:nvSpPr>
          <p:spPr>
            <a:xfrm>
              <a:off x="3048821" y="91083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Labelling</a:t>
              </a:r>
              <a:endParaRPr i="0" sz="800" u="none" cap="none" strike="noStrike">
                <a:latin typeface="Salesforce Sans"/>
                <a:ea typeface="Salesforce Sans"/>
                <a:cs typeface="Salesforce Sans"/>
                <a:sym typeface="Salesforce Sans"/>
              </a:endParaRPr>
            </a:p>
          </p:txBody>
        </p:sp>
        <p:sp>
          <p:nvSpPr>
            <p:cNvPr id="5569" name="Google Shape;5569;p171"/>
            <p:cNvSpPr txBox="1"/>
            <p:nvPr/>
          </p:nvSpPr>
          <p:spPr>
            <a:xfrm>
              <a:off x="3048821" y="92481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Case Database</a:t>
              </a:r>
              <a:endParaRPr i="0" sz="800" u="none" cap="none" strike="noStrike">
                <a:latin typeface="Salesforce Sans"/>
                <a:ea typeface="Salesforce Sans"/>
                <a:cs typeface="Salesforce Sans"/>
                <a:sym typeface="Salesforce Sans"/>
              </a:endParaRPr>
            </a:p>
          </p:txBody>
        </p:sp>
        <p:sp>
          <p:nvSpPr>
            <p:cNvPr id="5570" name="Google Shape;5570;p171"/>
            <p:cNvSpPr txBox="1"/>
            <p:nvPr/>
          </p:nvSpPr>
          <p:spPr>
            <a:xfrm>
              <a:off x="3048821" y="70898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Management</a:t>
              </a:r>
              <a:endParaRPr i="0" sz="800" u="none" cap="none" strike="noStrike">
                <a:latin typeface="Salesforce Sans"/>
                <a:ea typeface="Salesforce Sans"/>
                <a:cs typeface="Salesforce Sans"/>
                <a:sym typeface="Salesforce Sans"/>
              </a:endParaRPr>
            </a:p>
          </p:txBody>
        </p:sp>
        <p:sp>
          <p:nvSpPr>
            <p:cNvPr id="5571" name="Google Shape;5571;p171"/>
            <p:cNvSpPr txBox="1"/>
            <p:nvPr/>
          </p:nvSpPr>
          <p:spPr>
            <a:xfrm>
              <a:off x="3048821" y="72998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Cleaning</a:t>
              </a:r>
              <a:endParaRPr i="0" sz="800" u="none" cap="none" strike="noStrike">
                <a:latin typeface="Salesforce Sans"/>
                <a:ea typeface="Salesforce Sans"/>
                <a:cs typeface="Salesforce Sans"/>
                <a:sym typeface="Salesforce Sans"/>
              </a:endParaRPr>
            </a:p>
          </p:txBody>
        </p:sp>
        <p:sp>
          <p:nvSpPr>
            <p:cNvPr id="5572" name="Google Shape;5572;p171"/>
            <p:cNvSpPr txBox="1"/>
            <p:nvPr/>
          </p:nvSpPr>
          <p:spPr>
            <a:xfrm>
              <a:off x="3048821" y="7430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a:t>
              </a:r>
              <a:endParaRPr i="0" sz="800" u="none" cap="none" strike="noStrike">
                <a:latin typeface="Salesforce Sans"/>
                <a:ea typeface="Salesforce Sans"/>
                <a:cs typeface="Salesforce Sans"/>
                <a:sym typeface="Salesforce Sans"/>
              </a:endParaRPr>
            </a:p>
          </p:txBody>
        </p:sp>
        <p:sp>
          <p:nvSpPr>
            <p:cNvPr id="5573" name="Google Shape;5573;p171"/>
            <p:cNvSpPr txBox="1"/>
            <p:nvPr/>
          </p:nvSpPr>
          <p:spPr>
            <a:xfrm>
              <a:off x="3048821" y="76425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Preparation</a:t>
              </a:r>
              <a:endParaRPr i="0" sz="800" u="none" cap="none" strike="noStrike">
                <a:latin typeface="Salesforce Sans"/>
                <a:ea typeface="Salesforce Sans"/>
                <a:cs typeface="Salesforce Sans"/>
                <a:sym typeface="Salesforce Sans"/>
              </a:endParaRPr>
            </a:p>
          </p:txBody>
        </p:sp>
        <p:sp>
          <p:nvSpPr>
            <p:cNvPr id="5574" name="Google Shape;5574;p171"/>
            <p:cNvSpPr/>
            <p:nvPr/>
          </p:nvSpPr>
          <p:spPr>
            <a:xfrm>
              <a:off x="2912773" y="3498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75" name="Google Shape;5575;p171"/>
            <p:cNvSpPr/>
            <p:nvPr/>
          </p:nvSpPr>
          <p:spPr>
            <a:xfrm>
              <a:off x="2912773" y="57503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76" name="Google Shape;5576;p171"/>
            <p:cNvSpPr/>
            <p:nvPr/>
          </p:nvSpPr>
          <p:spPr>
            <a:xfrm>
              <a:off x="2912773" y="67986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77" name="Google Shape;5577;p171"/>
            <p:cNvSpPr txBox="1"/>
            <p:nvPr/>
          </p:nvSpPr>
          <p:spPr>
            <a:xfrm>
              <a:off x="3048821" y="176598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Candidates Matching</a:t>
              </a:r>
              <a:endParaRPr sz="800">
                <a:latin typeface="Salesforce Sans"/>
                <a:ea typeface="Salesforce Sans"/>
                <a:cs typeface="Salesforce Sans"/>
                <a:sym typeface="Salesforce Sans"/>
              </a:endParaRPr>
            </a:p>
          </p:txBody>
        </p:sp>
        <p:sp>
          <p:nvSpPr>
            <p:cNvPr id="5578" name="Google Shape;5578;p171"/>
            <p:cNvSpPr/>
            <p:nvPr/>
          </p:nvSpPr>
          <p:spPr>
            <a:xfrm>
              <a:off x="2912773" y="17844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79" name="Google Shape;5579;p171"/>
            <p:cNvSpPr txBox="1"/>
            <p:nvPr/>
          </p:nvSpPr>
          <p:spPr>
            <a:xfrm>
              <a:off x="3048821" y="1921000"/>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Clinical Trial Site Filter and Search </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80" name="Google Shape;5580;p171"/>
            <p:cNvSpPr/>
            <p:nvPr/>
          </p:nvSpPr>
          <p:spPr>
            <a:xfrm>
              <a:off x="2912773" y="19394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81" name="Google Shape;5581;p171"/>
            <p:cNvSpPr txBox="1"/>
            <p:nvPr/>
          </p:nvSpPr>
          <p:spPr>
            <a:xfrm>
              <a:off x="3048821" y="20760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Investigator Filter and Search </a:t>
              </a:r>
              <a:endParaRPr sz="800">
                <a:latin typeface="Salesforce Sans"/>
                <a:ea typeface="Salesforce Sans"/>
                <a:cs typeface="Salesforce Sans"/>
                <a:sym typeface="Salesforce Sans"/>
              </a:endParaRPr>
            </a:p>
          </p:txBody>
        </p:sp>
        <p:sp>
          <p:nvSpPr>
            <p:cNvPr id="5582" name="Google Shape;5582;p171"/>
            <p:cNvSpPr/>
            <p:nvPr/>
          </p:nvSpPr>
          <p:spPr>
            <a:xfrm>
              <a:off x="2912773" y="20944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3" name="Google Shape;5583;p171"/>
            <p:cNvSpPr txBox="1"/>
            <p:nvPr/>
          </p:nvSpPr>
          <p:spPr>
            <a:xfrm>
              <a:off x="3048821" y="22367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a:latin typeface="Salesforce Sans"/>
                <a:ea typeface="Salesforce Sans"/>
                <a:cs typeface="Salesforce Sans"/>
                <a:sym typeface="Salesforce Sans"/>
              </a:endParaRPr>
            </a:p>
          </p:txBody>
        </p:sp>
        <p:sp>
          <p:nvSpPr>
            <p:cNvPr id="5584" name="Google Shape;5584;p171"/>
            <p:cNvSpPr/>
            <p:nvPr/>
          </p:nvSpPr>
          <p:spPr>
            <a:xfrm>
              <a:off x="2912773" y="225524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5" name="Google Shape;5585;p171"/>
            <p:cNvSpPr txBox="1"/>
            <p:nvPr/>
          </p:nvSpPr>
          <p:spPr>
            <a:xfrm>
              <a:off x="3048821" y="24020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a:latin typeface="Salesforce Sans"/>
                <a:ea typeface="Salesforce Sans"/>
                <a:cs typeface="Salesforce Sans"/>
                <a:sym typeface="Salesforce Sans"/>
              </a:endParaRPr>
            </a:p>
          </p:txBody>
        </p:sp>
        <p:sp>
          <p:nvSpPr>
            <p:cNvPr id="5586" name="Google Shape;5586;p171"/>
            <p:cNvSpPr/>
            <p:nvPr/>
          </p:nvSpPr>
          <p:spPr>
            <a:xfrm>
              <a:off x="2912773" y="24205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7" name="Google Shape;5587;p171"/>
            <p:cNvSpPr txBox="1"/>
            <p:nvPr/>
          </p:nvSpPr>
          <p:spPr>
            <a:xfrm>
              <a:off x="3048821" y="27733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Validation</a:t>
              </a:r>
              <a:endParaRPr sz="800">
                <a:latin typeface="Salesforce Sans"/>
                <a:ea typeface="Salesforce Sans"/>
                <a:cs typeface="Salesforce Sans"/>
                <a:sym typeface="Salesforce Sans"/>
              </a:endParaRPr>
            </a:p>
          </p:txBody>
        </p:sp>
        <p:sp>
          <p:nvSpPr>
            <p:cNvPr id="5588" name="Google Shape;5588;p171"/>
            <p:cNvSpPr/>
            <p:nvPr/>
          </p:nvSpPr>
          <p:spPr>
            <a:xfrm>
              <a:off x="2912773" y="27917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9" name="Google Shape;5589;p171"/>
            <p:cNvSpPr/>
            <p:nvPr/>
          </p:nvSpPr>
          <p:spPr>
            <a:xfrm>
              <a:off x="2912773" y="2960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0" name="Google Shape;5590;p171"/>
            <p:cNvSpPr/>
            <p:nvPr/>
          </p:nvSpPr>
          <p:spPr>
            <a:xfrm>
              <a:off x="2912773" y="31756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1" name="Google Shape;5591;p171"/>
            <p:cNvSpPr txBox="1"/>
            <p:nvPr/>
          </p:nvSpPr>
          <p:spPr>
            <a:xfrm>
              <a:off x="3048821" y="2619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Literature Analysis</a:t>
              </a:r>
              <a:endParaRPr sz="800">
                <a:latin typeface="Salesforce Sans"/>
                <a:ea typeface="Salesforce Sans"/>
                <a:cs typeface="Salesforce Sans"/>
                <a:sym typeface="Salesforce Sans"/>
              </a:endParaRPr>
            </a:p>
          </p:txBody>
        </p:sp>
        <p:sp>
          <p:nvSpPr>
            <p:cNvPr id="5592" name="Google Shape;5592;p171"/>
            <p:cNvSpPr/>
            <p:nvPr/>
          </p:nvSpPr>
          <p:spPr>
            <a:xfrm>
              <a:off x="2912773" y="26383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3" name="Google Shape;5593;p171"/>
            <p:cNvSpPr/>
            <p:nvPr/>
          </p:nvSpPr>
          <p:spPr>
            <a:xfrm>
              <a:off x="2912773" y="38864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94" name="Google Shape;5594;p171"/>
            <p:cNvSpPr/>
            <p:nvPr/>
          </p:nvSpPr>
          <p:spPr>
            <a:xfrm>
              <a:off x="2912773" y="45775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95" name="Google Shape;5595;p171"/>
            <p:cNvSpPr/>
            <p:nvPr/>
          </p:nvSpPr>
          <p:spPr>
            <a:xfrm>
              <a:off x="2912773" y="55363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596" name="Google Shape;5596;p171"/>
            <p:cNvSpPr/>
            <p:nvPr/>
          </p:nvSpPr>
          <p:spPr>
            <a:xfrm>
              <a:off x="2912773" y="66429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7" name="Google Shape;5597;p171"/>
            <p:cNvSpPr/>
            <p:nvPr/>
          </p:nvSpPr>
          <p:spPr>
            <a:xfrm>
              <a:off x="2912773" y="84698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98" name="Google Shape;5598;p171"/>
            <p:cNvSpPr/>
            <p:nvPr/>
          </p:nvSpPr>
          <p:spPr>
            <a:xfrm>
              <a:off x="2912773" y="88270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9" name="Google Shape;5599;p171"/>
            <p:cNvSpPr/>
            <p:nvPr/>
          </p:nvSpPr>
          <p:spPr>
            <a:xfrm>
              <a:off x="2912773" y="897570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0" name="Google Shape;5600;p171"/>
            <p:cNvSpPr/>
            <p:nvPr/>
          </p:nvSpPr>
          <p:spPr>
            <a:xfrm>
              <a:off x="2912773" y="91269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1" name="Google Shape;5601;p171"/>
            <p:cNvSpPr/>
            <p:nvPr/>
          </p:nvSpPr>
          <p:spPr>
            <a:xfrm>
              <a:off x="2912773" y="92667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2" name="Google Shape;5602;p171"/>
            <p:cNvSpPr/>
            <p:nvPr/>
          </p:nvSpPr>
          <p:spPr>
            <a:xfrm>
              <a:off x="2912773" y="71084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3" name="Google Shape;5603;p171"/>
            <p:cNvSpPr/>
            <p:nvPr/>
          </p:nvSpPr>
          <p:spPr>
            <a:xfrm>
              <a:off x="2912773" y="7958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4" name="Google Shape;5604;p171"/>
            <p:cNvSpPr/>
            <p:nvPr/>
          </p:nvSpPr>
          <p:spPr>
            <a:xfrm>
              <a:off x="2912773" y="47332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05" name="Google Shape;5605;p171"/>
            <p:cNvSpPr/>
            <p:nvPr/>
          </p:nvSpPr>
          <p:spPr>
            <a:xfrm>
              <a:off x="2912773" y="4888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6" name="Google Shape;5606;p171"/>
            <p:cNvSpPr/>
            <p:nvPr/>
          </p:nvSpPr>
          <p:spPr>
            <a:xfrm>
              <a:off x="2912773" y="5166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7" name="Google Shape;5607;p171"/>
            <p:cNvSpPr/>
            <p:nvPr/>
          </p:nvSpPr>
          <p:spPr>
            <a:xfrm>
              <a:off x="2912773" y="33315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8" name="Google Shape;5608;p171"/>
            <p:cNvSpPr txBox="1"/>
            <p:nvPr/>
          </p:nvSpPr>
          <p:spPr>
            <a:xfrm>
              <a:off x="3048821" y="36943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Optimization</a:t>
              </a:r>
              <a:endParaRPr sz="800">
                <a:latin typeface="Salesforce Sans"/>
                <a:ea typeface="Salesforce Sans"/>
                <a:cs typeface="Salesforce Sans"/>
                <a:sym typeface="Salesforce Sans"/>
              </a:endParaRPr>
            </a:p>
          </p:txBody>
        </p:sp>
        <p:sp>
          <p:nvSpPr>
            <p:cNvPr id="5609" name="Google Shape;5609;p171"/>
            <p:cNvSpPr/>
            <p:nvPr/>
          </p:nvSpPr>
          <p:spPr>
            <a:xfrm>
              <a:off x="2912773" y="371284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0" name="Google Shape;5610;p171"/>
            <p:cNvSpPr/>
            <p:nvPr/>
          </p:nvSpPr>
          <p:spPr>
            <a:xfrm>
              <a:off x="2912773" y="5382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611" name="Google Shape;5611;p171"/>
            <p:cNvSpPr/>
            <p:nvPr/>
          </p:nvSpPr>
          <p:spPr>
            <a:xfrm>
              <a:off x="2912773" y="5906140"/>
              <a:ext cx="91200" cy="91200"/>
            </a:xfrm>
            <a:prstGeom prst="ellipse">
              <a:avLst/>
            </a:prstGeom>
            <a:solidFill>
              <a:srgbClr val="1560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12" name="Google Shape;5612;p171"/>
            <p:cNvSpPr/>
            <p:nvPr/>
          </p:nvSpPr>
          <p:spPr>
            <a:xfrm>
              <a:off x="2912773" y="64349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3" name="Google Shape;5613;p171"/>
            <p:cNvSpPr/>
            <p:nvPr/>
          </p:nvSpPr>
          <p:spPr>
            <a:xfrm>
              <a:off x="2912773" y="62815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4" name="Google Shape;5614;p171"/>
            <p:cNvSpPr/>
            <p:nvPr/>
          </p:nvSpPr>
          <p:spPr>
            <a:xfrm>
              <a:off x="2912773" y="695444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15" name="Google Shape;5615;p171"/>
            <p:cNvSpPr/>
            <p:nvPr/>
          </p:nvSpPr>
          <p:spPr>
            <a:xfrm>
              <a:off x="2912773" y="73184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6" name="Google Shape;5616;p171"/>
            <p:cNvSpPr/>
            <p:nvPr/>
          </p:nvSpPr>
          <p:spPr>
            <a:xfrm>
              <a:off x="2912773" y="7809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7" name="Google Shape;5617;p171"/>
            <p:cNvSpPr/>
            <p:nvPr/>
          </p:nvSpPr>
          <p:spPr>
            <a:xfrm>
              <a:off x="2912773" y="76611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8" name="Google Shape;5618;p171"/>
            <p:cNvSpPr/>
            <p:nvPr/>
          </p:nvSpPr>
          <p:spPr>
            <a:xfrm>
              <a:off x="2912773" y="8106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9" name="Google Shape;5619;p171"/>
            <p:cNvSpPr/>
            <p:nvPr/>
          </p:nvSpPr>
          <p:spPr>
            <a:xfrm>
              <a:off x="2912773" y="86784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20" name="Google Shape;5620;p171"/>
            <p:cNvSpPr txBox="1"/>
            <p:nvPr/>
          </p:nvSpPr>
          <p:spPr>
            <a:xfrm>
              <a:off x="3048821" y="605125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Activation</a:t>
              </a:r>
              <a:endParaRPr sz="800">
                <a:latin typeface="Salesforce Sans"/>
                <a:ea typeface="Salesforce Sans"/>
                <a:cs typeface="Salesforce Sans"/>
                <a:sym typeface="Salesforce Sans"/>
              </a:endParaRPr>
            </a:p>
          </p:txBody>
        </p:sp>
        <p:sp>
          <p:nvSpPr>
            <p:cNvPr id="5621" name="Google Shape;5621;p171"/>
            <p:cNvSpPr/>
            <p:nvPr/>
          </p:nvSpPr>
          <p:spPr>
            <a:xfrm>
              <a:off x="2910959" y="60698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22" name="Google Shape;5622;p171"/>
            <p:cNvSpPr txBox="1"/>
            <p:nvPr/>
          </p:nvSpPr>
          <p:spPr>
            <a:xfrm>
              <a:off x="3048821" y="82956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Management</a:t>
              </a:r>
              <a:endParaRPr sz="800">
                <a:latin typeface="Salesforce Sans"/>
                <a:ea typeface="Salesforce Sans"/>
                <a:cs typeface="Salesforce Sans"/>
                <a:sym typeface="Salesforce Sans"/>
              </a:endParaRPr>
            </a:p>
          </p:txBody>
        </p:sp>
        <p:sp>
          <p:nvSpPr>
            <p:cNvPr id="5623" name="Google Shape;5623;p171"/>
            <p:cNvSpPr/>
            <p:nvPr/>
          </p:nvSpPr>
          <p:spPr>
            <a:xfrm>
              <a:off x="2910948" y="83142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5624" name="Google Shape;5624;p171"/>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625" name="Google Shape;5625;p171"/>
            <p:cNvSpPr txBox="1"/>
            <p:nvPr/>
          </p:nvSpPr>
          <p:spPr>
            <a:xfrm>
              <a:off x="16019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626" name="Google Shape;5626;p171"/>
            <p:cNvGrpSpPr/>
            <p:nvPr/>
          </p:nvGrpSpPr>
          <p:grpSpPr>
            <a:xfrm>
              <a:off x="497950" y="1791256"/>
              <a:ext cx="952566" cy="449700"/>
              <a:chOff x="755108" y="1946374"/>
              <a:chExt cx="1322458" cy="449700"/>
            </a:xfrm>
          </p:grpSpPr>
          <p:sp>
            <p:nvSpPr>
              <p:cNvPr id="5627" name="Google Shape;5627;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28" name="Google Shape;5628;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sp>
          <p:nvSpPr>
            <p:cNvPr id="5629" name="Google Shape;5629;p171"/>
            <p:cNvSpPr txBox="1"/>
            <p:nvPr/>
          </p:nvSpPr>
          <p:spPr>
            <a:xfrm>
              <a:off x="305064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630" name="Google Shape;5630;p171"/>
            <p:cNvSpPr txBox="1"/>
            <p:nvPr/>
          </p:nvSpPr>
          <p:spPr>
            <a:xfrm>
              <a:off x="1601900" y="1769425"/>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Agentforce Life Sciences Pre-built Clinical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631" name="Google Shape;5631;p171"/>
            <p:cNvGrpSpPr/>
            <p:nvPr/>
          </p:nvGrpSpPr>
          <p:grpSpPr>
            <a:xfrm>
              <a:off x="497991" y="5752646"/>
              <a:ext cx="952525" cy="449700"/>
              <a:chOff x="755165" y="1951713"/>
              <a:chExt cx="1322400" cy="449700"/>
            </a:xfrm>
          </p:grpSpPr>
          <p:sp>
            <p:nvSpPr>
              <p:cNvPr id="5632" name="Google Shape;5632;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33" name="Google Shape;5633;p171"/>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grpSp>
          <p:nvGrpSpPr>
            <p:cNvPr id="5634" name="Google Shape;5634;p171"/>
            <p:cNvGrpSpPr/>
            <p:nvPr/>
          </p:nvGrpSpPr>
          <p:grpSpPr>
            <a:xfrm>
              <a:off x="497991" y="2647426"/>
              <a:ext cx="952525" cy="449700"/>
              <a:chOff x="755165" y="1951713"/>
              <a:chExt cx="1322400" cy="449700"/>
            </a:xfrm>
          </p:grpSpPr>
          <p:sp>
            <p:nvSpPr>
              <p:cNvPr id="5635" name="Google Shape;5635;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36" name="Google Shape;5636;p171"/>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sp>
          <p:nvSpPr>
            <p:cNvPr id="5637" name="Google Shape;5637;p171"/>
            <p:cNvSpPr txBox="1"/>
            <p:nvPr/>
          </p:nvSpPr>
          <p:spPr>
            <a:xfrm>
              <a:off x="3048821" y="4241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Pathway Mapping</a:t>
              </a:r>
              <a:endParaRPr sz="800">
                <a:latin typeface="Salesforce Sans"/>
                <a:ea typeface="Salesforce Sans"/>
                <a:cs typeface="Salesforce Sans"/>
                <a:sym typeface="Salesforce Sans"/>
              </a:endParaRPr>
            </a:p>
          </p:txBody>
        </p:sp>
        <p:sp>
          <p:nvSpPr>
            <p:cNvPr id="5638" name="Google Shape;5638;p171"/>
            <p:cNvSpPr txBox="1"/>
            <p:nvPr/>
          </p:nvSpPr>
          <p:spPr>
            <a:xfrm>
              <a:off x="3048821" y="40854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Endpoint Simulation</a:t>
              </a:r>
              <a:endParaRPr sz="800">
                <a:latin typeface="Salesforce Sans"/>
                <a:ea typeface="Salesforce Sans"/>
                <a:cs typeface="Salesforce Sans"/>
                <a:sym typeface="Salesforce Sans"/>
              </a:endParaRPr>
            </a:p>
          </p:txBody>
        </p:sp>
        <p:sp>
          <p:nvSpPr>
            <p:cNvPr id="5639" name="Google Shape;5639;p171"/>
            <p:cNvSpPr/>
            <p:nvPr/>
          </p:nvSpPr>
          <p:spPr>
            <a:xfrm>
              <a:off x="2912773" y="41040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40" name="Google Shape;5640;p171"/>
            <p:cNvSpPr/>
            <p:nvPr/>
          </p:nvSpPr>
          <p:spPr>
            <a:xfrm>
              <a:off x="2912773" y="4259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41" name="Google Shape;5641;p171"/>
            <p:cNvSpPr txBox="1"/>
            <p:nvPr/>
          </p:nvSpPr>
          <p:spPr>
            <a:xfrm>
              <a:off x="3048821" y="9474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Global Reg. Update Tracker</a:t>
              </a:r>
              <a:endParaRPr i="0" sz="800" u="none" cap="none" strike="noStrike">
                <a:latin typeface="Salesforce Sans"/>
                <a:ea typeface="Salesforce Sans"/>
                <a:cs typeface="Salesforce Sans"/>
                <a:sym typeface="Salesforce Sans"/>
              </a:endParaRPr>
            </a:p>
          </p:txBody>
        </p:sp>
        <p:sp>
          <p:nvSpPr>
            <p:cNvPr id="5642" name="Google Shape;5642;p171"/>
            <p:cNvSpPr txBox="1"/>
            <p:nvPr/>
          </p:nvSpPr>
          <p:spPr>
            <a:xfrm>
              <a:off x="3048821" y="96260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Guidance Impact Asmt. Log</a:t>
              </a:r>
              <a:endParaRPr i="0" sz="800" u="none" cap="none" strike="noStrike">
                <a:latin typeface="Salesforce Sans"/>
                <a:ea typeface="Salesforce Sans"/>
                <a:cs typeface="Salesforce Sans"/>
                <a:sym typeface="Salesforce Sans"/>
              </a:endParaRPr>
            </a:p>
          </p:txBody>
        </p:sp>
        <p:sp>
          <p:nvSpPr>
            <p:cNvPr id="5643" name="Google Shape;5643;p171"/>
            <p:cNvSpPr txBox="1"/>
            <p:nvPr/>
          </p:nvSpPr>
          <p:spPr>
            <a:xfrm>
              <a:off x="3048821" y="97658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 Intel Knowledge Base</a:t>
              </a:r>
              <a:endParaRPr i="0" sz="800" u="none" cap="none" strike="noStrike">
                <a:latin typeface="Salesforce Sans"/>
                <a:ea typeface="Salesforce Sans"/>
                <a:cs typeface="Salesforce Sans"/>
                <a:sym typeface="Salesforce Sans"/>
              </a:endParaRPr>
            </a:p>
          </p:txBody>
        </p:sp>
        <p:sp>
          <p:nvSpPr>
            <p:cNvPr id="5644" name="Google Shape;5644;p171"/>
            <p:cNvSpPr/>
            <p:nvPr/>
          </p:nvSpPr>
          <p:spPr>
            <a:xfrm>
              <a:off x="2912773" y="94934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45" name="Google Shape;5645;p171"/>
            <p:cNvSpPr/>
            <p:nvPr/>
          </p:nvSpPr>
          <p:spPr>
            <a:xfrm>
              <a:off x="2912773" y="96446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46" name="Google Shape;5646;p171"/>
            <p:cNvSpPr/>
            <p:nvPr/>
          </p:nvSpPr>
          <p:spPr>
            <a:xfrm>
              <a:off x="2912773" y="978445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sp>
        <p:nvSpPr>
          <p:cNvPr id="5647" name="Google Shape;5647;p171"/>
          <p:cNvSpPr/>
          <p:nvPr/>
        </p:nvSpPr>
        <p:spPr>
          <a:xfrm>
            <a:off x="5862391" y="2797656"/>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Strategy </a:t>
            </a:r>
            <a:endParaRPr b="1" i="0" sz="900" u="none" cap="none" strike="noStrike">
              <a:solidFill>
                <a:srgbClr val="066AFE"/>
              </a:solidFill>
              <a:latin typeface="Salesforce Sans"/>
              <a:ea typeface="Salesforce Sans"/>
              <a:cs typeface="Salesforce Sans"/>
              <a:sym typeface="Salesforce Sans"/>
            </a:endParaRPr>
          </a:p>
        </p:txBody>
      </p:sp>
      <p:sp>
        <p:nvSpPr>
          <p:cNvPr id="5648" name="Google Shape;5648;p171"/>
          <p:cNvSpPr/>
          <p:nvPr/>
        </p:nvSpPr>
        <p:spPr>
          <a:xfrm>
            <a:off x="5862392" y="3312375"/>
            <a:ext cx="11286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Operations </a:t>
            </a:r>
            <a:endParaRPr b="1" i="0" sz="900" u="none" cap="none" strike="noStrike">
              <a:solidFill>
                <a:srgbClr val="066AFE"/>
              </a:solidFill>
              <a:latin typeface="Salesforce Sans"/>
              <a:ea typeface="Salesforce Sans"/>
              <a:cs typeface="Salesforce Sans"/>
              <a:sym typeface="Salesforce Sans"/>
            </a:endParaRPr>
          </a:p>
        </p:txBody>
      </p:sp>
      <p:sp>
        <p:nvSpPr>
          <p:cNvPr id="5649" name="Google Shape;5649;p171"/>
          <p:cNvSpPr/>
          <p:nvPr/>
        </p:nvSpPr>
        <p:spPr>
          <a:xfrm>
            <a:off x="5862391" y="4265350"/>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Field Rep Outreach </a:t>
            </a:r>
            <a:endParaRPr b="1" i="0" sz="900" u="none" cap="none" strike="noStrike">
              <a:solidFill>
                <a:srgbClr val="066AFE"/>
              </a:solidFill>
              <a:latin typeface="Salesforce Sans"/>
              <a:ea typeface="Salesforce Sans"/>
              <a:cs typeface="Salesforce Sans"/>
              <a:sym typeface="Salesforce Sans"/>
            </a:endParaRPr>
          </a:p>
        </p:txBody>
      </p:sp>
      <p:sp>
        <p:nvSpPr>
          <p:cNvPr id="5650" name="Google Shape;5650;p171"/>
          <p:cNvSpPr/>
          <p:nvPr/>
        </p:nvSpPr>
        <p:spPr>
          <a:xfrm>
            <a:off x="5862391" y="4903650"/>
            <a:ext cx="12285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Contract Development </a:t>
            </a:r>
            <a:endParaRPr b="1" i="0" sz="900" u="none" cap="none" strike="noStrike">
              <a:solidFill>
                <a:srgbClr val="066AFE"/>
              </a:solidFill>
              <a:latin typeface="Salesforce Sans"/>
              <a:ea typeface="Salesforce Sans"/>
              <a:cs typeface="Salesforce Sans"/>
              <a:sym typeface="Salesforce Sans"/>
            </a:endParaRPr>
          </a:p>
        </p:txBody>
      </p:sp>
      <p:sp>
        <p:nvSpPr>
          <p:cNvPr id="5651" name="Google Shape;5651;p171"/>
          <p:cNvSpPr/>
          <p:nvPr/>
        </p:nvSpPr>
        <p:spPr>
          <a:xfrm>
            <a:off x="5862391" y="5420900"/>
            <a:ext cx="12717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Pricing and Reimbursement Modeling</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5652" name="Google Shape;5652;p171"/>
          <p:cNvSpPr/>
          <p:nvPr/>
        </p:nvSpPr>
        <p:spPr>
          <a:xfrm>
            <a:off x="5862391" y="5914950"/>
            <a:ext cx="12987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Marketing</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Campaign Creation </a:t>
            </a:r>
            <a:endParaRPr b="1" i="0" sz="900" u="none" cap="none" strike="noStrike">
              <a:solidFill>
                <a:srgbClr val="066AFE"/>
              </a:solidFill>
              <a:latin typeface="Salesforce Sans"/>
              <a:ea typeface="Salesforce Sans"/>
              <a:cs typeface="Salesforce Sans"/>
              <a:sym typeface="Salesforce Sans"/>
            </a:endParaRPr>
          </a:p>
        </p:txBody>
      </p:sp>
      <p:sp>
        <p:nvSpPr>
          <p:cNvPr id="5653" name="Google Shape;5653;p171"/>
          <p:cNvSpPr/>
          <p:nvPr/>
        </p:nvSpPr>
        <p:spPr>
          <a:xfrm>
            <a:off x="5862391" y="6571825"/>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MLR Review Autom. </a:t>
            </a:r>
            <a:endParaRPr b="1" i="0" sz="900" u="none" cap="none" strike="noStrike">
              <a:solidFill>
                <a:srgbClr val="066AFE"/>
              </a:solidFill>
              <a:latin typeface="Salesforce Sans"/>
              <a:ea typeface="Salesforce Sans"/>
              <a:cs typeface="Salesforce Sans"/>
              <a:sym typeface="Salesforce Sans"/>
            </a:endParaRPr>
          </a:p>
        </p:txBody>
      </p:sp>
      <p:sp>
        <p:nvSpPr>
          <p:cNvPr id="5654" name="Google Shape;5654;p171"/>
          <p:cNvSpPr/>
          <p:nvPr/>
        </p:nvSpPr>
        <p:spPr>
          <a:xfrm>
            <a:off x="5862391" y="7056125"/>
            <a:ext cx="12450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Campaign</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Performance Tracking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Opt. </a:t>
            </a:r>
            <a:endParaRPr b="1" i="0" sz="900" u="none" cap="none" strike="noStrike">
              <a:solidFill>
                <a:srgbClr val="066AFE"/>
              </a:solidFill>
              <a:latin typeface="Salesforce Sans"/>
              <a:ea typeface="Salesforce Sans"/>
              <a:cs typeface="Salesforce Sans"/>
              <a:sym typeface="Salesforce Sans"/>
            </a:endParaRPr>
          </a:p>
        </p:txBody>
      </p:sp>
      <p:sp>
        <p:nvSpPr>
          <p:cNvPr id="5655" name="Google Shape;5655;p171"/>
          <p:cNvSpPr/>
          <p:nvPr/>
        </p:nvSpPr>
        <p:spPr>
          <a:xfrm>
            <a:off x="5862391" y="7542075"/>
            <a:ext cx="987900" cy="22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Patient Support</a:t>
            </a:r>
            <a:endParaRPr b="1" i="0" sz="900" u="none" cap="none" strike="noStrike">
              <a:solidFill>
                <a:srgbClr val="066AFE"/>
              </a:solidFill>
              <a:latin typeface="Salesforce Sans"/>
              <a:ea typeface="Salesforce Sans"/>
              <a:cs typeface="Salesforce Sans"/>
              <a:sym typeface="Salesforce Sans"/>
            </a:endParaRPr>
          </a:p>
        </p:txBody>
      </p:sp>
      <p:sp>
        <p:nvSpPr>
          <p:cNvPr id="5656" name="Google Shape;5656;p171"/>
          <p:cNvSpPr/>
          <p:nvPr/>
        </p:nvSpPr>
        <p:spPr>
          <a:xfrm>
            <a:off x="5862391" y="8591105"/>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Support Cases </a:t>
            </a:r>
            <a:endParaRPr b="1" i="0" sz="900" u="none" cap="none" strike="noStrike">
              <a:solidFill>
                <a:srgbClr val="066AFE"/>
              </a:solidFill>
              <a:latin typeface="Salesforce Sans"/>
              <a:ea typeface="Salesforce Sans"/>
              <a:cs typeface="Salesforce Sans"/>
              <a:sym typeface="Salesforce Sans"/>
            </a:endParaRPr>
          </a:p>
        </p:txBody>
      </p:sp>
      <p:sp>
        <p:nvSpPr>
          <p:cNvPr id="5657" name="Google Shape;5657;p171"/>
          <p:cNvSpPr/>
          <p:nvPr/>
        </p:nvSpPr>
        <p:spPr>
          <a:xfrm>
            <a:off x="5862391" y="2271225"/>
            <a:ext cx="11286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66AFE"/>
                </a:solidFill>
                <a:latin typeface="Salesforce Sans"/>
                <a:ea typeface="Salesforce Sans"/>
                <a:cs typeface="Salesforce Sans"/>
                <a:sym typeface="Salesforce Sans"/>
              </a:rPr>
              <a:t>Agentforce Life Sciences Pre-built Commercial </a:t>
            </a:r>
            <a:endParaRPr b="1" i="0" sz="900" u="none" cap="none" strike="noStrike">
              <a:solidFill>
                <a:srgbClr val="066AFE"/>
              </a:solidFill>
              <a:latin typeface="Salesforce Sans"/>
              <a:ea typeface="Salesforce Sans"/>
              <a:cs typeface="Salesforce Sans"/>
              <a:sym typeface="Salesforce Sans"/>
            </a:endParaRPr>
          </a:p>
        </p:txBody>
      </p:sp>
      <p:sp>
        <p:nvSpPr>
          <p:cNvPr id="5658" name="Google Shape;5658;p171"/>
          <p:cNvSpPr txBox="1"/>
          <p:nvPr/>
        </p:nvSpPr>
        <p:spPr>
          <a:xfrm>
            <a:off x="7363519" y="2947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Value Proposition</a:t>
            </a:r>
            <a:endParaRPr i="0" sz="800" u="none" cap="none" strike="noStrike">
              <a:latin typeface="Salesforce Sans"/>
              <a:ea typeface="Salesforce Sans"/>
              <a:cs typeface="Salesforce Sans"/>
              <a:sym typeface="Salesforce Sans"/>
            </a:endParaRPr>
          </a:p>
        </p:txBody>
      </p:sp>
      <p:sp>
        <p:nvSpPr>
          <p:cNvPr id="5659" name="Google Shape;5659;p171"/>
          <p:cNvSpPr txBox="1"/>
          <p:nvPr/>
        </p:nvSpPr>
        <p:spPr>
          <a:xfrm>
            <a:off x="7363519" y="30929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a:latin typeface="Salesforce Sans"/>
              <a:ea typeface="Salesforce Sans"/>
              <a:cs typeface="Salesforce Sans"/>
              <a:sym typeface="Salesforce Sans"/>
            </a:endParaRPr>
          </a:p>
        </p:txBody>
      </p:sp>
      <p:sp>
        <p:nvSpPr>
          <p:cNvPr id="5660" name="Google Shape;5660;p171"/>
          <p:cNvSpPr txBox="1"/>
          <p:nvPr/>
        </p:nvSpPr>
        <p:spPr>
          <a:xfrm>
            <a:off x="7363519" y="33058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Quota Planning</a:t>
            </a:r>
            <a:endParaRPr sz="800">
              <a:latin typeface="Salesforce Sans"/>
              <a:ea typeface="Salesforce Sans"/>
              <a:cs typeface="Salesforce Sans"/>
              <a:sym typeface="Salesforce Sans"/>
            </a:endParaRPr>
          </a:p>
        </p:txBody>
      </p:sp>
      <p:sp>
        <p:nvSpPr>
          <p:cNvPr id="5661" name="Google Shape;5661;p171"/>
          <p:cNvSpPr txBox="1"/>
          <p:nvPr/>
        </p:nvSpPr>
        <p:spPr>
          <a:xfrm>
            <a:off x="7363519" y="3752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Onboarding</a:t>
            </a:r>
            <a:endParaRPr sz="800">
              <a:latin typeface="Salesforce Sans"/>
              <a:ea typeface="Salesforce Sans"/>
              <a:cs typeface="Salesforce Sans"/>
              <a:sym typeface="Salesforce Sans"/>
            </a:endParaRPr>
          </a:p>
        </p:txBody>
      </p:sp>
      <p:sp>
        <p:nvSpPr>
          <p:cNvPr id="5662" name="Google Shape;5662;p171"/>
          <p:cNvSpPr txBox="1"/>
          <p:nvPr/>
        </p:nvSpPr>
        <p:spPr>
          <a:xfrm>
            <a:off x="7363519" y="34551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SDR</a:t>
            </a:r>
            <a:endParaRPr sz="800">
              <a:latin typeface="Salesforce Sans"/>
              <a:ea typeface="Salesforce Sans"/>
              <a:cs typeface="Salesforce Sans"/>
              <a:sym typeface="Salesforce Sans"/>
            </a:endParaRPr>
          </a:p>
        </p:txBody>
      </p:sp>
      <p:sp>
        <p:nvSpPr>
          <p:cNvPr id="5663" name="Google Shape;5663;p171"/>
          <p:cNvSpPr txBox="1"/>
          <p:nvPr/>
        </p:nvSpPr>
        <p:spPr>
          <a:xfrm>
            <a:off x="7363519" y="44059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i="0" sz="800" u="none" cap="none" strike="noStrike">
              <a:latin typeface="Salesforce Sans"/>
              <a:ea typeface="Salesforce Sans"/>
              <a:cs typeface="Salesforce Sans"/>
              <a:sym typeface="Salesforce Sans"/>
            </a:endParaRPr>
          </a:p>
        </p:txBody>
      </p:sp>
      <p:sp>
        <p:nvSpPr>
          <p:cNvPr id="5664" name="Google Shape;5664;p171"/>
          <p:cNvSpPr txBox="1"/>
          <p:nvPr/>
        </p:nvSpPr>
        <p:spPr>
          <a:xfrm>
            <a:off x="7363519" y="42596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a:latin typeface="Salesforce Sans"/>
              <a:ea typeface="Salesforce Sans"/>
              <a:cs typeface="Salesforce Sans"/>
              <a:sym typeface="Salesforce Sans"/>
            </a:endParaRPr>
          </a:p>
        </p:txBody>
      </p:sp>
      <p:sp>
        <p:nvSpPr>
          <p:cNvPr id="5665" name="Google Shape;5665;p171"/>
          <p:cNvSpPr txBox="1"/>
          <p:nvPr/>
        </p:nvSpPr>
        <p:spPr>
          <a:xfrm>
            <a:off x="7363519" y="4700220"/>
            <a:ext cx="1457700" cy="11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745">
                <a:latin typeface="Salesforce Sans"/>
                <a:ea typeface="Salesforce Sans"/>
                <a:cs typeface="Salesforce Sans"/>
                <a:sym typeface="Salesforce Sans"/>
              </a:rPr>
              <a:t>Meeting Follow-up</a:t>
            </a:r>
            <a:endParaRPr sz="800">
              <a:latin typeface="Salesforce Sans"/>
              <a:ea typeface="Salesforce Sans"/>
              <a:cs typeface="Salesforce Sans"/>
              <a:sym typeface="Salesforce Sans"/>
            </a:endParaRPr>
          </a:p>
        </p:txBody>
      </p:sp>
      <p:sp>
        <p:nvSpPr>
          <p:cNvPr id="5666" name="Google Shape;5666;p171"/>
          <p:cNvSpPr txBox="1"/>
          <p:nvPr/>
        </p:nvSpPr>
        <p:spPr>
          <a:xfrm>
            <a:off x="7363519" y="49047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5667" name="Google Shape;5667;p171"/>
          <p:cNvSpPr txBox="1"/>
          <p:nvPr/>
        </p:nvSpPr>
        <p:spPr>
          <a:xfrm>
            <a:off x="7363519" y="505338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Intelligence</a:t>
            </a:r>
            <a:endParaRPr sz="800">
              <a:latin typeface="Salesforce Sans"/>
              <a:ea typeface="Salesforce Sans"/>
              <a:cs typeface="Salesforce Sans"/>
              <a:sym typeface="Salesforce Sans"/>
            </a:endParaRPr>
          </a:p>
        </p:txBody>
      </p:sp>
      <p:sp>
        <p:nvSpPr>
          <p:cNvPr id="5668" name="Google Shape;5668;p171"/>
          <p:cNvSpPr txBox="1"/>
          <p:nvPr/>
        </p:nvSpPr>
        <p:spPr>
          <a:xfrm>
            <a:off x="7363519" y="54136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Modeling</a:t>
            </a:r>
            <a:endParaRPr sz="800">
              <a:latin typeface="Salesforce Sans"/>
              <a:ea typeface="Salesforce Sans"/>
              <a:cs typeface="Salesforce Sans"/>
              <a:sym typeface="Salesforce Sans"/>
            </a:endParaRPr>
          </a:p>
        </p:txBody>
      </p:sp>
      <p:sp>
        <p:nvSpPr>
          <p:cNvPr id="5669" name="Google Shape;5669;p171"/>
          <p:cNvSpPr txBox="1"/>
          <p:nvPr/>
        </p:nvSpPr>
        <p:spPr>
          <a:xfrm>
            <a:off x="7363519" y="57065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Governance</a:t>
            </a:r>
            <a:endParaRPr sz="800">
              <a:latin typeface="Salesforce Sans"/>
              <a:ea typeface="Salesforce Sans"/>
              <a:cs typeface="Salesforce Sans"/>
              <a:sym typeface="Salesforce Sans"/>
            </a:endParaRPr>
          </a:p>
        </p:txBody>
      </p:sp>
      <p:sp>
        <p:nvSpPr>
          <p:cNvPr id="5670" name="Google Shape;5670;p171"/>
          <p:cNvSpPr txBox="1"/>
          <p:nvPr/>
        </p:nvSpPr>
        <p:spPr>
          <a:xfrm>
            <a:off x="7363519" y="59173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The Customer</a:t>
            </a:r>
            <a:endParaRPr sz="800">
              <a:latin typeface="Salesforce Sans"/>
              <a:ea typeface="Salesforce Sans"/>
              <a:cs typeface="Salesforce Sans"/>
              <a:sym typeface="Salesforce Sans"/>
            </a:endParaRPr>
          </a:p>
        </p:txBody>
      </p:sp>
      <p:sp>
        <p:nvSpPr>
          <p:cNvPr id="5671" name="Google Shape;5671;p171"/>
          <p:cNvSpPr txBox="1"/>
          <p:nvPr/>
        </p:nvSpPr>
        <p:spPr>
          <a:xfrm>
            <a:off x="7363519" y="52007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Auditing</a:t>
            </a:r>
            <a:endParaRPr sz="800">
              <a:latin typeface="Salesforce Sans"/>
              <a:ea typeface="Salesforce Sans"/>
              <a:cs typeface="Salesforce Sans"/>
              <a:sym typeface="Salesforce Sans"/>
            </a:endParaRPr>
          </a:p>
        </p:txBody>
      </p:sp>
      <p:sp>
        <p:nvSpPr>
          <p:cNvPr id="5672" name="Google Shape;5672;p171"/>
          <p:cNvSpPr txBox="1"/>
          <p:nvPr/>
        </p:nvSpPr>
        <p:spPr>
          <a:xfrm>
            <a:off x="7363519" y="60647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5673" name="Google Shape;5673;p171"/>
          <p:cNvSpPr txBox="1"/>
          <p:nvPr/>
        </p:nvSpPr>
        <p:spPr>
          <a:xfrm>
            <a:off x="7363519" y="62109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Msg Personalization</a:t>
            </a:r>
            <a:endParaRPr i="0" sz="800" u="none" cap="none" strike="noStrike">
              <a:latin typeface="Salesforce Sans"/>
              <a:ea typeface="Salesforce Sans"/>
              <a:cs typeface="Salesforce Sans"/>
              <a:sym typeface="Salesforce Sans"/>
            </a:endParaRPr>
          </a:p>
        </p:txBody>
      </p:sp>
      <p:sp>
        <p:nvSpPr>
          <p:cNvPr id="5674" name="Google Shape;5674;p171"/>
          <p:cNvSpPr txBox="1"/>
          <p:nvPr/>
        </p:nvSpPr>
        <p:spPr>
          <a:xfrm>
            <a:off x="7363519" y="45515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Live Response</a:t>
            </a:r>
            <a:endParaRPr sz="800">
              <a:latin typeface="Salesforce Sans"/>
              <a:ea typeface="Salesforce Sans"/>
              <a:cs typeface="Salesforce Sans"/>
              <a:sym typeface="Salesforce Sans"/>
            </a:endParaRPr>
          </a:p>
        </p:txBody>
      </p:sp>
      <p:sp>
        <p:nvSpPr>
          <p:cNvPr id="5675" name="Google Shape;5675;p171"/>
          <p:cNvSpPr txBox="1"/>
          <p:nvPr/>
        </p:nvSpPr>
        <p:spPr>
          <a:xfrm>
            <a:off x="7363519" y="7206146"/>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Optimization Recommendation</a:t>
            </a:r>
            <a:endParaRPr i="0" sz="800" u="none" cap="none" strike="noStrike">
              <a:latin typeface="Salesforce Sans"/>
              <a:ea typeface="Salesforce Sans"/>
              <a:cs typeface="Salesforce Sans"/>
              <a:sym typeface="Salesforce Sans"/>
            </a:endParaRPr>
          </a:p>
        </p:txBody>
      </p:sp>
      <p:sp>
        <p:nvSpPr>
          <p:cNvPr id="5676" name="Google Shape;5676;p171"/>
          <p:cNvSpPr txBox="1"/>
          <p:nvPr/>
        </p:nvSpPr>
        <p:spPr>
          <a:xfrm>
            <a:off x="7363519" y="7684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Program Enrollment</a:t>
            </a:r>
            <a:endParaRPr i="0" sz="800" u="none" cap="none" strike="noStrike">
              <a:latin typeface="Salesforce Sans"/>
              <a:ea typeface="Salesforce Sans"/>
              <a:cs typeface="Salesforce Sans"/>
              <a:sym typeface="Salesforce Sans"/>
            </a:endParaRPr>
          </a:p>
        </p:txBody>
      </p:sp>
      <p:sp>
        <p:nvSpPr>
          <p:cNvPr id="5677" name="Google Shape;5677;p171"/>
          <p:cNvSpPr txBox="1"/>
          <p:nvPr/>
        </p:nvSpPr>
        <p:spPr>
          <a:xfrm>
            <a:off x="7363519" y="75420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Awareness and Education</a:t>
            </a:r>
            <a:endParaRPr i="0" sz="800" u="none" cap="none" strike="noStrike">
              <a:latin typeface="Salesforce Sans"/>
              <a:ea typeface="Salesforce Sans"/>
              <a:cs typeface="Salesforce Sans"/>
              <a:sym typeface="Salesforce Sans"/>
            </a:endParaRPr>
          </a:p>
        </p:txBody>
      </p:sp>
      <p:sp>
        <p:nvSpPr>
          <p:cNvPr id="5678" name="Google Shape;5678;p171"/>
          <p:cNvSpPr txBox="1"/>
          <p:nvPr/>
        </p:nvSpPr>
        <p:spPr>
          <a:xfrm>
            <a:off x="7363519" y="7983736"/>
            <a:ext cx="14577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Management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679" name="Google Shape;5679;p171"/>
          <p:cNvSpPr txBox="1"/>
          <p:nvPr/>
        </p:nvSpPr>
        <p:spPr>
          <a:xfrm>
            <a:off x="7363525" y="825587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Personalized Engagement and Recommendations</a:t>
            </a:r>
            <a:endParaRPr sz="800">
              <a:latin typeface="Salesforce Sans"/>
              <a:ea typeface="Salesforce Sans"/>
              <a:cs typeface="Salesforce Sans"/>
              <a:sym typeface="Salesforce Sans"/>
            </a:endParaRPr>
          </a:p>
        </p:txBody>
      </p:sp>
      <p:sp>
        <p:nvSpPr>
          <p:cNvPr id="5680" name="Google Shape;5680;p171"/>
          <p:cNvSpPr txBox="1"/>
          <p:nvPr/>
        </p:nvSpPr>
        <p:spPr>
          <a:xfrm>
            <a:off x="7363519" y="85912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Monitoring</a:t>
            </a:r>
            <a:endParaRPr i="0" sz="800" u="none" cap="none" strike="noStrike">
              <a:latin typeface="Salesforce Sans"/>
              <a:ea typeface="Salesforce Sans"/>
              <a:cs typeface="Salesforce Sans"/>
              <a:sym typeface="Salesforce Sans"/>
            </a:endParaRPr>
          </a:p>
        </p:txBody>
      </p:sp>
      <p:sp>
        <p:nvSpPr>
          <p:cNvPr id="5681" name="Google Shape;5681;p171"/>
          <p:cNvSpPr txBox="1"/>
          <p:nvPr/>
        </p:nvSpPr>
        <p:spPr>
          <a:xfrm>
            <a:off x="7363519" y="87424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Intake</a:t>
            </a:r>
            <a:endParaRPr i="0" sz="800" u="none" cap="none" strike="noStrike">
              <a:latin typeface="Salesforce Sans"/>
              <a:ea typeface="Salesforce Sans"/>
              <a:cs typeface="Salesforce Sans"/>
              <a:sym typeface="Salesforce Sans"/>
            </a:endParaRPr>
          </a:p>
        </p:txBody>
      </p:sp>
      <p:sp>
        <p:nvSpPr>
          <p:cNvPr id="5682" name="Google Shape;5682;p171"/>
          <p:cNvSpPr txBox="1"/>
          <p:nvPr/>
        </p:nvSpPr>
        <p:spPr>
          <a:xfrm>
            <a:off x="7363519" y="8882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5683" name="Google Shape;5683;p171"/>
          <p:cNvSpPr txBox="1"/>
          <p:nvPr/>
        </p:nvSpPr>
        <p:spPr>
          <a:xfrm>
            <a:off x="7363532" y="6571575"/>
            <a:ext cx="18543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Submission and Routing Tracker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684" name="Google Shape;5684;p171"/>
          <p:cNvSpPr txBox="1"/>
          <p:nvPr/>
        </p:nvSpPr>
        <p:spPr>
          <a:xfrm>
            <a:off x="7363519" y="68420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Review Feedback Log</a:t>
            </a:r>
            <a:endParaRPr sz="800">
              <a:latin typeface="Salesforce Sans"/>
              <a:ea typeface="Salesforce Sans"/>
              <a:cs typeface="Salesforce Sans"/>
              <a:sym typeface="Salesforce Sans"/>
            </a:endParaRPr>
          </a:p>
        </p:txBody>
      </p:sp>
      <p:sp>
        <p:nvSpPr>
          <p:cNvPr id="5685" name="Google Shape;5685;p171"/>
          <p:cNvSpPr txBox="1"/>
          <p:nvPr/>
        </p:nvSpPr>
        <p:spPr>
          <a:xfrm>
            <a:off x="7363519" y="70534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5686" name="Google Shape;5686;p171"/>
          <p:cNvSpPr/>
          <p:nvPr/>
        </p:nvSpPr>
        <p:spPr>
          <a:xfrm>
            <a:off x="7227472" y="347817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highlight>
                <a:srgbClr val="022AC0"/>
              </a:highlight>
              <a:latin typeface="Salesforce Sans"/>
              <a:ea typeface="Salesforce Sans"/>
              <a:cs typeface="Salesforce Sans"/>
              <a:sym typeface="Salesforce Sans"/>
            </a:endParaRPr>
          </a:p>
        </p:txBody>
      </p:sp>
      <p:sp>
        <p:nvSpPr>
          <p:cNvPr id="5687" name="Google Shape;5687;p171"/>
          <p:cNvSpPr/>
          <p:nvPr/>
        </p:nvSpPr>
        <p:spPr>
          <a:xfrm>
            <a:off x="7227472" y="52193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88" name="Google Shape;5688;p171"/>
          <p:cNvSpPr/>
          <p:nvPr/>
        </p:nvSpPr>
        <p:spPr>
          <a:xfrm>
            <a:off x="7227472" y="62295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89" name="Google Shape;5689;p171"/>
          <p:cNvSpPr txBox="1"/>
          <p:nvPr/>
        </p:nvSpPr>
        <p:spPr>
          <a:xfrm>
            <a:off x="7363519"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Manufacturing Standards</a:t>
            </a:r>
            <a:endParaRPr sz="800">
              <a:latin typeface="Salesforce Sans"/>
              <a:ea typeface="Salesforce Sans"/>
              <a:cs typeface="Salesforce Sans"/>
              <a:sym typeface="Salesforce Sans"/>
            </a:endParaRPr>
          </a:p>
        </p:txBody>
      </p:sp>
      <p:sp>
        <p:nvSpPr>
          <p:cNvPr id="5690" name="Google Shape;5690;p171"/>
          <p:cNvSpPr/>
          <p:nvPr/>
        </p:nvSpPr>
        <p:spPr>
          <a:xfrm>
            <a:off x="722747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1" name="Google Shape;5691;p171"/>
          <p:cNvSpPr txBox="1"/>
          <p:nvPr/>
        </p:nvSpPr>
        <p:spPr>
          <a:xfrm>
            <a:off x="7363519" y="19202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Design and Manufacturing Process</a:t>
            </a:r>
            <a:endParaRPr sz="800">
              <a:latin typeface="Salesforce Sans"/>
              <a:ea typeface="Salesforce Sans"/>
              <a:cs typeface="Salesforce Sans"/>
              <a:sym typeface="Salesforce Sans"/>
            </a:endParaRPr>
          </a:p>
        </p:txBody>
      </p:sp>
      <p:sp>
        <p:nvSpPr>
          <p:cNvPr id="5692" name="Google Shape;5692;p171"/>
          <p:cNvSpPr/>
          <p:nvPr/>
        </p:nvSpPr>
        <p:spPr>
          <a:xfrm>
            <a:off x="722747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93" name="Google Shape;5693;p171"/>
          <p:cNvSpPr txBox="1"/>
          <p:nvPr/>
        </p:nvSpPr>
        <p:spPr>
          <a:xfrm>
            <a:off x="7363519" y="206888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Periodic Reporting</a:t>
            </a:r>
            <a:endParaRPr sz="800">
              <a:latin typeface="Salesforce Sans"/>
              <a:ea typeface="Salesforce Sans"/>
              <a:cs typeface="Salesforce Sans"/>
              <a:sym typeface="Salesforce Sans"/>
            </a:endParaRPr>
          </a:p>
        </p:txBody>
      </p:sp>
      <p:sp>
        <p:nvSpPr>
          <p:cNvPr id="5694" name="Google Shape;5694;p171"/>
          <p:cNvSpPr/>
          <p:nvPr/>
        </p:nvSpPr>
        <p:spPr>
          <a:xfrm>
            <a:off x="7227472" y="2087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5" name="Google Shape;5695;p171"/>
          <p:cNvSpPr txBox="1"/>
          <p:nvPr/>
        </p:nvSpPr>
        <p:spPr>
          <a:xfrm>
            <a:off x="7363531" y="2277300"/>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 Summarization | Assistive</a:t>
            </a:r>
            <a:endParaRPr sz="800">
              <a:latin typeface="Salesforce Sans"/>
              <a:ea typeface="Salesforce Sans"/>
              <a:cs typeface="Salesforce Sans"/>
              <a:sym typeface="Salesforce Sans"/>
            </a:endParaRPr>
          </a:p>
        </p:txBody>
      </p:sp>
      <p:sp>
        <p:nvSpPr>
          <p:cNvPr id="5696" name="Google Shape;5696;p171"/>
          <p:cNvSpPr/>
          <p:nvPr/>
        </p:nvSpPr>
        <p:spPr>
          <a:xfrm>
            <a:off x="7227472" y="229573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7" name="Google Shape;5697;p171"/>
          <p:cNvSpPr txBox="1"/>
          <p:nvPr/>
        </p:nvSpPr>
        <p:spPr>
          <a:xfrm>
            <a:off x="7363529" y="2426700"/>
            <a:ext cx="1801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 | Assistive</a:t>
            </a:r>
            <a:endParaRPr sz="800">
              <a:latin typeface="Salesforce Sans"/>
              <a:ea typeface="Salesforce Sans"/>
              <a:cs typeface="Salesforce Sans"/>
              <a:sym typeface="Salesforce Sans"/>
            </a:endParaRPr>
          </a:p>
        </p:txBody>
      </p:sp>
      <p:sp>
        <p:nvSpPr>
          <p:cNvPr id="5698" name="Google Shape;5698;p171"/>
          <p:cNvSpPr/>
          <p:nvPr/>
        </p:nvSpPr>
        <p:spPr>
          <a:xfrm>
            <a:off x="7227472" y="2445143"/>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9" name="Google Shape;5699;p171"/>
          <p:cNvSpPr txBox="1"/>
          <p:nvPr/>
        </p:nvSpPr>
        <p:spPr>
          <a:xfrm>
            <a:off x="7363519" y="27979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 &amp; Comp. Analysis</a:t>
            </a:r>
            <a:endParaRPr sz="800">
              <a:latin typeface="Salesforce Sans"/>
              <a:ea typeface="Salesforce Sans"/>
              <a:cs typeface="Salesforce Sans"/>
              <a:sym typeface="Salesforce Sans"/>
            </a:endParaRPr>
          </a:p>
        </p:txBody>
      </p:sp>
      <p:sp>
        <p:nvSpPr>
          <p:cNvPr id="5700" name="Google Shape;5700;p171"/>
          <p:cNvSpPr/>
          <p:nvPr/>
        </p:nvSpPr>
        <p:spPr>
          <a:xfrm>
            <a:off x="7227472" y="28163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1" name="Google Shape;5701;p171"/>
          <p:cNvSpPr/>
          <p:nvPr/>
        </p:nvSpPr>
        <p:spPr>
          <a:xfrm>
            <a:off x="7227472" y="29662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2" name="Google Shape;5702;p171"/>
          <p:cNvSpPr/>
          <p:nvPr/>
        </p:nvSpPr>
        <p:spPr>
          <a:xfrm>
            <a:off x="7227472" y="31113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3" name="Google Shape;5703;p171"/>
          <p:cNvSpPr txBox="1"/>
          <p:nvPr/>
        </p:nvSpPr>
        <p:spPr>
          <a:xfrm>
            <a:off x="7363532" y="2588825"/>
            <a:ext cx="18543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Briefings: Podcasts &amp; Visuals | Assistive</a:t>
            </a:r>
            <a:endParaRPr sz="800">
              <a:latin typeface="Salesforce Sans"/>
              <a:ea typeface="Salesforce Sans"/>
              <a:cs typeface="Salesforce Sans"/>
              <a:sym typeface="Salesforce Sans"/>
            </a:endParaRPr>
          </a:p>
        </p:txBody>
      </p:sp>
      <p:sp>
        <p:nvSpPr>
          <p:cNvPr id="5704" name="Google Shape;5704;p171"/>
          <p:cNvSpPr/>
          <p:nvPr/>
        </p:nvSpPr>
        <p:spPr>
          <a:xfrm>
            <a:off x="7227472" y="26072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5" name="Google Shape;5705;p171"/>
          <p:cNvSpPr/>
          <p:nvPr/>
        </p:nvSpPr>
        <p:spPr>
          <a:xfrm>
            <a:off x="7227472" y="37713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06" name="Google Shape;5706;p171"/>
          <p:cNvSpPr/>
          <p:nvPr/>
        </p:nvSpPr>
        <p:spPr>
          <a:xfrm>
            <a:off x="7227472" y="427829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07" name="Google Shape;5707;p171"/>
          <p:cNvSpPr/>
          <p:nvPr/>
        </p:nvSpPr>
        <p:spPr>
          <a:xfrm>
            <a:off x="7227472" y="50719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708" name="Google Shape;5708;p171"/>
          <p:cNvSpPr/>
          <p:nvPr/>
        </p:nvSpPr>
        <p:spPr>
          <a:xfrm>
            <a:off x="7227472" y="60833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9" name="Google Shape;5709;p171"/>
          <p:cNvSpPr/>
          <p:nvPr/>
        </p:nvSpPr>
        <p:spPr>
          <a:xfrm>
            <a:off x="7227472" y="80023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0" name="Google Shape;5710;p171"/>
          <p:cNvSpPr/>
          <p:nvPr/>
        </p:nvSpPr>
        <p:spPr>
          <a:xfrm>
            <a:off x="7227472" y="86098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1" name="Google Shape;5711;p171"/>
          <p:cNvSpPr/>
          <p:nvPr/>
        </p:nvSpPr>
        <p:spPr>
          <a:xfrm>
            <a:off x="7227472" y="87610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2" name="Google Shape;5712;p171"/>
          <p:cNvSpPr/>
          <p:nvPr/>
        </p:nvSpPr>
        <p:spPr>
          <a:xfrm>
            <a:off x="7227472" y="89008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3" name="Google Shape;5713;p171"/>
          <p:cNvSpPr/>
          <p:nvPr/>
        </p:nvSpPr>
        <p:spPr>
          <a:xfrm>
            <a:off x="7227472" y="6590174"/>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4" name="Google Shape;5714;p171"/>
          <p:cNvSpPr/>
          <p:nvPr/>
        </p:nvSpPr>
        <p:spPr>
          <a:xfrm>
            <a:off x="7227472" y="7560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5" name="Google Shape;5715;p171"/>
          <p:cNvSpPr/>
          <p:nvPr/>
        </p:nvSpPr>
        <p:spPr>
          <a:xfrm>
            <a:off x="7227472" y="442452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16" name="Google Shape;5716;p171"/>
          <p:cNvSpPr/>
          <p:nvPr/>
        </p:nvSpPr>
        <p:spPr>
          <a:xfrm>
            <a:off x="7227472" y="4570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7" name="Google Shape;5717;p171"/>
          <p:cNvSpPr/>
          <p:nvPr/>
        </p:nvSpPr>
        <p:spPr>
          <a:xfrm>
            <a:off x="7227472" y="4718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8" name="Google Shape;5718;p171"/>
          <p:cNvSpPr/>
          <p:nvPr/>
        </p:nvSpPr>
        <p:spPr>
          <a:xfrm>
            <a:off x="7227472" y="33244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9" name="Google Shape;5719;p171"/>
          <p:cNvSpPr txBox="1"/>
          <p:nvPr/>
        </p:nvSpPr>
        <p:spPr>
          <a:xfrm>
            <a:off x="7363519" y="36047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Reimbursement</a:t>
            </a:r>
            <a:endParaRPr sz="800">
              <a:latin typeface="Salesforce Sans"/>
              <a:ea typeface="Salesforce Sans"/>
              <a:cs typeface="Salesforce Sans"/>
              <a:sym typeface="Salesforce Sans"/>
            </a:endParaRPr>
          </a:p>
        </p:txBody>
      </p:sp>
      <p:sp>
        <p:nvSpPr>
          <p:cNvPr id="5720" name="Google Shape;5720;p171"/>
          <p:cNvSpPr/>
          <p:nvPr/>
        </p:nvSpPr>
        <p:spPr>
          <a:xfrm>
            <a:off x="7227472" y="36231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1" name="Google Shape;5721;p171"/>
          <p:cNvSpPr/>
          <p:nvPr/>
        </p:nvSpPr>
        <p:spPr>
          <a:xfrm>
            <a:off x="7227472" y="49231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722" name="Google Shape;5722;p171"/>
          <p:cNvSpPr/>
          <p:nvPr/>
        </p:nvSpPr>
        <p:spPr>
          <a:xfrm>
            <a:off x="7227472" y="54322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23" name="Google Shape;5723;p171"/>
          <p:cNvSpPr/>
          <p:nvPr/>
        </p:nvSpPr>
        <p:spPr>
          <a:xfrm>
            <a:off x="7227472" y="5935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4" name="Google Shape;5724;p171"/>
          <p:cNvSpPr/>
          <p:nvPr/>
        </p:nvSpPr>
        <p:spPr>
          <a:xfrm>
            <a:off x="7227472" y="57251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5" name="Google Shape;5725;p171"/>
          <p:cNvSpPr/>
          <p:nvPr/>
        </p:nvSpPr>
        <p:spPr>
          <a:xfrm>
            <a:off x="7227472" y="686062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6" name="Google Shape;5726;p171"/>
          <p:cNvSpPr/>
          <p:nvPr/>
        </p:nvSpPr>
        <p:spPr>
          <a:xfrm>
            <a:off x="7227472" y="722474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7" name="Google Shape;5727;p171"/>
          <p:cNvSpPr/>
          <p:nvPr/>
        </p:nvSpPr>
        <p:spPr>
          <a:xfrm>
            <a:off x="7227472" y="70720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8" name="Google Shape;5728;p171"/>
          <p:cNvSpPr/>
          <p:nvPr/>
        </p:nvSpPr>
        <p:spPr>
          <a:xfrm>
            <a:off x="7227472" y="7702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9" name="Google Shape;5729;p171"/>
          <p:cNvSpPr/>
          <p:nvPr/>
        </p:nvSpPr>
        <p:spPr>
          <a:xfrm>
            <a:off x="7227472" y="82744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30" name="Google Shape;5730;p171"/>
          <p:cNvSpPr txBox="1"/>
          <p:nvPr/>
        </p:nvSpPr>
        <p:spPr>
          <a:xfrm>
            <a:off x="7363519" y="55583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Gtm Strategy</a:t>
            </a:r>
            <a:endParaRPr sz="800">
              <a:latin typeface="Salesforce Sans"/>
              <a:ea typeface="Salesforce Sans"/>
              <a:cs typeface="Salesforce Sans"/>
              <a:sym typeface="Salesforce Sans"/>
            </a:endParaRPr>
          </a:p>
        </p:txBody>
      </p:sp>
      <p:sp>
        <p:nvSpPr>
          <p:cNvPr id="5731" name="Google Shape;5731;p171"/>
          <p:cNvSpPr/>
          <p:nvPr/>
        </p:nvSpPr>
        <p:spPr>
          <a:xfrm>
            <a:off x="7225657" y="55769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32" name="Google Shape;5732;p171"/>
          <p:cNvSpPr txBox="1"/>
          <p:nvPr/>
        </p:nvSpPr>
        <p:spPr>
          <a:xfrm>
            <a:off x="7363519" y="78345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Support</a:t>
            </a:r>
            <a:endParaRPr sz="800">
              <a:latin typeface="Salesforce Sans"/>
              <a:ea typeface="Salesforce Sans"/>
              <a:cs typeface="Salesforce Sans"/>
              <a:sym typeface="Salesforce Sans"/>
            </a:endParaRPr>
          </a:p>
        </p:txBody>
      </p:sp>
      <p:sp>
        <p:nvSpPr>
          <p:cNvPr id="5733" name="Google Shape;5733;p171"/>
          <p:cNvSpPr/>
          <p:nvPr/>
        </p:nvSpPr>
        <p:spPr>
          <a:xfrm>
            <a:off x="7225647" y="78531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5734" name="Google Shape;5734;p171"/>
          <p:cNvSpPr txBox="1"/>
          <p:nvPr/>
        </p:nvSpPr>
        <p:spPr>
          <a:xfrm>
            <a:off x="4738830"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735" name="Google Shape;5735;p171"/>
          <p:cNvSpPr txBox="1"/>
          <p:nvPr/>
        </p:nvSpPr>
        <p:spPr>
          <a:xfrm>
            <a:off x="58623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736" name="Google Shape;5736;p171"/>
          <p:cNvGrpSpPr/>
          <p:nvPr/>
        </p:nvGrpSpPr>
        <p:grpSpPr>
          <a:xfrm>
            <a:off x="4758441" y="1793656"/>
            <a:ext cx="952566" cy="449700"/>
            <a:chOff x="755108" y="1946374"/>
            <a:chExt cx="1322458" cy="449700"/>
          </a:xfrm>
        </p:grpSpPr>
        <p:sp>
          <p:nvSpPr>
            <p:cNvPr id="5737" name="Google Shape;5737;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738" name="Google Shape;5738;p171"/>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Post-Clinical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&amp; Regulatory</a:t>
              </a:r>
              <a:endParaRPr sz="900">
                <a:solidFill>
                  <a:srgbClr val="FFFFFF"/>
                </a:solidFill>
                <a:latin typeface="Avant Garde Demi SFDC"/>
                <a:ea typeface="Avant Garde Demi SFDC"/>
                <a:cs typeface="Avant Garde Demi SFDC"/>
                <a:sym typeface="Avant Garde Demi SFDC"/>
              </a:endParaRPr>
            </a:p>
          </p:txBody>
        </p:sp>
      </p:grpSp>
      <p:sp>
        <p:nvSpPr>
          <p:cNvPr id="5739" name="Google Shape;5739;p171"/>
          <p:cNvSpPr txBox="1"/>
          <p:nvPr/>
        </p:nvSpPr>
        <p:spPr>
          <a:xfrm>
            <a:off x="7365348"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740" name="Google Shape;5740;p171"/>
          <p:cNvSpPr txBox="1"/>
          <p:nvPr/>
        </p:nvSpPr>
        <p:spPr>
          <a:xfrm>
            <a:off x="5862391" y="17718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CMC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741" name="Google Shape;5741;p171"/>
          <p:cNvGrpSpPr/>
          <p:nvPr/>
        </p:nvGrpSpPr>
        <p:grpSpPr>
          <a:xfrm>
            <a:off x="4758483" y="2298575"/>
            <a:ext cx="952525" cy="449700"/>
            <a:chOff x="755165" y="1951713"/>
            <a:chExt cx="1322400" cy="449700"/>
          </a:xfrm>
        </p:grpSpPr>
        <p:sp>
          <p:nvSpPr>
            <p:cNvPr id="5742" name="Google Shape;5742;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743" name="Google Shape;5743;p171"/>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5744" name="Google Shape;5744;p171"/>
          <p:cNvSpPr txBox="1"/>
          <p:nvPr/>
        </p:nvSpPr>
        <p:spPr>
          <a:xfrm>
            <a:off x="7363519" y="40499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Sales Performance</a:t>
            </a:r>
            <a:endParaRPr sz="800">
              <a:latin typeface="Salesforce Sans"/>
              <a:ea typeface="Salesforce Sans"/>
              <a:cs typeface="Salesforce Sans"/>
              <a:sym typeface="Salesforce Sans"/>
            </a:endParaRPr>
          </a:p>
        </p:txBody>
      </p:sp>
      <p:sp>
        <p:nvSpPr>
          <p:cNvPr id="5745" name="Google Shape;5745;p171"/>
          <p:cNvSpPr txBox="1"/>
          <p:nvPr/>
        </p:nvSpPr>
        <p:spPr>
          <a:xfrm>
            <a:off x="7363519" y="39036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Incentive</a:t>
            </a:r>
            <a:endParaRPr sz="800">
              <a:latin typeface="Salesforce Sans"/>
              <a:ea typeface="Salesforce Sans"/>
              <a:cs typeface="Salesforce Sans"/>
              <a:sym typeface="Salesforce Sans"/>
            </a:endParaRPr>
          </a:p>
        </p:txBody>
      </p:sp>
      <p:sp>
        <p:nvSpPr>
          <p:cNvPr id="5746" name="Google Shape;5746;p171"/>
          <p:cNvSpPr/>
          <p:nvPr/>
        </p:nvSpPr>
        <p:spPr>
          <a:xfrm>
            <a:off x="7227472" y="39222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47" name="Google Shape;5747;p171"/>
          <p:cNvSpPr/>
          <p:nvPr/>
        </p:nvSpPr>
        <p:spPr>
          <a:xfrm>
            <a:off x="7227472" y="40684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48" name="Google Shape;5748;p171"/>
          <p:cNvSpPr txBox="1"/>
          <p:nvPr/>
        </p:nvSpPr>
        <p:spPr>
          <a:xfrm>
            <a:off x="7363519" y="90327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Resolution and Case Closure</a:t>
            </a:r>
            <a:endParaRPr i="0" sz="800" u="none" cap="none" strike="noStrike">
              <a:latin typeface="Salesforce Sans"/>
              <a:ea typeface="Salesforce Sans"/>
              <a:cs typeface="Salesforce Sans"/>
              <a:sym typeface="Salesforce Sans"/>
            </a:endParaRPr>
          </a:p>
        </p:txBody>
      </p:sp>
      <p:sp>
        <p:nvSpPr>
          <p:cNvPr id="5749" name="Google Shape;5749;p171"/>
          <p:cNvSpPr/>
          <p:nvPr/>
        </p:nvSpPr>
        <p:spPr>
          <a:xfrm>
            <a:off x="7227472" y="905135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50" name="Google Shape;5750;p171"/>
          <p:cNvSpPr txBox="1"/>
          <p:nvPr/>
        </p:nvSpPr>
        <p:spPr>
          <a:xfrm>
            <a:off x="12692075" y="9253412"/>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5751" name="Google Shape;5751;p171"/>
          <p:cNvSpPr txBox="1"/>
          <p:nvPr/>
        </p:nvSpPr>
        <p:spPr>
          <a:xfrm>
            <a:off x="11943450" y="38721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KOL (Audience Mapping)</a:t>
            </a:r>
            <a:endParaRPr sz="800">
              <a:latin typeface="Salesforce Sans"/>
              <a:ea typeface="Salesforce Sans"/>
              <a:cs typeface="Salesforce Sans"/>
              <a:sym typeface="Salesforce Sans"/>
            </a:endParaRPr>
          </a:p>
        </p:txBody>
      </p:sp>
      <p:sp>
        <p:nvSpPr>
          <p:cNvPr id="5752" name="Google Shape;5752;p171"/>
          <p:cNvSpPr txBox="1"/>
          <p:nvPr/>
        </p:nvSpPr>
        <p:spPr>
          <a:xfrm>
            <a:off x="11943450" y="3725875"/>
            <a:ext cx="720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MSL Support</a:t>
            </a:r>
            <a:endParaRPr sz="800">
              <a:latin typeface="Salesforce Sans"/>
              <a:ea typeface="Salesforce Sans"/>
              <a:cs typeface="Salesforce Sans"/>
              <a:sym typeface="Salesforce Sans"/>
            </a:endParaRPr>
          </a:p>
        </p:txBody>
      </p:sp>
      <p:sp>
        <p:nvSpPr>
          <p:cNvPr id="5753" name="Google Shape;5753;p171"/>
          <p:cNvSpPr/>
          <p:nvPr/>
        </p:nvSpPr>
        <p:spPr>
          <a:xfrm>
            <a:off x="11807402" y="3744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54" name="Google Shape;5754;p171"/>
          <p:cNvSpPr/>
          <p:nvPr/>
        </p:nvSpPr>
        <p:spPr>
          <a:xfrm>
            <a:off x="11807402" y="3890697"/>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55" name="Google Shape;5755;p171"/>
          <p:cNvSpPr/>
          <p:nvPr/>
        </p:nvSpPr>
        <p:spPr>
          <a:xfrm>
            <a:off x="10457798" y="2260900"/>
            <a:ext cx="12198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Real-World Evidence and Data Generation </a:t>
            </a:r>
            <a:endParaRPr b="1" i="0" sz="845" u="none" cap="none" strike="noStrike">
              <a:solidFill>
                <a:srgbClr val="086AFE"/>
              </a:solidFill>
              <a:latin typeface="Salesforce Sans"/>
              <a:ea typeface="Salesforce Sans"/>
              <a:cs typeface="Salesforce Sans"/>
              <a:sym typeface="Salesforce Sans"/>
            </a:endParaRPr>
          </a:p>
        </p:txBody>
      </p:sp>
      <p:sp>
        <p:nvSpPr>
          <p:cNvPr id="5756" name="Google Shape;5756;p171"/>
          <p:cNvSpPr/>
          <p:nvPr/>
        </p:nvSpPr>
        <p:spPr>
          <a:xfrm>
            <a:off x="10457798" y="274448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Advisory Board and Congress Management </a:t>
            </a:r>
            <a:endParaRPr b="1" i="0" sz="845" u="none" cap="none" strike="noStrike">
              <a:solidFill>
                <a:srgbClr val="086AFE"/>
              </a:solidFill>
              <a:latin typeface="Salesforce Sans"/>
              <a:ea typeface="Salesforce Sans"/>
              <a:cs typeface="Salesforce Sans"/>
              <a:sym typeface="Salesforce Sans"/>
            </a:endParaRPr>
          </a:p>
        </p:txBody>
      </p:sp>
      <p:sp>
        <p:nvSpPr>
          <p:cNvPr id="5757" name="Google Shape;5757;p171"/>
          <p:cNvSpPr/>
          <p:nvPr/>
        </p:nvSpPr>
        <p:spPr>
          <a:xfrm>
            <a:off x="10457798" y="3371300"/>
            <a:ext cx="10749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Internal Training &amp; </a:t>
            </a:r>
            <a:r>
              <a:rPr b="1" lang="en" sz="845">
                <a:solidFill>
                  <a:srgbClr val="086AFE"/>
                </a:solidFill>
                <a:latin typeface="Salesforce Sans"/>
                <a:ea typeface="Salesforce Sans"/>
                <a:cs typeface="Salesforce Sans"/>
                <a:sym typeface="Salesforce Sans"/>
              </a:rPr>
              <a:t>Enablement</a:t>
            </a:r>
            <a:r>
              <a:rPr b="1" i="0" lang="en" sz="845" u="none" cap="none" strike="noStrike">
                <a:solidFill>
                  <a:srgbClr val="086AFE"/>
                </a:solidFill>
                <a:latin typeface="Salesforce Sans"/>
                <a:ea typeface="Salesforce Sans"/>
                <a:cs typeface="Salesforce Sans"/>
                <a:sym typeface="Salesforce Sans"/>
              </a:rPr>
              <a:t> </a:t>
            </a:r>
            <a:endParaRPr b="1" i="0" sz="845" u="none" cap="none" strike="noStrike">
              <a:solidFill>
                <a:srgbClr val="086AFE"/>
              </a:solidFill>
              <a:latin typeface="Salesforce Sans"/>
              <a:ea typeface="Salesforce Sans"/>
              <a:cs typeface="Salesforce Sans"/>
              <a:sym typeface="Salesforce Sans"/>
            </a:endParaRPr>
          </a:p>
        </p:txBody>
      </p:sp>
      <p:sp>
        <p:nvSpPr>
          <p:cNvPr id="5758" name="Google Shape;5758;p171"/>
          <p:cNvSpPr/>
          <p:nvPr/>
        </p:nvSpPr>
        <p:spPr>
          <a:xfrm>
            <a:off x="10457798" y="37301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Scientific Communication </a:t>
            </a:r>
            <a:endParaRPr b="1" i="0" sz="845" u="none" cap="none" strike="noStrike">
              <a:solidFill>
                <a:srgbClr val="086AFE"/>
              </a:solidFill>
              <a:latin typeface="Salesforce Sans"/>
              <a:ea typeface="Salesforce Sans"/>
              <a:cs typeface="Salesforce Sans"/>
              <a:sym typeface="Salesforce Sans"/>
            </a:endParaRPr>
          </a:p>
        </p:txBody>
      </p:sp>
      <p:sp>
        <p:nvSpPr>
          <p:cNvPr id="5759" name="Google Shape;5759;p171"/>
          <p:cNvSpPr/>
          <p:nvPr/>
        </p:nvSpPr>
        <p:spPr>
          <a:xfrm>
            <a:off x="10457798" y="4383219"/>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Med. Insight Mgmt. </a:t>
            </a:r>
            <a:endParaRPr b="1" i="0" sz="845" u="none" cap="none" strike="noStrike">
              <a:solidFill>
                <a:srgbClr val="086AFE"/>
              </a:solidFill>
              <a:latin typeface="Salesforce Sans"/>
              <a:ea typeface="Salesforce Sans"/>
              <a:cs typeface="Salesforce Sans"/>
              <a:sym typeface="Salesforce Sans"/>
            </a:endParaRPr>
          </a:p>
        </p:txBody>
      </p:sp>
      <p:sp>
        <p:nvSpPr>
          <p:cNvPr id="5760" name="Google Shape;5760;p171"/>
          <p:cNvSpPr/>
          <p:nvPr/>
        </p:nvSpPr>
        <p:spPr>
          <a:xfrm>
            <a:off x="10457798" y="4738050"/>
            <a:ext cx="11286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Production Planning &amp; Scheduling </a:t>
            </a:r>
            <a:endParaRPr b="1" i="0" sz="845" u="none" cap="none" strike="noStrike">
              <a:solidFill>
                <a:srgbClr val="086AFE"/>
              </a:solidFill>
              <a:latin typeface="Salesforce Sans"/>
              <a:ea typeface="Salesforce Sans"/>
              <a:cs typeface="Salesforce Sans"/>
              <a:sym typeface="Salesforce Sans"/>
            </a:endParaRPr>
          </a:p>
        </p:txBody>
      </p:sp>
      <p:sp>
        <p:nvSpPr>
          <p:cNvPr id="5761" name="Google Shape;5761;p171"/>
          <p:cNvSpPr/>
          <p:nvPr/>
        </p:nvSpPr>
        <p:spPr>
          <a:xfrm>
            <a:off x="10457798" y="5241380"/>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Manufacturing Execution </a:t>
            </a:r>
            <a:endParaRPr b="1" i="0" sz="845" u="none" cap="none" strike="noStrike">
              <a:solidFill>
                <a:srgbClr val="086AFE"/>
              </a:solidFill>
              <a:latin typeface="Salesforce Sans"/>
              <a:ea typeface="Salesforce Sans"/>
              <a:cs typeface="Salesforce Sans"/>
              <a:sym typeface="Salesforce Sans"/>
            </a:endParaRPr>
          </a:p>
        </p:txBody>
      </p:sp>
      <p:sp>
        <p:nvSpPr>
          <p:cNvPr id="5762" name="Google Shape;5762;p171"/>
          <p:cNvSpPr/>
          <p:nvPr/>
        </p:nvSpPr>
        <p:spPr>
          <a:xfrm>
            <a:off x="10457798" y="600086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Quality Management and Control </a:t>
            </a:r>
            <a:endParaRPr b="1" i="0" sz="845" u="none" cap="none" strike="noStrike">
              <a:solidFill>
                <a:srgbClr val="086AFE"/>
              </a:solidFill>
              <a:latin typeface="Salesforce Sans"/>
              <a:ea typeface="Salesforce Sans"/>
              <a:cs typeface="Salesforce Sans"/>
              <a:sym typeface="Salesforce Sans"/>
            </a:endParaRPr>
          </a:p>
        </p:txBody>
      </p:sp>
      <p:sp>
        <p:nvSpPr>
          <p:cNvPr id="5763" name="Google Shape;5763;p171"/>
          <p:cNvSpPr/>
          <p:nvPr/>
        </p:nvSpPr>
        <p:spPr>
          <a:xfrm>
            <a:off x="10457798" y="6627127"/>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Supply Chain and Procurement </a:t>
            </a:r>
            <a:endParaRPr b="1" i="0" sz="845" u="none" cap="none" strike="noStrike">
              <a:solidFill>
                <a:srgbClr val="086AFE"/>
              </a:solidFill>
              <a:latin typeface="Salesforce Sans"/>
              <a:ea typeface="Salesforce Sans"/>
              <a:cs typeface="Salesforce Sans"/>
              <a:sym typeface="Salesforce Sans"/>
            </a:endParaRPr>
          </a:p>
        </p:txBody>
      </p:sp>
      <p:sp>
        <p:nvSpPr>
          <p:cNvPr id="5764" name="Google Shape;5764;p171"/>
          <p:cNvSpPr/>
          <p:nvPr/>
        </p:nvSpPr>
        <p:spPr>
          <a:xfrm>
            <a:off x="10457798" y="7253118"/>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Logistics Management and Delivery </a:t>
            </a:r>
            <a:endParaRPr b="1" i="0" sz="845" u="none" cap="none" strike="noStrike">
              <a:solidFill>
                <a:srgbClr val="086AFE"/>
              </a:solidFill>
              <a:latin typeface="Salesforce Sans"/>
              <a:ea typeface="Salesforce Sans"/>
              <a:cs typeface="Salesforce Sans"/>
              <a:sym typeface="Salesforce Sans"/>
            </a:endParaRPr>
          </a:p>
        </p:txBody>
      </p:sp>
      <p:sp>
        <p:nvSpPr>
          <p:cNvPr id="5765" name="Google Shape;5765;p171"/>
          <p:cNvSpPr/>
          <p:nvPr/>
        </p:nvSpPr>
        <p:spPr>
          <a:xfrm>
            <a:off x="10457798" y="8028211"/>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Maint. &amp; Asset Reliability </a:t>
            </a:r>
            <a:endParaRPr b="1" i="0" sz="845" u="none" cap="none" strike="noStrike">
              <a:solidFill>
                <a:srgbClr val="086AFE"/>
              </a:solidFill>
              <a:latin typeface="Salesforce Sans"/>
              <a:ea typeface="Salesforce Sans"/>
              <a:cs typeface="Salesforce Sans"/>
              <a:sym typeface="Salesforce Sans"/>
            </a:endParaRPr>
          </a:p>
        </p:txBody>
      </p:sp>
      <p:sp>
        <p:nvSpPr>
          <p:cNvPr id="5766" name="Google Shape;5766;p171"/>
          <p:cNvSpPr/>
          <p:nvPr/>
        </p:nvSpPr>
        <p:spPr>
          <a:xfrm>
            <a:off x="10457798" y="8391075"/>
            <a:ext cx="11211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Digital </a:t>
            </a:r>
            <a:br>
              <a:rPr b="1" i="0" lang="en" sz="845" u="none" cap="none" strike="noStrike">
                <a:solidFill>
                  <a:srgbClr val="086AFE"/>
                </a:solidFill>
                <a:latin typeface="Salesforce Sans"/>
                <a:ea typeface="Salesforce Sans"/>
                <a:cs typeface="Salesforce Sans"/>
                <a:sym typeface="Salesforce Sans"/>
              </a:rPr>
            </a:br>
            <a:r>
              <a:rPr b="1" i="0" lang="en" sz="845" u="none" cap="none" strike="noStrike">
                <a:solidFill>
                  <a:srgbClr val="086AFE"/>
                </a:solidFill>
                <a:latin typeface="Salesforce Sans"/>
                <a:ea typeface="Salesforce Sans"/>
                <a:cs typeface="Salesforce Sans"/>
                <a:sym typeface="Salesforce Sans"/>
              </a:rPr>
              <a:t>Enablement </a:t>
            </a:r>
            <a:endParaRPr b="1" i="0" sz="845" u="none" cap="none" strike="noStrike">
              <a:solidFill>
                <a:srgbClr val="086AFE"/>
              </a:solidFill>
              <a:latin typeface="Salesforce Sans"/>
              <a:ea typeface="Salesforce Sans"/>
              <a:cs typeface="Salesforce Sans"/>
              <a:sym typeface="Salesforce Sans"/>
            </a:endParaRPr>
          </a:p>
        </p:txBody>
      </p:sp>
      <p:sp>
        <p:nvSpPr>
          <p:cNvPr id="5767" name="Google Shape;5767;p171"/>
          <p:cNvSpPr txBox="1"/>
          <p:nvPr/>
        </p:nvSpPr>
        <p:spPr>
          <a:xfrm>
            <a:off x="11943450" y="2887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Agenda &amp; Material Dev</a:t>
            </a:r>
            <a:endParaRPr i="0" sz="800" u="none" cap="none" strike="noStrike">
              <a:latin typeface="Salesforce Sans"/>
              <a:ea typeface="Salesforce Sans"/>
              <a:cs typeface="Salesforce Sans"/>
              <a:sym typeface="Salesforce Sans"/>
            </a:endParaRPr>
          </a:p>
        </p:txBody>
      </p:sp>
      <p:sp>
        <p:nvSpPr>
          <p:cNvPr id="5768" name="Google Shape;5768;p171"/>
          <p:cNvSpPr txBox="1"/>
          <p:nvPr/>
        </p:nvSpPr>
        <p:spPr>
          <a:xfrm>
            <a:off x="11943450" y="303261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Facilitation and Insight Synthesis</a:t>
            </a:r>
            <a:endParaRPr sz="800">
              <a:latin typeface="Salesforce Sans"/>
              <a:ea typeface="Salesforce Sans"/>
              <a:cs typeface="Salesforce Sans"/>
              <a:sym typeface="Salesforce Sans"/>
            </a:endParaRPr>
          </a:p>
        </p:txBody>
      </p:sp>
      <p:sp>
        <p:nvSpPr>
          <p:cNvPr id="5769" name="Google Shape;5769;p171"/>
          <p:cNvSpPr txBox="1"/>
          <p:nvPr/>
        </p:nvSpPr>
        <p:spPr>
          <a:xfrm>
            <a:off x="11943450" y="35147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Learning Delivery</a:t>
            </a:r>
            <a:endParaRPr sz="800">
              <a:latin typeface="Salesforce Sans"/>
              <a:ea typeface="Salesforce Sans"/>
              <a:cs typeface="Salesforce Sans"/>
              <a:sym typeface="Salesforce Sans"/>
            </a:endParaRPr>
          </a:p>
        </p:txBody>
      </p:sp>
      <p:sp>
        <p:nvSpPr>
          <p:cNvPr id="5770" name="Google Shape;5770;p171"/>
          <p:cNvSpPr txBox="1"/>
          <p:nvPr/>
        </p:nvSpPr>
        <p:spPr>
          <a:xfrm>
            <a:off x="11943450" y="4379545"/>
            <a:ext cx="1457700" cy="26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800">
                <a:latin typeface="Salesforce Sans"/>
                <a:ea typeface="Salesforce Sans"/>
                <a:cs typeface="Salesforce Sans"/>
                <a:sym typeface="Salesforce Sans"/>
              </a:rPr>
              <a:t>Insight Collection &amp; Categorization</a:t>
            </a:r>
            <a:endParaRPr sz="800">
              <a:latin typeface="Salesforce Sans"/>
              <a:ea typeface="Salesforce Sans"/>
              <a:cs typeface="Salesforce Sans"/>
              <a:sym typeface="Salesforce Sans"/>
            </a:endParaRPr>
          </a:p>
        </p:txBody>
      </p:sp>
      <p:sp>
        <p:nvSpPr>
          <p:cNvPr id="5771" name="Google Shape;5771;p171"/>
          <p:cNvSpPr txBox="1"/>
          <p:nvPr/>
        </p:nvSpPr>
        <p:spPr>
          <a:xfrm>
            <a:off x="11943450" y="473326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5772" name="Google Shape;5772;p171"/>
          <p:cNvSpPr txBox="1"/>
          <p:nvPr/>
        </p:nvSpPr>
        <p:spPr>
          <a:xfrm>
            <a:off x="11943450" y="48819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Scheduling &amp; Seq.</a:t>
            </a:r>
            <a:endParaRPr sz="800">
              <a:latin typeface="Salesforce Sans"/>
              <a:ea typeface="Salesforce Sans"/>
              <a:cs typeface="Salesforce Sans"/>
              <a:sym typeface="Salesforce Sans"/>
            </a:endParaRPr>
          </a:p>
        </p:txBody>
      </p:sp>
      <p:sp>
        <p:nvSpPr>
          <p:cNvPr id="5773" name="Google Shape;5773;p171"/>
          <p:cNvSpPr txBox="1"/>
          <p:nvPr/>
        </p:nvSpPr>
        <p:spPr>
          <a:xfrm>
            <a:off x="11943450" y="52390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Manufacturing</a:t>
            </a:r>
            <a:endParaRPr sz="800">
              <a:latin typeface="Salesforce Sans"/>
              <a:ea typeface="Salesforce Sans"/>
              <a:cs typeface="Salesforce Sans"/>
              <a:sym typeface="Salesforce Sans"/>
            </a:endParaRPr>
          </a:p>
        </p:txBody>
      </p:sp>
      <p:sp>
        <p:nvSpPr>
          <p:cNvPr id="5774" name="Google Shape;5774;p171"/>
          <p:cNvSpPr txBox="1"/>
          <p:nvPr/>
        </p:nvSpPr>
        <p:spPr>
          <a:xfrm>
            <a:off x="11943450" y="565892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Training and Coaching</a:t>
            </a:r>
            <a:endParaRPr sz="800">
              <a:latin typeface="Salesforce Sans"/>
              <a:ea typeface="Salesforce Sans"/>
              <a:cs typeface="Salesforce Sans"/>
              <a:sym typeface="Salesforce Sans"/>
            </a:endParaRPr>
          </a:p>
        </p:txBody>
      </p:sp>
      <p:sp>
        <p:nvSpPr>
          <p:cNvPr id="5775" name="Google Shape;5775;p171"/>
          <p:cNvSpPr txBox="1"/>
          <p:nvPr/>
        </p:nvSpPr>
        <p:spPr>
          <a:xfrm>
            <a:off x="11943450" y="59935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Deviation Management</a:t>
            </a:r>
            <a:endParaRPr sz="800">
              <a:latin typeface="Salesforce Sans"/>
              <a:ea typeface="Salesforce Sans"/>
              <a:cs typeface="Salesforce Sans"/>
              <a:sym typeface="Salesforce Sans"/>
            </a:endParaRPr>
          </a:p>
        </p:txBody>
      </p:sp>
      <p:sp>
        <p:nvSpPr>
          <p:cNvPr id="5776" name="Google Shape;5776;p171"/>
          <p:cNvSpPr txBox="1"/>
          <p:nvPr/>
        </p:nvSpPr>
        <p:spPr>
          <a:xfrm>
            <a:off x="11943450" y="5029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 Readiness Verification</a:t>
            </a:r>
            <a:endParaRPr sz="800">
              <a:latin typeface="Salesforce Sans"/>
              <a:ea typeface="Salesforce Sans"/>
              <a:cs typeface="Salesforce Sans"/>
              <a:sym typeface="Salesforce Sans"/>
            </a:endParaRPr>
          </a:p>
        </p:txBody>
      </p:sp>
      <p:sp>
        <p:nvSpPr>
          <p:cNvPr id="5777" name="Google Shape;5777;p171"/>
          <p:cNvSpPr txBox="1"/>
          <p:nvPr/>
        </p:nvSpPr>
        <p:spPr>
          <a:xfrm>
            <a:off x="11943450" y="61409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 and Change Control</a:t>
            </a:r>
            <a:endParaRPr i="0" sz="800" u="none" cap="none" strike="noStrike">
              <a:latin typeface="Salesforce Sans"/>
              <a:ea typeface="Salesforce Sans"/>
              <a:cs typeface="Salesforce Sans"/>
              <a:sym typeface="Salesforce Sans"/>
            </a:endParaRPr>
          </a:p>
        </p:txBody>
      </p:sp>
      <p:sp>
        <p:nvSpPr>
          <p:cNvPr id="5778" name="Google Shape;5778;p171"/>
          <p:cNvSpPr txBox="1"/>
          <p:nvPr/>
        </p:nvSpPr>
        <p:spPr>
          <a:xfrm>
            <a:off x="11943450" y="629036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 and Inspection Response</a:t>
            </a:r>
            <a:endParaRPr sz="800">
              <a:latin typeface="Salesforce Sans"/>
              <a:ea typeface="Salesforce Sans"/>
              <a:cs typeface="Salesforce Sans"/>
              <a:sym typeface="Salesforce Sans"/>
            </a:endParaRPr>
          </a:p>
        </p:txBody>
      </p:sp>
      <p:sp>
        <p:nvSpPr>
          <p:cNvPr id="5779" name="Google Shape;5779;p171"/>
          <p:cNvSpPr/>
          <p:nvPr/>
        </p:nvSpPr>
        <p:spPr>
          <a:xfrm>
            <a:off x="11807402" y="5047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80" name="Google Shape;5780;p171"/>
          <p:cNvSpPr/>
          <p:nvPr/>
        </p:nvSpPr>
        <p:spPr>
          <a:xfrm>
            <a:off x="11807402" y="63089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81" name="Google Shape;5781;p171"/>
          <p:cNvSpPr txBox="1"/>
          <p:nvPr/>
        </p:nvSpPr>
        <p:spPr>
          <a:xfrm>
            <a:off x="11943450"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Publication Development</a:t>
            </a:r>
            <a:endParaRPr sz="800">
              <a:latin typeface="Salesforce Sans"/>
              <a:ea typeface="Salesforce Sans"/>
              <a:cs typeface="Salesforce Sans"/>
              <a:sym typeface="Salesforce Sans"/>
            </a:endParaRPr>
          </a:p>
        </p:txBody>
      </p:sp>
      <p:sp>
        <p:nvSpPr>
          <p:cNvPr id="5782" name="Google Shape;5782;p171"/>
          <p:cNvSpPr/>
          <p:nvPr/>
        </p:nvSpPr>
        <p:spPr>
          <a:xfrm>
            <a:off x="1180740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3" name="Google Shape;5783;p171"/>
          <p:cNvSpPr txBox="1"/>
          <p:nvPr/>
        </p:nvSpPr>
        <p:spPr>
          <a:xfrm>
            <a:off x="11943450" y="1920225"/>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Peer Review and Submission </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Management</a:t>
            </a:r>
            <a:endParaRPr sz="800">
              <a:latin typeface="Salesforce Sans"/>
              <a:ea typeface="Salesforce Sans"/>
              <a:cs typeface="Salesforce Sans"/>
              <a:sym typeface="Salesforce Sans"/>
            </a:endParaRPr>
          </a:p>
        </p:txBody>
      </p:sp>
      <p:sp>
        <p:nvSpPr>
          <p:cNvPr id="5784" name="Google Shape;5784;p171"/>
          <p:cNvSpPr/>
          <p:nvPr/>
        </p:nvSpPr>
        <p:spPr>
          <a:xfrm>
            <a:off x="1180740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85" name="Google Shape;5785;p171"/>
          <p:cNvSpPr txBox="1"/>
          <p:nvPr/>
        </p:nvSpPr>
        <p:spPr>
          <a:xfrm>
            <a:off x="11943462" y="2255075"/>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HEOR</a:t>
            </a:r>
            <a:endParaRPr sz="800">
              <a:latin typeface="Salesforce Sans"/>
              <a:ea typeface="Salesforce Sans"/>
              <a:cs typeface="Salesforce Sans"/>
              <a:sym typeface="Salesforce Sans"/>
            </a:endParaRPr>
          </a:p>
        </p:txBody>
      </p:sp>
      <p:sp>
        <p:nvSpPr>
          <p:cNvPr id="5786" name="Google Shape;5786;p171"/>
          <p:cNvSpPr/>
          <p:nvPr/>
        </p:nvSpPr>
        <p:spPr>
          <a:xfrm>
            <a:off x="11807402" y="2273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7" name="Google Shape;5787;p171"/>
          <p:cNvSpPr txBox="1"/>
          <p:nvPr/>
        </p:nvSpPr>
        <p:spPr>
          <a:xfrm>
            <a:off x="11943460" y="2404475"/>
            <a:ext cx="1801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and Reporting</a:t>
            </a:r>
            <a:endParaRPr sz="800">
              <a:latin typeface="Salesforce Sans"/>
              <a:ea typeface="Salesforce Sans"/>
              <a:cs typeface="Salesforce Sans"/>
              <a:sym typeface="Salesforce Sans"/>
            </a:endParaRPr>
          </a:p>
        </p:txBody>
      </p:sp>
      <p:sp>
        <p:nvSpPr>
          <p:cNvPr id="5788" name="Google Shape;5788;p171"/>
          <p:cNvSpPr/>
          <p:nvPr/>
        </p:nvSpPr>
        <p:spPr>
          <a:xfrm>
            <a:off x="11807402" y="2422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9" name="Google Shape;5789;p171"/>
          <p:cNvSpPr txBox="1"/>
          <p:nvPr/>
        </p:nvSpPr>
        <p:spPr>
          <a:xfrm>
            <a:off x="11943450" y="2737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Advisor Selection &amp; Cont</a:t>
            </a:r>
            <a:endParaRPr sz="800">
              <a:latin typeface="Salesforce Sans"/>
              <a:ea typeface="Salesforce Sans"/>
              <a:cs typeface="Salesforce Sans"/>
              <a:sym typeface="Salesforce Sans"/>
            </a:endParaRPr>
          </a:p>
        </p:txBody>
      </p:sp>
      <p:sp>
        <p:nvSpPr>
          <p:cNvPr id="5790" name="Google Shape;5790;p171"/>
          <p:cNvSpPr/>
          <p:nvPr/>
        </p:nvSpPr>
        <p:spPr>
          <a:xfrm>
            <a:off x="11807402" y="27560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1" name="Google Shape;5791;p171"/>
          <p:cNvSpPr/>
          <p:nvPr/>
        </p:nvSpPr>
        <p:spPr>
          <a:xfrm>
            <a:off x="11807402" y="2905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2" name="Google Shape;5792;p171"/>
          <p:cNvSpPr/>
          <p:nvPr/>
        </p:nvSpPr>
        <p:spPr>
          <a:xfrm>
            <a:off x="11807402" y="30510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3" name="Google Shape;5793;p171"/>
          <p:cNvSpPr/>
          <p:nvPr/>
        </p:nvSpPr>
        <p:spPr>
          <a:xfrm>
            <a:off x="11807402" y="353322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94" name="Google Shape;5794;p171"/>
          <p:cNvSpPr/>
          <p:nvPr/>
        </p:nvSpPr>
        <p:spPr>
          <a:xfrm>
            <a:off x="11807402" y="4900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795" name="Google Shape;5795;p171"/>
          <p:cNvSpPr/>
          <p:nvPr/>
        </p:nvSpPr>
        <p:spPr>
          <a:xfrm>
            <a:off x="11807402" y="61595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6" name="Google Shape;5796;p171"/>
          <p:cNvSpPr/>
          <p:nvPr/>
        </p:nvSpPr>
        <p:spPr>
          <a:xfrm>
            <a:off x="11807402" y="4398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97" name="Google Shape;5797;p171"/>
          <p:cNvSpPr txBox="1"/>
          <p:nvPr/>
        </p:nvSpPr>
        <p:spPr>
          <a:xfrm>
            <a:off x="11943450" y="33665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Curriculum</a:t>
            </a:r>
            <a:endParaRPr sz="800">
              <a:latin typeface="Salesforce Sans"/>
              <a:ea typeface="Salesforce Sans"/>
              <a:cs typeface="Salesforce Sans"/>
              <a:sym typeface="Salesforce Sans"/>
            </a:endParaRPr>
          </a:p>
        </p:txBody>
      </p:sp>
      <p:sp>
        <p:nvSpPr>
          <p:cNvPr id="5798" name="Google Shape;5798;p171"/>
          <p:cNvSpPr/>
          <p:nvPr/>
        </p:nvSpPr>
        <p:spPr>
          <a:xfrm>
            <a:off x="11807402" y="338504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9" name="Google Shape;5799;p171"/>
          <p:cNvSpPr/>
          <p:nvPr/>
        </p:nvSpPr>
        <p:spPr>
          <a:xfrm>
            <a:off x="11807402" y="47517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800" name="Google Shape;5800;p171"/>
          <p:cNvSpPr/>
          <p:nvPr/>
        </p:nvSpPr>
        <p:spPr>
          <a:xfrm>
            <a:off x="11807402" y="52576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01" name="Google Shape;5801;p171"/>
          <p:cNvSpPr/>
          <p:nvPr/>
        </p:nvSpPr>
        <p:spPr>
          <a:xfrm>
            <a:off x="11807402" y="6012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2" name="Google Shape;5802;p171"/>
          <p:cNvSpPr/>
          <p:nvPr/>
        </p:nvSpPr>
        <p:spPr>
          <a:xfrm>
            <a:off x="11807402" y="56775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3" name="Google Shape;5803;p171"/>
          <p:cNvSpPr txBox="1"/>
          <p:nvPr/>
        </p:nvSpPr>
        <p:spPr>
          <a:xfrm>
            <a:off x="11943450" y="538690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Setup &amp; Monitoring</a:t>
            </a:r>
            <a:endParaRPr sz="800">
              <a:latin typeface="Salesforce Sans"/>
              <a:ea typeface="Salesforce Sans"/>
              <a:cs typeface="Salesforce Sans"/>
              <a:sym typeface="Salesforce Sans"/>
            </a:endParaRPr>
          </a:p>
        </p:txBody>
      </p:sp>
      <p:sp>
        <p:nvSpPr>
          <p:cNvPr id="5804" name="Google Shape;5804;p171"/>
          <p:cNvSpPr/>
          <p:nvPr/>
        </p:nvSpPr>
        <p:spPr>
          <a:xfrm>
            <a:off x="11805588" y="54055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5" name="Google Shape;5805;p171"/>
          <p:cNvSpPr txBox="1"/>
          <p:nvPr/>
        </p:nvSpPr>
        <p:spPr>
          <a:xfrm>
            <a:off x="933424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806" name="Google Shape;5806;p171"/>
          <p:cNvSpPr txBox="1"/>
          <p:nvPr/>
        </p:nvSpPr>
        <p:spPr>
          <a:xfrm>
            <a:off x="104577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807" name="Google Shape;5807;p171"/>
          <p:cNvGrpSpPr/>
          <p:nvPr/>
        </p:nvGrpSpPr>
        <p:grpSpPr>
          <a:xfrm>
            <a:off x="9353860" y="1793656"/>
            <a:ext cx="952566" cy="449700"/>
            <a:chOff x="755108" y="1946374"/>
            <a:chExt cx="1322458" cy="449700"/>
          </a:xfrm>
        </p:grpSpPr>
        <p:sp>
          <p:nvSpPr>
            <p:cNvPr id="5808" name="Google Shape;5808;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09" name="Google Shape;5809;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Medical Affairs</a:t>
              </a:r>
              <a:endParaRPr sz="900">
                <a:solidFill>
                  <a:srgbClr val="FFFFFF"/>
                </a:solidFill>
                <a:latin typeface="Avant Garde Demi SFDC"/>
                <a:ea typeface="Avant Garde Demi SFDC"/>
                <a:cs typeface="Avant Garde Demi SFDC"/>
                <a:sym typeface="Avant Garde Demi SFDC"/>
              </a:endParaRPr>
            </a:p>
          </p:txBody>
        </p:sp>
      </p:grpSp>
      <p:sp>
        <p:nvSpPr>
          <p:cNvPr id="5810" name="Google Shape;5810;p171"/>
          <p:cNvSpPr txBox="1"/>
          <p:nvPr/>
        </p:nvSpPr>
        <p:spPr>
          <a:xfrm>
            <a:off x="11945279"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811" name="Google Shape;5811;p171"/>
          <p:cNvSpPr txBox="1"/>
          <p:nvPr/>
        </p:nvSpPr>
        <p:spPr>
          <a:xfrm>
            <a:off x="10457798"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Scientific Publication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812" name="Google Shape;5812;p171"/>
          <p:cNvGrpSpPr/>
          <p:nvPr/>
        </p:nvGrpSpPr>
        <p:grpSpPr>
          <a:xfrm>
            <a:off x="9353860" y="4763556"/>
            <a:ext cx="952566" cy="449700"/>
            <a:chOff x="755108" y="1946374"/>
            <a:chExt cx="1322458" cy="449700"/>
          </a:xfrm>
        </p:grpSpPr>
        <p:sp>
          <p:nvSpPr>
            <p:cNvPr id="5813" name="Google Shape;5813;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14" name="Google Shape;5814;p171"/>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Manufacturing and Supply</a:t>
              </a:r>
              <a:endParaRPr sz="900">
                <a:solidFill>
                  <a:srgbClr val="FFFFFF"/>
                </a:solidFill>
                <a:latin typeface="Avant Garde Demi SFDC"/>
                <a:ea typeface="Avant Garde Demi SFDC"/>
                <a:cs typeface="Avant Garde Demi SFDC"/>
                <a:sym typeface="Avant Garde Demi SFDC"/>
              </a:endParaRPr>
            </a:p>
          </p:txBody>
        </p:sp>
      </p:grpSp>
      <p:sp>
        <p:nvSpPr>
          <p:cNvPr id="5815" name="Google Shape;5815;p171"/>
          <p:cNvSpPr txBox="1"/>
          <p:nvPr/>
        </p:nvSpPr>
        <p:spPr>
          <a:xfrm>
            <a:off x="11943450" y="41692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Medical Inquiry</a:t>
            </a:r>
            <a:endParaRPr sz="800">
              <a:latin typeface="Salesforce Sans"/>
              <a:ea typeface="Salesforce Sans"/>
              <a:cs typeface="Salesforce Sans"/>
              <a:sym typeface="Salesforce Sans"/>
            </a:endParaRPr>
          </a:p>
        </p:txBody>
      </p:sp>
      <p:sp>
        <p:nvSpPr>
          <p:cNvPr id="5816" name="Google Shape;5816;p171"/>
          <p:cNvSpPr txBox="1"/>
          <p:nvPr/>
        </p:nvSpPr>
        <p:spPr>
          <a:xfrm>
            <a:off x="11943450" y="40198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a:latin typeface="Salesforce Sans"/>
              <a:ea typeface="Salesforce Sans"/>
              <a:cs typeface="Salesforce Sans"/>
              <a:sym typeface="Salesforce Sans"/>
            </a:endParaRPr>
          </a:p>
        </p:txBody>
      </p:sp>
      <p:sp>
        <p:nvSpPr>
          <p:cNvPr id="5817" name="Google Shape;5817;p171"/>
          <p:cNvSpPr/>
          <p:nvPr/>
        </p:nvSpPr>
        <p:spPr>
          <a:xfrm>
            <a:off x="11807402" y="4038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18" name="Google Shape;5818;p171"/>
          <p:cNvSpPr/>
          <p:nvPr/>
        </p:nvSpPr>
        <p:spPr>
          <a:xfrm>
            <a:off x="11807402" y="418787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19" name="Google Shape;5819;p171"/>
          <p:cNvSpPr txBox="1"/>
          <p:nvPr/>
        </p:nvSpPr>
        <p:spPr>
          <a:xfrm>
            <a:off x="11943450" y="662231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 and Contracting</a:t>
            </a:r>
            <a:endParaRPr sz="800">
              <a:latin typeface="Salesforce Sans"/>
              <a:ea typeface="Salesforce Sans"/>
              <a:cs typeface="Salesforce Sans"/>
              <a:sym typeface="Salesforce Sans"/>
            </a:endParaRPr>
          </a:p>
        </p:txBody>
      </p:sp>
      <p:sp>
        <p:nvSpPr>
          <p:cNvPr id="5820" name="Google Shape;5820;p171"/>
          <p:cNvSpPr txBox="1"/>
          <p:nvPr/>
        </p:nvSpPr>
        <p:spPr>
          <a:xfrm>
            <a:off x="11943450" y="68904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and Negotiation</a:t>
            </a:r>
            <a:endParaRPr i="0" sz="800" u="none" cap="none" strike="noStrike">
              <a:latin typeface="Salesforce Sans"/>
              <a:ea typeface="Salesforce Sans"/>
              <a:cs typeface="Salesforce Sans"/>
              <a:sym typeface="Salesforce Sans"/>
            </a:endParaRPr>
          </a:p>
        </p:txBody>
      </p:sp>
      <p:sp>
        <p:nvSpPr>
          <p:cNvPr id="5821" name="Google Shape;5821;p171"/>
          <p:cNvSpPr txBox="1"/>
          <p:nvPr/>
        </p:nvSpPr>
        <p:spPr>
          <a:xfrm>
            <a:off x="11943450" y="7039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Perf. Monitoring</a:t>
            </a:r>
            <a:endParaRPr i="0" sz="800" u="none" cap="none" strike="noStrike">
              <a:latin typeface="Salesforce Sans"/>
              <a:ea typeface="Salesforce Sans"/>
              <a:cs typeface="Salesforce Sans"/>
              <a:sym typeface="Salesforce Sans"/>
            </a:endParaRPr>
          </a:p>
        </p:txBody>
      </p:sp>
      <p:sp>
        <p:nvSpPr>
          <p:cNvPr id="5822" name="Google Shape;5822;p171"/>
          <p:cNvSpPr/>
          <p:nvPr/>
        </p:nvSpPr>
        <p:spPr>
          <a:xfrm>
            <a:off x="11807402" y="7058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23" name="Google Shape;5823;p171"/>
          <p:cNvSpPr/>
          <p:nvPr/>
        </p:nvSpPr>
        <p:spPr>
          <a:xfrm>
            <a:off x="11807402" y="69090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24" name="Google Shape;5824;p171"/>
          <p:cNvSpPr/>
          <p:nvPr/>
        </p:nvSpPr>
        <p:spPr>
          <a:xfrm>
            <a:off x="11807402" y="6640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25" name="Google Shape;5825;p171"/>
          <p:cNvSpPr txBox="1"/>
          <p:nvPr/>
        </p:nvSpPr>
        <p:spPr>
          <a:xfrm>
            <a:off x="11943450" y="724836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and Warehouse Optimization</a:t>
            </a:r>
            <a:endParaRPr sz="800">
              <a:latin typeface="Salesforce Sans"/>
              <a:ea typeface="Salesforce Sans"/>
              <a:cs typeface="Salesforce Sans"/>
              <a:sym typeface="Salesforce Sans"/>
            </a:endParaRPr>
          </a:p>
        </p:txBody>
      </p:sp>
      <p:sp>
        <p:nvSpPr>
          <p:cNvPr id="5826" name="Google Shape;5826;p171"/>
          <p:cNvSpPr txBox="1"/>
          <p:nvPr/>
        </p:nvSpPr>
        <p:spPr>
          <a:xfrm>
            <a:off x="11943450" y="751963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Distribution Control</a:t>
            </a:r>
            <a:endParaRPr i="0" sz="800" u="none" cap="none" strike="noStrike">
              <a:latin typeface="Salesforce Sans"/>
              <a:ea typeface="Salesforce Sans"/>
              <a:cs typeface="Salesforce Sans"/>
              <a:sym typeface="Salesforce Sans"/>
            </a:endParaRPr>
          </a:p>
        </p:txBody>
      </p:sp>
      <p:sp>
        <p:nvSpPr>
          <p:cNvPr id="5827" name="Google Shape;5827;p171"/>
          <p:cNvSpPr txBox="1"/>
          <p:nvPr/>
        </p:nvSpPr>
        <p:spPr>
          <a:xfrm>
            <a:off x="11943450" y="76658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Transportation Planning</a:t>
            </a:r>
            <a:endParaRPr i="0" sz="800" u="none" cap="none" strike="noStrike">
              <a:latin typeface="Salesforce Sans"/>
              <a:ea typeface="Salesforce Sans"/>
              <a:cs typeface="Salesforce Sans"/>
              <a:sym typeface="Salesforce Sans"/>
            </a:endParaRPr>
          </a:p>
        </p:txBody>
      </p:sp>
      <p:sp>
        <p:nvSpPr>
          <p:cNvPr id="5828" name="Google Shape;5828;p171"/>
          <p:cNvSpPr/>
          <p:nvPr/>
        </p:nvSpPr>
        <p:spPr>
          <a:xfrm>
            <a:off x="11807402" y="76844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29" name="Google Shape;5829;p171"/>
          <p:cNvSpPr/>
          <p:nvPr/>
        </p:nvSpPr>
        <p:spPr>
          <a:xfrm>
            <a:off x="11807402" y="75382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30" name="Google Shape;5830;p171"/>
          <p:cNvSpPr/>
          <p:nvPr/>
        </p:nvSpPr>
        <p:spPr>
          <a:xfrm>
            <a:off x="11807402" y="72669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31" name="Google Shape;5831;p171"/>
          <p:cNvSpPr txBox="1"/>
          <p:nvPr/>
        </p:nvSpPr>
        <p:spPr>
          <a:xfrm>
            <a:off x="11943450" y="7813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Returns and Reporting</a:t>
            </a:r>
            <a:endParaRPr i="0" sz="800" u="none" cap="none" strike="noStrike">
              <a:latin typeface="Salesforce Sans"/>
              <a:ea typeface="Salesforce Sans"/>
              <a:cs typeface="Salesforce Sans"/>
              <a:sym typeface="Salesforce Sans"/>
            </a:endParaRPr>
          </a:p>
        </p:txBody>
      </p:sp>
      <p:sp>
        <p:nvSpPr>
          <p:cNvPr id="5832" name="Google Shape;5832;p171"/>
          <p:cNvSpPr/>
          <p:nvPr/>
        </p:nvSpPr>
        <p:spPr>
          <a:xfrm>
            <a:off x="11807402" y="7832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3" name="Google Shape;5833;p171"/>
          <p:cNvSpPr txBox="1"/>
          <p:nvPr/>
        </p:nvSpPr>
        <p:spPr>
          <a:xfrm>
            <a:off x="11943450" y="8023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Maintenance Scheduling</a:t>
            </a:r>
            <a:endParaRPr i="0" sz="800" u="none" cap="none" strike="noStrike">
              <a:latin typeface="Salesforce Sans"/>
              <a:ea typeface="Salesforce Sans"/>
              <a:cs typeface="Salesforce Sans"/>
              <a:sym typeface="Salesforce Sans"/>
            </a:endParaRPr>
          </a:p>
        </p:txBody>
      </p:sp>
      <p:sp>
        <p:nvSpPr>
          <p:cNvPr id="5834" name="Google Shape;5834;p171"/>
          <p:cNvSpPr/>
          <p:nvPr/>
        </p:nvSpPr>
        <p:spPr>
          <a:xfrm>
            <a:off x="11807402" y="80422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5" name="Google Shape;5835;p171"/>
          <p:cNvSpPr txBox="1"/>
          <p:nvPr/>
        </p:nvSpPr>
        <p:spPr>
          <a:xfrm>
            <a:off x="11943450" y="81744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Reliability Tracking &amp; Analytics</a:t>
            </a:r>
            <a:endParaRPr i="0" sz="800" u="none" cap="none" strike="noStrike">
              <a:latin typeface="Salesforce Sans"/>
              <a:ea typeface="Salesforce Sans"/>
              <a:cs typeface="Salesforce Sans"/>
              <a:sym typeface="Salesforce Sans"/>
            </a:endParaRPr>
          </a:p>
        </p:txBody>
      </p:sp>
      <p:sp>
        <p:nvSpPr>
          <p:cNvPr id="5836" name="Google Shape;5836;p171"/>
          <p:cNvSpPr/>
          <p:nvPr/>
        </p:nvSpPr>
        <p:spPr>
          <a:xfrm>
            <a:off x="11807402" y="819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7" name="Google Shape;5837;p171"/>
          <p:cNvSpPr txBox="1"/>
          <p:nvPr/>
        </p:nvSpPr>
        <p:spPr>
          <a:xfrm>
            <a:off x="11943450" y="838558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Workflow Digitization</a:t>
            </a:r>
            <a:endParaRPr i="0" sz="800" u="none" cap="none" strike="noStrike">
              <a:latin typeface="Salesforce Sans"/>
              <a:ea typeface="Salesforce Sans"/>
              <a:cs typeface="Salesforce Sans"/>
              <a:sym typeface="Salesforce Sans"/>
            </a:endParaRPr>
          </a:p>
        </p:txBody>
      </p:sp>
      <p:sp>
        <p:nvSpPr>
          <p:cNvPr id="5838" name="Google Shape;5838;p171"/>
          <p:cNvSpPr txBox="1"/>
          <p:nvPr/>
        </p:nvSpPr>
        <p:spPr>
          <a:xfrm>
            <a:off x="11943450" y="8531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Sop and Record Management</a:t>
            </a:r>
            <a:endParaRPr i="0" sz="800" u="none" cap="none" strike="noStrike">
              <a:latin typeface="Salesforce Sans"/>
              <a:ea typeface="Salesforce Sans"/>
              <a:cs typeface="Salesforce Sans"/>
              <a:sym typeface="Salesforce Sans"/>
            </a:endParaRPr>
          </a:p>
        </p:txBody>
      </p:sp>
      <p:sp>
        <p:nvSpPr>
          <p:cNvPr id="5839" name="Google Shape;5839;p171"/>
          <p:cNvSpPr/>
          <p:nvPr/>
        </p:nvSpPr>
        <p:spPr>
          <a:xfrm>
            <a:off x="11807402" y="8550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40" name="Google Shape;5840;p171"/>
          <p:cNvSpPr/>
          <p:nvPr/>
        </p:nvSpPr>
        <p:spPr>
          <a:xfrm>
            <a:off x="11807402" y="84041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5841" name="Google Shape;5841;p171"/>
          <p:cNvGrpSpPr/>
          <p:nvPr/>
        </p:nvGrpSpPr>
        <p:grpSpPr>
          <a:xfrm>
            <a:off x="13511249" y="1524000"/>
            <a:ext cx="4643641" cy="7611424"/>
            <a:chOff x="13511249" y="1521600"/>
            <a:chExt cx="4643641" cy="7611424"/>
          </a:xfrm>
        </p:grpSpPr>
        <p:sp>
          <p:nvSpPr>
            <p:cNvPr id="5842" name="Google Shape;5842;p171"/>
            <p:cNvSpPr txBox="1"/>
            <p:nvPr/>
          </p:nvSpPr>
          <p:spPr>
            <a:xfrm>
              <a:off x="15954375" y="89424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Care Program Outcome Summary</a:t>
              </a:r>
              <a:endParaRPr sz="800">
                <a:latin typeface="Salesforce Sans"/>
                <a:ea typeface="Salesforce Sans"/>
                <a:cs typeface="Salesforce Sans"/>
                <a:sym typeface="Salesforce Sans"/>
              </a:endParaRPr>
            </a:p>
          </p:txBody>
        </p:sp>
        <p:sp>
          <p:nvSpPr>
            <p:cNvPr id="5843" name="Google Shape;5843;p171"/>
            <p:cNvSpPr/>
            <p:nvPr/>
          </p:nvSpPr>
          <p:spPr>
            <a:xfrm>
              <a:off x="15818327" y="89610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44" name="Google Shape;5844;p171"/>
            <p:cNvSpPr/>
            <p:nvPr/>
          </p:nvSpPr>
          <p:spPr>
            <a:xfrm>
              <a:off x="14634810" y="2273975"/>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5845" name="Google Shape;5845;p171"/>
            <p:cNvSpPr/>
            <p:nvPr/>
          </p:nvSpPr>
          <p:spPr>
            <a:xfrm>
              <a:off x="14634810" y="2923992"/>
              <a:ext cx="1022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Mgmt. &amp; Develop. </a:t>
              </a:r>
              <a:endParaRPr b="1" i="0" sz="900" u="none" cap="none" strike="noStrike">
                <a:solidFill>
                  <a:srgbClr val="086AFE"/>
                </a:solidFill>
                <a:latin typeface="Salesforce Sans"/>
                <a:ea typeface="Salesforce Sans"/>
                <a:cs typeface="Salesforce Sans"/>
                <a:sym typeface="Salesforce Sans"/>
              </a:endParaRPr>
            </a:p>
          </p:txBody>
        </p:sp>
        <p:sp>
          <p:nvSpPr>
            <p:cNvPr id="5846" name="Google Shape;5846;p171"/>
            <p:cNvSpPr/>
            <p:nvPr/>
          </p:nvSpPr>
          <p:spPr>
            <a:xfrm>
              <a:off x="14634810" y="3431510"/>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5847" name="Google Shape;5847;p171"/>
            <p:cNvSpPr/>
            <p:nvPr/>
          </p:nvSpPr>
          <p:spPr>
            <a:xfrm>
              <a:off x="14634810" y="4597148"/>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5848" name="Google Shape;5848;p171"/>
            <p:cNvSpPr/>
            <p:nvPr/>
          </p:nvSpPr>
          <p:spPr>
            <a:xfrm>
              <a:off x="14634796" y="5615263"/>
              <a:ext cx="10920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Tax and Compl. </a:t>
              </a:r>
              <a:endParaRPr b="1" i="0" sz="900" u="none" cap="none" strike="noStrike">
                <a:solidFill>
                  <a:srgbClr val="086AFE"/>
                </a:solidFill>
                <a:latin typeface="Salesforce Sans"/>
                <a:ea typeface="Salesforce Sans"/>
                <a:cs typeface="Salesforce Sans"/>
                <a:sym typeface="Salesforce Sans"/>
              </a:endParaRPr>
            </a:p>
          </p:txBody>
        </p:sp>
        <p:sp>
          <p:nvSpPr>
            <p:cNvPr id="5849" name="Google Shape;5849;p171"/>
            <p:cNvSpPr/>
            <p:nvPr/>
          </p:nvSpPr>
          <p:spPr>
            <a:xfrm>
              <a:off x="14634797" y="5972725"/>
              <a:ext cx="10749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IT Helpdesk </a:t>
              </a:r>
              <a:endParaRPr b="1" i="0" sz="900" u="none" cap="none" strike="noStrike">
                <a:solidFill>
                  <a:srgbClr val="086AFE"/>
                </a:solidFill>
                <a:latin typeface="Salesforce Sans"/>
                <a:ea typeface="Salesforce Sans"/>
                <a:cs typeface="Salesforce Sans"/>
                <a:sym typeface="Salesforce Sans"/>
              </a:endParaRPr>
            </a:p>
          </p:txBody>
        </p:sp>
        <p:sp>
          <p:nvSpPr>
            <p:cNvPr id="5850" name="Google Shape;5850;p171"/>
            <p:cNvSpPr/>
            <p:nvPr/>
          </p:nvSpPr>
          <p:spPr>
            <a:xfrm>
              <a:off x="14634795" y="7114150"/>
              <a:ext cx="1163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Infra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Application Mgmt. </a:t>
              </a:r>
              <a:endParaRPr b="1" i="0" sz="900" u="none" cap="none" strike="noStrike">
                <a:solidFill>
                  <a:srgbClr val="086AFE"/>
                </a:solidFill>
                <a:latin typeface="Salesforce Sans"/>
                <a:ea typeface="Salesforce Sans"/>
                <a:cs typeface="Salesforce Sans"/>
                <a:sym typeface="Salesforce Sans"/>
              </a:endParaRPr>
            </a:p>
          </p:txBody>
        </p:sp>
        <p:sp>
          <p:nvSpPr>
            <p:cNvPr id="5851" name="Google Shape;5851;p171"/>
            <p:cNvSpPr/>
            <p:nvPr/>
          </p:nvSpPr>
          <p:spPr>
            <a:xfrm>
              <a:off x="14634810" y="525384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Treasury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5852" name="Google Shape;5852;p171"/>
            <p:cNvSpPr/>
            <p:nvPr/>
          </p:nvSpPr>
          <p:spPr>
            <a:xfrm>
              <a:off x="14634798" y="81430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Litigation &amp; </a:t>
              </a:r>
              <a:r>
                <a:rPr b="1" lang="en" sz="900">
                  <a:solidFill>
                    <a:srgbClr val="086AFE"/>
                  </a:solidFill>
                  <a:latin typeface="Salesforce Sans"/>
                  <a:ea typeface="Salesforce Sans"/>
                  <a:cs typeface="Salesforce Sans"/>
                  <a:sym typeface="Salesforce Sans"/>
                </a:rPr>
                <a:t>IP</a:t>
              </a:r>
              <a:r>
                <a:rPr b="1" i="0" lang="en" sz="900" u="none" cap="none" strike="noStrike">
                  <a:solidFill>
                    <a:srgbClr val="086AFE"/>
                  </a:solidFill>
                  <a:latin typeface="Salesforce Sans"/>
                  <a:ea typeface="Salesforce Sans"/>
                  <a:cs typeface="Salesforce Sans"/>
                  <a:sym typeface="Salesforce Sans"/>
                </a:rPr>
                <a:t> Protection</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5853" name="Google Shape;5853;p171"/>
            <p:cNvSpPr/>
            <p:nvPr/>
          </p:nvSpPr>
          <p:spPr>
            <a:xfrm>
              <a:off x="14634810" y="7613234"/>
              <a:ext cx="9873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Generation </a:t>
              </a:r>
              <a:endParaRPr b="1" i="0" sz="900" u="none" cap="none" strike="noStrike">
                <a:solidFill>
                  <a:srgbClr val="086AFE"/>
                </a:solidFill>
                <a:latin typeface="Salesforce Sans"/>
                <a:ea typeface="Salesforce Sans"/>
                <a:cs typeface="Salesforce Sans"/>
                <a:sym typeface="Salesforce Sans"/>
              </a:endParaRPr>
            </a:p>
          </p:txBody>
        </p:sp>
        <p:sp>
          <p:nvSpPr>
            <p:cNvPr id="5854" name="Google Shape;5854;p171"/>
            <p:cNvSpPr/>
            <p:nvPr/>
          </p:nvSpPr>
          <p:spPr>
            <a:xfrm>
              <a:off x="14634810" y="4092746"/>
              <a:ext cx="9873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Financial Strategy &amp; Planning</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5855" name="Google Shape;5855;p171"/>
            <p:cNvSpPr/>
            <p:nvPr/>
          </p:nvSpPr>
          <p:spPr>
            <a:xfrm>
              <a:off x="14634810" y="8502725"/>
              <a:ext cx="987300" cy="63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5856" name="Google Shape;5856;p171"/>
            <p:cNvSpPr txBox="1"/>
            <p:nvPr/>
          </p:nvSpPr>
          <p:spPr>
            <a:xfrm>
              <a:off x="1351124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857" name="Google Shape;5857;p171"/>
            <p:cNvSpPr txBox="1"/>
            <p:nvPr/>
          </p:nvSpPr>
          <p:spPr>
            <a:xfrm>
              <a:off x="1463481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858" name="Google Shape;5858;p171"/>
            <p:cNvGrpSpPr/>
            <p:nvPr/>
          </p:nvGrpSpPr>
          <p:grpSpPr>
            <a:xfrm>
              <a:off x="13530860" y="1791256"/>
              <a:ext cx="952566" cy="449700"/>
              <a:chOff x="755108" y="1946374"/>
              <a:chExt cx="1322458" cy="449700"/>
            </a:xfrm>
          </p:grpSpPr>
          <p:sp>
            <p:nvSpPr>
              <p:cNvPr id="5859" name="Google Shape;5859;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60" name="Google Shape;5860;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861" name="Google Shape;5861;p171"/>
            <p:cNvSpPr txBox="1"/>
            <p:nvPr/>
          </p:nvSpPr>
          <p:spPr>
            <a:xfrm>
              <a:off x="1595439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862" name="Google Shape;5862;p171"/>
            <p:cNvSpPr txBox="1"/>
            <p:nvPr/>
          </p:nvSpPr>
          <p:spPr>
            <a:xfrm>
              <a:off x="14634810" y="176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Strategy &amp;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5863" name="Google Shape;5863;p171"/>
            <p:cNvSpPr txBox="1"/>
            <p:nvPr/>
          </p:nvSpPr>
          <p:spPr>
            <a:xfrm>
              <a:off x="15954375" y="47447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5864" name="Google Shape;5864;p171"/>
            <p:cNvSpPr txBox="1"/>
            <p:nvPr/>
          </p:nvSpPr>
          <p:spPr>
            <a:xfrm>
              <a:off x="15954375" y="45984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Monitoring</a:t>
              </a:r>
              <a:endParaRPr sz="800">
                <a:latin typeface="Salesforce Sans"/>
                <a:ea typeface="Salesforce Sans"/>
                <a:cs typeface="Salesforce Sans"/>
                <a:sym typeface="Salesforce Sans"/>
              </a:endParaRPr>
            </a:p>
          </p:txBody>
        </p:sp>
        <p:sp>
          <p:nvSpPr>
            <p:cNvPr id="5865" name="Google Shape;5865;p171"/>
            <p:cNvSpPr/>
            <p:nvPr/>
          </p:nvSpPr>
          <p:spPr>
            <a:xfrm>
              <a:off x="15818327" y="4617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66" name="Google Shape;5866;p171"/>
            <p:cNvSpPr/>
            <p:nvPr/>
          </p:nvSpPr>
          <p:spPr>
            <a:xfrm>
              <a:off x="15818327" y="4763298"/>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67" name="Google Shape;5867;p171"/>
            <p:cNvSpPr txBox="1"/>
            <p:nvPr/>
          </p:nvSpPr>
          <p:spPr>
            <a:xfrm>
              <a:off x="15954375" y="30754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5868" name="Google Shape;5868;p171"/>
            <p:cNvSpPr txBox="1"/>
            <p:nvPr/>
          </p:nvSpPr>
          <p:spPr>
            <a:xfrm>
              <a:off x="15954375" y="3220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5869" name="Google Shape;5869;p171"/>
            <p:cNvSpPr txBox="1"/>
            <p:nvPr/>
          </p:nvSpPr>
          <p:spPr>
            <a:xfrm>
              <a:off x="15954375" y="56132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5870" name="Google Shape;5870;p171"/>
            <p:cNvSpPr txBox="1"/>
            <p:nvPr/>
          </p:nvSpPr>
          <p:spPr>
            <a:xfrm>
              <a:off x="15954375" y="5760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Reporting</a:t>
              </a:r>
              <a:endParaRPr sz="800">
                <a:latin typeface="Salesforce Sans"/>
                <a:ea typeface="Salesforce Sans"/>
                <a:cs typeface="Salesforce Sans"/>
                <a:sym typeface="Salesforce Sans"/>
              </a:endParaRPr>
            </a:p>
          </p:txBody>
        </p:sp>
        <p:sp>
          <p:nvSpPr>
            <p:cNvPr id="5871" name="Google Shape;5871;p171"/>
            <p:cNvSpPr/>
            <p:nvPr/>
          </p:nvSpPr>
          <p:spPr>
            <a:xfrm>
              <a:off x="15818327" y="57792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72" name="Google Shape;5872;p171"/>
            <p:cNvSpPr txBox="1"/>
            <p:nvPr/>
          </p:nvSpPr>
          <p:spPr>
            <a:xfrm>
              <a:off x="15954375" y="29257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a:latin typeface="Salesforce Sans"/>
                <a:ea typeface="Salesforce Sans"/>
                <a:cs typeface="Salesforce Sans"/>
                <a:sym typeface="Salesforce Sans"/>
              </a:endParaRPr>
            </a:p>
          </p:txBody>
        </p:sp>
        <p:sp>
          <p:nvSpPr>
            <p:cNvPr id="5873" name="Google Shape;5873;p171"/>
            <p:cNvSpPr/>
            <p:nvPr/>
          </p:nvSpPr>
          <p:spPr>
            <a:xfrm>
              <a:off x="15818327" y="29441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4" name="Google Shape;5874;p171"/>
            <p:cNvSpPr/>
            <p:nvPr/>
          </p:nvSpPr>
          <p:spPr>
            <a:xfrm>
              <a:off x="15818327" y="30940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5" name="Google Shape;5875;p171"/>
            <p:cNvSpPr/>
            <p:nvPr/>
          </p:nvSpPr>
          <p:spPr>
            <a:xfrm>
              <a:off x="15818327" y="32391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6" name="Google Shape;5876;p171"/>
            <p:cNvSpPr/>
            <p:nvPr/>
          </p:nvSpPr>
          <p:spPr>
            <a:xfrm>
              <a:off x="15818327" y="5631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877" name="Google Shape;5877;p171"/>
            <p:cNvSpPr txBox="1"/>
            <p:nvPr/>
          </p:nvSpPr>
          <p:spPr>
            <a:xfrm>
              <a:off x="15954375" y="50418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5878" name="Google Shape;5878;p171"/>
            <p:cNvSpPr txBox="1"/>
            <p:nvPr/>
          </p:nvSpPr>
          <p:spPr>
            <a:xfrm>
              <a:off x="15954390" y="4892475"/>
              <a:ext cx="2200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a:latin typeface="Salesforce Sans"/>
                <a:ea typeface="Salesforce Sans"/>
                <a:cs typeface="Salesforce Sans"/>
                <a:sym typeface="Salesforce Sans"/>
              </a:endParaRPr>
            </a:p>
          </p:txBody>
        </p:sp>
        <p:sp>
          <p:nvSpPr>
            <p:cNvPr id="5879" name="Google Shape;5879;p171"/>
            <p:cNvSpPr/>
            <p:nvPr/>
          </p:nvSpPr>
          <p:spPr>
            <a:xfrm>
              <a:off x="15818327" y="4911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80" name="Google Shape;5880;p171"/>
            <p:cNvSpPr/>
            <p:nvPr/>
          </p:nvSpPr>
          <p:spPr>
            <a:xfrm>
              <a:off x="15818327" y="50604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81" name="Google Shape;5881;p171"/>
            <p:cNvSpPr txBox="1"/>
            <p:nvPr/>
          </p:nvSpPr>
          <p:spPr>
            <a:xfrm>
              <a:off x="15954375" y="7614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5882" name="Google Shape;5882;p171"/>
            <p:cNvSpPr txBox="1"/>
            <p:nvPr/>
          </p:nvSpPr>
          <p:spPr>
            <a:xfrm>
              <a:off x="15954375" y="7761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5883" name="Google Shape;5883;p171"/>
            <p:cNvSpPr/>
            <p:nvPr/>
          </p:nvSpPr>
          <p:spPr>
            <a:xfrm>
              <a:off x="15818327" y="7779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84" name="Google Shape;5884;p171"/>
            <p:cNvSpPr/>
            <p:nvPr/>
          </p:nvSpPr>
          <p:spPr>
            <a:xfrm>
              <a:off x="15818327" y="7633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85" name="Google Shape;5885;p171"/>
            <p:cNvSpPr txBox="1"/>
            <p:nvPr/>
          </p:nvSpPr>
          <p:spPr>
            <a:xfrm>
              <a:off x="15954375" y="8139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Registration</a:t>
              </a:r>
              <a:endParaRPr i="0" sz="800" u="none" cap="none" strike="noStrike">
                <a:latin typeface="Salesforce Sans"/>
                <a:ea typeface="Salesforce Sans"/>
                <a:cs typeface="Salesforce Sans"/>
                <a:sym typeface="Salesforce Sans"/>
              </a:endParaRPr>
            </a:p>
          </p:txBody>
        </p:sp>
        <p:sp>
          <p:nvSpPr>
            <p:cNvPr id="5886" name="Google Shape;5886;p171"/>
            <p:cNvSpPr txBox="1"/>
            <p:nvPr/>
          </p:nvSpPr>
          <p:spPr>
            <a:xfrm>
              <a:off x="15954375" y="8286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Enforcement</a:t>
              </a:r>
              <a:endParaRPr i="0" sz="800" u="none" cap="none" strike="noStrike">
                <a:latin typeface="Salesforce Sans"/>
                <a:ea typeface="Salesforce Sans"/>
                <a:cs typeface="Salesforce Sans"/>
                <a:sym typeface="Salesforce Sans"/>
              </a:endParaRPr>
            </a:p>
          </p:txBody>
        </p:sp>
        <p:sp>
          <p:nvSpPr>
            <p:cNvPr id="5887" name="Google Shape;5887;p171"/>
            <p:cNvSpPr/>
            <p:nvPr/>
          </p:nvSpPr>
          <p:spPr>
            <a:xfrm>
              <a:off x="15818327" y="8304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88" name="Google Shape;5888;p171"/>
            <p:cNvSpPr/>
            <p:nvPr/>
          </p:nvSpPr>
          <p:spPr>
            <a:xfrm>
              <a:off x="15818327" y="8158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5889" name="Google Shape;5889;p171"/>
            <p:cNvGrpSpPr/>
            <p:nvPr/>
          </p:nvGrpSpPr>
          <p:grpSpPr>
            <a:xfrm>
              <a:off x="13530860" y="8529418"/>
              <a:ext cx="952566" cy="488922"/>
              <a:chOff x="755108" y="1946374"/>
              <a:chExt cx="1322458" cy="488922"/>
            </a:xfrm>
          </p:grpSpPr>
          <p:sp>
            <p:nvSpPr>
              <p:cNvPr id="5890" name="Google Shape;5890;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91" name="Google Shape;5891;p171"/>
              <p:cNvSpPr txBox="1"/>
              <p:nvPr/>
            </p:nvSpPr>
            <p:spPr>
              <a:xfrm>
                <a:off x="755108" y="2061196"/>
                <a:ext cx="1322400" cy="3741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a:p>
                <a:pPr indent="0" lvl="0" marL="0" marR="0" rtl="0" algn="l">
                  <a:lnSpc>
                    <a:spcPct val="90000"/>
                  </a:lnSpc>
                  <a:spcBef>
                    <a:spcPts val="0"/>
                  </a:spcBef>
                  <a:spcAft>
                    <a:spcPts val="0"/>
                  </a:spcAft>
                  <a:buClr>
                    <a:srgbClr val="FFFFFF"/>
                  </a:buClr>
                  <a:buSzPts val="900"/>
                  <a:buFont typeface="Questrial"/>
                  <a:buNone/>
                </a:pPr>
                <a:r>
                  <a:t/>
                </a:r>
                <a:endParaRPr sz="900">
                  <a:solidFill>
                    <a:srgbClr val="FFFFFF"/>
                  </a:solidFill>
                  <a:latin typeface="Avant Garde Demi SFDC"/>
                  <a:ea typeface="Avant Garde Demi SFDC"/>
                  <a:cs typeface="Avant Garde Demi SFDC"/>
                  <a:sym typeface="Avant Garde Demi SFDC"/>
                </a:endParaRPr>
              </a:p>
            </p:txBody>
          </p:sp>
        </p:grpSp>
        <p:sp>
          <p:nvSpPr>
            <p:cNvPr id="5892" name="Google Shape;5892;p171"/>
            <p:cNvSpPr txBox="1"/>
            <p:nvPr/>
          </p:nvSpPr>
          <p:spPr>
            <a:xfrm>
              <a:off x="15954375" y="864523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Summarize Patient Response</a:t>
              </a:r>
              <a:endParaRPr sz="800">
                <a:latin typeface="Salesforce Sans"/>
                <a:ea typeface="Salesforce Sans"/>
                <a:cs typeface="Salesforce Sans"/>
                <a:sym typeface="Salesforce Sans"/>
              </a:endParaRPr>
            </a:p>
          </p:txBody>
        </p:sp>
        <p:sp>
          <p:nvSpPr>
            <p:cNvPr id="5893" name="Google Shape;5893;p171"/>
            <p:cNvSpPr txBox="1"/>
            <p:nvPr/>
          </p:nvSpPr>
          <p:spPr>
            <a:xfrm>
              <a:off x="15954387" y="8499000"/>
              <a:ext cx="176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a:latin typeface="Salesforce Sans"/>
                <a:ea typeface="Salesforce Sans"/>
                <a:cs typeface="Salesforce Sans"/>
                <a:sym typeface="Salesforce Sans"/>
              </a:endParaRPr>
            </a:p>
          </p:txBody>
        </p:sp>
        <p:sp>
          <p:nvSpPr>
            <p:cNvPr id="5894" name="Google Shape;5894;p171"/>
            <p:cNvSpPr/>
            <p:nvPr/>
          </p:nvSpPr>
          <p:spPr>
            <a:xfrm>
              <a:off x="15818327" y="8517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5" name="Google Shape;5895;p171"/>
            <p:cNvSpPr/>
            <p:nvPr/>
          </p:nvSpPr>
          <p:spPr>
            <a:xfrm>
              <a:off x="15818327" y="866383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6" name="Google Shape;5896;p171"/>
            <p:cNvSpPr txBox="1"/>
            <p:nvPr/>
          </p:nvSpPr>
          <p:spPr>
            <a:xfrm>
              <a:off x="15954375" y="87930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a:latin typeface="Salesforce Sans"/>
                <a:ea typeface="Salesforce Sans"/>
                <a:cs typeface="Salesforce Sans"/>
                <a:sym typeface="Salesforce Sans"/>
              </a:endParaRPr>
            </a:p>
          </p:txBody>
        </p:sp>
        <p:sp>
          <p:nvSpPr>
            <p:cNvPr id="5897" name="Google Shape;5897;p171"/>
            <p:cNvSpPr/>
            <p:nvPr/>
          </p:nvSpPr>
          <p:spPr>
            <a:xfrm>
              <a:off x="15818327" y="8811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8" name="Google Shape;5898;p171"/>
            <p:cNvSpPr txBox="1"/>
            <p:nvPr/>
          </p:nvSpPr>
          <p:spPr>
            <a:xfrm>
              <a:off x="15954388" y="7107500"/>
              <a:ext cx="193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&amp; Infra Lifecycle Management</a:t>
              </a:r>
              <a:endParaRPr sz="800">
                <a:latin typeface="Salesforce Sans"/>
                <a:ea typeface="Salesforce Sans"/>
                <a:cs typeface="Salesforce Sans"/>
                <a:sym typeface="Salesforce Sans"/>
              </a:endParaRPr>
            </a:p>
          </p:txBody>
        </p:sp>
        <p:sp>
          <p:nvSpPr>
            <p:cNvPr id="5899" name="Google Shape;5899;p171"/>
            <p:cNvSpPr txBox="1"/>
            <p:nvPr/>
          </p:nvSpPr>
          <p:spPr>
            <a:xfrm>
              <a:off x="15954375" y="7256184"/>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Development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900" name="Google Shape;5900;p171"/>
            <p:cNvSpPr txBox="1"/>
            <p:nvPr/>
          </p:nvSpPr>
          <p:spPr>
            <a:xfrm>
              <a:off x="15954375" y="74035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Testing</a:t>
              </a:r>
              <a:endParaRPr sz="800">
                <a:latin typeface="Salesforce Sans"/>
                <a:ea typeface="Salesforce Sans"/>
                <a:cs typeface="Salesforce Sans"/>
                <a:sym typeface="Salesforce Sans"/>
              </a:endParaRPr>
            </a:p>
          </p:txBody>
        </p:sp>
        <p:sp>
          <p:nvSpPr>
            <p:cNvPr id="5901" name="Google Shape;5901;p171"/>
            <p:cNvSpPr/>
            <p:nvPr/>
          </p:nvSpPr>
          <p:spPr>
            <a:xfrm>
              <a:off x="15818327" y="74221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02" name="Google Shape;5902;p171"/>
            <p:cNvSpPr/>
            <p:nvPr/>
          </p:nvSpPr>
          <p:spPr>
            <a:xfrm>
              <a:off x="15818327" y="72747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03" name="Google Shape;5903;p171"/>
            <p:cNvSpPr/>
            <p:nvPr/>
          </p:nvSpPr>
          <p:spPr>
            <a:xfrm>
              <a:off x="15818327" y="71259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04" name="Google Shape;5904;p171"/>
            <p:cNvSpPr txBox="1"/>
            <p:nvPr/>
          </p:nvSpPr>
          <p:spPr>
            <a:xfrm>
              <a:off x="15954375" y="65986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5905" name="Google Shape;5905;p171"/>
            <p:cNvSpPr txBox="1"/>
            <p:nvPr/>
          </p:nvSpPr>
          <p:spPr>
            <a:xfrm>
              <a:off x="15954375" y="67473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Incident Response</a:t>
              </a:r>
              <a:endParaRPr sz="800">
                <a:latin typeface="Salesforce Sans"/>
                <a:ea typeface="Salesforce Sans"/>
                <a:cs typeface="Salesforce Sans"/>
                <a:sym typeface="Salesforce Sans"/>
              </a:endParaRPr>
            </a:p>
          </p:txBody>
        </p:sp>
        <p:sp>
          <p:nvSpPr>
            <p:cNvPr id="5906" name="Google Shape;5906;p171"/>
            <p:cNvSpPr txBox="1"/>
            <p:nvPr/>
          </p:nvSpPr>
          <p:spPr>
            <a:xfrm>
              <a:off x="15954386" y="6894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&amp; Security Policy Creation</a:t>
              </a:r>
              <a:endParaRPr sz="800">
                <a:latin typeface="Salesforce Sans"/>
                <a:ea typeface="Salesforce Sans"/>
                <a:cs typeface="Salesforce Sans"/>
                <a:sym typeface="Salesforce Sans"/>
              </a:endParaRPr>
            </a:p>
          </p:txBody>
        </p:sp>
        <p:sp>
          <p:nvSpPr>
            <p:cNvPr id="5907" name="Google Shape;5907;p171"/>
            <p:cNvSpPr/>
            <p:nvPr/>
          </p:nvSpPr>
          <p:spPr>
            <a:xfrm>
              <a:off x="15818327" y="691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08" name="Google Shape;5908;p171"/>
            <p:cNvSpPr/>
            <p:nvPr/>
          </p:nvSpPr>
          <p:spPr>
            <a:xfrm>
              <a:off x="15818327" y="676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09" name="Google Shape;5909;p171"/>
            <p:cNvSpPr/>
            <p:nvPr/>
          </p:nvSpPr>
          <p:spPr>
            <a:xfrm>
              <a:off x="15818327" y="661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10" name="Google Shape;5910;p171"/>
            <p:cNvSpPr txBox="1"/>
            <p:nvPr/>
          </p:nvSpPr>
          <p:spPr>
            <a:xfrm>
              <a:off x="15954375" y="59723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Ticket Intake</a:t>
              </a:r>
              <a:endParaRPr sz="800">
                <a:latin typeface="Salesforce Sans"/>
                <a:ea typeface="Salesforce Sans"/>
                <a:cs typeface="Salesforce Sans"/>
                <a:sym typeface="Salesforce Sans"/>
              </a:endParaRPr>
            </a:p>
          </p:txBody>
        </p:sp>
        <p:sp>
          <p:nvSpPr>
            <p:cNvPr id="5911" name="Google Shape;5911;p171"/>
            <p:cNvSpPr txBox="1"/>
            <p:nvPr/>
          </p:nvSpPr>
          <p:spPr>
            <a:xfrm>
              <a:off x="15954375" y="61210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Troubleshooting</a:t>
              </a:r>
              <a:endParaRPr sz="800">
                <a:latin typeface="Salesforce Sans"/>
                <a:ea typeface="Salesforce Sans"/>
                <a:cs typeface="Salesforce Sans"/>
                <a:sym typeface="Salesforce Sans"/>
              </a:endParaRPr>
            </a:p>
          </p:txBody>
        </p:sp>
        <p:sp>
          <p:nvSpPr>
            <p:cNvPr id="5912" name="Google Shape;5912;p171"/>
            <p:cNvSpPr/>
            <p:nvPr/>
          </p:nvSpPr>
          <p:spPr>
            <a:xfrm>
              <a:off x="15818327" y="61396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13" name="Google Shape;5913;p171"/>
            <p:cNvSpPr/>
            <p:nvPr/>
          </p:nvSpPr>
          <p:spPr>
            <a:xfrm>
              <a:off x="15818327" y="59907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14" name="Google Shape;5914;p171"/>
            <p:cNvSpPr txBox="1"/>
            <p:nvPr/>
          </p:nvSpPr>
          <p:spPr>
            <a:xfrm>
              <a:off x="15954375" y="52525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Cash &amp; Liquidity Management</a:t>
              </a:r>
              <a:endParaRPr sz="800">
                <a:latin typeface="Salesforce Sans"/>
                <a:ea typeface="Salesforce Sans"/>
                <a:cs typeface="Salesforce Sans"/>
                <a:sym typeface="Salesforce Sans"/>
              </a:endParaRPr>
            </a:p>
          </p:txBody>
        </p:sp>
        <p:sp>
          <p:nvSpPr>
            <p:cNvPr id="5915" name="Google Shape;5915;p171"/>
            <p:cNvSpPr txBox="1"/>
            <p:nvPr/>
          </p:nvSpPr>
          <p:spPr>
            <a:xfrm>
              <a:off x="15954375" y="53999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Risk Management</a:t>
              </a:r>
              <a:endParaRPr sz="800">
                <a:latin typeface="Salesforce Sans"/>
                <a:ea typeface="Salesforce Sans"/>
                <a:cs typeface="Salesforce Sans"/>
                <a:sym typeface="Salesforce Sans"/>
              </a:endParaRPr>
            </a:p>
          </p:txBody>
        </p:sp>
        <p:sp>
          <p:nvSpPr>
            <p:cNvPr id="5916" name="Google Shape;5916;p171"/>
            <p:cNvSpPr/>
            <p:nvPr/>
          </p:nvSpPr>
          <p:spPr>
            <a:xfrm>
              <a:off x="15818327" y="54185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17" name="Google Shape;5917;p171"/>
            <p:cNvSpPr/>
            <p:nvPr/>
          </p:nvSpPr>
          <p:spPr>
            <a:xfrm>
              <a:off x="15818327" y="52711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18" name="Google Shape;5918;p171"/>
            <p:cNvSpPr txBox="1"/>
            <p:nvPr/>
          </p:nvSpPr>
          <p:spPr>
            <a:xfrm>
              <a:off x="15954386" y="4088650"/>
              <a:ext cx="1626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5919" name="Google Shape;5919;p171"/>
            <p:cNvSpPr txBox="1"/>
            <p:nvPr/>
          </p:nvSpPr>
          <p:spPr>
            <a:xfrm>
              <a:off x="15954384" y="4237325"/>
              <a:ext cx="206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 Forecasting &amp; Scenario Modeling</a:t>
              </a:r>
              <a:endParaRPr sz="800">
                <a:latin typeface="Salesforce Sans"/>
                <a:ea typeface="Salesforce Sans"/>
                <a:cs typeface="Salesforce Sans"/>
                <a:sym typeface="Salesforce Sans"/>
              </a:endParaRPr>
            </a:p>
          </p:txBody>
        </p:sp>
        <p:sp>
          <p:nvSpPr>
            <p:cNvPr id="5920" name="Google Shape;5920;p171"/>
            <p:cNvSpPr txBox="1"/>
            <p:nvPr/>
          </p:nvSpPr>
          <p:spPr>
            <a:xfrm>
              <a:off x="15954388" y="4384725"/>
              <a:ext cx="1902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 Management &amp; KPI Monitoring</a:t>
              </a:r>
              <a:endParaRPr sz="800">
                <a:latin typeface="Salesforce Sans"/>
                <a:ea typeface="Salesforce Sans"/>
                <a:cs typeface="Salesforce Sans"/>
                <a:sym typeface="Salesforce Sans"/>
              </a:endParaRPr>
            </a:p>
          </p:txBody>
        </p:sp>
        <p:sp>
          <p:nvSpPr>
            <p:cNvPr id="5921" name="Google Shape;5921;p171"/>
            <p:cNvSpPr/>
            <p:nvPr/>
          </p:nvSpPr>
          <p:spPr>
            <a:xfrm>
              <a:off x="15818327" y="440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2" name="Google Shape;5922;p171"/>
            <p:cNvSpPr/>
            <p:nvPr/>
          </p:nvSpPr>
          <p:spPr>
            <a:xfrm>
              <a:off x="15818327" y="425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23" name="Google Shape;5923;p171"/>
            <p:cNvSpPr/>
            <p:nvPr/>
          </p:nvSpPr>
          <p:spPr>
            <a:xfrm>
              <a:off x="15818327" y="410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24" name="Google Shape;5924;p171"/>
            <p:cNvSpPr txBox="1"/>
            <p:nvPr/>
          </p:nvSpPr>
          <p:spPr>
            <a:xfrm>
              <a:off x="15954375" y="35790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EX &amp; Health Monitoring</a:t>
              </a:r>
              <a:endParaRPr sz="800">
                <a:latin typeface="Salesforce Sans"/>
                <a:ea typeface="Salesforce Sans"/>
                <a:cs typeface="Salesforce Sans"/>
                <a:sym typeface="Salesforce Sans"/>
              </a:endParaRPr>
            </a:p>
          </p:txBody>
        </p:sp>
        <p:sp>
          <p:nvSpPr>
            <p:cNvPr id="5925" name="Google Shape;5925;p171"/>
            <p:cNvSpPr txBox="1"/>
            <p:nvPr/>
          </p:nvSpPr>
          <p:spPr>
            <a:xfrm>
              <a:off x="15954385" y="3432775"/>
              <a:ext cx="1864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 &amp; Benefit Creation &amp; Delivery</a:t>
              </a:r>
              <a:endParaRPr sz="800">
                <a:latin typeface="Salesforce Sans"/>
                <a:ea typeface="Salesforce Sans"/>
                <a:cs typeface="Salesforce Sans"/>
                <a:sym typeface="Salesforce Sans"/>
              </a:endParaRPr>
            </a:p>
          </p:txBody>
        </p:sp>
        <p:sp>
          <p:nvSpPr>
            <p:cNvPr id="5926" name="Google Shape;5926;p171"/>
            <p:cNvSpPr/>
            <p:nvPr/>
          </p:nvSpPr>
          <p:spPr>
            <a:xfrm>
              <a:off x="15818327" y="3451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7" name="Google Shape;5927;p171"/>
            <p:cNvSpPr/>
            <p:nvPr/>
          </p:nvSpPr>
          <p:spPr>
            <a:xfrm>
              <a:off x="15818327" y="3597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8" name="Google Shape;5928;p171"/>
            <p:cNvSpPr txBox="1"/>
            <p:nvPr/>
          </p:nvSpPr>
          <p:spPr>
            <a:xfrm>
              <a:off x="15954375" y="3876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Compliance &amp; Labor Relations</a:t>
              </a:r>
              <a:endParaRPr sz="800">
                <a:latin typeface="Salesforce Sans"/>
                <a:ea typeface="Salesforce Sans"/>
                <a:cs typeface="Salesforce Sans"/>
                <a:sym typeface="Salesforce Sans"/>
              </a:endParaRPr>
            </a:p>
          </p:txBody>
        </p:sp>
        <p:sp>
          <p:nvSpPr>
            <p:cNvPr id="5929" name="Google Shape;5929;p171"/>
            <p:cNvSpPr txBox="1"/>
            <p:nvPr/>
          </p:nvSpPr>
          <p:spPr>
            <a:xfrm>
              <a:off x="15954375" y="37267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5930" name="Google Shape;5930;p171"/>
            <p:cNvSpPr/>
            <p:nvPr/>
          </p:nvSpPr>
          <p:spPr>
            <a:xfrm>
              <a:off x="15818327" y="3745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1" name="Google Shape;5931;p171"/>
            <p:cNvSpPr/>
            <p:nvPr/>
          </p:nvSpPr>
          <p:spPr>
            <a:xfrm>
              <a:off x="15818327" y="3894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2" name="Google Shape;5932;p171"/>
            <p:cNvSpPr txBox="1"/>
            <p:nvPr/>
          </p:nvSpPr>
          <p:spPr>
            <a:xfrm>
              <a:off x="15954375" y="241842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Outreach</a:t>
              </a:r>
              <a:endParaRPr sz="800">
                <a:latin typeface="Salesforce Sans"/>
                <a:ea typeface="Salesforce Sans"/>
                <a:cs typeface="Salesforce Sans"/>
                <a:sym typeface="Salesforce Sans"/>
              </a:endParaRPr>
            </a:p>
          </p:txBody>
        </p:sp>
        <p:sp>
          <p:nvSpPr>
            <p:cNvPr id="5933" name="Google Shape;5933;p171"/>
            <p:cNvSpPr txBox="1"/>
            <p:nvPr/>
          </p:nvSpPr>
          <p:spPr>
            <a:xfrm>
              <a:off x="15954386" y="2272200"/>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a:latin typeface="Salesforce Sans"/>
                <a:ea typeface="Salesforce Sans"/>
                <a:cs typeface="Salesforce Sans"/>
                <a:sym typeface="Salesforce Sans"/>
              </a:endParaRPr>
            </a:p>
          </p:txBody>
        </p:sp>
        <p:sp>
          <p:nvSpPr>
            <p:cNvPr id="5934" name="Google Shape;5934;p171"/>
            <p:cNvSpPr/>
            <p:nvPr/>
          </p:nvSpPr>
          <p:spPr>
            <a:xfrm>
              <a:off x="15818327" y="2290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5" name="Google Shape;5935;p171"/>
            <p:cNvSpPr/>
            <p:nvPr/>
          </p:nvSpPr>
          <p:spPr>
            <a:xfrm>
              <a:off x="15818327" y="243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6" name="Google Shape;5936;p171"/>
            <p:cNvSpPr txBox="1"/>
            <p:nvPr/>
          </p:nvSpPr>
          <p:spPr>
            <a:xfrm>
              <a:off x="15954375" y="27156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Onboarding</a:t>
              </a:r>
              <a:endParaRPr sz="800">
                <a:latin typeface="Salesforce Sans"/>
                <a:ea typeface="Salesforce Sans"/>
                <a:cs typeface="Salesforce Sans"/>
                <a:sym typeface="Salesforce Sans"/>
              </a:endParaRPr>
            </a:p>
          </p:txBody>
        </p:sp>
        <p:sp>
          <p:nvSpPr>
            <p:cNvPr id="5937" name="Google Shape;5937;p171"/>
            <p:cNvSpPr txBox="1"/>
            <p:nvPr/>
          </p:nvSpPr>
          <p:spPr>
            <a:xfrm>
              <a:off x="15954375" y="2566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5938" name="Google Shape;5938;p171"/>
            <p:cNvSpPr/>
            <p:nvPr/>
          </p:nvSpPr>
          <p:spPr>
            <a:xfrm>
              <a:off x="15818327" y="2584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9" name="Google Shape;5939;p171"/>
            <p:cNvSpPr/>
            <p:nvPr/>
          </p:nvSpPr>
          <p:spPr>
            <a:xfrm>
              <a:off x="15818327" y="27341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40" name="Google Shape;5940;p171"/>
            <p:cNvSpPr txBox="1"/>
            <p:nvPr/>
          </p:nvSpPr>
          <p:spPr>
            <a:xfrm>
              <a:off x="15954386" y="1764625"/>
              <a:ext cx="164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of Future &amp; Skills Asmt.</a:t>
              </a:r>
              <a:endParaRPr sz="800">
                <a:latin typeface="Salesforce Sans"/>
                <a:ea typeface="Salesforce Sans"/>
                <a:cs typeface="Salesforce Sans"/>
                <a:sym typeface="Salesforce Sans"/>
              </a:endParaRPr>
            </a:p>
          </p:txBody>
        </p:sp>
        <p:sp>
          <p:nvSpPr>
            <p:cNvPr id="5941" name="Google Shape;5941;p171"/>
            <p:cNvSpPr txBox="1"/>
            <p:nvPr/>
          </p:nvSpPr>
          <p:spPr>
            <a:xfrm>
              <a:off x="15954375" y="19133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5942" name="Google Shape;5942;p171"/>
            <p:cNvSpPr txBox="1"/>
            <p:nvPr/>
          </p:nvSpPr>
          <p:spPr>
            <a:xfrm>
              <a:off x="15954386" y="2060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a:latin typeface="Salesforce Sans"/>
                <a:ea typeface="Salesforce Sans"/>
                <a:cs typeface="Salesforce Sans"/>
                <a:sym typeface="Salesforce Sans"/>
              </a:endParaRPr>
            </a:p>
          </p:txBody>
        </p:sp>
        <p:sp>
          <p:nvSpPr>
            <p:cNvPr id="5943" name="Google Shape;5943;p171"/>
            <p:cNvSpPr/>
            <p:nvPr/>
          </p:nvSpPr>
          <p:spPr>
            <a:xfrm>
              <a:off x="15818327" y="20793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44" name="Google Shape;5944;p171"/>
            <p:cNvSpPr/>
            <p:nvPr/>
          </p:nvSpPr>
          <p:spPr>
            <a:xfrm>
              <a:off x="15818327" y="19319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45" name="Google Shape;5945;p171"/>
            <p:cNvSpPr/>
            <p:nvPr/>
          </p:nvSpPr>
          <p:spPr>
            <a:xfrm>
              <a:off x="15818327" y="178308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46" name="Google Shape;5946;p171"/>
            <p:cNvSpPr/>
            <p:nvPr/>
          </p:nvSpPr>
          <p:spPr>
            <a:xfrm>
              <a:off x="14634810" y="660133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Cyber </a:t>
              </a:r>
              <a:endParaRPr b="1" i="0" sz="900" u="none" cap="none" strike="noStrike">
                <a:solidFill>
                  <a:srgbClr val="086AFE"/>
                </a:solidFill>
                <a:latin typeface="Salesforce Sans"/>
                <a:ea typeface="Salesforce Sans"/>
                <a:cs typeface="Salesforce Sans"/>
                <a:sym typeface="Salesforce Sans"/>
              </a:endParaRPr>
            </a:p>
          </p:txBody>
        </p:sp>
      </p:gr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edTech" showMasterSp="0">
  <p:cSld name="TITLE_AND_BODY_5_1_1_1_1_1">
    <p:spTree>
      <p:nvGrpSpPr>
        <p:cNvPr id="5947" name="Shape 5947"/>
        <p:cNvGrpSpPr/>
        <p:nvPr/>
      </p:nvGrpSpPr>
      <p:grpSpPr>
        <a:xfrm>
          <a:off x="0" y="0"/>
          <a:ext cx="0" cy="0"/>
          <a:chOff x="0" y="0"/>
          <a:chExt cx="0" cy="0"/>
        </a:xfrm>
      </p:grpSpPr>
      <p:sp>
        <p:nvSpPr>
          <p:cNvPr id="5948" name="Google Shape;5948;p172"/>
          <p:cNvSpPr txBox="1"/>
          <p:nvPr/>
        </p:nvSpPr>
        <p:spPr>
          <a:xfrm>
            <a:off x="676603"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medtech workflows</a:t>
            </a:r>
            <a:endParaRPr sz="4200">
              <a:solidFill>
                <a:schemeClr val="dk1"/>
              </a:solidFill>
              <a:latin typeface="Avant Garde Demi SFDC"/>
              <a:ea typeface="Avant Garde Demi SFDC"/>
              <a:cs typeface="Avant Garde Demi SFDC"/>
              <a:sym typeface="Avant Garde Demi SFDC"/>
            </a:endParaRPr>
          </a:p>
        </p:txBody>
      </p:sp>
      <p:grpSp>
        <p:nvGrpSpPr>
          <p:cNvPr id="5949" name="Google Shape;5949;p172"/>
          <p:cNvGrpSpPr/>
          <p:nvPr/>
        </p:nvGrpSpPr>
        <p:grpSpPr>
          <a:xfrm>
            <a:off x="6307400" y="1143000"/>
            <a:ext cx="6313200" cy="307800"/>
            <a:chOff x="22663550" y="1349273"/>
            <a:chExt cx="6313200" cy="307800"/>
          </a:xfrm>
        </p:grpSpPr>
        <p:grpSp>
          <p:nvGrpSpPr>
            <p:cNvPr id="5950" name="Google Shape;5950;p172"/>
            <p:cNvGrpSpPr/>
            <p:nvPr/>
          </p:nvGrpSpPr>
          <p:grpSpPr>
            <a:xfrm>
              <a:off x="22663550" y="1349273"/>
              <a:ext cx="6313200" cy="307800"/>
              <a:chOff x="11238000" y="958400"/>
              <a:chExt cx="6313200" cy="307800"/>
            </a:xfrm>
          </p:grpSpPr>
          <p:sp>
            <p:nvSpPr>
              <p:cNvPr id="5951" name="Google Shape;5951;p172"/>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952" name="Google Shape;5952;p172"/>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3" name="Google Shape;5953;p172"/>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54" name="Google Shape;5954;p172"/>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5" name="Google Shape;5955;p172"/>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6" name="Google Shape;5956;p172"/>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957" name="Google Shape;5957;p172"/>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958" name="Google Shape;5958;p172"/>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5959" name="Google Shape;5959;p172"/>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5960" name="Google Shape;5960;p172"/>
          <p:cNvGrpSpPr/>
          <p:nvPr/>
        </p:nvGrpSpPr>
        <p:grpSpPr>
          <a:xfrm>
            <a:off x="1735561" y="1752600"/>
            <a:ext cx="5042870" cy="7465163"/>
            <a:chOff x="468329" y="1524000"/>
            <a:chExt cx="5042870" cy="7465163"/>
          </a:xfrm>
        </p:grpSpPr>
        <p:sp>
          <p:nvSpPr>
            <p:cNvPr id="5961" name="Google Shape;5961;p172"/>
            <p:cNvSpPr txBox="1"/>
            <p:nvPr/>
          </p:nvSpPr>
          <p:spPr>
            <a:xfrm>
              <a:off x="3016756" y="334237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5962" name="Google Shape;5962;p172"/>
            <p:cNvSpPr/>
            <p:nvPr/>
          </p:nvSpPr>
          <p:spPr>
            <a:xfrm>
              <a:off x="1668090" y="2459079"/>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3" name="Google Shape;5963;p172"/>
            <p:cNvSpPr/>
            <p:nvPr/>
          </p:nvSpPr>
          <p:spPr>
            <a:xfrm>
              <a:off x="1668090" y="3563049"/>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 Training </a:t>
              </a:r>
              <a:endParaRPr b="1" sz="945">
                <a:solidFill>
                  <a:srgbClr val="066AFE"/>
                </a:solidFill>
                <a:latin typeface="Salesforce Sans"/>
                <a:ea typeface="Salesforce Sans"/>
                <a:cs typeface="Salesforce Sans"/>
                <a:sym typeface="Salesforce Sans"/>
              </a:endParaRPr>
            </a:p>
          </p:txBody>
        </p:sp>
        <p:sp>
          <p:nvSpPr>
            <p:cNvPr id="5964" name="Google Shape;5964;p172"/>
            <p:cNvSpPr/>
            <p:nvPr/>
          </p:nvSpPr>
          <p:spPr>
            <a:xfrm>
              <a:off x="1668090" y="5113187"/>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Clinical Specialists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5" name="Google Shape;5965;p172"/>
            <p:cNvSpPr/>
            <p:nvPr/>
          </p:nvSpPr>
          <p:spPr>
            <a:xfrm>
              <a:off x="1668090" y="62176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Medical Affairs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6" name="Google Shape;5966;p172"/>
            <p:cNvSpPr/>
            <p:nvPr/>
          </p:nvSpPr>
          <p:spPr>
            <a:xfrm>
              <a:off x="1668090" y="7346461"/>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Field Inventory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7" name="Google Shape;5967;p172"/>
            <p:cNvSpPr txBox="1"/>
            <p:nvPr/>
          </p:nvSpPr>
          <p:spPr>
            <a:xfrm>
              <a:off x="3010101" y="24665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Territory Optimization</a:t>
              </a:r>
              <a:endParaRPr i="0" sz="800" u="none" cap="none" strike="noStrike">
                <a:latin typeface="Salesforce Sans"/>
                <a:ea typeface="Salesforce Sans"/>
                <a:cs typeface="Salesforce Sans"/>
                <a:sym typeface="Salesforce Sans"/>
              </a:endParaRPr>
            </a:p>
          </p:txBody>
        </p:sp>
        <p:sp>
          <p:nvSpPr>
            <p:cNvPr id="5968" name="Google Shape;5968;p172"/>
            <p:cNvSpPr txBox="1"/>
            <p:nvPr/>
          </p:nvSpPr>
          <p:spPr>
            <a:xfrm>
              <a:off x="3010101" y="261518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Virtual Sales Assistant</a:t>
              </a:r>
              <a:endParaRPr i="0" sz="800" u="none" cap="none" strike="noStrike">
                <a:latin typeface="Salesforce Sans"/>
                <a:ea typeface="Salesforce Sans"/>
                <a:cs typeface="Salesforce Sans"/>
                <a:sym typeface="Salesforce Sans"/>
              </a:endParaRPr>
            </a:p>
          </p:txBody>
        </p:sp>
        <p:sp>
          <p:nvSpPr>
            <p:cNvPr id="5969" name="Google Shape;5969;p172"/>
            <p:cNvSpPr txBox="1"/>
            <p:nvPr/>
          </p:nvSpPr>
          <p:spPr>
            <a:xfrm>
              <a:off x="3010101" y="27637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RFP &amp; Quote Generation</a:t>
              </a:r>
              <a:endParaRPr i="0" sz="800" u="none" cap="none" strike="noStrike">
                <a:latin typeface="Salesforce Sans"/>
                <a:ea typeface="Salesforce Sans"/>
                <a:cs typeface="Salesforce Sans"/>
                <a:sym typeface="Salesforce Sans"/>
              </a:endParaRPr>
            </a:p>
          </p:txBody>
        </p:sp>
        <p:sp>
          <p:nvSpPr>
            <p:cNvPr id="5970" name="Google Shape;5970;p172"/>
            <p:cNvSpPr txBox="1"/>
            <p:nvPr/>
          </p:nvSpPr>
          <p:spPr>
            <a:xfrm>
              <a:off x="3010101" y="29150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5971" name="Google Shape;5971;p172"/>
            <p:cNvSpPr txBox="1"/>
            <p:nvPr/>
          </p:nvSpPr>
          <p:spPr>
            <a:xfrm>
              <a:off x="3010099" y="305480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Science Liaison Support</a:t>
              </a:r>
              <a:endParaRPr i="0" sz="800" u="none" cap="none" strike="noStrike">
                <a:latin typeface="Salesforce Sans"/>
                <a:ea typeface="Salesforce Sans"/>
                <a:cs typeface="Salesforce Sans"/>
                <a:sym typeface="Salesforce Sans"/>
              </a:endParaRPr>
            </a:p>
          </p:txBody>
        </p:sp>
        <p:sp>
          <p:nvSpPr>
            <p:cNvPr id="5972" name="Google Shape;5972;p172"/>
            <p:cNvSpPr txBox="1"/>
            <p:nvPr/>
          </p:nvSpPr>
          <p:spPr>
            <a:xfrm>
              <a:off x="301010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Proactive Recall Management</a:t>
              </a:r>
              <a:endParaRPr sz="800">
                <a:latin typeface="Salesforce Sans"/>
                <a:ea typeface="Salesforce Sans"/>
                <a:cs typeface="Salesforce Sans"/>
                <a:sym typeface="Salesforce Sans"/>
              </a:endParaRPr>
            </a:p>
          </p:txBody>
        </p:sp>
        <p:sp>
          <p:nvSpPr>
            <p:cNvPr id="5973" name="Google Shape;5973;p172"/>
            <p:cNvSpPr/>
            <p:nvPr/>
          </p:nvSpPr>
          <p:spPr>
            <a:xfrm>
              <a:off x="2874053" y="178683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74" name="Google Shape;5974;p172"/>
            <p:cNvSpPr txBox="1"/>
            <p:nvPr/>
          </p:nvSpPr>
          <p:spPr>
            <a:xfrm>
              <a:off x="3010100" y="1923400"/>
              <a:ext cx="2388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Selection + Patient Recruitment </a:t>
              </a:r>
              <a:endParaRPr sz="800">
                <a:latin typeface="Salesforce Sans"/>
                <a:ea typeface="Salesforce Sans"/>
                <a:cs typeface="Salesforce Sans"/>
                <a:sym typeface="Salesforce Sans"/>
              </a:endParaRPr>
            </a:p>
          </p:txBody>
        </p:sp>
        <p:sp>
          <p:nvSpPr>
            <p:cNvPr id="5975" name="Google Shape;5975;p172"/>
            <p:cNvSpPr/>
            <p:nvPr/>
          </p:nvSpPr>
          <p:spPr>
            <a:xfrm>
              <a:off x="2874053" y="19418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976" name="Google Shape;5976;p172"/>
            <p:cNvSpPr txBox="1"/>
            <p:nvPr/>
          </p:nvSpPr>
          <p:spPr>
            <a:xfrm>
              <a:off x="301010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Regulatory Submission Dossier</a:t>
              </a:r>
              <a:endParaRPr sz="800">
                <a:latin typeface="Salesforce Sans"/>
                <a:ea typeface="Salesforce Sans"/>
                <a:cs typeface="Salesforce Sans"/>
                <a:sym typeface="Salesforce Sans"/>
              </a:endParaRPr>
            </a:p>
          </p:txBody>
        </p:sp>
        <p:sp>
          <p:nvSpPr>
            <p:cNvPr id="5977" name="Google Shape;5977;p172"/>
            <p:cNvSpPr/>
            <p:nvPr/>
          </p:nvSpPr>
          <p:spPr>
            <a:xfrm>
              <a:off x="2874053" y="209685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78" name="Google Shape;5978;p172"/>
            <p:cNvSpPr txBox="1"/>
            <p:nvPr/>
          </p:nvSpPr>
          <p:spPr>
            <a:xfrm>
              <a:off x="301010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Automated Literature &amp; IP Analysis</a:t>
              </a:r>
              <a:endParaRPr sz="800">
                <a:latin typeface="Salesforce Sans"/>
                <a:ea typeface="Salesforce Sans"/>
                <a:cs typeface="Salesforce Sans"/>
                <a:sym typeface="Salesforce Sans"/>
              </a:endParaRPr>
            </a:p>
          </p:txBody>
        </p:sp>
        <p:sp>
          <p:nvSpPr>
            <p:cNvPr id="5979" name="Google Shape;5979;p172"/>
            <p:cNvSpPr/>
            <p:nvPr/>
          </p:nvSpPr>
          <p:spPr>
            <a:xfrm>
              <a:off x="2874053" y="2257639"/>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0" name="Google Shape;5980;p172"/>
            <p:cNvSpPr/>
            <p:nvPr/>
          </p:nvSpPr>
          <p:spPr>
            <a:xfrm>
              <a:off x="2874053" y="263378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1" name="Google Shape;5981;p172"/>
            <p:cNvSpPr/>
            <p:nvPr/>
          </p:nvSpPr>
          <p:spPr>
            <a:xfrm>
              <a:off x="2874053" y="278239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982" name="Google Shape;5982;p172"/>
            <p:cNvSpPr/>
            <p:nvPr/>
          </p:nvSpPr>
          <p:spPr>
            <a:xfrm>
              <a:off x="2874053" y="29336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3" name="Google Shape;5983;p172"/>
            <p:cNvSpPr/>
            <p:nvPr/>
          </p:nvSpPr>
          <p:spPr>
            <a:xfrm>
              <a:off x="2874053" y="307339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4" name="Google Shape;5984;p172"/>
            <p:cNvSpPr/>
            <p:nvPr/>
          </p:nvSpPr>
          <p:spPr>
            <a:xfrm>
              <a:off x="2874053" y="24851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5" name="Google Shape;5985;p172"/>
            <p:cNvSpPr txBox="1"/>
            <p:nvPr/>
          </p:nvSpPr>
          <p:spPr>
            <a:xfrm>
              <a:off x="46832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986" name="Google Shape;5986;p172"/>
            <p:cNvSpPr txBox="1"/>
            <p:nvPr/>
          </p:nvSpPr>
          <p:spPr>
            <a:xfrm>
              <a:off x="166809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987" name="Google Shape;5987;p172"/>
            <p:cNvGrpSpPr/>
            <p:nvPr/>
          </p:nvGrpSpPr>
          <p:grpSpPr>
            <a:xfrm>
              <a:off x="487940" y="1793656"/>
              <a:ext cx="952566" cy="449700"/>
              <a:chOff x="755108" y="1946374"/>
              <a:chExt cx="1322458" cy="449700"/>
            </a:xfrm>
          </p:grpSpPr>
          <p:sp>
            <p:nvSpPr>
              <p:cNvPr id="5988" name="Google Shape;5988;p172"/>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89" name="Google Shape;5989;p172"/>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PLM</a:t>
                </a:r>
                <a:endParaRPr sz="900">
                  <a:solidFill>
                    <a:srgbClr val="FFFFFF"/>
                  </a:solidFill>
                  <a:latin typeface="Avant Garde Demi SFDC"/>
                  <a:ea typeface="Avant Garde Demi SFDC"/>
                  <a:cs typeface="Avant Garde Demi SFDC"/>
                  <a:sym typeface="Avant Garde Demi SFDC"/>
                </a:endParaRPr>
              </a:p>
            </p:txBody>
          </p:sp>
        </p:grpSp>
        <p:sp>
          <p:nvSpPr>
            <p:cNvPr id="5990" name="Google Shape;5990;p172"/>
            <p:cNvSpPr txBox="1"/>
            <p:nvPr/>
          </p:nvSpPr>
          <p:spPr>
            <a:xfrm>
              <a:off x="301193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991" name="Google Shape;5991;p172"/>
            <p:cNvSpPr txBox="1"/>
            <p:nvPr/>
          </p:nvSpPr>
          <p:spPr>
            <a:xfrm>
              <a:off x="1668090"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R&amp;D + Product Lifecycle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992" name="Google Shape;5992;p172"/>
            <p:cNvGrpSpPr/>
            <p:nvPr/>
          </p:nvGrpSpPr>
          <p:grpSpPr>
            <a:xfrm>
              <a:off x="487981" y="3594708"/>
              <a:ext cx="952525" cy="449700"/>
              <a:chOff x="755165" y="1951713"/>
              <a:chExt cx="1322400" cy="449700"/>
            </a:xfrm>
          </p:grpSpPr>
          <p:sp>
            <p:nvSpPr>
              <p:cNvPr id="5993" name="Google Shape;5993;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94" name="Google Shape;5994;p172"/>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Enablement</a:t>
                </a:r>
                <a:endParaRPr sz="900">
                  <a:solidFill>
                    <a:srgbClr val="FFFFFF"/>
                  </a:solidFill>
                  <a:latin typeface="Avant Garde Demi SFDC"/>
                  <a:ea typeface="Avant Garde Demi SFDC"/>
                  <a:cs typeface="Avant Garde Demi SFDC"/>
                  <a:sym typeface="Avant Garde Demi SFDC"/>
                </a:endParaRPr>
              </a:p>
            </p:txBody>
          </p:sp>
        </p:grpSp>
        <p:grpSp>
          <p:nvGrpSpPr>
            <p:cNvPr id="5995" name="Google Shape;5995;p172"/>
            <p:cNvGrpSpPr/>
            <p:nvPr/>
          </p:nvGrpSpPr>
          <p:grpSpPr>
            <a:xfrm>
              <a:off x="487981" y="2487900"/>
              <a:ext cx="952525" cy="449700"/>
              <a:chOff x="755165" y="1951713"/>
              <a:chExt cx="1322400" cy="449700"/>
            </a:xfrm>
          </p:grpSpPr>
          <p:sp>
            <p:nvSpPr>
              <p:cNvPr id="5996" name="Google Shape;5996;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97" name="Google Shape;5997;p172"/>
              <p:cNvSpPr txBox="1"/>
              <p:nvPr/>
            </p:nvSpPr>
            <p:spPr>
              <a:xfrm>
                <a:off x="761315" y="2114163"/>
                <a:ext cx="1310100" cy="124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5998" name="Google Shape;5998;p172"/>
            <p:cNvSpPr txBox="1"/>
            <p:nvPr/>
          </p:nvSpPr>
          <p:spPr>
            <a:xfrm>
              <a:off x="3010101" y="3205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5999" name="Google Shape;5999;p172"/>
            <p:cNvSpPr/>
            <p:nvPr/>
          </p:nvSpPr>
          <p:spPr>
            <a:xfrm>
              <a:off x="2874053" y="32239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6000" name="Google Shape;6000;p172"/>
            <p:cNvGrpSpPr/>
            <p:nvPr/>
          </p:nvGrpSpPr>
          <p:grpSpPr>
            <a:xfrm>
              <a:off x="487981" y="5143496"/>
              <a:ext cx="952525" cy="449700"/>
              <a:chOff x="755165" y="1951713"/>
              <a:chExt cx="1322400" cy="449700"/>
            </a:xfrm>
          </p:grpSpPr>
          <p:sp>
            <p:nvSpPr>
              <p:cNvPr id="6001" name="Google Shape;6001;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02" name="Google Shape;6002;p172"/>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Affairs</a:t>
                </a:r>
                <a:endParaRPr sz="900">
                  <a:solidFill>
                    <a:srgbClr val="FFFFFF"/>
                  </a:solidFill>
                  <a:latin typeface="Avant Garde Demi SFDC"/>
                  <a:ea typeface="Avant Garde Demi SFDC"/>
                  <a:cs typeface="Avant Garde Demi SFDC"/>
                  <a:sym typeface="Avant Garde Demi SFDC"/>
                </a:endParaRPr>
              </a:p>
            </p:txBody>
          </p:sp>
        </p:grpSp>
        <p:grpSp>
          <p:nvGrpSpPr>
            <p:cNvPr id="6003" name="Google Shape;6003;p172"/>
            <p:cNvGrpSpPr/>
            <p:nvPr/>
          </p:nvGrpSpPr>
          <p:grpSpPr>
            <a:xfrm>
              <a:off x="487981" y="7376208"/>
              <a:ext cx="952525" cy="449700"/>
              <a:chOff x="755165" y="1951713"/>
              <a:chExt cx="1322400" cy="449700"/>
            </a:xfrm>
          </p:grpSpPr>
          <p:sp>
            <p:nvSpPr>
              <p:cNvPr id="6004" name="Google Shape;6004;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05" name="Google Shape;6005;p172"/>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sp>
          <p:nvSpPr>
            <p:cNvPr id="6006" name="Google Shape;6006;p172"/>
            <p:cNvSpPr txBox="1"/>
            <p:nvPr/>
          </p:nvSpPr>
          <p:spPr>
            <a:xfrm>
              <a:off x="3010101" y="35726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6007" name="Google Shape;6007;p172"/>
            <p:cNvSpPr txBox="1"/>
            <p:nvPr/>
          </p:nvSpPr>
          <p:spPr>
            <a:xfrm>
              <a:off x="3010101" y="37212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6008" name="Google Shape;6008;p172"/>
            <p:cNvSpPr txBox="1"/>
            <p:nvPr/>
          </p:nvSpPr>
          <p:spPr>
            <a:xfrm>
              <a:off x="3010101" y="38698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Competitive Analysis</a:t>
              </a:r>
              <a:endParaRPr i="0" sz="800" u="none" cap="none" strike="noStrike">
                <a:latin typeface="Salesforce Sans"/>
                <a:ea typeface="Salesforce Sans"/>
                <a:cs typeface="Salesforce Sans"/>
                <a:sym typeface="Salesforce Sans"/>
              </a:endParaRPr>
            </a:p>
          </p:txBody>
        </p:sp>
        <p:sp>
          <p:nvSpPr>
            <p:cNvPr id="6009" name="Google Shape;6009;p172"/>
            <p:cNvSpPr txBox="1"/>
            <p:nvPr/>
          </p:nvSpPr>
          <p:spPr>
            <a:xfrm>
              <a:off x="3010101" y="40210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Customer</a:t>
              </a:r>
              <a:endParaRPr i="0" sz="800" u="none" cap="none" strike="noStrike">
                <a:latin typeface="Salesforce Sans"/>
                <a:ea typeface="Salesforce Sans"/>
                <a:cs typeface="Salesforce Sans"/>
                <a:sym typeface="Salesforce Sans"/>
              </a:endParaRPr>
            </a:p>
          </p:txBody>
        </p:sp>
        <p:sp>
          <p:nvSpPr>
            <p:cNvPr id="6010" name="Google Shape;6010;p172"/>
            <p:cNvSpPr txBox="1"/>
            <p:nvPr/>
          </p:nvSpPr>
          <p:spPr>
            <a:xfrm>
              <a:off x="3010101" y="41608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HCP Content Personalization</a:t>
              </a:r>
              <a:endParaRPr i="0" sz="800" u="none" cap="none" strike="noStrike">
                <a:latin typeface="Salesforce Sans"/>
                <a:ea typeface="Salesforce Sans"/>
                <a:cs typeface="Salesforce Sans"/>
                <a:sym typeface="Salesforce Sans"/>
              </a:endParaRPr>
            </a:p>
          </p:txBody>
        </p:sp>
        <p:sp>
          <p:nvSpPr>
            <p:cNvPr id="6011" name="Google Shape;6011;p172"/>
            <p:cNvSpPr/>
            <p:nvPr/>
          </p:nvSpPr>
          <p:spPr>
            <a:xfrm>
              <a:off x="2874053" y="37398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2" name="Google Shape;6012;p172"/>
            <p:cNvSpPr/>
            <p:nvPr/>
          </p:nvSpPr>
          <p:spPr>
            <a:xfrm>
              <a:off x="2874053" y="38884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13" name="Google Shape;6013;p172"/>
            <p:cNvSpPr/>
            <p:nvPr/>
          </p:nvSpPr>
          <p:spPr>
            <a:xfrm>
              <a:off x="2874053" y="4039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4" name="Google Shape;6014;p172"/>
            <p:cNvSpPr/>
            <p:nvPr/>
          </p:nvSpPr>
          <p:spPr>
            <a:xfrm>
              <a:off x="2874053" y="41794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5" name="Google Shape;6015;p172"/>
            <p:cNvSpPr/>
            <p:nvPr/>
          </p:nvSpPr>
          <p:spPr>
            <a:xfrm>
              <a:off x="2874053" y="35912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6" name="Google Shape;6016;p172"/>
            <p:cNvSpPr txBox="1"/>
            <p:nvPr/>
          </p:nvSpPr>
          <p:spPr>
            <a:xfrm>
              <a:off x="3010101" y="4311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6017" name="Google Shape;6017;p172"/>
            <p:cNvSpPr txBox="1"/>
            <p:nvPr/>
          </p:nvSpPr>
          <p:spPr>
            <a:xfrm>
              <a:off x="3010099" y="446258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Skills &amp; Knowledge Gap Assessment</a:t>
              </a:r>
              <a:endParaRPr i="0" sz="800" u="none" cap="none" strike="noStrike">
                <a:latin typeface="Salesforce Sans"/>
                <a:ea typeface="Salesforce Sans"/>
                <a:cs typeface="Salesforce Sans"/>
                <a:sym typeface="Salesforce Sans"/>
              </a:endParaRPr>
            </a:p>
          </p:txBody>
        </p:sp>
        <p:sp>
          <p:nvSpPr>
            <p:cNvPr id="6018" name="Google Shape;6018;p172"/>
            <p:cNvSpPr txBox="1"/>
            <p:nvPr/>
          </p:nvSpPr>
          <p:spPr>
            <a:xfrm>
              <a:off x="3010099" y="460236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L&amp;D Content Recommendation</a:t>
              </a:r>
              <a:endParaRPr i="0" sz="800" u="none" cap="none" strike="noStrike">
                <a:latin typeface="Salesforce Sans"/>
                <a:ea typeface="Salesforce Sans"/>
                <a:cs typeface="Salesforce Sans"/>
                <a:sym typeface="Salesforce Sans"/>
              </a:endParaRPr>
            </a:p>
          </p:txBody>
        </p:sp>
        <p:sp>
          <p:nvSpPr>
            <p:cNvPr id="6019" name="Google Shape;6019;p172"/>
            <p:cNvSpPr/>
            <p:nvPr/>
          </p:nvSpPr>
          <p:spPr>
            <a:xfrm>
              <a:off x="2874053" y="43299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20" name="Google Shape;6020;p172"/>
            <p:cNvSpPr/>
            <p:nvPr/>
          </p:nvSpPr>
          <p:spPr>
            <a:xfrm>
              <a:off x="2874053" y="44811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1" name="Google Shape;6021;p172"/>
            <p:cNvSpPr/>
            <p:nvPr/>
          </p:nvSpPr>
          <p:spPr>
            <a:xfrm>
              <a:off x="2874053" y="46209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2" name="Google Shape;6022;p172"/>
            <p:cNvSpPr txBox="1"/>
            <p:nvPr/>
          </p:nvSpPr>
          <p:spPr>
            <a:xfrm>
              <a:off x="3010101" y="473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6023" name="Google Shape;6023;p172"/>
            <p:cNvSpPr/>
            <p:nvPr/>
          </p:nvSpPr>
          <p:spPr>
            <a:xfrm>
              <a:off x="2874053" y="47576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4" name="Google Shape;6024;p172"/>
            <p:cNvSpPr txBox="1"/>
            <p:nvPr/>
          </p:nvSpPr>
          <p:spPr>
            <a:xfrm>
              <a:off x="3016756" y="48853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25" name="Google Shape;6025;p172"/>
            <p:cNvSpPr txBox="1"/>
            <p:nvPr/>
          </p:nvSpPr>
          <p:spPr>
            <a:xfrm>
              <a:off x="3010101" y="510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Specialist Enablement</a:t>
              </a:r>
              <a:endParaRPr i="0" sz="800" u="none" cap="none" strike="noStrike">
                <a:latin typeface="Salesforce Sans"/>
                <a:ea typeface="Salesforce Sans"/>
                <a:cs typeface="Salesforce Sans"/>
                <a:sym typeface="Salesforce Sans"/>
              </a:endParaRPr>
            </a:p>
          </p:txBody>
        </p:sp>
        <p:sp>
          <p:nvSpPr>
            <p:cNvPr id="6026" name="Google Shape;6026;p172"/>
            <p:cNvSpPr txBox="1"/>
            <p:nvPr/>
          </p:nvSpPr>
          <p:spPr>
            <a:xfrm>
              <a:off x="3010100" y="5257700"/>
              <a:ext cx="1785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24/7 Clinical &amp; Technical Support</a:t>
              </a:r>
              <a:endParaRPr i="0" sz="800" u="none" cap="none" strike="noStrike">
                <a:latin typeface="Salesforce Sans"/>
                <a:ea typeface="Salesforce Sans"/>
                <a:cs typeface="Salesforce Sans"/>
                <a:sym typeface="Salesforce Sans"/>
              </a:endParaRPr>
            </a:p>
          </p:txBody>
        </p:sp>
        <p:sp>
          <p:nvSpPr>
            <p:cNvPr id="6027" name="Google Shape;6027;p172"/>
            <p:cNvSpPr txBox="1"/>
            <p:nvPr/>
          </p:nvSpPr>
          <p:spPr>
            <a:xfrm>
              <a:off x="3010100" y="5406325"/>
              <a:ext cx="1958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Proactive Services &amp; Consumable</a:t>
              </a:r>
              <a:endParaRPr i="0" sz="800" u="none" cap="none" strike="noStrike">
                <a:latin typeface="Salesforce Sans"/>
                <a:ea typeface="Salesforce Sans"/>
                <a:cs typeface="Salesforce Sans"/>
                <a:sym typeface="Salesforce Sans"/>
              </a:endParaRPr>
            </a:p>
          </p:txBody>
        </p:sp>
        <p:sp>
          <p:nvSpPr>
            <p:cNvPr id="6028" name="Google Shape;6028;p172"/>
            <p:cNvSpPr txBox="1"/>
            <p:nvPr/>
          </p:nvSpPr>
          <p:spPr>
            <a:xfrm>
              <a:off x="3010100" y="5557525"/>
              <a:ext cx="193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&amp; Compliant Intake</a:t>
              </a:r>
              <a:endParaRPr i="0" sz="800" u="none" cap="none" strike="noStrike">
                <a:latin typeface="Salesforce Sans"/>
                <a:ea typeface="Salesforce Sans"/>
                <a:cs typeface="Salesforce Sans"/>
                <a:sym typeface="Salesforce Sans"/>
              </a:endParaRPr>
            </a:p>
          </p:txBody>
        </p:sp>
        <p:sp>
          <p:nvSpPr>
            <p:cNvPr id="6029" name="Google Shape;6029;p172"/>
            <p:cNvSpPr txBox="1"/>
            <p:nvPr/>
          </p:nvSpPr>
          <p:spPr>
            <a:xfrm>
              <a:off x="3010101" y="56973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Management</a:t>
              </a:r>
              <a:endParaRPr i="0" sz="800" u="none" cap="none" strike="noStrike">
                <a:latin typeface="Salesforce Sans"/>
                <a:ea typeface="Salesforce Sans"/>
                <a:cs typeface="Salesforce Sans"/>
                <a:sym typeface="Salesforce Sans"/>
              </a:endParaRPr>
            </a:p>
          </p:txBody>
        </p:sp>
        <p:sp>
          <p:nvSpPr>
            <p:cNvPr id="6030" name="Google Shape;6030;p172"/>
            <p:cNvSpPr/>
            <p:nvPr/>
          </p:nvSpPr>
          <p:spPr>
            <a:xfrm>
              <a:off x="2874053" y="52763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1" name="Google Shape;6031;p172"/>
            <p:cNvSpPr/>
            <p:nvPr/>
          </p:nvSpPr>
          <p:spPr>
            <a:xfrm>
              <a:off x="2874053" y="5424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32" name="Google Shape;6032;p172"/>
            <p:cNvSpPr/>
            <p:nvPr/>
          </p:nvSpPr>
          <p:spPr>
            <a:xfrm>
              <a:off x="2874053" y="55761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3" name="Google Shape;6033;p172"/>
            <p:cNvSpPr/>
            <p:nvPr/>
          </p:nvSpPr>
          <p:spPr>
            <a:xfrm>
              <a:off x="2874053" y="57159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4" name="Google Shape;6034;p172"/>
            <p:cNvSpPr/>
            <p:nvPr/>
          </p:nvSpPr>
          <p:spPr>
            <a:xfrm>
              <a:off x="2874053" y="51276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5" name="Google Shape;6035;p172"/>
            <p:cNvSpPr txBox="1"/>
            <p:nvPr/>
          </p:nvSpPr>
          <p:spPr>
            <a:xfrm>
              <a:off x="3010101" y="58478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6036" name="Google Shape;6036;p172"/>
            <p:cNvSpPr/>
            <p:nvPr/>
          </p:nvSpPr>
          <p:spPr>
            <a:xfrm>
              <a:off x="2874053" y="5866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37" name="Google Shape;6037;p172"/>
            <p:cNvSpPr txBox="1"/>
            <p:nvPr/>
          </p:nvSpPr>
          <p:spPr>
            <a:xfrm>
              <a:off x="3010099" y="622162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Key Opinion Leader</a:t>
              </a:r>
              <a:endParaRPr i="0" sz="800" u="none" cap="none" strike="noStrike">
                <a:latin typeface="Salesforce Sans"/>
                <a:ea typeface="Salesforce Sans"/>
                <a:cs typeface="Salesforce Sans"/>
                <a:sym typeface="Salesforce Sans"/>
              </a:endParaRPr>
            </a:p>
          </p:txBody>
        </p:sp>
        <p:sp>
          <p:nvSpPr>
            <p:cNvPr id="6038" name="Google Shape;6038;p172"/>
            <p:cNvSpPr txBox="1"/>
            <p:nvPr/>
          </p:nvSpPr>
          <p:spPr>
            <a:xfrm>
              <a:off x="3010099" y="637023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Evidence &amp; Scientific Engagement</a:t>
              </a:r>
              <a:endParaRPr i="0" sz="800" u="none" cap="none" strike="noStrike">
                <a:latin typeface="Salesforce Sans"/>
                <a:ea typeface="Salesforce Sans"/>
                <a:cs typeface="Salesforce Sans"/>
                <a:sym typeface="Salesforce Sans"/>
              </a:endParaRPr>
            </a:p>
          </p:txBody>
        </p:sp>
        <p:sp>
          <p:nvSpPr>
            <p:cNvPr id="6039" name="Google Shape;6039;p172"/>
            <p:cNvSpPr txBox="1"/>
            <p:nvPr/>
          </p:nvSpPr>
          <p:spPr>
            <a:xfrm>
              <a:off x="3010099" y="651884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KOL Engagement &amp; Scientific Strategy</a:t>
              </a:r>
              <a:endParaRPr i="0" sz="800" u="none" cap="none" strike="noStrike">
                <a:latin typeface="Salesforce Sans"/>
                <a:ea typeface="Salesforce Sans"/>
                <a:cs typeface="Salesforce Sans"/>
                <a:sym typeface="Salesforce Sans"/>
              </a:endParaRPr>
            </a:p>
          </p:txBody>
        </p:sp>
        <p:sp>
          <p:nvSpPr>
            <p:cNvPr id="6040" name="Google Shape;6040;p172"/>
            <p:cNvSpPr txBox="1"/>
            <p:nvPr/>
          </p:nvSpPr>
          <p:spPr>
            <a:xfrm>
              <a:off x="3010099" y="66700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RWE Intelligence</a:t>
              </a:r>
              <a:endParaRPr i="0" sz="800" u="none" cap="none" strike="noStrike">
                <a:latin typeface="Salesforce Sans"/>
                <a:ea typeface="Salesforce Sans"/>
                <a:cs typeface="Salesforce Sans"/>
                <a:sym typeface="Salesforce Sans"/>
              </a:endParaRPr>
            </a:p>
          </p:txBody>
        </p:sp>
        <p:sp>
          <p:nvSpPr>
            <p:cNvPr id="6041" name="Google Shape;6041;p172"/>
            <p:cNvSpPr txBox="1"/>
            <p:nvPr/>
          </p:nvSpPr>
          <p:spPr>
            <a:xfrm>
              <a:off x="3010099" y="6809833"/>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Education &amp; HCP Enablement</a:t>
              </a:r>
              <a:endParaRPr i="0" sz="800" u="none" cap="none" strike="noStrike">
                <a:latin typeface="Salesforce Sans"/>
                <a:ea typeface="Salesforce Sans"/>
                <a:cs typeface="Salesforce Sans"/>
                <a:sym typeface="Salesforce Sans"/>
              </a:endParaRPr>
            </a:p>
          </p:txBody>
        </p:sp>
        <p:sp>
          <p:nvSpPr>
            <p:cNvPr id="6042" name="Google Shape;6042;p172"/>
            <p:cNvSpPr/>
            <p:nvPr/>
          </p:nvSpPr>
          <p:spPr>
            <a:xfrm>
              <a:off x="2874053" y="63888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3" name="Google Shape;6043;p172"/>
            <p:cNvSpPr/>
            <p:nvPr/>
          </p:nvSpPr>
          <p:spPr>
            <a:xfrm>
              <a:off x="2874053" y="65374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44" name="Google Shape;6044;p172"/>
            <p:cNvSpPr/>
            <p:nvPr/>
          </p:nvSpPr>
          <p:spPr>
            <a:xfrm>
              <a:off x="2874053" y="6688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5" name="Google Shape;6045;p172"/>
            <p:cNvSpPr/>
            <p:nvPr/>
          </p:nvSpPr>
          <p:spPr>
            <a:xfrm>
              <a:off x="2874053" y="6828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6" name="Google Shape;6046;p172"/>
            <p:cNvSpPr/>
            <p:nvPr/>
          </p:nvSpPr>
          <p:spPr>
            <a:xfrm>
              <a:off x="2874053" y="6240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7" name="Google Shape;6047;p172"/>
            <p:cNvSpPr txBox="1"/>
            <p:nvPr/>
          </p:nvSpPr>
          <p:spPr>
            <a:xfrm>
              <a:off x="3010099" y="696037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Insight Collection &amp; Strategic Feedback </a:t>
              </a:r>
              <a:endParaRPr sz="800">
                <a:latin typeface="Salesforce Sans"/>
                <a:ea typeface="Salesforce Sans"/>
                <a:cs typeface="Salesforce Sans"/>
                <a:sym typeface="Salesforce Sans"/>
              </a:endParaRPr>
            </a:p>
          </p:txBody>
        </p:sp>
        <p:sp>
          <p:nvSpPr>
            <p:cNvPr id="6048" name="Google Shape;6048;p172"/>
            <p:cNvSpPr/>
            <p:nvPr/>
          </p:nvSpPr>
          <p:spPr>
            <a:xfrm>
              <a:off x="2874053" y="6978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49" name="Google Shape;6049;p172"/>
            <p:cNvSpPr txBox="1"/>
            <p:nvPr/>
          </p:nvSpPr>
          <p:spPr>
            <a:xfrm>
              <a:off x="3016756" y="599412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50" name="Google Shape;6050;p172"/>
            <p:cNvSpPr txBox="1"/>
            <p:nvPr/>
          </p:nvSpPr>
          <p:spPr>
            <a:xfrm>
              <a:off x="3016756" y="7129550"/>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51" name="Google Shape;6051;p172"/>
            <p:cNvSpPr txBox="1"/>
            <p:nvPr/>
          </p:nvSpPr>
          <p:spPr>
            <a:xfrm>
              <a:off x="3010099" y="795313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Supply Chain Orchestration</a:t>
              </a:r>
              <a:endParaRPr i="0" sz="800" u="none" cap="none" strike="noStrike">
                <a:latin typeface="Salesforce Sans"/>
                <a:ea typeface="Salesforce Sans"/>
                <a:cs typeface="Salesforce Sans"/>
                <a:sym typeface="Salesforce Sans"/>
              </a:endParaRPr>
            </a:p>
          </p:txBody>
        </p:sp>
        <p:sp>
          <p:nvSpPr>
            <p:cNvPr id="6052" name="Google Shape;6052;p172"/>
            <p:cNvSpPr txBox="1"/>
            <p:nvPr/>
          </p:nvSpPr>
          <p:spPr>
            <a:xfrm>
              <a:off x="3010099" y="81017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Focus Group &amp; Survey Synthesis</a:t>
              </a:r>
              <a:endParaRPr i="0" sz="800" u="none" cap="none" strike="noStrike">
                <a:latin typeface="Salesforce Sans"/>
                <a:ea typeface="Salesforce Sans"/>
                <a:cs typeface="Salesforce Sans"/>
                <a:sym typeface="Salesforce Sans"/>
              </a:endParaRPr>
            </a:p>
          </p:txBody>
        </p:sp>
        <p:sp>
          <p:nvSpPr>
            <p:cNvPr id="6053" name="Google Shape;6053;p172"/>
            <p:cNvSpPr txBox="1"/>
            <p:nvPr/>
          </p:nvSpPr>
          <p:spPr>
            <a:xfrm>
              <a:off x="3010099" y="82503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Status Live Tracking</a:t>
              </a:r>
              <a:endParaRPr i="0" sz="800" u="none" cap="none" strike="noStrike">
                <a:latin typeface="Salesforce Sans"/>
                <a:ea typeface="Salesforce Sans"/>
                <a:cs typeface="Salesforce Sans"/>
                <a:sym typeface="Salesforce Sans"/>
              </a:endParaRPr>
            </a:p>
          </p:txBody>
        </p:sp>
        <p:sp>
          <p:nvSpPr>
            <p:cNvPr id="6054" name="Google Shape;6054;p172"/>
            <p:cNvSpPr txBox="1"/>
            <p:nvPr/>
          </p:nvSpPr>
          <p:spPr>
            <a:xfrm>
              <a:off x="3010099" y="84015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Out of Stock Alert &amp; Prediction</a:t>
              </a:r>
              <a:endParaRPr i="0" sz="800" u="none" cap="none" strike="noStrike">
                <a:latin typeface="Salesforce Sans"/>
                <a:ea typeface="Salesforce Sans"/>
                <a:cs typeface="Salesforce Sans"/>
                <a:sym typeface="Salesforce Sans"/>
              </a:endParaRPr>
            </a:p>
          </p:txBody>
        </p:sp>
        <p:sp>
          <p:nvSpPr>
            <p:cNvPr id="6055" name="Google Shape;6055;p172"/>
            <p:cNvSpPr txBox="1"/>
            <p:nvPr/>
          </p:nvSpPr>
          <p:spPr>
            <a:xfrm>
              <a:off x="3010099" y="8541346"/>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Fulfilment &amp; Routing Exception</a:t>
              </a:r>
              <a:endParaRPr i="0" sz="800" u="none" cap="none" strike="noStrike">
                <a:latin typeface="Salesforce Sans"/>
                <a:ea typeface="Salesforce Sans"/>
                <a:cs typeface="Salesforce Sans"/>
                <a:sym typeface="Salesforce Sans"/>
              </a:endParaRPr>
            </a:p>
          </p:txBody>
        </p:sp>
        <p:sp>
          <p:nvSpPr>
            <p:cNvPr id="6056" name="Google Shape;6056;p172"/>
            <p:cNvSpPr/>
            <p:nvPr/>
          </p:nvSpPr>
          <p:spPr>
            <a:xfrm>
              <a:off x="2874053" y="8120345"/>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57" name="Google Shape;6057;p172"/>
            <p:cNvSpPr/>
            <p:nvPr/>
          </p:nvSpPr>
          <p:spPr>
            <a:xfrm>
              <a:off x="2874053" y="82689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58" name="Google Shape;6058;p172"/>
            <p:cNvSpPr/>
            <p:nvPr/>
          </p:nvSpPr>
          <p:spPr>
            <a:xfrm>
              <a:off x="2874053" y="8420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59" name="Google Shape;6059;p172"/>
            <p:cNvSpPr/>
            <p:nvPr/>
          </p:nvSpPr>
          <p:spPr>
            <a:xfrm>
              <a:off x="2874053" y="85599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0" name="Google Shape;6060;p172"/>
            <p:cNvSpPr/>
            <p:nvPr/>
          </p:nvSpPr>
          <p:spPr>
            <a:xfrm>
              <a:off x="2874053" y="79717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1" name="Google Shape;6061;p172"/>
            <p:cNvSpPr txBox="1"/>
            <p:nvPr/>
          </p:nvSpPr>
          <p:spPr>
            <a:xfrm>
              <a:off x="3010099" y="869189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Tracking &amp; Communication</a:t>
              </a:r>
              <a:endParaRPr sz="800">
                <a:latin typeface="Salesforce Sans"/>
                <a:ea typeface="Salesforce Sans"/>
                <a:cs typeface="Salesforce Sans"/>
                <a:sym typeface="Salesforce Sans"/>
              </a:endParaRPr>
            </a:p>
          </p:txBody>
        </p:sp>
        <p:sp>
          <p:nvSpPr>
            <p:cNvPr id="6062" name="Google Shape;6062;p172"/>
            <p:cNvSpPr/>
            <p:nvPr/>
          </p:nvSpPr>
          <p:spPr>
            <a:xfrm>
              <a:off x="2874053" y="87105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63" name="Google Shape;6063;p172"/>
            <p:cNvSpPr txBox="1"/>
            <p:nvPr/>
          </p:nvSpPr>
          <p:spPr>
            <a:xfrm>
              <a:off x="3016756" y="88610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64" name="Google Shape;6064;p172"/>
            <p:cNvSpPr txBox="1"/>
            <p:nvPr/>
          </p:nvSpPr>
          <p:spPr>
            <a:xfrm>
              <a:off x="3010099" y="73528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6065" name="Google Shape;6065;p172"/>
            <p:cNvSpPr txBox="1"/>
            <p:nvPr/>
          </p:nvSpPr>
          <p:spPr>
            <a:xfrm>
              <a:off x="3010099" y="75014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Inventory Visibility &amp; Optimization</a:t>
              </a:r>
              <a:endParaRPr i="0" sz="800" u="none" cap="none" strike="noStrike">
                <a:latin typeface="Salesforce Sans"/>
                <a:ea typeface="Salesforce Sans"/>
                <a:cs typeface="Salesforce Sans"/>
                <a:sym typeface="Salesforce Sans"/>
              </a:endParaRPr>
            </a:p>
          </p:txBody>
        </p:sp>
        <p:sp>
          <p:nvSpPr>
            <p:cNvPr id="6066" name="Google Shape;6066;p172"/>
            <p:cNvSpPr txBox="1"/>
            <p:nvPr/>
          </p:nvSpPr>
          <p:spPr>
            <a:xfrm>
              <a:off x="3010099" y="76500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i="0" sz="800" u="none" cap="none" strike="noStrike">
                <a:latin typeface="Salesforce Sans"/>
                <a:ea typeface="Salesforce Sans"/>
                <a:cs typeface="Salesforce Sans"/>
                <a:sym typeface="Salesforce Sans"/>
              </a:endParaRPr>
            </a:p>
          </p:txBody>
        </p:sp>
        <p:sp>
          <p:nvSpPr>
            <p:cNvPr id="6067" name="Google Shape;6067;p172"/>
            <p:cNvSpPr txBox="1"/>
            <p:nvPr/>
          </p:nvSpPr>
          <p:spPr>
            <a:xfrm>
              <a:off x="3010099" y="78012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i="0" sz="800" u="none" cap="none" strike="noStrike">
                <a:latin typeface="Salesforce Sans"/>
                <a:ea typeface="Salesforce Sans"/>
                <a:cs typeface="Salesforce Sans"/>
                <a:sym typeface="Salesforce Sans"/>
              </a:endParaRPr>
            </a:p>
          </p:txBody>
        </p:sp>
        <p:sp>
          <p:nvSpPr>
            <p:cNvPr id="6068" name="Google Shape;6068;p172"/>
            <p:cNvSpPr/>
            <p:nvPr/>
          </p:nvSpPr>
          <p:spPr>
            <a:xfrm>
              <a:off x="2874053" y="75200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9" name="Google Shape;6069;p172"/>
            <p:cNvSpPr/>
            <p:nvPr/>
          </p:nvSpPr>
          <p:spPr>
            <a:xfrm>
              <a:off x="2874053" y="766866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70" name="Google Shape;6070;p172"/>
            <p:cNvSpPr/>
            <p:nvPr/>
          </p:nvSpPr>
          <p:spPr>
            <a:xfrm>
              <a:off x="2874053" y="78198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71" name="Google Shape;6071;p172"/>
            <p:cNvSpPr/>
            <p:nvPr/>
          </p:nvSpPr>
          <p:spPr>
            <a:xfrm>
              <a:off x="2874053" y="73714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6072" name="Google Shape;6072;p172"/>
          <p:cNvGrpSpPr/>
          <p:nvPr/>
        </p:nvGrpSpPr>
        <p:grpSpPr>
          <a:xfrm>
            <a:off x="7088611" y="1752600"/>
            <a:ext cx="5094171" cy="6865800"/>
            <a:chOff x="5821379" y="1524000"/>
            <a:chExt cx="5094171" cy="6865800"/>
          </a:xfrm>
        </p:grpSpPr>
        <p:sp>
          <p:nvSpPr>
            <p:cNvPr id="6073" name="Google Shape;6073;p172"/>
            <p:cNvSpPr txBox="1"/>
            <p:nvPr/>
          </p:nvSpPr>
          <p:spPr>
            <a:xfrm>
              <a:off x="83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6074" name="Google Shape;6074;p172"/>
            <p:cNvSpPr txBox="1"/>
            <p:nvPr/>
          </p:nvSpPr>
          <p:spPr>
            <a:xfrm>
              <a:off x="83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6075" name="Google Shape;6075;p172"/>
            <p:cNvSpPr txBox="1"/>
            <p:nvPr/>
          </p:nvSpPr>
          <p:spPr>
            <a:xfrm>
              <a:off x="83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6076" name="Google Shape;6076;p172"/>
            <p:cNvSpPr txBox="1"/>
            <p:nvPr/>
          </p:nvSpPr>
          <p:spPr>
            <a:xfrm>
              <a:off x="83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 Summarization</a:t>
              </a:r>
              <a:endParaRPr i="0" sz="800" u="none" cap="none" strike="noStrike">
                <a:latin typeface="Salesforce Sans"/>
                <a:ea typeface="Salesforce Sans"/>
                <a:cs typeface="Salesforce Sans"/>
                <a:sym typeface="Salesforce Sans"/>
              </a:endParaRPr>
            </a:p>
          </p:txBody>
        </p:sp>
        <p:sp>
          <p:nvSpPr>
            <p:cNvPr id="6077" name="Google Shape;6077;p172"/>
            <p:cNvSpPr txBox="1"/>
            <p:nvPr/>
          </p:nvSpPr>
          <p:spPr>
            <a:xfrm>
              <a:off x="83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a:t>
              </a:r>
              <a:endParaRPr i="0" sz="800" u="none" cap="none" strike="noStrike">
                <a:latin typeface="Salesforce Sans"/>
                <a:ea typeface="Salesforce Sans"/>
                <a:cs typeface="Salesforce Sans"/>
                <a:sym typeface="Salesforce Sans"/>
              </a:endParaRPr>
            </a:p>
          </p:txBody>
        </p:sp>
        <p:sp>
          <p:nvSpPr>
            <p:cNvPr id="6078" name="Google Shape;6078;p172"/>
            <p:cNvSpPr txBox="1"/>
            <p:nvPr/>
          </p:nvSpPr>
          <p:spPr>
            <a:xfrm>
              <a:off x="83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Lead Identification</a:t>
              </a:r>
              <a:endParaRPr sz="800">
                <a:latin typeface="Salesforce Sans"/>
                <a:ea typeface="Salesforce Sans"/>
                <a:cs typeface="Salesforce Sans"/>
                <a:sym typeface="Salesforce Sans"/>
              </a:endParaRPr>
            </a:p>
          </p:txBody>
        </p:sp>
        <p:sp>
          <p:nvSpPr>
            <p:cNvPr id="6079" name="Google Shape;6079;p172"/>
            <p:cNvSpPr/>
            <p:nvPr/>
          </p:nvSpPr>
          <p:spPr>
            <a:xfrm>
              <a:off x="8227103" y="17868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0" name="Google Shape;6080;p172"/>
            <p:cNvSpPr txBox="1"/>
            <p:nvPr/>
          </p:nvSpPr>
          <p:spPr>
            <a:xfrm>
              <a:off x="8363150" y="1923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a:latin typeface="Salesforce Sans"/>
                <a:ea typeface="Salesforce Sans"/>
                <a:cs typeface="Salesforce Sans"/>
                <a:sym typeface="Salesforce Sans"/>
              </a:endParaRPr>
            </a:p>
          </p:txBody>
        </p:sp>
        <p:sp>
          <p:nvSpPr>
            <p:cNvPr id="6081" name="Google Shape;6081;p172"/>
            <p:cNvSpPr/>
            <p:nvPr/>
          </p:nvSpPr>
          <p:spPr>
            <a:xfrm>
              <a:off x="8227103" y="19418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82" name="Google Shape;6082;p172"/>
            <p:cNvSpPr txBox="1"/>
            <p:nvPr/>
          </p:nvSpPr>
          <p:spPr>
            <a:xfrm>
              <a:off x="83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Forecast to Opportunity</a:t>
              </a:r>
              <a:endParaRPr sz="800">
                <a:latin typeface="Salesforce Sans"/>
                <a:ea typeface="Salesforce Sans"/>
                <a:cs typeface="Salesforce Sans"/>
                <a:sym typeface="Salesforce Sans"/>
              </a:endParaRPr>
            </a:p>
          </p:txBody>
        </p:sp>
        <p:sp>
          <p:nvSpPr>
            <p:cNvPr id="6083" name="Google Shape;6083;p172"/>
            <p:cNvSpPr/>
            <p:nvPr/>
          </p:nvSpPr>
          <p:spPr>
            <a:xfrm>
              <a:off x="8227103" y="209685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4" name="Google Shape;6084;p172"/>
            <p:cNvSpPr txBox="1"/>
            <p:nvPr/>
          </p:nvSpPr>
          <p:spPr>
            <a:xfrm>
              <a:off x="83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a:latin typeface="Salesforce Sans"/>
                <a:ea typeface="Salesforce Sans"/>
                <a:cs typeface="Salesforce Sans"/>
                <a:sym typeface="Salesforce Sans"/>
              </a:endParaRPr>
            </a:p>
          </p:txBody>
        </p:sp>
        <p:sp>
          <p:nvSpPr>
            <p:cNvPr id="6085" name="Google Shape;6085;p172"/>
            <p:cNvSpPr/>
            <p:nvPr/>
          </p:nvSpPr>
          <p:spPr>
            <a:xfrm>
              <a:off x="8227103" y="22576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6" name="Google Shape;6086;p172"/>
            <p:cNvSpPr/>
            <p:nvPr/>
          </p:nvSpPr>
          <p:spPr>
            <a:xfrm>
              <a:off x="8227103" y="256710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7" name="Google Shape;6087;p172"/>
            <p:cNvSpPr/>
            <p:nvPr/>
          </p:nvSpPr>
          <p:spPr>
            <a:xfrm>
              <a:off x="8227103" y="27157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88" name="Google Shape;6088;p172"/>
            <p:cNvSpPr/>
            <p:nvPr/>
          </p:nvSpPr>
          <p:spPr>
            <a:xfrm>
              <a:off x="8227103" y="28669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9" name="Google Shape;6089;p172"/>
            <p:cNvSpPr/>
            <p:nvPr/>
          </p:nvSpPr>
          <p:spPr>
            <a:xfrm>
              <a:off x="8227103" y="30067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90" name="Google Shape;6090;p172"/>
            <p:cNvSpPr/>
            <p:nvPr/>
          </p:nvSpPr>
          <p:spPr>
            <a:xfrm>
              <a:off x="8227103" y="24184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91" name="Google Shape;6091;p172"/>
            <p:cNvSpPr txBox="1"/>
            <p:nvPr/>
          </p:nvSpPr>
          <p:spPr>
            <a:xfrm>
              <a:off x="582137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092" name="Google Shape;6092;p172"/>
            <p:cNvSpPr txBox="1"/>
            <p:nvPr/>
          </p:nvSpPr>
          <p:spPr>
            <a:xfrm>
              <a:off x="702114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093" name="Google Shape;6093;p172"/>
            <p:cNvGrpSpPr/>
            <p:nvPr/>
          </p:nvGrpSpPr>
          <p:grpSpPr>
            <a:xfrm>
              <a:off x="5840990" y="1793656"/>
              <a:ext cx="952541" cy="449700"/>
              <a:chOff x="5812280" y="1793656"/>
              <a:chExt cx="952541" cy="449700"/>
            </a:xfrm>
          </p:grpSpPr>
          <p:sp>
            <p:nvSpPr>
              <p:cNvPr id="6094" name="Google Shape;6094;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95" name="Google Shape;6095;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Marketing</a:t>
                </a:r>
                <a:endParaRPr sz="900">
                  <a:solidFill>
                    <a:srgbClr val="FFFFFF"/>
                  </a:solidFill>
                  <a:latin typeface="Avant Garde Demi SFDC"/>
                  <a:ea typeface="Avant Garde Demi SFDC"/>
                  <a:cs typeface="Avant Garde Demi SFDC"/>
                  <a:sym typeface="Avant Garde Demi SFDC"/>
                </a:endParaRPr>
              </a:p>
            </p:txBody>
          </p:sp>
        </p:grpSp>
        <p:sp>
          <p:nvSpPr>
            <p:cNvPr id="6096" name="Google Shape;6096;p172"/>
            <p:cNvSpPr txBox="1"/>
            <p:nvPr/>
          </p:nvSpPr>
          <p:spPr>
            <a:xfrm>
              <a:off x="83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097" name="Google Shape;6097;p172"/>
            <p:cNvSpPr txBox="1"/>
            <p:nvPr/>
          </p:nvSpPr>
          <p:spPr>
            <a:xfrm>
              <a:off x="7021140" y="1771825"/>
              <a:ext cx="1022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Sales &amp; Marketing </a:t>
              </a:r>
              <a:endParaRPr b="1" sz="900">
                <a:solidFill>
                  <a:srgbClr val="066AFE"/>
                </a:solidFill>
                <a:latin typeface="Salesforce Sans"/>
                <a:ea typeface="Salesforce Sans"/>
                <a:cs typeface="Salesforce Sans"/>
                <a:sym typeface="Salesforce Sans"/>
              </a:endParaRPr>
            </a:p>
          </p:txBody>
        </p:sp>
        <p:sp>
          <p:nvSpPr>
            <p:cNvPr id="6098" name="Google Shape;6098;p172"/>
            <p:cNvSpPr txBox="1"/>
            <p:nvPr/>
          </p:nvSpPr>
          <p:spPr>
            <a:xfrm>
              <a:off x="83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Briefings: Podcasts</a:t>
              </a:r>
              <a:endParaRPr i="0" sz="800" u="none" cap="none" strike="noStrike">
                <a:latin typeface="Salesforce Sans"/>
                <a:ea typeface="Salesforce Sans"/>
                <a:cs typeface="Salesforce Sans"/>
                <a:sym typeface="Salesforce Sans"/>
              </a:endParaRPr>
            </a:p>
          </p:txBody>
        </p:sp>
        <p:sp>
          <p:nvSpPr>
            <p:cNvPr id="6099" name="Google Shape;6099;p172"/>
            <p:cNvSpPr/>
            <p:nvPr/>
          </p:nvSpPr>
          <p:spPr>
            <a:xfrm>
              <a:off x="8227103" y="31572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00" name="Google Shape;6100;p172"/>
            <p:cNvSpPr txBox="1"/>
            <p:nvPr/>
          </p:nvSpPr>
          <p:spPr>
            <a:xfrm>
              <a:off x="8363151" y="328686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Orchestration</a:t>
              </a:r>
              <a:endParaRPr i="0" sz="800" u="none" cap="none" strike="noStrike">
                <a:latin typeface="Salesforce Sans"/>
                <a:ea typeface="Salesforce Sans"/>
                <a:cs typeface="Salesforce Sans"/>
                <a:sym typeface="Salesforce Sans"/>
              </a:endParaRPr>
            </a:p>
          </p:txBody>
        </p:sp>
        <p:sp>
          <p:nvSpPr>
            <p:cNvPr id="6101" name="Google Shape;6101;p172"/>
            <p:cNvSpPr txBox="1"/>
            <p:nvPr/>
          </p:nvSpPr>
          <p:spPr>
            <a:xfrm>
              <a:off x="8363151" y="3435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to Sales Alignment</a:t>
              </a:r>
              <a:endParaRPr i="0" sz="800" u="none" cap="none" strike="noStrike">
                <a:latin typeface="Salesforce Sans"/>
                <a:ea typeface="Salesforce Sans"/>
                <a:cs typeface="Salesforce Sans"/>
                <a:sym typeface="Salesforce Sans"/>
              </a:endParaRPr>
            </a:p>
          </p:txBody>
        </p:sp>
        <p:sp>
          <p:nvSpPr>
            <p:cNvPr id="6102" name="Google Shape;6102;p172"/>
            <p:cNvSpPr txBox="1"/>
            <p:nvPr/>
          </p:nvSpPr>
          <p:spPr>
            <a:xfrm>
              <a:off x="8363151" y="35840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Spend Optimization</a:t>
              </a:r>
              <a:endParaRPr i="0" sz="800" u="none" cap="none" strike="noStrike">
                <a:latin typeface="Salesforce Sans"/>
                <a:ea typeface="Salesforce Sans"/>
                <a:cs typeface="Salesforce Sans"/>
                <a:sym typeface="Salesforce Sans"/>
              </a:endParaRPr>
            </a:p>
          </p:txBody>
        </p:sp>
        <p:sp>
          <p:nvSpPr>
            <p:cNvPr id="6103" name="Google Shape;6103;p172"/>
            <p:cNvSpPr txBox="1"/>
            <p:nvPr/>
          </p:nvSpPr>
          <p:spPr>
            <a:xfrm>
              <a:off x="8363151" y="37352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Product Launch Marketing</a:t>
              </a:r>
              <a:endParaRPr i="0" sz="800" u="none" cap="none" strike="noStrike">
                <a:latin typeface="Salesforce Sans"/>
                <a:ea typeface="Salesforce Sans"/>
                <a:cs typeface="Salesforce Sans"/>
                <a:sym typeface="Salesforce Sans"/>
              </a:endParaRPr>
            </a:p>
          </p:txBody>
        </p:sp>
        <p:sp>
          <p:nvSpPr>
            <p:cNvPr id="6104" name="Google Shape;6104;p172"/>
            <p:cNvSpPr txBox="1"/>
            <p:nvPr/>
          </p:nvSpPr>
          <p:spPr>
            <a:xfrm>
              <a:off x="8363149" y="38750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Performance Intelligence</a:t>
              </a:r>
              <a:endParaRPr i="0" sz="800" u="none" cap="none" strike="noStrike">
                <a:latin typeface="Salesforce Sans"/>
                <a:ea typeface="Salesforce Sans"/>
                <a:cs typeface="Salesforce Sans"/>
                <a:sym typeface="Salesforce Sans"/>
              </a:endParaRPr>
            </a:p>
          </p:txBody>
        </p:sp>
        <p:sp>
          <p:nvSpPr>
            <p:cNvPr id="6105" name="Google Shape;6105;p172"/>
            <p:cNvSpPr/>
            <p:nvPr/>
          </p:nvSpPr>
          <p:spPr>
            <a:xfrm>
              <a:off x="8227103" y="34540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6" name="Google Shape;6106;p172"/>
            <p:cNvSpPr/>
            <p:nvPr/>
          </p:nvSpPr>
          <p:spPr>
            <a:xfrm>
              <a:off x="8227103" y="3602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07" name="Google Shape;6107;p172"/>
            <p:cNvSpPr/>
            <p:nvPr/>
          </p:nvSpPr>
          <p:spPr>
            <a:xfrm>
              <a:off x="8227103" y="37538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8" name="Google Shape;6108;p172"/>
            <p:cNvSpPr/>
            <p:nvPr/>
          </p:nvSpPr>
          <p:spPr>
            <a:xfrm>
              <a:off x="8227103" y="38936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9" name="Google Shape;6109;p172"/>
            <p:cNvSpPr/>
            <p:nvPr/>
          </p:nvSpPr>
          <p:spPr>
            <a:xfrm>
              <a:off x="8227103" y="33054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0" name="Google Shape;6110;p172"/>
            <p:cNvSpPr txBox="1"/>
            <p:nvPr/>
          </p:nvSpPr>
          <p:spPr>
            <a:xfrm>
              <a:off x="8363151" y="40256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Insights</a:t>
              </a:r>
              <a:endParaRPr i="0" sz="800" u="none" cap="none" strike="noStrike">
                <a:latin typeface="Salesforce Sans"/>
                <a:ea typeface="Salesforce Sans"/>
                <a:cs typeface="Salesforce Sans"/>
                <a:sym typeface="Salesforce Sans"/>
              </a:endParaRPr>
            </a:p>
          </p:txBody>
        </p:sp>
        <p:sp>
          <p:nvSpPr>
            <p:cNvPr id="6111" name="Google Shape;6111;p172"/>
            <p:cNvSpPr txBox="1"/>
            <p:nvPr/>
          </p:nvSpPr>
          <p:spPr>
            <a:xfrm>
              <a:off x="8363149" y="417683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112" name="Google Shape;6112;p172"/>
            <p:cNvSpPr txBox="1"/>
            <p:nvPr/>
          </p:nvSpPr>
          <p:spPr>
            <a:xfrm>
              <a:off x="8363149" y="431661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Creative Strategy &amp; Briefing </a:t>
              </a:r>
              <a:endParaRPr i="0" sz="800" u="none" cap="none" strike="noStrike">
                <a:latin typeface="Salesforce Sans"/>
                <a:ea typeface="Salesforce Sans"/>
                <a:cs typeface="Salesforce Sans"/>
                <a:sym typeface="Salesforce Sans"/>
              </a:endParaRPr>
            </a:p>
          </p:txBody>
        </p:sp>
        <p:sp>
          <p:nvSpPr>
            <p:cNvPr id="6113" name="Google Shape;6113;p172"/>
            <p:cNvSpPr/>
            <p:nvPr/>
          </p:nvSpPr>
          <p:spPr>
            <a:xfrm>
              <a:off x="8227103" y="404422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14" name="Google Shape;6114;p172"/>
            <p:cNvSpPr/>
            <p:nvPr/>
          </p:nvSpPr>
          <p:spPr>
            <a:xfrm>
              <a:off x="8227103" y="419543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5" name="Google Shape;6115;p172"/>
            <p:cNvSpPr/>
            <p:nvPr/>
          </p:nvSpPr>
          <p:spPr>
            <a:xfrm>
              <a:off x="8227103" y="433522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6" name="Google Shape;6116;p172"/>
            <p:cNvSpPr txBox="1"/>
            <p:nvPr/>
          </p:nvSpPr>
          <p:spPr>
            <a:xfrm>
              <a:off x="8363152" y="4542363"/>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6117" name="Google Shape;6117;p172"/>
            <p:cNvSpPr txBox="1"/>
            <p:nvPr/>
          </p:nvSpPr>
          <p:spPr>
            <a:xfrm>
              <a:off x="8363150" y="4690962"/>
              <a:ext cx="2326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6118" name="Google Shape;6118;p172"/>
            <p:cNvSpPr txBox="1"/>
            <p:nvPr/>
          </p:nvSpPr>
          <p:spPr>
            <a:xfrm>
              <a:off x="8363150" y="4839585"/>
              <a:ext cx="2552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Recovery &amp; Follow Up</a:t>
              </a:r>
              <a:endParaRPr i="0" sz="800" u="none" cap="none" strike="noStrike">
                <a:latin typeface="Salesforce Sans"/>
                <a:ea typeface="Salesforce Sans"/>
                <a:cs typeface="Salesforce Sans"/>
                <a:sym typeface="Salesforce Sans"/>
              </a:endParaRPr>
            </a:p>
          </p:txBody>
        </p:sp>
        <p:sp>
          <p:nvSpPr>
            <p:cNvPr id="6119" name="Google Shape;6119;p172"/>
            <p:cNvSpPr txBox="1"/>
            <p:nvPr/>
          </p:nvSpPr>
          <p:spPr>
            <a:xfrm>
              <a:off x="8363150" y="4990782"/>
              <a:ext cx="2521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Health &amp; Retention</a:t>
              </a:r>
              <a:endParaRPr i="0" sz="800" u="none" cap="none" strike="noStrike">
                <a:latin typeface="Salesforce Sans"/>
                <a:ea typeface="Salesforce Sans"/>
                <a:cs typeface="Salesforce Sans"/>
                <a:sym typeface="Salesforce Sans"/>
              </a:endParaRPr>
            </a:p>
          </p:txBody>
        </p:sp>
        <p:sp>
          <p:nvSpPr>
            <p:cNvPr id="6120" name="Google Shape;6120;p172"/>
            <p:cNvSpPr txBox="1"/>
            <p:nvPr/>
          </p:nvSpPr>
          <p:spPr>
            <a:xfrm>
              <a:off x="8363152" y="5130571"/>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Preventative Service Scheduling</a:t>
              </a:r>
              <a:endParaRPr i="0" sz="800" u="none" cap="none" strike="noStrike">
                <a:latin typeface="Salesforce Sans"/>
                <a:ea typeface="Salesforce Sans"/>
                <a:cs typeface="Salesforce Sans"/>
                <a:sym typeface="Salesforce Sans"/>
              </a:endParaRPr>
            </a:p>
          </p:txBody>
        </p:sp>
        <p:sp>
          <p:nvSpPr>
            <p:cNvPr id="6121" name="Google Shape;6121;p172"/>
            <p:cNvSpPr/>
            <p:nvPr/>
          </p:nvSpPr>
          <p:spPr>
            <a:xfrm>
              <a:off x="8227103" y="4709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2" name="Google Shape;6122;p172"/>
            <p:cNvSpPr/>
            <p:nvPr/>
          </p:nvSpPr>
          <p:spPr>
            <a:xfrm>
              <a:off x="8227103" y="48581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23" name="Google Shape;6123;p172"/>
            <p:cNvSpPr/>
            <p:nvPr/>
          </p:nvSpPr>
          <p:spPr>
            <a:xfrm>
              <a:off x="8227103" y="50093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4" name="Google Shape;6124;p172"/>
            <p:cNvSpPr/>
            <p:nvPr/>
          </p:nvSpPr>
          <p:spPr>
            <a:xfrm>
              <a:off x="8227103" y="51491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5" name="Google Shape;6125;p172"/>
            <p:cNvSpPr/>
            <p:nvPr/>
          </p:nvSpPr>
          <p:spPr>
            <a:xfrm>
              <a:off x="8227103" y="4560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6" name="Google Shape;6126;p172"/>
            <p:cNvSpPr txBox="1"/>
            <p:nvPr/>
          </p:nvSpPr>
          <p:spPr>
            <a:xfrm>
              <a:off x="8363152" y="5281115"/>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6127" name="Google Shape;6127;p172"/>
            <p:cNvSpPr/>
            <p:nvPr/>
          </p:nvSpPr>
          <p:spPr>
            <a:xfrm>
              <a:off x="8227103" y="529972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28" name="Google Shape;6128;p172"/>
            <p:cNvSpPr txBox="1"/>
            <p:nvPr/>
          </p:nvSpPr>
          <p:spPr>
            <a:xfrm>
              <a:off x="8363149" y="55072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Triage &amp; Dispatch</a:t>
              </a:r>
              <a:endParaRPr i="0" sz="800" u="none" cap="none" strike="noStrike">
                <a:latin typeface="Salesforce Sans"/>
                <a:ea typeface="Salesforce Sans"/>
                <a:cs typeface="Salesforce Sans"/>
                <a:sym typeface="Salesforce Sans"/>
              </a:endParaRPr>
            </a:p>
          </p:txBody>
        </p:sp>
        <p:sp>
          <p:nvSpPr>
            <p:cNvPr id="6129" name="Google Shape;6129;p172"/>
            <p:cNvSpPr txBox="1"/>
            <p:nvPr/>
          </p:nvSpPr>
          <p:spPr>
            <a:xfrm>
              <a:off x="8363149" y="56558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6130" name="Google Shape;6130;p172"/>
            <p:cNvSpPr txBox="1"/>
            <p:nvPr/>
          </p:nvSpPr>
          <p:spPr>
            <a:xfrm>
              <a:off x="8363149" y="58044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Diagnostics</a:t>
              </a:r>
              <a:endParaRPr i="0" sz="800" u="none" cap="none" strike="noStrike">
                <a:latin typeface="Salesforce Sans"/>
                <a:ea typeface="Salesforce Sans"/>
                <a:cs typeface="Salesforce Sans"/>
                <a:sym typeface="Salesforce Sans"/>
              </a:endParaRPr>
            </a:p>
          </p:txBody>
        </p:sp>
        <p:sp>
          <p:nvSpPr>
            <p:cNvPr id="6131" name="Google Shape;6131;p172"/>
            <p:cNvSpPr txBox="1"/>
            <p:nvPr/>
          </p:nvSpPr>
          <p:spPr>
            <a:xfrm>
              <a:off x="8363149" y="59556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Technical Copilot</a:t>
              </a:r>
              <a:endParaRPr i="0" sz="800" u="none" cap="none" strike="noStrike">
                <a:latin typeface="Salesforce Sans"/>
                <a:ea typeface="Salesforce Sans"/>
                <a:cs typeface="Salesforce Sans"/>
                <a:sym typeface="Salesforce Sans"/>
              </a:endParaRPr>
            </a:p>
          </p:txBody>
        </p:sp>
        <p:sp>
          <p:nvSpPr>
            <p:cNvPr id="6132" name="Google Shape;6132;p172"/>
            <p:cNvSpPr txBox="1"/>
            <p:nvPr/>
          </p:nvSpPr>
          <p:spPr>
            <a:xfrm>
              <a:off x="8363149" y="60954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Parts &amp; Inventory Coordination</a:t>
              </a:r>
              <a:endParaRPr i="0" sz="800" u="none" cap="none" strike="noStrike">
                <a:latin typeface="Salesforce Sans"/>
                <a:ea typeface="Salesforce Sans"/>
                <a:cs typeface="Salesforce Sans"/>
                <a:sym typeface="Salesforce Sans"/>
              </a:endParaRPr>
            </a:p>
          </p:txBody>
        </p:sp>
        <p:sp>
          <p:nvSpPr>
            <p:cNvPr id="6133" name="Google Shape;6133;p172"/>
            <p:cNvSpPr/>
            <p:nvPr/>
          </p:nvSpPr>
          <p:spPr>
            <a:xfrm>
              <a:off x="8227103" y="56744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4" name="Google Shape;6134;p172"/>
            <p:cNvSpPr/>
            <p:nvPr/>
          </p:nvSpPr>
          <p:spPr>
            <a:xfrm>
              <a:off x="8227103" y="582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35" name="Google Shape;6135;p172"/>
            <p:cNvSpPr/>
            <p:nvPr/>
          </p:nvSpPr>
          <p:spPr>
            <a:xfrm>
              <a:off x="8227103" y="59742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6" name="Google Shape;6136;p172"/>
            <p:cNvSpPr/>
            <p:nvPr/>
          </p:nvSpPr>
          <p:spPr>
            <a:xfrm>
              <a:off x="8227103" y="6114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7" name="Google Shape;6137;p172"/>
            <p:cNvSpPr/>
            <p:nvPr/>
          </p:nvSpPr>
          <p:spPr>
            <a:xfrm>
              <a:off x="8227103" y="55258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8" name="Google Shape;6138;p172"/>
            <p:cNvSpPr txBox="1"/>
            <p:nvPr/>
          </p:nvSpPr>
          <p:spPr>
            <a:xfrm>
              <a:off x="8363149" y="624600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Installed Base Intelligence</a:t>
              </a:r>
              <a:endParaRPr sz="800">
                <a:latin typeface="Salesforce Sans"/>
                <a:ea typeface="Salesforce Sans"/>
                <a:cs typeface="Salesforce Sans"/>
                <a:sym typeface="Salesforce Sans"/>
              </a:endParaRPr>
            </a:p>
          </p:txBody>
        </p:sp>
        <p:sp>
          <p:nvSpPr>
            <p:cNvPr id="6139" name="Google Shape;6139;p172"/>
            <p:cNvSpPr/>
            <p:nvPr/>
          </p:nvSpPr>
          <p:spPr>
            <a:xfrm>
              <a:off x="8227103" y="62646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40" name="Google Shape;6140;p172"/>
            <p:cNvSpPr txBox="1"/>
            <p:nvPr/>
          </p:nvSpPr>
          <p:spPr>
            <a:xfrm>
              <a:off x="8363150" y="767349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S&amp;OP Orchestration</a:t>
              </a:r>
              <a:endParaRPr i="0" sz="800" u="none" cap="none" strike="noStrike">
                <a:latin typeface="Salesforce Sans"/>
                <a:ea typeface="Salesforce Sans"/>
                <a:cs typeface="Salesforce Sans"/>
                <a:sym typeface="Salesforce Sans"/>
              </a:endParaRPr>
            </a:p>
          </p:txBody>
        </p:sp>
        <p:sp>
          <p:nvSpPr>
            <p:cNvPr id="6141" name="Google Shape;6141;p172"/>
            <p:cNvSpPr txBox="1"/>
            <p:nvPr/>
          </p:nvSpPr>
          <p:spPr>
            <a:xfrm>
              <a:off x="8363150" y="7822104"/>
              <a:ext cx="1644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Spare Parts Readiness</a:t>
              </a:r>
              <a:endParaRPr i="0" sz="800" u="none" cap="none" strike="noStrike">
                <a:latin typeface="Salesforce Sans"/>
                <a:ea typeface="Salesforce Sans"/>
                <a:cs typeface="Salesforce Sans"/>
                <a:sym typeface="Salesforce Sans"/>
              </a:endParaRPr>
            </a:p>
          </p:txBody>
        </p:sp>
        <p:sp>
          <p:nvSpPr>
            <p:cNvPr id="6142" name="Google Shape;6142;p172"/>
            <p:cNvSpPr txBox="1"/>
            <p:nvPr/>
          </p:nvSpPr>
          <p:spPr>
            <a:xfrm>
              <a:off x="8363150" y="7970706"/>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Cold Chain Compliance</a:t>
              </a:r>
              <a:endParaRPr i="0" sz="800" u="none" cap="none" strike="noStrike">
                <a:latin typeface="Salesforce Sans"/>
                <a:ea typeface="Salesforce Sans"/>
                <a:cs typeface="Salesforce Sans"/>
                <a:sym typeface="Salesforce Sans"/>
              </a:endParaRPr>
            </a:p>
          </p:txBody>
        </p:sp>
        <p:sp>
          <p:nvSpPr>
            <p:cNvPr id="6143" name="Google Shape;6143;p172"/>
            <p:cNvSpPr txBox="1"/>
            <p:nvPr/>
          </p:nvSpPr>
          <p:spPr>
            <a:xfrm>
              <a:off x="8363150" y="81219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Execution</a:t>
              </a:r>
              <a:endParaRPr i="0" sz="800" u="none" cap="none" strike="noStrike">
                <a:latin typeface="Salesforce Sans"/>
                <a:ea typeface="Salesforce Sans"/>
                <a:cs typeface="Salesforce Sans"/>
                <a:sym typeface="Salesforce Sans"/>
              </a:endParaRPr>
            </a:p>
          </p:txBody>
        </p:sp>
        <p:sp>
          <p:nvSpPr>
            <p:cNvPr id="6144" name="Google Shape;6144;p172"/>
            <p:cNvSpPr txBox="1"/>
            <p:nvPr/>
          </p:nvSpPr>
          <p:spPr>
            <a:xfrm>
              <a:off x="8363150" y="82617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a:t>
              </a:r>
              <a:endParaRPr i="0" sz="800" u="none" cap="none" strike="noStrike">
                <a:latin typeface="Salesforce Sans"/>
                <a:ea typeface="Salesforce Sans"/>
                <a:cs typeface="Salesforce Sans"/>
                <a:sym typeface="Salesforce Sans"/>
              </a:endParaRPr>
            </a:p>
          </p:txBody>
        </p:sp>
        <p:sp>
          <p:nvSpPr>
            <p:cNvPr id="6145" name="Google Shape;6145;p172"/>
            <p:cNvSpPr/>
            <p:nvPr/>
          </p:nvSpPr>
          <p:spPr>
            <a:xfrm>
              <a:off x="8227103" y="78406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6" name="Google Shape;6146;p172"/>
            <p:cNvSpPr/>
            <p:nvPr/>
          </p:nvSpPr>
          <p:spPr>
            <a:xfrm>
              <a:off x="8227103" y="79893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47" name="Google Shape;6147;p172"/>
            <p:cNvSpPr/>
            <p:nvPr/>
          </p:nvSpPr>
          <p:spPr>
            <a:xfrm>
              <a:off x="8227103" y="8140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8" name="Google Shape;6148;p172"/>
            <p:cNvSpPr/>
            <p:nvPr/>
          </p:nvSpPr>
          <p:spPr>
            <a:xfrm>
              <a:off x="8227103" y="82803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9" name="Google Shape;6149;p172"/>
            <p:cNvSpPr/>
            <p:nvPr/>
          </p:nvSpPr>
          <p:spPr>
            <a:xfrm>
              <a:off x="8227103" y="76920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0" name="Google Shape;6150;p172"/>
            <p:cNvSpPr txBox="1"/>
            <p:nvPr/>
          </p:nvSpPr>
          <p:spPr>
            <a:xfrm>
              <a:off x="8363150" y="707320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151" name="Google Shape;6151;p172"/>
            <p:cNvSpPr txBox="1"/>
            <p:nvPr/>
          </p:nvSpPr>
          <p:spPr>
            <a:xfrm>
              <a:off x="8363150" y="72218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Manufacturing Planning</a:t>
              </a:r>
              <a:endParaRPr i="0" sz="800" u="none" cap="none" strike="noStrike">
                <a:latin typeface="Salesforce Sans"/>
                <a:ea typeface="Salesforce Sans"/>
                <a:cs typeface="Salesforce Sans"/>
                <a:sym typeface="Salesforce Sans"/>
              </a:endParaRPr>
            </a:p>
          </p:txBody>
        </p:sp>
        <p:sp>
          <p:nvSpPr>
            <p:cNvPr id="6152" name="Google Shape;6152;p172"/>
            <p:cNvSpPr txBox="1"/>
            <p:nvPr/>
          </p:nvSpPr>
          <p:spPr>
            <a:xfrm>
              <a:off x="8363150" y="737041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6153" name="Google Shape;6153;p172"/>
            <p:cNvSpPr txBox="1"/>
            <p:nvPr/>
          </p:nvSpPr>
          <p:spPr>
            <a:xfrm>
              <a:off x="8363150" y="75216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Logistics Coordination</a:t>
              </a:r>
              <a:endParaRPr i="0" sz="800" u="none" cap="none" strike="noStrike">
                <a:latin typeface="Salesforce Sans"/>
                <a:ea typeface="Salesforce Sans"/>
                <a:cs typeface="Salesforce Sans"/>
                <a:sym typeface="Salesforce Sans"/>
              </a:endParaRPr>
            </a:p>
          </p:txBody>
        </p:sp>
        <p:sp>
          <p:nvSpPr>
            <p:cNvPr id="6154" name="Google Shape;6154;p172"/>
            <p:cNvSpPr/>
            <p:nvPr/>
          </p:nvSpPr>
          <p:spPr>
            <a:xfrm>
              <a:off x="8227103" y="72404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5" name="Google Shape;6155;p172"/>
            <p:cNvSpPr/>
            <p:nvPr/>
          </p:nvSpPr>
          <p:spPr>
            <a:xfrm>
              <a:off x="8227103" y="73890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56" name="Google Shape;6156;p172"/>
            <p:cNvSpPr/>
            <p:nvPr/>
          </p:nvSpPr>
          <p:spPr>
            <a:xfrm>
              <a:off x="8227103" y="75402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7" name="Google Shape;6157;p172"/>
            <p:cNvSpPr/>
            <p:nvPr/>
          </p:nvSpPr>
          <p:spPr>
            <a:xfrm>
              <a:off x="8227103" y="709179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158" name="Google Shape;6158;p172"/>
            <p:cNvGrpSpPr/>
            <p:nvPr/>
          </p:nvGrpSpPr>
          <p:grpSpPr>
            <a:xfrm>
              <a:off x="5840990" y="4576768"/>
              <a:ext cx="952541" cy="449700"/>
              <a:chOff x="5812280" y="1793656"/>
              <a:chExt cx="952541" cy="449700"/>
            </a:xfrm>
          </p:grpSpPr>
          <p:sp>
            <p:nvSpPr>
              <p:cNvPr id="6159" name="Google Shape;6159;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160" name="Google Shape;6160;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a:t>
                </a:r>
                <a:endParaRPr sz="900">
                  <a:solidFill>
                    <a:srgbClr val="FFFFFF"/>
                  </a:solidFill>
                  <a:latin typeface="Avant Garde Demi SFDC"/>
                  <a:ea typeface="Avant Garde Demi SFDC"/>
                  <a:cs typeface="Avant Garde Demi SFDC"/>
                  <a:sym typeface="Avant Garde Demi SFDC"/>
                </a:endParaRPr>
              </a:p>
            </p:txBody>
          </p:sp>
        </p:grpSp>
        <p:grpSp>
          <p:nvGrpSpPr>
            <p:cNvPr id="6161" name="Google Shape;6161;p172"/>
            <p:cNvGrpSpPr/>
            <p:nvPr/>
          </p:nvGrpSpPr>
          <p:grpSpPr>
            <a:xfrm>
              <a:off x="5840990" y="7099131"/>
              <a:ext cx="952541" cy="449700"/>
              <a:chOff x="5812280" y="1793656"/>
              <a:chExt cx="952541" cy="449700"/>
            </a:xfrm>
          </p:grpSpPr>
          <p:sp>
            <p:nvSpPr>
              <p:cNvPr id="6162" name="Google Shape;616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163" name="Google Shape;616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6164" name="Google Shape;6164;p172"/>
            <p:cNvSpPr txBox="1"/>
            <p:nvPr/>
          </p:nvSpPr>
          <p:spPr>
            <a:xfrm>
              <a:off x="7021140" y="4547262"/>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Post Sales &amp;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5" name="Google Shape;6165;p172"/>
            <p:cNvSpPr txBox="1"/>
            <p:nvPr/>
          </p:nvSpPr>
          <p:spPr>
            <a:xfrm>
              <a:off x="7021140" y="551477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Technical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6" name="Google Shape;6166;p172"/>
            <p:cNvSpPr txBox="1"/>
            <p:nvPr/>
          </p:nvSpPr>
          <p:spPr>
            <a:xfrm>
              <a:off x="7021140" y="7071050"/>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Manufacturing, Supply Chain &amp; Logistics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7" name="Google Shape;6167;p172"/>
            <p:cNvSpPr txBox="1"/>
            <p:nvPr/>
          </p:nvSpPr>
          <p:spPr>
            <a:xfrm>
              <a:off x="8363149" y="64058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Service Documentation</a:t>
              </a:r>
              <a:endParaRPr i="0" sz="800" u="none" cap="none" strike="noStrike">
                <a:latin typeface="Salesforce Sans"/>
                <a:ea typeface="Salesforce Sans"/>
                <a:cs typeface="Salesforce Sans"/>
                <a:sym typeface="Salesforce Sans"/>
              </a:endParaRPr>
            </a:p>
          </p:txBody>
        </p:sp>
        <p:sp>
          <p:nvSpPr>
            <p:cNvPr id="6168" name="Google Shape;6168;p172"/>
            <p:cNvSpPr txBox="1"/>
            <p:nvPr/>
          </p:nvSpPr>
          <p:spPr>
            <a:xfrm>
              <a:off x="8363149" y="65570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Experience</a:t>
              </a:r>
              <a:endParaRPr i="0" sz="800" u="none" cap="none" strike="noStrike">
                <a:latin typeface="Salesforce Sans"/>
                <a:ea typeface="Salesforce Sans"/>
                <a:cs typeface="Salesforce Sans"/>
                <a:sym typeface="Salesforce Sans"/>
              </a:endParaRPr>
            </a:p>
          </p:txBody>
        </p:sp>
        <p:sp>
          <p:nvSpPr>
            <p:cNvPr id="6169" name="Google Shape;6169;p172"/>
            <p:cNvSpPr txBox="1"/>
            <p:nvPr/>
          </p:nvSpPr>
          <p:spPr>
            <a:xfrm>
              <a:off x="8363150" y="669685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&amp; Service Contract</a:t>
              </a:r>
              <a:endParaRPr i="0" sz="800" u="none" cap="none" strike="noStrike">
                <a:latin typeface="Salesforce Sans"/>
                <a:ea typeface="Salesforce Sans"/>
                <a:cs typeface="Salesforce Sans"/>
                <a:sym typeface="Salesforce Sans"/>
              </a:endParaRPr>
            </a:p>
          </p:txBody>
        </p:sp>
        <p:sp>
          <p:nvSpPr>
            <p:cNvPr id="6170" name="Google Shape;6170;p172"/>
            <p:cNvSpPr/>
            <p:nvPr/>
          </p:nvSpPr>
          <p:spPr>
            <a:xfrm>
              <a:off x="8227103" y="64244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71" name="Google Shape;6171;p172"/>
            <p:cNvSpPr/>
            <p:nvPr/>
          </p:nvSpPr>
          <p:spPr>
            <a:xfrm>
              <a:off x="8227103" y="657566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72" name="Google Shape;6172;p172"/>
            <p:cNvSpPr/>
            <p:nvPr/>
          </p:nvSpPr>
          <p:spPr>
            <a:xfrm>
              <a:off x="8227103" y="67154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73" name="Google Shape;6173;p172"/>
            <p:cNvSpPr txBox="1"/>
            <p:nvPr/>
          </p:nvSpPr>
          <p:spPr>
            <a:xfrm>
              <a:off x="8363150" y="684739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&amp; Safety Action</a:t>
              </a:r>
              <a:endParaRPr sz="800">
                <a:latin typeface="Salesforce Sans"/>
                <a:ea typeface="Salesforce Sans"/>
                <a:cs typeface="Salesforce Sans"/>
                <a:sym typeface="Salesforce Sans"/>
              </a:endParaRPr>
            </a:p>
          </p:txBody>
        </p:sp>
        <p:sp>
          <p:nvSpPr>
            <p:cNvPr id="6174" name="Google Shape;6174;p172"/>
            <p:cNvSpPr/>
            <p:nvPr/>
          </p:nvSpPr>
          <p:spPr>
            <a:xfrm>
              <a:off x="8227103" y="6866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
        <p:nvSpPr>
          <p:cNvPr id="6175" name="Google Shape;6175;p172"/>
          <p:cNvSpPr txBox="1"/>
          <p:nvPr/>
        </p:nvSpPr>
        <p:spPr>
          <a:xfrm>
            <a:off x="12116850" y="9144000"/>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grpSp>
        <p:nvGrpSpPr>
          <p:cNvPr id="6176" name="Google Shape;6176;p172"/>
          <p:cNvGrpSpPr/>
          <p:nvPr/>
        </p:nvGrpSpPr>
        <p:grpSpPr>
          <a:xfrm>
            <a:off x="12373539" y="1752600"/>
            <a:ext cx="4906068" cy="6868238"/>
            <a:chOff x="11106306" y="1524000"/>
            <a:chExt cx="4906068" cy="6868238"/>
          </a:xfrm>
        </p:grpSpPr>
        <p:sp>
          <p:nvSpPr>
            <p:cNvPr id="6177" name="Google Shape;6177;p172"/>
            <p:cNvSpPr/>
            <p:nvPr/>
          </p:nvSpPr>
          <p:spPr>
            <a:xfrm>
              <a:off x="12306062" y="3358775"/>
              <a:ext cx="1164000" cy="6870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Revenue Protection &amp; Reimbursement Enablement </a:t>
              </a:r>
              <a:endParaRPr b="1" i="0" sz="900" u="none" cap="none" strike="noStrike">
                <a:solidFill>
                  <a:srgbClr val="086AFE"/>
                </a:solidFill>
                <a:latin typeface="Salesforce Sans"/>
                <a:ea typeface="Salesforce Sans"/>
                <a:cs typeface="Salesforce Sans"/>
                <a:sym typeface="Salesforce Sans"/>
              </a:endParaRPr>
            </a:p>
          </p:txBody>
        </p:sp>
        <p:sp>
          <p:nvSpPr>
            <p:cNvPr id="6178" name="Google Shape;6178;p172"/>
            <p:cNvSpPr/>
            <p:nvPr/>
          </p:nvSpPr>
          <p:spPr>
            <a:xfrm>
              <a:off x="12306067" y="5048665"/>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People Operations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86AFE"/>
                </a:solidFill>
                <a:latin typeface="Salesforce Sans"/>
                <a:ea typeface="Salesforce Sans"/>
                <a:cs typeface="Salesforce Sans"/>
                <a:sym typeface="Salesforce Sans"/>
              </a:endParaRPr>
            </a:p>
          </p:txBody>
        </p:sp>
        <p:sp>
          <p:nvSpPr>
            <p:cNvPr id="6179" name="Google Shape;6179;p172"/>
            <p:cNvSpPr/>
            <p:nvPr/>
          </p:nvSpPr>
          <p:spPr>
            <a:xfrm>
              <a:off x="12306067" y="6955912"/>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Agentforce Life Sciences Pre-built Clinical </a:t>
              </a:r>
              <a:endParaRPr b="1" sz="900">
                <a:solidFill>
                  <a:srgbClr val="086AFE"/>
                </a:solidFill>
                <a:latin typeface="Salesforce Sans"/>
                <a:ea typeface="Salesforce Sans"/>
                <a:cs typeface="Salesforce Sans"/>
                <a:sym typeface="Salesforce Sans"/>
              </a:endParaRPr>
            </a:p>
          </p:txBody>
        </p:sp>
        <p:sp>
          <p:nvSpPr>
            <p:cNvPr id="6180" name="Google Shape;6180;p172"/>
            <p:cNvSpPr/>
            <p:nvPr/>
          </p:nvSpPr>
          <p:spPr>
            <a:xfrm>
              <a:off x="12306067" y="7629938"/>
              <a:ext cx="1164000" cy="76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6181" name="Google Shape;6181;p172"/>
            <p:cNvSpPr txBox="1"/>
            <p:nvPr/>
          </p:nvSpPr>
          <p:spPr>
            <a:xfrm>
              <a:off x="136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a:t>
              </a:r>
              <a:endParaRPr i="0" sz="800" u="none" cap="none" strike="noStrike">
                <a:latin typeface="Salesforce Sans"/>
                <a:ea typeface="Salesforce Sans"/>
                <a:cs typeface="Salesforce Sans"/>
                <a:sym typeface="Salesforce Sans"/>
              </a:endParaRPr>
            </a:p>
          </p:txBody>
        </p:sp>
        <p:sp>
          <p:nvSpPr>
            <p:cNvPr id="6182" name="Google Shape;6182;p172"/>
            <p:cNvSpPr txBox="1"/>
            <p:nvPr/>
          </p:nvSpPr>
          <p:spPr>
            <a:xfrm>
              <a:off x="136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Change Impact Assessment </a:t>
              </a:r>
              <a:endParaRPr i="0" sz="800" u="none" cap="none" strike="noStrike">
                <a:latin typeface="Salesforce Sans"/>
                <a:ea typeface="Salesforce Sans"/>
                <a:cs typeface="Salesforce Sans"/>
                <a:sym typeface="Salesforce Sans"/>
              </a:endParaRPr>
            </a:p>
          </p:txBody>
        </p:sp>
        <p:sp>
          <p:nvSpPr>
            <p:cNvPr id="6183" name="Google Shape;6183;p172"/>
            <p:cNvSpPr txBox="1"/>
            <p:nvPr/>
          </p:nvSpPr>
          <p:spPr>
            <a:xfrm>
              <a:off x="136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 Market Surveillance</a:t>
              </a:r>
              <a:endParaRPr i="0" sz="800" u="none" cap="none" strike="noStrike">
                <a:latin typeface="Salesforce Sans"/>
                <a:ea typeface="Salesforce Sans"/>
                <a:cs typeface="Salesforce Sans"/>
                <a:sym typeface="Salesforce Sans"/>
              </a:endParaRPr>
            </a:p>
          </p:txBody>
        </p:sp>
        <p:sp>
          <p:nvSpPr>
            <p:cNvPr id="6184" name="Google Shape;6184;p172"/>
            <p:cNvSpPr txBox="1"/>
            <p:nvPr/>
          </p:nvSpPr>
          <p:spPr>
            <a:xfrm>
              <a:off x="136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Trend Intelligence</a:t>
              </a:r>
              <a:endParaRPr i="0" sz="800" u="none" cap="none" strike="noStrike">
                <a:latin typeface="Salesforce Sans"/>
                <a:ea typeface="Salesforce Sans"/>
                <a:cs typeface="Salesforce Sans"/>
                <a:sym typeface="Salesforce Sans"/>
              </a:endParaRPr>
            </a:p>
          </p:txBody>
        </p:sp>
        <p:sp>
          <p:nvSpPr>
            <p:cNvPr id="6185" name="Google Shape;6185;p172"/>
            <p:cNvSpPr txBox="1"/>
            <p:nvPr/>
          </p:nvSpPr>
          <p:spPr>
            <a:xfrm>
              <a:off x="136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Submission</a:t>
              </a:r>
              <a:endParaRPr i="0" sz="800" u="none" cap="none" strike="noStrike">
                <a:latin typeface="Salesforce Sans"/>
                <a:ea typeface="Salesforce Sans"/>
                <a:cs typeface="Salesforce Sans"/>
                <a:sym typeface="Salesforce Sans"/>
              </a:endParaRPr>
            </a:p>
          </p:txBody>
        </p:sp>
        <p:sp>
          <p:nvSpPr>
            <p:cNvPr id="6186" name="Google Shape;6186;p172"/>
            <p:cNvSpPr txBox="1"/>
            <p:nvPr/>
          </p:nvSpPr>
          <p:spPr>
            <a:xfrm>
              <a:off x="136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CAPA Management</a:t>
              </a:r>
              <a:endParaRPr sz="800">
                <a:latin typeface="Salesforce Sans"/>
                <a:ea typeface="Salesforce Sans"/>
                <a:cs typeface="Salesforce Sans"/>
                <a:sym typeface="Salesforce Sans"/>
              </a:endParaRPr>
            </a:p>
          </p:txBody>
        </p:sp>
        <p:sp>
          <p:nvSpPr>
            <p:cNvPr id="6187" name="Google Shape;6187;p172"/>
            <p:cNvSpPr/>
            <p:nvPr/>
          </p:nvSpPr>
          <p:spPr>
            <a:xfrm>
              <a:off x="13527103"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88" name="Google Shape;6188;p172"/>
            <p:cNvSpPr txBox="1"/>
            <p:nvPr/>
          </p:nvSpPr>
          <p:spPr>
            <a:xfrm>
              <a:off x="13663150" y="1923400"/>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Compliant Intake &amp; Triage</a:t>
              </a:r>
              <a:endParaRPr sz="800">
                <a:latin typeface="Salesforce Sans"/>
                <a:ea typeface="Salesforce Sans"/>
                <a:cs typeface="Salesforce Sans"/>
                <a:sym typeface="Salesforce Sans"/>
              </a:endParaRPr>
            </a:p>
          </p:txBody>
        </p:sp>
        <p:sp>
          <p:nvSpPr>
            <p:cNvPr id="6189" name="Google Shape;6189;p172"/>
            <p:cNvSpPr/>
            <p:nvPr/>
          </p:nvSpPr>
          <p:spPr>
            <a:xfrm>
              <a:off x="13527103" y="1941847"/>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90" name="Google Shape;6190;p172"/>
            <p:cNvSpPr txBox="1"/>
            <p:nvPr/>
          </p:nvSpPr>
          <p:spPr>
            <a:xfrm>
              <a:off x="136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Adverse Event Detection</a:t>
              </a:r>
              <a:endParaRPr sz="800">
                <a:latin typeface="Salesforce Sans"/>
                <a:ea typeface="Salesforce Sans"/>
                <a:cs typeface="Salesforce Sans"/>
                <a:sym typeface="Salesforce Sans"/>
              </a:endParaRPr>
            </a:p>
          </p:txBody>
        </p:sp>
        <p:sp>
          <p:nvSpPr>
            <p:cNvPr id="6191" name="Google Shape;6191;p172"/>
            <p:cNvSpPr/>
            <p:nvPr/>
          </p:nvSpPr>
          <p:spPr>
            <a:xfrm>
              <a:off x="13527103" y="209685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2" name="Google Shape;6192;p172"/>
            <p:cNvSpPr txBox="1"/>
            <p:nvPr/>
          </p:nvSpPr>
          <p:spPr>
            <a:xfrm>
              <a:off x="136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EU MDR Documentation</a:t>
              </a:r>
              <a:endParaRPr sz="800">
                <a:latin typeface="Salesforce Sans"/>
                <a:ea typeface="Salesforce Sans"/>
                <a:cs typeface="Salesforce Sans"/>
                <a:sym typeface="Salesforce Sans"/>
              </a:endParaRPr>
            </a:p>
          </p:txBody>
        </p:sp>
        <p:sp>
          <p:nvSpPr>
            <p:cNvPr id="6193" name="Google Shape;6193;p172"/>
            <p:cNvSpPr/>
            <p:nvPr/>
          </p:nvSpPr>
          <p:spPr>
            <a:xfrm>
              <a:off x="13527103" y="2257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4" name="Google Shape;6194;p172"/>
            <p:cNvSpPr/>
            <p:nvPr/>
          </p:nvSpPr>
          <p:spPr>
            <a:xfrm>
              <a:off x="13527103" y="2567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5" name="Google Shape;6195;p172"/>
            <p:cNvSpPr/>
            <p:nvPr/>
          </p:nvSpPr>
          <p:spPr>
            <a:xfrm>
              <a:off x="13527103" y="2715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96" name="Google Shape;6196;p172"/>
            <p:cNvSpPr/>
            <p:nvPr/>
          </p:nvSpPr>
          <p:spPr>
            <a:xfrm>
              <a:off x="13527103" y="286692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7" name="Google Shape;6197;p172"/>
            <p:cNvSpPr/>
            <p:nvPr/>
          </p:nvSpPr>
          <p:spPr>
            <a:xfrm>
              <a:off x="13527103" y="30067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8" name="Google Shape;6198;p172"/>
            <p:cNvSpPr/>
            <p:nvPr/>
          </p:nvSpPr>
          <p:spPr>
            <a:xfrm>
              <a:off x="13527103" y="24184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9" name="Google Shape;6199;p172"/>
            <p:cNvSpPr txBox="1"/>
            <p:nvPr/>
          </p:nvSpPr>
          <p:spPr>
            <a:xfrm>
              <a:off x="11106306"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200" name="Google Shape;6200;p172"/>
            <p:cNvSpPr txBox="1"/>
            <p:nvPr/>
          </p:nvSpPr>
          <p:spPr>
            <a:xfrm>
              <a:off x="12306075"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201" name="Google Shape;6201;p172"/>
            <p:cNvGrpSpPr/>
            <p:nvPr/>
          </p:nvGrpSpPr>
          <p:grpSpPr>
            <a:xfrm>
              <a:off x="11125917" y="1793656"/>
              <a:ext cx="952541" cy="449700"/>
              <a:chOff x="5812280" y="1793656"/>
              <a:chExt cx="952541" cy="449700"/>
            </a:xfrm>
          </p:grpSpPr>
          <p:sp>
            <p:nvSpPr>
              <p:cNvPr id="6202" name="Google Shape;620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03" name="Google Shape;620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Quality &amp; Regulatory Affairs</a:t>
                </a:r>
                <a:endParaRPr sz="900">
                  <a:solidFill>
                    <a:srgbClr val="FFFFFF"/>
                  </a:solidFill>
                  <a:latin typeface="Avant Garde Demi SFDC"/>
                  <a:ea typeface="Avant Garde Demi SFDC"/>
                  <a:cs typeface="Avant Garde Demi SFDC"/>
                  <a:sym typeface="Avant Garde Demi SFDC"/>
                </a:endParaRPr>
              </a:p>
            </p:txBody>
          </p:sp>
        </p:grpSp>
        <p:sp>
          <p:nvSpPr>
            <p:cNvPr id="6204" name="Google Shape;6204;p172"/>
            <p:cNvSpPr txBox="1"/>
            <p:nvPr/>
          </p:nvSpPr>
          <p:spPr>
            <a:xfrm>
              <a:off x="136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205" name="Google Shape;6205;p172"/>
            <p:cNvSpPr txBox="1"/>
            <p:nvPr/>
          </p:nvSpPr>
          <p:spPr>
            <a:xfrm>
              <a:off x="12306067"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86AFE"/>
                  </a:solidFill>
                  <a:latin typeface="Salesforce Sans"/>
                  <a:ea typeface="Salesforce Sans"/>
                  <a:cs typeface="Salesforce Sans"/>
                  <a:sym typeface="Salesforce Sans"/>
                </a:rPr>
                <a:t>Quality &amp; Regulatory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86AFE"/>
                </a:solidFill>
                <a:latin typeface="Salesforce Sans"/>
                <a:ea typeface="Salesforce Sans"/>
                <a:cs typeface="Salesforce Sans"/>
                <a:sym typeface="Salesforce Sans"/>
              </a:endParaRPr>
            </a:p>
          </p:txBody>
        </p:sp>
        <p:sp>
          <p:nvSpPr>
            <p:cNvPr id="6206" name="Google Shape;6206;p172"/>
            <p:cNvSpPr txBox="1"/>
            <p:nvPr/>
          </p:nvSpPr>
          <p:spPr>
            <a:xfrm>
              <a:off x="136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Labeling &amp; IFU Compliance</a:t>
              </a:r>
              <a:endParaRPr i="0" sz="800" u="none" cap="none" strike="noStrike">
                <a:latin typeface="Salesforce Sans"/>
                <a:ea typeface="Salesforce Sans"/>
                <a:cs typeface="Salesforce Sans"/>
                <a:sym typeface="Salesforce Sans"/>
              </a:endParaRPr>
            </a:p>
          </p:txBody>
        </p:sp>
        <p:sp>
          <p:nvSpPr>
            <p:cNvPr id="6207" name="Google Shape;6207;p172"/>
            <p:cNvSpPr/>
            <p:nvPr/>
          </p:nvSpPr>
          <p:spPr>
            <a:xfrm>
              <a:off x="13527103" y="31572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08" name="Google Shape;6208;p172"/>
            <p:cNvSpPr txBox="1"/>
            <p:nvPr/>
          </p:nvSpPr>
          <p:spPr>
            <a:xfrm>
              <a:off x="13672676" y="68353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Candidate Matching</a:t>
              </a:r>
              <a:endParaRPr i="0" sz="800" u="none" cap="none" strike="noStrike">
                <a:latin typeface="Salesforce Sans"/>
                <a:ea typeface="Salesforce Sans"/>
                <a:cs typeface="Salesforce Sans"/>
                <a:sym typeface="Salesforce Sans"/>
              </a:endParaRPr>
            </a:p>
          </p:txBody>
        </p:sp>
        <p:sp>
          <p:nvSpPr>
            <p:cNvPr id="6209" name="Google Shape;6209;p172"/>
            <p:cNvSpPr txBox="1"/>
            <p:nvPr/>
          </p:nvSpPr>
          <p:spPr>
            <a:xfrm>
              <a:off x="13672674" y="697508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Filter and Search</a:t>
              </a:r>
              <a:endParaRPr i="0" sz="800" u="none" cap="none" strike="noStrike">
                <a:latin typeface="Salesforce Sans"/>
                <a:ea typeface="Salesforce Sans"/>
                <a:cs typeface="Salesforce Sans"/>
                <a:sym typeface="Salesforce Sans"/>
              </a:endParaRPr>
            </a:p>
          </p:txBody>
        </p:sp>
        <p:sp>
          <p:nvSpPr>
            <p:cNvPr id="6210" name="Google Shape;6210;p172"/>
            <p:cNvSpPr/>
            <p:nvPr/>
          </p:nvSpPr>
          <p:spPr>
            <a:xfrm>
              <a:off x="13536628" y="68539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1" name="Google Shape;6211;p172"/>
            <p:cNvSpPr/>
            <p:nvPr/>
          </p:nvSpPr>
          <p:spPr>
            <a:xfrm>
              <a:off x="13536628" y="69936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2" name="Google Shape;6212;p172"/>
            <p:cNvSpPr txBox="1"/>
            <p:nvPr/>
          </p:nvSpPr>
          <p:spPr>
            <a:xfrm>
              <a:off x="13672676" y="71256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Filter and Search</a:t>
              </a:r>
              <a:endParaRPr i="0" sz="800" u="none" cap="none" strike="noStrike">
                <a:latin typeface="Salesforce Sans"/>
                <a:ea typeface="Salesforce Sans"/>
                <a:cs typeface="Salesforce Sans"/>
                <a:sym typeface="Salesforce Sans"/>
              </a:endParaRPr>
            </a:p>
          </p:txBody>
        </p:sp>
        <p:sp>
          <p:nvSpPr>
            <p:cNvPr id="6213" name="Google Shape;6213;p172"/>
            <p:cNvSpPr txBox="1"/>
            <p:nvPr/>
          </p:nvSpPr>
          <p:spPr>
            <a:xfrm>
              <a:off x="13672674" y="7276850"/>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i="0" sz="800" u="none" cap="none" strike="noStrike">
                <a:latin typeface="Salesforce Sans"/>
                <a:ea typeface="Salesforce Sans"/>
                <a:cs typeface="Salesforce Sans"/>
                <a:sym typeface="Salesforce Sans"/>
              </a:endParaRPr>
            </a:p>
          </p:txBody>
        </p:sp>
        <p:sp>
          <p:nvSpPr>
            <p:cNvPr id="6214" name="Google Shape;6214;p172"/>
            <p:cNvSpPr txBox="1"/>
            <p:nvPr/>
          </p:nvSpPr>
          <p:spPr>
            <a:xfrm>
              <a:off x="13672674" y="7416625"/>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i="0" sz="800" u="none" cap="none" strike="noStrike">
                <a:latin typeface="Salesforce Sans"/>
                <a:ea typeface="Salesforce Sans"/>
                <a:cs typeface="Salesforce Sans"/>
                <a:sym typeface="Salesforce Sans"/>
              </a:endParaRPr>
            </a:p>
          </p:txBody>
        </p:sp>
        <p:sp>
          <p:nvSpPr>
            <p:cNvPr id="6215" name="Google Shape;6215;p172"/>
            <p:cNvSpPr/>
            <p:nvPr/>
          </p:nvSpPr>
          <p:spPr>
            <a:xfrm>
              <a:off x="13536628" y="71442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16" name="Google Shape;6216;p172"/>
            <p:cNvSpPr/>
            <p:nvPr/>
          </p:nvSpPr>
          <p:spPr>
            <a:xfrm>
              <a:off x="13536628" y="729544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7" name="Google Shape;6217;p172"/>
            <p:cNvSpPr/>
            <p:nvPr/>
          </p:nvSpPr>
          <p:spPr>
            <a:xfrm>
              <a:off x="13536628" y="74352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218" name="Google Shape;6218;p172"/>
            <p:cNvGrpSpPr/>
            <p:nvPr/>
          </p:nvGrpSpPr>
          <p:grpSpPr>
            <a:xfrm>
              <a:off x="11135442" y="3521656"/>
              <a:ext cx="952541" cy="449700"/>
              <a:chOff x="5812280" y="1793656"/>
              <a:chExt cx="952541" cy="449700"/>
            </a:xfrm>
          </p:grpSpPr>
          <p:sp>
            <p:nvSpPr>
              <p:cNvPr id="6219" name="Google Shape;6219;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0" name="Google Shape;6220;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Finance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 Access</a:t>
                </a:r>
                <a:endParaRPr sz="900">
                  <a:solidFill>
                    <a:srgbClr val="FFFFFF"/>
                  </a:solidFill>
                  <a:latin typeface="Avant Garde Demi SFDC"/>
                  <a:ea typeface="Avant Garde Demi SFDC"/>
                  <a:cs typeface="Avant Garde Demi SFDC"/>
                  <a:sym typeface="Avant Garde Demi SFDC"/>
                </a:endParaRPr>
              </a:p>
            </p:txBody>
          </p:sp>
        </p:grpSp>
        <p:grpSp>
          <p:nvGrpSpPr>
            <p:cNvPr id="6221" name="Google Shape;6221;p172"/>
            <p:cNvGrpSpPr/>
            <p:nvPr/>
          </p:nvGrpSpPr>
          <p:grpSpPr>
            <a:xfrm>
              <a:off x="11135442" y="5120481"/>
              <a:ext cx="952541" cy="449700"/>
              <a:chOff x="5812280" y="1793656"/>
              <a:chExt cx="952541" cy="449700"/>
            </a:xfrm>
          </p:grpSpPr>
          <p:sp>
            <p:nvSpPr>
              <p:cNvPr id="6222" name="Google Shape;622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3" name="Google Shape;622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grpSp>
          <p:nvGrpSpPr>
            <p:cNvPr id="6224" name="Google Shape;6224;p172"/>
            <p:cNvGrpSpPr/>
            <p:nvPr/>
          </p:nvGrpSpPr>
          <p:grpSpPr>
            <a:xfrm>
              <a:off x="11135442" y="6869256"/>
              <a:ext cx="952541" cy="449700"/>
              <a:chOff x="5812280" y="1793656"/>
              <a:chExt cx="952541" cy="449700"/>
            </a:xfrm>
          </p:grpSpPr>
          <p:sp>
            <p:nvSpPr>
              <p:cNvPr id="6225" name="Google Shape;6225;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6" name="Google Shape;6226;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grpSp>
          <p:nvGrpSpPr>
            <p:cNvPr id="6227" name="Google Shape;6227;p172"/>
            <p:cNvGrpSpPr/>
            <p:nvPr/>
          </p:nvGrpSpPr>
          <p:grpSpPr>
            <a:xfrm>
              <a:off x="11135442" y="7661443"/>
              <a:ext cx="952541" cy="449700"/>
              <a:chOff x="5812280" y="1793656"/>
              <a:chExt cx="952541" cy="449700"/>
            </a:xfrm>
          </p:grpSpPr>
          <p:sp>
            <p:nvSpPr>
              <p:cNvPr id="6228" name="Google Shape;6228;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9" name="Google Shape;6229;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p:txBody>
          </p:sp>
        </p:grpSp>
        <p:sp>
          <p:nvSpPr>
            <p:cNvPr id="6230" name="Google Shape;6230;p172"/>
            <p:cNvSpPr txBox="1"/>
            <p:nvPr/>
          </p:nvSpPr>
          <p:spPr>
            <a:xfrm>
              <a:off x="13664981" y="32824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231" name="Google Shape;6231;p172"/>
            <p:cNvSpPr txBox="1"/>
            <p:nvPr/>
          </p:nvSpPr>
          <p:spPr>
            <a:xfrm>
              <a:off x="13672674" y="7639163"/>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i="0" sz="800" u="none" cap="none" strike="noStrike">
                <a:latin typeface="Salesforce Sans"/>
                <a:ea typeface="Salesforce Sans"/>
                <a:cs typeface="Salesforce Sans"/>
                <a:sym typeface="Salesforce Sans"/>
              </a:endParaRPr>
            </a:p>
          </p:txBody>
        </p:sp>
        <p:sp>
          <p:nvSpPr>
            <p:cNvPr id="6232" name="Google Shape;6232;p172"/>
            <p:cNvSpPr/>
            <p:nvPr/>
          </p:nvSpPr>
          <p:spPr>
            <a:xfrm>
              <a:off x="13536628" y="7657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3" name="Google Shape;6233;p172"/>
            <p:cNvSpPr txBox="1"/>
            <p:nvPr/>
          </p:nvSpPr>
          <p:spPr>
            <a:xfrm>
              <a:off x="13672676" y="7789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Patient Response</a:t>
              </a:r>
              <a:endParaRPr i="0" sz="800" u="none" cap="none" strike="noStrike">
                <a:latin typeface="Salesforce Sans"/>
                <a:ea typeface="Salesforce Sans"/>
                <a:cs typeface="Salesforce Sans"/>
                <a:sym typeface="Salesforce Sans"/>
              </a:endParaRPr>
            </a:p>
          </p:txBody>
        </p:sp>
        <p:sp>
          <p:nvSpPr>
            <p:cNvPr id="6234" name="Google Shape;6234;p172"/>
            <p:cNvSpPr txBox="1"/>
            <p:nvPr/>
          </p:nvSpPr>
          <p:spPr>
            <a:xfrm>
              <a:off x="13672674" y="7940925"/>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i="0" sz="800" u="none" cap="none" strike="noStrike">
                <a:latin typeface="Salesforce Sans"/>
                <a:ea typeface="Salesforce Sans"/>
                <a:cs typeface="Salesforce Sans"/>
                <a:sym typeface="Salesforce Sans"/>
              </a:endParaRPr>
            </a:p>
          </p:txBody>
        </p:sp>
        <p:sp>
          <p:nvSpPr>
            <p:cNvPr id="6235" name="Google Shape;6235;p172"/>
            <p:cNvSpPr txBox="1"/>
            <p:nvPr/>
          </p:nvSpPr>
          <p:spPr>
            <a:xfrm>
              <a:off x="13672674" y="8080700"/>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Summary</a:t>
              </a:r>
              <a:endParaRPr i="0" sz="800" u="none" cap="none" strike="noStrike">
                <a:latin typeface="Salesforce Sans"/>
                <a:ea typeface="Salesforce Sans"/>
                <a:cs typeface="Salesforce Sans"/>
                <a:sym typeface="Salesforce Sans"/>
              </a:endParaRPr>
            </a:p>
          </p:txBody>
        </p:sp>
        <p:sp>
          <p:nvSpPr>
            <p:cNvPr id="6236" name="Google Shape;6236;p172"/>
            <p:cNvSpPr/>
            <p:nvPr/>
          </p:nvSpPr>
          <p:spPr>
            <a:xfrm>
              <a:off x="13536628" y="780831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37" name="Google Shape;6237;p172"/>
            <p:cNvSpPr/>
            <p:nvPr/>
          </p:nvSpPr>
          <p:spPr>
            <a:xfrm>
              <a:off x="13536628" y="795952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8" name="Google Shape;6238;p172"/>
            <p:cNvSpPr/>
            <p:nvPr/>
          </p:nvSpPr>
          <p:spPr>
            <a:xfrm>
              <a:off x="13536628" y="80993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9" name="Google Shape;6239;p172"/>
            <p:cNvSpPr txBox="1"/>
            <p:nvPr/>
          </p:nvSpPr>
          <p:spPr>
            <a:xfrm>
              <a:off x="13672676" y="57286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IT Service Desk</a:t>
              </a:r>
              <a:endParaRPr i="0" sz="800" u="none" cap="none" strike="noStrike">
                <a:latin typeface="Salesforce Sans"/>
                <a:ea typeface="Salesforce Sans"/>
                <a:cs typeface="Salesforce Sans"/>
                <a:sym typeface="Salesforce Sans"/>
              </a:endParaRPr>
            </a:p>
          </p:txBody>
        </p:sp>
        <p:sp>
          <p:nvSpPr>
            <p:cNvPr id="6240" name="Google Shape;6240;p172"/>
            <p:cNvSpPr txBox="1"/>
            <p:nvPr/>
          </p:nvSpPr>
          <p:spPr>
            <a:xfrm>
              <a:off x="13672676" y="58772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Expenses Management</a:t>
              </a:r>
              <a:endParaRPr i="0" sz="800" u="none" cap="none" strike="noStrike">
                <a:latin typeface="Salesforce Sans"/>
                <a:ea typeface="Salesforce Sans"/>
                <a:cs typeface="Salesforce Sans"/>
                <a:sym typeface="Salesforce Sans"/>
              </a:endParaRPr>
            </a:p>
          </p:txBody>
        </p:sp>
        <p:sp>
          <p:nvSpPr>
            <p:cNvPr id="6241" name="Google Shape;6241;p172"/>
            <p:cNvSpPr txBox="1"/>
            <p:nvPr/>
          </p:nvSpPr>
          <p:spPr>
            <a:xfrm>
              <a:off x="13672676" y="60258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Facilities &amp; Asset</a:t>
              </a:r>
              <a:endParaRPr i="0" sz="800" u="none" cap="none" strike="noStrike">
                <a:latin typeface="Salesforce Sans"/>
                <a:ea typeface="Salesforce Sans"/>
                <a:cs typeface="Salesforce Sans"/>
                <a:sym typeface="Salesforce Sans"/>
              </a:endParaRPr>
            </a:p>
          </p:txBody>
        </p:sp>
        <p:sp>
          <p:nvSpPr>
            <p:cNvPr id="6242" name="Google Shape;6242;p172"/>
            <p:cNvSpPr txBox="1"/>
            <p:nvPr/>
          </p:nvSpPr>
          <p:spPr>
            <a:xfrm>
              <a:off x="13672676" y="61770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HR Onboarding</a:t>
              </a:r>
              <a:endParaRPr i="0" sz="800" u="none" cap="none" strike="noStrike">
                <a:latin typeface="Salesforce Sans"/>
                <a:ea typeface="Salesforce Sans"/>
                <a:cs typeface="Salesforce Sans"/>
                <a:sym typeface="Salesforce Sans"/>
              </a:endParaRPr>
            </a:p>
          </p:txBody>
        </p:sp>
        <p:sp>
          <p:nvSpPr>
            <p:cNvPr id="6243" name="Google Shape;6243;p172"/>
            <p:cNvSpPr txBox="1"/>
            <p:nvPr/>
          </p:nvSpPr>
          <p:spPr>
            <a:xfrm>
              <a:off x="13672674" y="63168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Ethics and Compliance</a:t>
              </a:r>
              <a:endParaRPr i="0" sz="800" u="none" cap="none" strike="noStrike">
                <a:latin typeface="Salesforce Sans"/>
                <a:ea typeface="Salesforce Sans"/>
                <a:cs typeface="Salesforce Sans"/>
                <a:sym typeface="Salesforce Sans"/>
              </a:endParaRPr>
            </a:p>
          </p:txBody>
        </p:sp>
        <p:sp>
          <p:nvSpPr>
            <p:cNvPr id="6244" name="Google Shape;6244;p172"/>
            <p:cNvSpPr txBox="1"/>
            <p:nvPr/>
          </p:nvSpPr>
          <p:spPr>
            <a:xfrm>
              <a:off x="13672676" y="50971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6245" name="Google Shape;6245;p172"/>
            <p:cNvSpPr/>
            <p:nvPr/>
          </p:nvSpPr>
          <p:spPr>
            <a:xfrm>
              <a:off x="13536628" y="51155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46" name="Google Shape;6246;p172"/>
            <p:cNvSpPr txBox="1"/>
            <p:nvPr/>
          </p:nvSpPr>
          <p:spPr>
            <a:xfrm>
              <a:off x="13672675" y="52521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Technician Certification</a:t>
              </a:r>
              <a:endParaRPr sz="800">
                <a:latin typeface="Salesforce Sans"/>
                <a:ea typeface="Salesforce Sans"/>
                <a:cs typeface="Salesforce Sans"/>
                <a:sym typeface="Salesforce Sans"/>
              </a:endParaRPr>
            </a:p>
          </p:txBody>
        </p:sp>
        <p:sp>
          <p:nvSpPr>
            <p:cNvPr id="6247" name="Google Shape;6247;p172"/>
            <p:cNvSpPr/>
            <p:nvPr/>
          </p:nvSpPr>
          <p:spPr>
            <a:xfrm>
              <a:off x="13536628" y="52705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48" name="Google Shape;6248;p172"/>
            <p:cNvSpPr txBox="1"/>
            <p:nvPr/>
          </p:nvSpPr>
          <p:spPr>
            <a:xfrm>
              <a:off x="13672676" y="54071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Procurement Optimization</a:t>
              </a:r>
              <a:endParaRPr sz="800">
                <a:latin typeface="Salesforce Sans"/>
                <a:ea typeface="Salesforce Sans"/>
                <a:cs typeface="Salesforce Sans"/>
                <a:sym typeface="Salesforce Sans"/>
              </a:endParaRPr>
            </a:p>
          </p:txBody>
        </p:sp>
        <p:sp>
          <p:nvSpPr>
            <p:cNvPr id="6249" name="Google Shape;6249;p172"/>
            <p:cNvSpPr/>
            <p:nvPr/>
          </p:nvSpPr>
          <p:spPr>
            <a:xfrm>
              <a:off x="13536628" y="542558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0" name="Google Shape;6250;p172"/>
            <p:cNvSpPr txBox="1"/>
            <p:nvPr/>
          </p:nvSpPr>
          <p:spPr>
            <a:xfrm>
              <a:off x="13672675" y="55679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Contract Intelligence</a:t>
              </a:r>
              <a:endParaRPr sz="800">
                <a:latin typeface="Salesforce Sans"/>
                <a:ea typeface="Salesforce Sans"/>
                <a:cs typeface="Salesforce Sans"/>
                <a:sym typeface="Salesforce Sans"/>
              </a:endParaRPr>
            </a:p>
          </p:txBody>
        </p:sp>
        <p:sp>
          <p:nvSpPr>
            <p:cNvPr id="6251" name="Google Shape;6251;p172"/>
            <p:cNvSpPr/>
            <p:nvPr/>
          </p:nvSpPr>
          <p:spPr>
            <a:xfrm>
              <a:off x="13536628" y="55863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2" name="Google Shape;6252;p172"/>
            <p:cNvSpPr/>
            <p:nvPr/>
          </p:nvSpPr>
          <p:spPr>
            <a:xfrm>
              <a:off x="13536628" y="58958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3" name="Google Shape;6253;p172"/>
            <p:cNvSpPr/>
            <p:nvPr/>
          </p:nvSpPr>
          <p:spPr>
            <a:xfrm>
              <a:off x="13536628" y="60444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54" name="Google Shape;6254;p172"/>
            <p:cNvSpPr/>
            <p:nvPr/>
          </p:nvSpPr>
          <p:spPr>
            <a:xfrm>
              <a:off x="13536628" y="6195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5" name="Google Shape;6255;p172"/>
            <p:cNvSpPr/>
            <p:nvPr/>
          </p:nvSpPr>
          <p:spPr>
            <a:xfrm>
              <a:off x="13536628" y="6335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6" name="Google Shape;6256;p172"/>
            <p:cNvSpPr/>
            <p:nvPr/>
          </p:nvSpPr>
          <p:spPr>
            <a:xfrm>
              <a:off x="13536628" y="57472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7" name="Google Shape;6257;p172"/>
            <p:cNvSpPr txBox="1"/>
            <p:nvPr/>
          </p:nvSpPr>
          <p:spPr>
            <a:xfrm>
              <a:off x="13672676" y="64673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Executive Insights</a:t>
              </a:r>
              <a:endParaRPr i="0" sz="800" u="none" cap="none" strike="noStrike">
                <a:latin typeface="Salesforce Sans"/>
                <a:ea typeface="Salesforce Sans"/>
                <a:cs typeface="Salesforce Sans"/>
                <a:sym typeface="Salesforce Sans"/>
              </a:endParaRPr>
            </a:p>
          </p:txBody>
        </p:sp>
        <p:sp>
          <p:nvSpPr>
            <p:cNvPr id="6258" name="Google Shape;6258;p172"/>
            <p:cNvSpPr/>
            <p:nvPr/>
          </p:nvSpPr>
          <p:spPr>
            <a:xfrm>
              <a:off x="13536628" y="6485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59" name="Google Shape;6259;p172"/>
            <p:cNvSpPr txBox="1"/>
            <p:nvPr/>
          </p:nvSpPr>
          <p:spPr>
            <a:xfrm>
              <a:off x="13674506" y="66111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260" name="Google Shape;6260;p172"/>
            <p:cNvSpPr txBox="1"/>
            <p:nvPr/>
          </p:nvSpPr>
          <p:spPr>
            <a:xfrm>
              <a:off x="13672676" y="41284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Working Capital</a:t>
              </a:r>
              <a:endParaRPr i="0" sz="800" u="none" cap="none" strike="noStrike">
                <a:latin typeface="Salesforce Sans"/>
                <a:ea typeface="Salesforce Sans"/>
                <a:cs typeface="Salesforce Sans"/>
                <a:sym typeface="Salesforce Sans"/>
              </a:endParaRPr>
            </a:p>
          </p:txBody>
        </p:sp>
        <p:sp>
          <p:nvSpPr>
            <p:cNvPr id="6261" name="Google Shape;6261;p172"/>
            <p:cNvSpPr txBox="1"/>
            <p:nvPr/>
          </p:nvSpPr>
          <p:spPr>
            <a:xfrm>
              <a:off x="13672676" y="42770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Tender Strategy</a:t>
              </a:r>
              <a:endParaRPr i="0" sz="800" u="none" cap="none" strike="noStrike">
                <a:latin typeface="Salesforce Sans"/>
                <a:ea typeface="Salesforce Sans"/>
                <a:cs typeface="Salesforce Sans"/>
                <a:sym typeface="Salesforce Sans"/>
              </a:endParaRPr>
            </a:p>
          </p:txBody>
        </p:sp>
        <p:sp>
          <p:nvSpPr>
            <p:cNvPr id="6262" name="Google Shape;6262;p172"/>
            <p:cNvSpPr txBox="1"/>
            <p:nvPr/>
          </p:nvSpPr>
          <p:spPr>
            <a:xfrm>
              <a:off x="13672676" y="44256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Dispute Resolution</a:t>
              </a:r>
              <a:endParaRPr i="0" sz="800" u="none" cap="none" strike="noStrike">
                <a:latin typeface="Salesforce Sans"/>
                <a:ea typeface="Salesforce Sans"/>
                <a:cs typeface="Salesforce Sans"/>
                <a:sym typeface="Salesforce Sans"/>
              </a:endParaRPr>
            </a:p>
          </p:txBody>
        </p:sp>
        <p:sp>
          <p:nvSpPr>
            <p:cNvPr id="6263" name="Google Shape;6263;p172"/>
            <p:cNvSpPr txBox="1"/>
            <p:nvPr/>
          </p:nvSpPr>
          <p:spPr>
            <a:xfrm>
              <a:off x="13672676" y="45768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Strategy</a:t>
              </a:r>
              <a:endParaRPr i="0" sz="800" u="none" cap="none" strike="noStrike">
                <a:latin typeface="Salesforce Sans"/>
                <a:ea typeface="Salesforce Sans"/>
                <a:cs typeface="Salesforce Sans"/>
                <a:sym typeface="Salesforce Sans"/>
              </a:endParaRPr>
            </a:p>
          </p:txBody>
        </p:sp>
        <p:sp>
          <p:nvSpPr>
            <p:cNvPr id="6264" name="Google Shape;6264;p172"/>
            <p:cNvSpPr txBox="1"/>
            <p:nvPr/>
          </p:nvSpPr>
          <p:spPr>
            <a:xfrm>
              <a:off x="13672674" y="47166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a:t>
              </a:r>
              <a:endParaRPr i="0" sz="800" u="none" cap="none" strike="noStrike">
                <a:latin typeface="Salesforce Sans"/>
                <a:ea typeface="Salesforce Sans"/>
                <a:cs typeface="Salesforce Sans"/>
                <a:sym typeface="Salesforce Sans"/>
              </a:endParaRPr>
            </a:p>
          </p:txBody>
        </p:sp>
        <p:sp>
          <p:nvSpPr>
            <p:cNvPr id="6265" name="Google Shape;6265;p172"/>
            <p:cNvSpPr txBox="1"/>
            <p:nvPr/>
          </p:nvSpPr>
          <p:spPr>
            <a:xfrm>
              <a:off x="13672676" y="34969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6266" name="Google Shape;6266;p172"/>
            <p:cNvSpPr/>
            <p:nvPr/>
          </p:nvSpPr>
          <p:spPr>
            <a:xfrm>
              <a:off x="13536628" y="35153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67" name="Google Shape;6267;p172"/>
            <p:cNvSpPr txBox="1"/>
            <p:nvPr/>
          </p:nvSpPr>
          <p:spPr>
            <a:xfrm>
              <a:off x="13672675" y="36519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Compliance</a:t>
              </a:r>
              <a:endParaRPr sz="800">
                <a:latin typeface="Salesforce Sans"/>
                <a:ea typeface="Salesforce Sans"/>
                <a:cs typeface="Salesforce Sans"/>
                <a:sym typeface="Salesforce Sans"/>
              </a:endParaRPr>
            </a:p>
          </p:txBody>
        </p:sp>
        <p:sp>
          <p:nvSpPr>
            <p:cNvPr id="6268" name="Google Shape;6268;p172"/>
            <p:cNvSpPr/>
            <p:nvPr/>
          </p:nvSpPr>
          <p:spPr>
            <a:xfrm>
              <a:off x="13536628" y="36703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69" name="Google Shape;6269;p172"/>
            <p:cNvSpPr txBox="1"/>
            <p:nvPr/>
          </p:nvSpPr>
          <p:spPr>
            <a:xfrm>
              <a:off x="13672676" y="38069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Revenue Recognition</a:t>
              </a:r>
              <a:endParaRPr sz="800">
                <a:latin typeface="Salesforce Sans"/>
                <a:ea typeface="Salesforce Sans"/>
                <a:cs typeface="Salesforce Sans"/>
                <a:sym typeface="Salesforce Sans"/>
              </a:endParaRPr>
            </a:p>
          </p:txBody>
        </p:sp>
        <p:sp>
          <p:nvSpPr>
            <p:cNvPr id="6270" name="Google Shape;6270;p172"/>
            <p:cNvSpPr/>
            <p:nvPr/>
          </p:nvSpPr>
          <p:spPr>
            <a:xfrm>
              <a:off x="13536628" y="382538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1" name="Google Shape;6271;p172"/>
            <p:cNvSpPr txBox="1"/>
            <p:nvPr/>
          </p:nvSpPr>
          <p:spPr>
            <a:xfrm>
              <a:off x="13672675" y="39677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Reimbursement Intelligence</a:t>
              </a:r>
              <a:endParaRPr sz="800">
                <a:latin typeface="Salesforce Sans"/>
                <a:ea typeface="Salesforce Sans"/>
                <a:cs typeface="Salesforce Sans"/>
                <a:sym typeface="Salesforce Sans"/>
              </a:endParaRPr>
            </a:p>
          </p:txBody>
        </p:sp>
        <p:sp>
          <p:nvSpPr>
            <p:cNvPr id="6272" name="Google Shape;6272;p172"/>
            <p:cNvSpPr/>
            <p:nvPr/>
          </p:nvSpPr>
          <p:spPr>
            <a:xfrm>
              <a:off x="13536628" y="3986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3" name="Google Shape;6273;p172"/>
            <p:cNvSpPr/>
            <p:nvPr/>
          </p:nvSpPr>
          <p:spPr>
            <a:xfrm>
              <a:off x="13536628" y="42956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4" name="Google Shape;6274;p172"/>
            <p:cNvSpPr/>
            <p:nvPr/>
          </p:nvSpPr>
          <p:spPr>
            <a:xfrm>
              <a:off x="13536628" y="4444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75" name="Google Shape;6275;p172"/>
            <p:cNvSpPr/>
            <p:nvPr/>
          </p:nvSpPr>
          <p:spPr>
            <a:xfrm>
              <a:off x="13536628" y="45954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6" name="Google Shape;6276;p172"/>
            <p:cNvSpPr/>
            <p:nvPr/>
          </p:nvSpPr>
          <p:spPr>
            <a:xfrm>
              <a:off x="13536628" y="47352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7" name="Google Shape;6277;p172"/>
            <p:cNvSpPr/>
            <p:nvPr/>
          </p:nvSpPr>
          <p:spPr>
            <a:xfrm>
              <a:off x="13536628" y="414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8" name="Google Shape;6278;p172"/>
            <p:cNvSpPr txBox="1"/>
            <p:nvPr/>
          </p:nvSpPr>
          <p:spPr>
            <a:xfrm>
              <a:off x="13672676" y="48671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Revenue Optimization</a:t>
              </a:r>
              <a:endParaRPr i="0" sz="800" u="none" cap="none" strike="noStrike">
                <a:latin typeface="Salesforce Sans"/>
                <a:ea typeface="Salesforce Sans"/>
                <a:cs typeface="Salesforce Sans"/>
                <a:sym typeface="Salesforce Sans"/>
              </a:endParaRPr>
            </a:p>
          </p:txBody>
        </p:sp>
        <p:sp>
          <p:nvSpPr>
            <p:cNvPr id="6279" name="Google Shape;6279;p172"/>
            <p:cNvSpPr/>
            <p:nvPr/>
          </p:nvSpPr>
          <p:spPr>
            <a:xfrm>
              <a:off x="13536628" y="488578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Communications" showMasterSp="0">
  <p:cSld name="TITLE_AND_BODY_5_1_1_1_1_1_1">
    <p:spTree>
      <p:nvGrpSpPr>
        <p:cNvPr id="6280" name="Shape 6280"/>
        <p:cNvGrpSpPr/>
        <p:nvPr/>
      </p:nvGrpSpPr>
      <p:grpSpPr>
        <a:xfrm>
          <a:off x="0" y="0"/>
          <a:ext cx="0" cy="0"/>
          <a:chOff x="0" y="0"/>
          <a:chExt cx="0" cy="0"/>
        </a:xfrm>
      </p:grpSpPr>
      <p:sp>
        <p:nvSpPr>
          <p:cNvPr id="6281" name="Google Shape;6281;p173"/>
          <p:cNvSpPr txBox="1"/>
          <p:nvPr/>
        </p:nvSpPr>
        <p:spPr>
          <a:xfrm>
            <a:off x="571500" y="190500"/>
            <a:ext cx="17191200" cy="1246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2775"/>
              </a:buClr>
              <a:buSzPts val="5400"/>
              <a:buFont typeface="Arial"/>
              <a:buNone/>
            </a:pPr>
            <a:r>
              <a:rPr lang="en" sz="4500">
                <a:solidFill>
                  <a:srgbClr val="002775"/>
                </a:solidFill>
                <a:latin typeface="Avant Garde Demi SFDC"/>
                <a:ea typeface="Avant Garde Demi SFDC"/>
                <a:cs typeface="Avant Garde Demi SFDC"/>
                <a:sym typeface="Avant Garde Demi SFDC"/>
              </a:rPr>
              <a:t>Grow revenue and reduce churn across your communications business with 135+ agentic workflows </a:t>
            </a:r>
            <a:endParaRPr sz="4500">
              <a:solidFill>
                <a:srgbClr val="002775"/>
              </a:solidFill>
              <a:latin typeface="Avant Garde Demi SFDC"/>
              <a:ea typeface="Avant Garde Demi SFDC"/>
              <a:cs typeface="Avant Garde Demi SFDC"/>
              <a:sym typeface="Avant Garde Demi SFDC"/>
            </a:endParaRPr>
          </a:p>
        </p:txBody>
      </p:sp>
      <p:grpSp>
        <p:nvGrpSpPr>
          <p:cNvPr id="6282" name="Google Shape;6282;p173"/>
          <p:cNvGrpSpPr/>
          <p:nvPr/>
        </p:nvGrpSpPr>
        <p:grpSpPr>
          <a:xfrm>
            <a:off x="11416650" y="987281"/>
            <a:ext cx="6313200" cy="308305"/>
            <a:chOff x="11238000" y="957895"/>
            <a:chExt cx="6313200" cy="308305"/>
          </a:xfrm>
        </p:grpSpPr>
        <p:sp>
          <p:nvSpPr>
            <p:cNvPr id="6283" name="Google Shape;6283;p173"/>
            <p:cNvSpPr/>
            <p:nvPr/>
          </p:nvSpPr>
          <p:spPr>
            <a:xfrm>
              <a:off x="11238000" y="957895"/>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6284" name="Google Shape;6284;p173"/>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5" name="Google Shape;6285;p173"/>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86" name="Google Shape;6286;p173"/>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7" name="Google Shape;6287;p173"/>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8" name="Google Shape;6288;p173"/>
            <p:cNvSpPr txBox="1"/>
            <p:nvPr/>
          </p:nvSpPr>
          <p:spPr>
            <a:xfrm>
              <a:off x="16806898" y="1012344"/>
              <a:ext cx="521400" cy="1869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sp>
          <p:nvSpPr>
            <p:cNvPr id="6289" name="Google Shape;6289;p173"/>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6290" name="Google Shape;6290;p173"/>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6291" name="Google Shape;6291;p173"/>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6292" name="Google Shape;6292;p173"/>
          <p:cNvSpPr/>
          <p:nvPr/>
        </p:nvSpPr>
        <p:spPr>
          <a:xfrm>
            <a:off x="13069425" y="9848851"/>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b="1" sz="800">
              <a:latin typeface="Salesforce Sans"/>
              <a:ea typeface="Salesforce Sans"/>
              <a:cs typeface="Salesforce Sans"/>
              <a:sym typeface="Salesforce Sans"/>
            </a:endParaRPr>
          </a:p>
        </p:txBody>
      </p:sp>
      <p:sp>
        <p:nvSpPr>
          <p:cNvPr id="6293" name="Google Shape;6293;p173"/>
          <p:cNvSpPr/>
          <p:nvPr/>
        </p:nvSpPr>
        <p:spPr>
          <a:xfrm>
            <a:off x="1678107" y="867504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Customer Service </a:t>
            </a:r>
            <a:endParaRPr b="1" i="0" sz="900" u="none" cap="none" strike="noStrike">
              <a:solidFill>
                <a:srgbClr val="066AFE"/>
              </a:solidFill>
              <a:latin typeface="Salesforce Sans"/>
              <a:ea typeface="Salesforce Sans"/>
              <a:cs typeface="Salesforce Sans"/>
              <a:sym typeface="Salesforce Sans"/>
            </a:endParaRPr>
          </a:p>
        </p:txBody>
      </p:sp>
      <p:sp>
        <p:nvSpPr>
          <p:cNvPr id="6294" name="Google Shape;6294;p173"/>
          <p:cNvSpPr/>
          <p:nvPr/>
        </p:nvSpPr>
        <p:spPr>
          <a:xfrm>
            <a:off x="1678107" y="7641756"/>
            <a:ext cx="8154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Field Service </a:t>
            </a:r>
            <a:endParaRPr b="1" i="0" sz="900" u="none" cap="none" strike="noStrike">
              <a:solidFill>
                <a:srgbClr val="066AFE"/>
              </a:solidFill>
              <a:latin typeface="Salesforce Sans"/>
              <a:ea typeface="Salesforce Sans"/>
              <a:cs typeface="Salesforce Sans"/>
              <a:sym typeface="Salesforce Sans"/>
            </a:endParaRPr>
          </a:p>
        </p:txBody>
      </p:sp>
      <p:sp>
        <p:nvSpPr>
          <p:cNvPr id="6295" name="Google Shape;6295;p173"/>
          <p:cNvSpPr/>
          <p:nvPr/>
        </p:nvSpPr>
        <p:spPr>
          <a:xfrm>
            <a:off x="1678107" y="344130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In-person Retail Sales</a:t>
            </a:r>
            <a:endParaRPr b="1" i="0" sz="900" u="none" cap="none" strike="noStrike">
              <a:solidFill>
                <a:srgbClr val="066AFE"/>
              </a:solidFill>
              <a:latin typeface="Salesforce Sans"/>
              <a:ea typeface="Salesforce Sans"/>
              <a:cs typeface="Salesforce Sans"/>
              <a:sym typeface="Salesforce Sans"/>
            </a:endParaRPr>
          </a:p>
        </p:txBody>
      </p:sp>
      <p:sp>
        <p:nvSpPr>
          <p:cNvPr id="6296" name="Google Shape;6296;p173"/>
          <p:cNvSpPr/>
          <p:nvPr/>
        </p:nvSpPr>
        <p:spPr>
          <a:xfrm>
            <a:off x="1678102" y="2958581"/>
            <a:ext cx="1022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Retail Opening and Strategy </a:t>
            </a:r>
            <a:endParaRPr b="1" i="0" sz="900" u="none" cap="none" strike="noStrike">
              <a:solidFill>
                <a:srgbClr val="066AFE"/>
              </a:solidFill>
              <a:latin typeface="Salesforce Sans"/>
              <a:ea typeface="Salesforce Sans"/>
              <a:cs typeface="Salesforce Sans"/>
              <a:sym typeface="Salesforce Sans"/>
            </a:endParaRPr>
          </a:p>
        </p:txBody>
      </p:sp>
      <p:sp>
        <p:nvSpPr>
          <p:cNvPr id="6297" name="Google Shape;6297;p173"/>
          <p:cNvSpPr/>
          <p:nvPr/>
        </p:nvSpPr>
        <p:spPr>
          <a:xfrm>
            <a:off x="1678107" y="2322500"/>
            <a:ext cx="9525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Forecasting and Analytics </a:t>
            </a:r>
            <a:endParaRPr b="1" i="0" sz="900" u="none" cap="none" strike="noStrike">
              <a:solidFill>
                <a:srgbClr val="066AFE"/>
              </a:solidFill>
              <a:latin typeface="Salesforce Sans"/>
              <a:ea typeface="Salesforce Sans"/>
              <a:cs typeface="Salesforce Sans"/>
              <a:sym typeface="Salesforce Sans"/>
            </a:endParaRPr>
          </a:p>
        </p:txBody>
      </p:sp>
      <p:sp>
        <p:nvSpPr>
          <p:cNvPr id="6298" name="Google Shape;6298;p173"/>
          <p:cNvSpPr/>
          <p:nvPr/>
        </p:nvSpPr>
        <p:spPr>
          <a:xfrm>
            <a:off x="1678107" y="659735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Wholesaler Management </a:t>
            </a:r>
            <a:endParaRPr b="1" i="0" sz="900" u="none" cap="none" strike="noStrike">
              <a:solidFill>
                <a:srgbClr val="066AFE"/>
              </a:solidFill>
              <a:latin typeface="Salesforce Sans"/>
              <a:ea typeface="Salesforce Sans"/>
              <a:cs typeface="Salesforce Sans"/>
              <a:sym typeface="Salesforce Sans"/>
            </a:endParaRPr>
          </a:p>
        </p:txBody>
      </p:sp>
      <p:sp>
        <p:nvSpPr>
          <p:cNvPr id="6299" name="Google Shape;6299;p173"/>
          <p:cNvSpPr/>
          <p:nvPr/>
        </p:nvSpPr>
        <p:spPr>
          <a:xfrm>
            <a:off x="1678107" y="7022837"/>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Onboarding and Activation </a:t>
            </a:r>
            <a:endParaRPr b="1" i="0" sz="900" u="none" cap="none" strike="noStrike">
              <a:solidFill>
                <a:srgbClr val="066AFE"/>
              </a:solidFill>
              <a:latin typeface="Salesforce Sans"/>
              <a:ea typeface="Salesforce Sans"/>
              <a:cs typeface="Salesforce Sans"/>
              <a:sym typeface="Salesforce Sans"/>
            </a:endParaRPr>
          </a:p>
        </p:txBody>
      </p:sp>
      <p:sp>
        <p:nvSpPr>
          <p:cNvPr id="6300" name="Google Shape;6300;p173"/>
          <p:cNvSpPr/>
          <p:nvPr/>
        </p:nvSpPr>
        <p:spPr>
          <a:xfrm>
            <a:off x="1678107" y="4683367"/>
            <a:ext cx="8466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Reseller M</a:t>
            </a:r>
            <a:r>
              <a:rPr b="1" lang="en" sz="900">
                <a:solidFill>
                  <a:srgbClr val="066AFE"/>
                </a:solidFill>
                <a:latin typeface="Salesforce Sans"/>
                <a:ea typeface="Salesforce Sans"/>
                <a:cs typeface="Salesforce Sans"/>
                <a:sym typeface="Salesforce Sans"/>
              </a:rPr>
              <a:t>gmt </a:t>
            </a:r>
            <a:endParaRPr b="1" i="0" sz="900" u="none" cap="none" strike="noStrike">
              <a:solidFill>
                <a:srgbClr val="066AFE"/>
              </a:solidFill>
              <a:latin typeface="Salesforce Sans"/>
              <a:ea typeface="Salesforce Sans"/>
              <a:cs typeface="Salesforce Sans"/>
              <a:sym typeface="Salesforce Sans"/>
            </a:endParaRPr>
          </a:p>
        </p:txBody>
      </p:sp>
      <p:sp>
        <p:nvSpPr>
          <p:cNvPr id="6301" name="Google Shape;6301;p173"/>
          <p:cNvSpPr/>
          <p:nvPr/>
        </p:nvSpPr>
        <p:spPr>
          <a:xfrm>
            <a:off x="1678107" y="5010253"/>
            <a:ext cx="8154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B2C Quoting &amp; Contracting </a:t>
            </a:r>
            <a:endParaRPr b="1" i="0" sz="900" u="none" cap="none" strike="noStrike">
              <a:solidFill>
                <a:srgbClr val="066AFE"/>
              </a:solidFill>
              <a:latin typeface="Salesforce Sans"/>
              <a:ea typeface="Salesforce Sans"/>
              <a:cs typeface="Salesforce Sans"/>
              <a:sym typeface="Salesforce Sans"/>
            </a:endParaRPr>
          </a:p>
        </p:txBody>
      </p:sp>
      <p:sp>
        <p:nvSpPr>
          <p:cNvPr id="6302" name="Google Shape;6302;p173"/>
          <p:cNvSpPr/>
          <p:nvPr/>
        </p:nvSpPr>
        <p:spPr>
          <a:xfrm>
            <a:off x="1678107" y="3889267"/>
            <a:ext cx="815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a:t>
            </a:r>
            <a:r>
              <a:rPr b="1" lang="en" sz="900">
                <a:solidFill>
                  <a:srgbClr val="066AFE"/>
                </a:solidFill>
                <a:latin typeface="Salesforce Sans"/>
                <a:ea typeface="Salesforce Sans"/>
                <a:cs typeface="Salesforce Sans"/>
                <a:sym typeface="Salesforce Sans"/>
              </a:rPr>
              <a:t>B</a:t>
            </a:r>
            <a:r>
              <a:rPr b="1" i="0" lang="en" sz="900" u="none" cap="none" strike="noStrike">
                <a:solidFill>
                  <a:srgbClr val="066AFE"/>
                </a:solidFill>
                <a:latin typeface="Salesforce Sans"/>
                <a:ea typeface="Salesforce Sans"/>
                <a:cs typeface="Salesforce Sans"/>
                <a:sym typeface="Salesforce Sans"/>
              </a:rPr>
              <a:t> Acquisition </a:t>
            </a:r>
            <a:endParaRPr b="1" i="0" sz="900" u="none" cap="none" strike="noStrike">
              <a:solidFill>
                <a:srgbClr val="066AFE"/>
              </a:solidFill>
              <a:latin typeface="Salesforce Sans"/>
              <a:ea typeface="Salesforce Sans"/>
              <a:cs typeface="Salesforce Sans"/>
              <a:sym typeface="Salesforce Sans"/>
            </a:endParaRPr>
          </a:p>
        </p:txBody>
      </p:sp>
      <p:sp>
        <p:nvSpPr>
          <p:cNvPr id="6303" name="Google Shape;6303;p173"/>
          <p:cNvSpPr/>
          <p:nvPr/>
        </p:nvSpPr>
        <p:spPr>
          <a:xfrm>
            <a:off x="1678107" y="564406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B2B Deal Management </a:t>
            </a:r>
            <a:endParaRPr b="1" i="0" sz="900" u="none" cap="none" strike="noStrike">
              <a:solidFill>
                <a:srgbClr val="066AFE"/>
              </a:solidFill>
              <a:latin typeface="Salesforce Sans"/>
              <a:ea typeface="Salesforce Sans"/>
              <a:cs typeface="Salesforce Sans"/>
              <a:sym typeface="Salesforce Sans"/>
            </a:endParaRPr>
          </a:p>
        </p:txBody>
      </p:sp>
      <p:sp>
        <p:nvSpPr>
          <p:cNvPr id="6304" name="Google Shape;6304;p173"/>
          <p:cNvSpPr txBox="1"/>
          <p:nvPr/>
        </p:nvSpPr>
        <p:spPr>
          <a:xfrm>
            <a:off x="2936457" y="29538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Launch Planning</a:t>
            </a:r>
            <a:endParaRPr i="0" sz="800" u="none" cap="none" strike="noStrike">
              <a:latin typeface="Salesforce Sans"/>
              <a:ea typeface="Salesforce Sans"/>
              <a:cs typeface="Salesforce Sans"/>
              <a:sym typeface="Salesforce Sans"/>
            </a:endParaRPr>
          </a:p>
        </p:txBody>
      </p:sp>
      <p:sp>
        <p:nvSpPr>
          <p:cNvPr id="6305" name="Google Shape;6305;p173"/>
          <p:cNvSpPr txBox="1"/>
          <p:nvPr/>
        </p:nvSpPr>
        <p:spPr>
          <a:xfrm>
            <a:off x="2936457" y="31095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6306" name="Google Shape;6306;p173"/>
          <p:cNvSpPr txBox="1"/>
          <p:nvPr/>
        </p:nvSpPr>
        <p:spPr>
          <a:xfrm>
            <a:off x="2936457" y="3265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Asset Deployment</a:t>
            </a:r>
            <a:endParaRPr i="0" sz="800" u="none" cap="none" strike="noStrike">
              <a:latin typeface="Salesforce Sans"/>
              <a:ea typeface="Salesforce Sans"/>
              <a:cs typeface="Salesforce Sans"/>
              <a:sym typeface="Salesforce Sans"/>
            </a:endParaRPr>
          </a:p>
        </p:txBody>
      </p:sp>
      <p:sp>
        <p:nvSpPr>
          <p:cNvPr id="6307" name="Google Shape;6307;p173"/>
          <p:cNvSpPr txBox="1"/>
          <p:nvPr/>
        </p:nvSpPr>
        <p:spPr>
          <a:xfrm>
            <a:off x="2936457" y="38870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6308" name="Google Shape;6308;p173"/>
          <p:cNvSpPr txBox="1"/>
          <p:nvPr/>
        </p:nvSpPr>
        <p:spPr>
          <a:xfrm>
            <a:off x="2936465" y="343687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Shopping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Product Recommendations</a:t>
            </a:r>
            <a:endParaRPr i="0" sz="800" u="none" cap="none" strike="noStrike">
              <a:latin typeface="Salesforce Sans"/>
              <a:ea typeface="Salesforce Sans"/>
              <a:cs typeface="Salesforce Sans"/>
              <a:sym typeface="Salesforce Sans"/>
            </a:endParaRPr>
          </a:p>
        </p:txBody>
      </p:sp>
      <p:sp>
        <p:nvSpPr>
          <p:cNvPr id="6309" name="Google Shape;6309;p173"/>
          <p:cNvSpPr txBox="1"/>
          <p:nvPr/>
        </p:nvSpPr>
        <p:spPr>
          <a:xfrm>
            <a:off x="2936457" y="41961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Summary &amp; Agenda</a:t>
            </a:r>
            <a:endParaRPr i="0" sz="800" u="none" cap="none" strike="noStrike">
              <a:latin typeface="Salesforce Sans"/>
              <a:ea typeface="Salesforce Sans"/>
              <a:cs typeface="Salesforce Sans"/>
              <a:sym typeface="Salesforce Sans"/>
            </a:endParaRPr>
          </a:p>
        </p:txBody>
      </p:sp>
      <p:sp>
        <p:nvSpPr>
          <p:cNvPr id="6310" name="Google Shape;6310;p173"/>
          <p:cNvSpPr txBox="1"/>
          <p:nvPr/>
        </p:nvSpPr>
        <p:spPr>
          <a:xfrm>
            <a:off x="2936457" y="40403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6311" name="Google Shape;6311;p173"/>
          <p:cNvSpPr txBox="1"/>
          <p:nvPr/>
        </p:nvSpPr>
        <p:spPr>
          <a:xfrm>
            <a:off x="2936457" y="45052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Prioritize Opportunities</a:t>
            </a:r>
            <a:endParaRPr i="0" sz="800" u="none" cap="none" strike="noStrike">
              <a:latin typeface="Salesforce Sans"/>
              <a:ea typeface="Salesforce Sans"/>
              <a:cs typeface="Salesforce Sans"/>
              <a:sym typeface="Salesforce Sans"/>
            </a:endParaRPr>
          </a:p>
        </p:txBody>
      </p:sp>
      <p:sp>
        <p:nvSpPr>
          <p:cNvPr id="6312" name="Google Shape;6312;p173"/>
          <p:cNvSpPr txBox="1"/>
          <p:nvPr/>
        </p:nvSpPr>
        <p:spPr>
          <a:xfrm>
            <a:off x="2936457" y="43495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SDR</a:t>
            </a:r>
            <a:endParaRPr i="0" sz="800" u="none" cap="none" strike="noStrike">
              <a:latin typeface="Salesforce Sans"/>
              <a:ea typeface="Salesforce Sans"/>
              <a:cs typeface="Salesforce Sans"/>
              <a:sym typeface="Salesforce Sans"/>
            </a:endParaRPr>
          </a:p>
        </p:txBody>
      </p:sp>
      <p:sp>
        <p:nvSpPr>
          <p:cNvPr id="6313" name="Google Shape;6313;p173"/>
          <p:cNvSpPr txBox="1"/>
          <p:nvPr/>
        </p:nvSpPr>
        <p:spPr>
          <a:xfrm>
            <a:off x="2936457" y="4833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6314" name="Google Shape;6314;p173"/>
          <p:cNvSpPr txBox="1"/>
          <p:nvPr/>
        </p:nvSpPr>
        <p:spPr>
          <a:xfrm>
            <a:off x="2936457" y="500832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a:t>
            </a:r>
            <a:endParaRPr i="0" sz="800" u="none" cap="none" strike="noStrike">
              <a:latin typeface="Salesforce Sans"/>
              <a:ea typeface="Salesforce Sans"/>
              <a:cs typeface="Salesforce Sans"/>
              <a:sym typeface="Salesforce Sans"/>
            </a:endParaRPr>
          </a:p>
        </p:txBody>
      </p:sp>
      <p:sp>
        <p:nvSpPr>
          <p:cNvPr id="6315" name="Google Shape;6315;p173"/>
          <p:cNvSpPr txBox="1"/>
          <p:nvPr/>
        </p:nvSpPr>
        <p:spPr>
          <a:xfrm>
            <a:off x="2936457" y="51616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Ordering </a:t>
            </a:r>
            <a:endParaRPr i="0" sz="800" u="none" cap="none" strike="noStrike">
              <a:latin typeface="Salesforce Sans"/>
              <a:ea typeface="Salesforce Sans"/>
              <a:cs typeface="Salesforce Sans"/>
              <a:sym typeface="Salesforce Sans"/>
            </a:endParaRPr>
          </a:p>
        </p:txBody>
      </p:sp>
      <p:sp>
        <p:nvSpPr>
          <p:cNvPr id="6316" name="Google Shape;6316;p173"/>
          <p:cNvSpPr txBox="1"/>
          <p:nvPr/>
        </p:nvSpPr>
        <p:spPr>
          <a:xfrm>
            <a:off x="2936457" y="5473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6317" name="Google Shape;6317;p173"/>
          <p:cNvSpPr txBox="1"/>
          <p:nvPr/>
        </p:nvSpPr>
        <p:spPr>
          <a:xfrm>
            <a:off x="2936457" y="58010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6318" name="Google Shape;6318;p173"/>
          <p:cNvSpPr txBox="1"/>
          <p:nvPr/>
        </p:nvSpPr>
        <p:spPr>
          <a:xfrm>
            <a:off x="2936457" y="59543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Deal Optimization</a:t>
            </a:r>
            <a:endParaRPr i="0" sz="800" u="none" cap="none" strike="noStrike">
              <a:latin typeface="Salesforce Sans"/>
              <a:ea typeface="Salesforce Sans"/>
              <a:cs typeface="Salesforce Sans"/>
              <a:sym typeface="Salesforce Sans"/>
            </a:endParaRPr>
          </a:p>
        </p:txBody>
      </p:sp>
      <p:sp>
        <p:nvSpPr>
          <p:cNvPr id="6319" name="Google Shape;6319;p173"/>
          <p:cNvSpPr txBox="1"/>
          <p:nvPr/>
        </p:nvSpPr>
        <p:spPr>
          <a:xfrm>
            <a:off x="2936457" y="53174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6320" name="Google Shape;6320;p173"/>
          <p:cNvSpPr txBox="1"/>
          <p:nvPr/>
        </p:nvSpPr>
        <p:spPr>
          <a:xfrm>
            <a:off x="2936457" y="61101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Quoting And Ordering</a:t>
            </a:r>
            <a:endParaRPr i="0" sz="800" u="none" cap="none" strike="noStrike">
              <a:latin typeface="Salesforce Sans"/>
              <a:ea typeface="Salesforce Sans"/>
              <a:cs typeface="Salesforce Sans"/>
              <a:sym typeface="Salesforce Sans"/>
            </a:endParaRPr>
          </a:p>
        </p:txBody>
      </p:sp>
      <p:sp>
        <p:nvSpPr>
          <p:cNvPr id="6321" name="Google Shape;6321;p173"/>
          <p:cNvSpPr txBox="1"/>
          <p:nvPr/>
        </p:nvSpPr>
        <p:spPr>
          <a:xfrm>
            <a:off x="2936457" y="62658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Creation</a:t>
            </a:r>
            <a:endParaRPr i="0" sz="800" u="none" cap="none" strike="noStrike">
              <a:latin typeface="Salesforce Sans"/>
              <a:ea typeface="Salesforce Sans"/>
              <a:cs typeface="Salesforce Sans"/>
              <a:sym typeface="Salesforce Sans"/>
            </a:endParaRPr>
          </a:p>
        </p:txBody>
      </p:sp>
      <p:sp>
        <p:nvSpPr>
          <p:cNvPr id="6322" name="Google Shape;6322;p173"/>
          <p:cNvSpPr txBox="1"/>
          <p:nvPr/>
        </p:nvSpPr>
        <p:spPr>
          <a:xfrm>
            <a:off x="2936457" y="64216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6323" name="Google Shape;6323;p173"/>
          <p:cNvSpPr txBox="1"/>
          <p:nvPr/>
        </p:nvSpPr>
        <p:spPr>
          <a:xfrm>
            <a:off x="2936457" y="46794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6324" name="Google Shape;6324;p173"/>
          <p:cNvSpPr txBox="1"/>
          <p:nvPr/>
        </p:nvSpPr>
        <p:spPr>
          <a:xfrm>
            <a:off x="2936457" y="71721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Intent</a:t>
            </a:r>
            <a:endParaRPr i="0" sz="800" u="none" cap="none" strike="noStrike">
              <a:latin typeface="Salesforce Sans"/>
              <a:ea typeface="Salesforce Sans"/>
              <a:cs typeface="Salesforce Sans"/>
              <a:sym typeface="Salesforce Sans"/>
            </a:endParaRPr>
          </a:p>
        </p:txBody>
      </p:sp>
      <p:sp>
        <p:nvSpPr>
          <p:cNvPr id="6325" name="Google Shape;6325;p173"/>
          <p:cNvSpPr txBox="1"/>
          <p:nvPr/>
        </p:nvSpPr>
        <p:spPr>
          <a:xfrm>
            <a:off x="2936457" y="746935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First Use Enablement</a:t>
            </a:r>
            <a:endParaRPr i="0" sz="800" u="none" cap="none" strike="noStrike">
              <a:latin typeface="Salesforce Sans"/>
              <a:ea typeface="Salesforce Sans"/>
              <a:cs typeface="Salesforce Sans"/>
              <a:sym typeface="Salesforce Sans"/>
            </a:endParaRPr>
          </a:p>
        </p:txBody>
      </p:sp>
      <p:sp>
        <p:nvSpPr>
          <p:cNvPr id="6326" name="Google Shape;6326;p173"/>
          <p:cNvSpPr txBox="1"/>
          <p:nvPr/>
        </p:nvSpPr>
        <p:spPr>
          <a:xfrm>
            <a:off x="2936457" y="73207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a:t>
            </a:r>
            <a:endParaRPr i="0" sz="800" u="none" cap="none" strike="noStrike">
              <a:latin typeface="Salesforce Sans"/>
              <a:ea typeface="Salesforce Sans"/>
              <a:cs typeface="Salesforce Sans"/>
              <a:sym typeface="Salesforce Sans"/>
            </a:endParaRPr>
          </a:p>
        </p:txBody>
      </p:sp>
      <p:sp>
        <p:nvSpPr>
          <p:cNvPr id="6327" name="Google Shape;6327;p173"/>
          <p:cNvSpPr txBox="1"/>
          <p:nvPr/>
        </p:nvSpPr>
        <p:spPr>
          <a:xfrm>
            <a:off x="2936457" y="77938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6328" name="Google Shape;6328;p173"/>
          <p:cNvSpPr txBox="1"/>
          <p:nvPr/>
        </p:nvSpPr>
        <p:spPr>
          <a:xfrm>
            <a:off x="2936457" y="794249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Triage</a:t>
            </a:r>
            <a:endParaRPr i="0" sz="800" u="none" cap="none" strike="noStrike">
              <a:latin typeface="Salesforce Sans"/>
              <a:ea typeface="Salesforce Sans"/>
              <a:cs typeface="Salesforce Sans"/>
              <a:sym typeface="Salesforce Sans"/>
            </a:endParaRPr>
          </a:p>
        </p:txBody>
      </p:sp>
      <p:sp>
        <p:nvSpPr>
          <p:cNvPr id="6329" name="Google Shape;6329;p173"/>
          <p:cNvSpPr txBox="1"/>
          <p:nvPr/>
        </p:nvSpPr>
        <p:spPr>
          <a:xfrm>
            <a:off x="2936457" y="80911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 Fulfillment</a:t>
            </a:r>
            <a:endParaRPr i="0" sz="800" u="none" cap="none" strike="noStrike">
              <a:latin typeface="Salesforce Sans"/>
              <a:ea typeface="Salesforce Sans"/>
              <a:cs typeface="Salesforce Sans"/>
              <a:sym typeface="Salesforce Sans"/>
            </a:endParaRPr>
          </a:p>
        </p:txBody>
      </p:sp>
      <p:sp>
        <p:nvSpPr>
          <p:cNvPr id="6330" name="Google Shape;6330;p173"/>
          <p:cNvSpPr txBox="1"/>
          <p:nvPr/>
        </p:nvSpPr>
        <p:spPr>
          <a:xfrm>
            <a:off x="2936457" y="823971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6331" name="Google Shape;6331;p173"/>
          <p:cNvSpPr txBox="1"/>
          <p:nvPr/>
        </p:nvSpPr>
        <p:spPr>
          <a:xfrm>
            <a:off x="2936457" y="86734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and Product Inquiry</a:t>
            </a:r>
            <a:endParaRPr i="0" sz="800" u="none" cap="none" strike="noStrike">
              <a:latin typeface="Salesforce Sans"/>
              <a:ea typeface="Salesforce Sans"/>
              <a:cs typeface="Salesforce Sans"/>
              <a:sym typeface="Salesforce Sans"/>
            </a:endParaRPr>
          </a:p>
        </p:txBody>
      </p:sp>
      <p:sp>
        <p:nvSpPr>
          <p:cNvPr id="6332" name="Google Shape;6332;p173"/>
          <p:cNvSpPr txBox="1"/>
          <p:nvPr/>
        </p:nvSpPr>
        <p:spPr>
          <a:xfrm>
            <a:off x="2936457" y="838832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Pre-Work Brief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Post Work Summary</a:t>
            </a:r>
            <a:endParaRPr i="0" sz="800" u="none" cap="none" strike="noStrike">
              <a:latin typeface="Salesforce Sans"/>
              <a:ea typeface="Salesforce Sans"/>
              <a:cs typeface="Salesforce Sans"/>
              <a:sym typeface="Salesforce Sans"/>
            </a:endParaRPr>
          </a:p>
        </p:txBody>
      </p:sp>
      <p:sp>
        <p:nvSpPr>
          <p:cNvPr id="6333" name="Google Shape;6333;p173"/>
          <p:cNvSpPr txBox="1"/>
          <p:nvPr/>
        </p:nvSpPr>
        <p:spPr>
          <a:xfrm>
            <a:off x="2936457" y="88131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MACD</a:t>
            </a:r>
            <a:endParaRPr i="0" sz="800" u="none" cap="none" strike="noStrike">
              <a:latin typeface="Salesforce Sans"/>
              <a:ea typeface="Salesforce Sans"/>
              <a:cs typeface="Salesforce Sans"/>
              <a:sym typeface="Salesforce Sans"/>
            </a:endParaRPr>
          </a:p>
        </p:txBody>
      </p:sp>
      <p:sp>
        <p:nvSpPr>
          <p:cNvPr id="6334" name="Google Shape;6334;p173"/>
          <p:cNvSpPr txBox="1"/>
          <p:nvPr/>
        </p:nvSpPr>
        <p:spPr>
          <a:xfrm>
            <a:off x="2936457" y="89529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Billing </a:t>
            </a:r>
            <a:r>
              <a:rPr lang="en" sz="800">
                <a:latin typeface="Salesforce Sans"/>
                <a:ea typeface="Salesforce Sans"/>
                <a:cs typeface="Salesforce Sans"/>
                <a:sym typeface="Salesforce Sans"/>
              </a:rPr>
              <a:t>Resolution</a:t>
            </a:r>
            <a:endParaRPr i="0" sz="800" u="none" cap="none" strike="noStrike">
              <a:latin typeface="Salesforce Sans"/>
              <a:ea typeface="Salesforce Sans"/>
              <a:cs typeface="Salesforce Sans"/>
              <a:sym typeface="Salesforce Sans"/>
            </a:endParaRPr>
          </a:p>
        </p:txBody>
      </p:sp>
      <p:sp>
        <p:nvSpPr>
          <p:cNvPr id="6335" name="Google Shape;6335;p173"/>
          <p:cNvSpPr txBox="1"/>
          <p:nvPr/>
        </p:nvSpPr>
        <p:spPr>
          <a:xfrm>
            <a:off x="2936457" y="92325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Service Assistant</a:t>
            </a:r>
            <a:endParaRPr i="0" sz="800" u="none" cap="none" strike="noStrike">
              <a:latin typeface="Salesforce Sans"/>
              <a:ea typeface="Salesforce Sans"/>
              <a:cs typeface="Salesforce Sans"/>
              <a:sym typeface="Salesforce Sans"/>
            </a:endParaRPr>
          </a:p>
        </p:txBody>
      </p:sp>
      <p:sp>
        <p:nvSpPr>
          <p:cNvPr id="6336" name="Google Shape;6336;p173"/>
          <p:cNvSpPr txBox="1"/>
          <p:nvPr/>
        </p:nvSpPr>
        <p:spPr>
          <a:xfrm>
            <a:off x="2936457" y="937235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General FAQ &amp; Knowledge</a:t>
            </a:r>
            <a:endParaRPr i="0" sz="800" u="none" cap="none" strike="noStrike">
              <a:latin typeface="Salesforce Sans"/>
              <a:ea typeface="Salesforce Sans"/>
              <a:cs typeface="Salesforce Sans"/>
              <a:sym typeface="Salesforce Sans"/>
            </a:endParaRPr>
          </a:p>
        </p:txBody>
      </p:sp>
      <p:sp>
        <p:nvSpPr>
          <p:cNvPr id="6337" name="Google Shape;6337;p173"/>
          <p:cNvSpPr txBox="1"/>
          <p:nvPr/>
        </p:nvSpPr>
        <p:spPr>
          <a:xfrm>
            <a:off x="2936457" y="90927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a:t>
            </a:r>
            <a:endParaRPr i="0" sz="800" u="none" cap="none" strike="noStrike">
              <a:latin typeface="Salesforce Sans"/>
              <a:ea typeface="Salesforce Sans"/>
              <a:cs typeface="Salesforce Sans"/>
              <a:sym typeface="Salesforce Sans"/>
            </a:endParaRPr>
          </a:p>
        </p:txBody>
      </p:sp>
      <p:sp>
        <p:nvSpPr>
          <p:cNvPr id="6338" name="Google Shape;6338;p173"/>
          <p:cNvSpPr txBox="1"/>
          <p:nvPr/>
        </p:nvSpPr>
        <p:spPr>
          <a:xfrm>
            <a:off x="2936457" y="65939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 And Activation</a:t>
            </a:r>
            <a:endParaRPr i="0" sz="800" u="none" cap="none" strike="noStrike">
              <a:latin typeface="Salesforce Sans"/>
              <a:ea typeface="Salesforce Sans"/>
              <a:cs typeface="Salesforce Sans"/>
              <a:sym typeface="Salesforce Sans"/>
            </a:endParaRPr>
          </a:p>
        </p:txBody>
      </p:sp>
      <p:sp>
        <p:nvSpPr>
          <p:cNvPr id="6339" name="Google Shape;6339;p173"/>
          <p:cNvSpPr txBox="1"/>
          <p:nvPr/>
        </p:nvSpPr>
        <p:spPr>
          <a:xfrm>
            <a:off x="2936457" y="672489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6340" name="Google Shape;6340;p173"/>
          <p:cNvSpPr txBox="1"/>
          <p:nvPr/>
        </p:nvSpPr>
        <p:spPr>
          <a:xfrm>
            <a:off x="2936457" y="68558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6341" name="Google Shape;6341;p173"/>
          <p:cNvSpPr txBox="1"/>
          <p:nvPr/>
        </p:nvSpPr>
        <p:spPr>
          <a:xfrm>
            <a:off x="2936457" y="70235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Verification</a:t>
            </a:r>
            <a:endParaRPr i="0" sz="800" u="none" cap="none" strike="noStrike">
              <a:latin typeface="Salesforce Sans"/>
              <a:ea typeface="Salesforce Sans"/>
              <a:cs typeface="Salesforce Sans"/>
              <a:sym typeface="Salesforce Sans"/>
            </a:endParaRPr>
          </a:p>
        </p:txBody>
      </p:sp>
      <p:sp>
        <p:nvSpPr>
          <p:cNvPr id="6342" name="Google Shape;6342;p173"/>
          <p:cNvSpPr/>
          <p:nvPr/>
        </p:nvSpPr>
        <p:spPr>
          <a:xfrm>
            <a:off x="2799092" y="34599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3" name="Google Shape;6343;p173"/>
          <p:cNvSpPr/>
          <p:nvPr/>
        </p:nvSpPr>
        <p:spPr>
          <a:xfrm>
            <a:off x="2799092" y="53360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44" name="Google Shape;6344;p173"/>
          <p:cNvSpPr/>
          <p:nvPr/>
        </p:nvSpPr>
        <p:spPr>
          <a:xfrm>
            <a:off x="2799092" y="6284479"/>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5" name="Google Shape;6345;p173"/>
          <p:cNvSpPr/>
          <p:nvPr/>
        </p:nvSpPr>
        <p:spPr>
          <a:xfrm>
            <a:off x="2799092" y="9111372"/>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6" name="Google Shape;6346;p173"/>
          <p:cNvSpPr txBox="1"/>
          <p:nvPr/>
        </p:nvSpPr>
        <p:spPr>
          <a:xfrm>
            <a:off x="2936457" y="18421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Sales Revenue</a:t>
            </a:r>
            <a:endParaRPr i="0" sz="800" u="none" cap="none" strike="noStrike">
              <a:latin typeface="Salesforce Sans"/>
              <a:ea typeface="Salesforce Sans"/>
              <a:cs typeface="Salesforce Sans"/>
              <a:sym typeface="Salesforce Sans"/>
            </a:endParaRPr>
          </a:p>
        </p:txBody>
      </p:sp>
      <p:sp>
        <p:nvSpPr>
          <p:cNvPr id="6347" name="Google Shape;6347;p173"/>
          <p:cNvSpPr/>
          <p:nvPr/>
        </p:nvSpPr>
        <p:spPr>
          <a:xfrm>
            <a:off x="2799092" y="18606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48" name="Google Shape;6348;p173"/>
          <p:cNvSpPr txBox="1"/>
          <p:nvPr/>
        </p:nvSpPr>
        <p:spPr>
          <a:xfrm>
            <a:off x="2936457" y="1997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t>
            </a:r>
            <a:r>
              <a:rPr lang="en" sz="800">
                <a:latin typeface="Salesforce Sans"/>
                <a:ea typeface="Salesforce Sans"/>
                <a:cs typeface="Salesforce Sans"/>
                <a:sym typeface="Salesforce Sans"/>
              </a:rPr>
              <a:t>Coach</a:t>
            </a:r>
            <a:endParaRPr i="0" sz="800" u="none" cap="none" strike="noStrike">
              <a:latin typeface="Salesforce Sans"/>
              <a:ea typeface="Salesforce Sans"/>
              <a:cs typeface="Salesforce Sans"/>
              <a:sym typeface="Salesforce Sans"/>
            </a:endParaRPr>
          </a:p>
        </p:txBody>
      </p:sp>
      <p:sp>
        <p:nvSpPr>
          <p:cNvPr id="6349" name="Google Shape;6349;p173"/>
          <p:cNvSpPr/>
          <p:nvPr/>
        </p:nvSpPr>
        <p:spPr>
          <a:xfrm>
            <a:off x="2799092" y="20156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50" name="Google Shape;6350;p173"/>
          <p:cNvSpPr txBox="1"/>
          <p:nvPr/>
        </p:nvSpPr>
        <p:spPr>
          <a:xfrm>
            <a:off x="2936457" y="215220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Manage Deals</a:t>
            </a:r>
            <a:endParaRPr i="0" sz="800" u="none" cap="none" strike="noStrike">
              <a:latin typeface="Salesforce Sans"/>
              <a:ea typeface="Salesforce Sans"/>
              <a:cs typeface="Salesforce Sans"/>
              <a:sym typeface="Salesforce Sans"/>
            </a:endParaRPr>
          </a:p>
        </p:txBody>
      </p:sp>
      <p:sp>
        <p:nvSpPr>
          <p:cNvPr id="6351" name="Google Shape;6351;p173"/>
          <p:cNvSpPr/>
          <p:nvPr/>
        </p:nvSpPr>
        <p:spPr>
          <a:xfrm>
            <a:off x="2799092" y="21706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2" name="Google Shape;6352;p173"/>
          <p:cNvSpPr txBox="1"/>
          <p:nvPr/>
        </p:nvSpPr>
        <p:spPr>
          <a:xfrm>
            <a:off x="2936457" y="23225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Forecast Guidance</a:t>
            </a:r>
            <a:endParaRPr i="0" sz="800" u="none" cap="none" strike="noStrike">
              <a:latin typeface="Salesforce Sans"/>
              <a:ea typeface="Salesforce Sans"/>
              <a:cs typeface="Salesforce Sans"/>
              <a:sym typeface="Salesforce Sans"/>
            </a:endParaRPr>
          </a:p>
        </p:txBody>
      </p:sp>
      <p:sp>
        <p:nvSpPr>
          <p:cNvPr id="6353" name="Google Shape;6353;p173"/>
          <p:cNvSpPr/>
          <p:nvPr/>
        </p:nvSpPr>
        <p:spPr>
          <a:xfrm>
            <a:off x="2799092" y="234096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4" name="Google Shape;6354;p173"/>
          <p:cNvSpPr txBox="1"/>
          <p:nvPr/>
        </p:nvSpPr>
        <p:spPr>
          <a:xfrm>
            <a:off x="2936457" y="24782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355" name="Google Shape;6355;p173"/>
          <p:cNvSpPr/>
          <p:nvPr/>
        </p:nvSpPr>
        <p:spPr>
          <a:xfrm>
            <a:off x="2799092" y="2496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6" name="Google Shape;6356;p173"/>
          <p:cNvSpPr txBox="1"/>
          <p:nvPr/>
        </p:nvSpPr>
        <p:spPr>
          <a:xfrm>
            <a:off x="2936457" y="27850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Scenario Modelling</a:t>
            </a:r>
            <a:endParaRPr i="0" sz="800" u="none" cap="none" strike="noStrike">
              <a:latin typeface="Salesforce Sans"/>
              <a:ea typeface="Salesforce Sans"/>
              <a:cs typeface="Salesforce Sans"/>
              <a:sym typeface="Salesforce Sans"/>
            </a:endParaRPr>
          </a:p>
        </p:txBody>
      </p:sp>
      <p:sp>
        <p:nvSpPr>
          <p:cNvPr id="6357" name="Google Shape;6357;p173"/>
          <p:cNvSpPr/>
          <p:nvPr/>
        </p:nvSpPr>
        <p:spPr>
          <a:xfrm>
            <a:off x="2799092" y="2803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8" name="Google Shape;6358;p173"/>
          <p:cNvSpPr/>
          <p:nvPr/>
        </p:nvSpPr>
        <p:spPr>
          <a:xfrm>
            <a:off x="2799092" y="29724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9" name="Google Shape;6359;p173"/>
          <p:cNvSpPr/>
          <p:nvPr/>
        </p:nvSpPr>
        <p:spPr>
          <a:xfrm>
            <a:off x="2799092" y="3128037"/>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0" name="Google Shape;6360;p173"/>
          <p:cNvSpPr txBox="1"/>
          <p:nvPr/>
        </p:nvSpPr>
        <p:spPr>
          <a:xfrm>
            <a:off x="2936457" y="26316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6361" name="Google Shape;6361;p173"/>
          <p:cNvSpPr/>
          <p:nvPr/>
        </p:nvSpPr>
        <p:spPr>
          <a:xfrm>
            <a:off x="2799092" y="265009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2" name="Google Shape;6362;p173"/>
          <p:cNvSpPr/>
          <p:nvPr/>
        </p:nvSpPr>
        <p:spPr>
          <a:xfrm>
            <a:off x="2799092" y="39054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3" name="Google Shape;6363;p173"/>
          <p:cNvSpPr/>
          <p:nvPr/>
        </p:nvSpPr>
        <p:spPr>
          <a:xfrm>
            <a:off x="2799092" y="421474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4" name="Google Shape;6364;p173"/>
          <p:cNvSpPr/>
          <p:nvPr/>
        </p:nvSpPr>
        <p:spPr>
          <a:xfrm>
            <a:off x="2799092" y="405899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5" name="Google Shape;6365;p173"/>
          <p:cNvSpPr/>
          <p:nvPr/>
        </p:nvSpPr>
        <p:spPr>
          <a:xfrm>
            <a:off x="2799092" y="436811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6" name="Google Shape;6366;p173"/>
          <p:cNvSpPr/>
          <p:nvPr/>
        </p:nvSpPr>
        <p:spPr>
          <a:xfrm>
            <a:off x="2799092" y="518029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6367" name="Google Shape;6367;p173"/>
          <p:cNvSpPr/>
          <p:nvPr/>
        </p:nvSpPr>
        <p:spPr>
          <a:xfrm>
            <a:off x="2799092" y="612872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8" name="Google Shape;6368;p173"/>
          <p:cNvSpPr/>
          <p:nvPr/>
        </p:nvSpPr>
        <p:spPr>
          <a:xfrm>
            <a:off x="2799092" y="7812490"/>
            <a:ext cx="91200" cy="91200"/>
          </a:xfrm>
          <a:prstGeom prst="ellipse">
            <a:avLst/>
          </a:prstGeom>
          <a:solidFill>
            <a:srgbClr val="08ABED"/>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69" name="Google Shape;6369;p173"/>
          <p:cNvSpPr/>
          <p:nvPr/>
        </p:nvSpPr>
        <p:spPr>
          <a:xfrm>
            <a:off x="2799092" y="810971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0" name="Google Shape;6370;p173"/>
          <p:cNvSpPr/>
          <p:nvPr/>
        </p:nvSpPr>
        <p:spPr>
          <a:xfrm>
            <a:off x="2799092" y="825832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1" name="Google Shape;6371;p173"/>
          <p:cNvSpPr/>
          <p:nvPr/>
        </p:nvSpPr>
        <p:spPr>
          <a:xfrm>
            <a:off x="2799092" y="86920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2" name="Google Shape;6372;p173"/>
          <p:cNvSpPr/>
          <p:nvPr/>
        </p:nvSpPr>
        <p:spPr>
          <a:xfrm>
            <a:off x="2799092" y="840693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3" name="Google Shape;6373;p173"/>
          <p:cNvSpPr/>
          <p:nvPr/>
        </p:nvSpPr>
        <p:spPr>
          <a:xfrm>
            <a:off x="2799092" y="8831791"/>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4" name="Google Shape;6374;p173"/>
          <p:cNvSpPr/>
          <p:nvPr/>
        </p:nvSpPr>
        <p:spPr>
          <a:xfrm>
            <a:off x="2799092" y="897158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5" name="Google Shape;6375;p173"/>
          <p:cNvSpPr/>
          <p:nvPr/>
        </p:nvSpPr>
        <p:spPr>
          <a:xfrm>
            <a:off x="2799092" y="939095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6" name="Google Shape;6376;p173"/>
          <p:cNvSpPr/>
          <p:nvPr/>
        </p:nvSpPr>
        <p:spPr>
          <a:xfrm>
            <a:off x="2799092" y="66125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7" name="Google Shape;6377;p173"/>
          <p:cNvSpPr/>
          <p:nvPr/>
        </p:nvSpPr>
        <p:spPr>
          <a:xfrm>
            <a:off x="2799092" y="73393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8" name="Google Shape;6378;p173"/>
          <p:cNvSpPr/>
          <p:nvPr/>
        </p:nvSpPr>
        <p:spPr>
          <a:xfrm>
            <a:off x="2799092" y="45238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79" name="Google Shape;6379;p173"/>
          <p:cNvSpPr/>
          <p:nvPr/>
        </p:nvSpPr>
        <p:spPr>
          <a:xfrm>
            <a:off x="2799092" y="4698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0" name="Google Shape;6380;p173"/>
          <p:cNvSpPr/>
          <p:nvPr/>
        </p:nvSpPr>
        <p:spPr>
          <a:xfrm>
            <a:off x="2799092" y="4852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1" name="Google Shape;6381;p173"/>
          <p:cNvSpPr/>
          <p:nvPr/>
        </p:nvSpPr>
        <p:spPr>
          <a:xfrm>
            <a:off x="2799092" y="32839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2" name="Google Shape;6382;p173"/>
          <p:cNvSpPr txBox="1"/>
          <p:nvPr/>
        </p:nvSpPr>
        <p:spPr>
          <a:xfrm>
            <a:off x="2936457" y="37134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Store Performance</a:t>
            </a:r>
            <a:endParaRPr i="0" sz="800" u="none" cap="none" strike="noStrike">
              <a:latin typeface="Salesforce Sans"/>
              <a:ea typeface="Salesforce Sans"/>
              <a:cs typeface="Salesforce Sans"/>
              <a:sym typeface="Salesforce Sans"/>
            </a:endParaRPr>
          </a:p>
        </p:txBody>
      </p:sp>
      <p:sp>
        <p:nvSpPr>
          <p:cNvPr id="6383" name="Google Shape;6383;p173"/>
          <p:cNvSpPr/>
          <p:nvPr/>
        </p:nvSpPr>
        <p:spPr>
          <a:xfrm>
            <a:off x="2799092" y="37318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4" name="Google Shape;6384;p173"/>
          <p:cNvSpPr/>
          <p:nvPr/>
        </p:nvSpPr>
        <p:spPr>
          <a:xfrm>
            <a:off x="2799092" y="502692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highlight>
                <a:srgbClr val="022AC0"/>
              </a:highlight>
              <a:latin typeface="Salesforce Sans"/>
              <a:ea typeface="Salesforce Sans"/>
              <a:cs typeface="Salesforce Sans"/>
              <a:sym typeface="Salesforce Sans"/>
            </a:endParaRPr>
          </a:p>
        </p:txBody>
      </p:sp>
      <p:sp>
        <p:nvSpPr>
          <p:cNvPr id="6385" name="Google Shape;6385;p173"/>
          <p:cNvSpPr/>
          <p:nvPr/>
        </p:nvSpPr>
        <p:spPr>
          <a:xfrm>
            <a:off x="2799092" y="549180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6" name="Google Shape;6386;p173"/>
          <p:cNvSpPr/>
          <p:nvPr/>
        </p:nvSpPr>
        <p:spPr>
          <a:xfrm>
            <a:off x="2799092" y="5972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7" name="Google Shape;6387;p173"/>
          <p:cNvSpPr/>
          <p:nvPr/>
        </p:nvSpPr>
        <p:spPr>
          <a:xfrm>
            <a:off x="2799092" y="581959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8" name="Google Shape;6388;p173"/>
          <p:cNvSpPr/>
          <p:nvPr/>
        </p:nvSpPr>
        <p:spPr>
          <a:xfrm>
            <a:off x="2799092" y="64402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9" name="Google Shape;6389;p173"/>
          <p:cNvSpPr/>
          <p:nvPr/>
        </p:nvSpPr>
        <p:spPr>
          <a:xfrm>
            <a:off x="2799092" y="67434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0" name="Google Shape;6390;p173"/>
          <p:cNvSpPr/>
          <p:nvPr/>
        </p:nvSpPr>
        <p:spPr>
          <a:xfrm>
            <a:off x="2799092" y="68744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1" name="Google Shape;6391;p173"/>
          <p:cNvSpPr/>
          <p:nvPr/>
        </p:nvSpPr>
        <p:spPr>
          <a:xfrm>
            <a:off x="2799092" y="71907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2" name="Google Shape;6392;p173"/>
          <p:cNvSpPr/>
          <p:nvPr/>
        </p:nvSpPr>
        <p:spPr>
          <a:xfrm>
            <a:off x="2799092" y="704212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3" name="Google Shape;6393;p173"/>
          <p:cNvSpPr/>
          <p:nvPr/>
        </p:nvSpPr>
        <p:spPr>
          <a:xfrm>
            <a:off x="2799092" y="74879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4" name="Google Shape;6394;p173"/>
          <p:cNvSpPr/>
          <p:nvPr/>
        </p:nvSpPr>
        <p:spPr>
          <a:xfrm>
            <a:off x="2799092" y="79611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5" name="Google Shape;6395;p173"/>
          <p:cNvSpPr/>
          <p:nvPr/>
        </p:nvSpPr>
        <p:spPr>
          <a:xfrm>
            <a:off x="2799092" y="925116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96" name="Google Shape;6396;p173"/>
          <p:cNvSpPr txBox="1"/>
          <p:nvPr/>
        </p:nvSpPr>
        <p:spPr>
          <a:xfrm>
            <a:off x="2935148" y="56464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Grouping</a:t>
            </a:r>
            <a:endParaRPr i="0" sz="800" u="none" cap="none" strike="noStrike">
              <a:latin typeface="Salesforce Sans"/>
              <a:ea typeface="Salesforce Sans"/>
              <a:cs typeface="Salesforce Sans"/>
              <a:sym typeface="Salesforce Sans"/>
            </a:endParaRPr>
          </a:p>
        </p:txBody>
      </p:sp>
      <p:sp>
        <p:nvSpPr>
          <p:cNvPr id="6397" name="Google Shape;6397;p173"/>
          <p:cNvSpPr/>
          <p:nvPr/>
        </p:nvSpPr>
        <p:spPr>
          <a:xfrm>
            <a:off x="2797278" y="5665044"/>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8" name="Google Shape;6398;p173"/>
          <p:cNvSpPr txBox="1"/>
          <p:nvPr/>
        </p:nvSpPr>
        <p:spPr>
          <a:xfrm>
            <a:off x="2935140" y="76383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Selling</a:t>
            </a:r>
            <a:endParaRPr i="0" sz="800" u="none" cap="none" strike="noStrike">
              <a:latin typeface="Salesforce Sans"/>
              <a:ea typeface="Salesforce Sans"/>
              <a:cs typeface="Salesforce Sans"/>
              <a:sym typeface="Salesforce Sans"/>
            </a:endParaRPr>
          </a:p>
        </p:txBody>
      </p:sp>
      <p:sp>
        <p:nvSpPr>
          <p:cNvPr id="6399" name="Google Shape;6399;p173"/>
          <p:cNvSpPr/>
          <p:nvPr/>
        </p:nvSpPr>
        <p:spPr>
          <a:xfrm>
            <a:off x="2797267" y="765693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6400" name="Google Shape;6400;p173"/>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401" name="Google Shape;6401;p173"/>
          <p:cNvSpPr txBox="1"/>
          <p:nvPr/>
        </p:nvSpPr>
        <p:spPr>
          <a:xfrm>
            <a:off x="16781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402" name="Google Shape;6402;p173"/>
          <p:cNvGrpSpPr/>
          <p:nvPr/>
        </p:nvGrpSpPr>
        <p:grpSpPr>
          <a:xfrm>
            <a:off x="497950" y="1867456"/>
            <a:ext cx="952566" cy="449700"/>
            <a:chOff x="755108" y="1946374"/>
            <a:chExt cx="1322458" cy="449700"/>
          </a:xfrm>
        </p:grpSpPr>
        <p:sp>
          <p:nvSpPr>
            <p:cNvPr id="6403" name="Google Shape;6403;p173"/>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04" name="Google Shape;6404;p173"/>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a:t>
              </a:r>
              <a:endParaRPr sz="1600">
                <a:latin typeface="Avant Garde Demi SFDC"/>
                <a:ea typeface="Avant Garde Demi SFDC"/>
                <a:cs typeface="Avant Garde Demi SFDC"/>
                <a:sym typeface="Avant Garde Demi SFDC"/>
              </a:endParaRPr>
            </a:p>
          </p:txBody>
        </p:sp>
      </p:grpSp>
      <p:sp>
        <p:nvSpPr>
          <p:cNvPr id="6405" name="Google Shape;6405;p173"/>
          <p:cNvSpPr txBox="1"/>
          <p:nvPr/>
        </p:nvSpPr>
        <p:spPr>
          <a:xfrm>
            <a:off x="293696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406" name="Google Shape;6406;p173"/>
          <p:cNvSpPr txBox="1"/>
          <p:nvPr/>
        </p:nvSpPr>
        <p:spPr>
          <a:xfrm>
            <a:off x="1678102" y="1845619"/>
            <a:ext cx="9525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GTM Operations</a:t>
            </a:r>
            <a:endParaRPr sz="1600"/>
          </a:p>
        </p:txBody>
      </p:sp>
      <p:grpSp>
        <p:nvGrpSpPr>
          <p:cNvPr id="6407" name="Google Shape;6407;p173"/>
          <p:cNvGrpSpPr/>
          <p:nvPr/>
        </p:nvGrpSpPr>
        <p:grpSpPr>
          <a:xfrm>
            <a:off x="497991" y="7043359"/>
            <a:ext cx="952525" cy="449700"/>
            <a:chOff x="755165" y="1951713"/>
            <a:chExt cx="1322400" cy="449700"/>
          </a:xfrm>
        </p:grpSpPr>
        <p:sp>
          <p:nvSpPr>
            <p:cNvPr id="6408" name="Google Shape;6408;p173"/>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09" name="Google Shape;6409;p173"/>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Customer Care</a:t>
              </a:r>
              <a:endParaRPr sz="1600">
                <a:latin typeface="Avant Garde Demi SFDC"/>
                <a:ea typeface="Avant Garde Demi SFDC"/>
                <a:cs typeface="Avant Garde Demi SFDC"/>
                <a:sym typeface="Avant Garde Demi SFDC"/>
              </a:endParaRPr>
            </a:p>
          </p:txBody>
        </p:sp>
      </p:grpSp>
      <p:sp>
        <p:nvSpPr>
          <p:cNvPr id="6410" name="Google Shape;6410;p173"/>
          <p:cNvSpPr/>
          <p:nvPr/>
        </p:nvSpPr>
        <p:spPr>
          <a:xfrm>
            <a:off x="1678107" y="9544491"/>
            <a:ext cx="9732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Strategy </a:t>
            </a:r>
            <a:r>
              <a:rPr b="1" lang="en" sz="900">
                <a:solidFill>
                  <a:srgbClr val="066AFE"/>
                </a:solidFill>
                <a:latin typeface="Salesforce Sans"/>
                <a:ea typeface="Salesforce Sans"/>
                <a:cs typeface="Salesforce Sans"/>
                <a:sym typeface="Salesforce Sans"/>
              </a:rPr>
              <a:t>&amp;</a:t>
            </a:r>
            <a:r>
              <a:rPr b="1" i="0" lang="en" sz="900" u="none" cap="none" strike="noStrike">
                <a:solidFill>
                  <a:srgbClr val="066AFE"/>
                </a:solidFill>
                <a:latin typeface="Salesforce Sans"/>
                <a:ea typeface="Salesforce Sans"/>
                <a:cs typeface="Salesforce Sans"/>
                <a:sym typeface="Salesforce Sans"/>
              </a:rPr>
              <a:t> Direction </a:t>
            </a:r>
            <a:endParaRPr b="1" i="0" sz="900" u="none" cap="none" strike="noStrike">
              <a:solidFill>
                <a:srgbClr val="066AFE"/>
              </a:solidFill>
              <a:latin typeface="Salesforce Sans"/>
              <a:ea typeface="Salesforce Sans"/>
              <a:cs typeface="Salesforce Sans"/>
              <a:sym typeface="Salesforce Sans"/>
            </a:endParaRPr>
          </a:p>
        </p:txBody>
      </p:sp>
      <p:sp>
        <p:nvSpPr>
          <p:cNvPr id="6411" name="Google Shape;6411;p173"/>
          <p:cNvSpPr txBox="1"/>
          <p:nvPr/>
        </p:nvSpPr>
        <p:spPr>
          <a:xfrm>
            <a:off x="2936457" y="9543964"/>
            <a:ext cx="1492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Competitive Analysis</a:t>
            </a:r>
            <a:endParaRPr i="0" sz="800" u="none" cap="none" strike="noStrike">
              <a:latin typeface="Salesforce Sans"/>
              <a:ea typeface="Salesforce Sans"/>
              <a:cs typeface="Salesforce Sans"/>
              <a:sym typeface="Salesforce Sans"/>
            </a:endParaRPr>
          </a:p>
        </p:txBody>
      </p:sp>
      <p:sp>
        <p:nvSpPr>
          <p:cNvPr id="6412" name="Google Shape;6412;p173"/>
          <p:cNvSpPr txBox="1"/>
          <p:nvPr/>
        </p:nvSpPr>
        <p:spPr>
          <a:xfrm>
            <a:off x="2936457" y="96836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Strategy Modeling</a:t>
            </a:r>
            <a:endParaRPr i="0" sz="800" u="none" cap="none" strike="noStrike">
              <a:latin typeface="Salesforce Sans"/>
              <a:ea typeface="Salesforce Sans"/>
              <a:cs typeface="Salesforce Sans"/>
              <a:sym typeface="Salesforce Sans"/>
            </a:endParaRPr>
          </a:p>
        </p:txBody>
      </p:sp>
      <p:sp>
        <p:nvSpPr>
          <p:cNvPr id="6413" name="Google Shape;6413;p173"/>
          <p:cNvSpPr txBox="1"/>
          <p:nvPr/>
        </p:nvSpPr>
        <p:spPr>
          <a:xfrm>
            <a:off x="2936457" y="98233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Initiative Planning</a:t>
            </a:r>
            <a:endParaRPr i="0" sz="800" u="none" cap="none" strike="noStrike">
              <a:latin typeface="Salesforce Sans"/>
              <a:ea typeface="Salesforce Sans"/>
              <a:cs typeface="Salesforce Sans"/>
              <a:sym typeface="Salesforce Sans"/>
            </a:endParaRPr>
          </a:p>
        </p:txBody>
      </p:sp>
      <p:sp>
        <p:nvSpPr>
          <p:cNvPr id="6414" name="Google Shape;6414;p173"/>
          <p:cNvSpPr/>
          <p:nvPr/>
        </p:nvSpPr>
        <p:spPr>
          <a:xfrm>
            <a:off x="2799092" y="97021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415" name="Google Shape;6415;p173"/>
          <p:cNvSpPr/>
          <p:nvPr/>
        </p:nvSpPr>
        <p:spPr>
          <a:xfrm>
            <a:off x="2799092" y="9562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416" name="Google Shape;6416;p173"/>
          <p:cNvSpPr/>
          <p:nvPr/>
        </p:nvSpPr>
        <p:spPr>
          <a:xfrm>
            <a:off x="2799092" y="98419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6417" name="Google Shape;6417;p173"/>
          <p:cNvGrpSpPr/>
          <p:nvPr/>
        </p:nvGrpSpPr>
        <p:grpSpPr>
          <a:xfrm>
            <a:off x="497991" y="9571870"/>
            <a:ext cx="952525" cy="449700"/>
            <a:chOff x="755165" y="1979727"/>
            <a:chExt cx="1322400" cy="449700"/>
          </a:xfrm>
        </p:grpSpPr>
        <p:sp>
          <p:nvSpPr>
            <p:cNvPr id="6418" name="Google Shape;6418;p173"/>
            <p:cNvSpPr/>
            <p:nvPr/>
          </p:nvSpPr>
          <p:spPr>
            <a:xfrm>
              <a:off x="755165" y="197972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19" name="Google Shape;6419;p173"/>
            <p:cNvSpPr txBox="1"/>
            <p:nvPr/>
          </p:nvSpPr>
          <p:spPr>
            <a:xfrm>
              <a:off x="888815" y="214217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1600">
                <a:latin typeface="Avant Garde Demi SFDC"/>
                <a:ea typeface="Avant Garde Demi SFDC"/>
                <a:cs typeface="Avant Garde Demi SFDC"/>
                <a:sym typeface="Avant Garde Demi SFDC"/>
              </a:endParaRPr>
            </a:p>
          </p:txBody>
        </p:sp>
      </p:grpSp>
      <p:sp>
        <p:nvSpPr>
          <p:cNvPr id="6420" name="Google Shape;6420;p173"/>
          <p:cNvSpPr/>
          <p:nvPr/>
        </p:nvSpPr>
        <p:spPr>
          <a:xfrm>
            <a:off x="5922089" y="2456259"/>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Promotions Design </a:t>
            </a:r>
            <a:endParaRPr b="1" i="0" sz="900" u="none" cap="none" strike="noStrike">
              <a:solidFill>
                <a:srgbClr val="066AFE"/>
              </a:solidFill>
              <a:latin typeface="Salesforce Sans"/>
              <a:ea typeface="Salesforce Sans"/>
              <a:cs typeface="Salesforce Sans"/>
              <a:sym typeface="Salesforce Sans"/>
            </a:endParaRPr>
          </a:p>
        </p:txBody>
      </p:sp>
      <p:sp>
        <p:nvSpPr>
          <p:cNvPr id="6421" name="Google Shape;6421;p173"/>
          <p:cNvSpPr/>
          <p:nvPr/>
        </p:nvSpPr>
        <p:spPr>
          <a:xfrm>
            <a:off x="5922089" y="3238833"/>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Performance Marketing </a:t>
            </a:r>
            <a:endParaRPr b="1" i="0" sz="900" u="none" cap="none" strike="noStrike">
              <a:solidFill>
                <a:srgbClr val="066AFE"/>
              </a:solidFill>
              <a:latin typeface="Salesforce Sans"/>
              <a:ea typeface="Salesforce Sans"/>
              <a:cs typeface="Salesforce Sans"/>
              <a:sym typeface="Salesforce Sans"/>
            </a:endParaRPr>
          </a:p>
        </p:txBody>
      </p:sp>
      <p:sp>
        <p:nvSpPr>
          <p:cNvPr id="6422" name="Google Shape;6422;p173"/>
          <p:cNvSpPr/>
          <p:nvPr/>
        </p:nvSpPr>
        <p:spPr>
          <a:xfrm>
            <a:off x="5922089" y="397854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Brand Marketing </a:t>
            </a:r>
            <a:endParaRPr b="1" i="0" sz="900" u="none" cap="none" strike="noStrike">
              <a:solidFill>
                <a:srgbClr val="066AFE"/>
              </a:solidFill>
              <a:latin typeface="Salesforce Sans"/>
              <a:ea typeface="Salesforce Sans"/>
              <a:cs typeface="Salesforce Sans"/>
              <a:sym typeface="Salesforce Sans"/>
            </a:endParaRPr>
          </a:p>
        </p:txBody>
      </p:sp>
      <p:sp>
        <p:nvSpPr>
          <p:cNvPr id="6423" name="Google Shape;6423;p173"/>
          <p:cNvSpPr/>
          <p:nvPr/>
        </p:nvSpPr>
        <p:spPr>
          <a:xfrm>
            <a:off x="5922099" y="4600700"/>
            <a:ext cx="973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Digital Platform &amp; Ops </a:t>
            </a:r>
            <a:endParaRPr b="1" i="0" sz="900" u="none" cap="none" strike="noStrike">
              <a:solidFill>
                <a:srgbClr val="066AFE"/>
              </a:solidFill>
              <a:latin typeface="Salesforce Sans"/>
              <a:ea typeface="Salesforce Sans"/>
              <a:cs typeface="Salesforce Sans"/>
              <a:sym typeface="Salesforce Sans"/>
            </a:endParaRPr>
          </a:p>
        </p:txBody>
      </p:sp>
      <p:sp>
        <p:nvSpPr>
          <p:cNvPr id="6424" name="Google Shape;6424;p173"/>
          <p:cNvSpPr/>
          <p:nvPr/>
        </p:nvSpPr>
        <p:spPr>
          <a:xfrm>
            <a:off x="5922089" y="508020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Agency Mgmt. </a:t>
            </a:r>
            <a:endParaRPr b="1" i="0" sz="900" u="none" cap="none" strike="noStrike">
              <a:solidFill>
                <a:srgbClr val="066AFE"/>
              </a:solidFill>
              <a:latin typeface="Salesforce Sans"/>
              <a:ea typeface="Salesforce Sans"/>
              <a:cs typeface="Salesforce Sans"/>
              <a:sym typeface="Salesforce Sans"/>
            </a:endParaRPr>
          </a:p>
        </p:txBody>
      </p:sp>
      <p:sp>
        <p:nvSpPr>
          <p:cNvPr id="6425" name="Google Shape;6425;p173"/>
          <p:cNvSpPr/>
          <p:nvPr/>
        </p:nvSpPr>
        <p:spPr>
          <a:xfrm>
            <a:off x="5922089" y="5534911"/>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Base Management </a:t>
            </a:r>
            <a:endParaRPr b="1" i="0" sz="900" u="none" cap="none" strike="noStrike">
              <a:solidFill>
                <a:srgbClr val="066AFE"/>
              </a:solidFill>
              <a:latin typeface="Salesforce Sans"/>
              <a:ea typeface="Salesforce Sans"/>
              <a:cs typeface="Salesforce Sans"/>
              <a:sym typeface="Salesforce Sans"/>
            </a:endParaRPr>
          </a:p>
        </p:txBody>
      </p:sp>
      <p:sp>
        <p:nvSpPr>
          <p:cNvPr id="6426" name="Google Shape;6426;p173"/>
          <p:cNvSpPr/>
          <p:nvPr/>
        </p:nvSpPr>
        <p:spPr>
          <a:xfrm>
            <a:off x="5922089" y="6157032"/>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Portfolio Strategy </a:t>
            </a:r>
            <a:endParaRPr b="1" i="0" sz="900" u="none" cap="none" strike="noStrike">
              <a:solidFill>
                <a:srgbClr val="066AFE"/>
              </a:solidFill>
              <a:latin typeface="Salesforce Sans"/>
              <a:ea typeface="Salesforce Sans"/>
              <a:cs typeface="Salesforce Sans"/>
              <a:sym typeface="Salesforce Sans"/>
            </a:endParaRPr>
          </a:p>
        </p:txBody>
      </p:sp>
      <p:sp>
        <p:nvSpPr>
          <p:cNvPr id="6427" name="Google Shape;6427;p173"/>
          <p:cNvSpPr/>
          <p:nvPr/>
        </p:nvSpPr>
        <p:spPr>
          <a:xfrm>
            <a:off x="5922089" y="676163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Mobile Plan Development &amp; Mgmt</a:t>
            </a:r>
            <a:endParaRPr b="1" i="0" sz="900" u="none" cap="none" strike="noStrike">
              <a:solidFill>
                <a:srgbClr val="066AFE"/>
              </a:solidFill>
              <a:latin typeface="Salesforce Sans"/>
              <a:ea typeface="Salesforce Sans"/>
              <a:cs typeface="Salesforce Sans"/>
              <a:sym typeface="Salesforce Sans"/>
            </a:endParaRPr>
          </a:p>
        </p:txBody>
      </p:sp>
      <p:sp>
        <p:nvSpPr>
          <p:cNvPr id="6428" name="Google Shape;6428;p173"/>
          <p:cNvSpPr/>
          <p:nvPr/>
        </p:nvSpPr>
        <p:spPr>
          <a:xfrm>
            <a:off x="5922089" y="7376513"/>
            <a:ext cx="815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Add-Ons Deve</a:t>
            </a:r>
            <a:r>
              <a:rPr b="1" lang="en" sz="900">
                <a:solidFill>
                  <a:srgbClr val="066AFE"/>
                </a:solidFill>
                <a:latin typeface="Salesforce Sans"/>
                <a:ea typeface="Salesforce Sans"/>
                <a:cs typeface="Salesforce Sans"/>
                <a:sym typeface="Salesforce Sans"/>
              </a:rPr>
              <a:t>lopment</a:t>
            </a:r>
            <a:r>
              <a:rPr b="1" i="0" lang="en" sz="900" u="none" cap="none" strike="noStrike">
                <a:solidFill>
                  <a:srgbClr val="066AFE"/>
                </a:solidFill>
                <a:latin typeface="Salesforce Sans"/>
                <a:ea typeface="Salesforce Sans"/>
                <a:cs typeface="Salesforce Sans"/>
                <a:sym typeface="Salesforce Sans"/>
              </a:rPr>
              <a:t> &amp; Mgmt </a:t>
            </a:r>
            <a:endParaRPr b="1" i="0" sz="900" u="none" cap="none" strike="noStrike">
              <a:solidFill>
                <a:srgbClr val="066AFE"/>
              </a:solidFill>
              <a:latin typeface="Salesforce Sans"/>
              <a:ea typeface="Salesforce Sans"/>
              <a:cs typeface="Salesforce Sans"/>
              <a:sym typeface="Salesforce Sans"/>
            </a:endParaRPr>
          </a:p>
        </p:txBody>
      </p:sp>
      <p:sp>
        <p:nvSpPr>
          <p:cNvPr id="6429" name="Google Shape;6429;p173"/>
          <p:cNvSpPr/>
          <p:nvPr/>
        </p:nvSpPr>
        <p:spPr>
          <a:xfrm>
            <a:off x="5922089" y="7998514"/>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Device Portfolio Dev &amp; Mgmt </a:t>
            </a:r>
            <a:endParaRPr b="1" i="0" sz="900" u="none" cap="none" strike="noStrike">
              <a:solidFill>
                <a:srgbClr val="066AFE"/>
              </a:solidFill>
              <a:latin typeface="Salesforce Sans"/>
              <a:ea typeface="Salesforce Sans"/>
              <a:cs typeface="Salesforce Sans"/>
              <a:sym typeface="Salesforce Sans"/>
            </a:endParaRPr>
          </a:p>
        </p:txBody>
      </p:sp>
      <p:sp>
        <p:nvSpPr>
          <p:cNvPr id="6430" name="Google Shape;6430;p173"/>
          <p:cNvSpPr/>
          <p:nvPr/>
        </p:nvSpPr>
        <p:spPr>
          <a:xfrm>
            <a:off x="5922089" y="8606391"/>
            <a:ext cx="815400" cy="53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Broadband Development &amp; Mgmt </a:t>
            </a:r>
            <a:endParaRPr b="1" i="0" sz="900" u="none" cap="none" strike="noStrike">
              <a:solidFill>
                <a:srgbClr val="066AFE"/>
              </a:solidFill>
              <a:latin typeface="Salesforce Sans"/>
              <a:ea typeface="Salesforce Sans"/>
              <a:cs typeface="Salesforce Sans"/>
              <a:sym typeface="Salesforce Sans"/>
            </a:endParaRPr>
          </a:p>
        </p:txBody>
      </p:sp>
      <p:sp>
        <p:nvSpPr>
          <p:cNvPr id="6431" name="Google Shape;6431;p173"/>
          <p:cNvSpPr/>
          <p:nvPr/>
        </p:nvSpPr>
        <p:spPr>
          <a:xfrm>
            <a:off x="5922089" y="921165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Research and Innovation </a:t>
            </a:r>
            <a:endParaRPr b="1" i="0" sz="900" u="none" cap="none" strike="noStrike">
              <a:solidFill>
                <a:srgbClr val="066AFE"/>
              </a:solidFill>
              <a:latin typeface="Salesforce Sans"/>
              <a:ea typeface="Salesforce Sans"/>
              <a:cs typeface="Salesforce Sans"/>
              <a:sym typeface="Salesforce Sans"/>
            </a:endParaRPr>
          </a:p>
        </p:txBody>
      </p:sp>
      <p:sp>
        <p:nvSpPr>
          <p:cNvPr id="6432" name="Google Shape;6432;p173"/>
          <p:cNvSpPr txBox="1"/>
          <p:nvPr/>
        </p:nvSpPr>
        <p:spPr>
          <a:xfrm>
            <a:off x="7180022" y="199435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Score for Lead Record ID</a:t>
            </a:r>
            <a:endParaRPr i="0" sz="800" u="none" cap="none" strike="noStrike">
              <a:latin typeface="Salesforce Sans"/>
              <a:ea typeface="Salesforce Sans"/>
              <a:cs typeface="Salesforce Sans"/>
              <a:sym typeface="Salesforce Sans"/>
            </a:endParaRPr>
          </a:p>
        </p:txBody>
      </p:sp>
      <p:sp>
        <p:nvSpPr>
          <p:cNvPr id="6433" name="Google Shape;6433;p173"/>
          <p:cNvSpPr txBox="1"/>
          <p:nvPr/>
        </p:nvSpPr>
        <p:spPr>
          <a:xfrm>
            <a:off x="7180022" y="21477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6434" name="Google Shape;6434;p173"/>
          <p:cNvSpPr txBox="1"/>
          <p:nvPr/>
        </p:nvSpPr>
        <p:spPr>
          <a:xfrm>
            <a:off x="7180022" y="229166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6435" name="Google Shape;6435;p173"/>
          <p:cNvSpPr txBox="1"/>
          <p:nvPr/>
        </p:nvSpPr>
        <p:spPr>
          <a:xfrm>
            <a:off x="7180022" y="245104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36" name="Google Shape;6436;p173"/>
          <p:cNvSpPr txBox="1"/>
          <p:nvPr/>
        </p:nvSpPr>
        <p:spPr>
          <a:xfrm>
            <a:off x="7180022" y="274835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Price Allocation</a:t>
            </a:r>
            <a:endParaRPr i="0" sz="800" u="none" cap="none" strike="noStrike">
              <a:latin typeface="Salesforce Sans"/>
              <a:ea typeface="Salesforce Sans"/>
              <a:cs typeface="Salesforce Sans"/>
              <a:sym typeface="Salesforce Sans"/>
            </a:endParaRPr>
          </a:p>
        </p:txBody>
      </p:sp>
      <p:sp>
        <p:nvSpPr>
          <p:cNvPr id="6437" name="Google Shape;6437;p173"/>
          <p:cNvSpPr txBox="1"/>
          <p:nvPr/>
        </p:nvSpPr>
        <p:spPr>
          <a:xfrm>
            <a:off x="7180022" y="289700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6438" name="Google Shape;6438;p173"/>
          <p:cNvSpPr txBox="1"/>
          <p:nvPr/>
        </p:nvSpPr>
        <p:spPr>
          <a:xfrm>
            <a:off x="7180022" y="304565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i="0" sz="800" u="none" cap="none" strike="noStrike">
              <a:latin typeface="Salesforce Sans"/>
              <a:ea typeface="Salesforce Sans"/>
              <a:cs typeface="Salesforce Sans"/>
              <a:sym typeface="Salesforce Sans"/>
            </a:endParaRPr>
          </a:p>
        </p:txBody>
      </p:sp>
      <p:sp>
        <p:nvSpPr>
          <p:cNvPr id="6439" name="Google Shape;6439;p173"/>
          <p:cNvSpPr txBox="1"/>
          <p:nvPr/>
        </p:nvSpPr>
        <p:spPr>
          <a:xfrm>
            <a:off x="7180022" y="259969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6440" name="Google Shape;6440;p173"/>
          <p:cNvSpPr txBox="1"/>
          <p:nvPr/>
        </p:nvSpPr>
        <p:spPr>
          <a:xfrm>
            <a:off x="7180022" y="32240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41" name="Google Shape;6441;p173"/>
          <p:cNvSpPr txBox="1"/>
          <p:nvPr/>
        </p:nvSpPr>
        <p:spPr>
          <a:xfrm>
            <a:off x="7180022" y="352140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6442" name="Google Shape;6442;p173"/>
          <p:cNvSpPr txBox="1"/>
          <p:nvPr/>
        </p:nvSpPr>
        <p:spPr>
          <a:xfrm>
            <a:off x="7180022" y="365745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Draft a Campaign Brief</a:t>
            </a:r>
            <a:endParaRPr i="0" sz="800" u="none" cap="none" strike="noStrike">
              <a:latin typeface="Salesforce Sans"/>
              <a:ea typeface="Salesforce Sans"/>
              <a:cs typeface="Salesforce Sans"/>
              <a:sym typeface="Salesforce Sans"/>
            </a:endParaRPr>
          </a:p>
        </p:txBody>
      </p:sp>
      <p:sp>
        <p:nvSpPr>
          <p:cNvPr id="6443" name="Google Shape;6443;p173"/>
          <p:cNvSpPr txBox="1"/>
          <p:nvPr/>
        </p:nvSpPr>
        <p:spPr>
          <a:xfrm>
            <a:off x="7180022" y="33728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6444" name="Google Shape;6444;p173"/>
          <p:cNvSpPr txBox="1"/>
          <p:nvPr/>
        </p:nvSpPr>
        <p:spPr>
          <a:xfrm>
            <a:off x="7180022" y="39802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Voice Of The Customer</a:t>
            </a:r>
            <a:endParaRPr i="0" sz="800" u="none" cap="none" strike="noStrike">
              <a:latin typeface="Salesforce Sans"/>
              <a:ea typeface="Salesforce Sans"/>
              <a:cs typeface="Salesforce Sans"/>
              <a:sym typeface="Salesforce Sans"/>
            </a:endParaRPr>
          </a:p>
        </p:txBody>
      </p:sp>
      <p:sp>
        <p:nvSpPr>
          <p:cNvPr id="6445" name="Google Shape;6445;p173"/>
          <p:cNvSpPr txBox="1"/>
          <p:nvPr/>
        </p:nvSpPr>
        <p:spPr>
          <a:xfrm>
            <a:off x="7180022" y="37823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Journey Decisioning</a:t>
            </a:r>
            <a:endParaRPr i="0" sz="800" u="none" cap="none" strike="noStrike">
              <a:latin typeface="Salesforce Sans"/>
              <a:ea typeface="Salesforce Sans"/>
              <a:cs typeface="Salesforce Sans"/>
              <a:sym typeface="Salesforce Sans"/>
            </a:endParaRPr>
          </a:p>
        </p:txBody>
      </p:sp>
      <p:sp>
        <p:nvSpPr>
          <p:cNvPr id="6446" name="Google Shape;6446;p173"/>
          <p:cNvSpPr txBox="1"/>
          <p:nvPr/>
        </p:nvSpPr>
        <p:spPr>
          <a:xfrm>
            <a:off x="7180022" y="42849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6447" name="Google Shape;6447;p173"/>
          <p:cNvSpPr txBox="1"/>
          <p:nvPr/>
        </p:nvSpPr>
        <p:spPr>
          <a:xfrm>
            <a:off x="7180022" y="44337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Paid Media Optimization</a:t>
            </a:r>
            <a:endParaRPr i="0" sz="800" u="none" cap="none" strike="noStrike">
              <a:latin typeface="Salesforce Sans"/>
              <a:ea typeface="Salesforce Sans"/>
              <a:cs typeface="Salesforce Sans"/>
              <a:sym typeface="Salesforce Sans"/>
            </a:endParaRPr>
          </a:p>
        </p:txBody>
      </p:sp>
      <p:sp>
        <p:nvSpPr>
          <p:cNvPr id="6448" name="Google Shape;6448;p173"/>
          <p:cNvSpPr txBox="1"/>
          <p:nvPr/>
        </p:nvSpPr>
        <p:spPr>
          <a:xfrm>
            <a:off x="7180022" y="18416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a:t>
            </a:r>
            <a:r>
              <a:rPr i="0" lang="en" sz="800" u="none" cap="none" strike="noStrike">
                <a:latin typeface="Salesforce Sans"/>
                <a:ea typeface="Salesforce Sans"/>
                <a:cs typeface="Salesforce Sans"/>
                <a:sym typeface="Salesforce Sans"/>
              </a:rPr>
              <a:t>Identification</a:t>
            </a:r>
            <a:endParaRPr i="0" sz="800" u="none" cap="none" strike="noStrike">
              <a:latin typeface="Salesforce Sans"/>
              <a:ea typeface="Salesforce Sans"/>
              <a:cs typeface="Salesforce Sans"/>
              <a:sym typeface="Salesforce Sans"/>
            </a:endParaRPr>
          </a:p>
        </p:txBody>
      </p:sp>
      <p:sp>
        <p:nvSpPr>
          <p:cNvPr id="6449" name="Google Shape;6449;p173"/>
          <p:cNvSpPr txBox="1"/>
          <p:nvPr/>
        </p:nvSpPr>
        <p:spPr>
          <a:xfrm>
            <a:off x="7180022" y="41362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Brand Builder</a:t>
            </a:r>
            <a:endParaRPr i="0" sz="800" u="none" cap="none" strike="noStrike">
              <a:latin typeface="Salesforce Sans"/>
              <a:ea typeface="Salesforce Sans"/>
              <a:cs typeface="Salesforce Sans"/>
              <a:sym typeface="Salesforce Sans"/>
            </a:endParaRPr>
          </a:p>
        </p:txBody>
      </p:sp>
      <p:sp>
        <p:nvSpPr>
          <p:cNvPr id="6450" name="Google Shape;6450;p173"/>
          <p:cNvSpPr txBox="1"/>
          <p:nvPr/>
        </p:nvSpPr>
        <p:spPr>
          <a:xfrm>
            <a:off x="7180022" y="47512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6451" name="Google Shape;6451;p173"/>
          <p:cNvSpPr txBox="1"/>
          <p:nvPr/>
        </p:nvSpPr>
        <p:spPr>
          <a:xfrm>
            <a:off x="7180022" y="489979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Experience Testing</a:t>
            </a:r>
            <a:endParaRPr i="0" sz="800" u="none" cap="none" strike="noStrike">
              <a:latin typeface="Salesforce Sans"/>
              <a:ea typeface="Salesforce Sans"/>
              <a:cs typeface="Salesforce Sans"/>
              <a:sym typeface="Salesforce Sans"/>
            </a:endParaRPr>
          </a:p>
        </p:txBody>
      </p:sp>
      <p:sp>
        <p:nvSpPr>
          <p:cNvPr id="6452" name="Google Shape;6452;p173"/>
          <p:cNvSpPr txBox="1"/>
          <p:nvPr/>
        </p:nvSpPr>
        <p:spPr>
          <a:xfrm>
            <a:off x="7180022" y="50687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Discovery</a:t>
            </a:r>
            <a:endParaRPr i="0" sz="800" u="none" cap="none" strike="noStrike">
              <a:latin typeface="Salesforce Sans"/>
              <a:ea typeface="Salesforce Sans"/>
              <a:cs typeface="Salesforce Sans"/>
              <a:sym typeface="Salesforce Sans"/>
            </a:endParaRPr>
          </a:p>
        </p:txBody>
      </p:sp>
      <p:sp>
        <p:nvSpPr>
          <p:cNvPr id="6453" name="Google Shape;6453;p173"/>
          <p:cNvSpPr txBox="1"/>
          <p:nvPr/>
        </p:nvSpPr>
        <p:spPr>
          <a:xfrm>
            <a:off x="7180022" y="52175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Partnership Dev</a:t>
            </a:r>
            <a:endParaRPr i="0" sz="800" u="none" cap="none" strike="noStrike">
              <a:latin typeface="Salesforce Sans"/>
              <a:ea typeface="Salesforce Sans"/>
              <a:cs typeface="Salesforce Sans"/>
              <a:sym typeface="Salesforce Sans"/>
            </a:endParaRPr>
          </a:p>
        </p:txBody>
      </p:sp>
      <p:sp>
        <p:nvSpPr>
          <p:cNvPr id="6454" name="Google Shape;6454;p173"/>
          <p:cNvSpPr txBox="1"/>
          <p:nvPr/>
        </p:nvSpPr>
        <p:spPr>
          <a:xfrm>
            <a:off x="7180022" y="553506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a:t>
            </a:r>
            <a:endParaRPr i="0" sz="800" u="none" cap="none" strike="noStrike">
              <a:latin typeface="Salesforce Sans"/>
              <a:ea typeface="Salesforce Sans"/>
              <a:cs typeface="Salesforce Sans"/>
              <a:sym typeface="Salesforce Sans"/>
            </a:endParaRPr>
          </a:p>
        </p:txBody>
      </p:sp>
      <p:sp>
        <p:nvSpPr>
          <p:cNvPr id="6455" name="Google Shape;6455;p173"/>
          <p:cNvSpPr txBox="1"/>
          <p:nvPr/>
        </p:nvSpPr>
        <p:spPr>
          <a:xfrm>
            <a:off x="7180022" y="568357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6456" name="Google Shape;6456;p173"/>
          <p:cNvSpPr txBox="1"/>
          <p:nvPr/>
        </p:nvSpPr>
        <p:spPr>
          <a:xfrm>
            <a:off x="7180022" y="583222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6457" name="Google Shape;6457;p173"/>
          <p:cNvSpPr txBox="1"/>
          <p:nvPr/>
        </p:nvSpPr>
        <p:spPr>
          <a:xfrm>
            <a:off x="7180022" y="5366155"/>
            <a:ext cx="166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Performance</a:t>
            </a:r>
            <a:endParaRPr i="0" sz="800" u="none" cap="none" strike="noStrike">
              <a:latin typeface="Salesforce Sans"/>
              <a:ea typeface="Salesforce Sans"/>
              <a:cs typeface="Salesforce Sans"/>
              <a:sym typeface="Salesforce Sans"/>
            </a:endParaRPr>
          </a:p>
        </p:txBody>
      </p:sp>
      <p:sp>
        <p:nvSpPr>
          <p:cNvPr id="6458" name="Google Shape;6458;p173"/>
          <p:cNvSpPr txBox="1"/>
          <p:nvPr/>
        </p:nvSpPr>
        <p:spPr>
          <a:xfrm>
            <a:off x="7180022" y="5980878"/>
            <a:ext cx="16254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459" name="Google Shape;6459;p173"/>
          <p:cNvSpPr txBox="1"/>
          <p:nvPr/>
        </p:nvSpPr>
        <p:spPr>
          <a:xfrm>
            <a:off x="7180022" y="614978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Insights</a:t>
            </a:r>
            <a:endParaRPr i="0" sz="800" u="none" cap="none" strike="noStrike">
              <a:latin typeface="Salesforce Sans"/>
              <a:ea typeface="Salesforce Sans"/>
              <a:cs typeface="Salesforce Sans"/>
              <a:sym typeface="Salesforce Sans"/>
            </a:endParaRPr>
          </a:p>
        </p:txBody>
      </p:sp>
      <p:sp>
        <p:nvSpPr>
          <p:cNvPr id="6460" name="Google Shape;6460;p173"/>
          <p:cNvSpPr txBox="1"/>
          <p:nvPr/>
        </p:nvSpPr>
        <p:spPr>
          <a:xfrm>
            <a:off x="7180022" y="629844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Portfolio Positioning</a:t>
            </a:r>
            <a:endParaRPr i="0" sz="800" u="none" cap="none" strike="noStrike">
              <a:latin typeface="Salesforce Sans"/>
              <a:ea typeface="Salesforce Sans"/>
              <a:cs typeface="Salesforce Sans"/>
              <a:sym typeface="Salesforce Sans"/>
            </a:endParaRPr>
          </a:p>
        </p:txBody>
      </p:sp>
      <p:sp>
        <p:nvSpPr>
          <p:cNvPr id="6461" name="Google Shape;6461;p173"/>
          <p:cNvSpPr txBox="1"/>
          <p:nvPr/>
        </p:nvSpPr>
        <p:spPr>
          <a:xfrm>
            <a:off x="7180022" y="64470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Roadmap</a:t>
            </a:r>
            <a:endParaRPr i="0" sz="800" u="none" cap="none" strike="noStrike">
              <a:latin typeface="Salesforce Sans"/>
              <a:ea typeface="Salesforce Sans"/>
              <a:cs typeface="Salesforce Sans"/>
              <a:sym typeface="Salesforce Sans"/>
            </a:endParaRPr>
          </a:p>
        </p:txBody>
      </p:sp>
      <p:sp>
        <p:nvSpPr>
          <p:cNvPr id="6462" name="Google Shape;6462;p173"/>
          <p:cNvSpPr txBox="1"/>
          <p:nvPr/>
        </p:nvSpPr>
        <p:spPr>
          <a:xfrm>
            <a:off x="7180022" y="46024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Digital Experience</a:t>
            </a:r>
            <a:endParaRPr i="0" sz="800" u="none" cap="none" strike="noStrike">
              <a:latin typeface="Salesforce Sans"/>
              <a:ea typeface="Salesforce Sans"/>
              <a:cs typeface="Salesforce Sans"/>
              <a:sym typeface="Salesforce Sans"/>
            </a:endParaRPr>
          </a:p>
        </p:txBody>
      </p:sp>
      <p:sp>
        <p:nvSpPr>
          <p:cNvPr id="6463" name="Google Shape;6463;p173"/>
          <p:cNvSpPr txBox="1"/>
          <p:nvPr/>
        </p:nvSpPr>
        <p:spPr>
          <a:xfrm>
            <a:off x="7180022" y="67646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64" name="Google Shape;6464;p173"/>
          <p:cNvSpPr txBox="1"/>
          <p:nvPr/>
        </p:nvSpPr>
        <p:spPr>
          <a:xfrm>
            <a:off x="7180022" y="659574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Case</a:t>
            </a:r>
            <a:endParaRPr i="0" sz="800" u="none" cap="none" strike="noStrike">
              <a:latin typeface="Salesforce Sans"/>
              <a:ea typeface="Salesforce Sans"/>
              <a:cs typeface="Salesforce Sans"/>
              <a:sym typeface="Salesforce Sans"/>
            </a:endParaRPr>
          </a:p>
        </p:txBody>
      </p:sp>
      <p:sp>
        <p:nvSpPr>
          <p:cNvPr id="6465" name="Google Shape;6465;p173"/>
          <p:cNvSpPr txBox="1"/>
          <p:nvPr/>
        </p:nvSpPr>
        <p:spPr>
          <a:xfrm>
            <a:off x="7180022" y="691331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Plan Configuration</a:t>
            </a:r>
            <a:endParaRPr i="0" sz="800" u="none" cap="none" strike="noStrike">
              <a:latin typeface="Salesforce Sans"/>
              <a:ea typeface="Salesforce Sans"/>
              <a:cs typeface="Salesforce Sans"/>
              <a:sym typeface="Salesforce Sans"/>
            </a:endParaRPr>
          </a:p>
        </p:txBody>
      </p:sp>
      <p:sp>
        <p:nvSpPr>
          <p:cNvPr id="6466" name="Google Shape;6466;p173"/>
          <p:cNvSpPr txBox="1"/>
          <p:nvPr/>
        </p:nvSpPr>
        <p:spPr>
          <a:xfrm>
            <a:off x="7180022" y="70619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Promotions</a:t>
            </a:r>
            <a:endParaRPr i="0" sz="800" u="none" cap="none" strike="noStrike">
              <a:latin typeface="Salesforce Sans"/>
              <a:ea typeface="Salesforce Sans"/>
              <a:cs typeface="Salesforce Sans"/>
              <a:sym typeface="Salesforce Sans"/>
            </a:endParaRPr>
          </a:p>
        </p:txBody>
      </p:sp>
      <p:sp>
        <p:nvSpPr>
          <p:cNvPr id="6467" name="Google Shape;6467;p173"/>
          <p:cNvSpPr txBox="1"/>
          <p:nvPr/>
        </p:nvSpPr>
        <p:spPr>
          <a:xfrm>
            <a:off x="7180022" y="721061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68" name="Google Shape;6468;p173"/>
          <p:cNvSpPr txBox="1"/>
          <p:nvPr/>
        </p:nvSpPr>
        <p:spPr>
          <a:xfrm>
            <a:off x="7180022" y="737952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Insights</a:t>
            </a:r>
            <a:endParaRPr i="0" sz="800" u="none" cap="none" strike="noStrike">
              <a:latin typeface="Salesforce Sans"/>
              <a:ea typeface="Salesforce Sans"/>
              <a:cs typeface="Salesforce Sans"/>
              <a:sym typeface="Salesforce Sans"/>
            </a:endParaRPr>
          </a:p>
        </p:txBody>
      </p:sp>
      <p:sp>
        <p:nvSpPr>
          <p:cNvPr id="6469" name="Google Shape;6469;p173"/>
          <p:cNvSpPr txBox="1"/>
          <p:nvPr/>
        </p:nvSpPr>
        <p:spPr>
          <a:xfrm>
            <a:off x="7180022" y="767683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0" name="Google Shape;6470;p173"/>
          <p:cNvSpPr txBox="1"/>
          <p:nvPr/>
        </p:nvSpPr>
        <p:spPr>
          <a:xfrm>
            <a:off x="7180022" y="752818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Add-On Configuration</a:t>
            </a:r>
            <a:endParaRPr i="0" sz="800" u="none" cap="none" strike="noStrike">
              <a:latin typeface="Salesforce Sans"/>
              <a:ea typeface="Salesforce Sans"/>
              <a:cs typeface="Salesforce Sans"/>
              <a:sym typeface="Salesforce Sans"/>
            </a:endParaRPr>
          </a:p>
        </p:txBody>
      </p:sp>
      <p:sp>
        <p:nvSpPr>
          <p:cNvPr id="6471" name="Google Shape;6471;p173"/>
          <p:cNvSpPr txBox="1"/>
          <p:nvPr/>
        </p:nvSpPr>
        <p:spPr>
          <a:xfrm>
            <a:off x="7180022" y="782548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72" name="Google Shape;6472;p173"/>
          <p:cNvSpPr txBox="1"/>
          <p:nvPr/>
        </p:nvSpPr>
        <p:spPr>
          <a:xfrm>
            <a:off x="7180022" y="79943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473" name="Google Shape;6473;p173"/>
          <p:cNvSpPr txBox="1"/>
          <p:nvPr/>
        </p:nvSpPr>
        <p:spPr>
          <a:xfrm>
            <a:off x="7180022" y="82740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4" name="Google Shape;6474;p173"/>
          <p:cNvSpPr txBox="1"/>
          <p:nvPr/>
        </p:nvSpPr>
        <p:spPr>
          <a:xfrm>
            <a:off x="7180022" y="84138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Lifecycle</a:t>
            </a:r>
            <a:endParaRPr i="0" sz="800" u="none" cap="none" strike="noStrike">
              <a:latin typeface="Salesforce Sans"/>
              <a:ea typeface="Salesforce Sans"/>
              <a:cs typeface="Salesforce Sans"/>
              <a:sym typeface="Salesforce Sans"/>
            </a:endParaRPr>
          </a:p>
        </p:txBody>
      </p:sp>
      <p:sp>
        <p:nvSpPr>
          <p:cNvPr id="6475" name="Google Shape;6475;p173"/>
          <p:cNvSpPr txBox="1"/>
          <p:nvPr/>
        </p:nvSpPr>
        <p:spPr>
          <a:xfrm>
            <a:off x="7180022" y="813423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Portfolio</a:t>
            </a:r>
            <a:endParaRPr i="0" sz="800" u="none" cap="none" strike="noStrike">
              <a:latin typeface="Salesforce Sans"/>
              <a:ea typeface="Salesforce Sans"/>
              <a:cs typeface="Salesforce Sans"/>
              <a:sym typeface="Salesforce Sans"/>
            </a:endParaRPr>
          </a:p>
        </p:txBody>
      </p:sp>
      <p:sp>
        <p:nvSpPr>
          <p:cNvPr id="6476" name="Google Shape;6476;p173"/>
          <p:cNvSpPr txBox="1"/>
          <p:nvPr/>
        </p:nvSpPr>
        <p:spPr>
          <a:xfrm>
            <a:off x="7180022" y="860926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477" name="Google Shape;6477;p173"/>
          <p:cNvSpPr txBox="1"/>
          <p:nvPr/>
        </p:nvSpPr>
        <p:spPr>
          <a:xfrm>
            <a:off x="7180022" y="87490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Broadband Configuration</a:t>
            </a:r>
            <a:endParaRPr i="0" sz="800" u="none" cap="none" strike="noStrike">
              <a:latin typeface="Salesforce Sans"/>
              <a:ea typeface="Salesforce Sans"/>
              <a:cs typeface="Salesforce Sans"/>
              <a:sym typeface="Salesforce Sans"/>
            </a:endParaRPr>
          </a:p>
        </p:txBody>
      </p:sp>
      <p:sp>
        <p:nvSpPr>
          <p:cNvPr id="6478" name="Google Shape;6478;p173"/>
          <p:cNvSpPr txBox="1"/>
          <p:nvPr/>
        </p:nvSpPr>
        <p:spPr>
          <a:xfrm>
            <a:off x="7180022" y="888893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9" name="Google Shape;6479;p173"/>
          <p:cNvSpPr txBox="1"/>
          <p:nvPr/>
        </p:nvSpPr>
        <p:spPr>
          <a:xfrm>
            <a:off x="7180022" y="90296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80" name="Google Shape;6480;p173"/>
          <p:cNvSpPr txBox="1"/>
          <p:nvPr/>
        </p:nvSpPr>
        <p:spPr>
          <a:xfrm>
            <a:off x="7180022" y="933525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Concept Design</a:t>
            </a:r>
            <a:endParaRPr i="0" sz="800" u="none" cap="none" strike="noStrike">
              <a:latin typeface="Salesforce Sans"/>
              <a:ea typeface="Salesforce Sans"/>
              <a:cs typeface="Salesforce Sans"/>
              <a:sym typeface="Salesforce Sans"/>
            </a:endParaRPr>
          </a:p>
        </p:txBody>
      </p:sp>
      <p:sp>
        <p:nvSpPr>
          <p:cNvPr id="6481" name="Google Shape;6481;p173"/>
          <p:cNvSpPr txBox="1"/>
          <p:nvPr/>
        </p:nvSpPr>
        <p:spPr>
          <a:xfrm>
            <a:off x="7180022" y="95927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 (FAQ)</a:t>
            </a:r>
            <a:endParaRPr i="0" sz="800" u="none" cap="none" strike="noStrike">
              <a:latin typeface="Salesforce Sans"/>
              <a:ea typeface="Salesforce Sans"/>
              <a:cs typeface="Salesforce Sans"/>
              <a:sym typeface="Salesforce Sans"/>
            </a:endParaRPr>
          </a:p>
        </p:txBody>
      </p:sp>
      <p:sp>
        <p:nvSpPr>
          <p:cNvPr id="6482" name="Google Shape;6482;p173"/>
          <p:cNvSpPr txBox="1"/>
          <p:nvPr/>
        </p:nvSpPr>
        <p:spPr>
          <a:xfrm>
            <a:off x="7180022" y="920649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Trend Intelligence</a:t>
            </a:r>
            <a:endParaRPr i="0" sz="800" u="none" cap="none" strike="noStrike">
              <a:latin typeface="Salesforce Sans"/>
              <a:ea typeface="Salesforce Sans"/>
              <a:cs typeface="Salesforce Sans"/>
              <a:sym typeface="Salesforce Sans"/>
            </a:endParaRPr>
          </a:p>
        </p:txBody>
      </p:sp>
      <p:sp>
        <p:nvSpPr>
          <p:cNvPr id="6483" name="Google Shape;6483;p173"/>
          <p:cNvSpPr txBox="1"/>
          <p:nvPr/>
        </p:nvSpPr>
        <p:spPr>
          <a:xfrm>
            <a:off x="7180022" y="946401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Innovation Evaluation</a:t>
            </a:r>
            <a:endParaRPr i="0" sz="800" u="none" cap="none" strike="noStrike">
              <a:latin typeface="Salesforce Sans"/>
              <a:ea typeface="Salesforce Sans"/>
              <a:cs typeface="Salesforce Sans"/>
              <a:sym typeface="Salesforce Sans"/>
            </a:endParaRPr>
          </a:p>
        </p:txBody>
      </p:sp>
      <p:sp>
        <p:nvSpPr>
          <p:cNvPr id="6484" name="Google Shape;6484;p173"/>
          <p:cNvSpPr/>
          <p:nvPr/>
        </p:nvSpPr>
        <p:spPr>
          <a:xfrm>
            <a:off x="7046687" y="201339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5" name="Google Shape;6485;p173"/>
          <p:cNvSpPr/>
          <p:nvPr/>
        </p:nvSpPr>
        <p:spPr>
          <a:xfrm>
            <a:off x="7046687" y="216681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86" name="Google Shape;6486;p173"/>
          <p:cNvSpPr/>
          <p:nvPr/>
        </p:nvSpPr>
        <p:spPr>
          <a:xfrm>
            <a:off x="7046687" y="231070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7" name="Google Shape;6487;p173"/>
          <p:cNvSpPr/>
          <p:nvPr/>
        </p:nvSpPr>
        <p:spPr>
          <a:xfrm>
            <a:off x="7046687" y="2470084"/>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8" name="Google Shape;6488;p173"/>
          <p:cNvSpPr/>
          <p:nvPr/>
        </p:nvSpPr>
        <p:spPr>
          <a:xfrm>
            <a:off x="7046687" y="2767392"/>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9" name="Google Shape;6489;p173"/>
          <p:cNvSpPr/>
          <p:nvPr/>
        </p:nvSpPr>
        <p:spPr>
          <a:xfrm>
            <a:off x="7046687" y="2916046"/>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0" name="Google Shape;6490;p173"/>
          <p:cNvSpPr/>
          <p:nvPr/>
        </p:nvSpPr>
        <p:spPr>
          <a:xfrm>
            <a:off x="7046687" y="306470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1" name="Google Shape;6491;p173"/>
          <p:cNvSpPr/>
          <p:nvPr/>
        </p:nvSpPr>
        <p:spPr>
          <a:xfrm>
            <a:off x="7046687" y="261873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2" name="Google Shape;6492;p173"/>
          <p:cNvSpPr/>
          <p:nvPr/>
        </p:nvSpPr>
        <p:spPr>
          <a:xfrm>
            <a:off x="7046687" y="3243133"/>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3" name="Google Shape;6493;p173"/>
          <p:cNvSpPr/>
          <p:nvPr/>
        </p:nvSpPr>
        <p:spPr>
          <a:xfrm>
            <a:off x="7046687" y="354044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4" name="Google Shape;6494;p173"/>
          <p:cNvSpPr/>
          <p:nvPr/>
        </p:nvSpPr>
        <p:spPr>
          <a:xfrm>
            <a:off x="7046687" y="367590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95" name="Google Shape;6495;p173"/>
          <p:cNvSpPr/>
          <p:nvPr/>
        </p:nvSpPr>
        <p:spPr>
          <a:xfrm>
            <a:off x="7046687" y="339178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6" name="Google Shape;6496;p173"/>
          <p:cNvSpPr/>
          <p:nvPr/>
        </p:nvSpPr>
        <p:spPr>
          <a:xfrm>
            <a:off x="7046687" y="399757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6497" name="Google Shape;6497;p173"/>
          <p:cNvSpPr/>
          <p:nvPr/>
        </p:nvSpPr>
        <p:spPr>
          <a:xfrm>
            <a:off x="7046687" y="382866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98" name="Google Shape;6498;p173"/>
          <p:cNvSpPr/>
          <p:nvPr/>
        </p:nvSpPr>
        <p:spPr>
          <a:xfrm>
            <a:off x="7046687" y="430396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6499" name="Google Shape;6499;p173"/>
          <p:cNvSpPr/>
          <p:nvPr/>
        </p:nvSpPr>
        <p:spPr>
          <a:xfrm>
            <a:off x="7046687" y="4452619"/>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B827C"/>
                </a:solidFill>
                <a:latin typeface="Salesforce Sans"/>
                <a:ea typeface="Salesforce Sans"/>
                <a:cs typeface="Salesforce Sans"/>
                <a:sym typeface="Salesforce Sans"/>
              </a:rPr>
              <a:t> </a:t>
            </a:r>
            <a:endParaRPr i="0" sz="800" u="none" cap="none" strike="noStrike">
              <a:solidFill>
                <a:srgbClr val="0B827C"/>
              </a:solidFill>
              <a:latin typeface="Salesforce Sans"/>
              <a:ea typeface="Salesforce Sans"/>
              <a:cs typeface="Salesforce Sans"/>
              <a:sym typeface="Salesforce Sans"/>
            </a:endParaRPr>
          </a:p>
        </p:txBody>
      </p:sp>
      <p:sp>
        <p:nvSpPr>
          <p:cNvPr id="6500" name="Google Shape;6500;p173"/>
          <p:cNvSpPr/>
          <p:nvPr/>
        </p:nvSpPr>
        <p:spPr>
          <a:xfrm>
            <a:off x="7046687" y="186065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1" name="Google Shape;6501;p173"/>
          <p:cNvSpPr/>
          <p:nvPr/>
        </p:nvSpPr>
        <p:spPr>
          <a:xfrm>
            <a:off x="7046687" y="4155311"/>
            <a:ext cx="91200" cy="91200"/>
          </a:xfrm>
          <a:prstGeom prst="ellipse">
            <a:avLst/>
          </a:prstGeom>
          <a:solidFill>
            <a:srgbClr val="F6922C"/>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2" name="Google Shape;6502;p173"/>
          <p:cNvSpPr/>
          <p:nvPr/>
        </p:nvSpPr>
        <p:spPr>
          <a:xfrm>
            <a:off x="7046687" y="477018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3" name="Google Shape;6503;p173"/>
          <p:cNvSpPr/>
          <p:nvPr/>
        </p:nvSpPr>
        <p:spPr>
          <a:xfrm>
            <a:off x="7046687" y="491883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504" name="Google Shape;6504;p173"/>
          <p:cNvSpPr/>
          <p:nvPr/>
        </p:nvSpPr>
        <p:spPr>
          <a:xfrm>
            <a:off x="7046687" y="50877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5" name="Google Shape;6505;p173"/>
          <p:cNvSpPr/>
          <p:nvPr/>
        </p:nvSpPr>
        <p:spPr>
          <a:xfrm>
            <a:off x="7046687" y="523639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6" name="Google Shape;6506;p173"/>
          <p:cNvSpPr/>
          <p:nvPr/>
        </p:nvSpPr>
        <p:spPr>
          <a:xfrm>
            <a:off x="7046687" y="555395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7" name="Google Shape;6507;p173"/>
          <p:cNvSpPr/>
          <p:nvPr/>
        </p:nvSpPr>
        <p:spPr>
          <a:xfrm>
            <a:off x="7046687" y="570261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8" name="Google Shape;6508;p173"/>
          <p:cNvSpPr/>
          <p:nvPr/>
        </p:nvSpPr>
        <p:spPr>
          <a:xfrm>
            <a:off x="7046687" y="585126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9" name="Google Shape;6509;p173"/>
          <p:cNvSpPr/>
          <p:nvPr/>
        </p:nvSpPr>
        <p:spPr>
          <a:xfrm>
            <a:off x="7046687" y="5385051"/>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0" name="Google Shape;6510;p173"/>
          <p:cNvSpPr/>
          <p:nvPr/>
        </p:nvSpPr>
        <p:spPr>
          <a:xfrm>
            <a:off x="7046687" y="599992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1" name="Google Shape;6511;p173"/>
          <p:cNvSpPr/>
          <p:nvPr/>
        </p:nvSpPr>
        <p:spPr>
          <a:xfrm>
            <a:off x="7046687" y="616882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2" name="Google Shape;6512;p173"/>
          <p:cNvSpPr/>
          <p:nvPr/>
        </p:nvSpPr>
        <p:spPr>
          <a:xfrm>
            <a:off x="7046687" y="631748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3" name="Google Shape;6513;p173"/>
          <p:cNvSpPr/>
          <p:nvPr/>
        </p:nvSpPr>
        <p:spPr>
          <a:xfrm>
            <a:off x="7046687" y="646613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4" name="Google Shape;6514;p173"/>
          <p:cNvSpPr/>
          <p:nvPr/>
        </p:nvSpPr>
        <p:spPr>
          <a:xfrm>
            <a:off x="7046687" y="462152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5" name="Google Shape;6515;p173"/>
          <p:cNvSpPr/>
          <p:nvPr/>
        </p:nvSpPr>
        <p:spPr>
          <a:xfrm>
            <a:off x="7046687" y="6783699"/>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6" name="Google Shape;6516;p173"/>
          <p:cNvSpPr/>
          <p:nvPr/>
        </p:nvSpPr>
        <p:spPr>
          <a:xfrm>
            <a:off x="7046687" y="661479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7" name="Google Shape;6517;p173"/>
          <p:cNvSpPr/>
          <p:nvPr/>
        </p:nvSpPr>
        <p:spPr>
          <a:xfrm>
            <a:off x="7046687" y="6932353"/>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8" name="Google Shape;6518;p173"/>
          <p:cNvSpPr/>
          <p:nvPr/>
        </p:nvSpPr>
        <p:spPr>
          <a:xfrm>
            <a:off x="7046687" y="7081007"/>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9" name="Google Shape;6519;p173"/>
          <p:cNvSpPr/>
          <p:nvPr/>
        </p:nvSpPr>
        <p:spPr>
          <a:xfrm>
            <a:off x="7046687" y="722966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0" name="Google Shape;6520;p173"/>
          <p:cNvSpPr/>
          <p:nvPr/>
        </p:nvSpPr>
        <p:spPr>
          <a:xfrm>
            <a:off x="7046687" y="739856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1" name="Google Shape;6521;p173"/>
          <p:cNvSpPr/>
          <p:nvPr/>
        </p:nvSpPr>
        <p:spPr>
          <a:xfrm>
            <a:off x="7046687" y="769587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2" name="Google Shape;6522;p173"/>
          <p:cNvSpPr/>
          <p:nvPr/>
        </p:nvSpPr>
        <p:spPr>
          <a:xfrm>
            <a:off x="7046687" y="754722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3" name="Google Shape;6523;p173"/>
          <p:cNvSpPr/>
          <p:nvPr/>
        </p:nvSpPr>
        <p:spPr>
          <a:xfrm>
            <a:off x="7046687" y="784453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4" name="Google Shape;6524;p173"/>
          <p:cNvSpPr/>
          <p:nvPr/>
        </p:nvSpPr>
        <p:spPr>
          <a:xfrm>
            <a:off x="7046687" y="80134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5" name="Google Shape;6525;p173"/>
          <p:cNvSpPr/>
          <p:nvPr/>
        </p:nvSpPr>
        <p:spPr>
          <a:xfrm>
            <a:off x="7046687" y="829310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6" name="Google Shape;6526;p173"/>
          <p:cNvSpPr/>
          <p:nvPr/>
        </p:nvSpPr>
        <p:spPr>
          <a:xfrm>
            <a:off x="7046687" y="84329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7" name="Google Shape;6527;p173"/>
          <p:cNvSpPr/>
          <p:nvPr/>
        </p:nvSpPr>
        <p:spPr>
          <a:xfrm>
            <a:off x="7046687" y="8153274"/>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8" name="Google Shape;6528;p173"/>
          <p:cNvSpPr/>
          <p:nvPr/>
        </p:nvSpPr>
        <p:spPr>
          <a:xfrm>
            <a:off x="7046687" y="862830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9" name="Google Shape;6529;p173"/>
          <p:cNvSpPr/>
          <p:nvPr/>
        </p:nvSpPr>
        <p:spPr>
          <a:xfrm>
            <a:off x="7046687" y="876814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0" name="Google Shape;6530;p173"/>
          <p:cNvSpPr/>
          <p:nvPr/>
        </p:nvSpPr>
        <p:spPr>
          <a:xfrm>
            <a:off x="7046687" y="890797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1" name="Google Shape;6531;p173"/>
          <p:cNvSpPr/>
          <p:nvPr/>
        </p:nvSpPr>
        <p:spPr>
          <a:xfrm>
            <a:off x="7046687" y="90487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2" name="Google Shape;6532;p173"/>
          <p:cNvSpPr/>
          <p:nvPr/>
        </p:nvSpPr>
        <p:spPr>
          <a:xfrm>
            <a:off x="7046687" y="939183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3" name="Google Shape;6533;p173"/>
          <p:cNvSpPr/>
          <p:nvPr/>
        </p:nvSpPr>
        <p:spPr>
          <a:xfrm>
            <a:off x="7046687" y="962057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4" name="Google Shape;6534;p173"/>
          <p:cNvSpPr/>
          <p:nvPr/>
        </p:nvSpPr>
        <p:spPr>
          <a:xfrm>
            <a:off x="7046687" y="9243179"/>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5" name="Google Shape;6535;p173"/>
          <p:cNvSpPr/>
          <p:nvPr/>
        </p:nvSpPr>
        <p:spPr>
          <a:xfrm>
            <a:off x="7046687" y="948305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6" name="Google Shape;6536;p173"/>
          <p:cNvSpPr/>
          <p:nvPr/>
        </p:nvSpPr>
        <p:spPr>
          <a:xfrm>
            <a:off x="7046687" y="570262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7" name="Google Shape;6537;p173"/>
          <p:cNvSpPr/>
          <p:nvPr/>
        </p:nvSpPr>
        <p:spPr>
          <a:xfrm>
            <a:off x="7046687" y="585127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8" name="Google Shape;6538;p173"/>
          <p:cNvSpPr txBox="1"/>
          <p:nvPr/>
        </p:nvSpPr>
        <p:spPr>
          <a:xfrm>
            <a:off x="472232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539" name="Google Shape;6539;p173"/>
          <p:cNvSpPr txBox="1"/>
          <p:nvPr/>
        </p:nvSpPr>
        <p:spPr>
          <a:xfrm>
            <a:off x="592208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540" name="Google Shape;6540;p173"/>
          <p:cNvGrpSpPr/>
          <p:nvPr/>
        </p:nvGrpSpPr>
        <p:grpSpPr>
          <a:xfrm>
            <a:off x="4741973" y="1867456"/>
            <a:ext cx="952525" cy="449700"/>
            <a:chOff x="755165" y="1938890"/>
            <a:chExt cx="1322400" cy="449700"/>
          </a:xfrm>
        </p:grpSpPr>
        <p:sp>
          <p:nvSpPr>
            <p:cNvPr id="6541" name="Google Shape;6541;p173"/>
            <p:cNvSpPr/>
            <p:nvPr/>
          </p:nvSpPr>
          <p:spPr>
            <a:xfrm>
              <a:off x="755165" y="1938890"/>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42" name="Google Shape;6542;p173"/>
            <p:cNvSpPr txBox="1"/>
            <p:nvPr/>
          </p:nvSpPr>
          <p:spPr>
            <a:xfrm>
              <a:off x="888815" y="2101340"/>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900">
                <a:solidFill>
                  <a:srgbClr val="FFFFFF"/>
                </a:solidFill>
                <a:latin typeface="Avant Garde Demi SFDC"/>
                <a:ea typeface="Avant Garde Demi SFDC"/>
                <a:cs typeface="Avant Garde Demi SFDC"/>
                <a:sym typeface="Avant Garde Demi SFDC"/>
              </a:endParaRPr>
            </a:p>
          </p:txBody>
        </p:sp>
      </p:grpSp>
      <p:sp>
        <p:nvSpPr>
          <p:cNvPr id="6543" name="Google Shape;6543;p173"/>
          <p:cNvSpPr txBox="1"/>
          <p:nvPr/>
        </p:nvSpPr>
        <p:spPr>
          <a:xfrm>
            <a:off x="718095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544" name="Google Shape;6544;p173"/>
          <p:cNvSpPr txBox="1"/>
          <p:nvPr/>
        </p:nvSpPr>
        <p:spPr>
          <a:xfrm>
            <a:off x="5922089" y="1843238"/>
            <a:ext cx="121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Lead Management </a:t>
            </a:r>
            <a:endParaRPr b="1" sz="900">
              <a:solidFill>
                <a:srgbClr val="066AFE"/>
              </a:solidFill>
              <a:latin typeface="Salesforce Sans"/>
              <a:ea typeface="Salesforce Sans"/>
              <a:cs typeface="Salesforce Sans"/>
              <a:sym typeface="Salesforce Sans"/>
            </a:endParaRPr>
          </a:p>
        </p:txBody>
      </p:sp>
      <p:grpSp>
        <p:nvGrpSpPr>
          <p:cNvPr id="6545" name="Google Shape;6545;p173"/>
          <p:cNvGrpSpPr/>
          <p:nvPr/>
        </p:nvGrpSpPr>
        <p:grpSpPr>
          <a:xfrm>
            <a:off x="4741973" y="6193420"/>
            <a:ext cx="952525" cy="449700"/>
            <a:chOff x="755165" y="1866174"/>
            <a:chExt cx="1322400" cy="449700"/>
          </a:xfrm>
        </p:grpSpPr>
        <p:sp>
          <p:nvSpPr>
            <p:cNvPr id="6546" name="Google Shape;6546;p173"/>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47" name="Google Shape;6547;p173"/>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a:t>
              </a:r>
              <a:endParaRPr sz="900">
                <a:solidFill>
                  <a:srgbClr val="FFFFFF"/>
                </a:solidFill>
                <a:latin typeface="Avant Garde Demi SFDC"/>
                <a:ea typeface="Avant Garde Demi SFDC"/>
                <a:cs typeface="Avant Garde Demi SFDC"/>
                <a:sym typeface="Avant Garde Demi SFDC"/>
              </a:endParaRPr>
            </a:p>
          </p:txBody>
        </p:sp>
      </p:grpSp>
      <p:grpSp>
        <p:nvGrpSpPr>
          <p:cNvPr id="6548" name="Google Shape;6548;p173"/>
          <p:cNvGrpSpPr/>
          <p:nvPr/>
        </p:nvGrpSpPr>
        <p:grpSpPr>
          <a:xfrm>
            <a:off x="4741973" y="9230466"/>
            <a:ext cx="952525" cy="449700"/>
            <a:chOff x="755165" y="1886345"/>
            <a:chExt cx="1322400" cy="449700"/>
          </a:xfrm>
        </p:grpSpPr>
        <p:sp>
          <p:nvSpPr>
            <p:cNvPr id="6549" name="Google Shape;6549;p173"/>
            <p:cNvSpPr/>
            <p:nvPr/>
          </p:nvSpPr>
          <p:spPr>
            <a:xfrm>
              <a:off x="755165" y="1886345"/>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50" name="Google Shape;6550;p173"/>
            <p:cNvSpPr txBox="1"/>
            <p:nvPr/>
          </p:nvSpPr>
          <p:spPr>
            <a:xfrm>
              <a:off x="888815" y="2048795"/>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1600">
                <a:latin typeface="Avant Garde Demi SFDC"/>
                <a:ea typeface="Avant Garde Demi SFDC"/>
                <a:cs typeface="Avant Garde Demi SFDC"/>
                <a:sym typeface="Avant Garde Demi SFDC"/>
              </a:endParaRPr>
            </a:p>
          </p:txBody>
        </p:sp>
      </p:grpSp>
      <p:sp>
        <p:nvSpPr>
          <p:cNvPr id="6551" name="Google Shape;6551;p173"/>
          <p:cNvSpPr/>
          <p:nvPr/>
        </p:nvSpPr>
        <p:spPr>
          <a:xfrm>
            <a:off x="10174977" y="2750625"/>
            <a:ext cx="1105200" cy="615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Planning and Design </a:t>
            </a:r>
            <a:endParaRPr b="1" i="0" sz="900" u="none" cap="none" strike="noStrike">
              <a:solidFill>
                <a:srgbClr val="066AFE"/>
              </a:solidFill>
              <a:latin typeface="Salesforce Sans"/>
              <a:ea typeface="Salesforce Sans"/>
              <a:cs typeface="Salesforce Sans"/>
              <a:sym typeface="Salesforce Sans"/>
            </a:endParaRPr>
          </a:p>
        </p:txBody>
      </p:sp>
      <p:sp>
        <p:nvSpPr>
          <p:cNvPr id="6552" name="Google Shape;6552;p173"/>
          <p:cNvSpPr/>
          <p:nvPr/>
        </p:nvSpPr>
        <p:spPr>
          <a:xfrm>
            <a:off x="10174977" y="3518578"/>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Core and Access Build &amp; Deployment </a:t>
            </a:r>
            <a:endParaRPr b="1" i="0" sz="900" u="none" cap="none" strike="noStrike">
              <a:solidFill>
                <a:srgbClr val="066AFE"/>
              </a:solidFill>
              <a:latin typeface="Salesforce Sans"/>
              <a:ea typeface="Salesforce Sans"/>
              <a:cs typeface="Salesforce Sans"/>
              <a:sym typeface="Salesforce Sans"/>
            </a:endParaRPr>
          </a:p>
        </p:txBody>
      </p:sp>
      <p:sp>
        <p:nvSpPr>
          <p:cNvPr id="6553" name="Google Shape;6553;p173"/>
          <p:cNvSpPr/>
          <p:nvPr/>
        </p:nvSpPr>
        <p:spPr>
          <a:xfrm>
            <a:off x="10174977" y="4120271"/>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Build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6554" name="Google Shape;6554;p173"/>
          <p:cNvSpPr/>
          <p:nvPr/>
        </p:nvSpPr>
        <p:spPr>
          <a:xfrm>
            <a:off x="10174977" y="4739816"/>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Spectrum Management</a:t>
            </a:r>
            <a:endParaRPr b="1" i="0" sz="900" u="none" cap="none" strike="noStrike">
              <a:solidFill>
                <a:srgbClr val="066AFE"/>
              </a:solidFill>
              <a:latin typeface="Salesforce Sans"/>
              <a:ea typeface="Salesforce Sans"/>
              <a:cs typeface="Salesforce Sans"/>
              <a:sym typeface="Salesforce Sans"/>
            </a:endParaRPr>
          </a:p>
        </p:txBody>
      </p:sp>
      <p:sp>
        <p:nvSpPr>
          <p:cNvPr id="6555" name="Google Shape;6555;p173"/>
          <p:cNvSpPr/>
          <p:nvPr/>
        </p:nvSpPr>
        <p:spPr>
          <a:xfrm>
            <a:off x="10174977" y="55018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Supply Chain </a:t>
            </a:r>
            <a:endParaRPr b="1" i="0" sz="900" u="none" cap="none" strike="noStrike">
              <a:solidFill>
                <a:srgbClr val="066AFE"/>
              </a:solidFill>
              <a:latin typeface="Salesforce Sans"/>
              <a:ea typeface="Salesforce Sans"/>
              <a:cs typeface="Salesforce Sans"/>
              <a:sym typeface="Salesforce Sans"/>
            </a:endParaRPr>
          </a:p>
        </p:txBody>
      </p:sp>
      <p:sp>
        <p:nvSpPr>
          <p:cNvPr id="6556" name="Google Shape;6556;p173"/>
          <p:cNvSpPr/>
          <p:nvPr/>
        </p:nvSpPr>
        <p:spPr>
          <a:xfrm>
            <a:off x="10174977" y="61154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Maintenance </a:t>
            </a:r>
            <a:endParaRPr b="1" i="0" sz="900" u="none" cap="none" strike="noStrike">
              <a:solidFill>
                <a:srgbClr val="066AFE"/>
              </a:solidFill>
              <a:latin typeface="Salesforce Sans"/>
              <a:ea typeface="Salesforce Sans"/>
              <a:cs typeface="Salesforce Sans"/>
              <a:sym typeface="Salesforce Sans"/>
            </a:endParaRPr>
          </a:p>
        </p:txBody>
      </p:sp>
      <p:sp>
        <p:nvSpPr>
          <p:cNvPr id="6557" name="Google Shape;6557;p173"/>
          <p:cNvSpPr/>
          <p:nvPr/>
        </p:nvSpPr>
        <p:spPr>
          <a:xfrm>
            <a:off x="10174977" y="6723069"/>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Energy &amp; Sustainability Mgmt </a:t>
            </a:r>
            <a:endParaRPr b="1" i="0" sz="900" u="none" cap="none" strike="noStrike">
              <a:solidFill>
                <a:srgbClr val="066AFE"/>
              </a:solidFill>
              <a:latin typeface="Salesforce Sans"/>
              <a:ea typeface="Salesforce Sans"/>
              <a:cs typeface="Salesforce Sans"/>
              <a:sym typeface="Salesforce Sans"/>
            </a:endParaRPr>
          </a:p>
        </p:txBody>
      </p:sp>
      <p:sp>
        <p:nvSpPr>
          <p:cNvPr id="6558" name="Google Shape;6558;p173"/>
          <p:cNvSpPr/>
          <p:nvPr/>
        </p:nvSpPr>
        <p:spPr>
          <a:xfrm>
            <a:off x="10174977" y="7200055"/>
            <a:ext cx="1105200" cy="15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trategy</a:t>
            </a:r>
            <a:endParaRPr b="1" i="0" sz="900" u="none" cap="none" strike="noStrike">
              <a:solidFill>
                <a:srgbClr val="066AFE"/>
              </a:solidFill>
              <a:latin typeface="Salesforce Sans"/>
              <a:ea typeface="Salesforce Sans"/>
              <a:cs typeface="Salesforce Sans"/>
              <a:sym typeface="Salesforce Sans"/>
            </a:endParaRPr>
          </a:p>
        </p:txBody>
      </p:sp>
      <p:sp>
        <p:nvSpPr>
          <p:cNvPr id="6559" name="Google Shape;6559;p173"/>
          <p:cNvSpPr/>
          <p:nvPr/>
        </p:nvSpPr>
        <p:spPr>
          <a:xfrm>
            <a:off x="10174977" y="7647411"/>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Issue Resolution </a:t>
            </a:r>
            <a:endParaRPr b="1" i="0" sz="900" u="none" cap="none" strike="noStrike">
              <a:solidFill>
                <a:srgbClr val="066AFE"/>
              </a:solidFill>
              <a:latin typeface="Salesforce Sans"/>
              <a:ea typeface="Salesforce Sans"/>
              <a:cs typeface="Salesforce Sans"/>
              <a:sym typeface="Salesforce Sans"/>
            </a:endParaRPr>
          </a:p>
        </p:txBody>
      </p:sp>
      <p:sp>
        <p:nvSpPr>
          <p:cNvPr id="6560" name="Google Shape;6560;p173"/>
          <p:cNvSpPr/>
          <p:nvPr/>
        </p:nvSpPr>
        <p:spPr>
          <a:xfrm>
            <a:off x="10174977" y="8094823"/>
            <a:ext cx="1105200" cy="24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Governance </a:t>
            </a:r>
            <a:endParaRPr b="1" i="0" sz="900" u="none" cap="none" strike="noStrike">
              <a:solidFill>
                <a:srgbClr val="066AFE"/>
              </a:solidFill>
              <a:latin typeface="Salesforce Sans"/>
              <a:ea typeface="Salesforce Sans"/>
              <a:cs typeface="Salesforce Sans"/>
              <a:sym typeface="Salesforce Sans"/>
            </a:endParaRPr>
          </a:p>
        </p:txBody>
      </p:sp>
      <p:sp>
        <p:nvSpPr>
          <p:cNvPr id="6561" name="Google Shape;6561;p173"/>
          <p:cNvSpPr/>
          <p:nvPr/>
        </p:nvSpPr>
        <p:spPr>
          <a:xfrm>
            <a:off x="10174977" y="8409934"/>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Software Development </a:t>
            </a:r>
            <a:endParaRPr b="1" i="0" sz="900" u="none" cap="none" strike="noStrike">
              <a:solidFill>
                <a:srgbClr val="066AFE"/>
              </a:solidFill>
              <a:latin typeface="Salesforce Sans"/>
              <a:ea typeface="Salesforce Sans"/>
              <a:cs typeface="Salesforce Sans"/>
              <a:sym typeface="Salesforce Sans"/>
            </a:endParaRPr>
          </a:p>
        </p:txBody>
      </p:sp>
      <p:sp>
        <p:nvSpPr>
          <p:cNvPr id="6562" name="Google Shape;6562;p173"/>
          <p:cNvSpPr/>
          <p:nvPr/>
        </p:nvSpPr>
        <p:spPr>
          <a:xfrm>
            <a:off x="10174977" y="8869242"/>
            <a:ext cx="10008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Testing, QA &amp; Automation </a:t>
            </a:r>
            <a:endParaRPr b="1" i="0" sz="900" u="none" cap="none" strike="noStrike">
              <a:solidFill>
                <a:srgbClr val="066AFE"/>
              </a:solidFill>
              <a:latin typeface="Salesforce Sans"/>
              <a:ea typeface="Salesforce Sans"/>
              <a:cs typeface="Salesforce Sans"/>
              <a:sym typeface="Salesforce Sans"/>
            </a:endParaRPr>
          </a:p>
        </p:txBody>
      </p:sp>
      <p:sp>
        <p:nvSpPr>
          <p:cNvPr id="6563" name="Google Shape;6563;p173"/>
          <p:cNvSpPr/>
          <p:nvPr/>
        </p:nvSpPr>
        <p:spPr>
          <a:xfrm>
            <a:off x="10174977" y="9316350"/>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 Threat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Response </a:t>
            </a:r>
            <a:endParaRPr b="1" i="0" sz="900" u="none" cap="none" strike="noStrike">
              <a:solidFill>
                <a:srgbClr val="066AFE"/>
              </a:solidFill>
              <a:latin typeface="Salesforce Sans"/>
              <a:ea typeface="Salesforce Sans"/>
              <a:cs typeface="Salesforce Sans"/>
              <a:sym typeface="Salesforce Sans"/>
            </a:endParaRPr>
          </a:p>
        </p:txBody>
      </p:sp>
      <p:sp>
        <p:nvSpPr>
          <p:cNvPr id="6564" name="Google Shape;6564;p173"/>
          <p:cNvSpPr txBox="1"/>
          <p:nvPr/>
        </p:nvSpPr>
        <p:spPr>
          <a:xfrm>
            <a:off x="11432855" y="198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6565" name="Google Shape;6565;p173"/>
          <p:cNvSpPr txBox="1"/>
          <p:nvPr/>
        </p:nvSpPr>
        <p:spPr>
          <a:xfrm>
            <a:off x="11432855" y="2137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6566" name="Google Shape;6566;p173"/>
          <p:cNvSpPr txBox="1"/>
          <p:nvPr/>
        </p:nvSpPr>
        <p:spPr>
          <a:xfrm>
            <a:off x="11432855" y="2286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6567" name="Google Shape;6567;p173"/>
          <p:cNvSpPr txBox="1"/>
          <p:nvPr/>
        </p:nvSpPr>
        <p:spPr>
          <a:xfrm>
            <a:off x="11432855" y="2434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6568" name="Google Shape;6568;p173"/>
          <p:cNvSpPr txBox="1"/>
          <p:nvPr/>
        </p:nvSpPr>
        <p:spPr>
          <a:xfrm>
            <a:off x="11432855" y="2751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569" name="Google Shape;6569;p173"/>
          <p:cNvSpPr txBox="1"/>
          <p:nvPr/>
        </p:nvSpPr>
        <p:spPr>
          <a:xfrm>
            <a:off x="11432855" y="2899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6570" name="Google Shape;6570;p173"/>
          <p:cNvSpPr txBox="1"/>
          <p:nvPr/>
        </p:nvSpPr>
        <p:spPr>
          <a:xfrm>
            <a:off x="11432855" y="3048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6571" name="Google Shape;6571;p173"/>
          <p:cNvSpPr txBox="1"/>
          <p:nvPr/>
        </p:nvSpPr>
        <p:spPr>
          <a:xfrm>
            <a:off x="11432855" y="2583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6572" name="Google Shape;6572;p173"/>
          <p:cNvSpPr txBox="1"/>
          <p:nvPr/>
        </p:nvSpPr>
        <p:spPr>
          <a:xfrm>
            <a:off x="11432855" y="3196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6573" name="Google Shape;6573;p173"/>
          <p:cNvSpPr txBox="1"/>
          <p:nvPr/>
        </p:nvSpPr>
        <p:spPr>
          <a:xfrm>
            <a:off x="11432855" y="3513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6574" name="Google Shape;6574;p173"/>
          <p:cNvSpPr txBox="1"/>
          <p:nvPr/>
        </p:nvSpPr>
        <p:spPr>
          <a:xfrm>
            <a:off x="11432855" y="3661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Installation and Configuration</a:t>
            </a:r>
            <a:endParaRPr i="0" sz="800" u="none" cap="none" strike="noStrike">
              <a:latin typeface="Salesforce Sans"/>
              <a:ea typeface="Salesforce Sans"/>
              <a:cs typeface="Salesforce Sans"/>
              <a:sym typeface="Salesforce Sans"/>
            </a:endParaRPr>
          </a:p>
        </p:txBody>
      </p:sp>
      <p:sp>
        <p:nvSpPr>
          <p:cNvPr id="6575" name="Google Shape;6575;p173"/>
          <p:cNvSpPr txBox="1"/>
          <p:nvPr/>
        </p:nvSpPr>
        <p:spPr>
          <a:xfrm>
            <a:off x="11432855" y="3345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6576" name="Google Shape;6576;p173"/>
          <p:cNvSpPr txBox="1"/>
          <p:nvPr/>
        </p:nvSpPr>
        <p:spPr>
          <a:xfrm>
            <a:off x="11432855" y="3958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6577" name="Google Shape;6577;p173"/>
          <p:cNvSpPr txBox="1"/>
          <p:nvPr/>
        </p:nvSpPr>
        <p:spPr>
          <a:xfrm>
            <a:off x="11432855" y="3810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6578" name="Google Shape;6578;p173"/>
          <p:cNvSpPr txBox="1"/>
          <p:nvPr/>
        </p:nvSpPr>
        <p:spPr>
          <a:xfrm>
            <a:off x="11432855" y="4275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Deployment and Configuration</a:t>
            </a:r>
            <a:endParaRPr i="0" sz="800" u="none" cap="none" strike="noStrike">
              <a:latin typeface="Salesforce Sans"/>
              <a:ea typeface="Salesforce Sans"/>
              <a:cs typeface="Salesforce Sans"/>
              <a:sym typeface="Salesforce Sans"/>
            </a:endParaRPr>
          </a:p>
        </p:txBody>
      </p:sp>
      <p:sp>
        <p:nvSpPr>
          <p:cNvPr id="6579" name="Google Shape;6579;p173"/>
          <p:cNvSpPr txBox="1"/>
          <p:nvPr/>
        </p:nvSpPr>
        <p:spPr>
          <a:xfrm>
            <a:off x="11432855" y="4423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6580" name="Google Shape;6580;p173"/>
          <p:cNvSpPr txBox="1"/>
          <p:nvPr/>
        </p:nvSpPr>
        <p:spPr>
          <a:xfrm>
            <a:off x="11432855" y="4127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6581" name="Google Shape;6581;p173"/>
          <p:cNvSpPr txBox="1"/>
          <p:nvPr/>
        </p:nvSpPr>
        <p:spPr>
          <a:xfrm>
            <a:off x="11432855" y="4740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582" name="Google Shape;6582;p173"/>
          <p:cNvSpPr txBox="1"/>
          <p:nvPr/>
        </p:nvSpPr>
        <p:spPr>
          <a:xfrm>
            <a:off x="11432855" y="4889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Valuation</a:t>
            </a:r>
            <a:endParaRPr i="0" sz="800" u="none" cap="none" strike="noStrike">
              <a:latin typeface="Salesforce Sans"/>
              <a:ea typeface="Salesforce Sans"/>
              <a:cs typeface="Salesforce Sans"/>
              <a:sym typeface="Salesforce Sans"/>
            </a:endParaRPr>
          </a:p>
        </p:txBody>
      </p:sp>
      <p:sp>
        <p:nvSpPr>
          <p:cNvPr id="6583" name="Google Shape;6583;p173"/>
          <p:cNvSpPr txBox="1"/>
          <p:nvPr/>
        </p:nvSpPr>
        <p:spPr>
          <a:xfrm>
            <a:off x="11432855" y="5037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Allocation</a:t>
            </a:r>
            <a:endParaRPr i="0" sz="800" u="none" cap="none" strike="noStrike">
              <a:latin typeface="Salesforce Sans"/>
              <a:ea typeface="Salesforce Sans"/>
              <a:cs typeface="Salesforce Sans"/>
              <a:sym typeface="Salesforce Sans"/>
            </a:endParaRPr>
          </a:p>
        </p:txBody>
      </p:sp>
      <p:sp>
        <p:nvSpPr>
          <p:cNvPr id="6584" name="Google Shape;6584;p173"/>
          <p:cNvSpPr txBox="1"/>
          <p:nvPr/>
        </p:nvSpPr>
        <p:spPr>
          <a:xfrm>
            <a:off x="11432855" y="5185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Monitoring</a:t>
            </a:r>
            <a:endParaRPr i="0" sz="800" u="none" cap="none" strike="noStrike">
              <a:latin typeface="Salesforce Sans"/>
              <a:ea typeface="Salesforce Sans"/>
              <a:cs typeface="Salesforce Sans"/>
              <a:sym typeface="Salesforce Sans"/>
            </a:endParaRPr>
          </a:p>
        </p:txBody>
      </p:sp>
      <p:sp>
        <p:nvSpPr>
          <p:cNvPr id="6585" name="Google Shape;6585;p173"/>
          <p:cNvSpPr txBox="1"/>
          <p:nvPr/>
        </p:nvSpPr>
        <p:spPr>
          <a:xfrm>
            <a:off x="11432855" y="5502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Forecasting</a:t>
            </a:r>
            <a:endParaRPr i="0" sz="800" u="none" cap="none" strike="noStrike">
              <a:latin typeface="Salesforce Sans"/>
              <a:ea typeface="Salesforce Sans"/>
              <a:cs typeface="Salesforce Sans"/>
              <a:sym typeface="Salesforce Sans"/>
            </a:endParaRPr>
          </a:p>
        </p:txBody>
      </p:sp>
      <p:sp>
        <p:nvSpPr>
          <p:cNvPr id="6586" name="Google Shape;6586;p173"/>
          <p:cNvSpPr txBox="1"/>
          <p:nvPr/>
        </p:nvSpPr>
        <p:spPr>
          <a:xfrm>
            <a:off x="11432855" y="5651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Selection</a:t>
            </a:r>
            <a:endParaRPr i="0" sz="800" u="none" cap="none" strike="noStrike">
              <a:latin typeface="Salesforce Sans"/>
              <a:ea typeface="Salesforce Sans"/>
              <a:cs typeface="Salesforce Sans"/>
              <a:sym typeface="Salesforce Sans"/>
            </a:endParaRPr>
          </a:p>
        </p:txBody>
      </p:sp>
      <p:sp>
        <p:nvSpPr>
          <p:cNvPr id="6587" name="Google Shape;6587;p173"/>
          <p:cNvSpPr txBox="1"/>
          <p:nvPr/>
        </p:nvSpPr>
        <p:spPr>
          <a:xfrm>
            <a:off x="11432855" y="579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Execution</a:t>
            </a:r>
            <a:endParaRPr i="0" sz="800" u="none" cap="none" strike="noStrike">
              <a:latin typeface="Salesforce Sans"/>
              <a:ea typeface="Salesforce Sans"/>
              <a:cs typeface="Salesforce Sans"/>
              <a:sym typeface="Salesforce Sans"/>
            </a:endParaRPr>
          </a:p>
        </p:txBody>
      </p:sp>
      <p:sp>
        <p:nvSpPr>
          <p:cNvPr id="6588" name="Google Shape;6588;p173"/>
          <p:cNvSpPr txBox="1"/>
          <p:nvPr/>
        </p:nvSpPr>
        <p:spPr>
          <a:xfrm>
            <a:off x="11432855" y="5334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a:t>
            </a:r>
            <a:r>
              <a:rPr lang="en" sz="800">
                <a:latin typeface="Salesforce Sans"/>
                <a:ea typeface="Salesforce Sans"/>
                <a:cs typeface="Salesforce Sans"/>
                <a:sym typeface="Salesforce Sans"/>
              </a:rPr>
              <a:t>Adherence</a:t>
            </a:r>
            <a:endParaRPr i="0" sz="800" u="none" cap="none" strike="noStrike">
              <a:latin typeface="Salesforce Sans"/>
              <a:ea typeface="Salesforce Sans"/>
              <a:cs typeface="Salesforce Sans"/>
              <a:sym typeface="Salesforce Sans"/>
            </a:endParaRPr>
          </a:p>
        </p:txBody>
      </p:sp>
      <p:sp>
        <p:nvSpPr>
          <p:cNvPr id="6589" name="Google Shape;6589;p173"/>
          <p:cNvSpPr txBox="1"/>
          <p:nvPr/>
        </p:nvSpPr>
        <p:spPr>
          <a:xfrm>
            <a:off x="11432855" y="594804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Logistics and Inventory</a:t>
            </a:r>
            <a:endParaRPr i="0" sz="800" u="none" cap="none" strike="noStrike">
              <a:latin typeface="Salesforce Sans"/>
              <a:ea typeface="Salesforce Sans"/>
              <a:cs typeface="Salesforce Sans"/>
              <a:sym typeface="Salesforce Sans"/>
            </a:endParaRPr>
          </a:p>
        </p:txBody>
      </p:sp>
      <p:sp>
        <p:nvSpPr>
          <p:cNvPr id="6590" name="Google Shape;6590;p173"/>
          <p:cNvSpPr txBox="1"/>
          <p:nvPr/>
        </p:nvSpPr>
        <p:spPr>
          <a:xfrm>
            <a:off x="11432855" y="6116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Monitoring</a:t>
            </a:r>
            <a:endParaRPr i="0" sz="800" u="none" cap="none" strike="noStrike">
              <a:latin typeface="Salesforce Sans"/>
              <a:ea typeface="Salesforce Sans"/>
              <a:cs typeface="Salesforce Sans"/>
              <a:sym typeface="Salesforce Sans"/>
            </a:endParaRPr>
          </a:p>
        </p:txBody>
      </p:sp>
      <p:sp>
        <p:nvSpPr>
          <p:cNvPr id="6591" name="Google Shape;6591;p173"/>
          <p:cNvSpPr txBox="1"/>
          <p:nvPr/>
        </p:nvSpPr>
        <p:spPr>
          <a:xfrm>
            <a:off x="11432855" y="6264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6592" name="Google Shape;6592;p173"/>
          <p:cNvSpPr txBox="1"/>
          <p:nvPr/>
        </p:nvSpPr>
        <p:spPr>
          <a:xfrm>
            <a:off x="11432855" y="64131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Configuration Update</a:t>
            </a:r>
            <a:endParaRPr i="0" sz="800" u="none" cap="none" strike="noStrike">
              <a:latin typeface="Salesforce Sans"/>
              <a:ea typeface="Salesforce Sans"/>
              <a:cs typeface="Salesforce Sans"/>
              <a:sym typeface="Salesforce Sans"/>
            </a:endParaRPr>
          </a:p>
        </p:txBody>
      </p:sp>
      <p:sp>
        <p:nvSpPr>
          <p:cNvPr id="6593" name="Google Shape;6593;p173"/>
          <p:cNvSpPr txBox="1"/>
          <p:nvPr/>
        </p:nvSpPr>
        <p:spPr>
          <a:xfrm>
            <a:off x="11432855" y="4572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6594" name="Google Shape;6594;p173"/>
          <p:cNvSpPr txBox="1"/>
          <p:nvPr/>
        </p:nvSpPr>
        <p:spPr>
          <a:xfrm>
            <a:off x="11432855" y="67299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Consumption Monitoring</a:t>
            </a:r>
            <a:endParaRPr i="0" sz="800" u="none" cap="none" strike="noStrike">
              <a:latin typeface="Salesforce Sans"/>
              <a:ea typeface="Salesforce Sans"/>
              <a:cs typeface="Salesforce Sans"/>
              <a:sym typeface="Salesforce Sans"/>
            </a:endParaRPr>
          </a:p>
        </p:txBody>
      </p:sp>
      <p:sp>
        <p:nvSpPr>
          <p:cNvPr id="6595" name="Google Shape;6595;p173"/>
          <p:cNvSpPr txBox="1"/>
          <p:nvPr/>
        </p:nvSpPr>
        <p:spPr>
          <a:xfrm>
            <a:off x="11432855" y="65615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Optimization</a:t>
            </a:r>
            <a:endParaRPr i="0" sz="800" u="none" cap="none" strike="noStrike">
              <a:latin typeface="Salesforce Sans"/>
              <a:ea typeface="Salesforce Sans"/>
              <a:cs typeface="Salesforce Sans"/>
              <a:sym typeface="Salesforce Sans"/>
            </a:endParaRPr>
          </a:p>
        </p:txBody>
      </p:sp>
      <p:sp>
        <p:nvSpPr>
          <p:cNvPr id="6596" name="Google Shape;6596;p173"/>
          <p:cNvSpPr txBox="1"/>
          <p:nvPr/>
        </p:nvSpPr>
        <p:spPr>
          <a:xfrm>
            <a:off x="11432855" y="6878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Optimization</a:t>
            </a:r>
            <a:endParaRPr i="0" sz="800" u="none" cap="none" strike="noStrike">
              <a:latin typeface="Salesforce Sans"/>
              <a:ea typeface="Salesforce Sans"/>
              <a:cs typeface="Salesforce Sans"/>
              <a:sym typeface="Salesforce Sans"/>
            </a:endParaRPr>
          </a:p>
        </p:txBody>
      </p:sp>
      <p:sp>
        <p:nvSpPr>
          <p:cNvPr id="6597" name="Google Shape;6597;p173"/>
          <p:cNvSpPr txBox="1"/>
          <p:nvPr/>
        </p:nvSpPr>
        <p:spPr>
          <a:xfrm>
            <a:off x="11432855" y="7026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Sustainability Management</a:t>
            </a:r>
            <a:endParaRPr i="0" sz="800" u="none" cap="none" strike="noStrike">
              <a:latin typeface="Salesforce Sans"/>
              <a:ea typeface="Salesforce Sans"/>
              <a:cs typeface="Salesforce Sans"/>
              <a:sym typeface="Salesforce Sans"/>
            </a:endParaRPr>
          </a:p>
        </p:txBody>
      </p:sp>
      <p:sp>
        <p:nvSpPr>
          <p:cNvPr id="6598" name="Google Shape;6598;p173"/>
          <p:cNvSpPr txBox="1"/>
          <p:nvPr/>
        </p:nvSpPr>
        <p:spPr>
          <a:xfrm>
            <a:off x="11432855" y="719505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Insights</a:t>
            </a:r>
            <a:endParaRPr i="0" sz="800" u="none" cap="none" strike="noStrike">
              <a:latin typeface="Salesforce Sans"/>
              <a:ea typeface="Salesforce Sans"/>
              <a:cs typeface="Salesforce Sans"/>
              <a:sym typeface="Salesforce Sans"/>
            </a:endParaRPr>
          </a:p>
        </p:txBody>
      </p:sp>
      <p:sp>
        <p:nvSpPr>
          <p:cNvPr id="6599" name="Google Shape;6599;p173"/>
          <p:cNvSpPr txBox="1"/>
          <p:nvPr/>
        </p:nvSpPr>
        <p:spPr>
          <a:xfrm>
            <a:off x="11432855" y="733475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Roadmap Planning</a:t>
            </a:r>
            <a:endParaRPr i="0" sz="800" u="none" cap="none" strike="noStrike">
              <a:latin typeface="Salesforce Sans"/>
              <a:ea typeface="Salesforce Sans"/>
              <a:cs typeface="Salesforce Sans"/>
              <a:sym typeface="Salesforce Sans"/>
            </a:endParaRPr>
          </a:p>
        </p:txBody>
      </p:sp>
      <p:sp>
        <p:nvSpPr>
          <p:cNvPr id="6600" name="Google Shape;6600;p173"/>
          <p:cNvSpPr txBox="1"/>
          <p:nvPr/>
        </p:nvSpPr>
        <p:spPr>
          <a:xfrm>
            <a:off x="11432855" y="7642632"/>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a:t>
            </a:r>
            <a:r>
              <a:rPr i="0" lang="en" sz="800" u="none" cap="none" strike="noStrike">
                <a:latin typeface="Salesforce Sans"/>
                <a:ea typeface="Salesforce Sans"/>
                <a:cs typeface="Salesforce Sans"/>
                <a:sym typeface="Salesforce Sans"/>
              </a:rPr>
              <a:t>ncident Triage</a:t>
            </a:r>
            <a:endParaRPr i="0" sz="800" u="none" cap="none" strike="noStrike">
              <a:latin typeface="Salesforce Sans"/>
              <a:ea typeface="Salesforce Sans"/>
              <a:cs typeface="Salesforce Sans"/>
              <a:sym typeface="Salesforce Sans"/>
            </a:endParaRPr>
          </a:p>
        </p:txBody>
      </p:sp>
      <p:sp>
        <p:nvSpPr>
          <p:cNvPr id="6601" name="Google Shape;6601;p173"/>
          <p:cNvSpPr txBox="1"/>
          <p:nvPr/>
        </p:nvSpPr>
        <p:spPr>
          <a:xfrm>
            <a:off x="11432855" y="74743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Investment</a:t>
            </a:r>
            <a:endParaRPr i="0" sz="800" u="none" cap="none" strike="noStrike">
              <a:latin typeface="Salesforce Sans"/>
              <a:ea typeface="Salesforce Sans"/>
              <a:cs typeface="Salesforce Sans"/>
              <a:sym typeface="Salesforce Sans"/>
            </a:endParaRPr>
          </a:p>
        </p:txBody>
      </p:sp>
      <p:sp>
        <p:nvSpPr>
          <p:cNvPr id="6602" name="Google Shape;6602;p173"/>
          <p:cNvSpPr txBox="1"/>
          <p:nvPr/>
        </p:nvSpPr>
        <p:spPr>
          <a:xfrm>
            <a:off x="11432855" y="778231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and Troubleshooting</a:t>
            </a:r>
            <a:endParaRPr i="0" sz="800" u="none" cap="none" strike="noStrike">
              <a:latin typeface="Salesforce Sans"/>
              <a:ea typeface="Salesforce Sans"/>
              <a:cs typeface="Salesforce Sans"/>
              <a:sym typeface="Salesforce Sans"/>
            </a:endParaRPr>
          </a:p>
        </p:txBody>
      </p:sp>
      <p:sp>
        <p:nvSpPr>
          <p:cNvPr id="6603" name="Google Shape;6603;p173"/>
          <p:cNvSpPr txBox="1"/>
          <p:nvPr/>
        </p:nvSpPr>
        <p:spPr>
          <a:xfrm>
            <a:off x="11432855" y="792189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Routing</a:t>
            </a:r>
            <a:endParaRPr i="0" sz="800" u="none" cap="none" strike="noStrike">
              <a:latin typeface="Salesforce Sans"/>
              <a:ea typeface="Salesforce Sans"/>
              <a:cs typeface="Salesforce Sans"/>
              <a:sym typeface="Salesforce Sans"/>
            </a:endParaRPr>
          </a:p>
        </p:txBody>
      </p:sp>
      <p:sp>
        <p:nvSpPr>
          <p:cNvPr id="6604" name="Google Shape;6604;p173"/>
          <p:cNvSpPr txBox="1"/>
          <p:nvPr/>
        </p:nvSpPr>
        <p:spPr>
          <a:xfrm>
            <a:off x="11432855" y="823771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6605" name="Google Shape;6605;p173"/>
          <p:cNvSpPr txBox="1"/>
          <p:nvPr/>
        </p:nvSpPr>
        <p:spPr>
          <a:xfrm>
            <a:off x="11432855" y="839898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Generation</a:t>
            </a:r>
            <a:endParaRPr i="0" sz="800" u="none" cap="none" strike="noStrike">
              <a:latin typeface="Salesforce Sans"/>
              <a:ea typeface="Salesforce Sans"/>
              <a:cs typeface="Salesforce Sans"/>
              <a:sym typeface="Salesforce Sans"/>
            </a:endParaRPr>
          </a:p>
        </p:txBody>
      </p:sp>
      <p:sp>
        <p:nvSpPr>
          <p:cNvPr id="6606" name="Google Shape;6606;p173"/>
          <p:cNvSpPr txBox="1"/>
          <p:nvPr/>
        </p:nvSpPr>
        <p:spPr>
          <a:xfrm>
            <a:off x="11432855" y="8096368"/>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Policy Compliance</a:t>
            </a:r>
            <a:endParaRPr i="0" sz="800" u="none" cap="none" strike="noStrike">
              <a:latin typeface="Salesforce Sans"/>
              <a:ea typeface="Salesforce Sans"/>
              <a:cs typeface="Salesforce Sans"/>
              <a:sym typeface="Salesforce Sans"/>
            </a:endParaRPr>
          </a:p>
        </p:txBody>
      </p:sp>
      <p:sp>
        <p:nvSpPr>
          <p:cNvPr id="6607" name="Google Shape;6607;p173"/>
          <p:cNvSpPr txBox="1"/>
          <p:nvPr/>
        </p:nvSpPr>
        <p:spPr>
          <a:xfrm>
            <a:off x="11432855" y="85368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Review</a:t>
            </a:r>
            <a:endParaRPr i="0" sz="800" u="none" cap="none" strike="noStrike">
              <a:latin typeface="Salesforce Sans"/>
              <a:ea typeface="Salesforce Sans"/>
              <a:cs typeface="Salesforce Sans"/>
              <a:sym typeface="Salesforce Sans"/>
            </a:endParaRPr>
          </a:p>
        </p:txBody>
      </p:sp>
      <p:sp>
        <p:nvSpPr>
          <p:cNvPr id="6608" name="Google Shape;6608;p173"/>
          <p:cNvSpPr txBox="1"/>
          <p:nvPr/>
        </p:nvSpPr>
        <p:spPr>
          <a:xfrm>
            <a:off x="11432855" y="886425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Generator</a:t>
            </a:r>
            <a:endParaRPr i="0" sz="800" u="none" cap="none" strike="noStrike">
              <a:latin typeface="Salesforce Sans"/>
              <a:ea typeface="Salesforce Sans"/>
              <a:cs typeface="Salesforce Sans"/>
              <a:sym typeface="Salesforce Sans"/>
            </a:endParaRPr>
          </a:p>
        </p:txBody>
      </p:sp>
      <p:sp>
        <p:nvSpPr>
          <p:cNvPr id="6609" name="Google Shape;6609;p173"/>
          <p:cNvSpPr txBox="1"/>
          <p:nvPr/>
        </p:nvSpPr>
        <p:spPr>
          <a:xfrm>
            <a:off x="11432855" y="91469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Defect Triage</a:t>
            </a:r>
            <a:endParaRPr i="0" sz="800" u="none" cap="none" strike="noStrike">
              <a:latin typeface="Salesforce Sans"/>
              <a:ea typeface="Salesforce Sans"/>
              <a:cs typeface="Salesforce Sans"/>
              <a:sym typeface="Salesforce Sans"/>
            </a:endParaRPr>
          </a:p>
        </p:txBody>
      </p:sp>
      <p:sp>
        <p:nvSpPr>
          <p:cNvPr id="6610" name="Google Shape;6610;p173"/>
          <p:cNvSpPr txBox="1"/>
          <p:nvPr/>
        </p:nvSpPr>
        <p:spPr>
          <a:xfrm>
            <a:off x="11432855" y="94637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6611" name="Google Shape;6611;p173"/>
          <p:cNvSpPr txBox="1"/>
          <p:nvPr/>
        </p:nvSpPr>
        <p:spPr>
          <a:xfrm>
            <a:off x="11432855" y="959806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Forensics</a:t>
            </a:r>
            <a:endParaRPr i="0" sz="800" u="none" cap="none" strike="noStrike">
              <a:latin typeface="Salesforce Sans"/>
              <a:ea typeface="Salesforce Sans"/>
              <a:cs typeface="Salesforce Sans"/>
              <a:sym typeface="Salesforce Sans"/>
            </a:endParaRPr>
          </a:p>
        </p:txBody>
      </p:sp>
      <p:sp>
        <p:nvSpPr>
          <p:cNvPr id="6612" name="Google Shape;6612;p173"/>
          <p:cNvSpPr txBox="1"/>
          <p:nvPr/>
        </p:nvSpPr>
        <p:spPr>
          <a:xfrm>
            <a:off x="11432855" y="867469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Software Performance</a:t>
            </a:r>
            <a:endParaRPr i="0" sz="800" u="none" cap="none" strike="noStrike">
              <a:latin typeface="Salesforce Sans"/>
              <a:ea typeface="Salesforce Sans"/>
              <a:cs typeface="Salesforce Sans"/>
              <a:sym typeface="Salesforce Sans"/>
            </a:endParaRPr>
          </a:p>
        </p:txBody>
      </p:sp>
      <p:sp>
        <p:nvSpPr>
          <p:cNvPr id="6613" name="Google Shape;6613;p173"/>
          <p:cNvSpPr txBox="1"/>
          <p:nvPr/>
        </p:nvSpPr>
        <p:spPr>
          <a:xfrm>
            <a:off x="11432855" y="90056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CI/CD Validation</a:t>
            </a:r>
            <a:endParaRPr i="0" sz="800" u="none" cap="none" strike="noStrike">
              <a:latin typeface="Salesforce Sans"/>
              <a:ea typeface="Salesforce Sans"/>
              <a:cs typeface="Salesforce Sans"/>
              <a:sym typeface="Salesforce Sans"/>
            </a:endParaRPr>
          </a:p>
        </p:txBody>
      </p:sp>
      <p:sp>
        <p:nvSpPr>
          <p:cNvPr id="6614" name="Google Shape;6614;p173"/>
          <p:cNvSpPr txBox="1"/>
          <p:nvPr/>
        </p:nvSpPr>
        <p:spPr>
          <a:xfrm>
            <a:off x="11432855" y="93224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a:t>
            </a:r>
            <a:endParaRPr i="0" sz="800" u="none" cap="none" strike="noStrike">
              <a:latin typeface="Salesforce Sans"/>
              <a:ea typeface="Salesforce Sans"/>
              <a:cs typeface="Salesforce Sans"/>
              <a:sym typeface="Salesforce Sans"/>
            </a:endParaRPr>
          </a:p>
        </p:txBody>
      </p:sp>
      <p:sp>
        <p:nvSpPr>
          <p:cNvPr id="6615" name="Google Shape;6615;p173"/>
          <p:cNvSpPr/>
          <p:nvPr/>
        </p:nvSpPr>
        <p:spPr>
          <a:xfrm>
            <a:off x="11297160" y="55213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6" name="Google Shape;6616;p173"/>
          <p:cNvSpPr/>
          <p:nvPr/>
        </p:nvSpPr>
        <p:spPr>
          <a:xfrm>
            <a:off x="11297160" y="596664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7" name="Google Shape;6617;p173"/>
          <p:cNvSpPr/>
          <p:nvPr/>
        </p:nvSpPr>
        <p:spPr>
          <a:xfrm>
            <a:off x="11297160" y="56697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8" name="Google Shape;6618;p173"/>
          <p:cNvSpPr/>
          <p:nvPr/>
        </p:nvSpPr>
        <p:spPr>
          <a:xfrm>
            <a:off x="11297160" y="58182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9" name="Google Shape;6619;p173"/>
          <p:cNvSpPr/>
          <p:nvPr/>
        </p:nvSpPr>
        <p:spPr>
          <a:xfrm>
            <a:off x="11297160" y="186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0" name="Google Shape;6620;p173"/>
          <p:cNvSpPr/>
          <p:nvPr/>
        </p:nvSpPr>
        <p:spPr>
          <a:xfrm>
            <a:off x="11297160" y="2008173"/>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1" name="Google Shape;6621;p173"/>
          <p:cNvSpPr/>
          <p:nvPr/>
        </p:nvSpPr>
        <p:spPr>
          <a:xfrm>
            <a:off x="11297160" y="21565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2" name="Google Shape;6622;p173"/>
          <p:cNvSpPr/>
          <p:nvPr/>
        </p:nvSpPr>
        <p:spPr>
          <a:xfrm>
            <a:off x="11297160" y="23051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3" name="Google Shape;6623;p173"/>
          <p:cNvSpPr/>
          <p:nvPr/>
        </p:nvSpPr>
        <p:spPr>
          <a:xfrm>
            <a:off x="11297160" y="24531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4" name="Google Shape;6624;p173"/>
          <p:cNvSpPr/>
          <p:nvPr/>
        </p:nvSpPr>
        <p:spPr>
          <a:xfrm>
            <a:off x="11297160" y="260155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5" name="Google Shape;6625;p173"/>
          <p:cNvSpPr/>
          <p:nvPr/>
        </p:nvSpPr>
        <p:spPr>
          <a:xfrm>
            <a:off x="11297160" y="27703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6" name="Google Shape;6626;p173"/>
          <p:cNvSpPr/>
          <p:nvPr/>
        </p:nvSpPr>
        <p:spPr>
          <a:xfrm>
            <a:off x="11297160" y="29183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7" name="Google Shape;6627;p173"/>
          <p:cNvSpPr/>
          <p:nvPr/>
        </p:nvSpPr>
        <p:spPr>
          <a:xfrm>
            <a:off x="11297160" y="3066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8" name="Google Shape;6628;p173"/>
          <p:cNvSpPr/>
          <p:nvPr/>
        </p:nvSpPr>
        <p:spPr>
          <a:xfrm>
            <a:off x="11297160" y="3215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9" name="Google Shape;6629;p173"/>
          <p:cNvSpPr/>
          <p:nvPr/>
        </p:nvSpPr>
        <p:spPr>
          <a:xfrm>
            <a:off x="11297160" y="3363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0" name="Google Shape;6630;p173"/>
          <p:cNvSpPr/>
          <p:nvPr/>
        </p:nvSpPr>
        <p:spPr>
          <a:xfrm>
            <a:off x="11297160" y="35322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1" name="Google Shape;6631;p173"/>
          <p:cNvSpPr/>
          <p:nvPr/>
        </p:nvSpPr>
        <p:spPr>
          <a:xfrm>
            <a:off x="11297160" y="3680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2" name="Google Shape;6632;p173"/>
          <p:cNvSpPr/>
          <p:nvPr/>
        </p:nvSpPr>
        <p:spPr>
          <a:xfrm>
            <a:off x="11297160" y="38286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3" name="Google Shape;6633;p173"/>
          <p:cNvSpPr/>
          <p:nvPr/>
        </p:nvSpPr>
        <p:spPr>
          <a:xfrm>
            <a:off x="11297160" y="39772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4" name="Google Shape;6634;p173"/>
          <p:cNvSpPr/>
          <p:nvPr/>
        </p:nvSpPr>
        <p:spPr>
          <a:xfrm>
            <a:off x="11297160" y="41458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5" name="Google Shape;6635;p173"/>
          <p:cNvSpPr/>
          <p:nvPr/>
        </p:nvSpPr>
        <p:spPr>
          <a:xfrm>
            <a:off x="11297160" y="42938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6" name="Google Shape;6636;p173"/>
          <p:cNvSpPr/>
          <p:nvPr/>
        </p:nvSpPr>
        <p:spPr>
          <a:xfrm>
            <a:off x="11297160" y="4442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7" name="Google Shape;6637;p173"/>
          <p:cNvSpPr/>
          <p:nvPr/>
        </p:nvSpPr>
        <p:spPr>
          <a:xfrm>
            <a:off x="11297160" y="45908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8" name="Google Shape;6638;p173"/>
          <p:cNvSpPr/>
          <p:nvPr/>
        </p:nvSpPr>
        <p:spPr>
          <a:xfrm>
            <a:off x="11297160" y="4759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9" name="Google Shape;6639;p173"/>
          <p:cNvSpPr/>
          <p:nvPr/>
        </p:nvSpPr>
        <p:spPr>
          <a:xfrm>
            <a:off x="11297160" y="4907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0" name="Google Shape;6640;p173"/>
          <p:cNvSpPr/>
          <p:nvPr/>
        </p:nvSpPr>
        <p:spPr>
          <a:xfrm>
            <a:off x="11297160" y="50559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1" name="Google Shape;6641;p173"/>
          <p:cNvSpPr/>
          <p:nvPr/>
        </p:nvSpPr>
        <p:spPr>
          <a:xfrm>
            <a:off x="11297160" y="52047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2" name="Google Shape;6642;p173"/>
          <p:cNvSpPr/>
          <p:nvPr/>
        </p:nvSpPr>
        <p:spPr>
          <a:xfrm>
            <a:off x="11297160" y="5352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3" name="Google Shape;6643;p173"/>
          <p:cNvSpPr/>
          <p:nvPr/>
        </p:nvSpPr>
        <p:spPr>
          <a:xfrm>
            <a:off x="11297160" y="61349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4" name="Google Shape;6644;p173"/>
          <p:cNvSpPr/>
          <p:nvPr/>
        </p:nvSpPr>
        <p:spPr>
          <a:xfrm>
            <a:off x="11297160" y="658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5" name="Google Shape;6645;p173"/>
          <p:cNvSpPr/>
          <p:nvPr/>
        </p:nvSpPr>
        <p:spPr>
          <a:xfrm>
            <a:off x="11297160" y="628336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6" name="Google Shape;6646;p173"/>
          <p:cNvSpPr/>
          <p:nvPr/>
        </p:nvSpPr>
        <p:spPr>
          <a:xfrm>
            <a:off x="11297160" y="643178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7" name="Google Shape;6647;p173"/>
          <p:cNvSpPr/>
          <p:nvPr/>
        </p:nvSpPr>
        <p:spPr>
          <a:xfrm>
            <a:off x="11297160" y="70453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8" name="Google Shape;6648;p173"/>
          <p:cNvSpPr/>
          <p:nvPr/>
        </p:nvSpPr>
        <p:spPr>
          <a:xfrm>
            <a:off x="11297160" y="674854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9" name="Google Shape;6649;p173"/>
          <p:cNvSpPr/>
          <p:nvPr/>
        </p:nvSpPr>
        <p:spPr>
          <a:xfrm>
            <a:off x="11297160" y="68969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0" name="Google Shape;6650;p173"/>
          <p:cNvSpPr/>
          <p:nvPr/>
        </p:nvSpPr>
        <p:spPr>
          <a:xfrm>
            <a:off x="11297160" y="75105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1" name="Google Shape;6651;p173"/>
          <p:cNvSpPr/>
          <p:nvPr/>
        </p:nvSpPr>
        <p:spPr>
          <a:xfrm>
            <a:off x="11297160" y="721368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2" name="Google Shape;6652;p173"/>
          <p:cNvSpPr/>
          <p:nvPr/>
        </p:nvSpPr>
        <p:spPr>
          <a:xfrm>
            <a:off x="11297160" y="736211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3" name="Google Shape;6653;p173"/>
          <p:cNvSpPr/>
          <p:nvPr/>
        </p:nvSpPr>
        <p:spPr>
          <a:xfrm>
            <a:off x="11297160" y="76788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4" name="Google Shape;6654;p173"/>
          <p:cNvSpPr/>
          <p:nvPr/>
        </p:nvSpPr>
        <p:spPr>
          <a:xfrm>
            <a:off x="11297160" y="795810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55" name="Google Shape;6655;p173"/>
          <p:cNvSpPr/>
          <p:nvPr/>
        </p:nvSpPr>
        <p:spPr>
          <a:xfrm>
            <a:off x="11297160" y="780086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56" name="Google Shape;6656;p173"/>
          <p:cNvSpPr/>
          <p:nvPr/>
        </p:nvSpPr>
        <p:spPr>
          <a:xfrm>
            <a:off x="11297160" y="824926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7" name="Google Shape;6657;p173"/>
          <p:cNvSpPr/>
          <p:nvPr/>
        </p:nvSpPr>
        <p:spPr>
          <a:xfrm>
            <a:off x="11297160" y="8114954"/>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8" name="Google Shape;6658;p173"/>
          <p:cNvSpPr/>
          <p:nvPr/>
        </p:nvSpPr>
        <p:spPr>
          <a:xfrm>
            <a:off x="11297160" y="84175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9" name="Google Shape;6659;p173"/>
          <p:cNvSpPr/>
          <p:nvPr/>
        </p:nvSpPr>
        <p:spPr>
          <a:xfrm>
            <a:off x="11297160" y="871444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0" name="Google Shape;6660;p173"/>
          <p:cNvSpPr/>
          <p:nvPr/>
        </p:nvSpPr>
        <p:spPr>
          <a:xfrm>
            <a:off x="11297160" y="856601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1" name="Google Shape;6661;p173"/>
          <p:cNvSpPr/>
          <p:nvPr/>
        </p:nvSpPr>
        <p:spPr>
          <a:xfrm>
            <a:off x="11297160" y="888283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2" name="Google Shape;6662;p173"/>
          <p:cNvSpPr/>
          <p:nvPr/>
        </p:nvSpPr>
        <p:spPr>
          <a:xfrm>
            <a:off x="11297160" y="917967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3" name="Google Shape;6663;p173"/>
          <p:cNvSpPr/>
          <p:nvPr/>
        </p:nvSpPr>
        <p:spPr>
          <a:xfrm>
            <a:off x="11297160" y="90312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4" name="Google Shape;6664;p173"/>
          <p:cNvSpPr/>
          <p:nvPr/>
        </p:nvSpPr>
        <p:spPr>
          <a:xfrm>
            <a:off x="11297160" y="93480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5" name="Google Shape;6665;p173"/>
          <p:cNvSpPr/>
          <p:nvPr/>
        </p:nvSpPr>
        <p:spPr>
          <a:xfrm>
            <a:off x="11297160"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6" name="Google Shape;6666;p173"/>
          <p:cNvSpPr/>
          <p:nvPr/>
        </p:nvSpPr>
        <p:spPr>
          <a:xfrm>
            <a:off x="11297160" y="949646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7" name="Google Shape;6667;p173"/>
          <p:cNvSpPr txBox="1"/>
          <p:nvPr/>
        </p:nvSpPr>
        <p:spPr>
          <a:xfrm>
            <a:off x="11432855" y="183685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668" name="Google Shape;6668;p173"/>
          <p:cNvSpPr/>
          <p:nvPr/>
        </p:nvSpPr>
        <p:spPr>
          <a:xfrm>
            <a:off x="11297160" y="1855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69" name="Google Shape;6669;p173"/>
          <p:cNvSpPr/>
          <p:nvPr/>
        </p:nvSpPr>
        <p:spPr>
          <a:xfrm>
            <a:off x="11297160" y="27793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0" name="Google Shape;6670;p173"/>
          <p:cNvSpPr/>
          <p:nvPr/>
        </p:nvSpPr>
        <p:spPr>
          <a:xfrm>
            <a:off x="11297160" y="335458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71" name="Google Shape;6671;p173"/>
          <p:cNvSpPr/>
          <p:nvPr/>
        </p:nvSpPr>
        <p:spPr>
          <a:xfrm>
            <a:off x="11297160" y="47685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2" name="Google Shape;6672;p173"/>
          <p:cNvSpPr/>
          <p:nvPr/>
        </p:nvSpPr>
        <p:spPr>
          <a:xfrm>
            <a:off x="11297160" y="62734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3" name="Google Shape;6673;p173"/>
          <p:cNvSpPr/>
          <p:nvPr/>
        </p:nvSpPr>
        <p:spPr>
          <a:xfrm>
            <a:off x="11297160" y="825833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4" name="Google Shape;6674;p173"/>
          <p:cNvSpPr/>
          <p:nvPr/>
        </p:nvSpPr>
        <p:spPr>
          <a:xfrm>
            <a:off x="11297160" y="84268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5" name="Google Shape;6675;p173"/>
          <p:cNvSpPr/>
          <p:nvPr/>
        </p:nvSpPr>
        <p:spPr>
          <a:xfrm>
            <a:off x="11297160" y="85696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6" name="Google Shape;6676;p173"/>
          <p:cNvSpPr txBox="1"/>
          <p:nvPr/>
        </p:nvSpPr>
        <p:spPr>
          <a:xfrm>
            <a:off x="897520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677" name="Google Shape;6677;p173"/>
          <p:cNvSpPr txBox="1"/>
          <p:nvPr/>
        </p:nvSpPr>
        <p:spPr>
          <a:xfrm>
            <a:off x="1017496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678" name="Google Shape;6678;p173"/>
          <p:cNvGrpSpPr/>
          <p:nvPr/>
        </p:nvGrpSpPr>
        <p:grpSpPr>
          <a:xfrm>
            <a:off x="8994853" y="1867456"/>
            <a:ext cx="952525" cy="449700"/>
            <a:chOff x="755165" y="1905021"/>
            <a:chExt cx="1322400" cy="449700"/>
          </a:xfrm>
        </p:grpSpPr>
        <p:sp>
          <p:nvSpPr>
            <p:cNvPr id="6679" name="Google Shape;6679;p173"/>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680" name="Google Shape;6680;p173"/>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900">
                <a:solidFill>
                  <a:srgbClr val="FFFFFF"/>
                </a:solidFill>
                <a:latin typeface="Avant Garde Demi SFDC"/>
                <a:ea typeface="Avant Garde Demi SFDC"/>
                <a:cs typeface="Avant Garde Demi SFDC"/>
                <a:sym typeface="Avant Garde Demi SFDC"/>
              </a:endParaRPr>
            </a:p>
          </p:txBody>
        </p:sp>
      </p:grpSp>
      <p:sp>
        <p:nvSpPr>
          <p:cNvPr id="6681" name="Google Shape;6681;p173"/>
          <p:cNvSpPr txBox="1"/>
          <p:nvPr/>
        </p:nvSpPr>
        <p:spPr>
          <a:xfrm>
            <a:off x="1143383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682" name="Google Shape;6682;p173"/>
          <p:cNvSpPr txBox="1"/>
          <p:nvPr/>
        </p:nvSpPr>
        <p:spPr>
          <a:xfrm>
            <a:off x="10174976" y="1843250"/>
            <a:ext cx="1105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Core and Access Network Planning and Design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6683" name="Google Shape;6683;p173"/>
          <p:cNvGrpSpPr/>
          <p:nvPr/>
        </p:nvGrpSpPr>
        <p:grpSpPr>
          <a:xfrm>
            <a:off x="8994853" y="7223868"/>
            <a:ext cx="952525" cy="449700"/>
            <a:chOff x="755165" y="1866174"/>
            <a:chExt cx="1322400" cy="449700"/>
          </a:xfrm>
        </p:grpSpPr>
        <p:sp>
          <p:nvSpPr>
            <p:cNvPr id="6684" name="Google Shape;6684;p173"/>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685" name="Google Shape;6685;p173"/>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6686" name="Google Shape;6686;p173"/>
          <p:cNvSpPr/>
          <p:nvPr/>
        </p:nvSpPr>
        <p:spPr>
          <a:xfrm>
            <a:off x="15887397"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87" name="Google Shape;6687;p173"/>
          <p:cNvSpPr txBox="1"/>
          <p:nvPr/>
        </p:nvSpPr>
        <p:spPr>
          <a:xfrm>
            <a:off x="15698457" y="18402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Ingestion</a:t>
            </a:r>
            <a:endParaRPr i="0" sz="800" u="none" cap="none" strike="noStrike">
              <a:latin typeface="Salesforce Sans"/>
              <a:ea typeface="Salesforce Sans"/>
              <a:cs typeface="Salesforce Sans"/>
              <a:sym typeface="Salesforce Sans"/>
            </a:endParaRPr>
          </a:p>
        </p:txBody>
      </p:sp>
      <p:sp>
        <p:nvSpPr>
          <p:cNvPr id="6688" name="Google Shape;6688;p173"/>
          <p:cNvSpPr/>
          <p:nvPr/>
        </p:nvSpPr>
        <p:spPr>
          <a:xfrm>
            <a:off x="14438141" y="2335613"/>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AI / ML </a:t>
            </a:r>
            <a:endParaRPr b="1" i="0" sz="900" u="none" cap="none" strike="noStrike">
              <a:solidFill>
                <a:srgbClr val="066AFE"/>
              </a:solidFill>
              <a:latin typeface="Salesforce Sans"/>
              <a:ea typeface="Salesforce Sans"/>
              <a:cs typeface="Salesforce Sans"/>
              <a:sym typeface="Salesforce Sans"/>
            </a:endParaRPr>
          </a:p>
        </p:txBody>
      </p:sp>
      <p:sp>
        <p:nvSpPr>
          <p:cNvPr id="6689" name="Google Shape;6689;p173"/>
          <p:cNvSpPr/>
          <p:nvPr/>
        </p:nvSpPr>
        <p:spPr>
          <a:xfrm>
            <a:off x="14438141" y="2967173"/>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6690" name="Google Shape;6690;p173"/>
          <p:cNvSpPr/>
          <p:nvPr/>
        </p:nvSpPr>
        <p:spPr>
          <a:xfrm>
            <a:off x="14438141" y="344888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 </a:t>
            </a:r>
            <a:endParaRPr b="1" i="0" sz="900" u="none" cap="none" strike="noStrike">
              <a:solidFill>
                <a:srgbClr val="066AFE"/>
              </a:solidFill>
              <a:latin typeface="Salesforce Sans"/>
              <a:ea typeface="Salesforce Sans"/>
              <a:cs typeface="Salesforce Sans"/>
              <a:sym typeface="Salesforce Sans"/>
            </a:endParaRPr>
          </a:p>
        </p:txBody>
      </p:sp>
      <p:sp>
        <p:nvSpPr>
          <p:cNvPr id="6691" name="Google Shape;6691;p173"/>
          <p:cNvSpPr/>
          <p:nvPr/>
        </p:nvSpPr>
        <p:spPr>
          <a:xfrm>
            <a:off x="14438141" y="408044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Mgmt &amp; Development </a:t>
            </a:r>
            <a:endParaRPr b="1" i="0" sz="900" u="none" cap="none" strike="noStrike">
              <a:solidFill>
                <a:srgbClr val="066AFE"/>
              </a:solidFill>
              <a:latin typeface="Salesforce Sans"/>
              <a:ea typeface="Salesforce Sans"/>
              <a:cs typeface="Salesforce Sans"/>
              <a:sym typeface="Salesforce Sans"/>
            </a:endParaRPr>
          </a:p>
        </p:txBody>
      </p:sp>
      <p:sp>
        <p:nvSpPr>
          <p:cNvPr id="6692" name="Google Shape;6692;p173"/>
          <p:cNvSpPr/>
          <p:nvPr/>
        </p:nvSpPr>
        <p:spPr>
          <a:xfrm>
            <a:off x="14438141" y="5182191"/>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Contractor Management Agent</a:t>
            </a:r>
            <a:endParaRPr b="1" i="0" sz="900" u="none" cap="none" strike="noStrike">
              <a:solidFill>
                <a:srgbClr val="066AFE"/>
              </a:solidFill>
              <a:latin typeface="Salesforce Sans"/>
              <a:ea typeface="Salesforce Sans"/>
              <a:cs typeface="Salesforce Sans"/>
              <a:sym typeface="Salesforce Sans"/>
            </a:endParaRPr>
          </a:p>
        </p:txBody>
      </p:sp>
      <p:sp>
        <p:nvSpPr>
          <p:cNvPr id="6693" name="Google Shape;6693;p173"/>
          <p:cNvSpPr/>
          <p:nvPr/>
        </p:nvSpPr>
        <p:spPr>
          <a:xfrm>
            <a:off x="14438141" y="6160482"/>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Procurement and Financial Operations </a:t>
            </a:r>
            <a:endParaRPr b="1" i="0" sz="900" u="none" cap="none" strike="noStrike">
              <a:solidFill>
                <a:srgbClr val="066AFE"/>
              </a:solidFill>
              <a:latin typeface="Salesforce Sans"/>
              <a:ea typeface="Salesforce Sans"/>
              <a:cs typeface="Salesforce Sans"/>
              <a:sym typeface="Salesforce Sans"/>
            </a:endParaRPr>
          </a:p>
        </p:txBody>
      </p:sp>
      <p:sp>
        <p:nvSpPr>
          <p:cNvPr id="6694" name="Google Shape;6694;p173"/>
          <p:cNvSpPr/>
          <p:nvPr/>
        </p:nvSpPr>
        <p:spPr>
          <a:xfrm>
            <a:off x="14438141" y="6782979"/>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Store Operations </a:t>
            </a:r>
            <a:endParaRPr b="1" i="0" sz="900" u="none" cap="none" strike="noStrike">
              <a:solidFill>
                <a:srgbClr val="066AFE"/>
              </a:solidFill>
              <a:latin typeface="Salesforce Sans"/>
              <a:ea typeface="Salesforce Sans"/>
              <a:cs typeface="Salesforce Sans"/>
              <a:sym typeface="Salesforce Sans"/>
            </a:endParaRPr>
          </a:p>
        </p:txBody>
      </p:sp>
      <p:sp>
        <p:nvSpPr>
          <p:cNvPr id="6695" name="Google Shape;6695;p173"/>
          <p:cNvSpPr/>
          <p:nvPr/>
        </p:nvSpPr>
        <p:spPr>
          <a:xfrm>
            <a:off x="14438141" y="7092455"/>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Treasury </a:t>
            </a:r>
            <a:endParaRPr b="1" i="0" sz="900" u="none" cap="none" strike="noStrike">
              <a:solidFill>
                <a:srgbClr val="066AFE"/>
              </a:solidFill>
              <a:latin typeface="Salesforce Sans"/>
              <a:ea typeface="Salesforce Sans"/>
              <a:cs typeface="Salesforce Sans"/>
              <a:sym typeface="Salesforce Sans"/>
            </a:endParaRPr>
          </a:p>
        </p:txBody>
      </p:sp>
      <p:sp>
        <p:nvSpPr>
          <p:cNvPr id="6696" name="Google Shape;6696;p173"/>
          <p:cNvSpPr/>
          <p:nvPr/>
        </p:nvSpPr>
        <p:spPr>
          <a:xfrm>
            <a:off x="14438141" y="7424296"/>
            <a:ext cx="9261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Tax &amp; Com</a:t>
            </a:r>
            <a:r>
              <a:rPr b="1" lang="en" sz="900">
                <a:solidFill>
                  <a:srgbClr val="066AFE"/>
                </a:solidFill>
                <a:latin typeface="Salesforce Sans"/>
                <a:ea typeface="Salesforce Sans"/>
                <a:cs typeface="Salesforce Sans"/>
                <a:sym typeface="Salesforce Sans"/>
              </a:rPr>
              <a:t>pliance</a:t>
            </a:r>
            <a:r>
              <a:rPr b="1" i="0" lang="en" sz="900" u="none" cap="none" strike="noStrike">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6697" name="Google Shape;6697;p173"/>
          <p:cNvSpPr/>
          <p:nvPr/>
        </p:nvSpPr>
        <p:spPr>
          <a:xfrm>
            <a:off x="14438141" y="5663898"/>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6698" name="Google Shape;6698;p173"/>
          <p:cNvSpPr/>
          <p:nvPr/>
        </p:nvSpPr>
        <p:spPr>
          <a:xfrm>
            <a:off x="14438141" y="8178368"/>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and Dispute </a:t>
            </a:r>
            <a:endParaRPr b="1" i="0" sz="900" u="none" cap="none" strike="noStrike">
              <a:solidFill>
                <a:srgbClr val="066AFE"/>
              </a:solidFill>
              <a:latin typeface="Salesforce Sans"/>
              <a:ea typeface="Salesforce Sans"/>
              <a:cs typeface="Salesforce Sans"/>
              <a:sym typeface="Salesforce Sans"/>
            </a:endParaRPr>
          </a:p>
        </p:txBody>
      </p:sp>
      <p:sp>
        <p:nvSpPr>
          <p:cNvPr id="6699" name="Google Shape;6699;p173"/>
          <p:cNvSpPr/>
          <p:nvPr/>
        </p:nvSpPr>
        <p:spPr>
          <a:xfrm>
            <a:off x="14438141" y="7753653"/>
            <a:ext cx="971400" cy="4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6700" name="Google Shape;6700;p173"/>
          <p:cNvSpPr/>
          <p:nvPr/>
        </p:nvSpPr>
        <p:spPr>
          <a:xfrm>
            <a:off x="14438141" y="4538334"/>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Operations </a:t>
            </a:r>
            <a:endParaRPr b="1" i="0" sz="900" u="none" cap="none" strike="noStrike">
              <a:solidFill>
                <a:srgbClr val="066AFE"/>
              </a:solidFill>
              <a:latin typeface="Salesforce Sans"/>
              <a:ea typeface="Salesforce Sans"/>
              <a:cs typeface="Salesforce Sans"/>
              <a:sym typeface="Salesforce Sans"/>
            </a:endParaRPr>
          </a:p>
        </p:txBody>
      </p:sp>
      <p:sp>
        <p:nvSpPr>
          <p:cNvPr id="6701" name="Google Shape;6701;p173"/>
          <p:cNvSpPr txBox="1"/>
          <p:nvPr/>
        </p:nvSpPr>
        <p:spPr>
          <a:xfrm>
            <a:off x="15698457" y="20037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Quality</a:t>
            </a:r>
            <a:endParaRPr i="0" sz="800" u="none" cap="none" strike="noStrike">
              <a:latin typeface="Salesforce Sans"/>
              <a:ea typeface="Salesforce Sans"/>
              <a:cs typeface="Salesforce Sans"/>
              <a:sym typeface="Salesforce Sans"/>
            </a:endParaRPr>
          </a:p>
        </p:txBody>
      </p:sp>
      <p:sp>
        <p:nvSpPr>
          <p:cNvPr id="6702" name="Google Shape;6702;p173"/>
          <p:cNvSpPr txBox="1"/>
          <p:nvPr/>
        </p:nvSpPr>
        <p:spPr>
          <a:xfrm>
            <a:off x="15698457" y="215360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Security</a:t>
            </a:r>
            <a:endParaRPr i="0" sz="800" u="none" cap="none" strike="noStrike">
              <a:latin typeface="Salesforce Sans"/>
              <a:ea typeface="Salesforce Sans"/>
              <a:cs typeface="Salesforce Sans"/>
              <a:sym typeface="Salesforce Sans"/>
            </a:endParaRPr>
          </a:p>
        </p:txBody>
      </p:sp>
      <p:sp>
        <p:nvSpPr>
          <p:cNvPr id="6703" name="Google Shape;6703;p173"/>
          <p:cNvSpPr txBox="1"/>
          <p:nvPr/>
        </p:nvSpPr>
        <p:spPr>
          <a:xfrm>
            <a:off x="15698457" y="248545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a:t>
            </a:r>
            <a:endParaRPr i="0" sz="800" u="none" cap="none" strike="noStrike">
              <a:latin typeface="Salesforce Sans"/>
              <a:ea typeface="Salesforce Sans"/>
              <a:cs typeface="Salesforce Sans"/>
              <a:sym typeface="Salesforce Sans"/>
            </a:endParaRPr>
          </a:p>
        </p:txBody>
      </p:sp>
      <p:sp>
        <p:nvSpPr>
          <p:cNvPr id="6704" name="Google Shape;6704;p173"/>
          <p:cNvSpPr txBox="1"/>
          <p:nvPr/>
        </p:nvSpPr>
        <p:spPr>
          <a:xfrm>
            <a:off x="15698457" y="263531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Deployment</a:t>
            </a:r>
            <a:endParaRPr i="0" sz="800" u="none" cap="none" strike="noStrike">
              <a:latin typeface="Salesforce Sans"/>
              <a:ea typeface="Salesforce Sans"/>
              <a:cs typeface="Salesforce Sans"/>
              <a:sym typeface="Salesforce Sans"/>
            </a:endParaRPr>
          </a:p>
        </p:txBody>
      </p:sp>
      <p:sp>
        <p:nvSpPr>
          <p:cNvPr id="6705" name="Google Shape;6705;p173"/>
          <p:cNvSpPr txBox="1"/>
          <p:nvPr/>
        </p:nvSpPr>
        <p:spPr>
          <a:xfrm>
            <a:off x="15698457" y="27851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Governance</a:t>
            </a:r>
            <a:endParaRPr i="0" sz="800" u="none" cap="none" strike="noStrike">
              <a:latin typeface="Salesforce Sans"/>
              <a:ea typeface="Salesforce Sans"/>
              <a:cs typeface="Salesforce Sans"/>
              <a:sym typeface="Salesforce Sans"/>
            </a:endParaRPr>
          </a:p>
        </p:txBody>
      </p:sp>
      <p:sp>
        <p:nvSpPr>
          <p:cNvPr id="6706" name="Google Shape;6706;p173"/>
          <p:cNvSpPr txBox="1"/>
          <p:nvPr/>
        </p:nvSpPr>
        <p:spPr>
          <a:xfrm>
            <a:off x="15698457" y="23356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Preparation</a:t>
            </a:r>
            <a:endParaRPr i="0" sz="800" u="none" cap="none" strike="noStrike">
              <a:latin typeface="Salesforce Sans"/>
              <a:ea typeface="Salesforce Sans"/>
              <a:cs typeface="Salesforce Sans"/>
              <a:sym typeface="Salesforce Sans"/>
            </a:endParaRPr>
          </a:p>
        </p:txBody>
      </p:sp>
      <p:sp>
        <p:nvSpPr>
          <p:cNvPr id="6707" name="Google Shape;6707;p173"/>
          <p:cNvSpPr txBox="1"/>
          <p:nvPr/>
        </p:nvSpPr>
        <p:spPr>
          <a:xfrm>
            <a:off x="15698457" y="296729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And Skills Assessment</a:t>
            </a:r>
            <a:endParaRPr i="0" sz="800" u="none" cap="none" strike="noStrike">
              <a:latin typeface="Salesforce Sans"/>
              <a:ea typeface="Salesforce Sans"/>
              <a:cs typeface="Salesforce Sans"/>
              <a:sym typeface="Salesforce Sans"/>
            </a:endParaRPr>
          </a:p>
        </p:txBody>
      </p:sp>
      <p:sp>
        <p:nvSpPr>
          <p:cNvPr id="6708" name="Google Shape;6708;p173"/>
          <p:cNvSpPr txBox="1"/>
          <p:nvPr/>
        </p:nvSpPr>
        <p:spPr>
          <a:xfrm>
            <a:off x="15698457" y="408043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6709" name="Google Shape;6709;p173"/>
          <p:cNvSpPr txBox="1"/>
          <p:nvPr/>
        </p:nvSpPr>
        <p:spPr>
          <a:xfrm>
            <a:off x="15698457" y="500032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&amp; Labour Relations Monitoring</a:t>
            </a:r>
            <a:endParaRPr i="0" sz="800" u="none" cap="none" strike="noStrike">
              <a:latin typeface="Salesforce Sans"/>
              <a:ea typeface="Salesforce Sans"/>
              <a:cs typeface="Salesforce Sans"/>
              <a:sym typeface="Salesforce Sans"/>
            </a:endParaRPr>
          </a:p>
        </p:txBody>
      </p:sp>
      <p:sp>
        <p:nvSpPr>
          <p:cNvPr id="6710" name="Google Shape;6710;p173"/>
          <p:cNvSpPr txBox="1"/>
          <p:nvPr/>
        </p:nvSpPr>
        <p:spPr>
          <a:xfrm>
            <a:off x="15698457" y="518218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Onboarding</a:t>
            </a:r>
            <a:endParaRPr i="0" sz="800" u="none" cap="none" strike="noStrike">
              <a:latin typeface="Salesforce Sans"/>
              <a:ea typeface="Salesforce Sans"/>
              <a:cs typeface="Salesforce Sans"/>
              <a:sym typeface="Salesforce Sans"/>
            </a:endParaRPr>
          </a:p>
        </p:txBody>
      </p:sp>
      <p:sp>
        <p:nvSpPr>
          <p:cNvPr id="6711" name="Google Shape;6711;p173"/>
          <p:cNvSpPr txBox="1"/>
          <p:nvPr/>
        </p:nvSpPr>
        <p:spPr>
          <a:xfrm>
            <a:off x="15698457" y="677187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6712" name="Google Shape;6712;p173"/>
          <p:cNvSpPr txBox="1"/>
          <p:nvPr/>
        </p:nvSpPr>
        <p:spPr>
          <a:xfrm>
            <a:off x="15698457" y="70924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Cash &amp; Liquidity Management</a:t>
            </a:r>
            <a:endParaRPr i="0" sz="800" u="none" cap="none" strike="noStrike">
              <a:latin typeface="Salesforce Sans"/>
              <a:ea typeface="Salesforce Sans"/>
              <a:cs typeface="Salesforce Sans"/>
              <a:sym typeface="Salesforce Sans"/>
            </a:endParaRPr>
          </a:p>
        </p:txBody>
      </p:sp>
      <p:sp>
        <p:nvSpPr>
          <p:cNvPr id="6713" name="Google Shape;6713;p173"/>
          <p:cNvSpPr txBox="1"/>
          <p:nvPr/>
        </p:nvSpPr>
        <p:spPr>
          <a:xfrm>
            <a:off x="15698457" y="68989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Facilities Maintenance</a:t>
            </a:r>
            <a:endParaRPr i="0" sz="800" u="none" cap="none" strike="noStrike">
              <a:latin typeface="Salesforce Sans"/>
              <a:ea typeface="Salesforce Sans"/>
              <a:cs typeface="Salesforce Sans"/>
              <a:sym typeface="Salesforce Sans"/>
            </a:endParaRPr>
          </a:p>
        </p:txBody>
      </p:sp>
      <p:sp>
        <p:nvSpPr>
          <p:cNvPr id="6714" name="Google Shape;6714;p173"/>
          <p:cNvSpPr txBox="1"/>
          <p:nvPr/>
        </p:nvSpPr>
        <p:spPr>
          <a:xfrm>
            <a:off x="15698457" y="7242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Management</a:t>
            </a:r>
            <a:endParaRPr i="0" sz="800" u="none" cap="none" strike="noStrike">
              <a:latin typeface="Salesforce Sans"/>
              <a:ea typeface="Salesforce Sans"/>
              <a:cs typeface="Salesforce Sans"/>
              <a:sym typeface="Salesforce Sans"/>
            </a:endParaRPr>
          </a:p>
        </p:txBody>
      </p:sp>
      <p:sp>
        <p:nvSpPr>
          <p:cNvPr id="6715" name="Google Shape;6715;p173"/>
          <p:cNvSpPr txBox="1"/>
          <p:nvPr/>
        </p:nvSpPr>
        <p:spPr>
          <a:xfrm>
            <a:off x="15698457" y="7424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Tax Filing</a:t>
            </a:r>
            <a:endParaRPr i="0" sz="800" u="none" cap="none" strike="noStrike">
              <a:latin typeface="Salesforce Sans"/>
              <a:ea typeface="Salesforce Sans"/>
              <a:cs typeface="Salesforce Sans"/>
              <a:sym typeface="Salesforce Sans"/>
            </a:endParaRPr>
          </a:p>
        </p:txBody>
      </p:sp>
      <p:sp>
        <p:nvSpPr>
          <p:cNvPr id="6716" name="Google Shape;6716;p173"/>
          <p:cNvSpPr txBox="1"/>
          <p:nvPr/>
        </p:nvSpPr>
        <p:spPr>
          <a:xfrm>
            <a:off x="15698457" y="790368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6717" name="Google Shape;6717;p173"/>
          <p:cNvSpPr txBox="1"/>
          <p:nvPr/>
        </p:nvSpPr>
        <p:spPr>
          <a:xfrm>
            <a:off x="15698457" y="61535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Transaction Monitoring</a:t>
            </a:r>
            <a:endParaRPr i="0" sz="800" u="none" cap="none" strike="noStrike">
              <a:latin typeface="Salesforce Sans"/>
              <a:ea typeface="Salesforce Sans"/>
              <a:cs typeface="Salesforce Sans"/>
              <a:sym typeface="Salesforce Sans"/>
            </a:endParaRPr>
          </a:p>
        </p:txBody>
      </p:sp>
      <p:sp>
        <p:nvSpPr>
          <p:cNvPr id="6718" name="Google Shape;6718;p173"/>
          <p:cNvSpPr txBox="1"/>
          <p:nvPr/>
        </p:nvSpPr>
        <p:spPr>
          <a:xfrm>
            <a:off x="15698457" y="389823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6719" name="Google Shape;6719;p173"/>
          <p:cNvSpPr/>
          <p:nvPr/>
        </p:nvSpPr>
        <p:spPr>
          <a:xfrm>
            <a:off x="15557918" y="391391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0" name="Google Shape;6720;p173"/>
          <p:cNvSpPr txBox="1"/>
          <p:nvPr/>
        </p:nvSpPr>
        <p:spPr>
          <a:xfrm>
            <a:off x="15698457" y="359854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6721" name="Google Shape;6721;p173"/>
          <p:cNvSpPr/>
          <p:nvPr/>
        </p:nvSpPr>
        <p:spPr>
          <a:xfrm>
            <a:off x="15557918" y="3614223"/>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2" name="Google Shape;6722;p173"/>
          <p:cNvSpPr txBox="1"/>
          <p:nvPr/>
        </p:nvSpPr>
        <p:spPr>
          <a:xfrm>
            <a:off x="15698457" y="37483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6723" name="Google Shape;6723;p173"/>
          <p:cNvSpPr/>
          <p:nvPr/>
        </p:nvSpPr>
        <p:spPr>
          <a:xfrm>
            <a:off x="15557918" y="376406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4" name="Google Shape;6724;p173"/>
          <p:cNvSpPr txBox="1"/>
          <p:nvPr/>
        </p:nvSpPr>
        <p:spPr>
          <a:xfrm>
            <a:off x="15698457" y="344871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6725" name="Google Shape;6725;p173"/>
          <p:cNvSpPr/>
          <p:nvPr/>
        </p:nvSpPr>
        <p:spPr>
          <a:xfrm>
            <a:off x="15557918" y="34643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6" name="Google Shape;6726;p173"/>
          <p:cNvSpPr txBox="1"/>
          <p:nvPr/>
        </p:nvSpPr>
        <p:spPr>
          <a:xfrm>
            <a:off x="15698457" y="454662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 &amp; Benefit Creation &amp; Delivery</a:t>
            </a:r>
            <a:endParaRPr i="0" sz="800" u="none" cap="none" strike="noStrike">
              <a:latin typeface="Salesforce Sans"/>
              <a:ea typeface="Salesforce Sans"/>
              <a:cs typeface="Salesforce Sans"/>
              <a:sym typeface="Salesforce Sans"/>
            </a:endParaRPr>
          </a:p>
        </p:txBody>
      </p:sp>
      <p:sp>
        <p:nvSpPr>
          <p:cNvPr id="6727" name="Google Shape;6727;p173"/>
          <p:cNvSpPr/>
          <p:nvPr/>
        </p:nvSpPr>
        <p:spPr>
          <a:xfrm>
            <a:off x="15557918" y="4561931"/>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8" name="Google Shape;6728;p173"/>
          <p:cNvSpPr txBox="1"/>
          <p:nvPr/>
        </p:nvSpPr>
        <p:spPr>
          <a:xfrm>
            <a:off x="15698457" y="470024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Employee Experience &amp; Health Monitoring</a:t>
            </a:r>
            <a:endParaRPr i="0" sz="800" u="none" cap="none" strike="noStrike">
              <a:latin typeface="Salesforce Sans"/>
              <a:ea typeface="Salesforce Sans"/>
              <a:cs typeface="Salesforce Sans"/>
              <a:sym typeface="Salesforce Sans"/>
            </a:endParaRPr>
          </a:p>
        </p:txBody>
      </p:sp>
      <p:sp>
        <p:nvSpPr>
          <p:cNvPr id="6729" name="Google Shape;6729;p173"/>
          <p:cNvSpPr/>
          <p:nvPr/>
        </p:nvSpPr>
        <p:spPr>
          <a:xfrm>
            <a:off x="15557918" y="4715923"/>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0" name="Google Shape;6730;p173"/>
          <p:cNvSpPr txBox="1"/>
          <p:nvPr/>
        </p:nvSpPr>
        <p:spPr>
          <a:xfrm>
            <a:off x="15698457" y="58135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Financial Forecasting &amp; Scenario Modeling</a:t>
            </a:r>
            <a:endParaRPr i="0" sz="800" u="none" cap="none" strike="noStrike">
              <a:latin typeface="Salesforce Sans"/>
              <a:ea typeface="Salesforce Sans"/>
              <a:cs typeface="Salesforce Sans"/>
              <a:sym typeface="Salesforce Sans"/>
            </a:endParaRPr>
          </a:p>
        </p:txBody>
      </p:sp>
      <p:sp>
        <p:nvSpPr>
          <p:cNvPr id="6731" name="Google Shape;6731;p173"/>
          <p:cNvSpPr/>
          <p:nvPr/>
        </p:nvSpPr>
        <p:spPr>
          <a:xfrm>
            <a:off x="15557918" y="582913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2" name="Google Shape;6732;p173"/>
          <p:cNvSpPr txBox="1"/>
          <p:nvPr/>
        </p:nvSpPr>
        <p:spPr>
          <a:xfrm>
            <a:off x="15698457" y="596329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&amp; </a:t>
            </a:r>
            <a:r>
              <a:rPr lang="en" sz="800">
                <a:latin typeface="Salesforce Sans"/>
                <a:ea typeface="Salesforce Sans"/>
                <a:cs typeface="Salesforce Sans"/>
                <a:sym typeface="Salesforce Sans"/>
              </a:rPr>
              <a:t>KPI</a:t>
            </a:r>
            <a:r>
              <a:rPr i="0" lang="en" sz="800" u="none" cap="none" strike="noStrike">
                <a:latin typeface="Salesforce Sans"/>
                <a:ea typeface="Salesforce Sans"/>
                <a:cs typeface="Salesforce Sans"/>
                <a:sym typeface="Salesforce Sans"/>
              </a:rPr>
              <a:t> Monitoring</a:t>
            </a:r>
            <a:endParaRPr i="0" sz="800" u="none" cap="none" strike="noStrike">
              <a:latin typeface="Salesforce Sans"/>
              <a:ea typeface="Salesforce Sans"/>
              <a:cs typeface="Salesforce Sans"/>
              <a:sym typeface="Salesforce Sans"/>
            </a:endParaRPr>
          </a:p>
        </p:txBody>
      </p:sp>
      <p:sp>
        <p:nvSpPr>
          <p:cNvPr id="6733" name="Google Shape;6733;p173"/>
          <p:cNvSpPr/>
          <p:nvPr/>
        </p:nvSpPr>
        <p:spPr>
          <a:xfrm>
            <a:off x="15557918" y="598869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4" name="Google Shape;6734;p173"/>
          <p:cNvSpPr txBox="1"/>
          <p:nvPr/>
        </p:nvSpPr>
        <p:spPr>
          <a:xfrm>
            <a:off x="15698457" y="566361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Long-Term &amp; Annual Budgeting</a:t>
            </a:r>
            <a:endParaRPr i="0" sz="800" u="none" cap="none" strike="noStrike">
              <a:latin typeface="Salesforce Sans"/>
              <a:ea typeface="Salesforce Sans"/>
              <a:cs typeface="Salesforce Sans"/>
              <a:sym typeface="Salesforce Sans"/>
            </a:endParaRPr>
          </a:p>
        </p:txBody>
      </p:sp>
      <p:sp>
        <p:nvSpPr>
          <p:cNvPr id="6735" name="Google Shape;6735;p173"/>
          <p:cNvSpPr/>
          <p:nvPr/>
        </p:nvSpPr>
        <p:spPr>
          <a:xfrm>
            <a:off x="15557918" y="56792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6" name="Google Shape;6736;p173"/>
          <p:cNvSpPr txBox="1"/>
          <p:nvPr/>
        </p:nvSpPr>
        <p:spPr>
          <a:xfrm>
            <a:off x="15698457" y="629803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6737" name="Google Shape;6737;p173"/>
          <p:cNvSpPr/>
          <p:nvPr/>
        </p:nvSpPr>
        <p:spPr>
          <a:xfrm>
            <a:off x="15557918" y="631757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8" name="Google Shape;6738;p173"/>
          <p:cNvSpPr txBox="1"/>
          <p:nvPr/>
        </p:nvSpPr>
        <p:spPr>
          <a:xfrm>
            <a:off x="15698457" y="644256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6739" name="Google Shape;6739;p173"/>
          <p:cNvSpPr/>
          <p:nvPr/>
        </p:nvSpPr>
        <p:spPr>
          <a:xfrm>
            <a:off x="15557918" y="6464230"/>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0" name="Google Shape;6740;p173"/>
          <p:cNvSpPr txBox="1"/>
          <p:nvPr/>
        </p:nvSpPr>
        <p:spPr>
          <a:xfrm>
            <a:off x="15698457" y="756250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Reporting</a:t>
            </a:r>
            <a:endParaRPr i="0" sz="800" u="none" cap="none" strike="noStrike">
              <a:latin typeface="Salesforce Sans"/>
              <a:ea typeface="Salesforce Sans"/>
              <a:cs typeface="Salesforce Sans"/>
              <a:sym typeface="Salesforce Sans"/>
            </a:endParaRPr>
          </a:p>
        </p:txBody>
      </p:sp>
      <p:sp>
        <p:nvSpPr>
          <p:cNvPr id="6741" name="Google Shape;6741;p173"/>
          <p:cNvSpPr/>
          <p:nvPr/>
        </p:nvSpPr>
        <p:spPr>
          <a:xfrm>
            <a:off x="15557918" y="7589461"/>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2" name="Google Shape;6742;p173"/>
          <p:cNvSpPr txBox="1"/>
          <p:nvPr/>
        </p:nvSpPr>
        <p:spPr>
          <a:xfrm>
            <a:off x="15698457" y="775580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6743" name="Google Shape;6743;p173"/>
          <p:cNvSpPr/>
          <p:nvPr/>
        </p:nvSpPr>
        <p:spPr>
          <a:xfrm>
            <a:off x="15557918" y="7776675"/>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4" name="Google Shape;6744;p173"/>
          <p:cNvSpPr txBox="1"/>
          <p:nvPr/>
        </p:nvSpPr>
        <p:spPr>
          <a:xfrm>
            <a:off x="15698457" y="817795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Document Analysis</a:t>
            </a:r>
            <a:endParaRPr i="0" sz="800" u="none" cap="none" strike="noStrike">
              <a:latin typeface="Salesforce Sans"/>
              <a:ea typeface="Salesforce Sans"/>
              <a:cs typeface="Salesforce Sans"/>
              <a:sym typeface="Salesforce Sans"/>
            </a:endParaRPr>
          </a:p>
        </p:txBody>
      </p:sp>
      <p:sp>
        <p:nvSpPr>
          <p:cNvPr id="6745" name="Google Shape;6745;p173"/>
          <p:cNvSpPr/>
          <p:nvPr/>
        </p:nvSpPr>
        <p:spPr>
          <a:xfrm>
            <a:off x="15557918" y="819363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6" name="Google Shape;6746;p173"/>
          <p:cNvSpPr txBox="1"/>
          <p:nvPr/>
        </p:nvSpPr>
        <p:spPr>
          <a:xfrm>
            <a:off x="15698457" y="311686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6747" name="Google Shape;6747;p173"/>
          <p:cNvSpPr/>
          <p:nvPr/>
        </p:nvSpPr>
        <p:spPr>
          <a:xfrm>
            <a:off x="15557918" y="3132537"/>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8" name="Google Shape;6748;p173"/>
          <p:cNvSpPr/>
          <p:nvPr/>
        </p:nvSpPr>
        <p:spPr>
          <a:xfrm>
            <a:off x="15557918" y="314207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9" name="Google Shape;6749;p173"/>
          <p:cNvSpPr txBox="1"/>
          <p:nvPr/>
        </p:nvSpPr>
        <p:spPr>
          <a:xfrm>
            <a:off x="15698457" y="32667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6750" name="Google Shape;6750;p173"/>
          <p:cNvSpPr/>
          <p:nvPr/>
        </p:nvSpPr>
        <p:spPr>
          <a:xfrm>
            <a:off x="15557918" y="3282385"/>
            <a:ext cx="91800" cy="86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1" name="Google Shape;6751;p173"/>
          <p:cNvSpPr/>
          <p:nvPr/>
        </p:nvSpPr>
        <p:spPr>
          <a:xfrm>
            <a:off x="15557918" y="328329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2" name="Google Shape;6752;p173"/>
          <p:cNvSpPr txBox="1"/>
          <p:nvPr/>
        </p:nvSpPr>
        <p:spPr>
          <a:xfrm>
            <a:off x="15698457" y="423007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6753" name="Google Shape;6753;p173"/>
          <p:cNvSpPr/>
          <p:nvPr/>
        </p:nvSpPr>
        <p:spPr>
          <a:xfrm>
            <a:off x="15557918" y="42457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4" name="Google Shape;6754;p173"/>
          <p:cNvSpPr/>
          <p:nvPr/>
        </p:nvSpPr>
        <p:spPr>
          <a:xfrm>
            <a:off x="15557918" y="424714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5" name="Google Shape;6755;p173"/>
          <p:cNvSpPr txBox="1"/>
          <p:nvPr/>
        </p:nvSpPr>
        <p:spPr>
          <a:xfrm>
            <a:off x="15698457" y="437992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6756" name="Google Shape;6756;p173"/>
          <p:cNvSpPr/>
          <p:nvPr/>
        </p:nvSpPr>
        <p:spPr>
          <a:xfrm>
            <a:off x="15557918" y="43956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7" name="Google Shape;6757;p173"/>
          <p:cNvSpPr/>
          <p:nvPr/>
        </p:nvSpPr>
        <p:spPr>
          <a:xfrm>
            <a:off x="15557918" y="4388451"/>
            <a:ext cx="91200" cy="83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8" name="Google Shape;6758;p173"/>
          <p:cNvSpPr txBox="1"/>
          <p:nvPr/>
        </p:nvSpPr>
        <p:spPr>
          <a:xfrm>
            <a:off x="15698457" y="48657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Payroll &amp; Vacation Monitoring</a:t>
            </a:r>
            <a:endParaRPr i="0" sz="800" u="none" cap="none" strike="noStrike">
              <a:latin typeface="Salesforce Sans"/>
              <a:ea typeface="Salesforce Sans"/>
              <a:cs typeface="Salesforce Sans"/>
              <a:sym typeface="Salesforce Sans"/>
            </a:endParaRPr>
          </a:p>
        </p:txBody>
      </p:sp>
      <p:sp>
        <p:nvSpPr>
          <p:cNvPr id="6759" name="Google Shape;6759;p173"/>
          <p:cNvSpPr/>
          <p:nvPr/>
        </p:nvSpPr>
        <p:spPr>
          <a:xfrm>
            <a:off x="15557918" y="4881445"/>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0" name="Google Shape;6760;p173"/>
          <p:cNvSpPr/>
          <p:nvPr/>
        </p:nvSpPr>
        <p:spPr>
          <a:xfrm>
            <a:off x="15557918" y="488144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1" name="Google Shape;6761;p173"/>
          <p:cNvSpPr txBox="1"/>
          <p:nvPr/>
        </p:nvSpPr>
        <p:spPr>
          <a:xfrm>
            <a:off x="15698457" y="53317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6762" name="Google Shape;6762;p173"/>
          <p:cNvSpPr/>
          <p:nvPr/>
        </p:nvSpPr>
        <p:spPr>
          <a:xfrm>
            <a:off x="15557918" y="53474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3" name="Google Shape;6763;p173"/>
          <p:cNvSpPr/>
          <p:nvPr/>
        </p:nvSpPr>
        <p:spPr>
          <a:xfrm>
            <a:off x="15557918" y="5347445"/>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4" name="Google Shape;6764;p173"/>
          <p:cNvSpPr txBox="1"/>
          <p:nvPr/>
        </p:nvSpPr>
        <p:spPr>
          <a:xfrm>
            <a:off x="15698457" y="54816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Tracking</a:t>
            </a:r>
            <a:endParaRPr i="0" sz="800" u="none" cap="none" strike="noStrike">
              <a:latin typeface="Salesforce Sans"/>
              <a:ea typeface="Salesforce Sans"/>
              <a:cs typeface="Salesforce Sans"/>
              <a:sym typeface="Salesforce Sans"/>
            </a:endParaRPr>
          </a:p>
        </p:txBody>
      </p:sp>
      <p:sp>
        <p:nvSpPr>
          <p:cNvPr id="6765" name="Google Shape;6765;p173"/>
          <p:cNvSpPr/>
          <p:nvPr/>
        </p:nvSpPr>
        <p:spPr>
          <a:xfrm>
            <a:off x="15557918" y="54973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6" name="Google Shape;6766;p173"/>
          <p:cNvSpPr/>
          <p:nvPr/>
        </p:nvSpPr>
        <p:spPr>
          <a:xfrm>
            <a:off x="15557918" y="5490825"/>
            <a:ext cx="91200" cy="834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67" name="Google Shape;6767;p173"/>
          <p:cNvSpPr txBox="1"/>
          <p:nvPr/>
        </p:nvSpPr>
        <p:spPr>
          <a:xfrm>
            <a:off x="15698457" y="65870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6768" name="Google Shape;6768;p173"/>
          <p:cNvSpPr/>
          <p:nvPr/>
        </p:nvSpPr>
        <p:spPr>
          <a:xfrm>
            <a:off x="15557918" y="6678968"/>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9" name="Google Shape;6769;p173"/>
          <p:cNvSpPr/>
          <p:nvPr/>
        </p:nvSpPr>
        <p:spPr>
          <a:xfrm>
            <a:off x="15557918" y="6617473"/>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70" name="Google Shape;6770;p173"/>
          <p:cNvSpPr/>
          <p:nvPr/>
        </p:nvSpPr>
        <p:spPr>
          <a:xfrm>
            <a:off x="14438150" y="8485747"/>
            <a:ext cx="1164900" cy="615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 </a:t>
            </a:r>
            <a:r>
              <a:rPr b="1" lang="en" sz="900">
                <a:solidFill>
                  <a:srgbClr val="066AFE"/>
                </a:solidFill>
                <a:latin typeface="Salesforce Sans"/>
                <a:ea typeface="Salesforce Sans"/>
                <a:cs typeface="Salesforce Sans"/>
                <a:sym typeface="Salesforce Sans"/>
              </a:rPr>
              <a:t>W</a:t>
            </a:r>
            <a:r>
              <a:rPr b="1" i="0" lang="en" sz="900" u="none" cap="none" strike="noStrike">
                <a:solidFill>
                  <a:srgbClr val="066AFE"/>
                </a:solidFill>
                <a:latin typeface="Salesforce Sans"/>
                <a:ea typeface="Salesforce Sans"/>
                <a:cs typeface="Salesforce Sans"/>
                <a:sym typeface="Salesforce Sans"/>
              </a:rPr>
              <a:t>holesaler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br>
              <a:rPr b="1" i="0" lang="en" sz="900" u="none" cap="none" strike="noStrike">
                <a:solidFill>
                  <a:srgbClr val="066AFE"/>
                </a:solidFill>
                <a:latin typeface="Salesforce Sans"/>
                <a:ea typeface="Salesforce Sans"/>
                <a:cs typeface="Salesforce Sans"/>
                <a:sym typeface="Salesforce Sans"/>
              </a:rPr>
            </a:br>
            <a:endParaRPr b="1" i="0" sz="900" u="none" cap="none" strike="noStrike">
              <a:solidFill>
                <a:srgbClr val="066AFE"/>
              </a:solidFill>
              <a:latin typeface="Salesforce Sans"/>
              <a:ea typeface="Salesforce Sans"/>
              <a:cs typeface="Salesforce Sans"/>
              <a:sym typeface="Salesforce Sans"/>
            </a:endParaRPr>
          </a:p>
        </p:txBody>
      </p:sp>
      <p:sp>
        <p:nvSpPr>
          <p:cNvPr id="6771" name="Google Shape;6771;p173"/>
          <p:cNvSpPr txBox="1"/>
          <p:nvPr/>
        </p:nvSpPr>
        <p:spPr>
          <a:xfrm>
            <a:off x="15698457" y="892865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6772" name="Google Shape;6772;p173"/>
          <p:cNvSpPr txBox="1"/>
          <p:nvPr/>
        </p:nvSpPr>
        <p:spPr>
          <a:xfrm>
            <a:off x="15698457" y="84754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Onboarding</a:t>
            </a:r>
            <a:endParaRPr i="0" sz="2800" u="none" cap="none" strike="noStrike">
              <a:latin typeface="Salesforce Sans"/>
              <a:ea typeface="Salesforce Sans"/>
              <a:cs typeface="Salesforce Sans"/>
              <a:sym typeface="Salesforce Sans"/>
            </a:endParaRPr>
          </a:p>
        </p:txBody>
      </p:sp>
      <p:sp>
        <p:nvSpPr>
          <p:cNvPr id="6773" name="Google Shape;6773;p173"/>
          <p:cNvSpPr txBox="1"/>
          <p:nvPr/>
        </p:nvSpPr>
        <p:spPr>
          <a:xfrm>
            <a:off x="15698457" y="862649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Support</a:t>
            </a:r>
            <a:endParaRPr i="0" sz="2800" u="none" cap="none" strike="noStrike">
              <a:latin typeface="Salesforce Sans"/>
              <a:ea typeface="Salesforce Sans"/>
              <a:cs typeface="Salesforce Sans"/>
              <a:sym typeface="Salesforce Sans"/>
            </a:endParaRPr>
          </a:p>
        </p:txBody>
      </p:sp>
      <p:sp>
        <p:nvSpPr>
          <p:cNvPr id="6774" name="Google Shape;6774;p173"/>
          <p:cNvSpPr txBox="1"/>
          <p:nvPr/>
        </p:nvSpPr>
        <p:spPr>
          <a:xfrm>
            <a:off x="15698457" y="87775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6775" name="Google Shape;6775;p173"/>
          <p:cNvSpPr/>
          <p:nvPr/>
        </p:nvSpPr>
        <p:spPr>
          <a:xfrm>
            <a:off x="14438141" y="9122238"/>
            <a:ext cx="1022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endParaRPr b="1" i="0" sz="900" u="none" cap="none" strike="noStrike">
              <a:solidFill>
                <a:srgbClr val="066AFE"/>
              </a:solidFill>
              <a:latin typeface="Salesforce Sans"/>
              <a:ea typeface="Salesforce Sans"/>
              <a:cs typeface="Salesforce Sans"/>
              <a:sym typeface="Salesforce Sans"/>
            </a:endParaRPr>
          </a:p>
        </p:txBody>
      </p:sp>
      <p:sp>
        <p:nvSpPr>
          <p:cNvPr id="6776" name="Google Shape;6776;p173"/>
          <p:cNvSpPr txBox="1"/>
          <p:nvPr/>
        </p:nvSpPr>
        <p:spPr>
          <a:xfrm>
            <a:off x="15698457" y="91228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nablement</a:t>
            </a:r>
            <a:endParaRPr i="0" sz="2800" u="none" cap="none" strike="noStrike">
              <a:latin typeface="Salesforce Sans"/>
              <a:ea typeface="Salesforce Sans"/>
              <a:cs typeface="Salesforce Sans"/>
              <a:sym typeface="Salesforce Sans"/>
            </a:endParaRPr>
          </a:p>
        </p:txBody>
      </p:sp>
      <p:sp>
        <p:nvSpPr>
          <p:cNvPr id="6777" name="Google Shape;6777;p173"/>
          <p:cNvSpPr txBox="1"/>
          <p:nvPr/>
        </p:nvSpPr>
        <p:spPr>
          <a:xfrm>
            <a:off x="15698457" y="945248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M</a:t>
            </a:r>
            <a:r>
              <a:rPr i="0" lang="en" sz="800" u="none" cap="none" strike="noStrike">
                <a:latin typeface="Salesforce Sans"/>
                <a:ea typeface="Salesforce Sans"/>
                <a:cs typeface="Salesforce Sans"/>
                <a:sym typeface="Salesforce Sans"/>
              </a:rPr>
              <a:t>anagement</a:t>
            </a:r>
            <a:endParaRPr i="0" sz="2800" u="none" cap="none" strike="noStrike">
              <a:latin typeface="Salesforce Sans"/>
              <a:ea typeface="Salesforce Sans"/>
              <a:cs typeface="Salesforce Sans"/>
              <a:sym typeface="Salesforce Sans"/>
            </a:endParaRPr>
          </a:p>
        </p:txBody>
      </p:sp>
      <p:sp>
        <p:nvSpPr>
          <p:cNvPr id="6778" name="Google Shape;6778;p173"/>
          <p:cNvSpPr txBox="1"/>
          <p:nvPr/>
        </p:nvSpPr>
        <p:spPr>
          <a:xfrm>
            <a:off x="15698457" y="92831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Onboarding</a:t>
            </a:r>
            <a:endParaRPr i="0" sz="2800" u="none" cap="none" strike="noStrike">
              <a:latin typeface="Salesforce Sans"/>
              <a:ea typeface="Salesforce Sans"/>
              <a:cs typeface="Salesforce Sans"/>
              <a:sym typeface="Salesforce Sans"/>
            </a:endParaRPr>
          </a:p>
        </p:txBody>
      </p:sp>
      <p:sp>
        <p:nvSpPr>
          <p:cNvPr id="6779" name="Google Shape;6779;p173"/>
          <p:cNvSpPr/>
          <p:nvPr/>
        </p:nvSpPr>
        <p:spPr>
          <a:xfrm>
            <a:off x="15557918" y="859124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80" name="Google Shape;6780;p173"/>
          <p:cNvSpPr txBox="1"/>
          <p:nvPr/>
        </p:nvSpPr>
        <p:spPr>
          <a:xfrm>
            <a:off x="13238352"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781" name="Google Shape;6781;p173"/>
          <p:cNvSpPr txBox="1"/>
          <p:nvPr/>
        </p:nvSpPr>
        <p:spPr>
          <a:xfrm>
            <a:off x="14438120"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782" name="Google Shape;6782;p173"/>
          <p:cNvGrpSpPr/>
          <p:nvPr/>
        </p:nvGrpSpPr>
        <p:grpSpPr>
          <a:xfrm>
            <a:off x="13258005" y="1867456"/>
            <a:ext cx="952525" cy="449700"/>
            <a:chOff x="755165" y="1905021"/>
            <a:chExt cx="1322400" cy="449700"/>
          </a:xfrm>
        </p:grpSpPr>
        <p:sp>
          <p:nvSpPr>
            <p:cNvPr id="6783" name="Google Shape;6783;p173"/>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784" name="Google Shape;6784;p173"/>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6785" name="Google Shape;6785;p173"/>
          <p:cNvSpPr txBox="1"/>
          <p:nvPr/>
        </p:nvSpPr>
        <p:spPr>
          <a:xfrm>
            <a:off x="15696982"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786" name="Google Shape;6786;p173"/>
          <p:cNvSpPr txBox="1"/>
          <p:nvPr/>
        </p:nvSpPr>
        <p:spPr>
          <a:xfrm>
            <a:off x="14438140" y="1843250"/>
            <a:ext cx="11052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Data Engineering Processing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6787" name="Google Shape;6787;p173"/>
          <p:cNvGrpSpPr/>
          <p:nvPr/>
        </p:nvGrpSpPr>
        <p:grpSpPr>
          <a:xfrm>
            <a:off x="13258005" y="3001220"/>
            <a:ext cx="952525" cy="449700"/>
            <a:chOff x="755165" y="1856649"/>
            <a:chExt cx="1322400" cy="449700"/>
          </a:xfrm>
        </p:grpSpPr>
        <p:sp>
          <p:nvSpPr>
            <p:cNvPr id="6788" name="Google Shape;6788;p173"/>
            <p:cNvSpPr/>
            <p:nvPr/>
          </p:nvSpPr>
          <p:spPr>
            <a:xfrm>
              <a:off x="755165" y="185664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789" name="Google Shape;6789;p173"/>
            <p:cNvSpPr txBox="1"/>
            <p:nvPr/>
          </p:nvSpPr>
          <p:spPr>
            <a:xfrm>
              <a:off x="888815" y="2019099"/>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anufacturing" showMasterSp="0">
  <p:cSld name="TITLE_AND_BODY_5_1_1_1_1_1_2">
    <p:spTree>
      <p:nvGrpSpPr>
        <p:cNvPr id="6790" name="Shape 6790"/>
        <p:cNvGrpSpPr/>
        <p:nvPr/>
      </p:nvGrpSpPr>
      <p:grpSpPr>
        <a:xfrm>
          <a:off x="0" y="0"/>
          <a:ext cx="0" cy="0"/>
          <a:chOff x="0" y="0"/>
          <a:chExt cx="0" cy="0"/>
        </a:xfrm>
      </p:grpSpPr>
      <p:sp>
        <p:nvSpPr>
          <p:cNvPr id="6791" name="Google Shape;6791;p174"/>
          <p:cNvSpPr txBox="1"/>
          <p:nvPr/>
        </p:nvSpPr>
        <p:spPr>
          <a:xfrm>
            <a:off x="270000" y="228600"/>
            <a:ext cx="17748000" cy="512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3700">
                <a:solidFill>
                  <a:schemeClr val="dk1"/>
                </a:solidFill>
                <a:latin typeface="Avant Garde Demi SFDC"/>
                <a:ea typeface="Avant Garde Demi SFDC"/>
                <a:cs typeface="Avant Garde Demi SFDC"/>
                <a:sym typeface="Avant Garde Demi SFDC"/>
              </a:rPr>
              <a:t>Manufacture, sell, service, and collect faster with 120+ agentic workflows…</a:t>
            </a:r>
            <a:endParaRPr sz="3100">
              <a:solidFill>
                <a:schemeClr val="dk1"/>
              </a:solidFill>
              <a:latin typeface="Avant Garde Demi SFDC"/>
              <a:ea typeface="Avant Garde Demi SFDC"/>
              <a:cs typeface="Avant Garde Demi SFDC"/>
              <a:sym typeface="Avant Garde Demi SFDC"/>
            </a:endParaRPr>
          </a:p>
        </p:txBody>
      </p:sp>
      <p:grpSp>
        <p:nvGrpSpPr>
          <p:cNvPr id="6792" name="Google Shape;6792;p174"/>
          <p:cNvGrpSpPr/>
          <p:nvPr/>
        </p:nvGrpSpPr>
        <p:grpSpPr>
          <a:xfrm>
            <a:off x="5987400" y="703350"/>
            <a:ext cx="6313200" cy="307800"/>
            <a:chOff x="22663550" y="1349273"/>
            <a:chExt cx="6313200" cy="307800"/>
          </a:xfrm>
        </p:grpSpPr>
        <p:grpSp>
          <p:nvGrpSpPr>
            <p:cNvPr id="6793" name="Google Shape;6793;p174"/>
            <p:cNvGrpSpPr/>
            <p:nvPr/>
          </p:nvGrpSpPr>
          <p:grpSpPr>
            <a:xfrm>
              <a:off x="22663550" y="1349273"/>
              <a:ext cx="6313200" cy="307800"/>
              <a:chOff x="11238000" y="958400"/>
              <a:chExt cx="6313200" cy="307800"/>
            </a:xfrm>
          </p:grpSpPr>
          <p:sp>
            <p:nvSpPr>
              <p:cNvPr id="6794" name="Google Shape;6794;p174"/>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6795" name="Google Shape;6795;p174"/>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6" name="Google Shape;6796;p174"/>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97" name="Google Shape;6797;p174"/>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8" name="Google Shape;6798;p174"/>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9" name="Google Shape;6799;p174"/>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6800" name="Google Shape;6800;p174"/>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6801" name="Google Shape;6801;p174"/>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6802" name="Google Shape;6802;p174"/>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6803" name="Google Shape;6803;p174"/>
          <p:cNvGrpSpPr/>
          <p:nvPr/>
        </p:nvGrpSpPr>
        <p:grpSpPr>
          <a:xfrm>
            <a:off x="1451611" y="1113234"/>
            <a:ext cx="5688463" cy="8985603"/>
            <a:chOff x="800611" y="1189434"/>
            <a:chExt cx="5688463" cy="8985603"/>
          </a:xfrm>
        </p:grpSpPr>
        <p:sp>
          <p:nvSpPr>
            <p:cNvPr id="6804" name="Google Shape;6804;p174"/>
            <p:cNvSpPr txBox="1"/>
            <p:nvPr/>
          </p:nvSpPr>
          <p:spPr>
            <a:xfrm>
              <a:off x="2000372" y="8385118"/>
              <a:ext cx="868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Asset Service Estimation</a:t>
              </a:r>
              <a:endParaRPr b="1" i="0" sz="800" u="none" cap="none" strike="noStrike">
                <a:solidFill>
                  <a:srgbClr val="086AFE"/>
                </a:solidFill>
                <a:latin typeface="Salesforce Sans"/>
                <a:ea typeface="Salesforce Sans"/>
                <a:cs typeface="Salesforce Sans"/>
                <a:sym typeface="Salesforce Sans"/>
              </a:endParaRPr>
            </a:p>
          </p:txBody>
        </p:sp>
        <p:sp>
          <p:nvSpPr>
            <p:cNvPr id="6805" name="Google Shape;6805;p174"/>
            <p:cNvSpPr txBox="1"/>
            <p:nvPr/>
          </p:nvSpPr>
          <p:spPr>
            <a:xfrm>
              <a:off x="2000372" y="2792202"/>
              <a:ext cx="876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Testing &amp; Validation </a:t>
              </a:r>
              <a:endParaRPr b="1" i="0" sz="800" u="none" cap="none" strike="noStrike">
                <a:solidFill>
                  <a:srgbClr val="086AFE"/>
                </a:solidFill>
                <a:latin typeface="Salesforce Sans"/>
                <a:ea typeface="Salesforce Sans"/>
                <a:cs typeface="Salesforce Sans"/>
                <a:sym typeface="Salesforce Sans"/>
              </a:endParaRPr>
            </a:p>
          </p:txBody>
        </p:sp>
        <p:sp>
          <p:nvSpPr>
            <p:cNvPr id="6806" name="Google Shape;6806;p174"/>
            <p:cNvSpPr txBox="1"/>
            <p:nvPr/>
          </p:nvSpPr>
          <p:spPr>
            <a:xfrm>
              <a:off x="2000372" y="2031501"/>
              <a:ext cx="8766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Design </a:t>
              </a:r>
              <a:endParaRPr b="1" i="0" sz="800" u="none" cap="none" strike="noStrike">
                <a:solidFill>
                  <a:srgbClr val="086AFE"/>
                </a:solidFill>
                <a:latin typeface="Salesforce Sans"/>
                <a:ea typeface="Salesforce Sans"/>
                <a:cs typeface="Salesforce Sans"/>
                <a:sym typeface="Salesforce Sans"/>
              </a:endParaRPr>
            </a:p>
          </p:txBody>
        </p:sp>
        <p:sp>
          <p:nvSpPr>
            <p:cNvPr id="6807" name="Google Shape;6807;p174"/>
            <p:cNvSpPr txBox="1"/>
            <p:nvPr/>
          </p:nvSpPr>
          <p:spPr>
            <a:xfrm>
              <a:off x="2000372" y="9749038"/>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Asset Service Work Order Management</a:t>
              </a:r>
              <a:endParaRPr b="1" i="0" sz="800" u="none" cap="none" strike="noStrike">
                <a:solidFill>
                  <a:srgbClr val="086AFE"/>
                </a:solidFill>
                <a:latin typeface="Salesforce Sans"/>
                <a:ea typeface="Salesforce Sans"/>
                <a:cs typeface="Salesforce Sans"/>
                <a:sym typeface="Salesforce Sans"/>
              </a:endParaRPr>
            </a:p>
          </p:txBody>
        </p:sp>
        <p:sp>
          <p:nvSpPr>
            <p:cNvPr id="6808" name="Google Shape;6808;p174"/>
            <p:cNvSpPr txBox="1"/>
            <p:nvPr/>
          </p:nvSpPr>
          <p:spPr>
            <a:xfrm>
              <a:off x="2000372" y="4634265"/>
              <a:ext cx="841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Hyper-personalized Marketing  Outreach </a:t>
              </a:r>
              <a:endParaRPr b="1" i="0" sz="800" u="none" cap="none" strike="noStrike">
                <a:solidFill>
                  <a:srgbClr val="086AFE"/>
                </a:solidFill>
                <a:latin typeface="Salesforce Sans"/>
                <a:ea typeface="Salesforce Sans"/>
                <a:cs typeface="Salesforce Sans"/>
                <a:sym typeface="Salesforce Sans"/>
              </a:endParaRPr>
            </a:p>
          </p:txBody>
        </p:sp>
        <p:sp>
          <p:nvSpPr>
            <p:cNvPr id="6809" name="Google Shape;6809;p174"/>
            <p:cNvSpPr txBox="1"/>
            <p:nvPr/>
          </p:nvSpPr>
          <p:spPr>
            <a:xfrm>
              <a:off x="2000372" y="6055539"/>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Product Upsell and Cross-Sell</a:t>
              </a:r>
              <a:endParaRPr b="1" i="0" sz="800" u="none" cap="none" strike="noStrike">
                <a:solidFill>
                  <a:srgbClr val="086AFE"/>
                </a:solidFill>
                <a:latin typeface="Salesforce Sans"/>
                <a:ea typeface="Salesforce Sans"/>
                <a:cs typeface="Salesforce Sans"/>
                <a:sym typeface="Salesforce Sans"/>
              </a:endParaRPr>
            </a:p>
          </p:txBody>
        </p:sp>
        <p:sp>
          <p:nvSpPr>
            <p:cNvPr id="6810" name="Google Shape;6810;p174"/>
            <p:cNvSpPr txBox="1"/>
            <p:nvPr/>
          </p:nvSpPr>
          <p:spPr>
            <a:xfrm>
              <a:off x="2000372" y="744882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Rebate</a:t>
              </a:r>
              <a:r>
                <a:rPr b="1" lang="en" sz="800">
                  <a:solidFill>
                    <a:srgbClr val="086AFE"/>
                  </a:solidFill>
                  <a:latin typeface="Salesforce Sans"/>
                  <a:ea typeface="Salesforce Sans"/>
                  <a:cs typeface="Salesforce Sans"/>
                  <a:sym typeface="Salesforce Sans"/>
                </a:rPr>
                <a:t> Management</a:t>
              </a:r>
              <a:endParaRPr b="1" i="0" sz="800" u="none" cap="none" strike="noStrike">
                <a:solidFill>
                  <a:srgbClr val="086AFE"/>
                </a:solidFill>
                <a:latin typeface="Salesforce Sans"/>
                <a:ea typeface="Salesforce Sans"/>
                <a:cs typeface="Salesforce Sans"/>
                <a:sym typeface="Salesforce Sans"/>
              </a:endParaRPr>
            </a:p>
          </p:txBody>
        </p:sp>
        <p:sp>
          <p:nvSpPr>
            <p:cNvPr id="6811" name="Google Shape;6811;p174"/>
            <p:cNvSpPr txBox="1"/>
            <p:nvPr/>
          </p:nvSpPr>
          <p:spPr>
            <a:xfrm>
              <a:off x="2000372" y="400477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Lead Generation &amp; Management </a:t>
              </a:r>
              <a:endParaRPr b="1" i="0" sz="800" u="none" cap="none" strike="noStrike">
                <a:solidFill>
                  <a:srgbClr val="086AFE"/>
                </a:solidFill>
                <a:latin typeface="Salesforce Sans"/>
                <a:ea typeface="Salesforce Sans"/>
                <a:cs typeface="Salesforce Sans"/>
                <a:sym typeface="Salesforce Sans"/>
              </a:endParaRPr>
            </a:p>
          </p:txBody>
        </p:sp>
        <p:sp>
          <p:nvSpPr>
            <p:cNvPr id="6812" name="Google Shape;6812;p174"/>
            <p:cNvSpPr txBox="1"/>
            <p:nvPr/>
          </p:nvSpPr>
          <p:spPr>
            <a:xfrm>
              <a:off x="2000372" y="5274390"/>
              <a:ext cx="841800" cy="41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Sales Agreement Configuration &amp; Mgmt. </a:t>
              </a:r>
              <a:endParaRPr b="1" i="0" sz="800" u="none" cap="none" strike="noStrike">
                <a:solidFill>
                  <a:srgbClr val="086AFE"/>
                </a:solidFill>
                <a:latin typeface="Salesforce Sans"/>
                <a:ea typeface="Salesforce Sans"/>
                <a:cs typeface="Salesforce Sans"/>
                <a:sym typeface="Salesforce Sans"/>
              </a:endParaRPr>
            </a:p>
          </p:txBody>
        </p:sp>
        <p:sp>
          <p:nvSpPr>
            <p:cNvPr id="6813" name="Google Shape;6813;p174"/>
            <p:cNvSpPr txBox="1"/>
            <p:nvPr/>
          </p:nvSpPr>
          <p:spPr>
            <a:xfrm>
              <a:off x="2000372" y="6823579"/>
              <a:ext cx="841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Channel</a:t>
              </a:r>
              <a:r>
                <a:rPr b="1" i="0" lang="en" sz="800" u="none" cap="none" strike="noStrike">
                  <a:solidFill>
                    <a:srgbClr val="086AFE"/>
                  </a:solidFill>
                  <a:latin typeface="Salesforce Sans"/>
                  <a:ea typeface="Salesforce Sans"/>
                  <a:cs typeface="Salesforce Sans"/>
                  <a:sym typeface="Salesforce Sans"/>
                </a:rPr>
                <a:t> /Partner  </a:t>
              </a:r>
              <a:r>
                <a:rPr b="1" lang="en" sz="800">
                  <a:solidFill>
                    <a:srgbClr val="086AFE"/>
                  </a:solidFill>
                  <a:latin typeface="Salesforce Sans"/>
                  <a:ea typeface="Salesforce Sans"/>
                  <a:cs typeface="Salesforce Sans"/>
                  <a:sym typeface="Salesforce Sans"/>
                </a:rPr>
                <a:t>Management</a:t>
              </a:r>
              <a:endParaRPr b="1" i="0" sz="800" u="none" cap="none" strike="noStrike">
                <a:solidFill>
                  <a:srgbClr val="086AFE"/>
                </a:solidFill>
                <a:latin typeface="Salesforce Sans"/>
                <a:ea typeface="Salesforce Sans"/>
                <a:cs typeface="Salesforce Sans"/>
                <a:sym typeface="Salesforce Sans"/>
              </a:endParaRPr>
            </a:p>
          </p:txBody>
        </p:sp>
        <p:sp>
          <p:nvSpPr>
            <p:cNvPr id="6814" name="Google Shape;6814;p174"/>
            <p:cNvSpPr txBox="1"/>
            <p:nvPr/>
          </p:nvSpPr>
          <p:spPr>
            <a:xfrm>
              <a:off x="3342383" y="203199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Product Requirements</a:t>
              </a:r>
              <a:endParaRPr i="0" sz="800" u="none" cap="none" strike="noStrike">
                <a:latin typeface="Salesforce Sans"/>
                <a:ea typeface="Salesforce Sans"/>
                <a:cs typeface="Salesforce Sans"/>
                <a:sym typeface="Salesforce Sans"/>
              </a:endParaRPr>
            </a:p>
          </p:txBody>
        </p:sp>
        <p:sp>
          <p:nvSpPr>
            <p:cNvPr id="6815" name="Google Shape;6815;p174"/>
            <p:cNvSpPr txBox="1"/>
            <p:nvPr/>
          </p:nvSpPr>
          <p:spPr>
            <a:xfrm>
              <a:off x="3342383" y="2180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Cad Co-Pilot</a:t>
              </a:r>
              <a:endParaRPr i="0" sz="800" u="none" cap="none" strike="noStrike">
                <a:latin typeface="Salesforce Sans"/>
                <a:ea typeface="Salesforce Sans"/>
                <a:cs typeface="Salesforce Sans"/>
                <a:sym typeface="Salesforce Sans"/>
              </a:endParaRPr>
            </a:p>
          </p:txBody>
        </p:sp>
        <p:sp>
          <p:nvSpPr>
            <p:cNvPr id="6816" name="Google Shape;6816;p174"/>
            <p:cNvSpPr txBox="1"/>
            <p:nvPr/>
          </p:nvSpPr>
          <p:spPr>
            <a:xfrm>
              <a:off x="3342383" y="23292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Manufacturability</a:t>
              </a:r>
              <a:endParaRPr i="0" sz="800" u="none" cap="none" strike="noStrike">
                <a:latin typeface="Salesforce Sans"/>
                <a:ea typeface="Salesforce Sans"/>
                <a:cs typeface="Salesforce Sans"/>
                <a:sym typeface="Salesforce Sans"/>
              </a:endParaRPr>
            </a:p>
          </p:txBody>
        </p:sp>
        <p:sp>
          <p:nvSpPr>
            <p:cNvPr id="6817" name="Google Shape;6817;p174"/>
            <p:cNvSpPr txBox="1"/>
            <p:nvPr/>
          </p:nvSpPr>
          <p:spPr>
            <a:xfrm>
              <a:off x="3342383" y="278767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Simulation Tester</a:t>
              </a:r>
              <a:endParaRPr i="0" sz="800" u="none" cap="none" strike="noStrike">
                <a:latin typeface="Salesforce Sans"/>
                <a:ea typeface="Salesforce Sans"/>
                <a:cs typeface="Salesforce Sans"/>
                <a:sym typeface="Salesforce Sans"/>
              </a:endParaRPr>
            </a:p>
          </p:txBody>
        </p:sp>
        <p:sp>
          <p:nvSpPr>
            <p:cNvPr id="6818" name="Google Shape;6818;p174"/>
            <p:cNvSpPr txBox="1"/>
            <p:nvPr/>
          </p:nvSpPr>
          <p:spPr>
            <a:xfrm>
              <a:off x="3342382" y="29274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Prototype Validator</a:t>
              </a:r>
              <a:endParaRPr i="0" sz="800" u="none" cap="none" strike="noStrike">
                <a:latin typeface="Salesforce Sans"/>
                <a:ea typeface="Salesforce Sans"/>
                <a:cs typeface="Salesforce Sans"/>
                <a:sym typeface="Salesforce Sans"/>
              </a:endParaRPr>
            </a:p>
          </p:txBody>
        </p:sp>
        <p:sp>
          <p:nvSpPr>
            <p:cNvPr id="6819" name="Google Shape;6819;p174"/>
            <p:cNvSpPr txBox="1"/>
            <p:nvPr/>
          </p:nvSpPr>
          <p:spPr>
            <a:xfrm>
              <a:off x="3342383" y="1387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Innovation Scout</a:t>
              </a:r>
              <a:endParaRPr sz="800">
                <a:latin typeface="Salesforce Sans"/>
                <a:ea typeface="Salesforce Sans"/>
                <a:cs typeface="Salesforce Sans"/>
                <a:sym typeface="Salesforce Sans"/>
              </a:endParaRPr>
            </a:p>
          </p:txBody>
        </p:sp>
        <p:sp>
          <p:nvSpPr>
            <p:cNvPr id="6820" name="Google Shape;6820;p174"/>
            <p:cNvSpPr txBox="1"/>
            <p:nvPr/>
          </p:nvSpPr>
          <p:spPr>
            <a:xfrm>
              <a:off x="3342382" y="1542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Trend Analyzer</a:t>
              </a:r>
              <a:endParaRPr sz="800">
                <a:latin typeface="Salesforce Sans"/>
                <a:ea typeface="Salesforce Sans"/>
                <a:cs typeface="Salesforce Sans"/>
                <a:sym typeface="Salesforce Sans"/>
              </a:endParaRPr>
            </a:p>
          </p:txBody>
        </p:sp>
        <p:sp>
          <p:nvSpPr>
            <p:cNvPr id="6821" name="Google Shape;6821;p174"/>
            <p:cNvSpPr/>
            <p:nvPr/>
          </p:nvSpPr>
          <p:spPr>
            <a:xfrm>
              <a:off x="3206336" y="1560847"/>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22" name="Google Shape;6822;p174"/>
            <p:cNvSpPr txBox="1"/>
            <p:nvPr/>
          </p:nvSpPr>
          <p:spPr>
            <a:xfrm>
              <a:off x="3342383" y="1697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Patent Insights</a:t>
              </a:r>
              <a:endParaRPr sz="800">
                <a:latin typeface="Salesforce Sans"/>
                <a:ea typeface="Salesforce Sans"/>
                <a:cs typeface="Salesforce Sans"/>
                <a:sym typeface="Salesforce Sans"/>
              </a:endParaRPr>
            </a:p>
          </p:txBody>
        </p:sp>
        <p:sp>
          <p:nvSpPr>
            <p:cNvPr id="6823" name="Google Shape;6823;p174"/>
            <p:cNvSpPr txBox="1"/>
            <p:nvPr/>
          </p:nvSpPr>
          <p:spPr>
            <a:xfrm>
              <a:off x="3342382" y="1858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Ideation Prioritizer</a:t>
              </a:r>
              <a:endParaRPr sz="800">
                <a:latin typeface="Salesforce Sans"/>
                <a:ea typeface="Salesforce Sans"/>
                <a:cs typeface="Salesforce Sans"/>
                <a:sym typeface="Salesforce Sans"/>
              </a:endParaRPr>
            </a:p>
          </p:txBody>
        </p:sp>
        <p:sp>
          <p:nvSpPr>
            <p:cNvPr id="6824" name="Google Shape;6824;p174"/>
            <p:cNvSpPr txBox="1"/>
            <p:nvPr/>
          </p:nvSpPr>
          <p:spPr>
            <a:xfrm>
              <a:off x="800611" y="11894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825" name="Google Shape;6825;p174"/>
            <p:cNvSpPr txBox="1"/>
            <p:nvPr/>
          </p:nvSpPr>
          <p:spPr>
            <a:xfrm>
              <a:off x="2000379" y="11894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826" name="Google Shape;6826;p174"/>
            <p:cNvGrpSpPr/>
            <p:nvPr/>
          </p:nvGrpSpPr>
          <p:grpSpPr>
            <a:xfrm>
              <a:off x="820222" y="1412656"/>
              <a:ext cx="952541" cy="449700"/>
              <a:chOff x="5812280" y="1793656"/>
              <a:chExt cx="952541" cy="449700"/>
            </a:xfrm>
          </p:grpSpPr>
          <p:sp>
            <p:nvSpPr>
              <p:cNvPr id="6827" name="Google Shape;6827;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28" name="Google Shape;6828;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Research &amp; Development</a:t>
                </a:r>
                <a:endParaRPr sz="900">
                  <a:solidFill>
                    <a:srgbClr val="FFFFFF"/>
                  </a:solidFill>
                  <a:latin typeface="Avant Garde Demi SFDC"/>
                  <a:ea typeface="Avant Garde Demi SFDC"/>
                  <a:cs typeface="Avant Garde Demi SFDC"/>
                  <a:sym typeface="Avant Garde Demi SFDC"/>
                </a:endParaRPr>
              </a:p>
            </p:txBody>
          </p:sp>
        </p:grpSp>
        <p:sp>
          <p:nvSpPr>
            <p:cNvPr id="6829" name="Google Shape;6829;p174"/>
            <p:cNvSpPr txBox="1"/>
            <p:nvPr/>
          </p:nvSpPr>
          <p:spPr>
            <a:xfrm>
              <a:off x="3344212" y="11894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830" name="Google Shape;6830;p174"/>
            <p:cNvSpPr txBox="1"/>
            <p:nvPr/>
          </p:nvSpPr>
          <p:spPr>
            <a:xfrm>
              <a:off x="2000372" y="1390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 Research &amp; Ideation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831" name="Google Shape;6831;p174"/>
            <p:cNvSpPr txBox="1"/>
            <p:nvPr/>
          </p:nvSpPr>
          <p:spPr>
            <a:xfrm>
              <a:off x="3342383" y="30780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Test Data Analyzer</a:t>
              </a:r>
              <a:endParaRPr i="0" sz="800" u="none" cap="none" strike="noStrike">
                <a:latin typeface="Salesforce Sans"/>
                <a:ea typeface="Salesforce Sans"/>
                <a:cs typeface="Salesforce Sans"/>
                <a:sym typeface="Salesforce Sans"/>
              </a:endParaRPr>
            </a:p>
          </p:txBody>
        </p:sp>
        <p:sp>
          <p:nvSpPr>
            <p:cNvPr id="6832" name="Google Shape;6832;p174"/>
            <p:cNvSpPr txBox="1"/>
            <p:nvPr/>
          </p:nvSpPr>
          <p:spPr>
            <a:xfrm>
              <a:off x="3342383" y="322621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Risk &amp; Standards Checker</a:t>
              </a:r>
              <a:endParaRPr i="0" sz="800" u="none" cap="none" strike="noStrike">
                <a:latin typeface="Salesforce Sans"/>
                <a:ea typeface="Salesforce Sans"/>
                <a:cs typeface="Salesforce Sans"/>
                <a:sym typeface="Salesforce Sans"/>
              </a:endParaRPr>
            </a:p>
          </p:txBody>
        </p:sp>
        <p:sp>
          <p:nvSpPr>
            <p:cNvPr id="6833" name="Google Shape;6833;p174"/>
            <p:cNvSpPr txBox="1"/>
            <p:nvPr/>
          </p:nvSpPr>
          <p:spPr>
            <a:xfrm>
              <a:off x="3342383" y="40072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6834" name="Google Shape;6834;p174"/>
            <p:cNvSpPr txBox="1"/>
            <p:nvPr/>
          </p:nvSpPr>
          <p:spPr>
            <a:xfrm>
              <a:off x="3342383" y="41584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i="0" sz="800" u="none" cap="none" strike="noStrike">
                <a:latin typeface="Salesforce Sans"/>
                <a:ea typeface="Salesforce Sans"/>
                <a:cs typeface="Salesforce Sans"/>
                <a:sym typeface="Salesforce Sans"/>
              </a:endParaRPr>
            </a:p>
          </p:txBody>
        </p:sp>
        <p:sp>
          <p:nvSpPr>
            <p:cNvPr id="6835" name="Google Shape;6835;p174"/>
            <p:cNvSpPr txBox="1"/>
            <p:nvPr/>
          </p:nvSpPr>
          <p:spPr>
            <a:xfrm>
              <a:off x="3342382" y="4298266"/>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 from Opportunity</a:t>
              </a:r>
              <a:endParaRPr sz="800">
                <a:latin typeface="Salesforce Sans"/>
                <a:ea typeface="Salesforce Sans"/>
                <a:cs typeface="Salesforce Sans"/>
                <a:sym typeface="Salesforce Sans"/>
              </a:endParaRPr>
            </a:p>
          </p:txBody>
        </p:sp>
        <p:sp>
          <p:nvSpPr>
            <p:cNvPr id="6836" name="Google Shape;6836;p174"/>
            <p:cNvSpPr/>
            <p:nvPr/>
          </p:nvSpPr>
          <p:spPr>
            <a:xfrm>
              <a:off x="3206336" y="40258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37" name="Google Shape;6837;p174"/>
            <p:cNvSpPr/>
            <p:nvPr/>
          </p:nvSpPr>
          <p:spPr>
            <a:xfrm>
              <a:off x="3206336" y="41770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38" name="Google Shape;6838;p174"/>
            <p:cNvSpPr/>
            <p:nvPr/>
          </p:nvSpPr>
          <p:spPr>
            <a:xfrm>
              <a:off x="3206336" y="4316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39" name="Google Shape;6839;p174"/>
            <p:cNvSpPr/>
            <p:nvPr/>
          </p:nvSpPr>
          <p:spPr>
            <a:xfrm>
              <a:off x="3206336" y="324481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0" name="Google Shape;6840;p174"/>
            <p:cNvSpPr txBox="1"/>
            <p:nvPr/>
          </p:nvSpPr>
          <p:spPr>
            <a:xfrm>
              <a:off x="3342383" y="44488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6841" name="Google Shape;6841;p174"/>
            <p:cNvSpPr/>
            <p:nvPr/>
          </p:nvSpPr>
          <p:spPr>
            <a:xfrm>
              <a:off x="3206336" y="446741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42" name="Google Shape;6842;p174"/>
            <p:cNvSpPr txBox="1"/>
            <p:nvPr/>
          </p:nvSpPr>
          <p:spPr>
            <a:xfrm>
              <a:off x="3342384" y="4634194"/>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843" name="Google Shape;6843;p174"/>
            <p:cNvSpPr txBox="1"/>
            <p:nvPr/>
          </p:nvSpPr>
          <p:spPr>
            <a:xfrm>
              <a:off x="3342377" y="4782802"/>
              <a:ext cx="190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6844" name="Google Shape;6844;p174"/>
            <p:cNvSpPr txBox="1"/>
            <p:nvPr/>
          </p:nvSpPr>
          <p:spPr>
            <a:xfrm>
              <a:off x="3342377" y="4931423"/>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a Campaign from a Brief</a:t>
              </a:r>
              <a:endParaRPr i="0" sz="800" u="none" cap="none" strike="noStrike">
                <a:latin typeface="Salesforce Sans"/>
                <a:ea typeface="Salesforce Sans"/>
                <a:cs typeface="Salesforce Sans"/>
                <a:sym typeface="Salesforce Sans"/>
              </a:endParaRPr>
            </a:p>
          </p:txBody>
        </p:sp>
        <p:sp>
          <p:nvSpPr>
            <p:cNvPr id="6845" name="Google Shape;6845;p174"/>
            <p:cNvSpPr txBox="1"/>
            <p:nvPr/>
          </p:nvSpPr>
          <p:spPr>
            <a:xfrm>
              <a:off x="3342377" y="5082619"/>
              <a:ext cx="2063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p:txBody>
        </p:sp>
        <p:sp>
          <p:nvSpPr>
            <p:cNvPr id="6846" name="Google Shape;6846;p174"/>
            <p:cNvSpPr/>
            <p:nvPr/>
          </p:nvSpPr>
          <p:spPr>
            <a:xfrm>
              <a:off x="3206336" y="48014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7" name="Google Shape;6847;p174"/>
            <p:cNvSpPr/>
            <p:nvPr/>
          </p:nvSpPr>
          <p:spPr>
            <a:xfrm>
              <a:off x="3206336" y="49500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48" name="Google Shape;6848;p174"/>
            <p:cNvSpPr/>
            <p:nvPr/>
          </p:nvSpPr>
          <p:spPr>
            <a:xfrm>
              <a:off x="3206336" y="51012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9" name="Google Shape;6849;p174"/>
            <p:cNvSpPr/>
            <p:nvPr/>
          </p:nvSpPr>
          <p:spPr>
            <a:xfrm>
              <a:off x="3206336" y="46527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0" name="Google Shape;6850;p174"/>
            <p:cNvSpPr txBox="1"/>
            <p:nvPr/>
          </p:nvSpPr>
          <p:spPr>
            <a:xfrm>
              <a:off x="3342376" y="604412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Add-on Products</a:t>
              </a:r>
              <a:endParaRPr i="0" sz="800" u="none" cap="none" strike="noStrike">
                <a:latin typeface="Salesforce Sans"/>
                <a:ea typeface="Salesforce Sans"/>
                <a:cs typeface="Salesforce Sans"/>
                <a:sym typeface="Salesforce Sans"/>
              </a:endParaRPr>
            </a:p>
          </p:txBody>
        </p:sp>
        <p:sp>
          <p:nvSpPr>
            <p:cNvPr id="6851" name="Google Shape;6851;p174"/>
            <p:cNvSpPr txBox="1"/>
            <p:nvPr/>
          </p:nvSpPr>
          <p:spPr>
            <a:xfrm>
              <a:off x="3342376" y="619273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Cross-Sell Products</a:t>
              </a:r>
              <a:endParaRPr i="0" sz="800" u="none" cap="none" strike="noStrike">
                <a:latin typeface="Salesforce Sans"/>
                <a:ea typeface="Salesforce Sans"/>
                <a:cs typeface="Salesforce Sans"/>
                <a:sym typeface="Salesforce Sans"/>
              </a:endParaRPr>
            </a:p>
          </p:txBody>
        </p:sp>
        <p:sp>
          <p:nvSpPr>
            <p:cNvPr id="6852" name="Google Shape;6852;p174"/>
            <p:cNvSpPr txBox="1"/>
            <p:nvPr/>
          </p:nvSpPr>
          <p:spPr>
            <a:xfrm>
              <a:off x="3342375" y="6341350"/>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Upgrade Products</a:t>
              </a:r>
              <a:endParaRPr sz="800">
                <a:latin typeface="Salesforce Sans"/>
                <a:ea typeface="Salesforce Sans"/>
                <a:cs typeface="Salesforce Sans"/>
                <a:sym typeface="Salesforce Sans"/>
              </a:endParaRPr>
            </a:p>
          </p:txBody>
        </p:sp>
        <p:sp>
          <p:nvSpPr>
            <p:cNvPr id="6853" name="Google Shape;6853;p174"/>
            <p:cNvSpPr txBox="1"/>
            <p:nvPr/>
          </p:nvSpPr>
          <p:spPr>
            <a:xfrm>
              <a:off x="3342376" y="649254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Quote</a:t>
              </a:r>
              <a:endParaRPr i="0" sz="800" u="none" cap="none" strike="noStrike">
                <a:latin typeface="Salesforce Sans"/>
                <a:ea typeface="Salesforce Sans"/>
                <a:cs typeface="Salesforce Sans"/>
                <a:sym typeface="Salesforce Sans"/>
              </a:endParaRPr>
            </a:p>
          </p:txBody>
        </p:sp>
        <p:sp>
          <p:nvSpPr>
            <p:cNvPr id="6854" name="Google Shape;6854;p174"/>
            <p:cNvSpPr txBox="1"/>
            <p:nvPr/>
          </p:nvSpPr>
          <p:spPr>
            <a:xfrm>
              <a:off x="3342376" y="663233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Format Product Recommendations</a:t>
              </a:r>
              <a:endParaRPr i="0" sz="800" u="none" cap="none" strike="noStrike">
                <a:latin typeface="Salesforce Sans"/>
                <a:ea typeface="Salesforce Sans"/>
                <a:cs typeface="Salesforce Sans"/>
                <a:sym typeface="Salesforce Sans"/>
              </a:endParaRPr>
            </a:p>
          </p:txBody>
        </p:sp>
        <p:sp>
          <p:nvSpPr>
            <p:cNvPr id="6855" name="Google Shape;6855;p174"/>
            <p:cNvSpPr/>
            <p:nvPr/>
          </p:nvSpPr>
          <p:spPr>
            <a:xfrm>
              <a:off x="3206336" y="62113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6" name="Google Shape;6856;p174"/>
            <p:cNvSpPr/>
            <p:nvPr/>
          </p:nvSpPr>
          <p:spPr>
            <a:xfrm>
              <a:off x="3206336" y="63599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57" name="Google Shape;6857;p174"/>
            <p:cNvSpPr/>
            <p:nvPr/>
          </p:nvSpPr>
          <p:spPr>
            <a:xfrm>
              <a:off x="3206336" y="65111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8" name="Google Shape;6858;p174"/>
            <p:cNvSpPr/>
            <p:nvPr/>
          </p:nvSpPr>
          <p:spPr>
            <a:xfrm>
              <a:off x="3206336" y="66509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9" name="Google Shape;6859;p174"/>
            <p:cNvSpPr/>
            <p:nvPr/>
          </p:nvSpPr>
          <p:spPr>
            <a:xfrm>
              <a:off x="3206336" y="60627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860" name="Google Shape;6860;p174"/>
            <p:cNvGrpSpPr/>
            <p:nvPr/>
          </p:nvGrpSpPr>
          <p:grpSpPr>
            <a:xfrm>
              <a:off x="820222" y="4022796"/>
              <a:ext cx="952541" cy="449700"/>
              <a:chOff x="5812280" y="1793656"/>
              <a:chExt cx="952541" cy="449700"/>
            </a:xfrm>
          </p:grpSpPr>
          <p:sp>
            <p:nvSpPr>
              <p:cNvPr id="6861" name="Google Shape;6861;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62" name="Google Shape;6862;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a:t>
                </a:r>
                <a:endParaRPr sz="900">
                  <a:solidFill>
                    <a:srgbClr val="FFFFFF"/>
                  </a:solidFill>
                  <a:latin typeface="Avant Garde Demi SFDC"/>
                  <a:ea typeface="Avant Garde Demi SFDC"/>
                  <a:cs typeface="Avant Garde Demi SFDC"/>
                  <a:sym typeface="Avant Garde Demi SFDC"/>
                </a:endParaRPr>
              </a:p>
            </p:txBody>
          </p:sp>
        </p:grpSp>
        <p:grpSp>
          <p:nvGrpSpPr>
            <p:cNvPr id="6863" name="Google Shape;6863;p174"/>
            <p:cNvGrpSpPr/>
            <p:nvPr/>
          </p:nvGrpSpPr>
          <p:grpSpPr>
            <a:xfrm>
              <a:off x="820222" y="8394540"/>
              <a:ext cx="952541" cy="449700"/>
              <a:chOff x="5812280" y="1793656"/>
              <a:chExt cx="952541" cy="449700"/>
            </a:xfrm>
          </p:grpSpPr>
          <p:sp>
            <p:nvSpPr>
              <p:cNvPr id="6864" name="Google Shape;6864;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65" name="Google Shape;6865;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Asset Service Lifecycle Management</a:t>
                </a:r>
                <a:endParaRPr sz="900">
                  <a:solidFill>
                    <a:srgbClr val="FFFFFF"/>
                  </a:solidFill>
                  <a:latin typeface="Avant Garde Demi SFDC"/>
                  <a:ea typeface="Avant Garde Demi SFDC"/>
                  <a:cs typeface="Avant Garde Demi SFDC"/>
                  <a:sym typeface="Avant Garde Demi SFDC"/>
                </a:endParaRPr>
              </a:p>
            </p:txBody>
          </p:sp>
        </p:grpSp>
        <p:sp>
          <p:nvSpPr>
            <p:cNvPr id="6866" name="Google Shape;6866;p174"/>
            <p:cNvSpPr txBox="1"/>
            <p:nvPr/>
          </p:nvSpPr>
          <p:spPr>
            <a:xfrm>
              <a:off x="3342382" y="2627147"/>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Design Compliance</a:t>
              </a:r>
              <a:endParaRPr sz="800">
                <a:latin typeface="Salesforce Sans"/>
                <a:ea typeface="Salesforce Sans"/>
                <a:cs typeface="Salesforce Sans"/>
                <a:sym typeface="Salesforce Sans"/>
              </a:endParaRPr>
            </a:p>
          </p:txBody>
        </p:sp>
        <p:sp>
          <p:nvSpPr>
            <p:cNvPr id="6867" name="Google Shape;6867;p174"/>
            <p:cNvSpPr/>
            <p:nvPr/>
          </p:nvSpPr>
          <p:spPr>
            <a:xfrm>
              <a:off x="3206336" y="264559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68" name="Google Shape;6868;p174"/>
            <p:cNvSpPr txBox="1"/>
            <p:nvPr/>
          </p:nvSpPr>
          <p:spPr>
            <a:xfrm>
              <a:off x="3342383" y="247530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Cost Estimator</a:t>
              </a:r>
              <a:endParaRPr i="0" sz="800" u="none" cap="none" strike="noStrike">
                <a:latin typeface="Salesforce Sans"/>
                <a:ea typeface="Salesforce Sans"/>
                <a:cs typeface="Salesforce Sans"/>
                <a:sym typeface="Salesforce Sans"/>
              </a:endParaRPr>
            </a:p>
          </p:txBody>
        </p:sp>
        <p:sp>
          <p:nvSpPr>
            <p:cNvPr id="6869" name="Google Shape;6869;p174"/>
            <p:cNvSpPr txBox="1"/>
            <p:nvPr/>
          </p:nvSpPr>
          <p:spPr>
            <a:xfrm>
              <a:off x="3342383" y="33796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BOM Builder</a:t>
              </a:r>
              <a:endParaRPr i="0" sz="800" u="none" cap="none" strike="noStrike">
                <a:latin typeface="Salesforce Sans"/>
                <a:ea typeface="Salesforce Sans"/>
                <a:cs typeface="Salesforce Sans"/>
                <a:sym typeface="Salesforce Sans"/>
              </a:endParaRPr>
            </a:p>
          </p:txBody>
        </p:sp>
        <p:sp>
          <p:nvSpPr>
            <p:cNvPr id="6870" name="Google Shape;6870;p174"/>
            <p:cNvSpPr txBox="1"/>
            <p:nvPr/>
          </p:nvSpPr>
          <p:spPr>
            <a:xfrm>
              <a:off x="3342383" y="35308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Tooling Setup Planner</a:t>
              </a:r>
              <a:endParaRPr i="0" sz="800" u="none" cap="none" strike="noStrike">
                <a:latin typeface="Salesforce Sans"/>
                <a:ea typeface="Salesforce Sans"/>
                <a:cs typeface="Salesforce Sans"/>
                <a:sym typeface="Salesforce Sans"/>
              </a:endParaRPr>
            </a:p>
          </p:txBody>
        </p:sp>
        <p:sp>
          <p:nvSpPr>
            <p:cNvPr id="6871" name="Google Shape;6871;p174"/>
            <p:cNvSpPr txBox="1"/>
            <p:nvPr/>
          </p:nvSpPr>
          <p:spPr>
            <a:xfrm>
              <a:off x="3342382" y="36706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Process Readiness</a:t>
              </a:r>
              <a:endParaRPr i="0" sz="800" u="none" cap="none" strike="noStrike">
                <a:latin typeface="Salesforce Sans"/>
                <a:ea typeface="Salesforce Sans"/>
                <a:cs typeface="Salesforce Sans"/>
                <a:sym typeface="Salesforce Sans"/>
              </a:endParaRPr>
            </a:p>
          </p:txBody>
        </p:sp>
        <p:sp>
          <p:nvSpPr>
            <p:cNvPr id="6872" name="Google Shape;6872;p174"/>
            <p:cNvSpPr/>
            <p:nvPr/>
          </p:nvSpPr>
          <p:spPr>
            <a:xfrm>
              <a:off x="3206336" y="33982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73" name="Google Shape;6873;p174"/>
            <p:cNvSpPr txBox="1"/>
            <p:nvPr/>
          </p:nvSpPr>
          <p:spPr>
            <a:xfrm>
              <a:off x="3342383" y="38212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Pre-Launch Quality</a:t>
              </a:r>
              <a:endParaRPr i="0" sz="800" u="none" cap="none" strike="noStrike">
                <a:latin typeface="Salesforce Sans"/>
                <a:ea typeface="Salesforce Sans"/>
                <a:cs typeface="Salesforce Sans"/>
                <a:sym typeface="Salesforce Sans"/>
              </a:endParaRPr>
            </a:p>
          </p:txBody>
        </p:sp>
        <p:sp>
          <p:nvSpPr>
            <p:cNvPr id="6874" name="Google Shape;6874;p174"/>
            <p:cNvSpPr txBox="1"/>
            <p:nvPr/>
          </p:nvSpPr>
          <p:spPr>
            <a:xfrm>
              <a:off x="3342374" y="5270897"/>
              <a:ext cx="2964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Sales Agreement Management Performance</a:t>
              </a:r>
              <a:endParaRPr i="0" sz="800" u="none" cap="none" strike="noStrike">
                <a:latin typeface="Salesforce Sans"/>
                <a:ea typeface="Salesforce Sans"/>
                <a:cs typeface="Salesforce Sans"/>
                <a:sym typeface="Salesforce Sans"/>
              </a:endParaRPr>
            </a:p>
          </p:txBody>
        </p:sp>
        <p:sp>
          <p:nvSpPr>
            <p:cNvPr id="6875" name="Google Shape;6875;p174"/>
            <p:cNvSpPr txBox="1"/>
            <p:nvPr/>
          </p:nvSpPr>
          <p:spPr>
            <a:xfrm>
              <a:off x="3342376" y="541949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Visit</a:t>
              </a:r>
              <a:endParaRPr i="0" sz="800" u="none" cap="none" strike="noStrike">
                <a:latin typeface="Salesforce Sans"/>
                <a:ea typeface="Salesforce Sans"/>
                <a:cs typeface="Salesforce Sans"/>
                <a:sym typeface="Salesforce Sans"/>
              </a:endParaRPr>
            </a:p>
          </p:txBody>
        </p:sp>
        <p:sp>
          <p:nvSpPr>
            <p:cNvPr id="6876" name="Google Shape;6876;p174"/>
            <p:cNvSpPr txBox="1"/>
            <p:nvPr/>
          </p:nvSpPr>
          <p:spPr>
            <a:xfrm>
              <a:off x="3342376" y="556809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Attribute Details</a:t>
              </a:r>
              <a:endParaRPr i="0" sz="800" u="none" cap="none" strike="noStrike">
                <a:latin typeface="Salesforce Sans"/>
                <a:ea typeface="Salesforce Sans"/>
                <a:cs typeface="Salesforce Sans"/>
                <a:sym typeface="Salesforce Sans"/>
              </a:endParaRPr>
            </a:p>
          </p:txBody>
        </p:sp>
        <p:sp>
          <p:nvSpPr>
            <p:cNvPr id="6877" name="Google Shape;6877;p174"/>
            <p:cNvSpPr txBox="1"/>
            <p:nvPr/>
          </p:nvSpPr>
          <p:spPr>
            <a:xfrm>
              <a:off x="3342374" y="5719297"/>
              <a:ext cx="3146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Agreement Bulk Update for Sales Agreement Metrics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878" name="Google Shape;6878;p174"/>
            <p:cNvSpPr txBox="1"/>
            <p:nvPr/>
          </p:nvSpPr>
          <p:spPr>
            <a:xfrm>
              <a:off x="3342375" y="5859097"/>
              <a:ext cx="247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 Bulk Update for Sales Agreement Metrics</a:t>
              </a:r>
              <a:endParaRPr i="0" sz="800" u="none" cap="none" strike="noStrike">
                <a:latin typeface="Salesforce Sans"/>
                <a:ea typeface="Salesforce Sans"/>
                <a:cs typeface="Salesforce Sans"/>
                <a:sym typeface="Salesforce Sans"/>
              </a:endParaRPr>
            </a:p>
          </p:txBody>
        </p:sp>
        <p:sp>
          <p:nvSpPr>
            <p:cNvPr id="6879" name="Google Shape;6879;p174"/>
            <p:cNvSpPr/>
            <p:nvPr/>
          </p:nvSpPr>
          <p:spPr>
            <a:xfrm>
              <a:off x="3206336" y="54380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0" name="Google Shape;6880;p174"/>
            <p:cNvSpPr/>
            <p:nvPr/>
          </p:nvSpPr>
          <p:spPr>
            <a:xfrm>
              <a:off x="3206336" y="55867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81" name="Google Shape;6881;p174"/>
            <p:cNvSpPr/>
            <p:nvPr/>
          </p:nvSpPr>
          <p:spPr>
            <a:xfrm>
              <a:off x="3206336" y="573791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2" name="Google Shape;6882;p174"/>
            <p:cNvSpPr/>
            <p:nvPr/>
          </p:nvSpPr>
          <p:spPr>
            <a:xfrm>
              <a:off x="3206336" y="5877701"/>
              <a:ext cx="91200" cy="91200"/>
            </a:xfrm>
            <a:prstGeom prst="ellipse">
              <a:avLst/>
            </a:prstGeom>
            <a:solidFill>
              <a:srgbClr val="17BA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3" name="Google Shape;6883;p174"/>
            <p:cNvSpPr/>
            <p:nvPr/>
          </p:nvSpPr>
          <p:spPr>
            <a:xfrm>
              <a:off x="3206336" y="52894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4" name="Google Shape;6884;p174"/>
            <p:cNvSpPr txBox="1"/>
            <p:nvPr/>
          </p:nvSpPr>
          <p:spPr>
            <a:xfrm>
              <a:off x="3342376" y="83699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or Revise Email</a:t>
              </a:r>
              <a:endParaRPr i="0" sz="800" u="none" cap="none" strike="noStrike">
                <a:latin typeface="Salesforce Sans"/>
                <a:ea typeface="Salesforce Sans"/>
                <a:cs typeface="Salesforce Sans"/>
                <a:sym typeface="Salesforce Sans"/>
              </a:endParaRPr>
            </a:p>
          </p:txBody>
        </p:sp>
        <p:sp>
          <p:nvSpPr>
            <p:cNvPr id="6885" name="Google Shape;6885;p174"/>
            <p:cNvSpPr txBox="1"/>
            <p:nvPr/>
          </p:nvSpPr>
          <p:spPr>
            <a:xfrm>
              <a:off x="3342376" y="851851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Records</a:t>
              </a:r>
              <a:endParaRPr i="0" sz="800" u="none" cap="none" strike="noStrike">
                <a:latin typeface="Salesforce Sans"/>
                <a:ea typeface="Salesforce Sans"/>
                <a:cs typeface="Salesforce Sans"/>
                <a:sym typeface="Salesforce Sans"/>
              </a:endParaRPr>
            </a:p>
          </p:txBody>
        </p:sp>
        <p:sp>
          <p:nvSpPr>
            <p:cNvPr id="6886" name="Google Shape;6886;p174"/>
            <p:cNvSpPr txBox="1"/>
            <p:nvPr/>
          </p:nvSpPr>
          <p:spPr>
            <a:xfrm>
              <a:off x="3342376" y="866712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Record Details</a:t>
              </a:r>
              <a:endParaRPr i="0" sz="800" u="none" cap="none" strike="noStrike">
                <a:latin typeface="Salesforce Sans"/>
                <a:ea typeface="Salesforce Sans"/>
                <a:cs typeface="Salesforce Sans"/>
                <a:sym typeface="Salesforce Sans"/>
              </a:endParaRPr>
            </a:p>
          </p:txBody>
        </p:sp>
        <p:sp>
          <p:nvSpPr>
            <p:cNvPr id="6887" name="Google Shape;6887;p174"/>
            <p:cNvSpPr txBox="1"/>
            <p:nvPr/>
          </p:nvSpPr>
          <p:spPr>
            <a:xfrm>
              <a:off x="3342376" y="881832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Update Record</a:t>
              </a:r>
              <a:endParaRPr i="0" sz="800" u="none" cap="none" strike="noStrike">
                <a:latin typeface="Salesforce Sans"/>
                <a:ea typeface="Salesforce Sans"/>
                <a:cs typeface="Salesforce Sans"/>
                <a:sym typeface="Salesforce Sans"/>
              </a:endParaRPr>
            </a:p>
          </p:txBody>
        </p:sp>
        <p:sp>
          <p:nvSpPr>
            <p:cNvPr id="6888" name="Google Shape;6888;p174"/>
            <p:cNvSpPr txBox="1"/>
            <p:nvPr/>
          </p:nvSpPr>
          <p:spPr>
            <a:xfrm>
              <a:off x="3342376" y="895811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Quote</a:t>
              </a:r>
              <a:endParaRPr i="0" sz="800" u="none" cap="none" strike="noStrike">
                <a:latin typeface="Salesforce Sans"/>
                <a:ea typeface="Salesforce Sans"/>
                <a:cs typeface="Salesforce Sans"/>
                <a:sym typeface="Salesforce Sans"/>
              </a:endParaRPr>
            </a:p>
          </p:txBody>
        </p:sp>
        <p:sp>
          <p:nvSpPr>
            <p:cNvPr id="6889" name="Google Shape;6889;p174"/>
            <p:cNvSpPr/>
            <p:nvPr/>
          </p:nvSpPr>
          <p:spPr>
            <a:xfrm>
              <a:off x="3206336" y="85371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0" name="Google Shape;6890;p174"/>
            <p:cNvSpPr/>
            <p:nvPr/>
          </p:nvSpPr>
          <p:spPr>
            <a:xfrm>
              <a:off x="3206336" y="868572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91" name="Google Shape;6891;p174"/>
            <p:cNvSpPr/>
            <p:nvPr/>
          </p:nvSpPr>
          <p:spPr>
            <a:xfrm>
              <a:off x="3206336" y="88369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2" name="Google Shape;6892;p174"/>
            <p:cNvSpPr/>
            <p:nvPr/>
          </p:nvSpPr>
          <p:spPr>
            <a:xfrm>
              <a:off x="3206336" y="89767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3" name="Google Shape;6893;p174"/>
            <p:cNvSpPr/>
            <p:nvPr/>
          </p:nvSpPr>
          <p:spPr>
            <a:xfrm>
              <a:off x="3206336" y="838850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4" name="Google Shape;6894;p174"/>
            <p:cNvSpPr txBox="1"/>
            <p:nvPr/>
          </p:nvSpPr>
          <p:spPr>
            <a:xfrm>
              <a:off x="3342376" y="910865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Pricebooks</a:t>
              </a:r>
              <a:endParaRPr sz="800">
                <a:latin typeface="Salesforce Sans"/>
                <a:ea typeface="Salesforce Sans"/>
                <a:cs typeface="Salesforce Sans"/>
                <a:sym typeface="Salesforce Sans"/>
              </a:endParaRPr>
            </a:p>
          </p:txBody>
        </p:sp>
        <p:sp>
          <p:nvSpPr>
            <p:cNvPr id="6895" name="Google Shape;6895;p174"/>
            <p:cNvSpPr/>
            <p:nvPr/>
          </p:nvSpPr>
          <p:spPr>
            <a:xfrm>
              <a:off x="3206336" y="91272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96" name="Google Shape;6896;p174"/>
            <p:cNvSpPr txBox="1"/>
            <p:nvPr/>
          </p:nvSpPr>
          <p:spPr>
            <a:xfrm>
              <a:off x="3342382" y="97471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Service Quote</a:t>
              </a:r>
              <a:endParaRPr i="0" sz="800" u="none" cap="none" strike="noStrike">
                <a:latin typeface="Salesforce Sans"/>
                <a:ea typeface="Salesforce Sans"/>
                <a:cs typeface="Salesforce Sans"/>
                <a:sym typeface="Salesforce Sans"/>
              </a:endParaRPr>
            </a:p>
          </p:txBody>
        </p:sp>
        <p:sp>
          <p:nvSpPr>
            <p:cNvPr id="6897" name="Google Shape;6897;p174"/>
            <p:cNvSpPr txBox="1"/>
            <p:nvPr/>
          </p:nvSpPr>
          <p:spPr>
            <a:xfrm>
              <a:off x="3342382" y="9895731"/>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6898" name="Google Shape;6898;p174"/>
            <p:cNvSpPr txBox="1"/>
            <p:nvPr/>
          </p:nvSpPr>
          <p:spPr>
            <a:xfrm>
              <a:off x="3342382" y="10046937"/>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Record</a:t>
              </a:r>
              <a:endParaRPr i="0" sz="800" u="none" cap="none" strike="noStrike">
                <a:latin typeface="Salesforce Sans"/>
                <a:ea typeface="Salesforce Sans"/>
                <a:cs typeface="Salesforce Sans"/>
                <a:sym typeface="Salesforce Sans"/>
              </a:endParaRPr>
            </a:p>
          </p:txBody>
        </p:sp>
        <p:sp>
          <p:nvSpPr>
            <p:cNvPr id="6899" name="Google Shape;6899;p174"/>
            <p:cNvSpPr/>
            <p:nvPr/>
          </p:nvSpPr>
          <p:spPr>
            <a:xfrm>
              <a:off x="3206336" y="97657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0" name="Google Shape;6900;p174"/>
            <p:cNvSpPr/>
            <p:nvPr/>
          </p:nvSpPr>
          <p:spPr>
            <a:xfrm>
              <a:off x="3206336" y="99143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01" name="Google Shape;6901;p174"/>
            <p:cNvSpPr/>
            <p:nvPr/>
          </p:nvSpPr>
          <p:spPr>
            <a:xfrm>
              <a:off x="3206336" y="100655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2" name="Google Shape;6902;p174"/>
            <p:cNvSpPr txBox="1"/>
            <p:nvPr/>
          </p:nvSpPr>
          <p:spPr>
            <a:xfrm>
              <a:off x="3342376" y="92685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Products</a:t>
              </a:r>
              <a:endParaRPr i="0" sz="800" u="none" cap="none" strike="noStrike">
                <a:latin typeface="Salesforce Sans"/>
                <a:ea typeface="Salesforce Sans"/>
                <a:cs typeface="Salesforce Sans"/>
                <a:sym typeface="Salesforce Sans"/>
              </a:endParaRPr>
            </a:p>
          </p:txBody>
        </p:sp>
        <p:sp>
          <p:nvSpPr>
            <p:cNvPr id="6903" name="Google Shape;6903;p174"/>
            <p:cNvSpPr txBox="1"/>
            <p:nvPr/>
          </p:nvSpPr>
          <p:spPr>
            <a:xfrm>
              <a:off x="3342376" y="941971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6904" name="Google Shape;6904;p174"/>
            <p:cNvSpPr txBox="1"/>
            <p:nvPr/>
          </p:nvSpPr>
          <p:spPr>
            <a:xfrm>
              <a:off x="3342382" y="955950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i="0" sz="800" u="none" cap="none" strike="noStrike">
                <a:latin typeface="Salesforce Sans"/>
                <a:ea typeface="Salesforce Sans"/>
                <a:cs typeface="Salesforce Sans"/>
                <a:sym typeface="Salesforce Sans"/>
              </a:endParaRPr>
            </a:p>
          </p:txBody>
        </p:sp>
        <p:sp>
          <p:nvSpPr>
            <p:cNvPr id="6905" name="Google Shape;6905;p174"/>
            <p:cNvSpPr/>
            <p:nvPr/>
          </p:nvSpPr>
          <p:spPr>
            <a:xfrm>
              <a:off x="3206336" y="92871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06" name="Google Shape;6906;p174"/>
            <p:cNvSpPr/>
            <p:nvPr/>
          </p:nvSpPr>
          <p:spPr>
            <a:xfrm>
              <a:off x="3206336" y="94383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7" name="Google Shape;6907;p174"/>
            <p:cNvSpPr/>
            <p:nvPr/>
          </p:nvSpPr>
          <p:spPr>
            <a:xfrm>
              <a:off x="3206336" y="95781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8" name="Google Shape;6908;p174"/>
            <p:cNvSpPr txBox="1"/>
            <p:nvPr/>
          </p:nvSpPr>
          <p:spPr>
            <a:xfrm>
              <a:off x="3342376" y="68213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Products and Parts</a:t>
              </a:r>
              <a:endParaRPr i="0" sz="800" u="none" cap="none" strike="noStrike">
                <a:latin typeface="Salesforce Sans"/>
                <a:ea typeface="Salesforce Sans"/>
                <a:cs typeface="Salesforce Sans"/>
                <a:sym typeface="Salesforce Sans"/>
              </a:endParaRPr>
            </a:p>
          </p:txBody>
        </p:sp>
        <p:sp>
          <p:nvSpPr>
            <p:cNvPr id="6909" name="Google Shape;6909;p174"/>
            <p:cNvSpPr txBox="1"/>
            <p:nvPr/>
          </p:nvSpPr>
          <p:spPr>
            <a:xfrm>
              <a:off x="3342375" y="69699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Dealers for Products</a:t>
              </a:r>
              <a:endParaRPr sz="800">
                <a:latin typeface="Salesforce Sans"/>
                <a:ea typeface="Salesforce Sans"/>
                <a:cs typeface="Salesforce Sans"/>
                <a:sym typeface="Salesforce Sans"/>
              </a:endParaRPr>
            </a:p>
          </p:txBody>
        </p:sp>
        <p:sp>
          <p:nvSpPr>
            <p:cNvPr id="6910" name="Google Shape;6910;p174"/>
            <p:cNvSpPr txBox="1"/>
            <p:nvPr/>
          </p:nvSpPr>
          <p:spPr>
            <a:xfrm>
              <a:off x="3342374" y="71211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 with Products and Preferred Seller</a:t>
              </a:r>
              <a:endParaRPr i="0" sz="800" u="none" cap="none" strike="noStrike">
                <a:latin typeface="Salesforce Sans"/>
                <a:ea typeface="Salesforce Sans"/>
                <a:cs typeface="Salesforce Sans"/>
                <a:sym typeface="Salesforce Sans"/>
              </a:endParaRPr>
            </a:p>
          </p:txBody>
        </p:sp>
        <p:sp>
          <p:nvSpPr>
            <p:cNvPr id="6911" name="Google Shape;6911;p174"/>
            <p:cNvSpPr txBox="1"/>
            <p:nvPr/>
          </p:nvSpPr>
          <p:spPr>
            <a:xfrm>
              <a:off x="3342376" y="7260946"/>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Create Asset Appraisal</a:t>
              </a:r>
              <a:endParaRPr i="0" sz="800" u="none" cap="none" strike="noStrike">
                <a:latin typeface="Salesforce Sans"/>
                <a:ea typeface="Salesforce Sans"/>
                <a:cs typeface="Salesforce Sans"/>
                <a:sym typeface="Salesforce Sans"/>
              </a:endParaRPr>
            </a:p>
          </p:txBody>
        </p:sp>
        <p:sp>
          <p:nvSpPr>
            <p:cNvPr id="6912" name="Google Shape;6912;p174"/>
            <p:cNvSpPr/>
            <p:nvPr/>
          </p:nvSpPr>
          <p:spPr>
            <a:xfrm>
              <a:off x="3206336" y="683994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3" name="Google Shape;6913;p174"/>
            <p:cNvSpPr/>
            <p:nvPr/>
          </p:nvSpPr>
          <p:spPr>
            <a:xfrm>
              <a:off x="3206336" y="698855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14" name="Google Shape;6914;p174"/>
            <p:cNvSpPr/>
            <p:nvPr/>
          </p:nvSpPr>
          <p:spPr>
            <a:xfrm>
              <a:off x="3206336" y="7139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5" name="Google Shape;6915;p174"/>
            <p:cNvSpPr/>
            <p:nvPr/>
          </p:nvSpPr>
          <p:spPr>
            <a:xfrm>
              <a:off x="3206336" y="72795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6" name="Google Shape;6916;p174"/>
            <p:cNvSpPr txBox="1"/>
            <p:nvPr/>
          </p:nvSpPr>
          <p:spPr>
            <a:xfrm>
              <a:off x="3342376" y="74463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Payouts Periods for Member</a:t>
              </a:r>
              <a:endParaRPr i="0" sz="800" u="none" cap="none" strike="noStrike">
                <a:latin typeface="Salesforce Sans"/>
                <a:ea typeface="Salesforce Sans"/>
                <a:cs typeface="Salesforce Sans"/>
                <a:sym typeface="Salesforce Sans"/>
              </a:endParaRPr>
            </a:p>
          </p:txBody>
        </p:sp>
        <p:sp>
          <p:nvSpPr>
            <p:cNvPr id="6917" name="Google Shape;6917;p174"/>
            <p:cNvSpPr txBox="1"/>
            <p:nvPr/>
          </p:nvSpPr>
          <p:spPr>
            <a:xfrm>
              <a:off x="3342375" y="7594981"/>
              <a:ext cx="26583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Program Member Summary per Payout Period</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18" name="Google Shape;6918;p174"/>
            <p:cNvSpPr txBox="1"/>
            <p:nvPr/>
          </p:nvSpPr>
          <p:spPr>
            <a:xfrm>
              <a:off x="3342375" y="774360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Rebate Tpe Payout Sources for Member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19" name="Google Shape;6919;p174"/>
            <p:cNvSpPr txBox="1"/>
            <p:nvPr/>
          </p:nvSpPr>
          <p:spPr>
            <a:xfrm>
              <a:off x="3342375" y="7894806"/>
              <a:ext cx="2740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Type Payout Source Summary</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20" name="Google Shape;6920;p174"/>
            <p:cNvSpPr txBox="1"/>
            <p:nvPr/>
          </p:nvSpPr>
          <p:spPr>
            <a:xfrm>
              <a:off x="3342376" y="8034587"/>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Aggregate Sources for Member</a:t>
              </a:r>
              <a:endParaRPr i="0" sz="800" u="none" cap="none" strike="noStrike">
                <a:latin typeface="Salesforce Sans"/>
                <a:ea typeface="Salesforce Sans"/>
                <a:cs typeface="Salesforce Sans"/>
                <a:sym typeface="Salesforce Sans"/>
              </a:endParaRPr>
            </a:p>
          </p:txBody>
        </p:sp>
        <p:sp>
          <p:nvSpPr>
            <p:cNvPr id="6921" name="Google Shape;6921;p174"/>
            <p:cNvSpPr/>
            <p:nvPr/>
          </p:nvSpPr>
          <p:spPr>
            <a:xfrm>
              <a:off x="3206336" y="76135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2" name="Google Shape;6922;p174"/>
            <p:cNvSpPr/>
            <p:nvPr/>
          </p:nvSpPr>
          <p:spPr>
            <a:xfrm>
              <a:off x="3206336" y="77621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23" name="Google Shape;6923;p174"/>
            <p:cNvSpPr/>
            <p:nvPr/>
          </p:nvSpPr>
          <p:spPr>
            <a:xfrm>
              <a:off x="3206336" y="791340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4" name="Google Shape;6924;p174"/>
            <p:cNvSpPr/>
            <p:nvPr/>
          </p:nvSpPr>
          <p:spPr>
            <a:xfrm>
              <a:off x="3206336" y="80531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5" name="Google Shape;6925;p174"/>
            <p:cNvSpPr/>
            <p:nvPr/>
          </p:nvSpPr>
          <p:spPr>
            <a:xfrm>
              <a:off x="3206336" y="74649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6" name="Google Shape;6926;p174"/>
            <p:cNvSpPr txBox="1"/>
            <p:nvPr/>
          </p:nvSpPr>
          <p:spPr>
            <a:xfrm>
              <a:off x="3342376" y="818512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Aggregate Summary</a:t>
              </a:r>
              <a:endParaRPr sz="800">
                <a:latin typeface="Salesforce Sans"/>
                <a:ea typeface="Salesforce Sans"/>
                <a:cs typeface="Salesforce Sans"/>
                <a:sym typeface="Salesforce Sans"/>
              </a:endParaRPr>
            </a:p>
          </p:txBody>
        </p:sp>
        <p:sp>
          <p:nvSpPr>
            <p:cNvPr id="6927" name="Google Shape;6927;p174"/>
            <p:cNvSpPr/>
            <p:nvPr/>
          </p:nvSpPr>
          <p:spPr>
            <a:xfrm>
              <a:off x="3206336" y="820374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grpSp>
        <p:nvGrpSpPr>
          <p:cNvPr id="6928" name="Google Shape;6928;p174"/>
          <p:cNvGrpSpPr/>
          <p:nvPr/>
        </p:nvGrpSpPr>
        <p:grpSpPr>
          <a:xfrm>
            <a:off x="7008236" y="1113234"/>
            <a:ext cx="5884964" cy="9158403"/>
            <a:chOff x="6814436" y="1418034"/>
            <a:chExt cx="5884964" cy="9158403"/>
          </a:xfrm>
        </p:grpSpPr>
        <p:sp>
          <p:nvSpPr>
            <p:cNvPr id="6929" name="Google Shape;6929;p174"/>
            <p:cNvSpPr txBox="1"/>
            <p:nvPr/>
          </p:nvSpPr>
          <p:spPr>
            <a:xfrm>
              <a:off x="8014197" y="410943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Sales, Inventory &amp; Operations Planning (SIOP)</a:t>
              </a:r>
              <a:endParaRPr b="1" i="0" sz="900" u="none" cap="none" strike="noStrike">
                <a:solidFill>
                  <a:srgbClr val="086AFE"/>
                </a:solidFill>
                <a:latin typeface="Salesforce Sans"/>
                <a:ea typeface="Salesforce Sans"/>
                <a:cs typeface="Salesforce Sans"/>
                <a:sym typeface="Salesforce Sans"/>
              </a:endParaRPr>
            </a:p>
          </p:txBody>
        </p:sp>
        <p:sp>
          <p:nvSpPr>
            <p:cNvPr id="6930" name="Google Shape;6930;p174"/>
            <p:cNvSpPr txBox="1"/>
            <p:nvPr/>
          </p:nvSpPr>
          <p:spPr>
            <a:xfrm>
              <a:off x="8014197" y="4896735"/>
              <a:ext cx="8766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Returns, Warranty &amp; Payment Processing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6931" name="Google Shape;6931;p174"/>
            <p:cNvSpPr txBox="1"/>
            <p:nvPr/>
          </p:nvSpPr>
          <p:spPr>
            <a:xfrm>
              <a:off x="8014197" y="5544395"/>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Performance &amp; Compliance </a:t>
              </a:r>
              <a:endParaRPr b="1" i="0" sz="900" u="none" cap="none" strike="noStrike">
                <a:solidFill>
                  <a:srgbClr val="086AFE"/>
                </a:solidFill>
                <a:latin typeface="Salesforce Sans"/>
                <a:ea typeface="Salesforce Sans"/>
                <a:cs typeface="Salesforce Sans"/>
                <a:sym typeface="Salesforce Sans"/>
              </a:endParaRPr>
            </a:p>
          </p:txBody>
        </p:sp>
        <p:sp>
          <p:nvSpPr>
            <p:cNvPr id="6932" name="Google Shape;6932;p174"/>
            <p:cNvSpPr txBox="1"/>
            <p:nvPr/>
          </p:nvSpPr>
          <p:spPr>
            <a:xfrm>
              <a:off x="8014197" y="68421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Contract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Mgmt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6933" name="Google Shape;6933;p174"/>
            <p:cNvSpPr txBox="1"/>
            <p:nvPr/>
          </p:nvSpPr>
          <p:spPr>
            <a:xfrm>
              <a:off x="8014197" y="73529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Inventory &amp; Shelf Life Management </a:t>
              </a:r>
              <a:endParaRPr b="1" i="0" sz="900" u="none" cap="none" strike="noStrike">
                <a:solidFill>
                  <a:srgbClr val="086AFE"/>
                </a:solidFill>
                <a:latin typeface="Salesforce Sans"/>
                <a:ea typeface="Salesforce Sans"/>
                <a:cs typeface="Salesforce Sans"/>
                <a:sym typeface="Salesforce Sans"/>
              </a:endParaRPr>
            </a:p>
          </p:txBody>
        </p:sp>
        <p:sp>
          <p:nvSpPr>
            <p:cNvPr id="6934" name="Google Shape;6934;p174"/>
            <p:cNvSpPr txBox="1"/>
            <p:nvPr/>
          </p:nvSpPr>
          <p:spPr>
            <a:xfrm>
              <a:off x="8014197" y="6340916"/>
              <a:ext cx="876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Invoice Reconciliation </a:t>
              </a:r>
              <a:endParaRPr b="1" i="0" sz="900" u="none" cap="none" strike="noStrike">
                <a:solidFill>
                  <a:srgbClr val="086AFE"/>
                </a:solidFill>
                <a:latin typeface="Salesforce Sans"/>
                <a:ea typeface="Salesforce Sans"/>
                <a:cs typeface="Salesforce Sans"/>
                <a:sym typeface="Salesforce Sans"/>
              </a:endParaRPr>
            </a:p>
          </p:txBody>
        </p:sp>
        <p:sp>
          <p:nvSpPr>
            <p:cNvPr id="6935" name="Google Shape;6935;p174"/>
            <p:cNvSpPr txBox="1"/>
            <p:nvPr/>
          </p:nvSpPr>
          <p:spPr>
            <a:xfrm>
              <a:off x="8014197" y="330172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Selection &amp; Onboarding </a:t>
              </a:r>
              <a:endParaRPr b="1" i="0" sz="900" u="none" cap="none" strike="noStrike">
                <a:solidFill>
                  <a:srgbClr val="086AFE"/>
                </a:solidFill>
                <a:latin typeface="Salesforce Sans"/>
                <a:ea typeface="Salesforce Sans"/>
                <a:cs typeface="Salesforce Sans"/>
                <a:sym typeface="Salesforce Sans"/>
              </a:endParaRPr>
            </a:p>
          </p:txBody>
        </p:sp>
        <p:sp>
          <p:nvSpPr>
            <p:cNvPr id="6936" name="Google Shape;6936;p174"/>
            <p:cNvSpPr txBox="1"/>
            <p:nvPr/>
          </p:nvSpPr>
          <p:spPr>
            <a:xfrm>
              <a:off x="8014197" y="8382361"/>
              <a:ext cx="8766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support </a:t>
              </a:r>
              <a:endParaRPr b="1" i="0" sz="900" u="none" cap="none" strike="noStrike">
                <a:solidFill>
                  <a:srgbClr val="086AFE"/>
                </a:solidFill>
                <a:latin typeface="Salesforce Sans"/>
                <a:ea typeface="Salesforce Sans"/>
                <a:cs typeface="Salesforce Sans"/>
                <a:sym typeface="Salesforce Sans"/>
              </a:endParaRPr>
            </a:p>
          </p:txBody>
        </p:sp>
        <p:sp>
          <p:nvSpPr>
            <p:cNvPr id="6937" name="Google Shape;6937;p174"/>
            <p:cNvSpPr txBox="1"/>
            <p:nvPr/>
          </p:nvSpPr>
          <p:spPr>
            <a:xfrm>
              <a:off x="8014197" y="2625173"/>
              <a:ext cx="815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Performance </a:t>
              </a:r>
              <a:endParaRPr b="1" i="0" sz="900" u="none" cap="none" strike="noStrike">
                <a:solidFill>
                  <a:srgbClr val="086AFE"/>
                </a:solidFill>
                <a:latin typeface="Salesforce Sans"/>
                <a:ea typeface="Salesforce Sans"/>
                <a:cs typeface="Salesforce Sans"/>
                <a:sym typeface="Salesforce Sans"/>
              </a:endParaRPr>
            </a:p>
          </p:txBody>
        </p:sp>
        <p:sp>
          <p:nvSpPr>
            <p:cNvPr id="6938" name="Google Shape;6938;p174"/>
            <p:cNvSpPr txBox="1"/>
            <p:nvPr/>
          </p:nvSpPr>
          <p:spPr>
            <a:xfrm>
              <a:off x="8014197" y="1977186"/>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Quality &amp; Testing Agent</a:t>
              </a:r>
              <a:endParaRPr b="1" i="0" sz="900" u="none" cap="none" strike="noStrike">
                <a:solidFill>
                  <a:srgbClr val="086AFE"/>
                </a:solidFill>
                <a:latin typeface="Salesforce Sans"/>
                <a:ea typeface="Salesforce Sans"/>
                <a:cs typeface="Salesforce Sans"/>
                <a:sym typeface="Salesforce Sans"/>
              </a:endParaRPr>
            </a:p>
          </p:txBody>
        </p:sp>
        <p:sp>
          <p:nvSpPr>
            <p:cNvPr id="6939" name="Google Shape;6939;p174"/>
            <p:cNvSpPr txBox="1"/>
            <p:nvPr/>
          </p:nvSpPr>
          <p:spPr>
            <a:xfrm>
              <a:off x="8014197" y="2972651"/>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a:t>
              </a:r>
              <a:endParaRPr b="1" i="0" sz="900" u="none" cap="none" strike="noStrike">
                <a:solidFill>
                  <a:srgbClr val="086AFE"/>
                </a:solidFill>
                <a:latin typeface="Salesforce Sans"/>
                <a:ea typeface="Salesforce Sans"/>
                <a:cs typeface="Salesforce Sans"/>
                <a:sym typeface="Salesforce Sans"/>
              </a:endParaRPr>
            </a:p>
          </p:txBody>
        </p:sp>
        <p:sp>
          <p:nvSpPr>
            <p:cNvPr id="6940" name="Google Shape;6940;p174"/>
            <p:cNvSpPr txBox="1"/>
            <p:nvPr/>
          </p:nvSpPr>
          <p:spPr>
            <a:xfrm>
              <a:off x="8014197" y="8946738"/>
              <a:ext cx="815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Planning </a:t>
              </a:r>
              <a:endParaRPr b="1" i="0" sz="900" u="none" cap="none" strike="noStrike">
                <a:solidFill>
                  <a:srgbClr val="086AFE"/>
                </a:solidFill>
                <a:latin typeface="Salesforce Sans"/>
                <a:ea typeface="Salesforce Sans"/>
                <a:cs typeface="Salesforce Sans"/>
                <a:sym typeface="Salesforce Sans"/>
              </a:endParaRPr>
            </a:p>
          </p:txBody>
        </p:sp>
        <p:sp>
          <p:nvSpPr>
            <p:cNvPr id="6941" name="Google Shape;6941;p174"/>
            <p:cNvSpPr txBox="1"/>
            <p:nvPr/>
          </p:nvSpPr>
          <p:spPr>
            <a:xfrm>
              <a:off x="8014197" y="9718968"/>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Support &amp; Excellence </a:t>
              </a:r>
              <a:endParaRPr b="1" i="0" sz="900" u="none" cap="none" strike="noStrike">
                <a:solidFill>
                  <a:srgbClr val="086AFE"/>
                </a:solidFill>
                <a:latin typeface="Salesforce Sans"/>
                <a:ea typeface="Salesforce Sans"/>
                <a:cs typeface="Salesforce Sans"/>
                <a:sym typeface="Salesforce Sans"/>
              </a:endParaRPr>
            </a:p>
          </p:txBody>
        </p:sp>
        <p:sp>
          <p:nvSpPr>
            <p:cNvPr id="6942" name="Google Shape;6942;p174"/>
            <p:cNvSpPr txBox="1"/>
            <p:nvPr/>
          </p:nvSpPr>
          <p:spPr>
            <a:xfrm>
              <a:off x="9356208" y="1615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Work Order</a:t>
              </a:r>
              <a:endParaRPr sz="800">
                <a:latin typeface="Salesforce Sans"/>
                <a:ea typeface="Salesforce Sans"/>
                <a:cs typeface="Salesforce Sans"/>
                <a:sym typeface="Salesforce Sans"/>
              </a:endParaRPr>
            </a:p>
          </p:txBody>
        </p:sp>
        <p:sp>
          <p:nvSpPr>
            <p:cNvPr id="6943" name="Google Shape;6943;p174"/>
            <p:cNvSpPr txBox="1"/>
            <p:nvPr/>
          </p:nvSpPr>
          <p:spPr>
            <a:xfrm>
              <a:off x="9356195" y="1771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a:latin typeface="Salesforce Sans"/>
                <a:ea typeface="Salesforce Sans"/>
                <a:cs typeface="Salesforce Sans"/>
                <a:sym typeface="Salesforce Sans"/>
              </a:endParaRPr>
            </a:p>
          </p:txBody>
        </p:sp>
        <p:sp>
          <p:nvSpPr>
            <p:cNvPr id="6944" name="Google Shape;6944;p174"/>
            <p:cNvSpPr/>
            <p:nvPr/>
          </p:nvSpPr>
          <p:spPr>
            <a:xfrm>
              <a:off x="9220161" y="1789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45" name="Google Shape;6945;p174"/>
            <p:cNvSpPr txBox="1"/>
            <p:nvPr/>
          </p:nvSpPr>
          <p:spPr>
            <a:xfrm>
              <a:off x="6814436" y="1418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946" name="Google Shape;6946;p174"/>
            <p:cNvSpPr txBox="1"/>
            <p:nvPr/>
          </p:nvSpPr>
          <p:spPr>
            <a:xfrm>
              <a:off x="8014204" y="1418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947" name="Google Shape;6947;p174"/>
            <p:cNvGrpSpPr/>
            <p:nvPr/>
          </p:nvGrpSpPr>
          <p:grpSpPr>
            <a:xfrm>
              <a:off x="6834047" y="1641256"/>
              <a:ext cx="952541" cy="449700"/>
              <a:chOff x="5812280" y="1793656"/>
              <a:chExt cx="952541" cy="449700"/>
            </a:xfrm>
          </p:grpSpPr>
          <p:sp>
            <p:nvSpPr>
              <p:cNvPr id="6948" name="Google Shape;6948;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49" name="Google Shape;6949;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Plant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6950" name="Google Shape;6950;p174"/>
            <p:cNvSpPr txBox="1"/>
            <p:nvPr/>
          </p:nvSpPr>
          <p:spPr>
            <a:xfrm>
              <a:off x="9358037" y="1418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951" name="Google Shape;6951;p174"/>
            <p:cNvSpPr txBox="1"/>
            <p:nvPr/>
          </p:nvSpPr>
          <p:spPr>
            <a:xfrm>
              <a:off x="8014197" y="161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Internal Asset Management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952" name="Google Shape;6952;p174"/>
            <p:cNvSpPr txBox="1"/>
            <p:nvPr/>
          </p:nvSpPr>
          <p:spPr>
            <a:xfrm>
              <a:off x="9356201" y="55417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 Assessment</a:t>
              </a:r>
              <a:endParaRPr i="0" sz="800" u="none" cap="none" strike="noStrike">
                <a:latin typeface="Salesforce Sans"/>
                <a:ea typeface="Salesforce Sans"/>
                <a:cs typeface="Salesforce Sans"/>
                <a:sym typeface="Salesforce Sans"/>
              </a:endParaRPr>
            </a:p>
          </p:txBody>
        </p:sp>
        <p:sp>
          <p:nvSpPr>
            <p:cNvPr id="6953" name="Google Shape;6953;p174"/>
            <p:cNvSpPr txBox="1"/>
            <p:nvPr/>
          </p:nvSpPr>
          <p:spPr>
            <a:xfrm>
              <a:off x="9356201" y="56903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Scorecard</a:t>
              </a:r>
              <a:endParaRPr i="0" sz="800" u="none" cap="none" strike="noStrike">
                <a:latin typeface="Salesforce Sans"/>
                <a:ea typeface="Salesforce Sans"/>
                <a:cs typeface="Salesforce Sans"/>
                <a:sym typeface="Salesforce Sans"/>
              </a:endParaRPr>
            </a:p>
          </p:txBody>
        </p:sp>
        <p:sp>
          <p:nvSpPr>
            <p:cNvPr id="6954" name="Google Shape;6954;p174"/>
            <p:cNvSpPr txBox="1"/>
            <p:nvPr/>
          </p:nvSpPr>
          <p:spPr>
            <a:xfrm>
              <a:off x="9356200" y="58389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Corrective Action</a:t>
              </a:r>
              <a:endParaRPr sz="800">
                <a:latin typeface="Salesforce Sans"/>
                <a:ea typeface="Salesforce Sans"/>
                <a:cs typeface="Salesforce Sans"/>
                <a:sym typeface="Salesforce Sans"/>
              </a:endParaRPr>
            </a:p>
          </p:txBody>
        </p:sp>
        <p:sp>
          <p:nvSpPr>
            <p:cNvPr id="6955" name="Google Shape;6955;p174"/>
            <p:cNvSpPr txBox="1"/>
            <p:nvPr/>
          </p:nvSpPr>
          <p:spPr>
            <a:xfrm>
              <a:off x="9356201" y="59901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a:t>
              </a:r>
              <a:endParaRPr i="0" sz="800" u="none" cap="none" strike="noStrike">
                <a:latin typeface="Salesforce Sans"/>
                <a:ea typeface="Salesforce Sans"/>
                <a:cs typeface="Salesforce Sans"/>
                <a:sym typeface="Salesforce Sans"/>
              </a:endParaRPr>
            </a:p>
          </p:txBody>
        </p:sp>
        <p:sp>
          <p:nvSpPr>
            <p:cNvPr id="6956" name="Google Shape;6956;p174"/>
            <p:cNvSpPr txBox="1"/>
            <p:nvPr/>
          </p:nvSpPr>
          <p:spPr>
            <a:xfrm>
              <a:off x="9356201" y="61299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Financial Reconciliation</a:t>
              </a:r>
              <a:endParaRPr i="0" sz="800" u="none" cap="none" strike="noStrike">
                <a:latin typeface="Salesforce Sans"/>
                <a:ea typeface="Salesforce Sans"/>
                <a:cs typeface="Salesforce Sans"/>
                <a:sym typeface="Salesforce Sans"/>
              </a:endParaRPr>
            </a:p>
          </p:txBody>
        </p:sp>
        <p:sp>
          <p:nvSpPr>
            <p:cNvPr id="6957" name="Google Shape;6957;p174"/>
            <p:cNvSpPr/>
            <p:nvPr/>
          </p:nvSpPr>
          <p:spPr>
            <a:xfrm>
              <a:off x="9220161" y="57089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58" name="Google Shape;6958;p174"/>
            <p:cNvSpPr/>
            <p:nvPr/>
          </p:nvSpPr>
          <p:spPr>
            <a:xfrm>
              <a:off x="9220161" y="58575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59" name="Google Shape;6959;p174"/>
            <p:cNvSpPr/>
            <p:nvPr/>
          </p:nvSpPr>
          <p:spPr>
            <a:xfrm>
              <a:off x="9220161" y="60087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60" name="Google Shape;6960;p174"/>
            <p:cNvSpPr/>
            <p:nvPr/>
          </p:nvSpPr>
          <p:spPr>
            <a:xfrm>
              <a:off x="9220161" y="61485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61" name="Google Shape;6961;p174"/>
            <p:cNvSpPr/>
            <p:nvPr/>
          </p:nvSpPr>
          <p:spPr>
            <a:xfrm>
              <a:off x="9220161" y="55603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962" name="Google Shape;6962;p174"/>
            <p:cNvGrpSpPr/>
            <p:nvPr/>
          </p:nvGrpSpPr>
          <p:grpSpPr>
            <a:xfrm>
              <a:off x="6834047" y="3337659"/>
              <a:ext cx="952541" cy="449700"/>
              <a:chOff x="5812280" y="1793656"/>
              <a:chExt cx="952541" cy="449700"/>
            </a:xfrm>
          </p:grpSpPr>
          <p:sp>
            <p:nvSpPr>
              <p:cNvPr id="6963" name="Google Shape;6963;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64" name="Google Shape;6964;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grpSp>
          <p:nvGrpSpPr>
            <p:cNvPr id="6965" name="Google Shape;6965;p174"/>
            <p:cNvGrpSpPr/>
            <p:nvPr/>
          </p:nvGrpSpPr>
          <p:grpSpPr>
            <a:xfrm>
              <a:off x="6834047" y="8972002"/>
              <a:ext cx="952541" cy="449700"/>
              <a:chOff x="5812280" y="1793656"/>
              <a:chExt cx="952541" cy="449700"/>
            </a:xfrm>
          </p:grpSpPr>
          <p:sp>
            <p:nvSpPr>
              <p:cNvPr id="6966" name="Google Shape;6966;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67" name="Google Shape;6967;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6968" name="Google Shape;6968;p174"/>
            <p:cNvSpPr txBox="1"/>
            <p:nvPr/>
          </p:nvSpPr>
          <p:spPr>
            <a:xfrm>
              <a:off x="9356201" y="89491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6969" name="Google Shape;6969;p174"/>
            <p:cNvSpPr txBox="1"/>
            <p:nvPr/>
          </p:nvSpPr>
          <p:spPr>
            <a:xfrm>
              <a:off x="9356201" y="909776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6970" name="Google Shape;6970;p174"/>
            <p:cNvSpPr txBox="1"/>
            <p:nvPr/>
          </p:nvSpPr>
          <p:spPr>
            <a:xfrm>
              <a:off x="9356201" y="9246373"/>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Field Service Scheduling</a:t>
              </a:r>
              <a:endParaRPr i="0" sz="800" u="none" cap="none" strike="noStrike">
                <a:latin typeface="Salesforce Sans"/>
                <a:ea typeface="Salesforce Sans"/>
                <a:cs typeface="Salesforce Sans"/>
                <a:sym typeface="Salesforce Sans"/>
              </a:endParaRPr>
            </a:p>
          </p:txBody>
        </p:sp>
        <p:sp>
          <p:nvSpPr>
            <p:cNvPr id="6971" name="Google Shape;6971;p174"/>
            <p:cNvSpPr txBox="1"/>
            <p:nvPr/>
          </p:nvSpPr>
          <p:spPr>
            <a:xfrm>
              <a:off x="9356201" y="939757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Inventory</a:t>
              </a:r>
              <a:endParaRPr i="0" sz="800" u="none" cap="none" strike="noStrike">
                <a:latin typeface="Salesforce Sans"/>
                <a:ea typeface="Salesforce Sans"/>
                <a:cs typeface="Salesforce Sans"/>
                <a:sym typeface="Salesforce Sans"/>
              </a:endParaRPr>
            </a:p>
          </p:txBody>
        </p:sp>
        <p:sp>
          <p:nvSpPr>
            <p:cNvPr id="6972" name="Google Shape;6972;p174"/>
            <p:cNvSpPr txBox="1"/>
            <p:nvPr/>
          </p:nvSpPr>
          <p:spPr>
            <a:xfrm>
              <a:off x="9356201" y="953736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6973" name="Google Shape;6973;p174"/>
            <p:cNvSpPr/>
            <p:nvPr/>
          </p:nvSpPr>
          <p:spPr>
            <a:xfrm>
              <a:off x="9220161" y="91163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4" name="Google Shape;6974;p174"/>
            <p:cNvSpPr/>
            <p:nvPr/>
          </p:nvSpPr>
          <p:spPr>
            <a:xfrm>
              <a:off x="9220161" y="926497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75" name="Google Shape;6975;p174"/>
            <p:cNvSpPr/>
            <p:nvPr/>
          </p:nvSpPr>
          <p:spPr>
            <a:xfrm>
              <a:off x="9220161" y="94161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6" name="Google Shape;6976;p174"/>
            <p:cNvSpPr/>
            <p:nvPr/>
          </p:nvSpPr>
          <p:spPr>
            <a:xfrm>
              <a:off x="9220161" y="955597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7" name="Google Shape;6977;p174"/>
            <p:cNvSpPr/>
            <p:nvPr/>
          </p:nvSpPr>
          <p:spPr>
            <a:xfrm>
              <a:off x="9220161" y="89677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8" name="Google Shape;6978;p174"/>
            <p:cNvSpPr txBox="1"/>
            <p:nvPr/>
          </p:nvSpPr>
          <p:spPr>
            <a:xfrm>
              <a:off x="9356201" y="828934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6979" name="Google Shape;6979;p174"/>
            <p:cNvSpPr txBox="1"/>
            <p:nvPr/>
          </p:nvSpPr>
          <p:spPr>
            <a:xfrm>
              <a:off x="9356200" y="8437944"/>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Case Resolution</a:t>
              </a:r>
              <a:endParaRPr sz="800">
                <a:latin typeface="Salesforce Sans"/>
                <a:ea typeface="Salesforce Sans"/>
                <a:cs typeface="Salesforce Sans"/>
                <a:sym typeface="Salesforce Sans"/>
              </a:endParaRPr>
            </a:p>
          </p:txBody>
        </p:sp>
        <p:sp>
          <p:nvSpPr>
            <p:cNvPr id="6980" name="Google Shape;6980;p174"/>
            <p:cNvSpPr txBox="1"/>
            <p:nvPr/>
          </p:nvSpPr>
          <p:spPr>
            <a:xfrm>
              <a:off x="9356200" y="85865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a:latin typeface="Salesforce Sans"/>
                <a:ea typeface="Salesforce Sans"/>
                <a:cs typeface="Salesforce Sans"/>
                <a:sym typeface="Salesforce Sans"/>
              </a:endParaRPr>
            </a:p>
          </p:txBody>
        </p:sp>
        <p:sp>
          <p:nvSpPr>
            <p:cNvPr id="6981" name="Google Shape;6981;p174"/>
            <p:cNvSpPr/>
            <p:nvPr/>
          </p:nvSpPr>
          <p:spPr>
            <a:xfrm>
              <a:off x="9220161" y="84565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2" name="Google Shape;6982;p174"/>
            <p:cNvSpPr/>
            <p:nvPr/>
          </p:nvSpPr>
          <p:spPr>
            <a:xfrm>
              <a:off x="9220161" y="86051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83" name="Google Shape;6983;p174"/>
            <p:cNvSpPr txBox="1"/>
            <p:nvPr/>
          </p:nvSpPr>
          <p:spPr>
            <a:xfrm>
              <a:off x="9356200" y="87377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a:latin typeface="Salesforce Sans"/>
                <a:ea typeface="Salesforce Sans"/>
                <a:cs typeface="Salesforce Sans"/>
                <a:sym typeface="Salesforce Sans"/>
              </a:endParaRPr>
            </a:p>
          </p:txBody>
        </p:sp>
        <p:sp>
          <p:nvSpPr>
            <p:cNvPr id="6984" name="Google Shape;6984;p174"/>
            <p:cNvSpPr/>
            <p:nvPr/>
          </p:nvSpPr>
          <p:spPr>
            <a:xfrm>
              <a:off x="9220161" y="87563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5" name="Google Shape;6985;p174"/>
            <p:cNvSpPr/>
            <p:nvPr/>
          </p:nvSpPr>
          <p:spPr>
            <a:xfrm>
              <a:off x="9220161" y="83079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6" name="Google Shape;6986;p174"/>
            <p:cNvSpPr/>
            <p:nvPr/>
          </p:nvSpPr>
          <p:spPr>
            <a:xfrm>
              <a:off x="9220161" y="1634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87" name="Google Shape;6987;p174"/>
            <p:cNvSpPr txBox="1"/>
            <p:nvPr/>
          </p:nvSpPr>
          <p:spPr>
            <a:xfrm>
              <a:off x="9356208" y="1975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Inspection Data Capture</a:t>
              </a:r>
              <a:endParaRPr i="0" sz="800" u="none" cap="none" strike="noStrike">
                <a:latin typeface="Salesforce Sans"/>
                <a:ea typeface="Salesforce Sans"/>
                <a:cs typeface="Salesforce Sans"/>
                <a:sym typeface="Salesforce Sans"/>
              </a:endParaRPr>
            </a:p>
          </p:txBody>
        </p:sp>
        <p:sp>
          <p:nvSpPr>
            <p:cNvPr id="6988" name="Google Shape;6988;p174"/>
            <p:cNvSpPr txBox="1"/>
            <p:nvPr/>
          </p:nvSpPr>
          <p:spPr>
            <a:xfrm>
              <a:off x="9356208" y="21271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Defect Detection</a:t>
              </a:r>
              <a:endParaRPr i="0" sz="800" u="none" cap="none" strike="noStrike">
                <a:latin typeface="Salesforce Sans"/>
                <a:ea typeface="Salesforce Sans"/>
                <a:cs typeface="Salesforce Sans"/>
                <a:sym typeface="Salesforce Sans"/>
              </a:endParaRPr>
            </a:p>
          </p:txBody>
        </p:sp>
        <p:sp>
          <p:nvSpPr>
            <p:cNvPr id="6989" name="Google Shape;6989;p174"/>
            <p:cNvSpPr txBox="1"/>
            <p:nvPr/>
          </p:nvSpPr>
          <p:spPr>
            <a:xfrm>
              <a:off x="9356207" y="226692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Analytics</a:t>
              </a:r>
              <a:endParaRPr sz="800">
                <a:latin typeface="Salesforce Sans"/>
                <a:ea typeface="Salesforce Sans"/>
                <a:cs typeface="Salesforce Sans"/>
                <a:sym typeface="Salesforce Sans"/>
              </a:endParaRPr>
            </a:p>
          </p:txBody>
        </p:sp>
        <p:sp>
          <p:nvSpPr>
            <p:cNvPr id="6990" name="Google Shape;6990;p174"/>
            <p:cNvSpPr/>
            <p:nvPr/>
          </p:nvSpPr>
          <p:spPr>
            <a:xfrm>
              <a:off x="9220161" y="199453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1" name="Google Shape;6991;p174"/>
            <p:cNvSpPr/>
            <p:nvPr/>
          </p:nvSpPr>
          <p:spPr>
            <a:xfrm>
              <a:off x="9220161" y="21457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2" name="Google Shape;6992;p174"/>
            <p:cNvSpPr/>
            <p:nvPr/>
          </p:nvSpPr>
          <p:spPr>
            <a:xfrm>
              <a:off x="9220161" y="2285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3" name="Google Shape;6993;p174"/>
            <p:cNvSpPr txBox="1"/>
            <p:nvPr/>
          </p:nvSpPr>
          <p:spPr>
            <a:xfrm>
              <a:off x="9356208" y="241747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Compliance</a:t>
              </a:r>
              <a:endParaRPr i="0" sz="800" u="none" cap="none" strike="noStrike">
                <a:latin typeface="Salesforce Sans"/>
                <a:ea typeface="Salesforce Sans"/>
                <a:cs typeface="Salesforce Sans"/>
                <a:sym typeface="Salesforce Sans"/>
              </a:endParaRPr>
            </a:p>
          </p:txBody>
        </p:sp>
        <p:sp>
          <p:nvSpPr>
            <p:cNvPr id="6994" name="Google Shape;6994;p174"/>
            <p:cNvSpPr/>
            <p:nvPr/>
          </p:nvSpPr>
          <p:spPr>
            <a:xfrm>
              <a:off x="9220161" y="24360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5" name="Google Shape;6995;p174"/>
            <p:cNvSpPr txBox="1"/>
            <p:nvPr/>
          </p:nvSpPr>
          <p:spPr>
            <a:xfrm>
              <a:off x="9356208" y="26217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Collection</a:t>
              </a:r>
              <a:endParaRPr i="0" sz="800" u="none" cap="none" strike="noStrike">
                <a:latin typeface="Salesforce Sans"/>
                <a:ea typeface="Salesforce Sans"/>
                <a:cs typeface="Salesforce Sans"/>
                <a:sym typeface="Salesforce Sans"/>
              </a:endParaRPr>
            </a:p>
          </p:txBody>
        </p:sp>
        <p:sp>
          <p:nvSpPr>
            <p:cNvPr id="6996" name="Google Shape;6996;p174"/>
            <p:cNvSpPr txBox="1"/>
            <p:nvPr/>
          </p:nvSpPr>
          <p:spPr>
            <a:xfrm>
              <a:off x="9356208" y="27729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6997" name="Google Shape;6997;p174"/>
            <p:cNvSpPr/>
            <p:nvPr/>
          </p:nvSpPr>
          <p:spPr>
            <a:xfrm>
              <a:off x="9220161" y="26403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8" name="Google Shape;6998;p174"/>
            <p:cNvSpPr/>
            <p:nvPr/>
          </p:nvSpPr>
          <p:spPr>
            <a:xfrm>
              <a:off x="9220161" y="279152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9" name="Google Shape;6999;p174"/>
            <p:cNvSpPr txBox="1"/>
            <p:nvPr/>
          </p:nvSpPr>
          <p:spPr>
            <a:xfrm>
              <a:off x="9356208" y="29712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Planning</a:t>
              </a:r>
              <a:endParaRPr i="0" sz="800" u="none" cap="none" strike="noStrike">
                <a:latin typeface="Salesforce Sans"/>
                <a:ea typeface="Salesforce Sans"/>
                <a:cs typeface="Salesforce Sans"/>
                <a:sym typeface="Salesforce Sans"/>
              </a:endParaRPr>
            </a:p>
          </p:txBody>
        </p:sp>
        <p:sp>
          <p:nvSpPr>
            <p:cNvPr id="7000" name="Google Shape;7000;p174"/>
            <p:cNvSpPr txBox="1"/>
            <p:nvPr/>
          </p:nvSpPr>
          <p:spPr>
            <a:xfrm>
              <a:off x="9356208" y="31224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Verification</a:t>
              </a:r>
              <a:endParaRPr i="0" sz="800" u="none" cap="none" strike="noStrike">
                <a:latin typeface="Salesforce Sans"/>
                <a:ea typeface="Salesforce Sans"/>
                <a:cs typeface="Salesforce Sans"/>
                <a:sym typeface="Salesforce Sans"/>
              </a:endParaRPr>
            </a:p>
          </p:txBody>
        </p:sp>
        <p:sp>
          <p:nvSpPr>
            <p:cNvPr id="7001" name="Google Shape;7001;p174"/>
            <p:cNvSpPr/>
            <p:nvPr/>
          </p:nvSpPr>
          <p:spPr>
            <a:xfrm>
              <a:off x="9220161" y="298985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02" name="Google Shape;7002;p174"/>
            <p:cNvSpPr txBox="1"/>
            <p:nvPr/>
          </p:nvSpPr>
          <p:spPr>
            <a:xfrm>
              <a:off x="9356201" y="3309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i="0" sz="800" u="none" cap="none" strike="noStrike">
                <a:latin typeface="Salesforce Sans"/>
                <a:ea typeface="Salesforce Sans"/>
                <a:cs typeface="Salesforce Sans"/>
                <a:sym typeface="Salesforce Sans"/>
              </a:endParaRPr>
            </a:p>
          </p:txBody>
        </p:sp>
        <p:sp>
          <p:nvSpPr>
            <p:cNvPr id="7003" name="Google Shape;7003;p174"/>
            <p:cNvSpPr txBox="1"/>
            <p:nvPr/>
          </p:nvSpPr>
          <p:spPr>
            <a:xfrm>
              <a:off x="9356201" y="3458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i="0" sz="800" u="none" cap="none" strike="noStrike">
                <a:latin typeface="Salesforce Sans"/>
                <a:ea typeface="Salesforce Sans"/>
                <a:cs typeface="Salesforce Sans"/>
                <a:sym typeface="Salesforce Sans"/>
              </a:endParaRPr>
            </a:p>
          </p:txBody>
        </p:sp>
        <p:sp>
          <p:nvSpPr>
            <p:cNvPr id="7004" name="Google Shape;7004;p174"/>
            <p:cNvSpPr txBox="1"/>
            <p:nvPr/>
          </p:nvSpPr>
          <p:spPr>
            <a:xfrm>
              <a:off x="9356200" y="36066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7005" name="Google Shape;7005;p174"/>
            <p:cNvSpPr txBox="1"/>
            <p:nvPr/>
          </p:nvSpPr>
          <p:spPr>
            <a:xfrm>
              <a:off x="9356201" y="37578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Survey</a:t>
              </a:r>
              <a:endParaRPr sz="800">
                <a:latin typeface="Salesforce Sans"/>
                <a:ea typeface="Salesforce Sans"/>
                <a:cs typeface="Salesforce Sans"/>
                <a:sym typeface="Salesforce Sans"/>
              </a:endParaRPr>
            </a:p>
          </p:txBody>
        </p:sp>
        <p:sp>
          <p:nvSpPr>
            <p:cNvPr id="7006" name="Google Shape;7006;p174"/>
            <p:cNvSpPr txBox="1"/>
            <p:nvPr/>
          </p:nvSpPr>
          <p:spPr>
            <a:xfrm>
              <a:off x="9356201" y="38976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i="0" sz="800" u="none" cap="none" strike="noStrike">
                <a:latin typeface="Salesforce Sans"/>
                <a:ea typeface="Salesforce Sans"/>
                <a:cs typeface="Salesforce Sans"/>
                <a:sym typeface="Salesforce Sans"/>
              </a:endParaRPr>
            </a:p>
          </p:txBody>
        </p:sp>
        <p:sp>
          <p:nvSpPr>
            <p:cNvPr id="7007" name="Google Shape;7007;p174"/>
            <p:cNvSpPr/>
            <p:nvPr/>
          </p:nvSpPr>
          <p:spPr>
            <a:xfrm>
              <a:off x="9220161" y="34766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08" name="Google Shape;7008;p174"/>
            <p:cNvSpPr/>
            <p:nvPr/>
          </p:nvSpPr>
          <p:spPr>
            <a:xfrm>
              <a:off x="9220161" y="36252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09" name="Google Shape;7009;p174"/>
            <p:cNvSpPr/>
            <p:nvPr/>
          </p:nvSpPr>
          <p:spPr>
            <a:xfrm>
              <a:off x="9220161" y="37764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0" name="Google Shape;7010;p174"/>
            <p:cNvSpPr/>
            <p:nvPr/>
          </p:nvSpPr>
          <p:spPr>
            <a:xfrm>
              <a:off x="9220161" y="39162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1" name="Google Shape;7011;p174"/>
            <p:cNvSpPr/>
            <p:nvPr/>
          </p:nvSpPr>
          <p:spPr>
            <a:xfrm>
              <a:off x="9220161" y="33280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2" name="Google Shape;7012;p174"/>
            <p:cNvSpPr txBox="1"/>
            <p:nvPr/>
          </p:nvSpPr>
          <p:spPr>
            <a:xfrm>
              <a:off x="9356201" y="410168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Order Intake</a:t>
              </a:r>
              <a:endParaRPr i="0" sz="800" u="none" cap="none" strike="noStrike">
                <a:latin typeface="Salesforce Sans"/>
                <a:ea typeface="Salesforce Sans"/>
                <a:cs typeface="Salesforce Sans"/>
                <a:sym typeface="Salesforce Sans"/>
              </a:endParaRPr>
            </a:p>
          </p:txBody>
        </p:sp>
        <p:sp>
          <p:nvSpPr>
            <p:cNvPr id="7013" name="Google Shape;7013;p174"/>
            <p:cNvSpPr txBox="1"/>
            <p:nvPr/>
          </p:nvSpPr>
          <p:spPr>
            <a:xfrm>
              <a:off x="9356201" y="425029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7014" name="Google Shape;7014;p174"/>
            <p:cNvSpPr txBox="1"/>
            <p:nvPr/>
          </p:nvSpPr>
          <p:spPr>
            <a:xfrm>
              <a:off x="9356200" y="4398913"/>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Supply Plan Optimizer</a:t>
              </a:r>
              <a:endParaRPr sz="800">
                <a:latin typeface="Salesforce Sans"/>
                <a:ea typeface="Salesforce Sans"/>
                <a:cs typeface="Salesforce Sans"/>
                <a:sym typeface="Salesforce Sans"/>
              </a:endParaRPr>
            </a:p>
          </p:txBody>
        </p:sp>
        <p:sp>
          <p:nvSpPr>
            <p:cNvPr id="7015" name="Google Shape;7015;p174"/>
            <p:cNvSpPr txBox="1"/>
            <p:nvPr/>
          </p:nvSpPr>
          <p:spPr>
            <a:xfrm>
              <a:off x="9356201" y="45501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SIOP Scenario Simulator</a:t>
              </a:r>
              <a:endParaRPr i="0" sz="800" u="none" cap="none" strike="noStrike">
                <a:latin typeface="Salesforce Sans"/>
                <a:ea typeface="Salesforce Sans"/>
                <a:cs typeface="Salesforce Sans"/>
                <a:sym typeface="Salesforce Sans"/>
              </a:endParaRPr>
            </a:p>
          </p:txBody>
        </p:sp>
        <p:sp>
          <p:nvSpPr>
            <p:cNvPr id="7016" name="Google Shape;7016;p174"/>
            <p:cNvSpPr txBox="1"/>
            <p:nvPr/>
          </p:nvSpPr>
          <p:spPr>
            <a:xfrm>
              <a:off x="9356201" y="4689893"/>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Balancer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17" name="Google Shape;7017;p174"/>
            <p:cNvSpPr/>
            <p:nvPr/>
          </p:nvSpPr>
          <p:spPr>
            <a:xfrm>
              <a:off x="9220161" y="4268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8" name="Google Shape;7018;p174"/>
            <p:cNvSpPr/>
            <p:nvPr/>
          </p:nvSpPr>
          <p:spPr>
            <a:xfrm>
              <a:off x="9220161" y="44175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19" name="Google Shape;7019;p174"/>
            <p:cNvSpPr/>
            <p:nvPr/>
          </p:nvSpPr>
          <p:spPr>
            <a:xfrm>
              <a:off x="9220161" y="4708504"/>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0" name="Google Shape;7020;p174"/>
            <p:cNvSpPr/>
            <p:nvPr/>
          </p:nvSpPr>
          <p:spPr>
            <a:xfrm>
              <a:off x="9220161" y="41202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1" name="Google Shape;7021;p174"/>
            <p:cNvSpPr txBox="1"/>
            <p:nvPr/>
          </p:nvSpPr>
          <p:spPr>
            <a:xfrm>
              <a:off x="9356201" y="489131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7022" name="Google Shape;7022;p174"/>
            <p:cNvSpPr txBox="1"/>
            <p:nvPr/>
          </p:nvSpPr>
          <p:spPr>
            <a:xfrm>
              <a:off x="9356201" y="503992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 Status Inquiry</a:t>
              </a:r>
              <a:endParaRPr i="0" sz="800" u="none" cap="none" strike="noStrike">
                <a:latin typeface="Salesforce Sans"/>
                <a:ea typeface="Salesforce Sans"/>
                <a:cs typeface="Salesforce Sans"/>
                <a:sym typeface="Salesforce Sans"/>
              </a:endParaRPr>
            </a:p>
          </p:txBody>
        </p:sp>
        <p:sp>
          <p:nvSpPr>
            <p:cNvPr id="7023" name="Google Shape;7023;p174"/>
            <p:cNvSpPr txBox="1"/>
            <p:nvPr/>
          </p:nvSpPr>
          <p:spPr>
            <a:xfrm>
              <a:off x="9356200" y="518853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Claims Validity Check</a:t>
              </a:r>
              <a:endParaRPr sz="800">
                <a:latin typeface="Salesforce Sans"/>
                <a:ea typeface="Salesforce Sans"/>
                <a:cs typeface="Salesforce Sans"/>
                <a:sym typeface="Salesforce Sans"/>
              </a:endParaRPr>
            </a:p>
          </p:txBody>
        </p:sp>
        <p:sp>
          <p:nvSpPr>
            <p:cNvPr id="7024" name="Google Shape;7024;p174"/>
            <p:cNvSpPr txBox="1"/>
            <p:nvPr/>
          </p:nvSpPr>
          <p:spPr>
            <a:xfrm>
              <a:off x="9356201" y="533973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a:t>
              </a:r>
              <a:endParaRPr i="0" sz="800" u="none" cap="none" strike="noStrike">
                <a:latin typeface="Salesforce Sans"/>
                <a:ea typeface="Salesforce Sans"/>
                <a:cs typeface="Salesforce Sans"/>
                <a:sym typeface="Salesforce Sans"/>
              </a:endParaRPr>
            </a:p>
          </p:txBody>
        </p:sp>
        <p:sp>
          <p:nvSpPr>
            <p:cNvPr id="7025" name="Google Shape;7025;p174"/>
            <p:cNvSpPr/>
            <p:nvPr/>
          </p:nvSpPr>
          <p:spPr>
            <a:xfrm>
              <a:off x="9220161" y="505852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6" name="Google Shape;7026;p174"/>
            <p:cNvSpPr/>
            <p:nvPr/>
          </p:nvSpPr>
          <p:spPr>
            <a:xfrm>
              <a:off x="9220161" y="520713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27" name="Google Shape;7027;p174"/>
            <p:cNvSpPr/>
            <p:nvPr/>
          </p:nvSpPr>
          <p:spPr>
            <a:xfrm>
              <a:off x="9220161" y="53583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8" name="Google Shape;7028;p174"/>
            <p:cNvSpPr/>
            <p:nvPr/>
          </p:nvSpPr>
          <p:spPr>
            <a:xfrm>
              <a:off x="9220161" y="49099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9" name="Google Shape;7029;p174"/>
            <p:cNvSpPr txBox="1"/>
            <p:nvPr/>
          </p:nvSpPr>
          <p:spPr>
            <a:xfrm>
              <a:off x="9356201" y="63364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Term Exception Approval</a:t>
              </a:r>
              <a:endParaRPr i="0" sz="800" u="none" cap="none" strike="noStrike">
                <a:latin typeface="Salesforce Sans"/>
                <a:ea typeface="Salesforce Sans"/>
                <a:cs typeface="Salesforce Sans"/>
                <a:sym typeface="Salesforce Sans"/>
              </a:endParaRPr>
            </a:p>
          </p:txBody>
        </p:sp>
        <p:sp>
          <p:nvSpPr>
            <p:cNvPr id="7030" name="Google Shape;7030;p174"/>
            <p:cNvSpPr txBox="1"/>
            <p:nvPr/>
          </p:nvSpPr>
          <p:spPr>
            <a:xfrm>
              <a:off x="9356200" y="64850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 Exception Approval</a:t>
              </a:r>
              <a:endParaRPr sz="800">
                <a:latin typeface="Salesforce Sans"/>
                <a:ea typeface="Salesforce Sans"/>
                <a:cs typeface="Salesforce Sans"/>
                <a:sym typeface="Salesforce Sans"/>
              </a:endParaRPr>
            </a:p>
          </p:txBody>
        </p:sp>
        <p:sp>
          <p:nvSpPr>
            <p:cNvPr id="7031" name="Google Shape;7031;p174"/>
            <p:cNvSpPr txBox="1"/>
            <p:nvPr/>
          </p:nvSpPr>
          <p:spPr>
            <a:xfrm>
              <a:off x="9356199" y="66362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Communication</a:t>
              </a:r>
              <a:endParaRPr i="0" sz="800" u="none" cap="none" strike="noStrike">
                <a:latin typeface="Salesforce Sans"/>
                <a:ea typeface="Salesforce Sans"/>
                <a:cs typeface="Salesforce Sans"/>
                <a:sym typeface="Salesforce Sans"/>
              </a:endParaRPr>
            </a:p>
          </p:txBody>
        </p:sp>
        <p:sp>
          <p:nvSpPr>
            <p:cNvPr id="7032" name="Google Shape;7032;p174"/>
            <p:cNvSpPr/>
            <p:nvPr/>
          </p:nvSpPr>
          <p:spPr>
            <a:xfrm>
              <a:off x="9220161" y="63550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3" name="Google Shape;7033;p174"/>
            <p:cNvSpPr/>
            <p:nvPr/>
          </p:nvSpPr>
          <p:spPr>
            <a:xfrm>
              <a:off x="9220161" y="65036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34" name="Google Shape;7034;p174"/>
            <p:cNvSpPr/>
            <p:nvPr/>
          </p:nvSpPr>
          <p:spPr>
            <a:xfrm>
              <a:off x="9220161" y="66548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5" name="Google Shape;7035;p174"/>
            <p:cNvSpPr txBox="1"/>
            <p:nvPr/>
          </p:nvSpPr>
          <p:spPr>
            <a:xfrm>
              <a:off x="9356201" y="6842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7036" name="Google Shape;7036;p174"/>
            <p:cNvSpPr txBox="1"/>
            <p:nvPr/>
          </p:nvSpPr>
          <p:spPr>
            <a:xfrm>
              <a:off x="9356200" y="6991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Risk Analyzer</a:t>
              </a:r>
              <a:endParaRPr sz="800">
                <a:latin typeface="Salesforce Sans"/>
                <a:ea typeface="Salesforce Sans"/>
                <a:cs typeface="Salesforce Sans"/>
                <a:sym typeface="Salesforce Sans"/>
              </a:endParaRPr>
            </a:p>
          </p:txBody>
        </p:sp>
        <p:sp>
          <p:nvSpPr>
            <p:cNvPr id="7037" name="Google Shape;7037;p174"/>
            <p:cNvSpPr txBox="1"/>
            <p:nvPr/>
          </p:nvSpPr>
          <p:spPr>
            <a:xfrm>
              <a:off x="9356199" y="71425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Renewal Alert</a:t>
              </a:r>
              <a:endParaRPr i="0" sz="800" u="none" cap="none" strike="noStrike">
                <a:latin typeface="Salesforce Sans"/>
                <a:ea typeface="Salesforce Sans"/>
                <a:cs typeface="Salesforce Sans"/>
                <a:sym typeface="Salesforce Sans"/>
              </a:endParaRPr>
            </a:p>
          </p:txBody>
        </p:sp>
        <p:sp>
          <p:nvSpPr>
            <p:cNvPr id="7038" name="Google Shape;7038;p174"/>
            <p:cNvSpPr/>
            <p:nvPr/>
          </p:nvSpPr>
          <p:spPr>
            <a:xfrm>
              <a:off x="9220161" y="6861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9" name="Google Shape;7039;p174"/>
            <p:cNvSpPr/>
            <p:nvPr/>
          </p:nvSpPr>
          <p:spPr>
            <a:xfrm>
              <a:off x="9220161" y="7009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40" name="Google Shape;7040;p174"/>
            <p:cNvSpPr/>
            <p:nvPr/>
          </p:nvSpPr>
          <p:spPr>
            <a:xfrm>
              <a:off x="9220161" y="71611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1" name="Google Shape;7041;p174"/>
            <p:cNvSpPr txBox="1"/>
            <p:nvPr/>
          </p:nvSpPr>
          <p:spPr>
            <a:xfrm>
              <a:off x="9356201" y="7340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Search Criteria and Results</a:t>
              </a:r>
              <a:endParaRPr i="0" sz="800" u="none" cap="none" strike="noStrike">
                <a:latin typeface="Salesforce Sans"/>
                <a:ea typeface="Salesforce Sans"/>
                <a:cs typeface="Salesforce Sans"/>
                <a:sym typeface="Salesforce Sans"/>
              </a:endParaRPr>
            </a:p>
          </p:txBody>
        </p:sp>
        <p:sp>
          <p:nvSpPr>
            <p:cNvPr id="7042" name="Google Shape;7042;p174"/>
            <p:cNvSpPr txBox="1"/>
            <p:nvPr/>
          </p:nvSpPr>
          <p:spPr>
            <a:xfrm>
              <a:off x="9356200" y="7489006"/>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Inventory Details</a:t>
              </a:r>
              <a:endParaRPr sz="800">
                <a:latin typeface="Salesforce Sans"/>
                <a:ea typeface="Salesforce Sans"/>
                <a:cs typeface="Salesforce Sans"/>
                <a:sym typeface="Salesforce Sans"/>
              </a:endParaRPr>
            </a:p>
          </p:txBody>
        </p:sp>
        <p:sp>
          <p:nvSpPr>
            <p:cNvPr id="7043" name="Google Shape;7043;p174"/>
            <p:cNvSpPr txBox="1"/>
            <p:nvPr/>
          </p:nvSpPr>
          <p:spPr>
            <a:xfrm>
              <a:off x="9356200" y="763763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Product Request</a:t>
              </a:r>
              <a:endParaRPr sz="800">
                <a:latin typeface="Salesforce Sans"/>
                <a:ea typeface="Salesforce Sans"/>
                <a:cs typeface="Salesforce Sans"/>
                <a:sym typeface="Salesforce Sans"/>
              </a:endParaRPr>
            </a:p>
          </p:txBody>
        </p:sp>
        <p:sp>
          <p:nvSpPr>
            <p:cNvPr id="7044" name="Google Shape;7044;p174"/>
            <p:cNvSpPr txBox="1"/>
            <p:nvPr/>
          </p:nvSpPr>
          <p:spPr>
            <a:xfrm>
              <a:off x="9356201" y="7928612"/>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Material Recept &amp; Quality</a:t>
              </a:r>
              <a:endParaRPr i="0" sz="800" u="none" cap="none" strike="noStrike">
                <a:latin typeface="Salesforce Sans"/>
                <a:ea typeface="Salesforce Sans"/>
                <a:cs typeface="Salesforce Sans"/>
                <a:sym typeface="Salesforce Sans"/>
              </a:endParaRPr>
            </a:p>
          </p:txBody>
        </p:sp>
        <p:sp>
          <p:nvSpPr>
            <p:cNvPr id="7045" name="Google Shape;7045;p174"/>
            <p:cNvSpPr/>
            <p:nvPr/>
          </p:nvSpPr>
          <p:spPr>
            <a:xfrm>
              <a:off x="9220161" y="75076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6" name="Google Shape;7046;p174"/>
            <p:cNvSpPr txBox="1"/>
            <p:nvPr/>
          </p:nvSpPr>
          <p:spPr>
            <a:xfrm>
              <a:off x="9356200" y="7788831"/>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Managed Inventory</a:t>
              </a:r>
              <a:endParaRPr sz="800">
                <a:latin typeface="Salesforce Sans"/>
                <a:ea typeface="Salesforce Sans"/>
                <a:cs typeface="Salesforce Sans"/>
                <a:sym typeface="Salesforce Sans"/>
              </a:endParaRPr>
            </a:p>
          </p:txBody>
        </p:sp>
        <p:sp>
          <p:nvSpPr>
            <p:cNvPr id="7047" name="Google Shape;7047;p174"/>
            <p:cNvSpPr/>
            <p:nvPr/>
          </p:nvSpPr>
          <p:spPr>
            <a:xfrm>
              <a:off x="9220161" y="765622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48" name="Google Shape;7048;p174"/>
            <p:cNvSpPr/>
            <p:nvPr/>
          </p:nvSpPr>
          <p:spPr>
            <a:xfrm>
              <a:off x="9220161" y="780743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9" name="Google Shape;7049;p174"/>
            <p:cNvSpPr/>
            <p:nvPr/>
          </p:nvSpPr>
          <p:spPr>
            <a:xfrm>
              <a:off x="9220161" y="7947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0" name="Google Shape;7050;p174"/>
            <p:cNvSpPr/>
            <p:nvPr/>
          </p:nvSpPr>
          <p:spPr>
            <a:xfrm>
              <a:off x="9220161" y="73590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1" name="Google Shape;7051;p174"/>
            <p:cNvSpPr txBox="1"/>
            <p:nvPr/>
          </p:nvSpPr>
          <p:spPr>
            <a:xfrm>
              <a:off x="9356201" y="807915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Shelf Life Extension</a:t>
              </a:r>
              <a:endParaRPr sz="800">
                <a:latin typeface="Salesforce Sans"/>
                <a:ea typeface="Salesforce Sans"/>
                <a:cs typeface="Salesforce Sans"/>
                <a:sym typeface="Salesforce Sans"/>
              </a:endParaRPr>
            </a:p>
          </p:txBody>
        </p:sp>
        <p:sp>
          <p:nvSpPr>
            <p:cNvPr id="7052" name="Google Shape;7052;p174"/>
            <p:cNvSpPr/>
            <p:nvPr/>
          </p:nvSpPr>
          <p:spPr>
            <a:xfrm>
              <a:off x="9220161" y="809776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53" name="Google Shape;7053;p174"/>
            <p:cNvSpPr txBox="1"/>
            <p:nvPr/>
          </p:nvSpPr>
          <p:spPr>
            <a:xfrm>
              <a:off x="9356200" y="9742788"/>
              <a:ext cx="3343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a:latin typeface="Salesforce Sans"/>
                <a:ea typeface="Salesforce Sans"/>
                <a:cs typeface="Salesforce Sans"/>
                <a:sym typeface="Salesforce Sans"/>
              </a:endParaRPr>
            </a:p>
          </p:txBody>
        </p:sp>
        <p:sp>
          <p:nvSpPr>
            <p:cNvPr id="7054" name="Google Shape;7054;p174"/>
            <p:cNvSpPr txBox="1"/>
            <p:nvPr/>
          </p:nvSpPr>
          <p:spPr>
            <a:xfrm>
              <a:off x="9356201" y="989140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Diagnostic Support</a:t>
              </a:r>
              <a:endParaRPr i="0" sz="800" u="none" cap="none" strike="noStrike">
                <a:latin typeface="Salesforce Sans"/>
                <a:ea typeface="Salesforce Sans"/>
                <a:cs typeface="Salesforce Sans"/>
                <a:sym typeface="Salesforce Sans"/>
              </a:endParaRPr>
            </a:p>
          </p:txBody>
        </p:sp>
        <p:sp>
          <p:nvSpPr>
            <p:cNvPr id="7055" name="Google Shape;7055;p174"/>
            <p:cNvSpPr txBox="1"/>
            <p:nvPr/>
          </p:nvSpPr>
          <p:spPr>
            <a:xfrm>
              <a:off x="9356200" y="10040013"/>
              <a:ext cx="28080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Appointment Information for Field Service</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800"/>
                <a:buFont typeface="Arial"/>
                <a:buNone/>
              </a:pPr>
              <a:r>
                <a:t/>
              </a:r>
              <a:endParaRPr sz="800">
                <a:latin typeface="Salesforce Sans"/>
                <a:ea typeface="Salesforce Sans"/>
                <a:cs typeface="Salesforce Sans"/>
                <a:sym typeface="Salesforce Sans"/>
              </a:endParaRPr>
            </a:p>
          </p:txBody>
        </p:sp>
        <p:sp>
          <p:nvSpPr>
            <p:cNvPr id="7056" name="Google Shape;7056;p174"/>
            <p:cNvSpPr txBox="1"/>
            <p:nvPr/>
          </p:nvSpPr>
          <p:spPr>
            <a:xfrm>
              <a:off x="9356200" y="10185263"/>
              <a:ext cx="2451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 Time Slots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57" name="Google Shape;7057;p174"/>
            <p:cNvSpPr txBox="1"/>
            <p:nvPr/>
          </p:nvSpPr>
          <p:spPr>
            <a:xfrm>
              <a:off x="9356200" y="10325038"/>
              <a:ext cx="24984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Appointments to Fill Gaps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58" name="Google Shape;7058;p174"/>
            <p:cNvSpPr/>
            <p:nvPr/>
          </p:nvSpPr>
          <p:spPr>
            <a:xfrm>
              <a:off x="9220161" y="99100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9" name="Google Shape;7059;p174"/>
            <p:cNvSpPr/>
            <p:nvPr/>
          </p:nvSpPr>
          <p:spPr>
            <a:xfrm>
              <a:off x="9220161" y="100586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60" name="Google Shape;7060;p174"/>
            <p:cNvSpPr/>
            <p:nvPr/>
          </p:nvSpPr>
          <p:spPr>
            <a:xfrm>
              <a:off x="9220161" y="10203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61" name="Google Shape;7061;p174"/>
            <p:cNvSpPr/>
            <p:nvPr/>
          </p:nvSpPr>
          <p:spPr>
            <a:xfrm>
              <a:off x="9220161" y="103436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62" name="Google Shape;7062;p174"/>
            <p:cNvSpPr/>
            <p:nvPr/>
          </p:nvSpPr>
          <p:spPr>
            <a:xfrm>
              <a:off x="9220161" y="97613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7063" name="Google Shape;7063;p174"/>
          <p:cNvGrpSpPr/>
          <p:nvPr/>
        </p:nvGrpSpPr>
        <p:grpSpPr>
          <a:xfrm>
            <a:off x="11977311" y="1113234"/>
            <a:ext cx="6240062" cy="8994991"/>
            <a:chOff x="11173911" y="1037034"/>
            <a:chExt cx="6240062" cy="8994991"/>
          </a:xfrm>
        </p:grpSpPr>
        <p:sp>
          <p:nvSpPr>
            <p:cNvPr id="7064" name="Google Shape;7064;p174"/>
            <p:cNvSpPr txBox="1"/>
            <p:nvPr/>
          </p:nvSpPr>
          <p:spPr>
            <a:xfrm>
              <a:off x="12373676" y="2640147"/>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Order Management </a:t>
              </a:r>
              <a:endParaRPr b="1" i="0" sz="900" u="none" cap="none" strike="noStrike">
                <a:solidFill>
                  <a:srgbClr val="086AFE"/>
                </a:solidFill>
                <a:latin typeface="Salesforce Sans"/>
                <a:ea typeface="Salesforce Sans"/>
                <a:cs typeface="Salesforce Sans"/>
                <a:sym typeface="Salesforce Sans"/>
              </a:endParaRPr>
            </a:p>
          </p:txBody>
        </p:sp>
        <p:sp>
          <p:nvSpPr>
            <p:cNvPr id="7065" name="Google Shape;7065;p174"/>
            <p:cNvSpPr txBox="1"/>
            <p:nvPr/>
          </p:nvSpPr>
          <p:spPr>
            <a:xfrm>
              <a:off x="12373676" y="3181293"/>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Delivery &amp; Logistics  Agent</a:t>
              </a:r>
              <a:endParaRPr b="1" i="0" sz="900" u="none" cap="none" strike="noStrike">
                <a:solidFill>
                  <a:srgbClr val="086AFE"/>
                </a:solidFill>
                <a:latin typeface="Salesforce Sans"/>
                <a:ea typeface="Salesforce Sans"/>
                <a:cs typeface="Salesforce Sans"/>
                <a:sym typeface="Salesforce Sans"/>
              </a:endParaRPr>
            </a:p>
          </p:txBody>
        </p:sp>
        <p:sp>
          <p:nvSpPr>
            <p:cNvPr id="7066" name="Google Shape;7066;p174"/>
            <p:cNvSpPr txBox="1"/>
            <p:nvPr/>
          </p:nvSpPr>
          <p:spPr>
            <a:xfrm>
              <a:off x="12373676" y="3924961"/>
              <a:ext cx="1016700" cy="374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Strategy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Planning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7067" name="Google Shape;7067;p174"/>
            <p:cNvSpPr txBox="1"/>
            <p:nvPr/>
          </p:nvSpPr>
          <p:spPr>
            <a:xfrm>
              <a:off x="12373676" y="4253958"/>
              <a:ext cx="973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7068" name="Google Shape;7068;p174"/>
            <p:cNvSpPr txBox="1"/>
            <p:nvPr/>
          </p:nvSpPr>
          <p:spPr>
            <a:xfrm>
              <a:off x="12373676" y="4882718"/>
              <a:ext cx="1005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Mgmt &amp; Development </a:t>
              </a:r>
              <a:endParaRPr b="1" i="0" sz="900" u="none" cap="none" strike="noStrike">
                <a:solidFill>
                  <a:srgbClr val="086AFE"/>
                </a:solidFill>
                <a:latin typeface="Salesforce Sans"/>
                <a:ea typeface="Salesforce Sans"/>
                <a:cs typeface="Salesforce Sans"/>
                <a:sym typeface="Salesforce Sans"/>
              </a:endParaRPr>
            </a:p>
          </p:txBody>
        </p:sp>
        <p:sp>
          <p:nvSpPr>
            <p:cNvPr id="7069" name="Google Shape;7069;p174"/>
            <p:cNvSpPr txBox="1"/>
            <p:nvPr/>
          </p:nvSpPr>
          <p:spPr>
            <a:xfrm>
              <a:off x="12373676" y="598672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Financial Strategy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Planning </a:t>
              </a:r>
              <a:endParaRPr b="1" i="0" sz="900" u="none" cap="none" strike="noStrike">
                <a:solidFill>
                  <a:srgbClr val="086AFE"/>
                </a:solidFill>
                <a:latin typeface="Salesforce Sans"/>
                <a:ea typeface="Salesforce Sans"/>
                <a:cs typeface="Salesforce Sans"/>
                <a:sym typeface="Salesforce Sans"/>
              </a:endParaRPr>
            </a:p>
          </p:txBody>
        </p:sp>
        <p:sp>
          <p:nvSpPr>
            <p:cNvPr id="7070" name="Google Shape;7070;p174"/>
            <p:cNvSpPr txBox="1"/>
            <p:nvPr/>
          </p:nvSpPr>
          <p:spPr>
            <a:xfrm>
              <a:off x="12373676" y="645654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7071" name="Google Shape;7071;p174"/>
            <p:cNvSpPr txBox="1"/>
            <p:nvPr/>
          </p:nvSpPr>
          <p:spPr>
            <a:xfrm>
              <a:off x="12373676" y="6929014"/>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Tax &amp; </a:t>
              </a:r>
              <a:r>
                <a:rPr b="1" lang="en" sz="900">
                  <a:solidFill>
                    <a:srgbClr val="086AFE"/>
                  </a:solidFill>
                  <a:latin typeface="Salesforce Sans"/>
                  <a:ea typeface="Salesforce Sans"/>
                  <a:cs typeface="Salesforce Sans"/>
                  <a:sym typeface="Salesforce Sans"/>
                </a:rPr>
                <a:t>Comp.</a:t>
              </a:r>
              <a:br>
                <a:rPr b="1" lang="en" sz="900">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7072" name="Google Shape;7072;p174"/>
            <p:cNvSpPr txBox="1"/>
            <p:nvPr/>
          </p:nvSpPr>
          <p:spPr>
            <a:xfrm>
              <a:off x="12373676" y="7111014"/>
              <a:ext cx="9738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a:t>
              </a:r>
              <a:r>
                <a:rPr b="1" lang="en" sz="900">
                  <a:solidFill>
                    <a:srgbClr val="086AFE"/>
                  </a:solidFill>
                  <a:latin typeface="Salesforce Sans"/>
                  <a:ea typeface="Salesforce Sans"/>
                  <a:cs typeface="Salesforce Sans"/>
                  <a:sym typeface="Salesforce Sans"/>
                </a:rPr>
                <a:t>Gen. </a:t>
              </a:r>
              <a:endParaRPr b="1" i="0" sz="900" u="none" cap="none" strike="noStrike">
                <a:solidFill>
                  <a:srgbClr val="086AFE"/>
                </a:solidFill>
                <a:latin typeface="Salesforce Sans"/>
                <a:ea typeface="Salesforce Sans"/>
                <a:cs typeface="Salesforce Sans"/>
                <a:sym typeface="Salesforce Sans"/>
              </a:endParaRPr>
            </a:p>
          </p:txBody>
        </p:sp>
        <p:sp>
          <p:nvSpPr>
            <p:cNvPr id="7073" name="Google Shape;7073;p174"/>
            <p:cNvSpPr txBox="1"/>
            <p:nvPr/>
          </p:nvSpPr>
          <p:spPr>
            <a:xfrm>
              <a:off x="12373676" y="7437385"/>
              <a:ext cx="9738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IT Incident Management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Recovery </a:t>
              </a:r>
              <a:endParaRPr b="1" i="0" sz="900" u="none" cap="none" strike="noStrike">
                <a:solidFill>
                  <a:srgbClr val="086AFE"/>
                </a:solidFill>
                <a:latin typeface="Salesforce Sans"/>
                <a:ea typeface="Salesforce Sans"/>
                <a:cs typeface="Salesforce Sans"/>
                <a:sym typeface="Salesforce Sans"/>
              </a:endParaRPr>
            </a:p>
          </p:txBody>
        </p:sp>
        <p:sp>
          <p:nvSpPr>
            <p:cNvPr id="7074" name="Google Shape;7074;p174"/>
            <p:cNvSpPr txBox="1"/>
            <p:nvPr/>
          </p:nvSpPr>
          <p:spPr>
            <a:xfrm>
              <a:off x="12373676" y="5361550"/>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7075" name="Google Shape;7075;p174"/>
            <p:cNvSpPr txBox="1"/>
            <p:nvPr/>
          </p:nvSpPr>
          <p:spPr>
            <a:xfrm>
              <a:off x="12373676" y="2154263"/>
              <a:ext cx="9738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Back-office and Fulfillment Operations </a:t>
              </a:r>
              <a:endParaRPr b="1" i="0" sz="900" u="none" cap="none" strike="noStrike">
                <a:solidFill>
                  <a:srgbClr val="086AFE"/>
                </a:solidFill>
                <a:latin typeface="Salesforce Sans"/>
                <a:ea typeface="Salesforce Sans"/>
                <a:cs typeface="Salesforce Sans"/>
                <a:sym typeface="Salesforce Sans"/>
              </a:endParaRPr>
            </a:p>
          </p:txBody>
        </p:sp>
        <p:sp>
          <p:nvSpPr>
            <p:cNvPr id="7076" name="Google Shape;7076;p174"/>
            <p:cNvSpPr txBox="1"/>
            <p:nvPr/>
          </p:nvSpPr>
          <p:spPr>
            <a:xfrm>
              <a:off x="12373676" y="8082932"/>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Erp/Mes Data Integration </a:t>
              </a:r>
              <a:endParaRPr b="1" i="0" sz="900" u="none" cap="none" strike="noStrike">
                <a:solidFill>
                  <a:srgbClr val="086AFE"/>
                </a:solidFill>
                <a:latin typeface="Salesforce Sans"/>
                <a:ea typeface="Salesforce Sans"/>
                <a:cs typeface="Salesforce Sans"/>
                <a:sym typeface="Salesforce Sans"/>
              </a:endParaRPr>
            </a:p>
          </p:txBody>
        </p:sp>
        <p:sp>
          <p:nvSpPr>
            <p:cNvPr id="7077" name="Google Shape;7077;p174"/>
            <p:cNvSpPr txBox="1"/>
            <p:nvPr/>
          </p:nvSpPr>
          <p:spPr>
            <a:xfrm>
              <a:off x="12373676" y="9162000"/>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Litigation &amp; Dispute</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7078" name="Google Shape;7078;p174"/>
            <p:cNvSpPr txBox="1"/>
            <p:nvPr/>
          </p:nvSpPr>
          <p:spPr>
            <a:xfrm>
              <a:off x="12373675" y="8710238"/>
              <a:ext cx="120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Con-</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tract Lifecycle Mgmt </a:t>
              </a:r>
              <a:endParaRPr b="1" i="0" sz="900" u="none" cap="none" strike="noStrike">
                <a:solidFill>
                  <a:srgbClr val="086AFE"/>
                </a:solidFill>
                <a:latin typeface="Salesforce Sans"/>
                <a:ea typeface="Salesforce Sans"/>
                <a:cs typeface="Salesforce Sans"/>
                <a:sym typeface="Salesforce Sans"/>
              </a:endParaRPr>
            </a:p>
          </p:txBody>
        </p:sp>
        <p:sp>
          <p:nvSpPr>
            <p:cNvPr id="7079" name="Google Shape;7079;p174"/>
            <p:cNvSpPr/>
            <p:nvPr/>
          </p:nvSpPr>
          <p:spPr>
            <a:xfrm>
              <a:off x="12404873" y="9845126"/>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7080" name="Google Shape;7080;p174"/>
            <p:cNvSpPr txBox="1"/>
            <p:nvPr/>
          </p:nvSpPr>
          <p:spPr>
            <a:xfrm>
              <a:off x="13715683" y="1234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Quote</a:t>
              </a:r>
              <a:endParaRPr sz="800">
                <a:latin typeface="Salesforce Sans"/>
                <a:ea typeface="Salesforce Sans"/>
                <a:cs typeface="Salesforce Sans"/>
                <a:sym typeface="Salesforce Sans"/>
              </a:endParaRPr>
            </a:p>
          </p:txBody>
        </p:sp>
        <p:sp>
          <p:nvSpPr>
            <p:cNvPr id="7081" name="Google Shape;7081;p174"/>
            <p:cNvSpPr txBox="1"/>
            <p:nvPr/>
          </p:nvSpPr>
          <p:spPr>
            <a:xfrm>
              <a:off x="13715670" y="1390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Lead Record</a:t>
              </a:r>
              <a:endParaRPr sz="800">
                <a:latin typeface="Salesforce Sans"/>
                <a:ea typeface="Salesforce Sans"/>
                <a:cs typeface="Salesforce Sans"/>
                <a:sym typeface="Salesforce Sans"/>
              </a:endParaRPr>
            </a:p>
          </p:txBody>
        </p:sp>
        <p:sp>
          <p:nvSpPr>
            <p:cNvPr id="7082" name="Google Shape;7082;p174"/>
            <p:cNvSpPr/>
            <p:nvPr/>
          </p:nvSpPr>
          <p:spPr>
            <a:xfrm>
              <a:off x="13579636" y="1408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83" name="Google Shape;7083;p174"/>
            <p:cNvSpPr txBox="1"/>
            <p:nvPr/>
          </p:nvSpPr>
          <p:spPr>
            <a:xfrm>
              <a:off x="11173911" y="1037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7084" name="Google Shape;7084;p174"/>
            <p:cNvSpPr txBox="1"/>
            <p:nvPr/>
          </p:nvSpPr>
          <p:spPr>
            <a:xfrm>
              <a:off x="12373679" y="1037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7085" name="Google Shape;7085;p174"/>
            <p:cNvGrpSpPr/>
            <p:nvPr/>
          </p:nvGrpSpPr>
          <p:grpSpPr>
            <a:xfrm>
              <a:off x="11193522" y="1260256"/>
              <a:ext cx="952541" cy="449700"/>
              <a:chOff x="5812280" y="1793656"/>
              <a:chExt cx="952541" cy="449700"/>
            </a:xfrm>
          </p:grpSpPr>
          <p:sp>
            <p:nvSpPr>
              <p:cNvPr id="7086" name="Google Shape;7086;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7087" name="Google Shape;7087;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7088" name="Google Shape;7088;p174"/>
            <p:cNvSpPr txBox="1"/>
            <p:nvPr/>
          </p:nvSpPr>
          <p:spPr>
            <a:xfrm>
              <a:off x="13717512" y="1037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7089" name="Google Shape;7089;p174"/>
            <p:cNvSpPr txBox="1"/>
            <p:nvPr/>
          </p:nvSpPr>
          <p:spPr>
            <a:xfrm>
              <a:off x="12373672" y="12384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Customer Care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7090" name="Google Shape;7090;p174"/>
            <p:cNvGrpSpPr/>
            <p:nvPr/>
          </p:nvGrpSpPr>
          <p:grpSpPr>
            <a:xfrm>
              <a:off x="11193522" y="3934484"/>
              <a:ext cx="952541" cy="449700"/>
              <a:chOff x="5812280" y="1793656"/>
              <a:chExt cx="952541" cy="449700"/>
            </a:xfrm>
          </p:grpSpPr>
          <p:sp>
            <p:nvSpPr>
              <p:cNvPr id="7091" name="Google Shape;7091;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7092" name="Google Shape;7092;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7093" name="Google Shape;7093;p174"/>
            <p:cNvSpPr/>
            <p:nvPr/>
          </p:nvSpPr>
          <p:spPr>
            <a:xfrm>
              <a:off x="13579636" y="1253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94" name="Google Shape;7094;p174"/>
            <p:cNvSpPr txBox="1"/>
            <p:nvPr/>
          </p:nvSpPr>
          <p:spPr>
            <a:xfrm>
              <a:off x="13715683" y="15458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Cases by Verified Contact</a:t>
              </a:r>
              <a:endParaRPr i="0" sz="800" u="none" cap="none" strike="noStrike">
                <a:latin typeface="Salesforce Sans"/>
                <a:ea typeface="Salesforce Sans"/>
                <a:cs typeface="Salesforce Sans"/>
                <a:sym typeface="Salesforce Sans"/>
              </a:endParaRPr>
            </a:p>
          </p:txBody>
        </p:sp>
        <p:sp>
          <p:nvSpPr>
            <p:cNvPr id="7095" name="Google Shape;7095;p174"/>
            <p:cNvSpPr txBox="1"/>
            <p:nvPr/>
          </p:nvSpPr>
          <p:spPr>
            <a:xfrm>
              <a:off x="13715683" y="169702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7096" name="Google Shape;7096;p174"/>
            <p:cNvSpPr txBox="1"/>
            <p:nvPr/>
          </p:nvSpPr>
          <p:spPr>
            <a:xfrm>
              <a:off x="13715682" y="183681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Grounded Service Replies</a:t>
              </a:r>
              <a:endParaRPr sz="800">
                <a:latin typeface="Salesforce Sans"/>
                <a:ea typeface="Salesforce Sans"/>
                <a:cs typeface="Salesforce Sans"/>
                <a:sym typeface="Salesforce Sans"/>
              </a:endParaRPr>
            </a:p>
          </p:txBody>
        </p:sp>
        <p:sp>
          <p:nvSpPr>
            <p:cNvPr id="7097" name="Google Shape;7097;p174"/>
            <p:cNvSpPr/>
            <p:nvPr/>
          </p:nvSpPr>
          <p:spPr>
            <a:xfrm>
              <a:off x="13579636" y="15644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98" name="Google Shape;7098;p174"/>
            <p:cNvSpPr/>
            <p:nvPr/>
          </p:nvSpPr>
          <p:spPr>
            <a:xfrm>
              <a:off x="13579636" y="17156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99" name="Google Shape;7099;p174"/>
            <p:cNvSpPr/>
            <p:nvPr/>
          </p:nvSpPr>
          <p:spPr>
            <a:xfrm>
              <a:off x="13579636" y="185541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0" name="Google Shape;7100;p174"/>
            <p:cNvSpPr txBox="1"/>
            <p:nvPr/>
          </p:nvSpPr>
          <p:spPr>
            <a:xfrm>
              <a:off x="13715676" y="26570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Inventory Management</a:t>
              </a:r>
              <a:endParaRPr i="0" sz="800" u="none" cap="none" strike="noStrike">
                <a:latin typeface="Salesforce Sans"/>
                <a:ea typeface="Salesforce Sans"/>
                <a:cs typeface="Salesforce Sans"/>
                <a:sym typeface="Salesforce Sans"/>
              </a:endParaRPr>
            </a:p>
          </p:txBody>
        </p:sp>
        <p:sp>
          <p:nvSpPr>
            <p:cNvPr id="7101" name="Google Shape;7101;p174"/>
            <p:cNvSpPr txBox="1"/>
            <p:nvPr/>
          </p:nvSpPr>
          <p:spPr>
            <a:xfrm>
              <a:off x="13715676" y="28056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Time Estimator</a:t>
              </a:r>
              <a:endParaRPr i="0" sz="800" u="none" cap="none" strike="noStrike">
                <a:latin typeface="Salesforce Sans"/>
                <a:ea typeface="Salesforce Sans"/>
                <a:cs typeface="Salesforce Sans"/>
                <a:sym typeface="Salesforce Sans"/>
              </a:endParaRPr>
            </a:p>
          </p:txBody>
        </p:sp>
        <p:sp>
          <p:nvSpPr>
            <p:cNvPr id="7102" name="Google Shape;7102;p174"/>
            <p:cNvSpPr txBox="1"/>
            <p:nvPr/>
          </p:nvSpPr>
          <p:spPr>
            <a:xfrm>
              <a:off x="13715675" y="29542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a:latin typeface="Salesforce Sans"/>
                <a:ea typeface="Salesforce Sans"/>
                <a:cs typeface="Salesforce Sans"/>
                <a:sym typeface="Salesforce Sans"/>
              </a:endParaRPr>
            </a:p>
          </p:txBody>
        </p:sp>
        <p:sp>
          <p:nvSpPr>
            <p:cNvPr id="7103" name="Google Shape;7103;p174"/>
            <p:cNvSpPr/>
            <p:nvPr/>
          </p:nvSpPr>
          <p:spPr>
            <a:xfrm>
              <a:off x="13579636" y="28242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4" name="Google Shape;7104;p174"/>
            <p:cNvSpPr/>
            <p:nvPr/>
          </p:nvSpPr>
          <p:spPr>
            <a:xfrm>
              <a:off x="13579636" y="2972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05" name="Google Shape;7105;p174"/>
            <p:cNvSpPr/>
            <p:nvPr/>
          </p:nvSpPr>
          <p:spPr>
            <a:xfrm>
              <a:off x="13579636" y="2675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6" name="Google Shape;7106;p174"/>
            <p:cNvSpPr txBox="1"/>
            <p:nvPr/>
          </p:nvSpPr>
          <p:spPr>
            <a:xfrm>
              <a:off x="13715676" y="31263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7107" name="Google Shape;7107;p174"/>
            <p:cNvSpPr txBox="1"/>
            <p:nvPr/>
          </p:nvSpPr>
          <p:spPr>
            <a:xfrm>
              <a:off x="13715676" y="32749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Finalize New Delivery Time</a:t>
              </a:r>
              <a:endParaRPr i="0" sz="800" u="none" cap="none" strike="noStrike">
                <a:latin typeface="Salesforce Sans"/>
                <a:ea typeface="Salesforce Sans"/>
                <a:cs typeface="Salesforce Sans"/>
                <a:sym typeface="Salesforce Sans"/>
              </a:endParaRPr>
            </a:p>
          </p:txBody>
        </p:sp>
        <p:sp>
          <p:nvSpPr>
            <p:cNvPr id="7108" name="Google Shape;7108;p174"/>
            <p:cNvSpPr txBox="1"/>
            <p:nvPr/>
          </p:nvSpPr>
          <p:spPr>
            <a:xfrm>
              <a:off x="13715675" y="34235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Confirmation</a:t>
              </a:r>
              <a:endParaRPr sz="800">
                <a:latin typeface="Salesforce Sans"/>
                <a:ea typeface="Salesforce Sans"/>
                <a:cs typeface="Salesforce Sans"/>
                <a:sym typeface="Salesforce Sans"/>
              </a:endParaRPr>
            </a:p>
          </p:txBody>
        </p:sp>
        <p:sp>
          <p:nvSpPr>
            <p:cNvPr id="7109" name="Google Shape;7109;p174"/>
            <p:cNvSpPr txBox="1"/>
            <p:nvPr/>
          </p:nvSpPr>
          <p:spPr>
            <a:xfrm>
              <a:off x="13715676" y="35747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Exception Management</a:t>
              </a:r>
              <a:endParaRPr i="0" sz="800" u="none" cap="none" strike="noStrike">
                <a:latin typeface="Salesforce Sans"/>
                <a:ea typeface="Salesforce Sans"/>
                <a:cs typeface="Salesforce Sans"/>
                <a:sym typeface="Salesforce Sans"/>
              </a:endParaRPr>
            </a:p>
          </p:txBody>
        </p:sp>
        <p:sp>
          <p:nvSpPr>
            <p:cNvPr id="7110" name="Google Shape;7110;p174"/>
            <p:cNvSpPr/>
            <p:nvPr/>
          </p:nvSpPr>
          <p:spPr>
            <a:xfrm>
              <a:off x="13579636" y="3293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1" name="Google Shape;7111;p174"/>
            <p:cNvSpPr/>
            <p:nvPr/>
          </p:nvSpPr>
          <p:spPr>
            <a:xfrm>
              <a:off x="13579636" y="34421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12" name="Google Shape;7112;p174"/>
            <p:cNvSpPr/>
            <p:nvPr/>
          </p:nvSpPr>
          <p:spPr>
            <a:xfrm>
              <a:off x="13579636" y="35933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3" name="Google Shape;7113;p174"/>
            <p:cNvSpPr/>
            <p:nvPr/>
          </p:nvSpPr>
          <p:spPr>
            <a:xfrm>
              <a:off x="13579636" y="3144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4" name="Google Shape;7114;p174"/>
            <p:cNvSpPr txBox="1"/>
            <p:nvPr/>
          </p:nvSpPr>
          <p:spPr>
            <a:xfrm>
              <a:off x="13715676" y="6461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7115" name="Google Shape;7115;p174"/>
            <p:cNvSpPr txBox="1"/>
            <p:nvPr/>
          </p:nvSpPr>
          <p:spPr>
            <a:xfrm>
              <a:off x="13715675" y="6610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a:t>
              </a:r>
              <a:endParaRPr sz="800">
                <a:latin typeface="Salesforce Sans"/>
                <a:ea typeface="Salesforce Sans"/>
                <a:cs typeface="Salesforce Sans"/>
                <a:sym typeface="Salesforce Sans"/>
              </a:endParaRPr>
            </a:p>
          </p:txBody>
        </p:sp>
        <p:sp>
          <p:nvSpPr>
            <p:cNvPr id="7116" name="Google Shape;7116;p174"/>
            <p:cNvSpPr txBox="1"/>
            <p:nvPr/>
          </p:nvSpPr>
          <p:spPr>
            <a:xfrm>
              <a:off x="13715674" y="6756791"/>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7117" name="Google Shape;7117;p174"/>
            <p:cNvSpPr/>
            <p:nvPr/>
          </p:nvSpPr>
          <p:spPr>
            <a:xfrm>
              <a:off x="13579636" y="6480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8" name="Google Shape;7118;p174"/>
            <p:cNvSpPr/>
            <p:nvPr/>
          </p:nvSpPr>
          <p:spPr>
            <a:xfrm>
              <a:off x="13579636" y="6628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19" name="Google Shape;7119;p174"/>
            <p:cNvSpPr/>
            <p:nvPr/>
          </p:nvSpPr>
          <p:spPr>
            <a:xfrm>
              <a:off x="13579636" y="67754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0" name="Google Shape;7120;p174"/>
            <p:cNvSpPr txBox="1"/>
            <p:nvPr/>
          </p:nvSpPr>
          <p:spPr>
            <a:xfrm>
              <a:off x="13715676" y="20341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Validation</a:t>
              </a:r>
              <a:endParaRPr i="0" sz="800" u="none" cap="none" strike="noStrike">
                <a:latin typeface="Salesforce Sans"/>
                <a:ea typeface="Salesforce Sans"/>
                <a:cs typeface="Salesforce Sans"/>
                <a:sym typeface="Salesforce Sans"/>
              </a:endParaRPr>
            </a:p>
          </p:txBody>
        </p:sp>
        <p:sp>
          <p:nvSpPr>
            <p:cNvPr id="7121" name="Google Shape;7121;p174"/>
            <p:cNvSpPr txBox="1"/>
            <p:nvPr/>
          </p:nvSpPr>
          <p:spPr>
            <a:xfrm>
              <a:off x="13715676" y="21827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Fulfillment Planning</a:t>
              </a:r>
              <a:endParaRPr i="0" sz="800" u="none" cap="none" strike="noStrike">
                <a:latin typeface="Salesforce Sans"/>
                <a:ea typeface="Salesforce Sans"/>
                <a:cs typeface="Salesforce Sans"/>
                <a:sym typeface="Salesforce Sans"/>
              </a:endParaRPr>
            </a:p>
          </p:txBody>
        </p:sp>
        <p:sp>
          <p:nvSpPr>
            <p:cNvPr id="7122" name="Google Shape;7122;p174"/>
            <p:cNvSpPr txBox="1"/>
            <p:nvPr/>
          </p:nvSpPr>
          <p:spPr>
            <a:xfrm>
              <a:off x="13715675" y="23313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Documentation &amp; Compliance</a:t>
              </a:r>
              <a:endParaRPr sz="800">
                <a:latin typeface="Salesforce Sans"/>
                <a:ea typeface="Salesforce Sans"/>
                <a:cs typeface="Salesforce Sans"/>
                <a:sym typeface="Salesforce Sans"/>
              </a:endParaRPr>
            </a:p>
          </p:txBody>
        </p:sp>
        <p:sp>
          <p:nvSpPr>
            <p:cNvPr id="7123" name="Google Shape;7123;p174"/>
            <p:cNvSpPr txBox="1"/>
            <p:nvPr/>
          </p:nvSpPr>
          <p:spPr>
            <a:xfrm>
              <a:off x="13715676" y="24825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Post-Sales Finance</a:t>
              </a:r>
              <a:endParaRPr sz="800">
                <a:latin typeface="Salesforce Sans"/>
                <a:ea typeface="Salesforce Sans"/>
                <a:cs typeface="Salesforce Sans"/>
                <a:sym typeface="Salesforce Sans"/>
              </a:endParaRPr>
            </a:p>
          </p:txBody>
        </p:sp>
        <p:sp>
          <p:nvSpPr>
            <p:cNvPr id="7124" name="Google Shape;7124;p174"/>
            <p:cNvSpPr/>
            <p:nvPr/>
          </p:nvSpPr>
          <p:spPr>
            <a:xfrm>
              <a:off x="13579636" y="23499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25" name="Google Shape;7125;p174"/>
            <p:cNvSpPr/>
            <p:nvPr/>
          </p:nvSpPr>
          <p:spPr>
            <a:xfrm>
              <a:off x="13579636" y="20527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6" name="Google Shape;7126;p174"/>
            <p:cNvSpPr txBox="1"/>
            <p:nvPr/>
          </p:nvSpPr>
          <p:spPr>
            <a:xfrm>
              <a:off x="13715676" y="390887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7127" name="Google Shape;7127;p174"/>
            <p:cNvSpPr txBox="1"/>
            <p:nvPr/>
          </p:nvSpPr>
          <p:spPr>
            <a:xfrm>
              <a:off x="13715676" y="40574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7128" name="Google Shape;7128;p174"/>
            <p:cNvSpPr/>
            <p:nvPr/>
          </p:nvSpPr>
          <p:spPr>
            <a:xfrm>
              <a:off x="13579636" y="40760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9" name="Google Shape;7129;p174"/>
            <p:cNvSpPr/>
            <p:nvPr/>
          </p:nvSpPr>
          <p:spPr>
            <a:xfrm>
              <a:off x="13579636" y="392747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0" name="Google Shape;7130;p174"/>
            <p:cNvSpPr txBox="1"/>
            <p:nvPr/>
          </p:nvSpPr>
          <p:spPr>
            <a:xfrm>
              <a:off x="13715676" y="42576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7131" name="Google Shape;7131;p174"/>
            <p:cNvSpPr txBox="1"/>
            <p:nvPr/>
          </p:nvSpPr>
          <p:spPr>
            <a:xfrm>
              <a:off x="13715676" y="44062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7132" name="Google Shape;7132;p174"/>
            <p:cNvSpPr txBox="1"/>
            <p:nvPr/>
          </p:nvSpPr>
          <p:spPr>
            <a:xfrm>
              <a:off x="13715675" y="45548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7133" name="Google Shape;7133;p174"/>
            <p:cNvSpPr txBox="1"/>
            <p:nvPr/>
          </p:nvSpPr>
          <p:spPr>
            <a:xfrm>
              <a:off x="13715676" y="47060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7134" name="Google Shape;7134;p174"/>
            <p:cNvSpPr/>
            <p:nvPr/>
          </p:nvSpPr>
          <p:spPr>
            <a:xfrm>
              <a:off x="13579636" y="442487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5" name="Google Shape;7135;p174"/>
            <p:cNvSpPr/>
            <p:nvPr/>
          </p:nvSpPr>
          <p:spPr>
            <a:xfrm>
              <a:off x="13579636" y="45734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36" name="Google Shape;7136;p174"/>
            <p:cNvSpPr/>
            <p:nvPr/>
          </p:nvSpPr>
          <p:spPr>
            <a:xfrm>
              <a:off x="13579636" y="472468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7" name="Google Shape;7137;p174"/>
            <p:cNvSpPr/>
            <p:nvPr/>
          </p:nvSpPr>
          <p:spPr>
            <a:xfrm>
              <a:off x="13579636" y="427626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8" name="Google Shape;7138;p174"/>
            <p:cNvSpPr txBox="1"/>
            <p:nvPr/>
          </p:nvSpPr>
          <p:spPr>
            <a:xfrm>
              <a:off x="13715676" y="487657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7139" name="Google Shape;7139;p174"/>
            <p:cNvSpPr txBox="1"/>
            <p:nvPr/>
          </p:nvSpPr>
          <p:spPr>
            <a:xfrm>
              <a:off x="13715675" y="502519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a:latin typeface="Salesforce Sans"/>
                <a:ea typeface="Salesforce Sans"/>
                <a:cs typeface="Salesforce Sans"/>
                <a:sym typeface="Salesforce Sans"/>
              </a:endParaRPr>
            </a:p>
          </p:txBody>
        </p:sp>
        <p:sp>
          <p:nvSpPr>
            <p:cNvPr id="7140" name="Google Shape;7140;p174"/>
            <p:cNvSpPr txBox="1"/>
            <p:nvPr/>
          </p:nvSpPr>
          <p:spPr>
            <a:xfrm>
              <a:off x="13715674" y="5176378"/>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7141" name="Google Shape;7141;p174"/>
            <p:cNvSpPr/>
            <p:nvPr/>
          </p:nvSpPr>
          <p:spPr>
            <a:xfrm>
              <a:off x="13579636" y="50437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42" name="Google Shape;7142;p174"/>
            <p:cNvSpPr/>
            <p:nvPr/>
          </p:nvSpPr>
          <p:spPr>
            <a:xfrm>
              <a:off x="13579636" y="51949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43" name="Google Shape;7143;p174"/>
            <p:cNvSpPr txBox="1"/>
            <p:nvPr/>
          </p:nvSpPr>
          <p:spPr>
            <a:xfrm>
              <a:off x="13715675" y="5352938"/>
              <a:ext cx="2678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Benefit Creation &amp; Delivery</a:t>
              </a:r>
              <a:endParaRPr i="0" sz="800" u="none" cap="none" strike="noStrike">
                <a:latin typeface="Salesforce Sans"/>
                <a:ea typeface="Salesforce Sans"/>
                <a:cs typeface="Salesforce Sans"/>
                <a:sym typeface="Salesforce Sans"/>
              </a:endParaRPr>
            </a:p>
          </p:txBody>
        </p:sp>
        <p:sp>
          <p:nvSpPr>
            <p:cNvPr id="7144" name="Google Shape;7144;p174"/>
            <p:cNvSpPr txBox="1"/>
            <p:nvPr/>
          </p:nvSpPr>
          <p:spPr>
            <a:xfrm>
              <a:off x="13715675" y="5501538"/>
              <a:ext cx="300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Health Monitoring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45" name="Google Shape;7145;p174"/>
            <p:cNvSpPr txBox="1"/>
            <p:nvPr/>
          </p:nvSpPr>
          <p:spPr>
            <a:xfrm>
              <a:off x="13715675" y="56501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7146" name="Google Shape;7146;p174"/>
            <p:cNvSpPr/>
            <p:nvPr/>
          </p:nvSpPr>
          <p:spPr>
            <a:xfrm>
              <a:off x="13579636" y="55201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47" name="Google Shape;7147;p174"/>
            <p:cNvSpPr txBox="1"/>
            <p:nvPr/>
          </p:nvSpPr>
          <p:spPr>
            <a:xfrm>
              <a:off x="13715675" y="58013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Relations Monitoring</a:t>
              </a:r>
              <a:endParaRPr sz="800">
                <a:latin typeface="Salesforce Sans"/>
                <a:ea typeface="Salesforce Sans"/>
                <a:cs typeface="Salesforce Sans"/>
                <a:sym typeface="Salesforce Sans"/>
              </a:endParaRPr>
            </a:p>
          </p:txBody>
        </p:sp>
        <p:sp>
          <p:nvSpPr>
            <p:cNvPr id="7148" name="Google Shape;7148;p174"/>
            <p:cNvSpPr/>
            <p:nvPr/>
          </p:nvSpPr>
          <p:spPr>
            <a:xfrm>
              <a:off x="13579636" y="5668762"/>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49" name="Google Shape;7149;p174"/>
            <p:cNvSpPr/>
            <p:nvPr/>
          </p:nvSpPr>
          <p:spPr>
            <a:xfrm>
              <a:off x="13579636" y="53715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0" name="Google Shape;7150;p174"/>
            <p:cNvSpPr txBox="1"/>
            <p:nvPr/>
          </p:nvSpPr>
          <p:spPr>
            <a:xfrm>
              <a:off x="13715676" y="59816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7151" name="Google Shape;7151;p174"/>
            <p:cNvSpPr txBox="1"/>
            <p:nvPr/>
          </p:nvSpPr>
          <p:spPr>
            <a:xfrm>
              <a:off x="13715675" y="61302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p:txBody>
        </p:sp>
        <p:sp>
          <p:nvSpPr>
            <p:cNvPr id="7152" name="Google Shape;7152;p174"/>
            <p:cNvSpPr txBox="1"/>
            <p:nvPr/>
          </p:nvSpPr>
          <p:spPr>
            <a:xfrm>
              <a:off x="13715674" y="62814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 &amp; Kpi Monitoring</a:t>
              </a:r>
              <a:endParaRPr sz="800">
                <a:latin typeface="Salesforce Sans"/>
                <a:ea typeface="Salesforce Sans"/>
                <a:cs typeface="Salesforce Sans"/>
                <a:sym typeface="Salesforce Sans"/>
              </a:endParaRPr>
            </a:p>
          </p:txBody>
        </p:sp>
        <p:sp>
          <p:nvSpPr>
            <p:cNvPr id="7153" name="Google Shape;7153;p174"/>
            <p:cNvSpPr/>
            <p:nvPr/>
          </p:nvSpPr>
          <p:spPr>
            <a:xfrm>
              <a:off x="13579636" y="600026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4" name="Google Shape;7154;p174"/>
            <p:cNvSpPr/>
            <p:nvPr/>
          </p:nvSpPr>
          <p:spPr>
            <a:xfrm>
              <a:off x="13579636" y="614887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55" name="Google Shape;7155;p174"/>
            <p:cNvSpPr/>
            <p:nvPr/>
          </p:nvSpPr>
          <p:spPr>
            <a:xfrm>
              <a:off x="13579636" y="630007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6" name="Google Shape;7156;p174"/>
            <p:cNvSpPr txBox="1"/>
            <p:nvPr/>
          </p:nvSpPr>
          <p:spPr>
            <a:xfrm>
              <a:off x="13715675" y="692871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57" name="Google Shape;7157;p174"/>
            <p:cNvSpPr txBox="1"/>
            <p:nvPr/>
          </p:nvSpPr>
          <p:spPr>
            <a:xfrm>
              <a:off x="13715676" y="7102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7158" name="Google Shape;7158;p174"/>
            <p:cNvSpPr txBox="1"/>
            <p:nvPr/>
          </p:nvSpPr>
          <p:spPr>
            <a:xfrm>
              <a:off x="13715676" y="7251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7159" name="Google Shape;7159;p174"/>
            <p:cNvSpPr/>
            <p:nvPr/>
          </p:nvSpPr>
          <p:spPr>
            <a:xfrm>
              <a:off x="13579636" y="71210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60" name="Google Shape;7160;p174"/>
            <p:cNvSpPr txBox="1"/>
            <p:nvPr/>
          </p:nvSpPr>
          <p:spPr>
            <a:xfrm>
              <a:off x="13715676" y="74278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Alert Ingestion &amp; Correlation</a:t>
              </a:r>
              <a:endParaRPr i="0" sz="800" u="none" cap="none" strike="noStrike">
                <a:latin typeface="Salesforce Sans"/>
                <a:ea typeface="Salesforce Sans"/>
                <a:cs typeface="Salesforce Sans"/>
                <a:sym typeface="Salesforce Sans"/>
              </a:endParaRPr>
            </a:p>
          </p:txBody>
        </p:sp>
        <p:sp>
          <p:nvSpPr>
            <p:cNvPr id="7161" name="Google Shape;7161;p174"/>
            <p:cNvSpPr txBox="1"/>
            <p:nvPr/>
          </p:nvSpPr>
          <p:spPr>
            <a:xfrm>
              <a:off x="13715676" y="7576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Triage &amp; Routing</a:t>
              </a:r>
              <a:endParaRPr i="0" sz="800" u="none" cap="none" strike="noStrike">
                <a:latin typeface="Salesforce Sans"/>
                <a:ea typeface="Salesforce Sans"/>
                <a:cs typeface="Salesforce Sans"/>
                <a:sym typeface="Salesforce Sans"/>
              </a:endParaRPr>
            </a:p>
          </p:txBody>
        </p:sp>
        <p:sp>
          <p:nvSpPr>
            <p:cNvPr id="7162" name="Google Shape;7162;p174"/>
            <p:cNvSpPr txBox="1"/>
            <p:nvPr/>
          </p:nvSpPr>
          <p:spPr>
            <a:xfrm>
              <a:off x="13715675" y="77250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7163" name="Google Shape;7163;p174"/>
            <p:cNvSpPr txBox="1"/>
            <p:nvPr/>
          </p:nvSpPr>
          <p:spPr>
            <a:xfrm>
              <a:off x="13715676" y="787621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Auto-Remediation &amp; Rollback</a:t>
              </a:r>
              <a:endParaRPr sz="800">
                <a:latin typeface="Salesforce Sans"/>
                <a:ea typeface="Salesforce Sans"/>
                <a:cs typeface="Salesforce Sans"/>
                <a:sym typeface="Salesforce Sans"/>
              </a:endParaRPr>
            </a:p>
          </p:txBody>
        </p:sp>
        <p:sp>
          <p:nvSpPr>
            <p:cNvPr id="7164" name="Google Shape;7164;p174"/>
            <p:cNvSpPr/>
            <p:nvPr/>
          </p:nvSpPr>
          <p:spPr>
            <a:xfrm>
              <a:off x="13579636" y="774361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65" name="Google Shape;7165;p174"/>
            <p:cNvSpPr txBox="1"/>
            <p:nvPr/>
          </p:nvSpPr>
          <p:spPr>
            <a:xfrm>
              <a:off x="13715676" y="80740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Schema Discovery &amp; Mapping</a:t>
              </a:r>
              <a:endParaRPr i="0" sz="800" u="none" cap="none" strike="noStrike">
                <a:latin typeface="Salesforce Sans"/>
                <a:ea typeface="Salesforce Sans"/>
                <a:cs typeface="Salesforce Sans"/>
                <a:sym typeface="Salesforce Sans"/>
              </a:endParaRPr>
            </a:p>
          </p:txBody>
        </p:sp>
        <p:sp>
          <p:nvSpPr>
            <p:cNvPr id="7166" name="Google Shape;7166;p174"/>
            <p:cNvSpPr txBox="1"/>
            <p:nvPr/>
          </p:nvSpPr>
          <p:spPr>
            <a:xfrm>
              <a:off x="13715676" y="82226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Transformation &amp; Validation (Etl)</a:t>
              </a:r>
              <a:endParaRPr sz="800">
                <a:latin typeface="Salesforce Sans"/>
                <a:ea typeface="Salesforce Sans"/>
                <a:cs typeface="Salesforce Sans"/>
                <a:sym typeface="Salesforce Sans"/>
              </a:endParaRPr>
            </a:p>
          </p:txBody>
        </p:sp>
        <p:sp>
          <p:nvSpPr>
            <p:cNvPr id="7167" name="Google Shape;7167;p174"/>
            <p:cNvSpPr txBox="1"/>
            <p:nvPr/>
          </p:nvSpPr>
          <p:spPr>
            <a:xfrm>
              <a:off x="13715675" y="83712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Sync Orchestration</a:t>
              </a:r>
              <a:endParaRPr sz="800">
                <a:latin typeface="Salesforce Sans"/>
                <a:ea typeface="Salesforce Sans"/>
                <a:cs typeface="Salesforce Sans"/>
                <a:sym typeface="Salesforce Sans"/>
              </a:endParaRPr>
            </a:p>
          </p:txBody>
        </p:sp>
        <p:sp>
          <p:nvSpPr>
            <p:cNvPr id="7168" name="Google Shape;7168;p174"/>
            <p:cNvSpPr txBox="1"/>
            <p:nvPr/>
          </p:nvSpPr>
          <p:spPr>
            <a:xfrm>
              <a:off x="13715676" y="8522481"/>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Quality &amp; Exception Handling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69" name="Google Shape;7169;p174"/>
            <p:cNvSpPr txBox="1"/>
            <p:nvPr/>
          </p:nvSpPr>
          <p:spPr>
            <a:xfrm>
              <a:off x="13715676" y="86994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7170" name="Google Shape;7170;p174"/>
            <p:cNvSpPr txBox="1"/>
            <p:nvPr/>
          </p:nvSpPr>
          <p:spPr>
            <a:xfrm>
              <a:off x="13715675" y="884802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p:txBody>
        </p:sp>
        <p:sp>
          <p:nvSpPr>
            <p:cNvPr id="7171" name="Google Shape;7171;p174"/>
            <p:cNvSpPr txBox="1"/>
            <p:nvPr/>
          </p:nvSpPr>
          <p:spPr>
            <a:xfrm>
              <a:off x="13715674" y="89944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7172" name="Google Shape;7172;p174"/>
            <p:cNvSpPr/>
            <p:nvPr/>
          </p:nvSpPr>
          <p:spPr>
            <a:xfrm>
              <a:off x="13579636" y="87180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73" name="Google Shape;7173;p174"/>
            <p:cNvSpPr/>
            <p:nvPr/>
          </p:nvSpPr>
          <p:spPr>
            <a:xfrm>
              <a:off x="13579636" y="9013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74" name="Google Shape;7174;p174"/>
            <p:cNvSpPr txBox="1"/>
            <p:nvPr/>
          </p:nvSpPr>
          <p:spPr>
            <a:xfrm>
              <a:off x="13715676" y="915899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a:t>
              </a:r>
              <a:endParaRPr sz="800">
                <a:latin typeface="Salesforce Sans"/>
                <a:ea typeface="Salesforce Sans"/>
                <a:cs typeface="Salesforce Sans"/>
                <a:sym typeface="Salesforce Sans"/>
              </a:endParaRPr>
            </a:p>
          </p:txBody>
        </p:sp>
        <p:sp>
          <p:nvSpPr>
            <p:cNvPr id="7175" name="Google Shape;7175;p174"/>
            <p:cNvSpPr txBox="1"/>
            <p:nvPr/>
          </p:nvSpPr>
          <p:spPr>
            <a:xfrm>
              <a:off x="13715675" y="930760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a:t>
              </a:r>
              <a:endParaRPr sz="800">
                <a:latin typeface="Salesforce Sans"/>
                <a:ea typeface="Salesforce Sans"/>
                <a:cs typeface="Salesforce Sans"/>
                <a:sym typeface="Salesforce Sans"/>
              </a:endParaRPr>
            </a:p>
          </p:txBody>
        </p:sp>
        <p:sp>
          <p:nvSpPr>
            <p:cNvPr id="7176" name="Google Shape;7176;p174"/>
            <p:cNvSpPr txBox="1"/>
            <p:nvPr/>
          </p:nvSpPr>
          <p:spPr>
            <a:xfrm>
              <a:off x="13715674" y="945403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a:t>
              </a:r>
              <a:endParaRPr sz="800">
                <a:latin typeface="Salesforce Sans"/>
                <a:ea typeface="Salesforce Sans"/>
                <a:cs typeface="Salesforce Sans"/>
                <a:sym typeface="Salesforce Sans"/>
              </a:endParaRPr>
            </a:p>
          </p:txBody>
        </p:sp>
      </p:gr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Card - Small right">
  <p:cSld name="TITLE_1_1_1_1_1_1_1_1_1_1_1_1_1_1_1_1_1_1_3">
    <p:bg>
      <p:bgPr>
        <a:solidFill>
          <a:srgbClr val="CFE9FE"/>
        </a:solidFill>
      </p:bgPr>
    </p:bg>
    <p:spTree>
      <p:nvGrpSpPr>
        <p:cNvPr id="7177" name="Shape 7177"/>
        <p:cNvGrpSpPr/>
        <p:nvPr/>
      </p:nvGrpSpPr>
      <p:grpSpPr>
        <a:xfrm>
          <a:off x="0" y="0"/>
          <a:ext cx="0" cy="0"/>
          <a:chOff x="0" y="0"/>
          <a:chExt cx="0" cy="0"/>
        </a:xfrm>
      </p:grpSpPr>
      <p:pic>
        <p:nvPicPr>
          <p:cNvPr id="7178" name="Google Shape;7178;p175" title="Salesforce logo"/>
          <p:cNvPicPr preferRelativeResize="0"/>
          <p:nvPr/>
        </p:nvPicPr>
        <p:blipFill rotWithShape="1">
          <a:blip r:embed="rId2">
            <a:alphaModFix/>
          </a:blip>
          <a:srcRect b="0" l="0" r="0" t="0"/>
          <a:stretch/>
        </p:blipFill>
        <p:spPr>
          <a:xfrm>
            <a:off x="16549999" y="848190"/>
            <a:ext cx="953601" cy="667642"/>
          </a:xfrm>
          <a:prstGeom prst="rect">
            <a:avLst/>
          </a:prstGeom>
          <a:noFill/>
          <a:ln>
            <a:noFill/>
          </a:ln>
        </p:spPr>
      </p:pic>
      <p:sp>
        <p:nvSpPr>
          <p:cNvPr id="7179" name="Google Shape;7179;p175"/>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180" name="Google Shape;7180;p175"/>
          <p:cNvSpPr txBox="1"/>
          <p:nvPr>
            <p:ph idx="1"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181" name="Google Shape;7181;p175"/>
          <p:cNvSpPr txBox="1"/>
          <p:nvPr>
            <p:ph idx="2" type="body"/>
          </p:nvPr>
        </p:nvSpPr>
        <p:spPr>
          <a:xfrm>
            <a:off x="857250" y="3399472"/>
            <a:ext cx="7620000" cy="57342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7182" name="Google Shape;7182;p175"/>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7183" name="Google Shape;7183;p175"/>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slideLayout" Target="../slideLayouts/slideLayout89.xml"/><Relationship Id="rId3" Type="http://schemas.openxmlformats.org/officeDocument/2006/relationships/slideLayout" Target="../slideLayouts/slideLayout90.xml"/><Relationship Id="rId4" Type="http://schemas.openxmlformats.org/officeDocument/2006/relationships/slideLayout" Target="../slideLayouts/slideLayout91.xml"/><Relationship Id="rId5" Type="http://schemas.openxmlformats.org/officeDocument/2006/relationships/slideLayout" Target="../slideLayouts/slideLayout92.xml"/><Relationship Id="rId6" Type="http://schemas.openxmlformats.org/officeDocument/2006/relationships/slideLayout" Target="../slideLayouts/slideLayout93.xml"/><Relationship Id="rId7" Type="http://schemas.openxmlformats.org/officeDocument/2006/relationships/slideLayout" Target="../slideLayouts/slideLayout94.xml"/><Relationship Id="rId8" Type="http://schemas.openxmlformats.org/officeDocument/2006/relationships/slideLayout" Target="../slideLayouts/slideLayout95.xml"/><Relationship Id="rId9" Type="http://schemas.openxmlformats.org/officeDocument/2006/relationships/slideLayout" Target="../slideLayouts/slideLayout96.xml"/><Relationship Id="rId10" Type="http://schemas.openxmlformats.org/officeDocument/2006/relationships/slideLayout" Target="../slideLayouts/slideLayout97.xml"/><Relationship Id="rId11" Type="http://schemas.openxmlformats.org/officeDocument/2006/relationships/slideLayout" Target="../slideLayouts/slideLayout98.xml"/><Relationship Id="rId12" Type="http://schemas.openxmlformats.org/officeDocument/2006/relationships/slideLayout" Target="../slideLayouts/slideLayout99.xml"/><Relationship Id="rId13" Type="http://schemas.openxmlformats.org/officeDocument/2006/relationships/slideLayout" Target="../slideLayouts/slideLayout100.xml"/><Relationship Id="rId14" Type="http://schemas.openxmlformats.org/officeDocument/2006/relationships/slideLayout" Target="../slideLayouts/slideLayout101.xml"/><Relationship Id="rId15" Type="http://schemas.openxmlformats.org/officeDocument/2006/relationships/slideLayout" Target="../slideLayouts/slideLayout102.xml"/><Relationship Id="rId16" Type="http://schemas.openxmlformats.org/officeDocument/2006/relationships/slideLayout" Target="../slideLayouts/slideLayout103.xml"/><Relationship Id="rId17" Type="http://schemas.openxmlformats.org/officeDocument/2006/relationships/slideLayout" Target="../slideLayouts/slideLayout104.xml"/><Relationship Id="rId18" Type="http://schemas.openxmlformats.org/officeDocument/2006/relationships/slideLayout" Target="../slideLayouts/slideLayout105.xml"/><Relationship Id="rId19" Type="http://schemas.openxmlformats.org/officeDocument/2006/relationships/slideLayout" Target="../slideLayouts/slideLayout106.xml"/><Relationship Id="rId20" Type="http://schemas.openxmlformats.org/officeDocument/2006/relationships/slideLayout" Target="../slideLayouts/slideLayout107.xml"/><Relationship Id="rId21" Type="http://schemas.openxmlformats.org/officeDocument/2006/relationships/slideLayout" Target="../slideLayouts/slideLayout108.xml"/><Relationship Id="rId22" Type="http://schemas.openxmlformats.org/officeDocument/2006/relationships/slideLayout" Target="../slideLayouts/slideLayout109.xml"/><Relationship Id="rId23" Type="http://schemas.openxmlformats.org/officeDocument/2006/relationships/slideLayout" Target="../slideLayouts/slideLayout110.xml"/><Relationship Id="rId24" Type="http://schemas.openxmlformats.org/officeDocument/2006/relationships/slideLayout" Target="../slideLayouts/slideLayout111.xml"/><Relationship Id="rId25" Type="http://schemas.openxmlformats.org/officeDocument/2006/relationships/slideLayout" Target="../slideLayouts/slideLayout112.xml"/><Relationship Id="rId26" Type="http://schemas.openxmlformats.org/officeDocument/2006/relationships/slideLayout" Target="../slideLayouts/slideLayout113.xml"/><Relationship Id="rId27" Type="http://schemas.openxmlformats.org/officeDocument/2006/relationships/slideLayout" Target="../slideLayouts/slideLayout114.xml"/><Relationship Id="rId28" Type="http://schemas.openxmlformats.org/officeDocument/2006/relationships/slideLayout" Target="../slideLayouts/slideLayout115.xml"/><Relationship Id="rId29" Type="http://schemas.openxmlformats.org/officeDocument/2006/relationships/slideLayout" Target="../slideLayouts/slideLayout116.xml"/><Relationship Id="rId30" Type="http://schemas.openxmlformats.org/officeDocument/2006/relationships/slideLayout" Target="../slideLayouts/slideLayout117.xml"/><Relationship Id="rId31" Type="http://schemas.openxmlformats.org/officeDocument/2006/relationships/slideLayout" Target="../slideLayouts/slideLayout118.xml"/><Relationship Id="rId32" Type="http://schemas.openxmlformats.org/officeDocument/2006/relationships/slideLayout" Target="../slideLayouts/slideLayout119.xml"/><Relationship Id="rId33" Type="http://schemas.openxmlformats.org/officeDocument/2006/relationships/slideLayout" Target="../slideLayouts/slideLayout120.xml"/><Relationship Id="rId34" Type="http://schemas.openxmlformats.org/officeDocument/2006/relationships/slideLayout" Target="../slideLayouts/slideLayout121.xml"/><Relationship Id="rId35" Type="http://schemas.openxmlformats.org/officeDocument/2006/relationships/slideLayout" Target="../slideLayouts/slideLayout122.xml"/><Relationship Id="rId36" Type="http://schemas.openxmlformats.org/officeDocument/2006/relationships/slideLayout" Target="../slideLayouts/slideLayout123.xml"/><Relationship Id="rId37" Type="http://schemas.openxmlformats.org/officeDocument/2006/relationships/slideLayout" Target="../slideLayouts/slideLayout124.xml"/><Relationship Id="rId38" Type="http://schemas.openxmlformats.org/officeDocument/2006/relationships/slideLayout" Target="../slideLayouts/slideLayout125.xml"/><Relationship Id="rId39" Type="http://schemas.openxmlformats.org/officeDocument/2006/relationships/slideLayout" Target="../slideLayouts/slideLayout126.xml"/><Relationship Id="rId40" Type="http://schemas.openxmlformats.org/officeDocument/2006/relationships/slideLayout" Target="../slideLayouts/slideLayout127.xml"/><Relationship Id="rId41" Type="http://schemas.openxmlformats.org/officeDocument/2006/relationships/slideLayout" Target="../slideLayouts/slideLayout128.xml"/><Relationship Id="rId42" Type="http://schemas.openxmlformats.org/officeDocument/2006/relationships/slideLayout" Target="../slideLayouts/slideLayout129.xml"/><Relationship Id="rId43" Type="http://schemas.openxmlformats.org/officeDocument/2006/relationships/slideLayout" Target="../slideLayouts/slideLayout130.xml"/><Relationship Id="rId44" Type="http://schemas.openxmlformats.org/officeDocument/2006/relationships/slideLayout" Target="../slideLayouts/slideLayout131.xml"/><Relationship Id="rId45" Type="http://schemas.openxmlformats.org/officeDocument/2006/relationships/slideLayout" Target="../slideLayouts/slideLayout132.xml"/><Relationship Id="rId46" Type="http://schemas.openxmlformats.org/officeDocument/2006/relationships/slideLayout" Target="../slideLayouts/slideLayout133.xml"/><Relationship Id="rId47" Type="http://schemas.openxmlformats.org/officeDocument/2006/relationships/slideLayout" Target="../slideLayouts/slideLayout134.xml"/><Relationship Id="rId48" Type="http://schemas.openxmlformats.org/officeDocument/2006/relationships/slideLayout" Target="../slideLayouts/slideLayout135.xml"/><Relationship Id="rId49" Type="http://schemas.openxmlformats.org/officeDocument/2006/relationships/slideLayout" Target="../slideLayouts/slideLayout136.xml"/><Relationship Id="rId50" Type="http://schemas.openxmlformats.org/officeDocument/2006/relationships/slideLayout" Target="../slideLayouts/slideLayout137.xml"/><Relationship Id="rId51" Type="http://schemas.openxmlformats.org/officeDocument/2006/relationships/slideLayout" Target="../slideLayouts/slideLayout138.xml"/><Relationship Id="rId52" Type="http://schemas.openxmlformats.org/officeDocument/2006/relationships/slideLayout" Target="../slideLayouts/slideLayout139.xml"/><Relationship Id="rId53" Type="http://schemas.openxmlformats.org/officeDocument/2006/relationships/slideLayout" Target="../slideLayouts/slideLayout140.xml"/><Relationship Id="rId54" Type="http://schemas.openxmlformats.org/officeDocument/2006/relationships/slideLayout" Target="../slideLayouts/slideLayout141.xml"/><Relationship Id="rId55" Type="http://schemas.openxmlformats.org/officeDocument/2006/relationships/slideLayout" Target="../slideLayouts/slideLayout142.xml"/><Relationship Id="rId56" Type="http://schemas.openxmlformats.org/officeDocument/2006/relationships/slideLayout" Target="../slideLayouts/slideLayout143.xml"/><Relationship Id="rId57" Type="http://schemas.openxmlformats.org/officeDocument/2006/relationships/slideLayout" Target="../slideLayouts/slideLayout144.xml"/><Relationship Id="rId58" Type="http://schemas.openxmlformats.org/officeDocument/2006/relationships/slideLayout" Target="../slideLayouts/slideLayout145.xml"/><Relationship Id="rId59" Type="http://schemas.openxmlformats.org/officeDocument/2006/relationships/slideLayout" Target="../slideLayouts/slideLayout146.xml"/><Relationship Id="rId60" Type="http://schemas.openxmlformats.org/officeDocument/2006/relationships/slideLayout" Target="../slideLayouts/slideLayout147.xml"/><Relationship Id="rId61" Type="http://schemas.openxmlformats.org/officeDocument/2006/relationships/slideLayout" Target="../slideLayouts/slideLayout148.xml"/><Relationship Id="rId62" Type="http://schemas.openxmlformats.org/officeDocument/2006/relationships/slideLayout" Target="../slideLayouts/slideLayout149.xml"/><Relationship Id="rId63" Type="http://schemas.openxmlformats.org/officeDocument/2006/relationships/slideLayout" Target="../slideLayouts/slideLayout150.xml"/><Relationship Id="rId64" Type="http://schemas.openxmlformats.org/officeDocument/2006/relationships/slideLayout" Target="../slideLayouts/slideLayout151.xml"/><Relationship Id="rId65" Type="http://schemas.openxmlformats.org/officeDocument/2006/relationships/slideLayout" Target="../slideLayouts/slideLayout152.xml"/><Relationship Id="rId66" Type="http://schemas.openxmlformats.org/officeDocument/2006/relationships/slideLayout" Target="../slideLayouts/slideLayout153.xml"/><Relationship Id="rId67" Type="http://schemas.openxmlformats.org/officeDocument/2006/relationships/slideLayout" Target="../slideLayouts/slideLayout154.xml"/><Relationship Id="rId68" Type="http://schemas.openxmlformats.org/officeDocument/2006/relationships/slideLayout" Target="../slideLayouts/slideLayout155.xml"/><Relationship Id="rId69" Type="http://schemas.openxmlformats.org/officeDocument/2006/relationships/slideLayout" Target="../slideLayouts/slideLayout156.xml"/><Relationship Id="rId70" Type="http://schemas.openxmlformats.org/officeDocument/2006/relationships/slideLayout" Target="../slideLayouts/slideLayout157.xml"/><Relationship Id="rId71" Type="http://schemas.openxmlformats.org/officeDocument/2006/relationships/slideLayout" Target="../slideLayouts/slideLayout158.xml"/><Relationship Id="rId72" Type="http://schemas.openxmlformats.org/officeDocument/2006/relationships/slideLayout" Target="../slideLayouts/slideLayout159.xml"/><Relationship Id="rId73" Type="http://schemas.openxmlformats.org/officeDocument/2006/relationships/slideLayout" Target="../slideLayouts/slideLayout160.xml"/><Relationship Id="rId74" Type="http://schemas.openxmlformats.org/officeDocument/2006/relationships/slideLayout" Target="../slideLayouts/slideLayout161.xml"/><Relationship Id="rId75" Type="http://schemas.openxmlformats.org/officeDocument/2006/relationships/slideLayout" Target="../slideLayouts/slideLayout162.xml"/><Relationship Id="rId76" Type="http://schemas.openxmlformats.org/officeDocument/2006/relationships/slideLayout" Target="../slideLayouts/slideLayout163.xml"/><Relationship Id="rId77" Type="http://schemas.openxmlformats.org/officeDocument/2006/relationships/slideLayout" Target="../slideLayouts/slideLayout164.xml"/><Relationship Id="rId78" Type="http://schemas.openxmlformats.org/officeDocument/2006/relationships/slideLayout" Target="../slideLayouts/slideLayout165.xml"/><Relationship Id="rId79" Type="http://schemas.openxmlformats.org/officeDocument/2006/relationships/slideLayout" Target="../slideLayouts/slideLayout166.xml"/><Relationship Id="rId80" Type="http://schemas.openxmlformats.org/officeDocument/2006/relationships/slideLayout" Target="../slideLayouts/slideLayout167.xml"/><Relationship Id="rId81" Type="http://schemas.openxmlformats.org/officeDocument/2006/relationships/slideLayout" Target="../slideLayouts/slideLayout168.xml"/><Relationship Id="rId82" Type="http://schemas.openxmlformats.org/officeDocument/2006/relationships/slideLayout" Target="../slideLayouts/slideLayout169.xml"/><Relationship Id="rId83" Type="http://schemas.openxmlformats.org/officeDocument/2006/relationships/slideLayout" Target="../slideLayouts/slideLayout170.xml"/><Relationship Id="rId84" Type="http://schemas.openxmlformats.org/officeDocument/2006/relationships/slideLayout" Target="../slideLayouts/slideLayout171.xml"/><Relationship Id="rId85" Type="http://schemas.openxmlformats.org/officeDocument/2006/relationships/slideLayout" Target="../slideLayouts/slideLayout172.xml"/><Relationship Id="rId86" Type="http://schemas.openxmlformats.org/officeDocument/2006/relationships/slideLayout" Target="../slideLayouts/slideLayout173.xml"/><Relationship Id="rId8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22" name="Shape 22"/>
        <p:cNvGrpSpPr/>
        <p:nvPr/>
      </p:nvGrpSpPr>
      <p:grpSpPr>
        <a:xfrm>
          <a:off x="0" y="0"/>
          <a:ext cx="0" cy="0"/>
          <a:chOff x="0" y="0"/>
          <a:chExt cx="0" cy="0"/>
        </a:xfrm>
      </p:grpSpPr>
      <p:sp>
        <p:nvSpPr>
          <p:cNvPr id="23" name="Google Shape;23;p1"/>
          <p:cNvSpPr txBox="1"/>
          <p:nvPr>
            <p:ph type="title"/>
          </p:nvPr>
        </p:nvSpPr>
        <p:spPr>
          <a:xfrm>
            <a:off x="857250" y="890050"/>
            <a:ext cx="16573500" cy="1145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p:txBody>
      </p:sp>
      <p:sp>
        <p:nvSpPr>
          <p:cNvPr id="24" name="Google Shape;24;p1"/>
          <p:cNvSpPr txBox="1"/>
          <p:nvPr>
            <p:ph idx="1" type="body"/>
          </p:nvPr>
        </p:nvSpPr>
        <p:spPr>
          <a:xfrm>
            <a:off x="857250" y="2567250"/>
            <a:ext cx="16573500" cy="6576900"/>
          </a:xfrm>
          <a:prstGeom prst="rect">
            <a:avLst/>
          </a:prstGeom>
          <a:noFill/>
          <a:ln>
            <a:noFill/>
          </a:ln>
        </p:spPr>
        <p:txBody>
          <a:bodyPr anchorCtr="0" anchor="t" bIns="182850" lIns="182850" spcFirstLastPara="1" rIns="182850" wrap="square" tIns="182850">
            <a:noAutofit/>
          </a:bodyPr>
          <a:lstStyle>
            <a:lvl1pPr indent="-419100" lvl="0" marL="45720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indent="-393700" lvl="1" marL="91440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indent="-381000" lvl="2" marL="137160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indent="-368300" lvl="3" marL="182880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indent="-355600" lvl="4" marL="228600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indent="-342900" lvl="5" marL="27432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indent="-342900" lvl="6" marL="32004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indent="-342900" lvl="7" marL="36576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indent="-342900" lvl="8" marL="411480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6" pos="4140">
          <p15:clr>
            <a:srgbClr val="FF00FF"/>
          </p15:clr>
        </p15:guide>
        <p15:guide id="17" pos="4680">
          <p15:clr>
            <a:srgbClr val="FF00FF"/>
          </p15:clr>
        </p15:guide>
        <p15:guide id="18" pos="504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3605" name="Shape 3605"/>
        <p:cNvGrpSpPr/>
        <p:nvPr/>
      </p:nvGrpSpPr>
      <p:grpSpPr>
        <a:xfrm>
          <a:off x="0" y="0"/>
          <a:ext cx="0" cy="0"/>
          <a:chOff x="0" y="0"/>
          <a:chExt cx="0" cy="0"/>
        </a:xfrm>
      </p:grpSpPr>
      <p:sp>
        <p:nvSpPr>
          <p:cNvPr id="3606" name="Google Shape;3606;p89"/>
          <p:cNvSpPr txBox="1"/>
          <p:nvPr>
            <p:ph type="title"/>
          </p:nvPr>
        </p:nvSpPr>
        <p:spPr>
          <a:xfrm>
            <a:off x="857250" y="890050"/>
            <a:ext cx="16573500" cy="1145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p:txBody>
      </p:sp>
      <p:sp>
        <p:nvSpPr>
          <p:cNvPr id="3607" name="Google Shape;3607;p89"/>
          <p:cNvSpPr txBox="1"/>
          <p:nvPr>
            <p:ph idx="1" type="body"/>
          </p:nvPr>
        </p:nvSpPr>
        <p:spPr>
          <a:xfrm>
            <a:off x="857250" y="2567250"/>
            <a:ext cx="16573500" cy="6576900"/>
          </a:xfrm>
          <a:prstGeom prst="rect">
            <a:avLst/>
          </a:prstGeom>
          <a:noFill/>
          <a:ln>
            <a:noFill/>
          </a:ln>
        </p:spPr>
        <p:txBody>
          <a:bodyPr anchorCtr="0" anchor="t" bIns="182850" lIns="182850" spcFirstLastPara="1" rIns="182850" wrap="square" tIns="182850">
            <a:noAutofit/>
          </a:bodyPr>
          <a:lstStyle>
            <a:lvl1pPr indent="-419100" lvl="0" marL="45720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indent="-393700" lvl="1" marL="91440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indent="-381000" lvl="2" marL="137160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indent="-368300" lvl="3" marL="182880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indent="-355600" lvl="4" marL="228600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indent="-342900" lvl="5" marL="27432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indent="-342900" lvl="6" marL="32004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indent="-342900" lvl="7" marL="36576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indent="-342900" lvl="8" marL="411480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p:txBody>
      </p:sp>
    </p:spTree>
  </p:cSld>
  <p:clrMap accent1="accent1" accent2="accent2" accent3="accent3" accent4="accent4" accent5="accent5" accent6="accent6" bg1="lt1" bg2="dk2" tx1="dk1" tx2="lt2" folHlink="folHlink" hlink="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 id="2147483763" r:id="rId29"/>
    <p:sldLayoutId id="2147483764" r:id="rId30"/>
    <p:sldLayoutId id="2147483765" r:id="rId31"/>
    <p:sldLayoutId id="2147483766" r:id="rId32"/>
    <p:sldLayoutId id="2147483767" r:id="rId33"/>
    <p:sldLayoutId id="2147483768" r:id="rId34"/>
    <p:sldLayoutId id="2147483769" r:id="rId35"/>
    <p:sldLayoutId id="2147483770" r:id="rId36"/>
    <p:sldLayoutId id="2147483771" r:id="rId37"/>
    <p:sldLayoutId id="2147483772" r:id="rId38"/>
    <p:sldLayoutId id="2147483773" r:id="rId39"/>
    <p:sldLayoutId id="2147483774" r:id="rId40"/>
    <p:sldLayoutId id="2147483775" r:id="rId41"/>
    <p:sldLayoutId id="2147483776" r:id="rId42"/>
    <p:sldLayoutId id="2147483777" r:id="rId43"/>
    <p:sldLayoutId id="2147483778" r:id="rId44"/>
    <p:sldLayoutId id="2147483779" r:id="rId45"/>
    <p:sldLayoutId id="2147483780" r:id="rId46"/>
    <p:sldLayoutId id="2147483781" r:id="rId47"/>
    <p:sldLayoutId id="2147483782" r:id="rId48"/>
    <p:sldLayoutId id="2147483783" r:id="rId49"/>
    <p:sldLayoutId id="2147483784" r:id="rId50"/>
    <p:sldLayoutId id="2147483785" r:id="rId51"/>
    <p:sldLayoutId id="2147483786" r:id="rId52"/>
    <p:sldLayoutId id="2147483787" r:id="rId53"/>
    <p:sldLayoutId id="2147483788" r:id="rId54"/>
    <p:sldLayoutId id="2147483789" r:id="rId55"/>
    <p:sldLayoutId id="2147483790" r:id="rId56"/>
    <p:sldLayoutId id="2147483791" r:id="rId57"/>
    <p:sldLayoutId id="2147483792" r:id="rId58"/>
    <p:sldLayoutId id="2147483793" r:id="rId59"/>
    <p:sldLayoutId id="2147483794" r:id="rId60"/>
    <p:sldLayoutId id="2147483795" r:id="rId61"/>
    <p:sldLayoutId id="2147483796" r:id="rId62"/>
    <p:sldLayoutId id="2147483797" r:id="rId63"/>
    <p:sldLayoutId id="2147483798" r:id="rId64"/>
    <p:sldLayoutId id="2147483799" r:id="rId65"/>
    <p:sldLayoutId id="2147483800" r:id="rId66"/>
    <p:sldLayoutId id="2147483801" r:id="rId67"/>
    <p:sldLayoutId id="2147483802" r:id="rId68"/>
    <p:sldLayoutId id="2147483803" r:id="rId69"/>
    <p:sldLayoutId id="2147483804" r:id="rId70"/>
    <p:sldLayoutId id="2147483805" r:id="rId71"/>
    <p:sldLayoutId id="2147483806" r:id="rId72"/>
    <p:sldLayoutId id="2147483807" r:id="rId73"/>
    <p:sldLayoutId id="2147483808" r:id="rId74"/>
    <p:sldLayoutId id="2147483809" r:id="rId75"/>
    <p:sldLayoutId id="2147483810" r:id="rId76"/>
    <p:sldLayoutId id="2147483811" r:id="rId77"/>
    <p:sldLayoutId id="2147483812" r:id="rId78"/>
    <p:sldLayoutId id="2147483813" r:id="rId79"/>
    <p:sldLayoutId id="2147483814" r:id="rId80"/>
    <p:sldLayoutId id="2147483815" r:id="rId81"/>
    <p:sldLayoutId id="2147483816" r:id="rId82"/>
    <p:sldLayoutId id="2147483817" r:id="rId83"/>
    <p:sldLayoutId id="2147483818" r:id="rId84"/>
    <p:sldLayoutId id="2147483819" r:id="rId85"/>
    <p:sldLayoutId id="2147483820" r:id="rId86"/>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6" pos="4140">
          <p15:clr>
            <a:srgbClr val="FF00FF"/>
          </p15:clr>
        </p15:guide>
        <p15:guide id="17" pos="4680">
          <p15:clr>
            <a:srgbClr val="FF00FF"/>
          </p15:clr>
        </p15:guide>
        <p15:guide id="18" pos="504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One subscription, every visit</a:t>
            </a:r>
          </a:p>
        </p:txBody>
      </p:sp>
      <p:sp>
        <p:nvSpPr>
          <p:cNvPr id="3" name="Subtitle 2"/>
          <p:cNvSpPr>
            <a:spLocks noGrp="1"/>
          </p:cNvSpPr>
          <p:nvPr>
            <p:ph type="subTitle" idx="1"/>
          </p:nvPr>
        </p:nvSpPr>
        <p:spPr/>
        <p:txBody>
          <a:bodyPr/>
          <a:lstStyle/>
          <a:p>
            <a:pPr marL="0" indent="0"/>
            <a:r>
              <a:t>Revenue Cloud + Field Service: the residential pest control lifecycle, with Rentokil as the example</a:t>
            </a:r>
          </a:p>
        </p:txBody>
      </p:sp>
      <p:sp>
        <p:nvSpPr>
          <p:cNvPr id="4" name="Subtitle 3"/>
          <p:cNvSpPr>
            <a:spLocks noGrp="1"/>
          </p:cNvSpPr>
          <p:nvPr>
            <p:ph type="subTitle" idx="2"/>
          </p:nvPr>
        </p:nvSpPr>
        <p:spPr/>
        <p:txBody>
          <a:bodyPr/>
          <a:lstStyle/>
          <a:p>
            <a:pPr marL="0" indent="0"/>
            <a:r>
              <a:t>Vision storyboard · Draft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Meet Michael</a:t>
            </a:r>
          </a:p>
        </p:txBody>
      </p:sp>
      <p:sp>
        <p:nvSpPr>
          <p:cNvPr id="3" name="Subtitle 2"/>
          <p:cNvSpPr>
            <a:spLocks noGrp="1"/>
          </p:cNvSpPr>
          <p:nvPr>
            <p:ph type="subTitle" idx="1"/>
          </p:nvPr>
        </p:nvSpPr>
        <p:spPr/>
        <p:txBody>
          <a:bodyPr/>
          <a:lstStyle/>
          <a:p>
            <a:pPr marL="0" indent="0"/>
            <a:r>
              <a:t>Ants in the kitchen, mice in the garage, and a wooded lot</a:t>
            </a:r>
          </a:p>
        </p:txBody>
      </p:sp>
      <p:sp>
        <p:nvSpPr>
          <p:cNvPr id="4" name="Rounded Rectangle 3"/>
          <p:cNvSpPr/>
          <p:nvPr/>
        </p:nvSpPr>
        <p:spPr>
          <a:xfrm>
            <a:off x="859536" y="2834640"/>
            <a:ext cx="7863840" cy="25146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000" y="3108960"/>
            <a:ext cx="822960" cy="82296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i="0">
                <a:solidFill>
                  <a:srgbClr val="FFFFFF"/>
                </a:solidFill>
                <a:latin typeface="Avant Garde Demi SFDC"/>
              </a:rPr>
              <a:t>M</a:t>
            </a:r>
          </a:p>
        </p:txBody>
      </p:sp>
      <p:sp>
        <p:nvSpPr>
          <p:cNvPr id="6" name="TextBox 5"/>
          <p:cNvSpPr txBox="1"/>
          <p:nvPr/>
        </p:nvSpPr>
        <p:spPr>
          <a:xfrm>
            <a:off x="2194560" y="3063240"/>
            <a:ext cx="6309360" cy="502920"/>
          </a:xfrm>
          <a:prstGeom prst="rect">
            <a:avLst/>
          </a:prstGeom>
          <a:noFill/>
        </p:spPr>
        <p:txBody>
          <a:bodyPr wrap="square" anchor="t" lIns="0" rIns="0" tIns="0" bIns="0">
            <a:spAutoFit/>
          </a:bodyPr>
          <a:lstStyle/>
          <a:p>
            <a:pPr algn="l"/>
            <a:r>
              <a:rPr sz="2600" b="1" i="0">
                <a:solidFill>
                  <a:srgbClr val="032D60"/>
                </a:solidFill>
                <a:latin typeface="Avant Garde Demi SFDC"/>
              </a:rPr>
              <a:t>Michael</a:t>
            </a:r>
          </a:p>
        </p:txBody>
      </p:sp>
      <p:sp>
        <p:nvSpPr>
          <p:cNvPr id="7" name="TextBox 6"/>
          <p:cNvSpPr txBox="1"/>
          <p:nvPr/>
        </p:nvSpPr>
        <p:spPr>
          <a:xfrm>
            <a:off x="2194560" y="3611880"/>
            <a:ext cx="6309360" cy="822960"/>
          </a:xfrm>
          <a:prstGeom prst="rect">
            <a:avLst/>
          </a:prstGeom>
          <a:noFill/>
        </p:spPr>
        <p:txBody>
          <a:bodyPr wrap="square" anchor="t" lIns="0" rIns="0" tIns="0" bIns="0">
            <a:spAutoFit/>
          </a:bodyPr>
          <a:lstStyle/>
          <a:p>
            <a:pPr algn="l"/>
            <a:r>
              <a:rPr sz="1700" b="0" i="0">
                <a:solidFill>
                  <a:srgbClr val="032D60"/>
                </a:solidFill>
                <a:latin typeface="Salesforce Sans"/>
              </a:rPr>
              <a:t>316 Ridgewood Dr</a:t>
            </a:r>
          </a:p>
          <a:p>
            <a:pPr algn="l"/>
            <a:r>
              <a:rPr sz="1700" b="0" i="0">
                <a:solidFill>
                  <a:srgbClr val="032D60"/>
                </a:solidFill>
                <a:latin typeface="Salesforce Sans"/>
              </a:rPr>
              <a:t>Bloomingdale, IL 60108</a:t>
            </a:r>
          </a:p>
        </p:txBody>
      </p:sp>
      <p:sp>
        <p:nvSpPr>
          <p:cNvPr id="8" name="TextBox 7"/>
          <p:cNvSpPr txBox="1"/>
          <p:nvPr/>
        </p:nvSpPr>
        <p:spPr>
          <a:xfrm>
            <a:off x="1143000" y="4480560"/>
            <a:ext cx="7315200" cy="777240"/>
          </a:xfrm>
          <a:prstGeom prst="rect">
            <a:avLst/>
          </a:prstGeom>
          <a:noFill/>
        </p:spPr>
        <p:txBody>
          <a:bodyPr wrap="square" anchor="t" lIns="0" rIns="0" tIns="0" bIns="0">
            <a:spAutoFit/>
          </a:bodyPr>
          <a:lstStyle/>
          <a:p>
            <a:pPr algn="l"/>
            <a:r>
              <a:rPr sz="1500" b="0" i="0">
                <a:solidFill>
                  <a:srgbClr val="5A6B85"/>
                </a:solidFill>
                <a:latin typeface="Salesforce Sans"/>
              </a:rPr>
              <a:t>Single-family home · about 2,400 sq ft · basement and attached garage · wooded lot</a:t>
            </a:r>
          </a:p>
        </p:txBody>
      </p:sp>
      <p:sp>
        <p:nvSpPr>
          <p:cNvPr id="9" name="TextBox 8"/>
          <p:cNvSpPr txBox="1"/>
          <p:nvPr/>
        </p:nvSpPr>
        <p:spPr>
          <a:xfrm>
            <a:off x="859536" y="5623560"/>
            <a:ext cx="7863840" cy="365760"/>
          </a:xfrm>
          <a:prstGeom prst="rect">
            <a:avLst/>
          </a:prstGeom>
          <a:noFill/>
        </p:spPr>
        <p:txBody>
          <a:bodyPr wrap="square" anchor="t" lIns="0" rIns="0" tIns="0" bIns="0">
            <a:spAutoFit/>
          </a:bodyPr>
          <a:lstStyle/>
          <a:p>
            <a:pPr algn="l"/>
            <a:r>
              <a:rPr sz="1400" b="1" i="0">
                <a:solidFill>
                  <a:srgbClr val="066AFE"/>
                </a:solidFill>
                <a:latin typeface="Salesforce Sans"/>
              </a:rPr>
              <a:t>WHAT HE ENDS UP WITH</a:t>
            </a:r>
          </a:p>
        </p:txBody>
      </p:sp>
      <p:sp>
        <p:nvSpPr>
          <p:cNvPr id="10" name="Rounded Rectangle 9"/>
          <p:cNvSpPr/>
          <p:nvPr/>
        </p:nvSpPr>
        <p:spPr>
          <a:xfrm>
            <a:off x="859536" y="6035040"/>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97280" y="6071616"/>
            <a:ext cx="3108960" cy="603504"/>
          </a:xfrm>
          <a:prstGeom prst="rect">
            <a:avLst/>
          </a:prstGeom>
          <a:noFill/>
        </p:spPr>
        <p:txBody>
          <a:bodyPr wrap="square" anchor="ctr" lIns="0" rIns="0" tIns="0" bIns="0">
            <a:spAutoFit/>
          </a:bodyPr>
          <a:lstStyle/>
          <a:p>
            <a:pPr algn="l"/>
            <a:r>
              <a:rPr sz="1600" b="1" i="0">
                <a:solidFill>
                  <a:srgbClr val="032D60"/>
                </a:solidFill>
                <a:latin typeface="Salesforce Sans"/>
              </a:rPr>
              <a:t>Home Protection plan</a:t>
            </a:r>
          </a:p>
        </p:txBody>
      </p:sp>
      <p:sp>
        <p:nvSpPr>
          <p:cNvPr id="12" name="TextBox 11"/>
          <p:cNvSpPr txBox="1"/>
          <p:nvPr/>
        </p:nvSpPr>
        <p:spPr>
          <a:xfrm>
            <a:off x="4160520" y="6071616"/>
            <a:ext cx="3337560" cy="603504"/>
          </a:xfrm>
          <a:prstGeom prst="rect">
            <a:avLst/>
          </a:prstGeom>
          <a:noFill/>
        </p:spPr>
        <p:txBody>
          <a:bodyPr wrap="square" anchor="ctr" lIns="0" rIns="0" tIns="0" bIns="0">
            <a:spAutoFit/>
          </a:bodyPr>
          <a:lstStyle/>
          <a:p>
            <a:pPr algn="l"/>
            <a:r>
              <a:rPr sz="1300" b="0" i="0">
                <a:solidFill>
                  <a:srgbClr val="5A6B85"/>
                </a:solidFill>
                <a:latin typeface="Salesforce Sans"/>
              </a:rPr>
              <a:t>Quarterly general pest and rodent service</a:t>
            </a:r>
          </a:p>
        </p:txBody>
      </p:sp>
      <p:sp>
        <p:nvSpPr>
          <p:cNvPr id="13" name="TextBox 12"/>
          <p:cNvSpPr txBox="1"/>
          <p:nvPr/>
        </p:nvSpPr>
        <p:spPr>
          <a:xfrm>
            <a:off x="7406640" y="6071616"/>
            <a:ext cx="1188720" cy="603504"/>
          </a:xfrm>
          <a:prstGeom prst="rect">
            <a:avLst/>
          </a:prstGeom>
          <a:noFill/>
        </p:spPr>
        <p:txBody>
          <a:bodyPr wrap="square" anchor="ctr" lIns="0" rIns="0" tIns="0" bIns="0">
            <a:spAutoFit/>
          </a:bodyPr>
          <a:lstStyle/>
          <a:p>
            <a:pPr algn="r"/>
            <a:r>
              <a:rPr sz="1200" b="1" i="0">
                <a:solidFill>
                  <a:srgbClr val="066AFE"/>
                </a:solidFill>
                <a:latin typeface="Salesforce Sans"/>
              </a:rPr>
              <a:t>Scene 3</a:t>
            </a:r>
          </a:p>
        </p:txBody>
      </p:sp>
      <p:sp>
        <p:nvSpPr>
          <p:cNvPr id="14" name="Rounded Rectangle 13"/>
          <p:cNvSpPr/>
          <p:nvPr/>
        </p:nvSpPr>
        <p:spPr>
          <a:xfrm>
            <a:off x="859536" y="6821424"/>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97280" y="6858000"/>
            <a:ext cx="3108960" cy="603504"/>
          </a:xfrm>
          <a:prstGeom prst="rect">
            <a:avLst/>
          </a:prstGeom>
          <a:noFill/>
        </p:spPr>
        <p:txBody>
          <a:bodyPr wrap="square" anchor="ctr" lIns="0" rIns="0" tIns="0" bIns="0">
            <a:spAutoFit/>
          </a:bodyPr>
          <a:lstStyle/>
          <a:p>
            <a:pPr algn="l"/>
            <a:r>
              <a:rPr sz="1600" b="1" i="0">
                <a:solidFill>
                  <a:srgbClr val="032D60"/>
                </a:solidFill>
                <a:latin typeface="Salesforce Sans"/>
              </a:rPr>
              <a:t>Initial Service</a:t>
            </a:r>
          </a:p>
        </p:txBody>
      </p:sp>
      <p:sp>
        <p:nvSpPr>
          <p:cNvPr id="16" name="TextBox 15"/>
          <p:cNvSpPr txBox="1"/>
          <p:nvPr/>
        </p:nvSpPr>
        <p:spPr>
          <a:xfrm>
            <a:off x="4160520" y="6858000"/>
            <a:ext cx="3337560" cy="603504"/>
          </a:xfrm>
          <a:prstGeom prst="rect">
            <a:avLst/>
          </a:prstGeom>
          <a:noFill/>
        </p:spPr>
        <p:txBody>
          <a:bodyPr wrap="square" anchor="ctr" lIns="0" rIns="0" tIns="0" bIns="0">
            <a:spAutoFit/>
          </a:bodyPr>
          <a:lstStyle/>
          <a:p>
            <a:pPr algn="l"/>
            <a:r>
              <a:rPr sz="1300" b="0" i="0">
                <a:solidFill>
                  <a:srgbClr val="5A6B85"/>
                </a:solidFill>
                <a:latin typeface="Salesforce Sans"/>
              </a:rPr>
              <a:t>One-time cleanout and exclusion, added by rule</a:t>
            </a:r>
          </a:p>
        </p:txBody>
      </p:sp>
      <p:sp>
        <p:nvSpPr>
          <p:cNvPr id="17" name="TextBox 16"/>
          <p:cNvSpPr txBox="1"/>
          <p:nvPr/>
        </p:nvSpPr>
        <p:spPr>
          <a:xfrm>
            <a:off x="7406640" y="6858000"/>
            <a:ext cx="1188720" cy="603504"/>
          </a:xfrm>
          <a:prstGeom prst="rect">
            <a:avLst/>
          </a:prstGeom>
          <a:noFill/>
        </p:spPr>
        <p:txBody>
          <a:bodyPr wrap="square" anchor="ctr" lIns="0" rIns="0" tIns="0" bIns="0">
            <a:spAutoFit/>
          </a:bodyPr>
          <a:lstStyle/>
          <a:p>
            <a:pPr algn="r"/>
            <a:r>
              <a:rPr sz="1200" b="1" i="0">
                <a:solidFill>
                  <a:srgbClr val="066AFE"/>
                </a:solidFill>
                <a:latin typeface="Salesforce Sans"/>
              </a:rPr>
              <a:t>Scene 2</a:t>
            </a:r>
          </a:p>
        </p:txBody>
      </p:sp>
      <p:sp>
        <p:nvSpPr>
          <p:cNvPr id="18" name="Rounded Rectangle 17"/>
          <p:cNvSpPr/>
          <p:nvPr/>
        </p:nvSpPr>
        <p:spPr>
          <a:xfrm>
            <a:off x="859536" y="7607808"/>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97280" y="7644383"/>
            <a:ext cx="3108960" cy="603504"/>
          </a:xfrm>
          <a:prstGeom prst="rect">
            <a:avLst/>
          </a:prstGeom>
          <a:noFill/>
        </p:spPr>
        <p:txBody>
          <a:bodyPr wrap="square" anchor="ctr" lIns="0" rIns="0" tIns="0" bIns="0">
            <a:spAutoFit/>
          </a:bodyPr>
          <a:lstStyle/>
          <a:p>
            <a:pPr algn="l"/>
            <a:r>
              <a:rPr sz="1600" b="1" i="0">
                <a:solidFill>
                  <a:srgbClr val="032D60"/>
                </a:solidFill>
                <a:latin typeface="Salesforce Sans"/>
              </a:rPr>
              <a:t>Seasonal mosquito</a:t>
            </a:r>
          </a:p>
        </p:txBody>
      </p:sp>
      <p:sp>
        <p:nvSpPr>
          <p:cNvPr id="20" name="TextBox 19"/>
          <p:cNvSpPr txBox="1"/>
          <p:nvPr/>
        </p:nvSpPr>
        <p:spPr>
          <a:xfrm>
            <a:off x="4160520" y="7644383"/>
            <a:ext cx="3337560" cy="603504"/>
          </a:xfrm>
          <a:prstGeom prst="rect">
            <a:avLst/>
          </a:prstGeom>
          <a:noFill/>
        </p:spPr>
        <p:txBody>
          <a:bodyPr wrap="square" anchor="ctr" lIns="0" rIns="0" tIns="0" bIns="0">
            <a:spAutoFit/>
          </a:bodyPr>
          <a:lstStyle/>
          <a:p>
            <a:pPr algn="l"/>
            <a:r>
              <a:rPr sz="1300" b="0" i="0">
                <a:solidFill>
                  <a:srgbClr val="5A6B85"/>
                </a:solidFill>
                <a:latin typeface="Salesforce Sans"/>
              </a:rPr>
              <a:t>April to October, pauses every winter</a:t>
            </a:r>
          </a:p>
        </p:txBody>
      </p:sp>
      <p:sp>
        <p:nvSpPr>
          <p:cNvPr id="21" name="TextBox 20"/>
          <p:cNvSpPr txBox="1"/>
          <p:nvPr/>
        </p:nvSpPr>
        <p:spPr>
          <a:xfrm>
            <a:off x="7406640" y="7644383"/>
            <a:ext cx="1188720" cy="603504"/>
          </a:xfrm>
          <a:prstGeom prst="rect">
            <a:avLst/>
          </a:prstGeom>
          <a:noFill/>
        </p:spPr>
        <p:txBody>
          <a:bodyPr wrap="square" anchor="ctr" lIns="0" rIns="0" tIns="0" bIns="0">
            <a:spAutoFit/>
          </a:bodyPr>
          <a:lstStyle/>
          <a:p>
            <a:pPr algn="r"/>
            <a:r>
              <a:rPr sz="1200" b="1" i="0">
                <a:solidFill>
                  <a:srgbClr val="066AFE"/>
                </a:solidFill>
                <a:latin typeface="Salesforce Sans"/>
              </a:rPr>
              <a:t>Scenes 3, 9</a:t>
            </a:r>
          </a:p>
        </p:txBody>
      </p:sp>
      <p:sp>
        <p:nvSpPr>
          <p:cNvPr id="22" name="Rounded Rectangle 21"/>
          <p:cNvSpPr/>
          <p:nvPr/>
        </p:nvSpPr>
        <p:spPr>
          <a:xfrm>
            <a:off x="859536" y="8394192"/>
            <a:ext cx="7863840" cy="6766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97280" y="8430767"/>
            <a:ext cx="3108960" cy="603504"/>
          </a:xfrm>
          <a:prstGeom prst="rect">
            <a:avLst/>
          </a:prstGeom>
          <a:noFill/>
        </p:spPr>
        <p:txBody>
          <a:bodyPr wrap="square" anchor="ctr" lIns="0" rIns="0" tIns="0" bIns="0">
            <a:spAutoFit/>
          </a:bodyPr>
          <a:lstStyle/>
          <a:p>
            <a:pPr algn="l"/>
            <a:r>
              <a:rPr sz="1600" b="1" i="0">
                <a:solidFill>
                  <a:srgbClr val="032D60"/>
                </a:solidFill>
                <a:latin typeface="Salesforce Sans"/>
              </a:rPr>
              <a:t>Termite plan</a:t>
            </a:r>
          </a:p>
        </p:txBody>
      </p:sp>
      <p:sp>
        <p:nvSpPr>
          <p:cNvPr id="24" name="TextBox 23"/>
          <p:cNvSpPr txBox="1"/>
          <p:nvPr/>
        </p:nvSpPr>
        <p:spPr>
          <a:xfrm>
            <a:off x="4160520" y="8430767"/>
            <a:ext cx="3337560" cy="603504"/>
          </a:xfrm>
          <a:prstGeom prst="rect">
            <a:avLst/>
          </a:prstGeom>
          <a:noFill/>
        </p:spPr>
        <p:txBody>
          <a:bodyPr wrap="square" anchor="ctr" lIns="0" rIns="0" tIns="0" bIns="0">
            <a:spAutoFit/>
          </a:bodyPr>
          <a:lstStyle/>
          <a:p>
            <a:pPr algn="l"/>
            <a:r>
              <a:rPr sz="1300" b="0" i="0">
                <a:solidFill>
                  <a:srgbClr val="5A6B85"/>
                </a:solidFill>
                <a:latin typeface="Salesforce Sans"/>
              </a:rPr>
              <a:t>Added in the driveway on a quarterly visit</a:t>
            </a:r>
          </a:p>
        </p:txBody>
      </p:sp>
      <p:sp>
        <p:nvSpPr>
          <p:cNvPr id="25" name="TextBox 24"/>
          <p:cNvSpPr txBox="1"/>
          <p:nvPr/>
        </p:nvSpPr>
        <p:spPr>
          <a:xfrm>
            <a:off x="7406640" y="8430767"/>
            <a:ext cx="1188720" cy="603504"/>
          </a:xfrm>
          <a:prstGeom prst="rect">
            <a:avLst/>
          </a:prstGeom>
          <a:noFill/>
        </p:spPr>
        <p:txBody>
          <a:bodyPr wrap="square" anchor="ctr" lIns="0" rIns="0" tIns="0" bIns="0">
            <a:spAutoFit/>
          </a:bodyPr>
          <a:lstStyle/>
          <a:p>
            <a:pPr algn="r"/>
            <a:r>
              <a:rPr sz="1200" b="1" i="0">
                <a:solidFill>
                  <a:srgbClr val="066AFE"/>
                </a:solidFill>
                <a:latin typeface="Salesforce Sans"/>
              </a:rPr>
              <a:t>Scene 8</a:t>
            </a:r>
          </a:p>
        </p:txBody>
      </p:sp>
      <p:sp>
        <p:nvSpPr>
          <p:cNvPr id="26" name="TextBox 25"/>
          <p:cNvSpPr txBox="1"/>
          <p:nvPr/>
        </p:nvSpPr>
        <p:spPr>
          <a:xfrm>
            <a:off x="9418320" y="2788920"/>
            <a:ext cx="7955279" cy="365760"/>
          </a:xfrm>
          <a:prstGeom prst="rect">
            <a:avLst/>
          </a:prstGeom>
          <a:noFill/>
        </p:spPr>
        <p:txBody>
          <a:bodyPr wrap="square" anchor="t" lIns="0" rIns="0" tIns="0" bIns="0">
            <a:spAutoFit/>
          </a:bodyPr>
          <a:lstStyle/>
          <a:p>
            <a:pPr algn="l"/>
            <a:r>
              <a:rPr sz="1400" b="1" i="0">
                <a:solidFill>
                  <a:srgbClr val="066AFE"/>
                </a:solidFill>
                <a:latin typeface="Salesforce Sans"/>
              </a:rPr>
              <a:t>THE CAST</a:t>
            </a:r>
          </a:p>
        </p:txBody>
      </p:sp>
      <p:sp>
        <p:nvSpPr>
          <p:cNvPr id="27" name="Rounded Rectangle 26"/>
          <p:cNvSpPr/>
          <p:nvPr/>
        </p:nvSpPr>
        <p:spPr>
          <a:xfrm>
            <a:off x="9418320" y="32461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601200" y="3383279"/>
            <a:ext cx="512064" cy="512064"/>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S</a:t>
            </a:r>
          </a:p>
        </p:txBody>
      </p:sp>
      <p:sp>
        <p:nvSpPr>
          <p:cNvPr id="29" name="TextBox 28"/>
          <p:cNvSpPr txBox="1"/>
          <p:nvPr/>
        </p:nvSpPr>
        <p:spPr>
          <a:xfrm>
            <a:off x="10332720" y="32826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Sales Rep</a:t>
            </a:r>
          </a:p>
        </p:txBody>
      </p:sp>
      <p:sp>
        <p:nvSpPr>
          <p:cNvPr id="30" name="TextBox 29"/>
          <p:cNvSpPr txBox="1"/>
          <p:nvPr/>
        </p:nvSpPr>
        <p:spPr>
          <a:xfrm>
            <a:off x="13167360" y="32826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Inspects, quotes, and signs at the door</a:t>
            </a:r>
            <a:r>
              <a:rPr sz="1200" b="1" i="0">
                <a:solidFill>
                  <a:srgbClr val="066AFE"/>
                </a:solidFill>
                <a:latin typeface="Salesforce Sans"/>
              </a:rPr>
              <a:t>
Field sales + Revenue Cloud</a:t>
            </a:r>
          </a:p>
        </p:txBody>
      </p:sp>
      <p:sp>
        <p:nvSpPr>
          <p:cNvPr id="31" name="Rounded Rectangle 30"/>
          <p:cNvSpPr/>
          <p:nvPr/>
        </p:nvSpPr>
        <p:spPr>
          <a:xfrm>
            <a:off x="9418320" y="41605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601200" y="4297680"/>
            <a:ext cx="512064" cy="512064"/>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O</a:t>
            </a:r>
          </a:p>
        </p:txBody>
      </p:sp>
      <p:sp>
        <p:nvSpPr>
          <p:cNvPr id="33" name="TextBox 32"/>
          <p:cNvSpPr txBox="1"/>
          <p:nvPr/>
        </p:nvSpPr>
        <p:spPr>
          <a:xfrm>
            <a:off x="10332720" y="41970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Operations</a:t>
            </a:r>
          </a:p>
        </p:txBody>
      </p:sp>
      <p:sp>
        <p:nvSpPr>
          <p:cNvPr id="34" name="TextBox 33"/>
          <p:cNvSpPr txBox="1"/>
          <p:nvPr/>
        </p:nvSpPr>
        <p:spPr>
          <a:xfrm>
            <a:off x="13167360" y="41970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Watches the plan build itself</a:t>
            </a:r>
            <a:r>
              <a:rPr sz="1200" b="1" i="0">
                <a:solidFill>
                  <a:srgbClr val="066AFE"/>
                </a:solidFill>
                <a:latin typeface="Salesforce Sans"/>
              </a:rPr>
              <a:t>
Revenue Cloud orchestration</a:t>
            </a:r>
          </a:p>
        </p:txBody>
      </p:sp>
      <p:sp>
        <p:nvSpPr>
          <p:cNvPr id="35" name="Rounded Rectangle 34"/>
          <p:cNvSpPr/>
          <p:nvPr/>
        </p:nvSpPr>
        <p:spPr>
          <a:xfrm>
            <a:off x="9418320" y="50749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9601200" y="5212080"/>
            <a:ext cx="512064" cy="512064"/>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D</a:t>
            </a:r>
          </a:p>
        </p:txBody>
      </p:sp>
      <p:sp>
        <p:nvSpPr>
          <p:cNvPr id="37" name="TextBox 36"/>
          <p:cNvSpPr txBox="1"/>
          <p:nvPr/>
        </p:nvSpPr>
        <p:spPr>
          <a:xfrm>
            <a:off x="10332720" y="51114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Dispatcher</a:t>
            </a:r>
          </a:p>
        </p:txBody>
      </p:sp>
      <p:sp>
        <p:nvSpPr>
          <p:cNvPr id="38" name="TextBox 37"/>
          <p:cNvSpPr txBox="1"/>
          <p:nvPr/>
        </p:nvSpPr>
        <p:spPr>
          <a:xfrm>
            <a:off x="13167360" y="51114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Routes visits by territory</a:t>
            </a:r>
            <a:r>
              <a:rPr sz="1200" b="1" i="0">
                <a:solidFill>
                  <a:srgbClr val="066AFE"/>
                </a:solidFill>
                <a:latin typeface="Salesforce Sans"/>
              </a:rPr>
              <a:t>
Field Service</a:t>
            </a:r>
          </a:p>
        </p:txBody>
      </p:sp>
      <p:sp>
        <p:nvSpPr>
          <p:cNvPr id="39" name="Rounded Rectangle 38"/>
          <p:cNvSpPr/>
          <p:nvPr/>
        </p:nvSpPr>
        <p:spPr>
          <a:xfrm>
            <a:off x="9418320" y="59893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9601200" y="6126480"/>
            <a:ext cx="512064" cy="512064"/>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T</a:t>
            </a:r>
          </a:p>
        </p:txBody>
      </p:sp>
      <p:sp>
        <p:nvSpPr>
          <p:cNvPr id="41" name="TextBox 40"/>
          <p:cNvSpPr txBox="1"/>
          <p:nvPr/>
        </p:nvSpPr>
        <p:spPr>
          <a:xfrm>
            <a:off x="10332720" y="60258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Technician</a:t>
            </a:r>
          </a:p>
        </p:txBody>
      </p:sp>
      <p:sp>
        <p:nvSpPr>
          <p:cNvPr id="42" name="TextBox 41"/>
          <p:cNvSpPr txBox="1"/>
          <p:nvPr/>
        </p:nvSpPr>
        <p:spPr>
          <a:xfrm>
            <a:off x="13167360" y="60258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Treats, re-services, spots upsells</a:t>
            </a:r>
            <a:r>
              <a:rPr sz="1200" b="1" i="0">
                <a:solidFill>
                  <a:srgbClr val="066AFE"/>
                </a:solidFill>
                <a:latin typeface="Salesforce Sans"/>
              </a:rPr>
              <a:t>
Field Service Mobile</a:t>
            </a:r>
          </a:p>
        </p:txBody>
      </p:sp>
      <p:sp>
        <p:nvSpPr>
          <p:cNvPr id="43" name="Rounded Rectangle 42"/>
          <p:cNvSpPr/>
          <p:nvPr/>
        </p:nvSpPr>
        <p:spPr>
          <a:xfrm>
            <a:off x="9418320" y="69037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9601200" y="7040880"/>
            <a:ext cx="512064" cy="512064"/>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C</a:t>
            </a:r>
          </a:p>
        </p:txBody>
      </p:sp>
      <p:sp>
        <p:nvSpPr>
          <p:cNvPr id="45" name="TextBox 44"/>
          <p:cNvSpPr txBox="1"/>
          <p:nvPr/>
        </p:nvSpPr>
        <p:spPr>
          <a:xfrm>
            <a:off x="10332720" y="69402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Customer Care &amp; Billing</a:t>
            </a:r>
          </a:p>
        </p:txBody>
      </p:sp>
      <p:sp>
        <p:nvSpPr>
          <p:cNvPr id="46" name="TextBox 45"/>
          <p:cNvSpPr txBox="1"/>
          <p:nvPr/>
        </p:nvSpPr>
        <p:spPr>
          <a:xfrm>
            <a:off x="13167360" y="69402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Guarantees, pauses, renewals</a:t>
            </a:r>
            <a:r>
              <a:rPr sz="1200" b="1" i="0">
                <a:solidFill>
                  <a:srgbClr val="066AFE"/>
                </a:solidFill>
                <a:latin typeface="Salesforce Sans"/>
              </a:rPr>
              <a:t>
Revenue Cloud Billing</a:t>
            </a:r>
          </a:p>
        </p:txBody>
      </p:sp>
      <p:sp>
        <p:nvSpPr>
          <p:cNvPr id="47" name="Rounded Rectangle 46"/>
          <p:cNvSpPr/>
          <p:nvPr/>
        </p:nvSpPr>
        <p:spPr>
          <a:xfrm>
            <a:off x="9418320" y="7818120"/>
            <a:ext cx="8010144" cy="78638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9601200" y="7955280"/>
            <a:ext cx="512064" cy="512064"/>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M</a:t>
            </a:r>
          </a:p>
        </p:txBody>
      </p:sp>
      <p:sp>
        <p:nvSpPr>
          <p:cNvPr id="49" name="TextBox 48"/>
          <p:cNvSpPr txBox="1"/>
          <p:nvPr/>
        </p:nvSpPr>
        <p:spPr>
          <a:xfrm>
            <a:off x="10332720" y="7854696"/>
            <a:ext cx="3566160" cy="713232"/>
          </a:xfrm>
          <a:prstGeom prst="rect">
            <a:avLst/>
          </a:prstGeom>
          <a:noFill/>
        </p:spPr>
        <p:txBody>
          <a:bodyPr wrap="square" anchor="ctr" lIns="0" rIns="0" tIns="0" bIns="0">
            <a:spAutoFit/>
          </a:bodyPr>
          <a:lstStyle/>
          <a:p>
            <a:pPr algn="l"/>
            <a:r>
              <a:rPr sz="1700" b="1" i="0">
                <a:solidFill>
                  <a:srgbClr val="032D60"/>
                </a:solidFill>
                <a:latin typeface="Salesforce Sans"/>
              </a:rPr>
              <a:t>Michael</a:t>
            </a:r>
          </a:p>
        </p:txBody>
      </p:sp>
      <p:sp>
        <p:nvSpPr>
          <p:cNvPr id="50" name="TextBox 49"/>
          <p:cNvSpPr txBox="1"/>
          <p:nvPr/>
        </p:nvSpPr>
        <p:spPr>
          <a:xfrm>
            <a:off x="13167360" y="7854696"/>
            <a:ext cx="4160520" cy="713232"/>
          </a:xfrm>
          <a:prstGeom prst="rect">
            <a:avLst/>
          </a:prstGeom>
          <a:noFill/>
        </p:spPr>
        <p:txBody>
          <a:bodyPr wrap="square" anchor="ctr" lIns="0" rIns="0" tIns="0" bIns="0">
            <a:spAutoFit/>
          </a:bodyPr>
          <a:lstStyle/>
          <a:p>
            <a:pPr algn="l"/>
            <a:r>
              <a:rPr sz="1400" b="0" i="0">
                <a:solidFill>
                  <a:srgbClr val="032D60"/>
                </a:solidFill>
                <a:latin typeface="Salesforce Sans"/>
              </a:rPr>
              <a:t>Signs, approves, and gets texts</a:t>
            </a:r>
            <a:r>
              <a:rPr sz="1200" b="1" i="0">
                <a:solidFill>
                  <a:srgbClr val="066AFE"/>
                </a:solidFill>
                <a:latin typeface="Salesforce Sans"/>
              </a:rPr>
              <a:t>
Customer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The lifecycle at a glance</a:t>
            </a:r>
          </a:p>
        </p:txBody>
      </p:sp>
      <p:sp>
        <p:nvSpPr>
          <p:cNvPr id="3" name="Subtitle 2"/>
          <p:cNvSpPr>
            <a:spLocks noGrp="1"/>
          </p:cNvSpPr>
          <p:nvPr>
            <p:ph type="subTitle" idx="1"/>
          </p:nvPr>
        </p:nvSpPr>
        <p:spPr/>
        <p:txBody>
          <a:bodyPr/>
          <a:lstStyle/>
          <a:p>
            <a:pPr marL="0" indent="0"/>
            <a:r>
              <a:t>Four phases, nine scenes, one household · about 16 minutes</a:t>
            </a:r>
          </a:p>
        </p:txBody>
      </p:sp>
      <p:sp>
        <p:nvSpPr>
          <p:cNvPr id="4" name="Rounded Rectangle 3"/>
          <p:cNvSpPr/>
          <p:nvPr/>
        </p:nvSpPr>
        <p:spPr>
          <a:xfrm>
            <a:off x="859536"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859536" y="2788920"/>
            <a:ext cx="3867912" cy="1234440"/>
          </a:xfrm>
          <a:prstGeom prst="roundRect">
            <a:avLst>
              <a:gd name="adj" fmla="val 12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33856" y="2880360"/>
            <a:ext cx="3319272" cy="1051560"/>
          </a:xfrm>
          <a:prstGeom prst="rect">
            <a:avLst/>
          </a:prstGeom>
          <a:noFill/>
        </p:spPr>
        <p:txBody>
          <a:bodyPr wrap="square" anchor="ctr" lIns="0" rIns="0" tIns="0" bIns="0">
            <a:spAutoFit/>
          </a:bodyPr>
          <a:lstStyle/>
          <a:p>
            <a:pPr algn="l"/>
            <a:r>
              <a:rPr sz="2400" b="1" i="0">
                <a:solidFill>
                  <a:srgbClr val="FFFFFF"/>
                </a:solidFill>
                <a:latin typeface="Avant Garde Demi SFDC"/>
              </a:rPr>
              <a:t>Sell</a:t>
            </a:r>
          </a:p>
          <a:p>
            <a:pPr algn="l">
              <a:spcBef>
                <a:spcPts val="200"/>
              </a:spcBef>
            </a:pPr>
            <a:r>
              <a:rPr sz="1300" b="0" i="0">
                <a:solidFill>
                  <a:srgbClr val="FFFFFF"/>
                </a:solidFill>
                <a:latin typeface="Salesforce Sans"/>
              </a:rPr>
              <a:t>The inspection is the sales call</a:t>
            </a:r>
          </a:p>
        </p:txBody>
      </p:sp>
      <p:sp>
        <p:nvSpPr>
          <p:cNvPr id="7" name="Oval 6"/>
          <p:cNvSpPr/>
          <p:nvPr/>
        </p:nvSpPr>
        <p:spPr>
          <a:xfrm>
            <a:off x="1133856" y="4297680"/>
            <a:ext cx="457200" cy="45720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1</a:t>
            </a:r>
          </a:p>
        </p:txBody>
      </p:sp>
      <p:sp>
        <p:nvSpPr>
          <p:cNvPr id="8" name="TextBox 7"/>
          <p:cNvSpPr txBox="1"/>
          <p:nvPr/>
        </p:nvSpPr>
        <p:spPr>
          <a:xfrm>
            <a:off x="1728216" y="426110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Plan the day</a:t>
            </a:r>
          </a:p>
          <a:p>
            <a:pPr algn="l">
              <a:spcBef>
                <a:spcPts val="200"/>
              </a:spcBef>
            </a:pPr>
            <a:r>
              <a:rPr sz="1300" b="0" i="0">
                <a:solidFill>
                  <a:srgbClr val="5A6B85"/>
                </a:solidFill>
                <a:latin typeface="Salesforce Sans"/>
              </a:rPr>
              <a:t>Sales Rep</a:t>
            </a:r>
          </a:p>
        </p:txBody>
      </p:sp>
      <p:sp>
        <p:nvSpPr>
          <p:cNvPr id="9" name="Oval 8"/>
          <p:cNvSpPr/>
          <p:nvPr/>
        </p:nvSpPr>
        <p:spPr>
          <a:xfrm>
            <a:off x="1133856" y="5623560"/>
            <a:ext cx="457200" cy="45720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2</a:t>
            </a:r>
          </a:p>
        </p:txBody>
      </p:sp>
      <p:sp>
        <p:nvSpPr>
          <p:cNvPr id="10" name="TextBox 9"/>
          <p:cNvSpPr txBox="1"/>
          <p:nvPr/>
        </p:nvSpPr>
        <p:spPr>
          <a:xfrm>
            <a:off x="1728216" y="558698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Inspect &amp; quote on the tablet</a:t>
            </a:r>
          </a:p>
          <a:p>
            <a:pPr algn="l">
              <a:spcBef>
                <a:spcPts val="200"/>
              </a:spcBef>
            </a:pPr>
            <a:r>
              <a:rPr sz="1300" b="0" i="0">
                <a:solidFill>
                  <a:srgbClr val="5A6B85"/>
                </a:solidFill>
                <a:latin typeface="Salesforce Sans"/>
              </a:rPr>
              <a:t>Sales Rep</a:t>
            </a:r>
          </a:p>
        </p:txBody>
      </p:sp>
      <p:sp>
        <p:nvSpPr>
          <p:cNvPr id="11" name="Oval 10"/>
          <p:cNvSpPr/>
          <p:nvPr/>
        </p:nvSpPr>
        <p:spPr>
          <a:xfrm>
            <a:off x="1133856" y="6949440"/>
            <a:ext cx="457200" cy="45720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3</a:t>
            </a:r>
          </a:p>
        </p:txBody>
      </p:sp>
      <p:sp>
        <p:nvSpPr>
          <p:cNvPr id="12" name="TextBox 11"/>
          <p:cNvSpPr txBox="1"/>
          <p:nvPr/>
        </p:nvSpPr>
        <p:spPr>
          <a:xfrm>
            <a:off x="1728216" y="691286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Sign &amp; pay at the door</a:t>
            </a:r>
          </a:p>
          <a:p>
            <a:pPr algn="l">
              <a:spcBef>
                <a:spcPts val="200"/>
              </a:spcBef>
            </a:pPr>
            <a:r>
              <a:rPr sz="1300" b="0" i="0">
                <a:solidFill>
                  <a:srgbClr val="5A6B85"/>
                </a:solidFill>
                <a:latin typeface="Salesforce Sans"/>
              </a:rPr>
              <a:t>Sales Rep + Michael</a:t>
            </a:r>
          </a:p>
        </p:txBody>
      </p:sp>
      <p:cxnSp>
        <p:nvCxnSpPr>
          <p:cNvPr id="13" name="Connector 12"/>
          <p:cNvCxnSpPr/>
          <p:nvPr/>
        </p:nvCxnSpPr>
        <p:spPr>
          <a:xfrm>
            <a:off x="4773168" y="3401568"/>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93208"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5093208" y="2788920"/>
            <a:ext cx="3867912" cy="1234440"/>
          </a:xfrm>
          <a:prstGeom prst="roundRect">
            <a:avLst>
              <a:gd name="adj" fmla="val 12000"/>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367528" y="2880360"/>
            <a:ext cx="3319272" cy="1051560"/>
          </a:xfrm>
          <a:prstGeom prst="rect">
            <a:avLst/>
          </a:prstGeom>
          <a:noFill/>
        </p:spPr>
        <p:txBody>
          <a:bodyPr wrap="square" anchor="ctr" lIns="0" rIns="0" tIns="0" bIns="0">
            <a:spAutoFit/>
          </a:bodyPr>
          <a:lstStyle/>
          <a:p>
            <a:pPr algn="l"/>
            <a:r>
              <a:rPr sz="2400" b="1" i="0">
                <a:solidFill>
                  <a:srgbClr val="FFFFFF"/>
                </a:solidFill>
                <a:latin typeface="Avant Garde Demi SFDC"/>
              </a:rPr>
              <a:t>Hand off</a:t>
            </a:r>
          </a:p>
          <a:p>
            <a:pPr algn="l">
              <a:spcBef>
                <a:spcPts val="200"/>
              </a:spcBef>
            </a:pPr>
            <a:r>
              <a:rPr sz="1300" b="0" i="0">
                <a:solidFill>
                  <a:srgbClr val="FFFFFF"/>
                </a:solidFill>
                <a:latin typeface="Salesforce Sans"/>
              </a:rPr>
              <a:t>One order, two kinds of work</a:t>
            </a:r>
          </a:p>
        </p:txBody>
      </p:sp>
      <p:sp>
        <p:nvSpPr>
          <p:cNvPr id="17" name="Oval 16"/>
          <p:cNvSpPr/>
          <p:nvPr/>
        </p:nvSpPr>
        <p:spPr>
          <a:xfrm>
            <a:off x="5367528" y="4297680"/>
            <a:ext cx="457200" cy="45720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4</a:t>
            </a:r>
          </a:p>
        </p:txBody>
      </p:sp>
      <p:sp>
        <p:nvSpPr>
          <p:cNvPr id="18" name="TextBox 17"/>
          <p:cNvSpPr txBox="1"/>
          <p:nvPr/>
        </p:nvSpPr>
        <p:spPr>
          <a:xfrm>
            <a:off x="5961888" y="426110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The plan builds itself</a:t>
            </a:r>
          </a:p>
          <a:p>
            <a:pPr algn="l">
              <a:spcBef>
                <a:spcPts val="200"/>
              </a:spcBef>
            </a:pPr>
            <a:r>
              <a:rPr sz="1300" b="0" i="0">
                <a:solidFill>
                  <a:srgbClr val="5A6B85"/>
                </a:solidFill>
                <a:latin typeface="Salesforce Sans"/>
              </a:rPr>
              <a:t>Operations</a:t>
            </a:r>
            <a:r>
              <a:rPr sz="1300" b="1" i="0">
                <a:solidFill>
                  <a:srgbClr val="6B2BD9"/>
                </a:solidFill>
                <a:latin typeface="Salesforce Sans"/>
              </a:rPr>
              <a:t>  ✦ package</a:t>
            </a:r>
          </a:p>
        </p:txBody>
      </p:sp>
      <p:sp>
        <p:nvSpPr>
          <p:cNvPr id="19" name="TextBox 18"/>
          <p:cNvSpPr txBox="1"/>
          <p:nvPr/>
        </p:nvSpPr>
        <p:spPr>
          <a:xfrm>
            <a:off x="5367528" y="5577840"/>
            <a:ext cx="3319272" cy="365760"/>
          </a:xfrm>
          <a:prstGeom prst="rect">
            <a:avLst/>
          </a:prstGeom>
          <a:noFill/>
        </p:spPr>
        <p:txBody>
          <a:bodyPr wrap="square" anchor="t" lIns="0" rIns="0" tIns="0" bIns="0">
            <a:spAutoFit/>
          </a:bodyPr>
          <a:lstStyle/>
          <a:p>
            <a:pPr algn="l"/>
            <a:r>
              <a:rPr sz="1200" b="1" i="0">
                <a:solidFill>
                  <a:srgbClr val="5A6B85"/>
                </a:solidFill>
                <a:latin typeface="Salesforce Sans"/>
              </a:rPr>
              <a:t>ONE ORDER CREATES</a:t>
            </a:r>
          </a:p>
        </p:txBody>
      </p:sp>
      <p:sp>
        <p:nvSpPr>
          <p:cNvPr id="20" name="TextBox 19"/>
          <p:cNvSpPr txBox="1"/>
          <p:nvPr/>
        </p:nvSpPr>
        <p:spPr>
          <a:xfrm>
            <a:off x="5367528" y="5943600"/>
            <a:ext cx="3319272" cy="2377440"/>
          </a:xfrm>
          <a:prstGeom prst="rect">
            <a:avLst/>
          </a:prstGeom>
          <a:noFill/>
        </p:spPr>
        <p:txBody>
          <a:bodyPr wrap="square" anchor="t" lIns="0" rIns="0" tIns="0" bIns="0">
            <a:spAutoFit/>
          </a:bodyPr>
          <a:lstStyle/>
          <a:p>
            <a:pPr algn="l" marL="274320" indent="-274320">
              <a:buChar char="•"/>
            </a:pPr>
            <a:r>
              <a:rPr sz="1400" b="0" i="0">
                <a:solidFill>
                  <a:srgbClr val="032D60"/>
                </a:solidFill>
                <a:latin typeface="Salesforce Sans"/>
              </a:rPr>
              <a:t>Initial Service Work Order within 48 hours</a:t>
            </a:r>
          </a:p>
          <a:p>
            <a:pPr algn="l" marL="274320" indent="-274320">
              <a:spcBef>
                <a:spcPts val="600"/>
              </a:spcBef>
              <a:buChar char="•"/>
            </a:pPr>
            <a:r>
              <a:rPr sz="1400" b="0" i="0">
                <a:solidFill>
                  <a:srgbClr val="032D60"/>
                </a:solidFill>
                <a:latin typeface="Salesforce Sans"/>
              </a:rPr>
              <a:t>Quarterly maintenance plan</a:t>
            </a:r>
          </a:p>
          <a:p>
            <a:pPr algn="l" marL="274320" indent="-274320">
              <a:spcBef>
                <a:spcPts val="600"/>
              </a:spcBef>
              <a:buChar char="•"/>
            </a:pPr>
            <a:r>
              <a:rPr sz="1400" b="0" i="0">
                <a:solidFill>
                  <a:srgbClr val="032D60"/>
                </a:solidFill>
                <a:latin typeface="Salesforce Sans"/>
              </a:rPr>
              <a:t>Seasonal mosquito plan</a:t>
            </a:r>
          </a:p>
          <a:p>
            <a:pPr algn="l" marL="274320" indent="-274320">
              <a:spcBef>
                <a:spcPts val="600"/>
              </a:spcBef>
              <a:buChar char="•"/>
            </a:pPr>
            <a:r>
              <a:rPr sz="1400" b="0" i="0">
                <a:solidFill>
                  <a:srgbClr val="032D60"/>
                </a:solidFill>
                <a:latin typeface="Salesforce Sans"/>
              </a:rPr>
              <a:t>Billing that waits for the first treatment</a:t>
            </a:r>
          </a:p>
        </p:txBody>
      </p:sp>
      <p:cxnSp>
        <p:nvCxnSpPr>
          <p:cNvPr id="21" name="Connector 20"/>
          <p:cNvCxnSpPr/>
          <p:nvPr/>
        </p:nvCxnSpPr>
        <p:spPr>
          <a:xfrm>
            <a:off x="9006840" y="3401568"/>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326880"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9326880" y="2788920"/>
            <a:ext cx="3867912" cy="1234440"/>
          </a:xfrm>
          <a:prstGeom prst="roundRect">
            <a:avLst>
              <a:gd name="adj" fmla="val 12000"/>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01200" y="2880360"/>
            <a:ext cx="3319272" cy="1051560"/>
          </a:xfrm>
          <a:prstGeom prst="rect">
            <a:avLst/>
          </a:prstGeom>
          <a:noFill/>
        </p:spPr>
        <p:txBody>
          <a:bodyPr wrap="square" anchor="ctr" lIns="0" rIns="0" tIns="0" bIns="0">
            <a:spAutoFit/>
          </a:bodyPr>
          <a:lstStyle/>
          <a:p>
            <a:pPr algn="l"/>
            <a:r>
              <a:rPr sz="2400" b="1" i="0">
                <a:solidFill>
                  <a:srgbClr val="FFFFFF"/>
                </a:solidFill>
                <a:latin typeface="Avant Garde Demi SFDC"/>
              </a:rPr>
              <a:t>Serve</a:t>
            </a:r>
          </a:p>
          <a:p>
            <a:pPr algn="l">
              <a:spcBef>
                <a:spcPts val="200"/>
              </a:spcBef>
            </a:pPr>
            <a:r>
              <a:rPr sz="1300" b="0" i="0">
                <a:solidFill>
                  <a:srgbClr val="FFFFFF"/>
                </a:solidFill>
                <a:latin typeface="Salesforce Sans"/>
              </a:rPr>
              <a:t>Every visit tied to what was sold</a:t>
            </a:r>
          </a:p>
        </p:txBody>
      </p:sp>
      <p:sp>
        <p:nvSpPr>
          <p:cNvPr id="25" name="Oval 24"/>
          <p:cNvSpPr/>
          <p:nvPr/>
        </p:nvSpPr>
        <p:spPr>
          <a:xfrm>
            <a:off x="9601200" y="4297680"/>
            <a:ext cx="457200" cy="45720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5</a:t>
            </a:r>
          </a:p>
        </p:txBody>
      </p:sp>
      <p:sp>
        <p:nvSpPr>
          <p:cNvPr id="26" name="TextBox 25"/>
          <p:cNvSpPr txBox="1"/>
          <p:nvPr/>
        </p:nvSpPr>
        <p:spPr>
          <a:xfrm>
            <a:off x="10195560" y="426110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First treatment starts billing</a:t>
            </a:r>
          </a:p>
          <a:p>
            <a:pPr algn="l">
              <a:spcBef>
                <a:spcPts val="200"/>
              </a:spcBef>
            </a:pPr>
            <a:r>
              <a:rPr sz="1300" b="0" i="0">
                <a:solidFill>
                  <a:srgbClr val="5A6B85"/>
                </a:solidFill>
                <a:latin typeface="Salesforce Sans"/>
              </a:rPr>
              <a:t>Technician</a:t>
            </a:r>
            <a:r>
              <a:rPr sz="1300" b="1" i="0">
                <a:solidFill>
                  <a:srgbClr val="6B2BD9"/>
                </a:solidFill>
                <a:latin typeface="Salesforce Sans"/>
              </a:rPr>
              <a:t>  ✦ package</a:t>
            </a:r>
          </a:p>
        </p:txBody>
      </p:sp>
      <p:sp>
        <p:nvSpPr>
          <p:cNvPr id="27" name="Oval 26"/>
          <p:cNvSpPr/>
          <p:nvPr/>
        </p:nvSpPr>
        <p:spPr>
          <a:xfrm>
            <a:off x="9601200" y="5623560"/>
            <a:ext cx="457200" cy="45720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6</a:t>
            </a:r>
          </a:p>
        </p:txBody>
      </p:sp>
      <p:sp>
        <p:nvSpPr>
          <p:cNvPr id="28" name="TextBox 27"/>
          <p:cNvSpPr txBox="1"/>
          <p:nvPr/>
        </p:nvSpPr>
        <p:spPr>
          <a:xfrm>
            <a:off x="10195560" y="558698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Recurring visits run themselves</a:t>
            </a:r>
          </a:p>
          <a:p>
            <a:pPr algn="l">
              <a:spcBef>
                <a:spcPts val="200"/>
              </a:spcBef>
            </a:pPr>
            <a:r>
              <a:rPr sz="1300" b="0" i="0">
                <a:solidFill>
                  <a:srgbClr val="5A6B85"/>
                </a:solidFill>
                <a:latin typeface="Salesforce Sans"/>
              </a:rPr>
              <a:t>Dispatcher</a:t>
            </a:r>
            <a:r>
              <a:rPr sz="1300" b="1" i="0">
                <a:solidFill>
                  <a:srgbClr val="6B2BD9"/>
                </a:solidFill>
                <a:latin typeface="Salesforce Sans"/>
              </a:rPr>
              <a:t>  ✦ package</a:t>
            </a:r>
          </a:p>
        </p:txBody>
      </p:sp>
      <p:sp>
        <p:nvSpPr>
          <p:cNvPr id="29" name="Oval 28"/>
          <p:cNvSpPr/>
          <p:nvPr/>
        </p:nvSpPr>
        <p:spPr>
          <a:xfrm>
            <a:off x="9601200" y="6949440"/>
            <a:ext cx="457200" cy="45720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7</a:t>
            </a:r>
          </a:p>
        </p:txBody>
      </p:sp>
      <p:sp>
        <p:nvSpPr>
          <p:cNvPr id="30" name="TextBox 29"/>
          <p:cNvSpPr txBox="1"/>
          <p:nvPr/>
        </p:nvSpPr>
        <p:spPr>
          <a:xfrm>
            <a:off x="10195560" y="691286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Re-service with a guarantee check</a:t>
            </a:r>
          </a:p>
          <a:p>
            <a:pPr algn="l">
              <a:spcBef>
                <a:spcPts val="200"/>
              </a:spcBef>
            </a:pPr>
            <a:r>
              <a:rPr sz="1300" b="0" i="0">
                <a:solidFill>
                  <a:srgbClr val="5A6B85"/>
                </a:solidFill>
                <a:latin typeface="Salesforce Sans"/>
              </a:rPr>
              <a:t>Customer Care + Technician</a:t>
            </a:r>
            <a:r>
              <a:rPr sz="1300" b="1" i="0">
                <a:solidFill>
                  <a:srgbClr val="6B2BD9"/>
                </a:solidFill>
                <a:latin typeface="Salesforce Sans"/>
              </a:rPr>
              <a:t>  ✦ package</a:t>
            </a:r>
          </a:p>
        </p:txBody>
      </p:sp>
      <p:cxnSp>
        <p:nvCxnSpPr>
          <p:cNvPr id="31" name="Connector 30"/>
          <p:cNvCxnSpPr/>
          <p:nvPr/>
        </p:nvCxnSpPr>
        <p:spPr>
          <a:xfrm>
            <a:off x="13240512" y="3401568"/>
            <a:ext cx="274320" cy="0"/>
          </a:xfrm>
          <a:prstGeom prst="line">
            <a:avLst/>
          </a:prstGeom>
          <a:ln w="25400">
            <a:solidFill>
              <a:srgbClr val="032D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3560552" y="2788920"/>
            <a:ext cx="3867912" cy="5623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3560552" y="2788920"/>
            <a:ext cx="3867912" cy="1234440"/>
          </a:xfrm>
          <a:prstGeom prst="roundRect">
            <a:avLst>
              <a:gd name="adj" fmla="val 12000"/>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3834872" y="2880360"/>
            <a:ext cx="3319272" cy="1051560"/>
          </a:xfrm>
          <a:prstGeom prst="rect">
            <a:avLst/>
          </a:prstGeom>
          <a:noFill/>
        </p:spPr>
        <p:txBody>
          <a:bodyPr wrap="square" anchor="ctr" lIns="0" rIns="0" tIns="0" bIns="0">
            <a:spAutoFit/>
          </a:bodyPr>
          <a:lstStyle/>
          <a:p>
            <a:pPr algn="l"/>
            <a:r>
              <a:rPr sz="2400" b="1" i="0">
                <a:solidFill>
                  <a:srgbClr val="FFFFFF"/>
                </a:solidFill>
                <a:latin typeface="Avant Garde Demi SFDC"/>
              </a:rPr>
              <a:t>Grow &amp; retain</a:t>
            </a:r>
          </a:p>
          <a:p>
            <a:pPr algn="l">
              <a:spcBef>
                <a:spcPts val="200"/>
              </a:spcBef>
            </a:pPr>
            <a:r>
              <a:rPr sz="1300" b="0" i="0">
                <a:solidFill>
                  <a:srgbClr val="FFFFFF"/>
                </a:solidFill>
                <a:latin typeface="Salesforce Sans"/>
              </a:rPr>
              <a:t>The technician is the best salesperson</a:t>
            </a:r>
          </a:p>
        </p:txBody>
      </p:sp>
      <p:sp>
        <p:nvSpPr>
          <p:cNvPr id="35" name="Oval 34"/>
          <p:cNvSpPr/>
          <p:nvPr/>
        </p:nvSpPr>
        <p:spPr>
          <a:xfrm>
            <a:off x="13834872" y="4297680"/>
            <a:ext cx="457200" cy="457200"/>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8</a:t>
            </a:r>
          </a:p>
        </p:txBody>
      </p:sp>
      <p:sp>
        <p:nvSpPr>
          <p:cNvPr id="36" name="TextBox 35"/>
          <p:cNvSpPr txBox="1"/>
          <p:nvPr/>
        </p:nvSpPr>
        <p:spPr>
          <a:xfrm>
            <a:off x="14429232" y="426110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Upsell in the driveway</a:t>
            </a:r>
          </a:p>
          <a:p>
            <a:pPr algn="l">
              <a:spcBef>
                <a:spcPts val="200"/>
              </a:spcBef>
            </a:pPr>
            <a:r>
              <a:rPr sz="1300" b="0" i="0">
                <a:solidFill>
                  <a:srgbClr val="5A6B85"/>
                </a:solidFill>
                <a:latin typeface="Salesforce Sans"/>
              </a:rPr>
              <a:t>Technician → Michael</a:t>
            </a:r>
          </a:p>
        </p:txBody>
      </p:sp>
      <p:sp>
        <p:nvSpPr>
          <p:cNvPr id="37" name="Oval 36"/>
          <p:cNvSpPr/>
          <p:nvPr/>
        </p:nvSpPr>
        <p:spPr>
          <a:xfrm>
            <a:off x="13834872" y="5623560"/>
            <a:ext cx="457200" cy="457200"/>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Avant Garde Demi SFDC"/>
              </a:rPr>
              <a:t>9</a:t>
            </a:r>
          </a:p>
        </p:txBody>
      </p:sp>
      <p:sp>
        <p:nvSpPr>
          <p:cNvPr id="38" name="TextBox 37"/>
          <p:cNvSpPr txBox="1"/>
          <p:nvPr/>
        </p:nvSpPr>
        <p:spPr>
          <a:xfrm>
            <a:off x="14429232" y="5586984"/>
            <a:ext cx="2770632" cy="1188720"/>
          </a:xfrm>
          <a:prstGeom prst="rect">
            <a:avLst/>
          </a:prstGeom>
          <a:noFill/>
        </p:spPr>
        <p:txBody>
          <a:bodyPr wrap="square" anchor="t" lIns="0" rIns="0" tIns="0" bIns="0">
            <a:spAutoFit/>
          </a:bodyPr>
          <a:lstStyle/>
          <a:p>
            <a:pPr algn="l"/>
            <a:r>
              <a:rPr sz="1700" b="1" i="0">
                <a:solidFill>
                  <a:srgbClr val="032D60"/>
                </a:solidFill>
                <a:latin typeface="Salesforce Sans"/>
              </a:rPr>
              <a:t>Pause, resume &amp; renew</a:t>
            </a:r>
          </a:p>
          <a:p>
            <a:pPr algn="l">
              <a:spcBef>
                <a:spcPts val="200"/>
              </a:spcBef>
            </a:pPr>
            <a:r>
              <a:rPr sz="1300" b="0" i="0">
                <a:solidFill>
                  <a:srgbClr val="5A6B85"/>
                </a:solidFill>
                <a:latin typeface="Salesforce Sans"/>
              </a:rPr>
              <a:t>Billing + Michael</a:t>
            </a:r>
          </a:p>
        </p:txBody>
      </p:sp>
      <p:sp>
        <p:nvSpPr>
          <p:cNvPr id="39" name="Rounded Rectangle 38"/>
          <p:cNvSpPr/>
          <p:nvPr/>
        </p:nvSpPr>
        <p:spPr>
          <a:xfrm>
            <a:off x="859536" y="8641080"/>
            <a:ext cx="16568928" cy="548640"/>
          </a:xfrm>
          <a:prstGeom prst="roundRect">
            <a:avLst>
              <a:gd name="adj" fmla="val 50000"/>
            </a:avLst>
          </a:prstGeom>
          <a:solidFill>
            <a:srgbClr val="EA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188720" y="8641080"/>
            <a:ext cx="8686800" cy="548640"/>
          </a:xfrm>
          <a:prstGeom prst="rect">
            <a:avLst/>
          </a:prstGeom>
          <a:noFill/>
        </p:spPr>
        <p:txBody>
          <a:bodyPr wrap="square" anchor="ctr" lIns="0" rIns="0" tIns="0" bIns="0">
            <a:spAutoFit/>
          </a:bodyPr>
          <a:lstStyle/>
          <a:p>
            <a:pPr algn="l"/>
            <a:r>
              <a:rPr sz="1500" b="1" i="0">
                <a:solidFill>
                  <a:srgbClr val="022AC0"/>
                </a:solidFill>
                <a:latin typeface="Salesforce Sans"/>
              </a:rPr>
              <a:t>↺  Renewal and next season's service start the loop again</a:t>
            </a:r>
          </a:p>
        </p:txBody>
      </p:sp>
      <p:sp>
        <p:nvSpPr>
          <p:cNvPr id="41" name="TextBox 40"/>
          <p:cNvSpPr txBox="1"/>
          <p:nvPr/>
        </p:nvSpPr>
        <p:spPr>
          <a:xfrm>
            <a:off x="9692640" y="8641080"/>
            <a:ext cx="4480560" cy="548640"/>
          </a:xfrm>
          <a:prstGeom prst="rect">
            <a:avLst/>
          </a:prstGeom>
          <a:noFill/>
        </p:spPr>
        <p:txBody>
          <a:bodyPr wrap="square" anchor="ctr" lIns="0" rIns="0" tIns="0" bIns="0">
            <a:spAutoFit/>
          </a:bodyPr>
          <a:lstStyle/>
          <a:p>
            <a:pPr algn="l"/>
            <a:r>
              <a:rPr sz="1300" b="1" i="0">
                <a:solidFill>
                  <a:srgbClr val="6B2BD9"/>
                </a:solidFill>
                <a:latin typeface="Salesforce Sans"/>
              </a:rPr>
              <a:t>✦ package</a:t>
            </a:r>
            <a:r>
              <a:rPr sz="1300" b="0" i="0">
                <a:solidFill>
                  <a:srgbClr val="5A6B85"/>
                </a:solidFill>
                <a:latin typeface="Salesforce Sans"/>
              </a:rPr>
              <a:t>  enhanced by the FSL managed package</a:t>
            </a:r>
          </a:p>
        </p:txBody>
      </p:sp>
      <p:sp>
        <p:nvSpPr>
          <p:cNvPr id="42" name="Rounded Rectangle 41"/>
          <p:cNvSpPr/>
          <p:nvPr/>
        </p:nvSpPr>
        <p:spPr>
          <a:xfrm>
            <a:off x="14356080" y="8750808"/>
            <a:ext cx="21031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A84B00"/>
                </a:solidFill>
                <a:latin typeface="Salesforce Sans"/>
              </a:rPr>
              <a:t>ALL SCENES: VISION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Field Service Core vs the managed package</a:t>
            </a:r>
          </a:p>
        </p:txBody>
      </p:sp>
      <p:sp>
        <p:nvSpPr>
          <p:cNvPr id="3" name="Subtitle 2"/>
          <p:cNvSpPr>
            <a:spLocks noGrp="1"/>
          </p:cNvSpPr>
          <p:nvPr>
            <p:ph type="subTitle" idx="1"/>
          </p:nvPr>
        </p:nvSpPr>
        <p:spPr/>
        <p:txBody>
          <a:bodyPr/>
          <a:lstStyle/>
          <a:p>
            <a:pPr marL="0" indent="0"/>
            <a:r>
              <a:t>Core runs the lifecycle; the package makes residential routes pay</a:t>
            </a:r>
          </a:p>
        </p:txBody>
      </p:sp>
      <p:sp>
        <p:nvSpPr>
          <p:cNvPr id="4" name="Rounded Rectangle 3"/>
          <p:cNvSpPr/>
          <p:nvPr/>
        </p:nvSpPr>
        <p:spPr>
          <a:xfrm>
            <a:off x="859536" y="2788920"/>
            <a:ext cx="5279136" cy="5532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59536" y="2788920"/>
            <a:ext cx="5279136" cy="109728"/>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79576" y="3063240"/>
            <a:ext cx="4639056" cy="365760"/>
          </a:xfrm>
          <a:prstGeom prst="rect">
            <a:avLst/>
          </a:prstGeom>
          <a:noFill/>
        </p:spPr>
        <p:txBody>
          <a:bodyPr wrap="square" anchor="t" lIns="0" rIns="0" tIns="0" bIns="0">
            <a:spAutoFit/>
          </a:bodyPr>
          <a:lstStyle/>
          <a:p>
            <a:pPr algn="l"/>
            <a:r>
              <a:rPr sz="1500" b="1" i="0">
                <a:solidFill>
                  <a:srgbClr val="066AFE"/>
                </a:solidFill>
                <a:latin typeface="Salesforce Sans"/>
              </a:rPr>
              <a:t>FIELD SERVICE CORE</a:t>
            </a:r>
          </a:p>
        </p:txBody>
      </p:sp>
      <p:sp>
        <p:nvSpPr>
          <p:cNvPr id="7" name="TextBox 6"/>
          <p:cNvSpPr txBox="1"/>
          <p:nvPr/>
        </p:nvSpPr>
        <p:spPr>
          <a:xfrm>
            <a:off x="1179576" y="3456432"/>
            <a:ext cx="4639056" cy="365760"/>
          </a:xfrm>
          <a:prstGeom prst="rect">
            <a:avLst/>
          </a:prstGeom>
          <a:noFill/>
        </p:spPr>
        <p:txBody>
          <a:bodyPr wrap="square" anchor="t" lIns="0" rIns="0" tIns="0" bIns="0">
            <a:spAutoFit/>
          </a:bodyPr>
          <a:lstStyle/>
          <a:p>
            <a:pPr algn="l"/>
            <a:r>
              <a:rPr sz="1300" b="0" i="0">
                <a:solidFill>
                  <a:srgbClr val="5A6B85"/>
                </a:solidFill>
                <a:latin typeface="Salesforce Sans"/>
              </a:rPr>
              <a:t>Included with Field Service licenses</a:t>
            </a:r>
          </a:p>
        </p:txBody>
      </p:sp>
      <p:sp>
        <p:nvSpPr>
          <p:cNvPr id="8" name="TextBox 7"/>
          <p:cNvSpPr txBox="1"/>
          <p:nvPr/>
        </p:nvSpPr>
        <p:spPr>
          <a:xfrm>
            <a:off x="1179576" y="4023360"/>
            <a:ext cx="4639056" cy="4206240"/>
          </a:xfrm>
          <a:prstGeom prst="rect">
            <a:avLst/>
          </a:prstGeom>
          <a:noFill/>
        </p:spPr>
        <p:txBody>
          <a:bodyPr wrap="square" anchor="t" lIns="0" rIns="0" tIns="0" bIns="0">
            <a:spAutoFit/>
          </a:bodyPr>
          <a:lstStyle/>
          <a:p>
            <a:pPr algn="l" marL="274320" indent="-274320">
              <a:buChar char="•"/>
            </a:pPr>
            <a:r>
              <a:rPr sz="1600" b="0" i="0">
                <a:solidFill>
                  <a:srgbClr val="032D60"/>
                </a:solidFill>
                <a:latin typeface="Salesforce Sans"/>
              </a:rPr>
              <a:t>Work Orders, Service Appointments, and Assets</a:t>
            </a:r>
          </a:p>
          <a:p>
            <a:pPr algn="l" marL="274320" indent="-274320">
              <a:spcBef>
                <a:spcPts val="900"/>
              </a:spcBef>
              <a:buChar char="•"/>
            </a:pPr>
            <a:r>
              <a:rPr sz="1600" b="0" i="0">
                <a:solidFill>
                  <a:srgbClr val="032D60"/>
                </a:solidFill>
                <a:latin typeface="Salesforce Sans"/>
              </a:rPr>
              <a:t>Maintenance Plans that generate recurring visits</a:t>
            </a:r>
          </a:p>
          <a:p>
            <a:pPr algn="l" marL="274320" indent="-274320">
              <a:spcBef>
                <a:spcPts val="900"/>
              </a:spcBef>
              <a:buChar char="•"/>
            </a:pPr>
            <a:r>
              <a:rPr sz="1600" b="0" i="0">
                <a:solidFill>
                  <a:srgbClr val="032D60"/>
                </a:solidFill>
                <a:latin typeface="Salesforce Sans"/>
              </a:rPr>
              <a:t>Skills, territories, operating hours, Work Types</a:t>
            </a:r>
          </a:p>
          <a:p>
            <a:pPr algn="l" marL="274320" indent="-274320">
              <a:spcBef>
                <a:spcPts val="900"/>
              </a:spcBef>
              <a:buChar char="•"/>
            </a:pPr>
            <a:r>
              <a:rPr sz="1600" b="0" i="0">
                <a:solidFill>
                  <a:srgbClr val="032D60"/>
                </a:solidFill>
                <a:latin typeface="Salesforce Sans"/>
              </a:rPr>
              <a:t>Entitlements for guarantee checks</a:t>
            </a:r>
          </a:p>
          <a:p>
            <a:pPr algn="l" marL="274320" indent="-274320">
              <a:spcBef>
                <a:spcPts val="900"/>
              </a:spcBef>
              <a:buChar char="•"/>
            </a:pPr>
            <a:r>
              <a:rPr sz="1600" b="0" i="0">
                <a:solidFill>
                  <a:srgbClr val="032D60"/>
                </a:solidFill>
                <a:latin typeface="Salesforce Sans"/>
              </a:rPr>
              <a:t>Field Service mobile app for technicians</a:t>
            </a:r>
          </a:p>
          <a:p>
            <a:pPr algn="l" marL="274320" indent="-274320">
              <a:spcBef>
                <a:spcPts val="900"/>
              </a:spcBef>
              <a:buChar char="•"/>
            </a:pPr>
            <a:r>
              <a:rPr sz="1600" b="0" i="0">
                <a:solidFill>
                  <a:srgbClr val="032D60"/>
                </a:solidFill>
                <a:latin typeface="Salesforce Sans"/>
              </a:rPr>
              <a:t>Scheduling is manual: set the time, add the technician</a:t>
            </a:r>
          </a:p>
        </p:txBody>
      </p:sp>
      <p:sp>
        <p:nvSpPr>
          <p:cNvPr id="9" name="Rounded Rectangle 8"/>
          <p:cNvSpPr/>
          <p:nvPr/>
        </p:nvSpPr>
        <p:spPr>
          <a:xfrm>
            <a:off x="6504432" y="2788920"/>
            <a:ext cx="5279136" cy="5532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504432" y="2788920"/>
            <a:ext cx="5279136" cy="109728"/>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24472" y="3063240"/>
            <a:ext cx="4639056" cy="365760"/>
          </a:xfrm>
          <a:prstGeom prst="rect">
            <a:avLst/>
          </a:prstGeom>
          <a:noFill/>
        </p:spPr>
        <p:txBody>
          <a:bodyPr wrap="square" anchor="t" lIns="0" rIns="0" tIns="0" bIns="0">
            <a:spAutoFit/>
          </a:bodyPr>
          <a:lstStyle/>
          <a:p>
            <a:pPr algn="l"/>
            <a:r>
              <a:rPr sz="1500" b="1" i="0">
                <a:solidFill>
                  <a:srgbClr val="6B2BD9"/>
                </a:solidFill>
                <a:latin typeface="Salesforce Sans"/>
              </a:rPr>
              <a:t>MANAGED PACKAGE ADDS</a:t>
            </a:r>
          </a:p>
        </p:txBody>
      </p:sp>
      <p:sp>
        <p:nvSpPr>
          <p:cNvPr id="12" name="TextBox 11"/>
          <p:cNvSpPr txBox="1"/>
          <p:nvPr/>
        </p:nvSpPr>
        <p:spPr>
          <a:xfrm>
            <a:off x="6824472" y="3456432"/>
            <a:ext cx="4639056" cy="365760"/>
          </a:xfrm>
          <a:prstGeom prst="rect">
            <a:avLst/>
          </a:prstGeom>
          <a:noFill/>
        </p:spPr>
        <p:txBody>
          <a:bodyPr wrap="square" anchor="t" lIns="0" rIns="0" tIns="0" bIns="0">
            <a:spAutoFit/>
          </a:bodyPr>
          <a:lstStyle/>
          <a:p>
            <a:pPr algn="l"/>
            <a:r>
              <a:rPr sz="1300" b="0" i="0">
                <a:solidFill>
                  <a:srgbClr val="5A6B85"/>
                </a:solidFill>
                <a:latin typeface="Salesforce Sans"/>
              </a:rPr>
              <a:t>Field Service app from AppExchange (FSL)</a:t>
            </a:r>
          </a:p>
        </p:txBody>
      </p:sp>
      <p:sp>
        <p:nvSpPr>
          <p:cNvPr id="13" name="TextBox 12"/>
          <p:cNvSpPr txBox="1"/>
          <p:nvPr/>
        </p:nvSpPr>
        <p:spPr>
          <a:xfrm>
            <a:off x="6824472" y="4023360"/>
            <a:ext cx="4639056" cy="4206240"/>
          </a:xfrm>
          <a:prstGeom prst="rect">
            <a:avLst/>
          </a:prstGeom>
          <a:noFill/>
        </p:spPr>
        <p:txBody>
          <a:bodyPr wrap="square" anchor="t" lIns="0" rIns="0" tIns="0" bIns="0">
            <a:spAutoFit/>
          </a:bodyPr>
          <a:lstStyle/>
          <a:p>
            <a:pPr algn="l" marL="274320" indent="-274320">
              <a:buChar char="•"/>
            </a:pPr>
            <a:r>
              <a:rPr sz="1600" b="0" i="0">
                <a:solidFill>
                  <a:srgbClr val="032D60"/>
                </a:solidFill>
                <a:latin typeface="Salesforce Sans"/>
              </a:rPr>
              <a:t>Dispatcher Console: Gantt, map, drag and drop</a:t>
            </a:r>
          </a:p>
          <a:p>
            <a:pPr algn="l" marL="274320" indent="-274320">
              <a:spcBef>
                <a:spcPts val="900"/>
              </a:spcBef>
              <a:buChar char="•"/>
            </a:pPr>
            <a:r>
              <a:rPr sz="1600" b="0" i="0">
                <a:solidFill>
                  <a:srgbClr val="032D60"/>
                </a:solidFill>
                <a:latin typeface="Salesforce Sans"/>
              </a:rPr>
              <a:t>Automatic booking and ranked technician candidates</a:t>
            </a:r>
          </a:p>
          <a:p>
            <a:pPr algn="l" marL="274320" indent="-274320">
              <a:spcBef>
                <a:spcPts val="900"/>
              </a:spcBef>
              <a:buChar char="•"/>
            </a:pPr>
            <a:r>
              <a:rPr sz="1600" b="0" i="0">
                <a:solidFill>
                  <a:srgbClr val="032D60"/>
                </a:solidFill>
                <a:latin typeface="Salesforce Sans"/>
              </a:rPr>
              <a:t>Rules that enforce skills, territory, hours, and travel</a:t>
            </a:r>
          </a:p>
          <a:p>
            <a:pPr algn="l" marL="274320" indent="-274320">
              <a:spcBef>
                <a:spcPts val="900"/>
              </a:spcBef>
              <a:buChar char="•"/>
            </a:pPr>
            <a:r>
              <a:rPr sz="1600" b="0" i="0">
                <a:solidFill>
                  <a:srgbClr val="032D60"/>
                </a:solidFill>
                <a:latin typeface="Salesforce Sans"/>
              </a:rPr>
              <a:t>Route optimization across the whole territory</a:t>
            </a:r>
          </a:p>
          <a:p>
            <a:pPr algn="l" marL="274320" indent="-274320">
              <a:spcBef>
                <a:spcPts val="900"/>
              </a:spcBef>
              <a:buChar char="•"/>
            </a:pPr>
            <a:r>
              <a:rPr sz="1600" b="0" i="0">
                <a:solidFill>
                  <a:srgbClr val="032D60"/>
                </a:solidFill>
                <a:latin typeface="Salesforce Sans"/>
              </a:rPr>
              <a:t>Appointment booking with real arrival windows</a:t>
            </a:r>
          </a:p>
          <a:p>
            <a:pPr algn="l" marL="274320" indent="-274320">
              <a:spcBef>
                <a:spcPts val="900"/>
              </a:spcBef>
              <a:buChar char="•"/>
            </a:pPr>
            <a:r>
              <a:rPr sz="1600" b="0" i="0">
                <a:solidFill>
                  <a:srgbClr val="032D60"/>
                </a:solidFill>
                <a:latin typeface="Salesforce Sans"/>
              </a:rPr>
              <a:t>Appointment Assistant: live "on my way" updates</a:t>
            </a:r>
          </a:p>
        </p:txBody>
      </p:sp>
      <p:sp>
        <p:nvSpPr>
          <p:cNvPr id="14" name="Rounded Rectangle 13"/>
          <p:cNvSpPr/>
          <p:nvPr/>
        </p:nvSpPr>
        <p:spPr>
          <a:xfrm>
            <a:off x="12149328" y="2788920"/>
            <a:ext cx="5279136" cy="55321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2149328" y="2788920"/>
            <a:ext cx="5279136" cy="109728"/>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469368" y="3063240"/>
            <a:ext cx="4639056" cy="365760"/>
          </a:xfrm>
          <a:prstGeom prst="rect">
            <a:avLst/>
          </a:prstGeom>
          <a:noFill/>
        </p:spPr>
        <p:txBody>
          <a:bodyPr wrap="square" anchor="t" lIns="0" rIns="0" tIns="0" bIns="0">
            <a:spAutoFit/>
          </a:bodyPr>
          <a:lstStyle/>
          <a:p>
            <a:pPr algn="l"/>
            <a:r>
              <a:rPr sz="1500" b="1" i="0">
                <a:solidFill>
                  <a:srgbClr val="022AC0"/>
                </a:solidFill>
                <a:latin typeface="Salesforce Sans"/>
              </a:rPr>
              <a:t>WHERE IT SHOWS UP</a:t>
            </a:r>
          </a:p>
        </p:txBody>
      </p:sp>
      <p:sp>
        <p:nvSpPr>
          <p:cNvPr id="17" name="TextBox 16"/>
          <p:cNvSpPr txBox="1"/>
          <p:nvPr/>
        </p:nvSpPr>
        <p:spPr>
          <a:xfrm>
            <a:off x="12469368" y="3456432"/>
            <a:ext cx="4639056" cy="365760"/>
          </a:xfrm>
          <a:prstGeom prst="rect">
            <a:avLst/>
          </a:prstGeom>
          <a:noFill/>
        </p:spPr>
        <p:txBody>
          <a:bodyPr wrap="square" anchor="t" lIns="0" rIns="0" tIns="0" bIns="0">
            <a:spAutoFit/>
          </a:bodyPr>
          <a:lstStyle/>
          <a:p>
            <a:pPr algn="l"/>
            <a:r>
              <a:rPr sz="1300" b="0" i="0">
                <a:solidFill>
                  <a:srgbClr val="5A6B85"/>
                </a:solidFill>
                <a:latin typeface="Salesforce Sans"/>
              </a:rPr>
              <a:t>Scenes that change with the package</a:t>
            </a:r>
          </a:p>
        </p:txBody>
      </p:sp>
      <p:sp>
        <p:nvSpPr>
          <p:cNvPr id="18" name="TextBox 17"/>
          <p:cNvSpPr txBox="1"/>
          <p:nvPr/>
        </p:nvSpPr>
        <p:spPr>
          <a:xfrm>
            <a:off x="12469368" y="4023360"/>
            <a:ext cx="4639056" cy="4206240"/>
          </a:xfrm>
          <a:prstGeom prst="rect">
            <a:avLst/>
          </a:prstGeom>
          <a:noFill/>
        </p:spPr>
        <p:txBody>
          <a:bodyPr wrap="square" anchor="t" lIns="0" rIns="0" tIns="0" bIns="0">
            <a:spAutoFit/>
          </a:bodyPr>
          <a:lstStyle/>
          <a:p>
            <a:pPr algn="l" marL="274320" indent="-274320">
              <a:buChar char="•"/>
            </a:pPr>
            <a:r>
              <a:rPr sz="1600" b="0" i="0">
                <a:solidFill>
                  <a:srgbClr val="032D60"/>
                </a:solidFill>
                <a:latin typeface="Salesforce Sans"/>
              </a:rPr>
              <a:t>Scene 4: Initial Service booked within 48 hours, automatically</a:t>
            </a:r>
          </a:p>
          <a:p>
            <a:pPr algn="l" marL="274320" indent="-274320">
              <a:spcBef>
                <a:spcPts val="900"/>
              </a:spcBef>
              <a:buChar char="•"/>
            </a:pPr>
            <a:r>
              <a:rPr sz="1600" b="0" i="0">
                <a:solidFill>
                  <a:srgbClr val="032D60"/>
                </a:solidFill>
                <a:latin typeface="Salesforce Sans"/>
              </a:rPr>
              <a:t>Scene 5: Michael tracks the technician's arrival live</a:t>
            </a:r>
          </a:p>
          <a:p>
            <a:pPr algn="l" marL="274320" indent="-274320">
              <a:spcBef>
                <a:spcPts val="900"/>
              </a:spcBef>
              <a:buChar char="•"/>
            </a:pPr>
            <a:r>
              <a:rPr sz="1600" b="0" i="0">
                <a:solidFill>
                  <a:srgbClr val="032D60"/>
                </a:solidFill>
                <a:latin typeface="Salesforce Sans"/>
              </a:rPr>
              <a:t>Scene 6: quarterly visits optimized into dense routes</a:t>
            </a:r>
          </a:p>
          <a:p>
            <a:pPr algn="l" marL="274320" indent="-274320">
              <a:spcBef>
                <a:spcPts val="900"/>
              </a:spcBef>
              <a:buChar char="•"/>
            </a:pPr>
            <a:r>
              <a:rPr sz="1600" b="0" i="0">
                <a:solidFill>
                  <a:srgbClr val="032D60"/>
                </a:solidFill>
                <a:latin typeface="Salesforce Sans"/>
              </a:rPr>
              <a:t>Scene 7: re-service booked into a real open window</a:t>
            </a:r>
          </a:p>
          <a:p>
            <a:pPr algn="l" marL="274320" indent="-274320">
              <a:spcBef>
                <a:spcPts val="900"/>
              </a:spcBef>
              <a:buChar char="•"/>
            </a:pPr>
            <a:r>
              <a:rPr sz="1600" b="0" i="0">
                <a:solidFill>
                  <a:srgbClr val="032D60"/>
                </a:solidFill>
                <a:latin typeface="Salesforce Sans"/>
              </a:rPr>
              <a:t>Scenes 1–3, 8–9: unchanged; the Revenue Cloud story is all Core</a:t>
            </a:r>
          </a:p>
        </p:txBody>
      </p:sp>
      <p:sp>
        <p:nvSpPr>
          <p:cNvPr id="19" name="Rounded Rectangle 18"/>
          <p:cNvSpPr/>
          <p:nvPr/>
        </p:nvSpPr>
        <p:spPr>
          <a:xfrm>
            <a:off x="859536" y="8549640"/>
            <a:ext cx="16568928" cy="685800"/>
          </a:xfrm>
          <a:prstGeom prst="roundRect">
            <a:avLst>
              <a:gd name="adj" fmla="val 30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88720" y="8549640"/>
            <a:ext cx="15910559" cy="685800"/>
          </a:xfrm>
          <a:prstGeom prst="rect">
            <a:avLst/>
          </a:prstGeom>
          <a:noFill/>
        </p:spPr>
        <p:txBody>
          <a:bodyPr wrap="square" anchor="ctr" lIns="0" rIns="0" tIns="0" bIns="0">
            <a:spAutoFit/>
          </a:bodyPr>
          <a:lstStyle/>
          <a:p>
            <a:pPr algn="l"/>
            <a:r>
              <a:rPr sz="1400" b="1" i="0">
                <a:solidFill>
                  <a:srgbClr val="6B2BD9"/>
                </a:solidFill>
                <a:latin typeface="Salesforce Sans"/>
              </a:rPr>
              <a:t>For residential pest control, the package is close to essential. </a:t>
            </a:r>
            <a:r>
              <a:rPr sz="1400" b="0" i="0">
                <a:solidFill>
                  <a:srgbClr val="032D60"/>
                </a:solidFill>
                <a:latin typeface="Salesforce Sans"/>
              </a:rPr>
              <a:t>Route density is the margin story (Scene 6), and Core can't show it. Plan for post-install setup: package permission sets and a default scheduling policy.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sz="6000"/>
              <a:t>The inspection is the sales call</a:t>
            </a:r>
          </a:p>
        </p:txBody>
      </p:sp>
      <p:sp>
        <p:nvSpPr>
          <p:cNvPr id="3" name="TextBox 2"/>
          <p:cNvSpPr txBox="1"/>
          <p:nvPr/>
        </p:nvSpPr>
        <p:spPr>
          <a:xfrm>
            <a:off x="1133856" y="3063240"/>
            <a:ext cx="16020288" cy="548640"/>
          </a:xfrm>
          <a:prstGeom prst="rect">
            <a:avLst/>
          </a:prstGeom>
          <a:noFill/>
        </p:spPr>
        <p:txBody>
          <a:bodyPr wrap="square" anchor="t" lIns="0" rIns="0" tIns="0" bIns="0">
            <a:spAutoFit/>
          </a:bodyPr>
          <a:lstStyle/>
          <a:p>
            <a:pPr algn="ctr"/>
            <a:r>
              <a:rPr sz="2400" b="1" i="0">
                <a:solidFill>
                  <a:srgbClr val="FFFFFF"/>
                </a:solidFill>
                <a:latin typeface="Salesforce Sans"/>
              </a:rPr>
              <a:t>PHASE 1  ·  SELL</a:t>
            </a:r>
          </a:p>
        </p:txBody>
      </p:sp>
      <p:sp>
        <p:nvSpPr>
          <p:cNvPr id="4" name="TextBox 3"/>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Inspect, price, sign, and book the first treatment in one visit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Plan the day</a:t>
            </a:r>
          </a:p>
        </p:txBody>
      </p:sp>
      <p:sp>
        <p:nvSpPr>
          <p:cNvPr id="4" name="Subtitle 3"/>
          <p:cNvSpPr>
            <a:spLocks noGrp="1"/>
          </p:cNvSpPr>
          <p:nvPr>
            <p:ph type="subTitle" idx="2"/>
          </p:nvPr>
        </p:nvSpPr>
        <p:spPr/>
        <p:txBody>
          <a:bodyPr/>
          <a:lstStyle/>
          <a:p>
            <a:pPr marL="0" indent="0"/>
            <a:r>
              <a:rPr sz="2000"/>
              <a:t>Sales Rep · Field sales visit plan &amp; map</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66AFE"/>
                </a:solidFill>
                <a:latin typeface="Salesforce Sans"/>
              </a:rPr>
              <a:t>SCENE 1  ·  SELL</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The rep's morning: inbound leads plotted across Bloomingdale and Glendale Heights</a:t>
            </a:r>
          </a:p>
          <a:p>
            <a:pPr algn="l" marL="274320" indent="-274320">
              <a:spcBef>
                <a:spcPts val="900"/>
              </a:spcBef>
              <a:buChar char="•"/>
            </a:pPr>
            <a:r>
              <a:rPr sz="1700" b="0" i="0">
                <a:solidFill>
                  <a:srgbClr val="032D60"/>
                </a:solidFill>
                <a:latin typeface="Salesforce Sans"/>
              </a:rPr>
              <a:t>Michael's web request from last night (ants in the kitchen, mice in the garage) is the first stop</a:t>
            </a:r>
          </a:p>
          <a:p>
            <a:pPr algn="l" marL="274320" indent="-274320">
              <a:spcBef>
                <a:spcPts val="900"/>
              </a:spcBef>
              <a:buChar char="•"/>
            </a:pPr>
            <a:r>
              <a:rPr sz="1700" b="0" i="0">
                <a:solidFill>
                  <a:srgbClr val="032D60"/>
                </a:solidFill>
                <a:latin typeface="Salesforce Sans"/>
              </a:rPr>
              <a:t>Drive time, appointment window, and the lead's notes in one view</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Last night's web form is this morning's first stop.</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691640"/>
            <a:ext cx="6720840" cy="41605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800"/>
              </a:spcBef>
            </a:pPr>
            <a:r>
              <a:rPr sz="1600" b="0" i="0">
                <a:solidFill>
                  <a:srgbClr val="032D60"/>
                </a:solidFill>
                <a:latin typeface="Salesforce Sans"/>
              </a:rPr>
              <a:t>A map of today's stops with a route line. Tapping 316 Ridgewood Dr opens Michael's lead: what he reported, when he's home, and the appointment window he picked.</a:t>
            </a:r>
          </a:p>
          <a:p>
            <a:pPr algn="l">
              <a:spcBef>
                <a:spcPts val="1400"/>
              </a:spcBef>
            </a:pPr>
            <a:r>
              <a:rPr sz="1500" b="1" i="0">
                <a:solidFill>
                  <a:srgbClr val="A84B00"/>
                </a:solidFill>
                <a:latin typeface="Salesforce Sans"/>
              </a:rPr>
              <a:t>Feels like: </a:t>
            </a:r>
            <a:r>
              <a:rPr sz="1500" b="0" i="0">
                <a:solidFill>
                  <a:srgbClr val="5A6B85"/>
                </a:solidFill>
                <a:latin typeface="Salesforce Sans"/>
              </a:rPr>
              <a:t>Calm and organized. The rep starts the day knowing exactly where to go and why.</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today's visit plan on the tablet</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route across Bloomingdale</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Tap Michael's stop → lead details</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Start the visit on arrival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Inspect &amp; quote on the tablet</a:t>
            </a:r>
          </a:p>
        </p:txBody>
      </p:sp>
      <p:sp>
        <p:nvSpPr>
          <p:cNvPr id="4" name="Subtitle 3"/>
          <p:cNvSpPr>
            <a:spLocks noGrp="1"/>
          </p:cNvSpPr>
          <p:nvPr>
            <p:ph type="subTitle" idx="2"/>
          </p:nvPr>
        </p:nvSpPr>
        <p:spPr/>
        <p:txBody>
          <a:bodyPr/>
          <a:lstStyle/>
          <a:p>
            <a:pPr marL="0" indent="0"/>
            <a:r>
              <a:rPr sz="2000"/>
              <a:t>Sales Rep · Revenue Cloud quote on mobile</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66AFE"/>
                </a:solidFill>
                <a:latin typeface="Salesforce Sans"/>
              </a:rPr>
              <a:t>SCENE 2  ·  SELL</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The rep walks the property and records findings: ant trails, rodent entry points, a wooded lot</a:t>
            </a:r>
          </a:p>
          <a:p>
            <a:pPr algn="l" marL="274320" indent="-274320">
              <a:spcBef>
                <a:spcPts val="900"/>
              </a:spcBef>
              <a:buChar char="•"/>
            </a:pPr>
            <a:r>
              <a:rPr sz="1700" b="0" i="0">
                <a:solidFill>
                  <a:srgbClr val="032D60"/>
                </a:solidFill>
                <a:latin typeface="Salesforce Sans"/>
              </a:rPr>
              <a:t>Home details (2,400 sq ft, basement, attached garage) drive attribute-based pricing</a:t>
            </a:r>
          </a:p>
          <a:p>
            <a:pPr algn="l" marL="274320" indent="-274320">
              <a:spcBef>
                <a:spcPts val="900"/>
              </a:spcBef>
              <a:buChar char="•"/>
            </a:pPr>
            <a:r>
              <a:rPr sz="1700" b="0" i="0">
                <a:solidFill>
                  <a:srgbClr val="032D60"/>
                </a:solidFill>
                <a:latin typeface="Salesforce Sans"/>
              </a:rPr>
              <a:t>Three options appear: Essential, Home Protection, and Home Protection Plus</a:t>
            </a:r>
          </a:p>
          <a:p>
            <a:pPr algn="l" marL="274320" indent="-274320">
              <a:spcBef>
                <a:spcPts val="900"/>
              </a:spcBef>
              <a:buChar char="•"/>
            </a:pPr>
            <a:r>
              <a:rPr sz="1700" b="0" i="0">
                <a:solidFill>
                  <a:srgbClr val="032D60"/>
                </a:solidFill>
                <a:latin typeface="Salesforce Sans"/>
              </a:rPr>
              <a:t>A rule adds the Initial Service automatically to every recurring plan</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The price reflects Michael's home, not a rate card.</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691640"/>
            <a:ext cx="6720840" cy="41605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800"/>
              </a:spcBef>
            </a:pPr>
            <a:r>
              <a:rPr sz="1600" b="0" i="0">
                <a:solidFill>
                  <a:srgbClr val="032D60"/>
                </a:solidFill>
                <a:latin typeface="Salesforce Sans"/>
              </a:rPr>
              <a:t>A guided inspection on the tablet: tap pests found, snap photos, enter home size. Then a side-by-side of three plans, with Home Protection highlighted as recommended.</a:t>
            </a:r>
          </a:p>
          <a:p>
            <a:pPr algn="l">
              <a:spcBef>
                <a:spcPts val="1400"/>
              </a:spcBef>
            </a:pPr>
            <a:r>
              <a:rPr sz="1500" b="1" i="0">
                <a:solidFill>
                  <a:srgbClr val="A84B00"/>
                </a:solidFill>
                <a:latin typeface="Salesforce Sans"/>
              </a:rPr>
              <a:t>Feels like: </a:t>
            </a:r>
            <a:r>
              <a:rPr sz="1500" b="0" i="0">
                <a:solidFill>
                  <a:srgbClr val="5A6B85"/>
                </a:solidFill>
                <a:latin typeface="Salesforce Sans"/>
              </a:rPr>
              <a:t>Consultative, not salesy. Michael watches the price build from what was found in his own home.</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Capture findings and photos</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Enter home size and property details</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three plan options</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Highlight the auto-added Initial Service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Sign &amp; pay at the door</a:t>
            </a:r>
          </a:p>
        </p:txBody>
      </p:sp>
      <p:sp>
        <p:nvSpPr>
          <p:cNvPr id="4" name="Subtitle 3"/>
          <p:cNvSpPr>
            <a:spLocks noGrp="1"/>
          </p:cNvSpPr>
          <p:nvPr>
            <p:ph type="subTitle" idx="2"/>
          </p:nvPr>
        </p:nvSpPr>
        <p:spPr/>
        <p:txBody>
          <a:bodyPr/>
          <a:lstStyle/>
          <a:p>
            <a:pPr marL="0" indent="0"/>
            <a:r>
              <a:rPr sz="2000"/>
              <a:t>Sales Rep + Michael · Revenue Cloud order, e-signature, payments</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66AFE"/>
                </a:solidFill>
                <a:latin typeface="Salesforce Sans"/>
              </a:rPr>
              <a:t>SCENE 3  ·  SELL</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Michael chooses Home Protection and adds seasonal mosquito service (April to October)</a:t>
            </a:r>
          </a:p>
          <a:p>
            <a:pPr algn="l" marL="274320" indent="-274320">
              <a:spcBef>
                <a:spcPts val="900"/>
              </a:spcBef>
              <a:buChar char="•"/>
            </a:pPr>
            <a:r>
              <a:rPr sz="1700" b="0" i="0">
                <a:solidFill>
                  <a:srgbClr val="032D60"/>
                </a:solidFill>
                <a:latin typeface="Salesforce Sans"/>
              </a:rPr>
              <a:t>He e-signs on the tablet and saves a card for autopay</a:t>
            </a:r>
          </a:p>
          <a:p>
            <a:pPr algn="l" marL="274320" indent="-274320">
              <a:spcBef>
                <a:spcPts val="900"/>
              </a:spcBef>
              <a:buChar char="•"/>
            </a:pPr>
            <a:r>
              <a:rPr sz="1700" b="0" i="0">
                <a:solidFill>
                  <a:srgbClr val="032D60"/>
                </a:solidFill>
                <a:latin typeface="Salesforce Sans"/>
              </a:rPr>
              <a:t>The order activates on the spot, and a text confirms his first treatment window</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Knock to signed in one visit, with the first treatment already booked.</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691640"/>
            <a:ext cx="6720840" cy="41605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800"/>
              </a:spcBef>
            </a:pPr>
            <a:r>
              <a:rPr sz="1600" b="0" i="0">
                <a:solidFill>
                  <a:srgbClr val="032D60"/>
                </a:solidFill>
                <a:latin typeface="Salesforce Sans"/>
              </a:rPr>
              <a:t>A clean summary screen: plan, monthly price, initial service price, and start date. Signature pad, card capture, then a confirmation with the treatment appointment.</a:t>
            </a:r>
          </a:p>
          <a:p>
            <a:pPr algn="l">
              <a:spcBef>
                <a:spcPts val="1400"/>
              </a:spcBef>
            </a:pPr>
            <a:r>
              <a:rPr sz="1500" b="1" i="0">
                <a:solidFill>
                  <a:srgbClr val="A84B00"/>
                </a:solidFill>
                <a:latin typeface="Salesforce Sans"/>
              </a:rPr>
              <a:t>Feels like: </a:t>
            </a:r>
            <a:r>
              <a:rPr sz="1500" b="0" i="0">
                <a:solidFill>
                  <a:srgbClr val="5A6B85"/>
                </a:solidFill>
                <a:latin typeface="Salesforce Sans"/>
              </a:rPr>
              <a:t>Fast and trustworthy. No paperwork, no callback, no "someone from the office will call you."</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Select Home Protection + mosquito add-on</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Review the summary with Michael</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Capture e-signature and card on file</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Activate → confirmation 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sz="6000"/>
              <a:t>One order, two kinds of work</a:t>
            </a:r>
          </a:p>
        </p:txBody>
      </p:sp>
      <p:sp>
        <p:nvSpPr>
          <p:cNvPr id="3" name="TextBox 2"/>
          <p:cNvSpPr txBox="1"/>
          <p:nvPr/>
        </p:nvSpPr>
        <p:spPr>
          <a:xfrm>
            <a:off x="1133856" y="3063240"/>
            <a:ext cx="16020288" cy="548640"/>
          </a:xfrm>
          <a:prstGeom prst="rect">
            <a:avLst/>
          </a:prstGeom>
          <a:noFill/>
        </p:spPr>
        <p:txBody>
          <a:bodyPr wrap="square" anchor="t" lIns="0" rIns="0" tIns="0" bIns="0">
            <a:spAutoFit/>
          </a:bodyPr>
          <a:lstStyle/>
          <a:p>
            <a:pPr algn="ctr"/>
            <a:r>
              <a:rPr sz="2400" b="1" i="0">
                <a:solidFill>
                  <a:srgbClr val="FFFFFF"/>
                </a:solidFill>
                <a:latin typeface="Salesforce Sans"/>
              </a:rPr>
              <a:t>PHASE 2  ·  HAND OFF</a:t>
            </a:r>
          </a:p>
        </p:txBody>
      </p:sp>
      <p:sp>
        <p:nvSpPr>
          <p:cNvPr id="4" name="TextBox 3"/>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The signed plan builds the first visit and every visit after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The plan builds itself</a:t>
            </a:r>
          </a:p>
        </p:txBody>
      </p:sp>
      <p:sp>
        <p:nvSpPr>
          <p:cNvPr id="4" name="Subtitle 3"/>
          <p:cNvSpPr>
            <a:spLocks noGrp="1"/>
          </p:cNvSpPr>
          <p:nvPr>
            <p:ph type="subTitle" idx="2"/>
          </p:nvPr>
        </p:nvSpPr>
        <p:spPr/>
        <p:txBody>
          <a:bodyPr/>
          <a:lstStyle/>
          <a:p>
            <a:pPr marL="0" indent="0"/>
            <a:r>
              <a:rPr sz="2000"/>
              <a:t>Operations · Dynamic Revenue Orchestration</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22AC0"/>
                </a:solidFill>
                <a:latin typeface="Salesforce Sans"/>
              </a:rPr>
              <a:t>SCENE 4  ·  HAND OFF</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The order decomposes into a fulfillment plan automatically</a:t>
            </a:r>
          </a:p>
          <a:p>
            <a:pPr algn="l" marL="274320" indent="-274320">
              <a:spcBef>
                <a:spcPts val="900"/>
              </a:spcBef>
              <a:buChar char="•"/>
            </a:pPr>
            <a:r>
              <a:rPr sz="1700" b="0" i="0">
                <a:solidFill>
                  <a:srgbClr val="032D60"/>
                </a:solidFill>
                <a:latin typeface="Salesforce Sans"/>
              </a:rPr>
              <a:t>An Initial Service Work Order is created and scheduled within 48 hours</a:t>
            </a:r>
          </a:p>
          <a:p>
            <a:pPr algn="l" marL="274320" indent="-274320">
              <a:spcBef>
                <a:spcPts val="900"/>
              </a:spcBef>
              <a:buChar char="•"/>
            </a:pPr>
            <a:r>
              <a:rPr sz="1700" b="0" i="0">
                <a:solidFill>
                  <a:srgbClr val="032D60"/>
                </a:solidFill>
                <a:latin typeface="Salesforce Sans"/>
              </a:rPr>
              <a:t>A quarterly maintenance plan and a seasonal mosquito plan are created</a:t>
            </a:r>
          </a:p>
          <a:p>
            <a:pPr algn="l" marL="274320" indent="-274320">
              <a:spcBef>
                <a:spcPts val="900"/>
              </a:spcBef>
              <a:buChar char="•"/>
            </a:pPr>
            <a:r>
              <a:rPr sz="1700" b="0" i="0">
                <a:solidFill>
                  <a:srgbClr val="032D60"/>
                </a:solidFill>
                <a:latin typeface="Salesforce Sans"/>
              </a:rPr>
              <a:t>Billing waits for the Initial Service to be completed</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The rep never calls the office. The service plan builds itself.</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1115568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MANAGED PACKAGE</a:t>
            </a:r>
          </a:p>
        </p:txBody>
      </p:sp>
      <p:sp>
        <p:nvSpPr>
          <p:cNvPr id="15" name="Rounded Rectangle 14"/>
          <p:cNvSpPr/>
          <p:nvPr/>
        </p:nvSpPr>
        <p:spPr>
          <a:xfrm>
            <a:off x="9829800" y="1554480"/>
            <a:ext cx="7452360" cy="30632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195560" y="1691640"/>
            <a:ext cx="6720840" cy="27889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600"/>
              </a:spcBef>
            </a:pPr>
            <a:r>
              <a:rPr sz="1500" b="0" i="0">
                <a:solidFill>
                  <a:srgbClr val="032D60"/>
                </a:solidFill>
                <a:latin typeface="Salesforce Sans"/>
              </a:rPr>
              <a:t>The fulfillment plan as a simple flow: Initial Service, then quarterly visits and mosquito visits side by side, with Start Billing waiting on the first treatment.</a:t>
            </a:r>
          </a:p>
          <a:p>
            <a:pPr algn="l">
              <a:spcBef>
                <a:spcPts val="1000"/>
              </a:spcBef>
            </a:pPr>
            <a:r>
              <a:rPr sz="1400" b="1" i="0">
                <a:solidFill>
                  <a:srgbClr val="A84B00"/>
                </a:solidFill>
                <a:latin typeface="Salesforce Sans"/>
              </a:rPr>
              <a:t>Feels like: </a:t>
            </a:r>
            <a:r>
              <a:rPr sz="1400" b="0" i="0">
                <a:solidFill>
                  <a:srgbClr val="5A6B85"/>
                </a:solidFill>
                <a:latin typeface="Salesforce Sans"/>
              </a:rPr>
              <a:t>Invisible and reliable. Operations watches it happen instead of keying it in.</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04120" y="4846320"/>
            <a:ext cx="7040880" cy="1143000"/>
          </a:xfrm>
          <a:prstGeom prst="rect">
            <a:avLst/>
          </a:prstGeom>
          <a:noFill/>
        </p:spPr>
        <p:txBody>
          <a:bodyPr wrap="square" anchor="ctr" lIns="0" rIns="0" tIns="0" bIns="0">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The Initial Service is booked automatically into the best open slot within 48 hours, and Michael gets his arrival window by text. Nothing waits in a scheduling queue.</a:t>
            </a:r>
          </a:p>
        </p:txBody>
      </p:sp>
      <p:sp>
        <p:nvSpPr>
          <p:cNvPr id="20" name="TextBox 19"/>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Michael's order → fulfillment plan</a:t>
            </a:r>
          </a:p>
        </p:txBody>
      </p:sp>
      <p:sp>
        <p:nvSpPr>
          <p:cNvPr id="23" name="Oval 22"/>
          <p:cNvSpPr/>
          <p:nvPr/>
        </p:nvSpPr>
        <p:spPr>
          <a:xfrm>
            <a:off x="9829800" y="7379207"/>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Initial Service Work Order</a:t>
            </a:r>
          </a:p>
        </p:txBody>
      </p:sp>
      <p:sp>
        <p:nvSpPr>
          <p:cNvPr id="25" name="Oval 24"/>
          <p:cNvSpPr/>
          <p:nvPr/>
        </p:nvSpPr>
        <p:spPr>
          <a:xfrm>
            <a:off x="9829800" y="8000999"/>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quarterly and mosquito maintenance plans</a:t>
            </a:r>
          </a:p>
        </p:txBody>
      </p:sp>
      <p:sp>
        <p:nvSpPr>
          <p:cNvPr id="27" name="Oval 26"/>
          <p:cNvSpPr/>
          <p:nvPr/>
        </p:nvSpPr>
        <p:spPr>
          <a:xfrm>
            <a:off x="9829800" y="8622792"/>
            <a:ext cx="384048" cy="384048"/>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Point at Start Billing waiting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sz="6000"/>
              <a:t>Every visit tied to what was sold</a:t>
            </a:r>
          </a:p>
        </p:txBody>
      </p:sp>
      <p:sp>
        <p:nvSpPr>
          <p:cNvPr id="3" name="TextBox 2"/>
          <p:cNvSpPr txBox="1"/>
          <p:nvPr/>
        </p:nvSpPr>
        <p:spPr>
          <a:xfrm>
            <a:off x="1133856" y="3063240"/>
            <a:ext cx="16020288" cy="548640"/>
          </a:xfrm>
          <a:prstGeom prst="rect">
            <a:avLst/>
          </a:prstGeom>
          <a:noFill/>
        </p:spPr>
        <p:txBody>
          <a:bodyPr wrap="square" anchor="t" lIns="0" rIns="0" tIns="0" bIns="0">
            <a:spAutoFit/>
          </a:bodyPr>
          <a:lstStyle/>
          <a:p>
            <a:pPr algn="ctr"/>
            <a:r>
              <a:rPr sz="2400" b="1" i="0">
                <a:solidFill>
                  <a:srgbClr val="FFFFFF"/>
                </a:solidFill>
                <a:latin typeface="Salesforce Sans"/>
              </a:rPr>
              <a:t>PHASE 3  ·  SERVE</a:t>
            </a:r>
          </a:p>
        </p:txBody>
      </p:sp>
      <p:sp>
        <p:nvSpPr>
          <p:cNvPr id="4" name="TextBox 3"/>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Billing starts with service, and the guarantee enforces itself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First treatment starts billing</a:t>
            </a:r>
          </a:p>
        </p:txBody>
      </p:sp>
      <p:sp>
        <p:nvSpPr>
          <p:cNvPr id="4" name="Subtitle 3"/>
          <p:cNvSpPr>
            <a:spLocks noGrp="1"/>
          </p:cNvSpPr>
          <p:nvPr>
            <p:ph type="subTitle" idx="2"/>
          </p:nvPr>
        </p:nvSpPr>
        <p:spPr/>
        <p:txBody>
          <a:bodyPr/>
          <a:lstStyle/>
          <a:p>
            <a:pPr marL="0" indent="0"/>
            <a:r>
              <a:rPr sz="2000"/>
              <a:t>Technician · Field Service Mobile</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32D60"/>
                </a:solidFill>
                <a:latin typeface="Salesforce Sans"/>
              </a:rPr>
              <a:t>SCENE 5  ·  SERVE</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The technician arrives with the rep's inspection notes and photos on the job</a:t>
            </a:r>
          </a:p>
          <a:p>
            <a:pPr algn="l" marL="274320" indent="-274320">
              <a:spcBef>
                <a:spcPts val="900"/>
              </a:spcBef>
              <a:buChar char="•"/>
            </a:pPr>
            <a:r>
              <a:rPr sz="1700" b="0" i="0">
                <a:solidFill>
                  <a:srgbClr val="032D60"/>
                </a:solidFill>
                <a:latin typeface="Salesforce Sans"/>
              </a:rPr>
              <a:t>Treats the kitchen, seals two garage entry points, and logs the products applied</a:t>
            </a:r>
          </a:p>
          <a:p>
            <a:pPr algn="l" marL="274320" indent="-274320">
              <a:spcBef>
                <a:spcPts val="900"/>
              </a:spcBef>
              <a:buChar char="•"/>
            </a:pPr>
            <a:r>
              <a:rPr sz="1700" b="0" i="0">
                <a:solidFill>
                  <a:srgbClr val="032D60"/>
                </a:solidFill>
                <a:latin typeface="Salesforce Sans"/>
              </a:rPr>
              <a:t>Completing the job starts the subscription and charges the Initial Service to Michael's card</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Michael pays when service starts, not when he signs.</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1115568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MANAGED PACKAGE</a:t>
            </a:r>
          </a:p>
        </p:txBody>
      </p:sp>
      <p:sp>
        <p:nvSpPr>
          <p:cNvPr id="15" name="Rounded Rectangle 14"/>
          <p:cNvSpPr/>
          <p:nvPr/>
        </p:nvSpPr>
        <p:spPr>
          <a:xfrm>
            <a:off x="9829800" y="1554480"/>
            <a:ext cx="7452360" cy="30632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195560" y="1691640"/>
            <a:ext cx="6720840" cy="27889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600"/>
              </a:spcBef>
            </a:pPr>
            <a:r>
              <a:rPr sz="1500" b="0" i="0">
                <a:solidFill>
                  <a:srgbClr val="032D60"/>
                </a:solidFill>
                <a:latin typeface="Salesforce Sans"/>
              </a:rPr>
              <a:t>The mobile job card: address, Michael's findings and photos, a checklist of treatment areas, products used, and a Complete button that triggers a service summary to Michael.</a:t>
            </a:r>
          </a:p>
          <a:p>
            <a:pPr algn="l">
              <a:spcBef>
                <a:spcPts val="1000"/>
              </a:spcBef>
            </a:pPr>
            <a:r>
              <a:rPr sz="1400" b="1" i="0">
                <a:solidFill>
                  <a:srgbClr val="A84B00"/>
                </a:solidFill>
                <a:latin typeface="Salesforce Sans"/>
              </a:rPr>
              <a:t>Feels like: </a:t>
            </a:r>
            <a:r>
              <a:rPr sz="1400" b="0" i="0">
                <a:solidFill>
                  <a:srgbClr val="5A6B85"/>
                </a:solidFill>
                <a:latin typeface="Salesforce Sans"/>
              </a:rPr>
              <a:t>Prepared and professional. The technician already knows the house before ringing the bell.</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04120" y="4846320"/>
            <a:ext cx="7040880" cy="1143000"/>
          </a:xfrm>
          <a:prstGeom prst="rect">
            <a:avLst/>
          </a:prstGeom>
          <a:noFill/>
        </p:spPr>
        <p:txBody>
          <a:bodyPr wrap="square" anchor="ctr" lIns="0" rIns="0" tIns="0" bIns="0">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Appointment Assistant texts Michael when the technician is on the way, with live location and ETA. No more waiting at home all afternoon.</a:t>
            </a:r>
          </a:p>
        </p:txBody>
      </p:sp>
      <p:sp>
        <p:nvSpPr>
          <p:cNvPr id="20" name="TextBox 19"/>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job on mobile</a:t>
            </a:r>
          </a:p>
        </p:txBody>
      </p:sp>
      <p:sp>
        <p:nvSpPr>
          <p:cNvPr id="23" name="Oval 22"/>
          <p:cNvSpPr/>
          <p:nvPr/>
        </p:nvSpPr>
        <p:spPr>
          <a:xfrm>
            <a:off x="9829800" y="7379207"/>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Review the rep's photos and findings</a:t>
            </a:r>
          </a:p>
        </p:txBody>
      </p:sp>
      <p:sp>
        <p:nvSpPr>
          <p:cNvPr id="25" name="Oval 24"/>
          <p:cNvSpPr/>
          <p:nvPr/>
        </p:nvSpPr>
        <p:spPr>
          <a:xfrm>
            <a:off x="9829800" y="8000999"/>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Log treatment areas and products used</a:t>
            </a:r>
          </a:p>
        </p:txBody>
      </p:sp>
      <p:sp>
        <p:nvSpPr>
          <p:cNvPr id="27" name="Oval 26"/>
          <p:cNvSpPr/>
          <p:nvPr/>
        </p:nvSpPr>
        <p:spPr>
          <a:xfrm>
            <a:off x="9829800" y="8622792"/>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Complete → service summary + first charge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Recurring visits run themselves</a:t>
            </a:r>
          </a:p>
        </p:txBody>
      </p:sp>
      <p:sp>
        <p:nvSpPr>
          <p:cNvPr id="4" name="Subtitle 3"/>
          <p:cNvSpPr>
            <a:spLocks noGrp="1"/>
          </p:cNvSpPr>
          <p:nvPr>
            <p:ph type="subTitle" idx="2"/>
          </p:nvPr>
        </p:nvSpPr>
        <p:spPr/>
        <p:txBody>
          <a:bodyPr/>
          <a:lstStyle/>
          <a:p>
            <a:pPr marL="0" indent="0"/>
            <a:r>
              <a:rPr sz="2000"/>
              <a:t>Dispatcher · Field Service scheduling</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32D60"/>
                </a:solidFill>
                <a:latin typeface="Salesforce Sans"/>
              </a:rPr>
              <a:t>SCENE 6  ·  SERVE</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Quarterly visits are generated from the maintenance plan without anyone booking them</a:t>
            </a:r>
          </a:p>
          <a:p>
            <a:pPr algn="l" marL="274320" indent="-274320">
              <a:spcBef>
                <a:spcPts val="900"/>
              </a:spcBef>
              <a:buChar char="•"/>
            </a:pPr>
            <a:r>
              <a:rPr sz="1700" b="0" i="0">
                <a:solidFill>
                  <a:srgbClr val="032D60"/>
                </a:solidFill>
                <a:latin typeface="Salesforce Sans"/>
              </a:rPr>
              <a:t>Each visit is routed into the Bloomingdale territory alongside neighboring customers</a:t>
            </a:r>
          </a:p>
          <a:p>
            <a:pPr algn="l" marL="274320" indent="-274320">
              <a:spcBef>
                <a:spcPts val="900"/>
              </a:spcBef>
              <a:buChar char="•"/>
            </a:pPr>
            <a:r>
              <a:rPr sz="1700" b="0" i="0">
                <a:solidFill>
                  <a:srgbClr val="032D60"/>
                </a:solidFill>
                <a:latin typeface="Salesforce Sans"/>
              </a:rPr>
              <a:t>Michael gets a reminder text with an arrival window two days before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Recurring revenue and recurring routes come from the same record.</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1115568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MANAGED PACKAGE</a:t>
            </a:r>
          </a:p>
        </p:txBody>
      </p:sp>
      <p:sp>
        <p:nvSpPr>
          <p:cNvPr id="15" name="Rounded Rectangle 14"/>
          <p:cNvSpPr/>
          <p:nvPr/>
        </p:nvSpPr>
        <p:spPr>
          <a:xfrm>
            <a:off x="9829800" y="1554480"/>
            <a:ext cx="7452360" cy="30632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195560" y="1691640"/>
            <a:ext cx="6720840" cy="27889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600"/>
              </a:spcBef>
            </a:pPr>
            <a:r>
              <a:rPr sz="1500" b="0" i="0">
                <a:solidFill>
                  <a:srgbClr val="032D60"/>
                </a:solidFill>
                <a:latin typeface="Salesforce Sans"/>
              </a:rPr>
              <a:t>The dispatcher's schedule for a Bloomingdale route: a dense cluster of short residential visits, with Michael's quarterly visit slotted in between neighbors.</a:t>
            </a:r>
          </a:p>
          <a:p>
            <a:pPr algn="l">
              <a:spcBef>
                <a:spcPts val="1000"/>
              </a:spcBef>
            </a:pPr>
            <a:r>
              <a:rPr sz="1400" b="1" i="0">
                <a:solidFill>
                  <a:srgbClr val="A84B00"/>
                </a:solidFill>
                <a:latin typeface="Salesforce Sans"/>
              </a:rPr>
              <a:t>Feels like: </a:t>
            </a:r>
            <a:r>
              <a:rPr sz="1400" b="0" i="0">
                <a:solidFill>
                  <a:srgbClr val="5A6B85"/>
                </a:solidFill>
                <a:latin typeface="Salesforce Sans"/>
              </a:rPr>
              <a:t>Efficient. Density turns into margin, and Michael never has to call to schedule.</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04120" y="4846320"/>
            <a:ext cx="7040880" cy="1143000"/>
          </a:xfrm>
          <a:prstGeom prst="rect">
            <a:avLst/>
          </a:prstGeom>
          <a:noFill/>
        </p:spPr>
        <p:txBody>
          <a:bodyPr wrap="square" anchor="ctr" lIns="0" rIns="0" tIns="0" bIns="0">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Optimization packs every quarterly visit into dense Bloomingdale routes and cuts drive time. This is where residential margin comes from, and Core alone can't show it.</a:t>
            </a:r>
          </a:p>
        </p:txBody>
      </p:sp>
      <p:sp>
        <p:nvSpPr>
          <p:cNvPr id="20" name="TextBox 19"/>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maintenance plan → upcoming visits</a:t>
            </a:r>
          </a:p>
        </p:txBody>
      </p:sp>
      <p:sp>
        <p:nvSpPr>
          <p:cNvPr id="23" name="Oval 22"/>
          <p:cNvSpPr/>
          <p:nvPr/>
        </p:nvSpPr>
        <p:spPr>
          <a:xfrm>
            <a:off x="9829800" y="7379207"/>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generated quarterly Work Order</a:t>
            </a:r>
          </a:p>
        </p:txBody>
      </p:sp>
      <p:sp>
        <p:nvSpPr>
          <p:cNvPr id="25" name="Oval 24"/>
          <p:cNvSpPr/>
          <p:nvPr/>
        </p:nvSpPr>
        <p:spPr>
          <a:xfrm>
            <a:off x="9829800" y="8000999"/>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it on the Bloomingdale route</a:t>
            </a:r>
          </a:p>
        </p:txBody>
      </p:sp>
      <p:sp>
        <p:nvSpPr>
          <p:cNvPr id="27" name="Oval 26"/>
          <p:cNvSpPr/>
          <p:nvPr/>
        </p:nvSpPr>
        <p:spPr>
          <a:xfrm>
            <a:off x="9829800" y="8622792"/>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reminder text to Michael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Re-service with a guarantee check</a:t>
            </a:r>
          </a:p>
        </p:txBody>
      </p:sp>
      <p:sp>
        <p:nvSpPr>
          <p:cNvPr id="4" name="Subtitle 3"/>
          <p:cNvSpPr>
            <a:spLocks noGrp="1"/>
          </p:cNvSpPr>
          <p:nvPr>
            <p:ph type="subTitle" idx="2"/>
          </p:nvPr>
        </p:nvSpPr>
        <p:spPr/>
        <p:txBody>
          <a:bodyPr/>
          <a:lstStyle/>
          <a:p>
            <a:pPr marL="0" indent="0"/>
            <a:r>
              <a:rPr sz="2000"/>
              <a:t>Customer Care + Technician · Field Service + Revenue Cloud Billing</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032D60"/>
                </a:solidFill>
                <a:latin typeface="Salesforce Sans"/>
              </a:rPr>
              <a:t>SCENE 7  ·  SERVE</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Three weeks later, Michael reports ants are back in the kitchen</a:t>
            </a:r>
          </a:p>
          <a:p>
            <a:pPr algn="l" marL="274320" indent="-274320">
              <a:spcBef>
                <a:spcPts val="900"/>
              </a:spcBef>
              <a:buChar char="•"/>
            </a:pPr>
            <a:r>
              <a:rPr sz="1700" b="0" i="0">
                <a:solidFill>
                  <a:srgbClr val="032D60"/>
                </a:solidFill>
                <a:latin typeface="Salesforce Sans"/>
              </a:rPr>
              <a:t>A guarantee check finds his active Home Protection plan: re-service at no charge</a:t>
            </a:r>
          </a:p>
          <a:p>
            <a:pPr algn="l" marL="274320" indent="-274320">
              <a:spcBef>
                <a:spcPts val="900"/>
              </a:spcBef>
              <a:buChar char="•"/>
            </a:pPr>
            <a:r>
              <a:rPr sz="1700" b="0" i="0">
                <a:solidFill>
                  <a:srgbClr val="032D60"/>
                </a:solidFill>
                <a:latin typeface="Salesforce Sans"/>
              </a:rPr>
              <a:t>A neighbor without a plan gets a priced, one-time treatment that is invoiced automatically</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The guarantee is enforced by the subscription, not by memory.</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11155680" y="960120"/>
            <a:ext cx="2011680" cy="329184"/>
          </a:xfrm>
          <a:prstGeom prst="roundRect">
            <a:avLst>
              <a:gd name="adj" fmla="val 50000"/>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MANAGED PACKAGE</a:t>
            </a:r>
          </a:p>
        </p:txBody>
      </p:sp>
      <p:sp>
        <p:nvSpPr>
          <p:cNvPr id="15" name="Rounded Rectangle 14"/>
          <p:cNvSpPr/>
          <p:nvPr/>
        </p:nvSpPr>
        <p:spPr>
          <a:xfrm>
            <a:off x="9829800" y="1554480"/>
            <a:ext cx="7452360" cy="30632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195560" y="1691640"/>
            <a:ext cx="6720840" cy="27889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600"/>
              </a:spcBef>
            </a:pPr>
            <a:r>
              <a:rPr sz="1500" b="0" i="0">
                <a:solidFill>
                  <a:srgbClr val="032D60"/>
                </a:solidFill>
                <a:latin typeface="Salesforce Sans"/>
              </a:rPr>
              <a:t>A re-service request with a clear banner: "Covered by Home Protection, no charge." Beside it, the neighbor's request showing a one-time treatment price and invoice.</a:t>
            </a:r>
          </a:p>
          <a:p>
            <a:pPr algn="l">
              <a:spcBef>
                <a:spcPts val="1000"/>
              </a:spcBef>
            </a:pPr>
            <a:r>
              <a:rPr sz="1400" b="1" i="0">
                <a:solidFill>
                  <a:srgbClr val="A84B00"/>
                </a:solidFill>
                <a:latin typeface="Salesforce Sans"/>
              </a:rPr>
              <a:t>Feels like: </a:t>
            </a:r>
            <a:r>
              <a:rPr sz="1400" b="0" i="0">
                <a:solidFill>
                  <a:srgbClr val="5A6B85"/>
                </a:solidFill>
                <a:latin typeface="Salesforce Sans"/>
              </a:rPr>
              <a:t>Fair and confident. Care agents never have to guess what a customer is entitled to.</a:t>
            </a:r>
          </a:p>
        </p:txBody>
      </p:sp>
      <p:sp>
        <p:nvSpPr>
          <p:cNvPr id="17" name="Rounded Rectangle 16"/>
          <p:cNvSpPr/>
          <p:nvPr/>
        </p:nvSpPr>
        <p:spPr>
          <a:xfrm>
            <a:off x="9829800" y="4754880"/>
            <a:ext cx="7452360" cy="1325880"/>
          </a:xfrm>
          <a:prstGeom prst="roundRect">
            <a:avLst>
              <a:gd name="adj" fmla="val 6000"/>
            </a:avLst>
          </a:prstGeom>
          <a:solidFill>
            <a:srgbClr val="F3ECFF"/>
          </a:solidFill>
          <a:ln w="12700">
            <a:solidFill>
              <a:srgbClr val="6B2B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829800" y="4754880"/>
            <a:ext cx="91440" cy="1325880"/>
          </a:xfrm>
          <a:prstGeom prst="rect">
            <a:avLst/>
          </a:prstGeom>
          <a:solidFill>
            <a:srgbClr val="6B2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04120" y="4846320"/>
            <a:ext cx="7040880" cy="1143000"/>
          </a:xfrm>
          <a:prstGeom prst="rect">
            <a:avLst/>
          </a:prstGeom>
          <a:noFill/>
        </p:spPr>
        <p:txBody>
          <a:bodyPr wrap="square" anchor="ctr" lIns="0" rIns="0" tIns="0" bIns="0">
            <a:spAutoFit/>
          </a:bodyPr>
          <a:lstStyle/>
          <a:p>
            <a:pPr algn="l"/>
            <a:r>
              <a:rPr sz="1200" b="1" i="0">
                <a:solidFill>
                  <a:srgbClr val="6B2BD9"/>
                </a:solidFill>
                <a:latin typeface="Salesforce Sans"/>
              </a:rPr>
              <a:t>WITH THE MANAGED PACKAGE</a:t>
            </a:r>
          </a:p>
          <a:p>
            <a:pPr algn="l">
              <a:spcBef>
                <a:spcPts val="400"/>
              </a:spcBef>
            </a:pPr>
            <a:r>
              <a:rPr sz="1400" b="0" i="0">
                <a:solidFill>
                  <a:srgbClr val="032D60"/>
                </a:solidFill>
                <a:latin typeface="Salesforce Sans"/>
              </a:rPr>
              <a:t>Appointment booking offers Michael real open windows while he's still on the phone, and slots the re-service into a technician route already nearby.</a:t>
            </a:r>
          </a:p>
        </p:txBody>
      </p:sp>
      <p:sp>
        <p:nvSpPr>
          <p:cNvPr id="20" name="TextBox 19"/>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21" name="Oval 20"/>
          <p:cNvSpPr/>
          <p:nvPr/>
        </p:nvSpPr>
        <p:spPr>
          <a:xfrm>
            <a:off x="9829800" y="6757416"/>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22" name="TextBox 21"/>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Log Michael's re-service request</a:t>
            </a:r>
          </a:p>
        </p:txBody>
      </p:sp>
      <p:sp>
        <p:nvSpPr>
          <p:cNvPr id="23" name="Oval 22"/>
          <p:cNvSpPr/>
          <p:nvPr/>
        </p:nvSpPr>
        <p:spPr>
          <a:xfrm>
            <a:off x="9829800" y="7379207"/>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4" name="TextBox 23"/>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Covered result and $0 Work Order</a:t>
            </a:r>
          </a:p>
        </p:txBody>
      </p:sp>
      <p:sp>
        <p:nvSpPr>
          <p:cNvPr id="25" name="Oval 24"/>
          <p:cNvSpPr/>
          <p:nvPr/>
        </p:nvSpPr>
        <p:spPr>
          <a:xfrm>
            <a:off x="9829800" y="8000999"/>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6" name="TextBox 25"/>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Repeat for the neighbor without a plan</a:t>
            </a:r>
          </a:p>
        </p:txBody>
      </p:sp>
      <p:sp>
        <p:nvSpPr>
          <p:cNvPr id="27" name="Oval 26"/>
          <p:cNvSpPr/>
          <p:nvPr/>
        </p:nvSpPr>
        <p:spPr>
          <a:xfrm>
            <a:off x="9829800" y="8622792"/>
            <a:ext cx="384048" cy="384048"/>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8" name="TextBox 27"/>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one-time order and invoice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rPr sz="6000"/>
              <a:t>The technician is the best salesperson</a:t>
            </a:r>
          </a:p>
        </p:txBody>
      </p:sp>
      <p:sp>
        <p:nvSpPr>
          <p:cNvPr id="3" name="TextBox 2"/>
          <p:cNvSpPr txBox="1"/>
          <p:nvPr/>
        </p:nvSpPr>
        <p:spPr>
          <a:xfrm>
            <a:off x="1133856" y="3063240"/>
            <a:ext cx="16020288" cy="548640"/>
          </a:xfrm>
          <a:prstGeom prst="rect">
            <a:avLst/>
          </a:prstGeom>
          <a:noFill/>
        </p:spPr>
        <p:txBody>
          <a:bodyPr wrap="square" anchor="t" lIns="0" rIns="0" tIns="0" bIns="0">
            <a:spAutoFit/>
          </a:bodyPr>
          <a:lstStyle/>
          <a:p>
            <a:pPr algn="ctr"/>
            <a:r>
              <a:rPr sz="2400" b="1" i="0">
                <a:solidFill>
                  <a:srgbClr val="FFFFFF"/>
                </a:solidFill>
                <a:latin typeface="Salesforce Sans"/>
              </a:rPr>
              <a:t>PHASE 4  ·  GROW &amp; RETAIN</a:t>
            </a:r>
          </a:p>
        </p:txBody>
      </p:sp>
      <p:sp>
        <p:nvSpPr>
          <p:cNvPr id="4" name="TextBox 3"/>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Expand the household plan and keep it through every season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Upsell in the driveway</a:t>
            </a:r>
          </a:p>
        </p:txBody>
      </p:sp>
      <p:sp>
        <p:nvSpPr>
          <p:cNvPr id="4" name="Subtitle 3"/>
          <p:cNvSpPr>
            <a:spLocks noGrp="1"/>
          </p:cNvSpPr>
          <p:nvPr>
            <p:ph type="subTitle" idx="2"/>
          </p:nvPr>
        </p:nvSpPr>
        <p:spPr/>
        <p:txBody>
          <a:bodyPr/>
          <a:lstStyle/>
          <a:p>
            <a:pPr marL="0" indent="0"/>
            <a:r>
              <a:rPr sz="2000"/>
              <a:t>Technician → Michael · Field Service Mobile + Revenue Cloud amendment</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5A1BA9"/>
                </a:solidFill>
                <a:latin typeface="Salesforce Sans"/>
              </a:rPr>
              <a:t>SCENE 8  ·  GROW &amp; RETAIN</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On a quarterly visit, the technician spots mud tubes on the foundation: termite activity</a:t>
            </a:r>
          </a:p>
          <a:p>
            <a:pPr algn="l" marL="274320" indent="-274320">
              <a:spcBef>
                <a:spcPts val="900"/>
              </a:spcBef>
              <a:buChar char="•"/>
            </a:pPr>
            <a:r>
              <a:rPr sz="1700" b="0" i="0">
                <a:solidFill>
                  <a:srgbClr val="032D60"/>
                </a:solidFill>
                <a:latin typeface="Salesforce Sans"/>
              </a:rPr>
              <a:t>They photograph it and send Michael a termite plan quote from the job</a:t>
            </a:r>
          </a:p>
          <a:p>
            <a:pPr algn="l" marL="274320" indent="-274320">
              <a:spcBef>
                <a:spcPts val="900"/>
              </a:spcBef>
              <a:buChar char="•"/>
            </a:pPr>
            <a:r>
              <a:rPr sz="1700" b="0" i="0">
                <a:solidFill>
                  <a:srgbClr val="032D60"/>
                </a:solidFill>
                <a:latin typeface="Salesforce Sans"/>
              </a:rPr>
              <a:t>Michael approves on his phone; the amendment co-terms with his existing plan</a:t>
            </a:r>
          </a:p>
          <a:p>
            <a:pPr algn="l" marL="274320" indent="-274320">
              <a:spcBef>
                <a:spcPts val="900"/>
              </a:spcBef>
              <a:buChar char="•"/>
            </a:pPr>
            <a:r>
              <a:rPr sz="1700" b="0" i="0">
                <a:solidFill>
                  <a:srgbClr val="032D60"/>
                </a:solidFill>
                <a:latin typeface="Salesforce Sans"/>
              </a:rPr>
              <a:t>His next visit includes the termite inspection automatically</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The person at the house is the best salesperson the company has.</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691640"/>
            <a:ext cx="6720840" cy="41605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800"/>
              </a:spcBef>
            </a:pPr>
            <a:r>
              <a:rPr sz="1600" b="0" i="0">
                <a:solidFill>
                  <a:srgbClr val="032D60"/>
                </a:solidFill>
                <a:latin typeface="Salesforce Sans"/>
              </a:rPr>
              <a:t>On the job card, a "Recommend service" action with the photo attached. Michael receives a short quote by text and approves it with one tap.</a:t>
            </a:r>
          </a:p>
          <a:p>
            <a:pPr algn="l">
              <a:spcBef>
                <a:spcPts val="1400"/>
              </a:spcBef>
            </a:pPr>
            <a:r>
              <a:rPr sz="1500" b="1" i="0">
                <a:solidFill>
                  <a:srgbClr val="A84B00"/>
                </a:solidFill>
                <a:latin typeface="Salesforce Sans"/>
              </a:rPr>
              <a:t>Feels like: </a:t>
            </a:r>
            <a:r>
              <a:rPr sz="1500" b="0" i="0">
                <a:solidFill>
                  <a:srgbClr val="5A6B85"/>
                </a:solidFill>
                <a:latin typeface="Salesforce Sans"/>
              </a:rPr>
              <a:t>Helpful, not pushy. The recommendation comes with evidence from Michael's own foundation.</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Quarterly visit → Recommend service</a:t>
            </a:r>
          </a:p>
        </p:txBody>
      </p:sp>
      <p:sp>
        <p:nvSpPr>
          <p:cNvPr id="19" name="Oval 18"/>
          <p:cNvSpPr/>
          <p:nvPr/>
        </p:nvSpPr>
        <p:spPr>
          <a:xfrm>
            <a:off x="9829800" y="7379207"/>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Attach the termite photo and pick Termite Plan</a:t>
            </a:r>
          </a:p>
        </p:txBody>
      </p:sp>
      <p:sp>
        <p:nvSpPr>
          <p:cNvPr id="21" name="Oval 20"/>
          <p:cNvSpPr/>
          <p:nvPr/>
        </p:nvSpPr>
        <p:spPr>
          <a:xfrm>
            <a:off x="9829800" y="8000999"/>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Michael approves by text</a:t>
            </a:r>
          </a:p>
        </p:txBody>
      </p:sp>
      <p:sp>
        <p:nvSpPr>
          <p:cNvPr id="23" name="Oval 22"/>
          <p:cNvSpPr/>
          <p:nvPr/>
        </p:nvSpPr>
        <p:spPr>
          <a:xfrm>
            <a:off x="9829800" y="8622792"/>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Amendment co-terms → next visit adds termite inspection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Pause, resume &amp; renew</a:t>
            </a:r>
          </a:p>
        </p:txBody>
      </p:sp>
      <p:sp>
        <p:nvSpPr>
          <p:cNvPr id="4" name="Subtitle 3"/>
          <p:cNvSpPr>
            <a:spLocks noGrp="1"/>
          </p:cNvSpPr>
          <p:nvPr>
            <p:ph type="subTitle" idx="2"/>
          </p:nvPr>
        </p:nvSpPr>
        <p:spPr/>
        <p:txBody>
          <a:bodyPr/>
          <a:lstStyle/>
          <a:p>
            <a:pPr marL="0" indent="0"/>
            <a:r>
              <a:rPr sz="2000"/>
              <a:t>Billing + Michael · Revenue Cloud subscription lifecycle</a:t>
            </a:r>
          </a:p>
        </p:txBody>
      </p:sp>
      <p:sp>
        <p:nvSpPr>
          <p:cNvPr id="6" name="TextBox 5"/>
          <p:cNvSpPr txBox="1"/>
          <p:nvPr/>
        </p:nvSpPr>
        <p:spPr>
          <a:xfrm>
            <a:off x="859536" y="411480"/>
            <a:ext cx="5486400" cy="365760"/>
          </a:xfrm>
          <a:prstGeom prst="rect">
            <a:avLst/>
          </a:prstGeom>
          <a:noFill/>
        </p:spPr>
        <p:txBody>
          <a:bodyPr wrap="square" anchor="t" lIns="0" rIns="0" tIns="0" bIns="0">
            <a:spAutoFit/>
          </a:bodyPr>
          <a:lstStyle/>
          <a:p>
            <a:pPr algn="l"/>
            <a:r>
              <a:rPr sz="1500" b="1" i="0">
                <a:solidFill>
                  <a:srgbClr val="5A1BA9"/>
                </a:solidFill>
                <a:latin typeface="Salesforce Sans"/>
              </a:rPr>
              <a:t>SCENE 9  ·  GROW &amp; RETAIN</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200400"/>
          </a:xfrm>
          <a:prstGeom prst="rect">
            <a:avLst/>
          </a:prstGeom>
          <a:noFill/>
        </p:spPr>
        <p:txBody>
          <a:bodyPr wrap="square" anchor="t" lIns="0" rIns="0" tIns="0" bIns="0">
            <a:spAutoFit/>
          </a:bodyPr>
          <a:lstStyle/>
          <a:p>
            <a:pPr algn="l" marL="274320" indent="-274320">
              <a:buChar char="•"/>
            </a:pPr>
            <a:r>
              <a:rPr sz="1700" b="0" i="0">
                <a:solidFill>
                  <a:srgbClr val="032D60"/>
                </a:solidFill>
                <a:latin typeface="Salesforce Sans"/>
              </a:rPr>
              <a:t>Mosquito service pauses in November; visits and billing stop together</a:t>
            </a:r>
          </a:p>
          <a:p>
            <a:pPr algn="l" marL="274320" indent="-274320">
              <a:spcBef>
                <a:spcPts val="900"/>
              </a:spcBef>
              <a:buChar char="•"/>
            </a:pPr>
            <a:r>
              <a:rPr sz="1700" b="0" i="0">
                <a:solidFill>
                  <a:srgbClr val="032D60"/>
                </a:solidFill>
                <a:latin typeface="Salesforce Sans"/>
              </a:rPr>
              <a:t>It resumes automatically in April with no call and no re-sign</a:t>
            </a:r>
          </a:p>
          <a:p>
            <a:pPr algn="l" marL="274320" indent="-274320">
              <a:spcBef>
                <a:spcPts val="900"/>
              </a:spcBef>
              <a:buChar char="•"/>
            </a:pPr>
            <a:r>
              <a:rPr sz="1700" b="0" i="0">
                <a:solidFill>
                  <a:srgbClr val="032D60"/>
                </a:solidFill>
                <a:latin typeface="Salesforce Sans"/>
              </a:rPr>
              <a:t>At the one-year mark, the plan renews with the annual price adjustment</a:t>
            </a:r>
          </a:p>
          <a:p>
            <a:pPr algn="l" marL="274320" indent="-274320">
              <a:spcBef>
                <a:spcPts val="900"/>
              </a:spcBef>
              <a:buChar char="•"/>
            </a:pPr>
            <a:r>
              <a:rPr sz="1700" b="0" i="0">
                <a:solidFill>
                  <a:srgbClr val="032D60"/>
                </a:solidFill>
                <a:latin typeface="Salesforce Sans"/>
              </a:rPr>
              <a:t>One subscription view shows every visit, invoice, and change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Seasonal service without seasonal churn.</a:t>
            </a:r>
          </a:p>
        </p:txBody>
      </p:sp>
      <p:sp>
        <p:nvSpPr>
          <p:cNvPr id="13" name="Rounded Rectangle 12"/>
          <p:cNvSpPr/>
          <p:nvPr/>
        </p:nvSpPr>
        <p:spPr>
          <a:xfrm>
            <a:off x="9829800" y="960120"/>
            <a:ext cx="1188720" cy="329184"/>
          </a:xfrm>
          <a:prstGeom prst="roundRect">
            <a:avLst>
              <a:gd name="adj" fmla="val 50000"/>
            </a:avLst>
          </a:prstGeom>
          <a:solidFill>
            <a:srgbClr val="FFEBD6"/>
          </a:solidFill>
          <a:ln w="12700">
            <a:solidFill>
              <a:srgbClr val="F38304"/>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A84B00"/>
                </a:solidFill>
                <a:latin typeface="Salesforce Sans"/>
              </a:rPr>
              <a:t>VISION</a:t>
            </a:r>
          </a:p>
        </p:txBody>
      </p:sp>
      <p:sp>
        <p:nvSpPr>
          <p:cNvPr id="14" name="Rounded Rectangle 13"/>
          <p:cNvSpPr/>
          <p:nvPr/>
        </p:nvSpPr>
        <p:spPr>
          <a:xfrm>
            <a:off x="9829800" y="1554480"/>
            <a:ext cx="7452360" cy="4434840"/>
          </a:xfrm>
          <a:prstGeom prst="roundRect">
            <a:avLst>
              <a:gd name="adj" fmla="val 4000"/>
            </a:avLst>
          </a:prstGeom>
          <a:solidFill>
            <a:srgbClr val="F3F8FF"/>
          </a:solidFill>
          <a:ln w="15875">
            <a:solidFill>
              <a:srgbClr val="066AF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195560" y="1691640"/>
            <a:ext cx="6720840" cy="4160520"/>
          </a:xfrm>
          <a:prstGeom prst="rect">
            <a:avLst/>
          </a:prstGeom>
          <a:noFill/>
        </p:spPr>
        <p:txBody>
          <a:bodyPr wrap="square" anchor="ctr" lIns="0" rIns="0" tIns="0" bIns="0">
            <a:spAutoFit/>
          </a:bodyPr>
          <a:lstStyle/>
          <a:p>
            <a:pPr algn="l"/>
            <a:r>
              <a:rPr sz="1300" b="1" i="0">
                <a:solidFill>
                  <a:srgbClr val="066AFE"/>
                </a:solidFill>
                <a:latin typeface="Salesforce Sans"/>
              </a:rPr>
              <a:t>WHAT IT WOULD LOOK LIKE</a:t>
            </a:r>
          </a:p>
          <a:p>
            <a:pPr algn="l">
              <a:spcBef>
                <a:spcPts val="800"/>
              </a:spcBef>
            </a:pPr>
            <a:r>
              <a:rPr sz="1600" b="0" i="0">
                <a:solidFill>
                  <a:srgbClr val="032D60"/>
                </a:solidFill>
                <a:latin typeface="Salesforce Sans"/>
              </a:rPr>
              <a:t>Michael's subscription timeline: Home Protection running all year, mosquito shaded April to October each year, termite added in month five, and a renewal marker at month twelve.</a:t>
            </a:r>
          </a:p>
          <a:p>
            <a:pPr algn="l">
              <a:spcBef>
                <a:spcPts val="1400"/>
              </a:spcBef>
            </a:pPr>
            <a:r>
              <a:rPr sz="1500" b="1" i="0">
                <a:solidFill>
                  <a:srgbClr val="A84B00"/>
                </a:solidFill>
                <a:latin typeface="Salesforce Sans"/>
              </a:rPr>
              <a:t>Feels like: </a:t>
            </a:r>
            <a:r>
              <a:rPr sz="1500" b="0" i="0">
                <a:solidFill>
                  <a:srgbClr val="5A6B85"/>
                </a:solidFill>
                <a:latin typeface="Salesforce Sans"/>
              </a:rPr>
              <a:t>Effortless for Michael, predictable for finance.</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HOW IT FLOWS</a:t>
            </a:r>
          </a:p>
        </p:txBody>
      </p:sp>
      <p:sp>
        <p:nvSpPr>
          <p:cNvPr id="17" name="Oval 16"/>
          <p:cNvSpPr/>
          <p:nvPr/>
        </p:nvSpPr>
        <p:spPr>
          <a:xfrm>
            <a:off x="9829800" y="6757416"/>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Michael's subscription timeline</a:t>
            </a:r>
          </a:p>
        </p:txBody>
      </p:sp>
      <p:sp>
        <p:nvSpPr>
          <p:cNvPr id="19" name="Oval 18"/>
          <p:cNvSpPr/>
          <p:nvPr/>
        </p:nvSpPr>
        <p:spPr>
          <a:xfrm>
            <a:off x="9829800" y="7379207"/>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mosquito pause and resume</a:t>
            </a:r>
          </a:p>
        </p:txBody>
      </p:sp>
      <p:sp>
        <p:nvSpPr>
          <p:cNvPr id="21" name="Oval 20"/>
          <p:cNvSpPr/>
          <p:nvPr/>
        </p:nvSpPr>
        <p:spPr>
          <a:xfrm>
            <a:off x="9829800" y="8000999"/>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termite amendment</a:t>
            </a:r>
          </a:p>
        </p:txBody>
      </p:sp>
      <p:sp>
        <p:nvSpPr>
          <p:cNvPr id="23" name="Oval 22"/>
          <p:cNvSpPr/>
          <p:nvPr/>
        </p:nvSpPr>
        <p:spPr>
          <a:xfrm>
            <a:off x="9829800" y="8622792"/>
            <a:ext cx="384048" cy="384048"/>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renewal quote and price adjustment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What the audience should walk away with</a:t>
            </a:r>
          </a:p>
        </p:txBody>
      </p:sp>
      <p:sp>
        <p:nvSpPr>
          <p:cNvPr id="3" name="Subtitle 2"/>
          <p:cNvSpPr>
            <a:spLocks noGrp="1"/>
          </p:cNvSpPr>
          <p:nvPr>
            <p:ph type="subTitle" idx="1"/>
          </p:nvPr>
        </p:nvSpPr>
        <p:spPr/>
        <p:txBody>
          <a:bodyPr/>
          <a:lstStyle/>
          <a:p>
            <a:pPr marL="0" indent="0"/>
            <a:r>
              <a:t>Three outcomes, one for each stage of the household relationship</a:t>
            </a:r>
          </a:p>
        </p:txBody>
      </p:sp>
      <p:sp>
        <p:nvSpPr>
          <p:cNvPr id="4" name="Rounded Rectangle 3"/>
          <p:cNvSpPr/>
          <p:nvPr/>
        </p:nvSpPr>
        <p:spPr>
          <a:xfrm>
            <a:off x="859536"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225295" y="3291840"/>
            <a:ext cx="731520" cy="7315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1</a:t>
            </a:r>
          </a:p>
        </p:txBody>
      </p:sp>
      <p:sp>
        <p:nvSpPr>
          <p:cNvPr id="6" name="TextBox 5"/>
          <p:cNvSpPr txBox="1"/>
          <p:nvPr/>
        </p:nvSpPr>
        <p:spPr>
          <a:xfrm>
            <a:off x="1225295"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Close on the first visit</a:t>
            </a:r>
          </a:p>
        </p:txBody>
      </p:sp>
      <p:sp>
        <p:nvSpPr>
          <p:cNvPr id="7" name="TextBox 6"/>
          <p:cNvSpPr txBox="1"/>
          <p:nvPr/>
        </p:nvSpPr>
        <p:spPr>
          <a:xfrm>
            <a:off x="1225295"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Inspect, price, sign, pay, and book the first treatment before leaving the driveway.</a:t>
            </a:r>
          </a:p>
        </p:txBody>
      </p:sp>
      <p:sp>
        <p:nvSpPr>
          <p:cNvPr id="8" name="TextBox 7"/>
          <p:cNvSpPr txBox="1"/>
          <p:nvPr/>
        </p:nvSpPr>
        <p:spPr>
          <a:xfrm>
            <a:off x="1225295" y="8001000"/>
            <a:ext cx="2377440" cy="365760"/>
          </a:xfrm>
          <a:prstGeom prst="rect">
            <a:avLst/>
          </a:prstGeom>
          <a:noFill/>
        </p:spPr>
        <p:txBody>
          <a:bodyPr wrap="square" anchor="ctr" lIns="0" rIns="0" tIns="0" bIns="0">
            <a:spAutoFit/>
          </a:bodyPr>
          <a:lstStyle/>
          <a:p>
            <a:pPr algn="l"/>
            <a:r>
              <a:rPr sz="1400" b="1" i="0">
                <a:solidFill>
                  <a:srgbClr val="066AFE"/>
                </a:solidFill>
                <a:latin typeface="Salesforce Sans"/>
              </a:rPr>
              <a:t>Shown in Scenes 1–3</a:t>
            </a:r>
          </a:p>
        </p:txBody>
      </p:sp>
      <p:sp>
        <p:nvSpPr>
          <p:cNvPr id="9" name="Rounded Rectangle 8"/>
          <p:cNvSpPr/>
          <p:nvPr/>
        </p:nvSpPr>
        <p:spPr>
          <a:xfrm>
            <a:off x="6519672"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885432" y="3291840"/>
            <a:ext cx="731520" cy="731520"/>
          </a:xfrm>
          <a:prstGeom prst="ellipse">
            <a:avLst/>
          </a:prstGeom>
          <a:solidFill>
            <a:srgbClr val="032D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2</a:t>
            </a:r>
          </a:p>
        </p:txBody>
      </p:sp>
      <p:sp>
        <p:nvSpPr>
          <p:cNvPr id="11" name="TextBox 10"/>
          <p:cNvSpPr txBox="1"/>
          <p:nvPr/>
        </p:nvSpPr>
        <p:spPr>
          <a:xfrm>
            <a:off x="6885432"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Every visit is accountable</a:t>
            </a:r>
          </a:p>
        </p:txBody>
      </p:sp>
      <p:sp>
        <p:nvSpPr>
          <p:cNvPr id="12" name="TextBox 11"/>
          <p:cNvSpPr txBox="1"/>
          <p:nvPr/>
        </p:nvSpPr>
        <p:spPr>
          <a:xfrm>
            <a:off x="6885432"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Billing starts with service, visits generate themselves, and the guarantee is enforced by the plan.</a:t>
            </a:r>
          </a:p>
        </p:txBody>
      </p:sp>
      <p:sp>
        <p:nvSpPr>
          <p:cNvPr id="13" name="TextBox 12"/>
          <p:cNvSpPr txBox="1"/>
          <p:nvPr/>
        </p:nvSpPr>
        <p:spPr>
          <a:xfrm>
            <a:off x="6885432" y="8001000"/>
            <a:ext cx="2377440" cy="365760"/>
          </a:xfrm>
          <a:prstGeom prst="rect">
            <a:avLst/>
          </a:prstGeom>
          <a:noFill/>
        </p:spPr>
        <p:txBody>
          <a:bodyPr wrap="square" anchor="ctr" lIns="0" rIns="0" tIns="0" bIns="0">
            <a:spAutoFit/>
          </a:bodyPr>
          <a:lstStyle/>
          <a:p>
            <a:pPr algn="l"/>
            <a:r>
              <a:rPr sz="1400" b="1" i="0">
                <a:solidFill>
                  <a:srgbClr val="032D60"/>
                </a:solidFill>
                <a:latin typeface="Salesforce Sans"/>
              </a:rPr>
              <a:t>Shown in Scenes 4–7</a:t>
            </a:r>
          </a:p>
        </p:txBody>
      </p:sp>
      <p:sp>
        <p:nvSpPr>
          <p:cNvPr id="14" name="Rounded Rectangle 13"/>
          <p:cNvSpPr/>
          <p:nvPr/>
        </p:nvSpPr>
        <p:spPr>
          <a:xfrm>
            <a:off x="12179808"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2545568" y="3291840"/>
            <a:ext cx="731520" cy="731520"/>
          </a:xfrm>
          <a:prstGeom prst="ellipse">
            <a:avLst/>
          </a:prstGeom>
          <a:solidFill>
            <a:srgbClr val="5A1BA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3</a:t>
            </a:r>
          </a:p>
        </p:txBody>
      </p:sp>
      <p:sp>
        <p:nvSpPr>
          <p:cNvPr id="16" name="TextBox 15"/>
          <p:cNvSpPr txBox="1"/>
          <p:nvPr/>
        </p:nvSpPr>
        <p:spPr>
          <a:xfrm>
            <a:off x="12545568"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Grow and keep every household</a:t>
            </a:r>
          </a:p>
        </p:txBody>
      </p:sp>
      <p:sp>
        <p:nvSpPr>
          <p:cNvPr id="17" name="TextBox 16"/>
          <p:cNvSpPr txBox="1"/>
          <p:nvPr/>
        </p:nvSpPr>
        <p:spPr>
          <a:xfrm>
            <a:off x="12545568"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Technicians add services with evidence, and seasonal plans pause instead of churning.</a:t>
            </a:r>
          </a:p>
        </p:txBody>
      </p:sp>
      <p:sp>
        <p:nvSpPr>
          <p:cNvPr id="18" name="TextBox 17"/>
          <p:cNvSpPr txBox="1"/>
          <p:nvPr/>
        </p:nvSpPr>
        <p:spPr>
          <a:xfrm>
            <a:off x="12545568" y="8001000"/>
            <a:ext cx="2377440" cy="365760"/>
          </a:xfrm>
          <a:prstGeom prst="rect">
            <a:avLst/>
          </a:prstGeom>
          <a:noFill/>
        </p:spPr>
        <p:txBody>
          <a:bodyPr wrap="square" anchor="ctr" lIns="0" rIns="0" tIns="0" bIns="0">
            <a:spAutoFit/>
          </a:bodyPr>
          <a:lstStyle/>
          <a:p>
            <a:pPr algn="l"/>
            <a:r>
              <a:rPr sz="1400" b="1" i="0">
                <a:solidFill>
                  <a:srgbClr val="5A1BA9"/>
                </a:solidFill>
                <a:latin typeface="Salesforce Sans"/>
              </a:rPr>
              <a:t>Shown in Scenes 8–9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Run of show and path to live</a:t>
            </a:r>
          </a:p>
        </p:txBody>
      </p:sp>
      <p:sp>
        <p:nvSpPr>
          <p:cNvPr id="3" name="Subtitle 2"/>
          <p:cNvSpPr>
            <a:spLocks noGrp="1"/>
          </p:cNvSpPr>
          <p:nvPr>
            <p:ph type="subTitle" idx="1"/>
          </p:nvPr>
        </p:nvSpPr>
        <p:spPr/>
        <p:txBody>
          <a:bodyPr/>
          <a:lstStyle/>
          <a:p>
            <a:pPr marL="0" indent="0"/>
            <a:r>
              <a:t>Who drives each scene, timing, and what it needs to go live</a:t>
            </a:r>
          </a:p>
        </p:txBody>
      </p:sp>
      <p:graphicFrame>
        <p:nvGraphicFramePr>
          <p:cNvPr id="4" name="Table 3"/>
          <p:cNvGraphicFramePr>
            <a:graphicFrameLocks noGrp="1"/>
          </p:cNvGraphicFramePr>
          <p:nvPr/>
        </p:nvGraphicFramePr>
        <p:xfrm>
          <a:off x="859536" y="2788920"/>
          <a:ext cx="16568928" cy="6035040"/>
        </p:xfrm>
        <a:graphic>
          <a:graphicData uri="http://schemas.openxmlformats.org/drawingml/2006/table">
            <a:tbl>
              <a:tblPr firstRow="1">
                <a:tableStyleId>{5C22544A-7EE6-4342-B048-85BDC9FD1C3A}</a:tableStyleId>
              </a:tblPr>
              <a:tblGrid>
                <a:gridCol w="640080"/>
                <a:gridCol w="3657600"/>
                <a:gridCol w="3017520"/>
                <a:gridCol w="822960"/>
                <a:gridCol w="1371600"/>
                <a:gridCol w="7059168"/>
              </a:tblGrid>
              <a:tr h="548640">
                <a:tc>
                  <a:txBody>
                    <a:bodyPr/>
                    <a:lstStyle/>
                    <a:p>
                      <a:pPr algn="l"/>
                      <a:r>
                        <a:rPr sz="1400" b="1" i="0">
                          <a:solidFill>
                            <a:srgbClr val="FFFFFF"/>
                          </a:solidFill>
                          <a:latin typeface="Salesforce Sans"/>
                        </a:rPr>
                        <a:t>#</a:t>
                      </a:r>
                    </a:p>
                  </a:txBody>
                  <a:tcPr marL="109728" marR="109728" anchor="ctr">
                    <a:solidFill>
                      <a:srgbClr val="032D60"/>
                    </a:solidFill>
                  </a:tcPr>
                </a:tc>
                <a:tc>
                  <a:txBody>
                    <a:bodyPr/>
                    <a:lstStyle/>
                    <a:p>
                      <a:pPr algn="l"/>
                      <a:r>
                        <a:rPr sz="1400" b="1" i="0">
                          <a:solidFill>
                            <a:srgbClr val="FFFFFF"/>
                          </a:solidFill>
                          <a:latin typeface="Salesforce Sans"/>
                        </a:rPr>
                        <a:t>Scene</a:t>
                      </a:r>
                    </a:p>
                  </a:txBody>
                  <a:tcPr marL="109728" marR="109728" anchor="ctr">
                    <a:solidFill>
                      <a:srgbClr val="032D60"/>
                    </a:solidFill>
                  </a:tcPr>
                </a:tc>
                <a:tc>
                  <a:txBody>
                    <a:bodyPr/>
                    <a:lstStyle/>
                    <a:p>
                      <a:pPr algn="l"/>
                      <a:r>
                        <a:rPr sz="1400" b="1" i="0">
                          <a:solidFill>
                            <a:srgbClr val="FFFFFF"/>
                          </a:solidFill>
                          <a:latin typeface="Salesforce Sans"/>
                        </a:rPr>
                        <a:t>Persona</a:t>
                      </a:r>
                    </a:p>
                  </a:txBody>
                  <a:tcPr marL="109728" marR="109728" anchor="ctr">
                    <a:solidFill>
                      <a:srgbClr val="032D60"/>
                    </a:solidFill>
                  </a:tcPr>
                </a:tc>
                <a:tc>
                  <a:txBody>
                    <a:bodyPr/>
                    <a:lstStyle/>
                    <a:p>
                      <a:pPr algn="l"/>
                      <a:r>
                        <a:rPr sz="1400" b="1" i="0">
                          <a:solidFill>
                            <a:srgbClr val="FFFFFF"/>
                          </a:solidFill>
                          <a:latin typeface="Salesforce Sans"/>
                        </a:rPr>
                        <a:t>Min</a:t>
                      </a:r>
                    </a:p>
                  </a:txBody>
                  <a:tcPr marL="109728" marR="109728" anchor="ctr">
                    <a:solidFill>
                      <a:srgbClr val="032D60"/>
                    </a:solidFill>
                  </a:tcPr>
                </a:tc>
                <a:tc>
                  <a:txBody>
                    <a:bodyPr/>
                    <a:lstStyle/>
                    <a:p>
                      <a:pPr algn="l"/>
                      <a:r>
                        <a:rPr sz="1400" b="1" i="0">
                          <a:solidFill>
                            <a:srgbClr val="FFFFFF"/>
                          </a:solidFill>
                          <a:latin typeface="Salesforce Sans"/>
                        </a:rPr>
                        <a:t>Package</a:t>
                      </a:r>
                    </a:p>
                  </a:txBody>
                  <a:tcPr marL="109728" marR="109728" anchor="ctr">
                    <a:solidFill>
                      <a:srgbClr val="032D60"/>
                    </a:solidFill>
                  </a:tcPr>
                </a:tc>
                <a:tc>
                  <a:txBody>
                    <a:bodyPr/>
                    <a:lstStyle/>
                    <a:p>
                      <a:pPr algn="l"/>
                      <a:r>
                        <a:rPr sz="1400" b="1" i="0">
                          <a:solidFill>
                            <a:srgbClr val="FFFFFF"/>
                          </a:solidFill>
                          <a:latin typeface="Salesforce Sans"/>
                        </a:rPr>
                        <a:t>To make it live</a:t>
                      </a:r>
                    </a:p>
                  </a:txBody>
                  <a:tcPr marL="109728" marR="109728" anchor="ctr">
                    <a:solidFill>
                      <a:srgbClr val="032D60"/>
                    </a:solidFill>
                  </a:tcPr>
                </a:tc>
              </a:tr>
              <a:tr h="548640">
                <a:tc>
                  <a:txBody>
                    <a:bodyPr/>
                    <a:lstStyle/>
                    <a:p>
                      <a:pPr algn="ctr"/>
                      <a:r>
                        <a:rPr sz="1400" b="1" i="0">
                          <a:solidFill>
                            <a:srgbClr val="066AFE"/>
                          </a:solidFill>
                          <a:latin typeface="Salesforce Sans"/>
                        </a:rPr>
                        <a:t>1</a:t>
                      </a:r>
                    </a:p>
                  </a:txBody>
                  <a:tcPr marL="109728" marR="109728" anchor="ctr">
                    <a:solidFill>
                      <a:srgbClr val="FFFFFF"/>
                    </a:solidFill>
                  </a:tcPr>
                </a:tc>
                <a:tc>
                  <a:txBody>
                    <a:bodyPr/>
                    <a:lstStyle/>
                    <a:p>
                      <a:pPr algn="l"/>
                      <a:r>
                        <a:rPr sz="1400" b="1" i="0">
                          <a:solidFill>
                            <a:srgbClr val="032D60"/>
                          </a:solidFill>
                          <a:latin typeface="Salesforce Sans"/>
                        </a:rPr>
                        <a:t>Plan the day</a:t>
                      </a:r>
                    </a:p>
                  </a:txBody>
                  <a:tcPr marL="109728" marR="109728" anchor="ctr">
                    <a:solidFill>
                      <a:srgbClr val="FFFFFF"/>
                    </a:solidFill>
                  </a:tcPr>
                </a:tc>
                <a:tc>
                  <a:txBody>
                    <a:bodyPr/>
                    <a:lstStyle/>
                    <a:p>
                      <a:pPr algn="l"/>
                      <a:r>
                        <a:rPr sz="1400" b="0" i="0">
                          <a:solidFill>
                            <a:srgbClr val="032D60"/>
                          </a:solidFill>
                          <a:latin typeface="Salesforce Sans"/>
                        </a:rPr>
                        <a:t>Sales Rep</a:t>
                      </a:r>
                    </a:p>
                  </a:txBody>
                  <a:tcPr marL="109728" marR="109728" anchor="ctr">
                    <a:solidFill>
                      <a:srgbClr val="FFFFFF"/>
                    </a:solidFill>
                  </a:tcPr>
                </a:tc>
                <a:tc>
                  <a:txBody>
                    <a:bodyPr/>
                    <a:lstStyle/>
                    <a:p>
                      <a:pPr algn="ctr"/>
                      <a:r>
                        <a:rPr sz="1400" b="0" i="0">
                          <a:solidFill>
                            <a:srgbClr val="032D60"/>
                          </a:solidFill>
                          <a:latin typeface="Salesforce Sans"/>
                        </a:rPr>
                        <a:t>1.5</a:t>
                      </a:r>
                    </a:p>
                  </a:txBody>
                  <a:tcPr marL="109728" marR="109728" anchor="ctr">
                    <a:solidFill>
                      <a:srgbClr val="FFFFFF"/>
                    </a:solidFill>
                  </a:tcPr>
                </a:tc>
                <a:tc>
                  <a:txBody>
                    <a:bodyPr/>
                    <a:lstStyle/>
                    <a:p>
                      <a:pPr algn="l"/>
                      <a:r>
                        <a:rPr sz="1200" b="1" i="0">
                          <a:solidFill>
                            <a:srgbClr val="6B2BD9"/>
                          </a:solidFill>
                          <a:latin typeface="Salesforce Sans"/>
                        </a:rPr>
                        <a:t/>
                      </a:r>
                    </a:p>
                  </a:txBody>
                  <a:tcPr marL="109728" marR="109728" anchor="ctr">
                    <a:solidFill>
                      <a:srgbClr val="FFFFFF"/>
                    </a:solidFill>
                  </a:tcPr>
                </a:tc>
                <a:tc>
                  <a:txBody>
                    <a:bodyPr/>
                    <a:lstStyle/>
                    <a:p>
                      <a:pPr algn="l"/>
                      <a:r>
                        <a:rPr sz="1200" b="0" i="0">
                          <a:solidFill>
                            <a:srgbClr val="5A6B85"/>
                          </a:solidFill>
                          <a:latin typeface="Salesforce Sans"/>
                        </a:rPr>
                        <a:t>Field sales visit planning and maps (check licensing), lead-to-visit flow</a:t>
                      </a:r>
                    </a:p>
                  </a:txBody>
                  <a:tcPr marL="109728" marR="109728" anchor="ctr">
                    <a:solidFill>
                      <a:srgbClr val="FFFFFF"/>
                    </a:solidFill>
                  </a:tcPr>
                </a:tc>
              </a:tr>
              <a:tr h="548640">
                <a:tc>
                  <a:txBody>
                    <a:bodyPr/>
                    <a:lstStyle/>
                    <a:p>
                      <a:pPr algn="ctr"/>
                      <a:r>
                        <a:rPr sz="1400" b="1" i="0">
                          <a:solidFill>
                            <a:srgbClr val="066AFE"/>
                          </a:solidFill>
                          <a:latin typeface="Salesforce Sans"/>
                        </a:rPr>
                        <a:t>2</a:t>
                      </a:r>
                    </a:p>
                  </a:txBody>
                  <a:tcPr marL="109728" marR="109728" anchor="ctr">
                    <a:solidFill>
                      <a:srgbClr val="EAF5FE"/>
                    </a:solidFill>
                  </a:tcPr>
                </a:tc>
                <a:tc>
                  <a:txBody>
                    <a:bodyPr/>
                    <a:lstStyle/>
                    <a:p>
                      <a:pPr algn="l"/>
                      <a:r>
                        <a:rPr sz="1400" b="1" i="0">
                          <a:solidFill>
                            <a:srgbClr val="032D60"/>
                          </a:solidFill>
                          <a:latin typeface="Salesforce Sans"/>
                        </a:rPr>
                        <a:t>Inspect &amp; quote on the tablet</a:t>
                      </a:r>
                    </a:p>
                  </a:txBody>
                  <a:tcPr marL="109728" marR="109728" anchor="ctr">
                    <a:solidFill>
                      <a:srgbClr val="EAF5FE"/>
                    </a:solidFill>
                  </a:tcPr>
                </a:tc>
                <a:tc>
                  <a:txBody>
                    <a:bodyPr/>
                    <a:lstStyle/>
                    <a:p>
                      <a:pPr algn="l"/>
                      <a:r>
                        <a:rPr sz="1400" b="0" i="0">
                          <a:solidFill>
                            <a:srgbClr val="032D60"/>
                          </a:solidFill>
                          <a:latin typeface="Salesforce Sans"/>
                        </a:rPr>
                        <a:t>Sales Rep</a:t>
                      </a:r>
                    </a:p>
                  </a:txBody>
                  <a:tcPr marL="109728" marR="109728" anchor="ctr">
                    <a:solidFill>
                      <a:srgbClr val="EAF5FE"/>
                    </a:solidFill>
                  </a:tcPr>
                </a:tc>
                <a:tc>
                  <a:txBody>
                    <a:bodyPr/>
                    <a:lstStyle/>
                    <a:p>
                      <a:pPr algn="ctr"/>
                      <a:r>
                        <a:rPr sz="1400" b="0" i="0">
                          <a:solidFill>
                            <a:srgbClr val="032D60"/>
                          </a:solidFill>
                          <a:latin typeface="Salesforce Sans"/>
                        </a:rPr>
                        <a:t>2.5</a:t>
                      </a:r>
                    </a:p>
                  </a:txBody>
                  <a:tcPr marL="109728" marR="109728" anchor="ctr">
                    <a:solidFill>
                      <a:srgbClr val="EAF5FE"/>
                    </a:solidFill>
                  </a:tcPr>
                </a:tc>
                <a:tc>
                  <a:txBody>
                    <a:bodyPr/>
                    <a:lstStyle/>
                    <a:p>
                      <a:pPr algn="l"/>
                      <a:r>
                        <a:rPr sz="1200" b="1" i="0">
                          <a:solidFill>
                            <a:srgbClr val="6B2BD9"/>
                          </a:solidFill>
                          <a:latin typeface="Salesforce Sans"/>
                        </a:rPr>
                        <a:t/>
                      </a:r>
                    </a:p>
                  </a:txBody>
                  <a:tcPr marL="109728" marR="109728" anchor="ctr">
                    <a:solidFill>
                      <a:srgbClr val="EAF5FE"/>
                    </a:solidFill>
                  </a:tcPr>
                </a:tc>
                <a:tc>
                  <a:txBody>
                    <a:bodyPr/>
                    <a:lstStyle/>
                    <a:p>
                      <a:pPr algn="l"/>
                      <a:r>
                        <a:rPr sz="1200" b="0" i="0">
                          <a:solidFill>
                            <a:srgbClr val="5A6B85"/>
                          </a:solidFill>
                          <a:latin typeface="Salesforce Sans"/>
                        </a:rPr>
                        <a:t>Pest control catalog, attribute-based pricing, bundle options, mobile-friendly quote capture</a:t>
                      </a:r>
                    </a:p>
                  </a:txBody>
                  <a:tcPr marL="109728" marR="109728" anchor="ctr">
                    <a:solidFill>
                      <a:srgbClr val="EAF5FE"/>
                    </a:solidFill>
                  </a:tcPr>
                </a:tc>
              </a:tr>
              <a:tr h="548640">
                <a:tc>
                  <a:txBody>
                    <a:bodyPr/>
                    <a:lstStyle/>
                    <a:p>
                      <a:pPr algn="ctr"/>
                      <a:r>
                        <a:rPr sz="1400" b="1" i="0">
                          <a:solidFill>
                            <a:srgbClr val="066AFE"/>
                          </a:solidFill>
                          <a:latin typeface="Salesforce Sans"/>
                        </a:rPr>
                        <a:t>3</a:t>
                      </a:r>
                    </a:p>
                  </a:txBody>
                  <a:tcPr marL="109728" marR="109728" anchor="ctr">
                    <a:solidFill>
                      <a:srgbClr val="FFFFFF"/>
                    </a:solidFill>
                  </a:tcPr>
                </a:tc>
                <a:tc>
                  <a:txBody>
                    <a:bodyPr/>
                    <a:lstStyle/>
                    <a:p>
                      <a:pPr algn="l"/>
                      <a:r>
                        <a:rPr sz="1400" b="1" i="0">
                          <a:solidFill>
                            <a:srgbClr val="032D60"/>
                          </a:solidFill>
                          <a:latin typeface="Salesforce Sans"/>
                        </a:rPr>
                        <a:t>Sign &amp; pay at the door</a:t>
                      </a:r>
                    </a:p>
                  </a:txBody>
                  <a:tcPr marL="109728" marR="109728" anchor="ctr">
                    <a:solidFill>
                      <a:srgbClr val="FFFFFF"/>
                    </a:solidFill>
                  </a:tcPr>
                </a:tc>
                <a:tc>
                  <a:txBody>
                    <a:bodyPr/>
                    <a:lstStyle/>
                    <a:p>
                      <a:pPr algn="l"/>
                      <a:r>
                        <a:rPr sz="1400" b="0" i="0">
                          <a:solidFill>
                            <a:srgbClr val="032D60"/>
                          </a:solidFill>
                          <a:latin typeface="Salesforce Sans"/>
                        </a:rPr>
                        <a:t>Sales Rep + Michael</a:t>
                      </a:r>
                    </a:p>
                  </a:txBody>
                  <a:tcPr marL="109728" marR="109728" anchor="ctr">
                    <a:solidFill>
                      <a:srgbClr val="FFFFFF"/>
                    </a:solidFill>
                  </a:tcPr>
                </a:tc>
                <a:tc>
                  <a:txBody>
                    <a:bodyPr/>
                    <a:lstStyle/>
                    <a:p>
                      <a:pPr algn="ctr"/>
                      <a:r>
                        <a:rPr sz="1400" b="0" i="0">
                          <a:solidFill>
                            <a:srgbClr val="032D60"/>
                          </a:solidFill>
                          <a:latin typeface="Salesforce Sans"/>
                        </a:rPr>
                        <a:t>1.5</a:t>
                      </a:r>
                    </a:p>
                  </a:txBody>
                  <a:tcPr marL="109728" marR="109728" anchor="ctr">
                    <a:solidFill>
                      <a:srgbClr val="FFFFFF"/>
                    </a:solidFill>
                  </a:tcPr>
                </a:tc>
                <a:tc>
                  <a:txBody>
                    <a:bodyPr/>
                    <a:lstStyle/>
                    <a:p>
                      <a:pPr algn="l"/>
                      <a:r>
                        <a:rPr sz="1200" b="1" i="0">
                          <a:solidFill>
                            <a:srgbClr val="6B2BD9"/>
                          </a:solidFill>
                          <a:latin typeface="Salesforce Sans"/>
                        </a:rPr>
                        <a:t/>
                      </a:r>
                    </a:p>
                  </a:txBody>
                  <a:tcPr marL="109728" marR="109728" anchor="ctr">
                    <a:solidFill>
                      <a:srgbClr val="FFFFFF"/>
                    </a:solidFill>
                  </a:tcPr>
                </a:tc>
                <a:tc>
                  <a:txBody>
                    <a:bodyPr/>
                    <a:lstStyle/>
                    <a:p>
                      <a:pPr algn="l"/>
                      <a:r>
                        <a:rPr sz="1200" b="0" i="0">
                          <a:solidFill>
                            <a:srgbClr val="5A6B85"/>
                          </a:solidFill>
                          <a:latin typeface="Salesforce Sans"/>
                        </a:rPr>
                        <a:t>E-signature, card-on-file payments, mobile order activation, customer notifications</a:t>
                      </a:r>
                    </a:p>
                  </a:txBody>
                  <a:tcPr marL="109728" marR="109728" anchor="ctr">
                    <a:solidFill>
                      <a:srgbClr val="FFFFFF"/>
                    </a:solidFill>
                  </a:tcPr>
                </a:tc>
              </a:tr>
              <a:tr h="548640">
                <a:tc>
                  <a:txBody>
                    <a:bodyPr/>
                    <a:lstStyle/>
                    <a:p>
                      <a:pPr algn="ctr"/>
                      <a:r>
                        <a:rPr sz="1400" b="1" i="0">
                          <a:solidFill>
                            <a:srgbClr val="022AC0"/>
                          </a:solidFill>
                          <a:latin typeface="Salesforce Sans"/>
                        </a:rPr>
                        <a:t>4</a:t>
                      </a:r>
                    </a:p>
                  </a:txBody>
                  <a:tcPr marL="109728" marR="109728" anchor="ctr">
                    <a:solidFill>
                      <a:srgbClr val="EAF5FE"/>
                    </a:solidFill>
                  </a:tcPr>
                </a:tc>
                <a:tc>
                  <a:txBody>
                    <a:bodyPr/>
                    <a:lstStyle/>
                    <a:p>
                      <a:pPr algn="l"/>
                      <a:r>
                        <a:rPr sz="1400" b="1" i="0">
                          <a:solidFill>
                            <a:srgbClr val="032D60"/>
                          </a:solidFill>
                          <a:latin typeface="Salesforce Sans"/>
                        </a:rPr>
                        <a:t>The plan builds itself</a:t>
                      </a:r>
                    </a:p>
                  </a:txBody>
                  <a:tcPr marL="109728" marR="109728" anchor="ctr">
                    <a:solidFill>
                      <a:srgbClr val="EAF5FE"/>
                    </a:solidFill>
                  </a:tcPr>
                </a:tc>
                <a:tc>
                  <a:txBody>
                    <a:bodyPr/>
                    <a:lstStyle/>
                    <a:p>
                      <a:pPr algn="l"/>
                      <a:r>
                        <a:rPr sz="1400" b="0" i="0">
                          <a:solidFill>
                            <a:srgbClr val="032D60"/>
                          </a:solidFill>
                          <a:latin typeface="Salesforce Sans"/>
                        </a:rPr>
                        <a:t>Operations</a:t>
                      </a:r>
                    </a:p>
                  </a:txBody>
                  <a:tcPr marL="109728" marR="109728" anchor="ctr">
                    <a:solidFill>
                      <a:srgbClr val="EAF5FE"/>
                    </a:solidFill>
                  </a:tcPr>
                </a:tc>
                <a:tc>
                  <a:txBody>
                    <a:bodyPr/>
                    <a:lstStyle/>
                    <a:p>
                      <a:pPr algn="ctr"/>
                      <a:r>
                        <a:rPr sz="1400" b="0" i="0">
                          <a:solidFill>
                            <a:srgbClr val="032D60"/>
                          </a:solidFill>
                          <a:latin typeface="Salesforce Sans"/>
                        </a:rPr>
                        <a:t>1.5</a:t>
                      </a:r>
                    </a:p>
                  </a:txBody>
                  <a:tcPr marL="109728" marR="109728" anchor="ctr">
                    <a:solidFill>
                      <a:srgbClr val="EAF5FE"/>
                    </a:solidFill>
                  </a:tcPr>
                </a:tc>
                <a:tc>
                  <a:txBody>
                    <a:bodyPr/>
                    <a:lstStyle/>
                    <a:p>
                      <a:pPr algn="l"/>
                      <a:r>
                        <a:rPr sz="1200" b="1" i="0">
                          <a:solidFill>
                            <a:srgbClr val="6B2BD9"/>
                          </a:solidFill>
                          <a:latin typeface="Salesforce Sans"/>
                        </a:rPr>
                        <a:t>✦ Enhances</a:t>
                      </a:r>
                    </a:p>
                  </a:txBody>
                  <a:tcPr marL="109728" marR="109728" anchor="ctr">
                    <a:solidFill>
                      <a:srgbClr val="EAF5FE"/>
                    </a:solidFill>
                  </a:tcPr>
                </a:tc>
                <a:tc>
                  <a:txBody>
                    <a:bodyPr/>
                    <a:lstStyle/>
                    <a:p>
                      <a:pPr algn="l"/>
                      <a:r>
                        <a:rPr sz="1200" b="0" i="0">
                          <a:solidFill>
                            <a:srgbClr val="5A6B85"/>
                          </a:solidFill>
                          <a:latin typeface="Salesforce Sans"/>
                        </a:rPr>
                        <a:t>Pest DRO overlay (reuses the current Work Order creation flow), subscription → maintenance plan flow</a:t>
                      </a:r>
                    </a:p>
                  </a:txBody>
                  <a:tcPr marL="109728" marR="109728" anchor="ctr">
                    <a:solidFill>
                      <a:srgbClr val="EAF5FE"/>
                    </a:solidFill>
                  </a:tcPr>
                </a:tc>
              </a:tr>
              <a:tr h="548640">
                <a:tc>
                  <a:txBody>
                    <a:bodyPr/>
                    <a:lstStyle/>
                    <a:p>
                      <a:pPr algn="ctr"/>
                      <a:r>
                        <a:rPr sz="1400" b="1" i="0">
                          <a:solidFill>
                            <a:srgbClr val="032D60"/>
                          </a:solidFill>
                          <a:latin typeface="Salesforce Sans"/>
                        </a:rPr>
                        <a:t>5</a:t>
                      </a:r>
                    </a:p>
                  </a:txBody>
                  <a:tcPr marL="109728" marR="109728" anchor="ctr">
                    <a:solidFill>
                      <a:srgbClr val="FFFFFF"/>
                    </a:solidFill>
                  </a:tcPr>
                </a:tc>
                <a:tc>
                  <a:txBody>
                    <a:bodyPr/>
                    <a:lstStyle/>
                    <a:p>
                      <a:pPr algn="l"/>
                      <a:r>
                        <a:rPr sz="1400" b="1" i="0">
                          <a:solidFill>
                            <a:srgbClr val="032D60"/>
                          </a:solidFill>
                          <a:latin typeface="Salesforce Sans"/>
                        </a:rPr>
                        <a:t>First treatment starts billing</a:t>
                      </a:r>
                    </a:p>
                  </a:txBody>
                  <a:tcPr marL="109728" marR="109728" anchor="ctr">
                    <a:solidFill>
                      <a:srgbClr val="FFFFFF"/>
                    </a:solidFill>
                  </a:tcPr>
                </a:tc>
                <a:tc>
                  <a:txBody>
                    <a:bodyPr/>
                    <a:lstStyle/>
                    <a:p>
                      <a:pPr algn="l"/>
                      <a:r>
                        <a:rPr sz="1400" b="0" i="0">
                          <a:solidFill>
                            <a:srgbClr val="032D60"/>
                          </a:solidFill>
                          <a:latin typeface="Salesforce Sans"/>
                        </a:rPr>
                        <a:t>Technician</a:t>
                      </a:r>
                    </a:p>
                  </a:txBody>
                  <a:tcPr marL="109728" marR="109728" anchor="ctr">
                    <a:solidFill>
                      <a:srgbClr val="FFFFFF"/>
                    </a:solidFill>
                  </a:tcPr>
                </a:tc>
                <a:tc>
                  <a:txBody>
                    <a:bodyPr/>
                    <a:lstStyle/>
                    <a:p>
                      <a:pPr algn="ctr"/>
                      <a:r>
                        <a:rPr sz="1400" b="0" i="0">
                          <a:solidFill>
                            <a:srgbClr val="032D60"/>
                          </a:solidFill>
                          <a:latin typeface="Salesforce Sans"/>
                        </a:rPr>
                        <a:t>2</a:t>
                      </a:r>
                    </a:p>
                  </a:txBody>
                  <a:tcPr marL="109728" marR="109728" anchor="ctr">
                    <a:solidFill>
                      <a:srgbClr val="FFFFFF"/>
                    </a:solidFill>
                  </a:tcPr>
                </a:tc>
                <a:tc>
                  <a:txBody>
                    <a:bodyPr/>
                    <a:lstStyle/>
                    <a:p>
                      <a:pPr algn="l"/>
                      <a:r>
                        <a:rPr sz="1200" b="1" i="0">
                          <a:solidFill>
                            <a:srgbClr val="6B2BD9"/>
                          </a:solidFill>
                          <a:latin typeface="Salesforce Sans"/>
                        </a:rPr>
                        <a:t>✦ Enhances</a:t>
                      </a:r>
                    </a:p>
                  </a:txBody>
                  <a:tcPr marL="109728" marR="109728" anchor="ctr">
                    <a:solidFill>
                      <a:srgbClr val="FFFFFF"/>
                    </a:solidFill>
                  </a:tcPr>
                </a:tc>
                <a:tc>
                  <a:txBody>
                    <a:bodyPr/>
                    <a:lstStyle/>
                    <a:p>
                      <a:pPr algn="l"/>
                      <a:r>
                        <a:rPr sz="1200" b="0" i="0">
                          <a:solidFill>
                            <a:srgbClr val="5A6B85"/>
                          </a:solidFill>
                          <a:latin typeface="Salesforce Sans"/>
                        </a:rPr>
                        <a:t>Reuses the current completion flow; adds the billing trigger and the customer service summary</a:t>
                      </a:r>
                    </a:p>
                  </a:txBody>
                  <a:tcPr marL="109728" marR="109728" anchor="ctr">
                    <a:solidFill>
                      <a:srgbClr val="FFFFFF"/>
                    </a:solidFill>
                  </a:tcPr>
                </a:tc>
              </a:tr>
              <a:tr h="548640">
                <a:tc>
                  <a:txBody>
                    <a:bodyPr/>
                    <a:lstStyle/>
                    <a:p>
                      <a:pPr algn="ctr"/>
                      <a:r>
                        <a:rPr sz="1400" b="1" i="0">
                          <a:solidFill>
                            <a:srgbClr val="032D60"/>
                          </a:solidFill>
                          <a:latin typeface="Salesforce Sans"/>
                        </a:rPr>
                        <a:t>6</a:t>
                      </a:r>
                    </a:p>
                  </a:txBody>
                  <a:tcPr marL="109728" marR="109728" anchor="ctr">
                    <a:solidFill>
                      <a:srgbClr val="EAF5FE"/>
                    </a:solidFill>
                  </a:tcPr>
                </a:tc>
                <a:tc>
                  <a:txBody>
                    <a:bodyPr/>
                    <a:lstStyle/>
                    <a:p>
                      <a:pPr algn="l"/>
                      <a:r>
                        <a:rPr sz="1400" b="1" i="0">
                          <a:solidFill>
                            <a:srgbClr val="032D60"/>
                          </a:solidFill>
                          <a:latin typeface="Salesforce Sans"/>
                        </a:rPr>
                        <a:t>Recurring visits run themselves</a:t>
                      </a:r>
                    </a:p>
                  </a:txBody>
                  <a:tcPr marL="109728" marR="109728" anchor="ctr">
                    <a:solidFill>
                      <a:srgbClr val="EAF5FE"/>
                    </a:solidFill>
                  </a:tcPr>
                </a:tc>
                <a:tc>
                  <a:txBody>
                    <a:bodyPr/>
                    <a:lstStyle/>
                    <a:p>
                      <a:pPr algn="l"/>
                      <a:r>
                        <a:rPr sz="1400" b="0" i="0">
                          <a:solidFill>
                            <a:srgbClr val="032D60"/>
                          </a:solidFill>
                          <a:latin typeface="Salesforce Sans"/>
                        </a:rPr>
                        <a:t>Dispatcher</a:t>
                      </a:r>
                    </a:p>
                  </a:txBody>
                  <a:tcPr marL="109728" marR="109728" anchor="ctr">
                    <a:solidFill>
                      <a:srgbClr val="EAF5FE"/>
                    </a:solidFill>
                  </a:tcPr>
                </a:tc>
                <a:tc>
                  <a:txBody>
                    <a:bodyPr/>
                    <a:lstStyle/>
                    <a:p>
                      <a:pPr algn="ctr"/>
                      <a:r>
                        <a:rPr sz="1400" b="0" i="0">
                          <a:solidFill>
                            <a:srgbClr val="032D60"/>
                          </a:solidFill>
                          <a:latin typeface="Salesforce Sans"/>
                        </a:rPr>
                        <a:t>1.5</a:t>
                      </a:r>
                    </a:p>
                  </a:txBody>
                  <a:tcPr marL="109728" marR="109728" anchor="ctr">
                    <a:solidFill>
                      <a:srgbClr val="EAF5FE"/>
                    </a:solidFill>
                  </a:tcPr>
                </a:tc>
                <a:tc>
                  <a:txBody>
                    <a:bodyPr/>
                    <a:lstStyle/>
                    <a:p>
                      <a:pPr algn="l"/>
                      <a:r>
                        <a:rPr sz="1200" b="1" i="0">
                          <a:solidFill>
                            <a:srgbClr val="6B2BD9"/>
                          </a:solidFill>
                          <a:latin typeface="Salesforce Sans"/>
                        </a:rPr>
                        <a:t>✦ Enhances</a:t>
                      </a:r>
                    </a:p>
                  </a:txBody>
                  <a:tcPr marL="109728" marR="109728" anchor="ctr">
                    <a:solidFill>
                      <a:srgbClr val="EAF5FE"/>
                    </a:solidFill>
                  </a:tcPr>
                </a:tc>
                <a:tc>
                  <a:txBody>
                    <a:bodyPr/>
                    <a:lstStyle/>
                    <a:p>
                      <a:pPr algn="l"/>
                      <a:r>
                        <a:rPr sz="1200" b="0" i="0">
                          <a:solidFill>
                            <a:srgbClr val="5A6B85"/>
                          </a:solidFill>
                          <a:latin typeface="Salesforce Sans"/>
                        </a:rPr>
                        <a:t>Maintenance plan generation, territory routing, appointment reminders</a:t>
                      </a:r>
                    </a:p>
                  </a:txBody>
                  <a:tcPr marL="109728" marR="109728" anchor="ctr">
                    <a:solidFill>
                      <a:srgbClr val="EAF5FE"/>
                    </a:solidFill>
                  </a:tcPr>
                </a:tc>
              </a:tr>
              <a:tr h="548640">
                <a:tc>
                  <a:txBody>
                    <a:bodyPr/>
                    <a:lstStyle/>
                    <a:p>
                      <a:pPr algn="ctr"/>
                      <a:r>
                        <a:rPr sz="1400" b="1" i="0">
                          <a:solidFill>
                            <a:srgbClr val="032D60"/>
                          </a:solidFill>
                          <a:latin typeface="Salesforce Sans"/>
                        </a:rPr>
                        <a:t>7</a:t>
                      </a:r>
                    </a:p>
                  </a:txBody>
                  <a:tcPr marL="109728" marR="109728" anchor="ctr">
                    <a:solidFill>
                      <a:srgbClr val="FFFFFF"/>
                    </a:solidFill>
                  </a:tcPr>
                </a:tc>
                <a:tc>
                  <a:txBody>
                    <a:bodyPr/>
                    <a:lstStyle/>
                    <a:p>
                      <a:pPr algn="l"/>
                      <a:r>
                        <a:rPr sz="1400" b="1" i="0">
                          <a:solidFill>
                            <a:srgbClr val="032D60"/>
                          </a:solidFill>
                          <a:latin typeface="Salesforce Sans"/>
                        </a:rPr>
                        <a:t>Re-service with a guarantee check</a:t>
                      </a:r>
                    </a:p>
                  </a:txBody>
                  <a:tcPr marL="109728" marR="109728" anchor="ctr">
                    <a:solidFill>
                      <a:srgbClr val="FFFFFF"/>
                    </a:solidFill>
                  </a:tcPr>
                </a:tc>
                <a:tc>
                  <a:txBody>
                    <a:bodyPr/>
                    <a:lstStyle/>
                    <a:p>
                      <a:pPr algn="l"/>
                      <a:r>
                        <a:rPr sz="1400" b="0" i="0">
                          <a:solidFill>
                            <a:srgbClr val="032D60"/>
                          </a:solidFill>
                          <a:latin typeface="Salesforce Sans"/>
                        </a:rPr>
                        <a:t>Customer Care + Technician</a:t>
                      </a:r>
                    </a:p>
                  </a:txBody>
                  <a:tcPr marL="109728" marR="109728" anchor="ctr">
                    <a:solidFill>
                      <a:srgbClr val="FFFFFF"/>
                    </a:solidFill>
                  </a:tcPr>
                </a:tc>
                <a:tc>
                  <a:txBody>
                    <a:bodyPr/>
                    <a:lstStyle/>
                    <a:p>
                      <a:pPr algn="ctr"/>
                      <a:r>
                        <a:rPr sz="1400" b="0" i="0">
                          <a:solidFill>
                            <a:srgbClr val="032D60"/>
                          </a:solidFill>
                          <a:latin typeface="Salesforce Sans"/>
                        </a:rPr>
                        <a:t>2</a:t>
                      </a:r>
                    </a:p>
                  </a:txBody>
                  <a:tcPr marL="109728" marR="109728" anchor="ctr">
                    <a:solidFill>
                      <a:srgbClr val="FFFFFF"/>
                    </a:solidFill>
                  </a:tcPr>
                </a:tc>
                <a:tc>
                  <a:txBody>
                    <a:bodyPr/>
                    <a:lstStyle/>
                    <a:p>
                      <a:pPr algn="l"/>
                      <a:r>
                        <a:rPr sz="1200" b="1" i="0">
                          <a:solidFill>
                            <a:srgbClr val="6B2BD9"/>
                          </a:solidFill>
                          <a:latin typeface="Salesforce Sans"/>
                        </a:rPr>
                        <a:t>✦ Enhances</a:t>
                      </a:r>
                    </a:p>
                  </a:txBody>
                  <a:tcPr marL="109728" marR="109728" anchor="ctr">
                    <a:solidFill>
                      <a:srgbClr val="FFFFFF"/>
                    </a:solidFill>
                  </a:tcPr>
                </a:tc>
                <a:tc>
                  <a:txBody>
                    <a:bodyPr/>
                    <a:lstStyle/>
                    <a:p>
                      <a:pPr algn="l"/>
                      <a:r>
                        <a:rPr sz="1200" b="0" i="0">
                          <a:solidFill>
                            <a:srgbClr val="5A6B85"/>
                          </a:solidFill>
                          <a:latin typeface="Salesforce Sans"/>
                        </a:rPr>
                        <a:t>Guarantee check flow keyed on an active subscription, one-time treatment product and price</a:t>
                      </a:r>
                    </a:p>
                  </a:txBody>
                  <a:tcPr marL="109728" marR="109728" anchor="ctr">
                    <a:solidFill>
                      <a:srgbClr val="FFFFFF"/>
                    </a:solidFill>
                  </a:tcPr>
                </a:tc>
              </a:tr>
              <a:tr h="548640">
                <a:tc>
                  <a:txBody>
                    <a:bodyPr/>
                    <a:lstStyle/>
                    <a:p>
                      <a:pPr algn="ctr"/>
                      <a:r>
                        <a:rPr sz="1400" b="1" i="0">
                          <a:solidFill>
                            <a:srgbClr val="5A1BA9"/>
                          </a:solidFill>
                          <a:latin typeface="Salesforce Sans"/>
                        </a:rPr>
                        <a:t>8</a:t>
                      </a:r>
                    </a:p>
                  </a:txBody>
                  <a:tcPr marL="109728" marR="109728" anchor="ctr">
                    <a:solidFill>
                      <a:srgbClr val="EAF5FE"/>
                    </a:solidFill>
                  </a:tcPr>
                </a:tc>
                <a:tc>
                  <a:txBody>
                    <a:bodyPr/>
                    <a:lstStyle/>
                    <a:p>
                      <a:pPr algn="l"/>
                      <a:r>
                        <a:rPr sz="1400" b="1" i="0">
                          <a:solidFill>
                            <a:srgbClr val="032D60"/>
                          </a:solidFill>
                          <a:latin typeface="Salesforce Sans"/>
                        </a:rPr>
                        <a:t>Upsell in the driveway</a:t>
                      </a:r>
                    </a:p>
                  </a:txBody>
                  <a:tcPr marL="109728" marR="109728" anchor="ctr">
                    <a:solidFill>
                      <a:srgbClr val="EAF5FE"/>
                    </a:solidFill>
                  </a:tcPr>
                </a:tc>
                <a:tc>
                  <a:txBody>
                    <a:bodyPr/>
                    <a:lstStyle/>
                    <a:p>
                      <a:pPr algn="l"/>
                      <a:r>
                        <a:rPr sz="1400" b="0" i="0">
                          <a:solidFill>
                            <a:srgbClr val="032D60"/>
                          </a:solidFill>
                          <a:latin typeface="Salesforce Sans"/>
                        </a:rPr>
                        <a:t>Technician → Michael</a:t>
                      </a:r>
                    </a:p>
                  </a:txBody>
                  <a:tcPr marL="109728" marR="109728" anchor="ctr">
                    <a:solidFill>
                      <a:srgbClr val="EAF5FE"/>
                    </a:solidFill>
                  </a:tcPr>
                </a:tc>
                <a:tc>
                  <a:txBody>
                    <a:bodyPr/>
                    <a:lstStyle/>
                    <a:p>
                      <a:pPr algn="ctr"/>
                      <a:r>
                        <a:rPr sz="1400" b="0" i="0">
                          <a:solidFill>
                            <a:srgbClr val="032D60"/>
                          </a:solidFill>
                          <a:latin typeface="Salesforce Sans"/>
                        </a:rPr>
                        <a:t>2</a:t>
                      </a:r>
                    </a:p>
                  </a:txBody>
                  <a:tcPr marL="109728" marR="109728" anchor="ctr">
                    <a:solidFill>
                      <a:srgbClr val="EAF5FE"/>
                    </a:solidFill>
                  </a:tcPr>
                </a:tc>
                <a:tc>
                  <a:txBody>
                    <a:bodyPr/>
                    <a:lstStyle/>
                    <a:p>
                      <a:pPr algn="l"/>
                      <a:r>
                        <a:rPr sz="1200" b="1" i="0">
                          <a:solidFill>
                            <a:srgbClr val="6B2BD9"/>
                          </a:solidFill>
                          <a:latin typeface="Salesforce Sans"/>
                        </a:rPr>
                        <a:t/>
                      </a:r>
                    </a:p>
                  </a:txBody>
                  <a:tcPr marL="109728" marR="109728" anchor="ctr">
                    <a:solidFill>
                      <a:srgbClr val="EAF5FE"/>
                    </a:solidFill>
                  </a:tcPr>
                </a:tc>
                <a:tc>
                  <a:txBody>
                    <a:bodyPr/>
                    <a:lstStyle/>
                    <a:p>
                      <a:pPr algn="l"/>
                      <a:r>
                        <a:rPr sz="1200" b="0" i="0">
                          <a:solidFill>
                            <a:srgbClr val="5A6B85"/>
                          </a:solidFill>
                          <a:latin typeface="Salesforce Sans"/>
                        </a:rPr>
                        <a:t>Recommend-service quick action, mobile-approved quote, subscription amendment</a:t>
                      </a:r>
                    </a:p>
                  </a:txBody>
                  <a:tcPr marL="109728" marR="109728" anchor="ctr">
                    <a:solidFill>
                      <a:srgbClr val="EAF5FE"/>
                    </a:solidFill>
                  </a:tcPr>
                </a:tc>
              </a:tr>
              <a:tr h="548640">
                <a:tc>
                  <a:txBody>
                    <a:bodyPr/>
                    <a:lstStyle/>
                    <a:p>
                      <a:pPr algn="ctr"/>
                      <a:r>
                        <a:rPr sz="1400" b="1" i="0">
                          <a:solidFill>
                            <a:srgbClr val="5A1BA9"/>
                          </a:solidFill>
                          <a:latin typeface="Salesforce Sans"/>
                        </a:rPr>
                        <a:t>9</a:t>
                      </a:r>
                    </a:p>
                  </a:txBody>
                  <a:tcPr marL="109728" marR="109728" anchor="ctr">
                    <a:solidFill>
                      <a:srgbClr val="FFFFFF"/>
                    </a:solidFill>
                  </a:tcPr>
                </a:tc>
                <a:tc>
                  <a:txBody>
                    <a:bodyPr/>
                    <a:lstStyle/>
                    <a:p>
                      <a:pPr algn="l"/>
                      <a:r>
                        <a:rPr sz="1400" b="1" i="0">
                          <a:solidFill>
                            <a:srgbClr val="032D60"/>
                          </a:solidFill>
                          <a:latin typeface="Salesforce Sans"/>
                        </a:rPr>
                        <a:t>Pause, resume &amp; renew</a:t>
                      </a:r>
                    </a:p>
                  </a:txBody>
                  <a:tcPr marL="109728" marR="109728" anchor="ctr">
                    <a:solidFill>
                      <a:srgbClr val="FFFFFF"/>
                    </a:solidFill>
                  </a:tcPr>
                </a:tc>
                <a:tc>
                  <a:txBody>
                    <a:bodyPr/>
                    <a:lstStyle/>
                    <a:p>
                      <a:pPr algn="l"/>
                      <a:r>
                        <a:rPr sz="1400" b="0" i="0">
                          <a:solidFill>
                            <a:srgbClr val="032D60"/>
                          </a:solidFill>
                          <a:latin typeface="Salesforce Sans"/>
                        </a:rPr>
                        <a:t>Billing + Michael</a:t>
                      </a:r>
                    </a:p>
                  </a:txBody>
                  <a:tcPr marL="109728" marR="109728" anchor="ctr">
                    <a:solidFill>
                      <a:srgbClr val="FFFFFF"/>
                    </a:solidFill>
                  </a:tcPr>
                </a:tc>
                <a:tc>
                  <a:txBody>
                    <a:bodyPr/>
                    <a:lstStyle/>
                    <a:p>
                      <a:pPr algn="ctr"/>
                      <a:r>
                        <a:rPr sz="1400" b="0" i="0">
                          <a:solidFill>
                            <a:srgbClr val="032D60"/>
                          </a:solidFill>
                          <a:latin typeface="Salesforce Sans"/>
                        </a:rPr>
                        <a:t>1.5</a:t>
                      </a:r>
                    </a:p>
                  </a:txBody>
                  <a:tcPr marL="109728" marR="109728" anchor="ctr">
                    <a:solidFill>
                      <a:srgbClr val="FFFFFF"/>
                    </a:solidFill>
                  </a:tcPr>
                </a:tc>
                <a:tc>
                  <a:txBody>
                    <a:bodyPr/>
                    <a:lstStyle/>
                    <a:p>
                      <a:pPr algn="l"/>
                      <a:r>
                        <a:rPr sz="1200" b="1" i="0">
                          <a:solidFill>
                            <a:srgbClr val="6B2BD9"/>
                          </a:solidFill>
                          <a:latin typeface="Salesforce Sans"/>
                        </a:rPr>
                        <a:t/>
                      </a:r>
                    </a:p>
                  </a:txBody>
                  <a:tcPr marL="109728" marR="109728" anchor="ctr">
                    <a:solidFill>
                      <a:srgbClr val="FFFFFF"/>
                    </a:solidFill>
                  </a:tcPr>
                </a:tc>
                <a:tc>
                  <a:txBody>
                    <a:bodyPr/>
                    <a:lstStyle/>
                    <a:p>
                      <a:pPr algn="l"/>
                      <a:r>
                        <a:rPr sz="1200" b="0" i="0">
                          <a:solidFill>
                            <a:srgbClr val="5A6B85"/>
                          </a:solidFill>
                          <a:latin typeface="Salesforce Sans"/>
                        </a:rPr>
                        <a:t>Seasonal ramp or suspend/resume, renewal with price uplift, subscription timeline view</a:t>
                      </a:r>
                    </a:p>
                  </a:txBody>
                  <a:tcPr marL="109728" marR="109728" anchor="ctr">
                    <a:solidFill>
                      <a:srgbClr val="FFFFFF"/>
                    </a:solidFill>
                  </a:tcPr>
                </a:tc>
              </a:tr>
              <a:tr h="548640">
                <a:tc>
                  <a:txBody>
                    <a:bodyPr/>
                    <a:lstStyle/>
                    <a:p>
                      <a:pPr algn="l"/>
                      <a:r>
                        <a:rPr sz="1400" b="0" i="0">
                          <a:solidFill>
                            <a:srgbClr val="032D60"/>
                          </a:solidFill>
                          <a:latin typeface="Salesforce Sans"/>
                        </a:rPr>
                        <a:t/>
                      </a:r>
                    </a:p>
                  </a:txBody>
                  <a:tcPr marL="109728" marR="109728" anchor="ctr">
                    <a:solidFill>
                      <a:srgbClr val="EAF5FE"/>
                    </a:solidFill>
                  </a:tcPr>
                </a:tc>
                <a:tc>
                  <a:txBody>
                    <a:bodyPr/>
                    <a:lstStyle/>
                    <a:p>
                      <a:pPr algn="l"/>
                      <a:r>
                        <a:rPr sz="1400" b="1" i="0">
                          <a:solidFill>
                            <a:srgbClr val="032D60"/>
                          </a:solidFill>
                          <a:latin typeface="Salesforce Sans"/>
                        </a:rPr>
                        <a:t>Total</a:t>
                      </a:r>
                    </a:p>
                  </a:txBody>
                  <a:tcPr marL="109728" marR="109728" anchor="ctr">
                    <a:solidFill>
                      <a:srgbClr val="EAF5FE"/>
                    </a:solidFill>
                  </a:tcPr>
                </a:tc>
                <a:tc>
                  <a:txBody>
                    <a:bodyPr/>
                    <a:lstStyle/>
                    <a:p>
                      <a:pPr algn="l"/>
                      <a:r>
                        <a:rPr sz="1400" b="0" i="0">
                          <a:solidFill>
                            <a:srgbClr val="032D60"/>
                          </a:solidFill>
                          <a:latin typeface="Salesforce Sans"/>
                        </a:rPr>
                        <a:t/>
                      </a:r>
                    </a:p>
                  </a:txBody>
                  <a:tcPr marL="109728" marR="109728" anchor="ctr">
                    <a:solidFill>
                      <a:srgbClr val="EAF5FE"/>
                    </a:solidFill>
                  </a:tcPr>
                </a:tc>
                <a:tc>
                  <a:txBody>
                    <a:bodyPr/>
                    <a:lstStyle/>
                    <a:p>
                      <a:pPr algn="ctr"/>
                      <a:r>
                        <a:rPr sz="1400" b="1" i="0">
                          <a:solidFill>
                            <a:srgbClr val="032D60"/>
                          </a:solidFill>
                          <a:latin typeface="Salesforce Sans"/>
                        </a:rPr>
                        <a:t>16</a:t>
                      </a:r>
                    </a:p>
                  </a:txBody>
                  <a:tcPr marL="109728" marR="109728" anchor="ctr">
                    <a:solidFill>
                      <a:srgbClr val="EAF5FE"/>
                    </a:solidFill>
                  </a:tcPr>
                </a:tc>
                <a:tc>
                  <a:txBody>
                    <a:bodyPr/>
                    <a:lstStyle/>
                    <a:p>
                      <a:pPr algn="l"/>
                      <a:r>
                        <a:rPr sz="1200" b="1" i="0">
                          <a:solidFill>
                            <a:srgbClr val="6B2BD9"/>
                          </a:solidFill>
                          <a:latin typeface="Salesforce Sans"/>
                        </a:rPr>
                        <a:t>Scenes 4–7</a:t>
                      </a:r>
                    </a:p>
                  </a:txBody>
                  <a:tcPr marL="109728" marR="109728" anchor="ctr">
                    <a:solidFill>
                      <a:srgbClr val="EAF5FE"/>
                    </a:solidFill>
                  </a:tcPr>
                </a:tc>
                <a:tc>
                  <a:txBody>
                    <a:bodyPr/>
                    <a:lstStyle/>
                    <a:p>
                      <a:pPr algn="l"/>
                      <a:r>
                        <a:rPr sz="1300" b="1" i="0">
                          <a:solidFill>
                            <a:srgbClr val="066AFE"/>
                          </a:solidFill>
                          <a:latin typeface="Salesforce Sans"/>
                        </a:rPr>
                        <a:t>Scenes 4 and 5 reuse the Work Order creation and completion flows already built</a:t>
                      </a:r>
                    </a:p>
                  </a:txBody>
                  <a:tcPr marL="109728" marR="109728" anchor="ctr">
                    <a:solidFill>
                      <a:srgbClr val="EAF5FE"/>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xmlns:r="http://schemas.openxmlformats.org/officeDocument/2006/relationships"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CFE9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CFE9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