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821" r:id="rId4"/>
    <p:sldMasterId id="2147483822" r:id="rId5"/>
  </p:sldMasterIdLst>
  <p:notesMasterIdLst>
    <p:notesMasterId r:id="rId6"/>
  </p:notesMasterIdLst>
  <p:sldIdLst>
    <p:sldId id="256" r:id="rId13"/>
    <p:sldId id="257" r:id="rId14"/>
    <p:sldId id="258" r:id="rId15"/>
    <p:sldId id="259" r:id="rId16"/>
    <p:sldId id="276" r:id="rId33"/>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Lst>
  <p:sldSz cy="10287000" cx="18288000"/>
  <p:notesSz cx="7010400" cy="9296400"/>
  <p:embeddedFontLst>
    <p:embeddedFont>
      <p:font typeface="Helvetica Neue"/>
      <p:regular r:id="rId117"/>
      <p:bold r:id="rId118"/>
      <p:italic r:id="rId119"/>
      <p:boldItalic r:id="rId120"/>
    </p:embeddedFont>
    <p:embeddedFont>
      <p:font typeface="Avant Garde Demi SFDC"/>
      <p:regular r:id="rId121"/>
    </p:embeddedFont>
    <p:embeddedFont>
      <p:font typeface="Questrial"/>
      <p:regular r:id="rId1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5.xml"/><Relationship Id="rId117" Type="http://schemas.openxmlformats.org/officeDocument/2006/relationships/font" Target="fonts/HelveticaNeue-regular.fntdata"/><Relationship Id="rId118" Type="http://schemas.openxmlformats.org/officeDocument/2006/relationships/font" Target="fonts/HelveticaNeue-bold.fntdata"/><Relationship Id="rId119" Type="http://schemas.openxmlformats.org/officeDocument/2006/relationships/font" Target="fonts/HelveticaNeue-italic.fntdata"/><Relationship Id="rId120" Type="http://schemas.openxmlformats.org/officeDocument/2006/relationships/font" Target="fonts/HelveticaNeue-boldItalic.fntdata"/><Relationship Id="rId121" Type="http://schemas.openxmlformats.org/officeDocument/2006/relationships/font" Target="fonts/AvantGardeDemiSFDC-regular.fntdata"/><Relationship Id="rId122" Type="http://schemas.openxmlformats.org/officeDocument/2006/relationships/font" Target="fonts/Questrial-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5049794"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accent1"/>
              </a:buClr>
              <a:buSzPts val="1400"/>
              <a:buFont typeface="Arial"/>
              <a:buNone/>
              <a:defRPr b="0" i="0" sz="800" u="none" cap="none" strike="noStrike">
                <a:solidFill>
                  <a:schemeClr val="accent1"/>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5766485" y="0"/>
            <a:ext cx="1243915"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929292"/>
              </a:buClr>
              <a:buSzPts val="1400"/>
              <a:buFont typeface="Arial"/>
              <a:buNone/>
              <a:defRPr b="0" i="0" sz="800" u="none" cap="none" strike="noStrike">
                <a:solidFill>
                  <a:srgbClr val="929292"/>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407180" y="696912"/>
            <a:ext cx="6195900" cy="3486300"/>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sp>
      <p:sp>
        <p:nvSpPr>
          <p:cNvPr id="6" name="Google Shape;6;n"/>
          <p:cNvSpPr txBox="1"/>
          <p:nvPr>
            <p:ph idx="1" type="body"/>
          </p:nvPr>
        </p:nvSpPr>
        <p:spPr>
          <a:xfrm>
            <a:off x="407987" y="4415789"/>
            <a:ext cx="6194425" cy="4183379"/>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400"/>
              <a:buFont typeface="Arial"/>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5pPr>
            <a:lvl6pPr indent="-317500" lvl="5" marL="27432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6pPr>
            <a:lvl7pPr indent="-317500" lvl="6" marL="32004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7pPr>
            <a:lvl8pPr indent="-317500" lvl="7" marL="36576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8pPr>
            <a:lvl9pPr indent="-317500" lvl="8" marL="41148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9pPr>
          </a:lstStyle>
          <a:p/>
        </p:txBody>
      </p:sp>
      <p:sp>
        <p:nvSpPr>
          <p:cNvPr id="7" name="Google Shape;7;n"/>
          <p:cNvSpPr/>
          <p:nvPr/>
        </p:nvSpPr>
        <p:spPr>
          <a:xfrm flipH="1" rot="10800000">
            <a:off x="0" y="9225415"/>
            <a:ext cx="7010400" cy="7098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900" u="none" cap="none" strike="noStrike">
              <a:solidFill>
                <a:schemeClr val="lt1"/>
              </a:solidFill>
              <a:latin typeface="Arial"/>
              <a:ea typeface="Arial"/>
              <a:cs typeface="Arial"/>
              <a:sym typeface="Arial"/>
            </a:endParaRPr>
          </a:p>
        </p:txBody>
      </p:sp>
      <p:sp>
        <p:nvSpPr>
          <p:cNvPr id="8" name="Google Shape;8;n"/>
          <p:cNvSpPr txBox="1"/>
          <p:nvPr>
            <p:ph idx="11" type="ftr"/>
          </p:nvPr>
        </p:nvSpPr>
        <p:spPr>
          <a:xfrm>
            <a:off x="0" y="8996336"/>
            <a:ext cx="3038475" cy="215443"/>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5B5B5B"/>
              </a:buClr>
              <a:buSzPts val="1400"/>
              <a:buFont typeface="Arial"/>
              <a:buNone/>
              <a:defRPr b="0" i="0" sz="800" u="none" cap="none" strike="noStrike">
                <a:solidFill>
                  <a:srgbClr val="5B5B5B"/>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grpSp>
        <p:nvGrpSpPr>
          <p:cNvPr id="9" name="Google Shape;9;n"/>
          <p:cNvGrpSpPr/>
          <p:nvPr/>
        </p:nvGrpSpPr>
        <p:grpSpPr>
          <a:xfrm>
            <a:off x="6393468" y="8874285"/>
            <a:ext cx="417887" cy="292590"/>
            <a:chOff x="267" y="-340"/>
            <a:chExt cx="7144" cy="5001"/>
          </a:xfrm>
        </p:grpSpPr>
        <p:sp>
          <p:nvSpPr>
            <p:cNvPr id="10" name="Google Shape;10;n"/>
            <p:cNvSpPr/>
            <p:nvPr/>
          </p:nvSpPr>
          <p:spPr>
            <a:xfrm>
              <a:off x="267" y="-340"/>
              <a:ext cx="7144" cy="5001"/>
            </a:xfrm>
            <a:custGeom>
              <a:rect b="b" l="l" r="r" t="t"/>
              <a:pathLst>
                <a:path extrusionOk="0" h="120000" w="120000">
                  <a:moveTo>
                    <a:pt x="49930" y="13055"/>
                  </a:moveTo>
                  <a:cubicBezTo>
                    <a:pt x="53823" y="7322"/>
                    <a:pt x="59185" y="3746"/>
                    <a:pt x="65143" y="3746"/>
                  </a:cubicBezTo>
                  <a:cubicBezTo>
                    <a:pt x="73088" y="3746"/>
                    <a:pt x="80000" y="10047"/>
                    <a:pt x="83654" y="19413"/>
                  </a:cubicBezTo>
                  <a:cubicBezTo>
                    <a:pt x="86871" y="17369"/>
                    <a:pt x="90407" y="16234"/>
                    <a:pt x="94101" y="16234"/>
                  </a:cubicBezTo>
                  <a:cubicBezTo>
                    <a:pt x="108401" y="16234"/>
                    <a:pt x="119999" y="32923"/>
                    <a:pt x="119999" y="53528"/>
                  </a:cubicBezTo>
                  <a:cubicBezTo>
                    <a:pt x="119999" y="74134"/>
                    <a:pt x="108401" y="90823"/>
                    <a:pt x="94101" y="90823"/>
                  </a:cubicBezTo>
                  <a:cubicBezTo>
                    <a:pt x="92393" y="90823"/>
                    <a:pt x="90685" y="90539"/>
                    <a:pt x="89016" y="90085"/>
                  </a:cubicBezTo>
                  <a:cubicBezTo>
                    <a:pt x="85799" y="98372"/>
                    <a:pt x="79602" y="103935"/>
                    <a:pt x="72532" y="103935"/>
                  </a:cubicBezTo>
                  <a:cubicBezTo>
                    <a:pt x="69553" y="103935"/>
                    <a:pt x="66732" y="102970"/>
                    <a:pt x="64270" y="101210"/>
                  </a:cubicBezTo>
                  <a:cubicBezTo>
                    <a:pt x="60973" y="112223"/>
                    <a:pt x="53306" y="120000"/>
                    <a:pt x="44409" y="120000"/>
                  </a:cubicBezTo>
                  <a:cubicBezTo>
                    <a:pt x="35114" y="120000"/>
                    <a:pt x="27209" y="111598"/>
                    <a:pt x="24150" y="99791"/>
                  </a:cubicBezTo>
                  <a:cubicBezTo>
                    <a:pt x="22840" y="100189"/>
                    <a:pt x="21449" y="100416"/>
                    <a:pt x="20019" y="100416"/>
                  </a:cubicBezTo>
                  <a:cubicBezTo>
                    <a:pt x="8977" y="100416"/>
                    <a:pt x="0" y="87473"/>
                    <a:pt x="0" y="71523"/>
                  </a:cubicBezTo>
                  <a:cubicBezTo>
                    <a:pt x="0" y="60794"/>
                    <a:pt x="4051" y="51485"/>
                    <a:pt x="10009" y="46490"/>
                  </a:cubicBezTo>
                  <a:cubicBezTo>
                    <a:pt x="8778" y="42403"/>
                    <a:pt x="8103" y="37918"/>
                    <a:pt x="8103" y="33263"/>
                  </a:cubicBezTo>
                  <a:cubicBezTo>
                    <a:pt x="8103" y="14872"/>
                    <a:pt x="18550" y="0"/>
                    <a:pt x="31420" y="0"/>
                  </a:cubicBezTo>
                  <a:cubicBezTo>
                    <a:pt x="38967" y="0"/>
                    <a:pt x="45680" y="5108"/>
                    <a:pt x="49930" y="13055"/>
                  </a:cubicBezTo>
                  <a:close/>
                </a:path>
              </a:pathLst>
            </a:custGeom>
            <a:solidFill>
              <a:srgbClr val="0A9AD7"/>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1" name="Google Shape;11;n"/>
            <p:cNvSpPr/>
            <p:nvPr/>
          </p:nvSpPr>
          <p:spPr>
            <a:xfrm>
              <a:off x="1297"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786" y="89154"/>
                    <a:pt x="12511" y="88309"/>
                  </a:cubicBezTo>
                  <a:cubicBezTo>
                    <a:pt x="11374" y="87887"/>
                    <a:pt x="9099" y="87042"/>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2" name="Google Shape;12;n"/>
            <p:cNvSpPr/>
            <p:nvPr/>
          </p:nvSpPr>
          <p:spPr>
            <a:xfrm>
              <a:off x="3443"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218" y="89577"/>
                    <a:pt x="12511" y="88309"/>
                  </a:cubicBezTo>
                  <a:cubicBezTo>
                    <a:pt x="11943" y="88309"/>
                    <a:pt x="9099" y="87464"/>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3" name="Google Shape;13;n"/>
            <p:cNvSpPr/>
            <p:nvPr/>
          </p:nvSpPr>
          <p:spPr>
            <a:xfrm>
              <a:off x="4454" y="1670"/>
              <a:ext cx="595" cy="672"/>
            </a:xfrm>
            <a:custGeom>
              <a:rect b="b" l="l" r="r" t="t"/>
              <a:pathLst>
                <a:path extrusionOk="0" h="120000" w="120000">
                  <a:moveTo>
                    <a:pt x="116666" y="36760"/>
                  </a:moveTo>
                  <a:cubicBezTo>
                    <a:pt x="114285" y="29154"/>
                    <a:pt x="110476" y="22816"/>
                    <a:pt x="105238" y="17746"/>
                  </a:cubicBezTo>
                  <a:cubicBezTo>
                    <a:pt x="100476" y="12253"/>
                    <a:pt x="93809" y="8028"/>
                    <a:pt x="86190" y="5070"/>
                  </a:cubicBezTo>
                  <a:cubicBezTo>
                    <a:pt x="79047" y="1690"/>
                    <a:pt x="70000" y="0"/>
                    <a:pt x="60000" y="0"/>
                  </a:cubicBezTo>
                  <a:cubicBezTo>
                    <a:pt x="50000" y="0"/>
                    <a:pt x="40952" y="1690"/>
                    <a:pt x="33809" y="5070"/>
                  </a:cubicBezTo>
                  <a:cubicBezTo>
                    <a:pt x="26190" y="8028"/>
                    <a:pt x="19523" y="12253"/>
                    <a:pt x="14761" y="17746"/>
                  </a:cubicBezTo>
                  <a:cubicBezTo>
                    <a:pt x="9523" y="22816"/>
                    <a:pt x="5714" y="29154"/>
                    <a:pt x="3333" y="36760"/>
                  </a:cubicBezTo>
                  <a:cubicBezTo>
                    <a:pt x="952" y="43943"/>
                    <a:pt x="0" y="51549"/>
                    <a:pt x="0" y="60000"/>
                  </a:cubicBezTo>
                  <a:cubicBezTo>
                    <a:pt x="0" y="68450"/>
                    <a:pt x="952" y="76478"/>
                    <a:pt x="3333" y="83661"/>
                  </a:cubicBezTo>
                  <a:cubicBezTo>
                    <a:pt x="5714" y="90845"/>
                    <a:pt x="9523" y="97183"/>
                    <a:pt x="14761" y="102676"/>
                  </a:cubicBezTo>
                  <a:cubicBezTo>
                    <a:pt x="19523" y="107746"/>
                    <a:pt x="26190" y="111971"/>
                    <a:pt x="33809" y="115352"/>
                  </a:cubicBezTo>
                  <a:cubicBezTo>
                    <a:pt x="40952" y="118309"/>
                    <a:pt x="50000" y="120000"/>
                    <a:pt x="60000" y="120000"/>
                  </a:cubicBezTo>
                  <a:cubicBezTo>
                    <a:pt x="70000" y="120000"/>
                    <a:pt x="79047" y="118309"/>
                    <a:pt x="86190" y="115352"/>
                  </a:cubicBezTo>
                  <a:cubicBezTo>
                    <a:pt x="93809" y="111971"/>
                    <a:pt x="100476" y="107746"/>
                    <a:pt x="105238" y="102676"/>
                  </a:cubicBezTo>
                  <a:cubicBezTo>
                    <a:pt x="110476" y="97183"/>
                    <a:pt x="114285" y="90845"/>
                    <a:pt x="116666" y="83661"/>
                  </a:cubicBezTo>
                  <a:cubicBezTo>
                    <a:pt x="119047" y="76478"/>
                    <a:pt x="120000" y="68450"/>
                    <a:pt x="120000" y="60000"/>
                  </a:cubicBezTo>
                  <a:cubicBezTo>
                    <a:pt x="120000" y="51549"/>
                    <a:pt x="119047" y="43943"/>
                    <a:pt x="116666" y="36760"/>
                  </a:cubicBezTo>
                  <a:moveTo>
                    <a:pt x="91904" y="60000"/>
                  </a:moveTo>
                  <a:cubicBezTo>
                    <a:pt x="91904" y="72676"/>
                    <a:pt x="89047" y="82816"/>
                    <a:pt x="83809" y="90000"/>
                  </a:cubicBezTo>
                  <a:cubicBezTo>
                    <a:pt x="78571" y="96760"/>
                    <a:pt x="70952" y="100140"/>
                    <a:pt x="60000" y="100140"/>
                  </a:cubicBezTo>
                  <a:cubicBezTo>
                    <a:pt x="49047" y="100140"/>
                    <a:pt x="41428" y="96760"/>
                    <a:pt x="36190" y="90000"/>
                  </a:cubicBezTo>
                  <a:cubicBezTo>
                    <a:pt x="30952" y="82816"/>
                    <a:pt x="28571" y="72676"/>
                    <a:pt x="28571" y="60000"/>
                  </a:cubicBezTo>
                  <a:cubicBezTo>
                    <a:pt x="28571" y="47323"/>
                    <a:pt x="30952" y="37605"/>
                    <a:pt x="36190" y="30422"/>
                  </a:cubicBezTo>
                  <a:cubicBezTo>
                    <a:pt x="41428" y="23661"/>
                    <a:pt x="49047" y="20281"/>
                    <a:pt x="60000" y="20281"/>
                  </a:cubicBezTo>
                  <a:cubicBezTo>
                    <a:pt x="70952" y="20281"/>
                    <a:pt x="78571" y="23661"/>
                    <a:pt x="83809" y="30422"/>
                  </a:cubicBezTo>
                  <a:cubicBezTo>
                    <a:pt x="89047" y="37605"/>
                    <a:pt x="91904" y="47323"/>
                    <a:pt x="91904" y="60000"/>
                  </a:cubicBezTo>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4" name="Google Shape;14;n"/>
            <p:cNvSpPr/>
            <p:nvPr/>
          </p:nvSpPr>
          <p:spPr>
            <a:xfrm>
              <a:off x="5565" y="1670"/>
              <a:ext cx="507" cy="670"/>
            </a:xfrm>
            <a:custGeom>
              <a:rect b="b" l="l" r="r" t="t"/>
              <a:pathLst>
                <a:path extrusionOk="0" h="120000" w="120000">
                  <a:moveTo>
                    <a:pt x="111588" y="97102"/>
                  </a:moveTo>
                  <a:cubicBezTo>
                    <a:pt x="111028" y="94982"/>
                    <a:pt x="108224" y="95830"/>
                    <a:pt x="108224" y="95830"/>
                  </a:cubicBezTo>
                  <a:cubicBezTo>
                    <a:pt x="103738" y="97102"/>
                    <a:pt x="99252" y="97950"/>
                    <a:pt x="94766" y="98798"/>
                  </a:cubicBezTo>
                  <a:cubicBezTo>
                    <a:pt x="89719" y="99222"/>
                    <a:pt x="84672" y="99646"/>
                    <a:pt x="78504" y="99646"/>
                  </a:cubicBezTo>
                  <a:cubicBezTo>
                    <a:pt x="64485" y="99646"/>
                    <a:pt x="53271" y="96254"/>
                    <a:pt x="45420" y="90318"/>
                  </a:cubicBezTo>
                  <a:cubicBezTo>
                    <a:pt x="37570" y="83957"/>
                    <a:pt x="33084" y="73780"/>
                    <a:pt x="33084" y="60212"/>
                  </a:cubicBezTo>
                  <a:cubicBezTo>
                    <a:pt x="33084" y="47915"/>
                    <a:pt x="37009" y="38586"/>
                    <a:pt x="44299" y="31378"/>
                  </a:cubicBezTo>
                  <a:cubicBezTo>
                    <a:pt x="51028" y="24169"/>
                    <a:pt x="62242" y="20777"/>
                    <a:pt x="76261" y="20777"/>
                  </a:cubicBezTo>
                  <a:cubicBezTo>
                    <a:pt x="88598" y="20777"/>
                    <a:pt x="97570" y="21625"/>
                    <a:pt x="107102" y="23745"/>
                  </a:cubicBezTo>
                  <a:cubicBezTo>
                    <a:pt x="107102" y="23745"/>
                    <a:pt x="109345" y="24593"/>
                    <a:pt x="110467" y="22473"/>
                  </a:cubicBezTo>
                  <a:cubicBezTo>
                    <a:pt x="112710" y="16961"/>
                    <a:pt x="114953" y="13144"/>
                    <a:pt x="117757" y="7632"/>
                  </a:cubicBezTo>
                  <a:cubicBezTo>
                    <a:pt x="118317" y="5936"/>
                    <a:pt x="116635" y="5088"/>
                    <a:pt x="115514" y="4664"/>
                  </a:cubicBezTo>
                  <a:cubicBezTo>
                    <a:pt x="112149" y="3816"/>
                    <a:pt x="103177" y="2120"/>
                    <a:pt x="96448" y="1272"/>
                  </a:cubicBezTo>
                  <a:cubicBezTo>
                    <a:pt x="90280" y="424"/>
                    <a:pt x="82990" y="0"/>
                    <a:pt x="74579" y="0"/>
                  </a:cubicBezTo>
                  <a:cubicBezTo>
                    <a:pt x="62242" y="0"/>
                    <a:pt x="51588" y="1696"/>
                    <a:pt x="42056" y="4664"/>
                  </a:cubicBezTo>
                  <a:cubicBezTo>
                    <a:pt x="33084" y="8056"/>
                    <a:pt x="25233" y="12296"/>
                    <a:pt x="19065" y="17385"/>
                  </a:cubicBezTo>
                  <a:cubicBezTo>
                    <a:pt x="12897" y="22897"/>
                    <a:pt x="7850" y="29257"/>
                    <a:pt x="5046" y="36466"/>
                  </a:cubicBezTo>
                  <a:cubicBezTo>
                    <a:pt x="1682" y="43674"/>
                    <a:pt x="0" y="51731"/>
                    <a:pt x="0" y="60212"/>
                  </a:cubicBezTo>
                  <a:cubicBezTo>
                    <a:pt x="0" y="78445"/>
                    <a:pt x="6728" y="93286"/>
                    <a:pt x="19626" y="103886"/>
                  </a:cubicBezTo>
                  <a:cubicBezTo>
                    <a:pt x="32523" y="114487"/>
                    <a:pt x="51588" y="120000"/>
                    <a:pt x="76822" y="120000"/>
                  </a:cubicBezTo>
                  <a:cubicBezTo>
                    <a:pt x="91401" y="120000"/>
                    <a:pt x="106542" y="117879"/>
                    <a:pt x="117757" y="114487"/>
                  </a:cubicBezTo>
                  <a:cubicBezTo>
                    <a:pt x="117757" y="114487"/>
                    <a:pt x="120000" y="113639"/>
                    <a:pt x="118878" y="111943"/>
                  </a:cubicBezTo>
                  <a:lnTo>
                    <a:pt x="111588" y="97102"/>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5" name="Google Shape;15;n"/>
            <p:cNvSpPr/>
            <p:nvPr/>
          </p:nvSpPr>
          <p:spPr>
            <a:xfrm>
              <a:off x="6108"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6" name="Google Shape;16;n"/>
            <p:cNvSpPr/>
            <p:nvPr/>
          </p:nvSpPr>
          <p:spPr>
            <a:xfrm>
              <a:off x="2793"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7" name="Google Shape;17;n"/>
            <p:cNvSpPr/>
            <p:nvPr/>
          </p:nvSpPr>
          <p:spPr>
            <a:xfrm>
              <a:off x="1870" y="1670"/>
              <a:ext cx="536" cy="672"/>
            </a:xfrm>
            <a:custGeom>
              <a:rect b="b" l="l" r="r" t="t"/>
              <a:pathLst>
                <a:path extrusionOk="0" h="120000" w="120000">
                  <a:moveTo>
                    <a:pt x="75066" y="44366"/>
                  </a:moveTo>
                  <a:cubicBezTo>
                    <a:pt x="71365" y="44366"/>
                    <a:pt x="66607" y="43943"/>
                    <a:pt x="60792" y="43943"/>
                  </a:cubicBezTo>
                  <a:cubicBezTo>
                    <a:pt x="52863" y="43943"/>
                    <a:pt x="44933" y="44788"/>
                    <a:pt x="38061" y="46478"/>
                  </a:cubicBezTo>
                  <a:cubicBezTo>
                    <a:pt x="30660" y="48169"/>
                    <a:pt x="24317" y="50281"/>
                    <a:pt x="18502" y="53661"/>
                  </a:cubicBezTo>
                  <a:cubicBezTo>
                    <a:pt x="12687" y="56619"/>
                    <a:pt x="8458" y="60845"/>
                    <a:pt x="5286" y="65915"/>
                  </a:cubicBezTo>
                  <a:cubicBezTo>
                    <a:pt x="2114" y="70563"/>
                    <a:pt x="0" y="76478"/>
                    <a:pt x="0" y="82816"/>
                  </a:cubicBezTo>
                  <a:cubicBezTo>
                    <a:pt x="0" y="89577"/>
                    <a:pt x="1585" y="95070"/>
                    <a:pt x="4229" y="99718"/>
                  </a:cubicBezTo>
                  <a:cubicBezTo>
                    <a:pt x="7400" y="104366"/>
                    <a:pt x="11101" y="108169"/>
                    <a:pt x="16387" y="111126"/>
                  </a:cubicBezTo>
                  <a:cubicBezTo>
                    <a:pt x="21674" y="114084"/>
                    <a:pt x="28017" y="116619"/>
                    <a:pt x="35418" y="117887"/>
                  </a:cubicBezTo>
                  <a:cubicBezTo>
                    <a:pt x="42819" y="119154"/>
                    <a:pt x="50748" y="120000"/>
                    <a:pt x="59735" y="120000"/>
                  </a:cubicBezTo>
                  <a:cubicBezTo>
                    <a:pt x="69251" y="120000"/>
                    <a:pt x="78766" y="119154"/>
                    <a:pt x="87753" y="117887"/>
                  </a:cubicBezTo>
                  <a:cubicBezTo>
                    <a:pt x="97268" y="116619"/>
                    <a:pt x="108370" y="114929"/>
                    <a:pt x="111013" y="114507"/>
                  </a:cubicBezTo>
                  <a:cubicBezTo>
                    <a:pt x="114185" y="113661"/>
                    <a:pt x="117885" y="112816"/>
                    <a:pt x="117885" y="112816"/>
                  </a:cubicBezTo>
                  <a:cubicBezTo>
                    <a:pt x="120000" y="112394"/>
                    <a:pt x="120000" y="110704"/>
                    <a:pt x="120000" y="110704"/>
                  </a:cubicBezTo>
                  <a:cubicBezTo>
                    <a:pt x="120000" y="43098"/>
                    <a:pt x="120000" y="43098"/>
                    <a:pt x="120000" y="43098"/>
                  </a:cubicBezTo>
                  <a:cubicBezTo>
                    <a:pt x="120000" y="28309"/>
                    <a:pt x="114713" y="16901"/>
                    <a:pt x="105198" y="10140"/>
                  </a:cubicBezTo>
                  <a:cubicBezTo>
                    <a:pt x="95154" y="3380"/>
                    <a:pt x="80881" y="0"/>
                    <a:pt x="62378" y="0"/>
                  </a:cubicBezTo>
                  <a:cubicBezTo>
                    <a:pt x="55506" y="0"/>
                    <a:pt x="44405" y="845"/>
                    <a:pt x="38061" y="1690"/>
                  </a:cubicBezTo>
                  <a:cubicBezTo>
                    <a:pt x="38061" y="1690"/>
                    <a:pt x="17444" y="5070"/>
                    <a:pt x="9515" y="10140"/>
                  </a:cubicBezTo>
                  <a:cubicBezTo>
                    <a:pt x="9515" y="10140"/>
                    <a:pt x="7400" y="10985"/>
                    <a:pt x="8458" y="13098"/>
                  </a:cubicBezTo>
                  <a:cubicBezTo>
                    <a:pt x="14801" y="27042"/>
                    <a:pt x="14801" y="27042"/>
                    <a:pt x="14801" y="27042"/>
                  </a:cubicBezTo>
                  <a:cubicBezTo>
                    <a:pt x="15859" y="29154"/>
                    <a:pt x="17973" y="28309"/>
                    <a:pt x="17973" y="28309"/>
                  </a:cubicBezTo>
                  <a:cubicBezTo>
                    <a:pt x="17973" y="28309"/>
                    <a:pt x="18502" y="28309"/>
                    <a:pt x="19559" y="27887"/>
                  </a:cubicBezTo>
                  <a:cubicBezTo>
                    <a:pt x="37533" y="20281"/>
                    <a:pt x="59735" y="20281"/>
                    <a:pt x="59735" y="20281"/>
                  </a:cubicBezTo>
                  <a:cubicBezTo>
                    <a:pt x="69779" y="20281"/>
                    <a:pt x="77709" y="21971"/>
                    <a:pt x="82995" y="24929"/>
                  </a:cubicBezTo>
                  <a:cubicBezTo>
                    <a:pt x="87753" y="28309"/>
                    <a:pt x="90396" y="32957"/>
                    <a:pt x="90396" y="42676"/>
                  </a:cubicBezTo>
                  <a:cubicBezTo>
                    <a:pt x="90396" y="46056"/>
                    <a:pt x="90396" y="46056"/>
                    <a:pt x="90396" y="46056"/>
                  </a:cubicBezTo>
                  <a:cubicBezTo>
                    <a:pt x="82466" y="44788"/>
                    <a:pt x="75066" y="44366"/>
                    <a:pt x="75066" y="44366"/>
                  </a:cubicBezTo>
                  <a:close/>
                  <a:moveTo>
                    <a:pt x="38061" y="96338"/>
                  </a:moveTo>
                  <a:cubicBezTo>
                    <a:pt x="34889" y="94225"/>
                    <a:pt x="34361" y="93380"/>
                    <a:pt x="32775" y="92112"/>
                  </a:cubicBezTo>
                  <a:cubicBezTo>
                    <a:pt x="31189" y="89577"/>
                    <a:pt x="30132" y="86619"/>
                    <a:pt x="30132" y="82394"/>
                  </a:cubicBezTo>
                  <a:cubicBezTo>
                    <a:pt x="30132" y="76056"/>
                    <a:pt x="32775" y="71408"/>
                    <a:pt x="38590" y="68028"/>
                  </a:cubicBezTo>
                  <a:cubicBezTo>
                    <a:pt x="38590" y="68028"/>
                    <a:pt x="46519" y="62535"/>
                    <a:pt x="65022" y="62535"/>
                  </a:cubicBezTo>
                  <a:cubicBezTo>
                    <a:pt x="78766" y="62957"/>
                    <a:pt x="90396" y="64225"/>
                    <a:pt x="90396" y="64225"/>
                  </a:cubicBezTo>
                  <a:cubicBezTo>
                    <a:pt x="90396" y="98028"/>
                    <a:pt x="90396" y="98028"/>
                    <a:pt x="90396" y="98028"/>
                  </a:cubicBezTo>
                  <a:cubicBezTo>
                    <a:pt x="90396" y="98028"/>
                    <a:pt x="90396" y="98028"/>
                    <a:pt x="90396" y="98028"/>
                  </a:cubicBezTo>
                  <a:cubicBezTo>
                    <a:pt x="90396" y="98028"/>
                    <a:pt x="78766" y="100140"/>
                    <a:pt x="65550" y="100563"/>
                  </a:cubicBezTo>
                  <a:cubicBezTo>
                    <a:pt x="46519" y="101408"/>
                    <a:pt x="38061" y="96338"/>
                    <a:pt x="38061" y="9633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8" name="Google Shape;18;n"/>
            <p:cNvSpPr/>
            <p:nvPr/>
          </p:nvSpPr>
          <p:spPr>
            <a:xfrm>
              <a:off x="5161" y="1676"/>
              <a:ext cx="385" cy="652"/>
            </a:xfrm>
            <a:custGeom>
              <a:rect b="b" l="l" r="r" t="t"/>
              <a:pathLst>
                <a:path extrusionOk="0" h="120000" w="120000">
                  <a:moveTo>
                    <a:pt x="119263" y="5652"/>
                  </a:moveTo>
                  <a:cubicBezTo>
                    <a:pt x="120000" y="3913"/>
                    <a:pt x="118527" y="3043"/>
                    <a:pt x="117055" y="3043"/>
                  </a:cubicBezTo>
                  <a:cubicBezTo>
                    <a:pt x="114846" y="2173"/>
                    <a:pt x="104539" y="869"/>
                    <a:pt x="95705" y="869"/>
                  </a:cubicBezTo>
                  <a:cubicBezTo>
                    <a:pt x="79509" y="0"/>
                    <a:pt x="70674" y="1739"/>
                    <a:pt x="62576" y="3913"/>
                  </a:cubicBezTo>
                  <a:cubicBezTo>
                    <a:pt x="54478" y="6086"/>
                    <a:pt x="45644" y="9565"/>
                    <a:pt x="40490" y="13478"/>
                  </a:cubicBezTo>
                  <a:cubicBezTo>
                    <a:pt x="40490" y="3913"/>
                    <a:pt x="40490" y="3913"/>
                    <a:pt x="40490" y="3913"/>
                  </a:cubicBezTo>
                  <a:cubicBezTo>
                    <a:pt x="40490" y="2608"/>
                    <a:pt x="39018" y="1739"/>
                    <a:pt x="36809" y="1739"/>
                  </a:cubicBezTo>
                  <a:cubicBezTo>
                    <a:pt x="3680" y="1739"/>
                    <a:pt x="3680" y="1739"/>
                    <a:pt x="3680" y="1739"/>
                  </a:cubicBezTo>
                  <a:cubicBezTo>
                    <a:pt x="2208" y="1739"/>
                    <a:pt x="0" y="2608"/>
                    <a:pt x="0" y="3913"/>
                  </a:cubicBezTo>
                  <a:cubicBezTo>
                    <a:pt x="0" y="117391"/>
                    <a:pt x="0" y="117391"/>
                    <a:pt x="0" y="117391"/>
                  </a:cubicBezTo>
                  <a:cubicBezTo>
                    <a:pt x="0" y="118695"/>
                    <a:pt x="2208" y="120000"/>
                    <a:pt x="4417" y="120000"/>
                  </a:cubicBezTo>
                  <a:cubicBezTo>
                    <a:pt x="38282" y="120000"/>
                    <a:pt x="38282" y="120000"/>
                    <a:pt x="38282" y="120000"/>
                  </a:cubicBezTo>
                  <a:cubicBezTo>
                    <a:pt x="40490" y="120000"/>
                    <a:pt x="41963" y="118695"/>
                    <a:pt x="41963" y="117391"/>
                  </a:cubicBezTo>
                  <a:cubicBezTo>
                    <a:pt x="41963" y="60869"/>
                    <a:pt x="41963" y="60869"/>
                    <a:pt x="41963" y="60869"/>
                  </a:cubicBezTo>
                  <a:cubicBezTo>
                    <a:pt x="41963" y="53478"/>
                    <a:pt x="43435" y="45652"/>
                    <a:pt x="46380" y="40869"/>
                  </a:cubicBezTo>
                  <a:cubicBezTo>
                    <a:pt x="49325" y="36086"/>
                    <a:pt x="53006" y="32608"/>
                    <a:pt x="57423" y="29565"/>
                  </a:cubicBezTo>
                  <a:cubicBezTo>
                    <a:pt x="62576" y="26956"/>
                    <a:pt x="67730" y="25217"/>
                    <a:pt x="73619" y="23913"/>
                  </a:cubicBezTo>
                  <a:cubicBezTo>
                    <a:pt x="79509" y="23043"/>
                    <a:pt x="86134" y="22608"/>
                    <a:pt x="90552" y="22608"/>
                  </a:cubicBezTo>
                  <a:cubicBezTo>
                    <a:pt x="97177" y="22608"/>
                    <a:pt x="104539" y="23478"/>
                    <a:pt x="104539" y="23478"/>
                  </a:cubicBezTo>
                  <a:cubicBezTo>
                    <a:pt x="107484" y="23913"/>
                    <a:pt x="108957" y="23043"/>
                    <a:pt x="109693" y="21739"/>
                  </a:cubicBezTo>
                  <a:cubicBezTo>
                    <a:pt x="111901" y="18260"/>
                    <a:pt x="117791" y="7826"/>
                    <a:pt x="119263" y="5652"/>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9" name="Google Shape;19;n"/>
            <p:cNvSpPr/>
            <p:nvPr/>
          </p:nvSpPr>
          <p:spPr>
            <a:xfrm>
              <a:off x="3806" y="1406"/>
              <a:ext cx="727" cy="1218"/>
            </a:xfrm>
            <a:custGeom>
              <a:rect b="b" l="l" r="r" t="t"/>
              <a:pathLst>
                <a:path extrusionOk="0" h="120000" w="120000">
                  <a:moveTo>
                    <a:pt x="118051" y="1398"/>
                  </a:moveTo>
                  <a:cubicBezTo>
                    <a:pt x="116103" y="932"/>
                    <a:pt x="114155" y="699"/>
                    <a:pt x="111428" y="466"/>
                  </a:cubicBezTo>
                  <a:cubicBezTo>
                    <a:pt x="108701" y="233"/>
                    <a:pt x="105584" y="0"/>
                    <a:pt x="102077" y="0"/>
                  </a:cubicBezTo>
                  <a:cubicBezTo>
                    <a:pt x="90000" y="0"/>
                    <a:pt x="80259" y="2097"/>
                    <a:pt x="73246" y="6291"/>
                  </a:cubicBezTo>
                  <a:cubicBezTo>
                    <a:pt x="66623" y="10252"/>
                    <a:pt x="61948" y="16543"/>
                    <a:pt x="59610" y="24699"/>
                  </a:cubicBezTo>
                  <a:cubicBezTo>
                    <a:pt x="58831" y="27495"/>
                    <a:pt x="58831" y="27495"/>
                    <a:pt x="58831" y="27495"/>
                  </a:cubicBezTo>
                  <a:cubicBezTo>
                    <a:pt x="43246" y="27495"/>
                    <a:pt x="43246" y="27495"/>
                    <a:pt x="43246" y="27495"/>
                  </a:cubicBezTo>
                  <a:cubicBezTo>
                    <a:pt x="43246" y="27495"/>
                    <a:pt x="41298" y="27495"/>
                    <a:pt x="40909" y="28660"/>
                  </a:cubicBezTo>
                  <a:cubicBezTo>
                    <a:pt x="38571" y="37048"/>
                    <a:pt x="38571" y="37048"/>
                    <a:pt x="38571" y="37048"/>
                  </a:cubicBezTo>
                  <a:cubicBezTo>
                    <a:pt x="38181" y="37980"/>
                    <a:pt x="38961" y="38446"/>
                    <a:pt x="40519" y="38446"/>
                  </a:cubicBezTo>
                  <a:cubicBezTo>
                    <a:pt x="55714" y="38446"/>
                    <a:pt x="55714" y="38446"/>
                    <a:pt x="55714" y="38446"/>
                  </a:cubicBezTo>
                  <a:cubicBezTo>
                    <a:pt x="40519" y="89475"/>
                    <a:pt x="40519" y="89475"/>
                    <a:pt x="40519" y="89475"/>
                  </a:cubicBezTo>
                  <a:cubicBezTo>
                    <a:pt x="39350" y="93669"/>
                    <a:pt x="37792" y="96932"/>
                    <a:pt x="36233" y="99495"/>
                  </a:cubicBezTo>
                  <a:cubicBezTo>
                    <a:pt x="34675" y="102058"/>
                    <a:pt x="33506" y="103922"/>
                    <a:pt x="31558" y="105320"/>
                  </a:cubicBezTo>
                  <a:cubicBezTo>
                    <a:pt x="30000" y="106718"/>
                    <a:pt x="28051" y="107650"/>
                    <a:pt x="25324" y="108116"/>
                  </a:cubicBezTo>
                  <a:cubicBezTo>
                    <a:pt x="22987" y="108582"/>
                    <a:pt x="20259" y="108815"/>
                    <a:pt x="17142" y="108815"/>
                  </a:cubicBezTo>
                  <a:cubicBezTo>
                    <a:pt x="15584" y="108815"/>
                    <a:pt x="13636" y="108815"/>
                    <a:pt x="11688" y="108582"/>
                  </a:cubicBezTo>
                  <a:cubicBezTo>
                    <a:pt x="10129" y="108349"/>
                    <a:pt x="9350" y="108116"/>
                    <a:pt x="8181" y="107883"/>
                  </a:cubicBezTo>
                  <a:cubicBezTo>
                    <a:pt x="8181" y="107883"/>
                    <a:pt x="6233" y="107417"/>
                    <a:pt x="5844" y="108582"/>
                  </a:cubicBezTo>
                  <a:cubicBezTo>
                    <a:pt x="5064" y="109281"/>
                    <a:pt x="1168" y="116038"/>
                    <a:pt x="779" y="116737"/>
                  </a:cubicBezTo>
                  <a:cubicBezTo>
                    <a:pt x="0" y="117669"/>
                    <a:pt x="779" y="118135"/>
                    <a:pt x="1558" y="118368"/>
                  </a:cubicBezTo>
                  <a:cubicBezTo>
                    <a:pt x="3896" y="118834"/>
                    <a:pt x="5064" y="119067"/>
                    <a:pt x="7792" y="119533"/>
                  </a:cubicBezTo>
                  <a:cubicBezTo>
                    <a:pt x="11688" y="120000"/>
                    <a:pt x="14805" y="120000"/>
                    <a:pt x="17922" y="120000"/>
                  </a:cubicBezTo>
                  <a:cubicBezTo>
                    <a:pt x="24155" y="120000"/>
                    <a:pt x="30000" y="119533"/>
                    <a:pt x="34675" y="118601"/>
                  </a:cubicBezTo>
                  <a:cubicBezTo>
                    <a:pt x="39350" y="117436"/>
                    <a:pt x="43636" y="115572"/>
                    <a:pt x="47142" y="113242"/>
                  </a:cubicBezTo>
                  <a:cubicBezTo>
                    <a:pt x="51428" y="110679"/>
                    <a:pt x="53766" y="107883"/>
                    <a:pt x="56103" y="104155"/>
                  </a:cubicBezTo>
                  <a:cubicBezTo>
                    <a:pt x="58441" y="100427"/>
                    <a:pt x="60389" y="95766"/>
                    <a:pt x="61948" y="90407"/>
                  </a:cubicBezTo>
                  <a:cubicBezTo>
                    <a:pt x="77532" y="38446"/>
                    <a:pt x="77532" y="38446"/>
                    <a:pt x="77532" y="38446"/>
                  </a:cubicBezTo>
                  <a:cubicBezTo>
                    <a:pt x="100129" y="38446"/>
                    <a:pt x="100129" y="38446"/>
                    <a:pt x="100129" y="38446"/>
                  </a:cubicBezTo>
                  <a:cubicBezTo>
                    <a:pt x="100129" y="38446"/>
                    <a:pt x="101688" y="38446"/>
                    <a:pt x="102077" y="37281"/>
                  </a:cubicBezTo>
                  <a:cubicBezTo>
                    <a:pt x="104805" y="28660"/>
                    <a:pt x="104805" y="28660"/>
                    <a:pt x="104805" y="28660"/>
                  </a:cubicBezTo>
                  <a:cubicBezTo>
                    <a:pt x="104805" y="27961"/>
                    <a:pt x="104415" y="27495"/>
                    <a:pt x="102467" y="27495"/>
                  </a:cubicBezTo>
                  <a:cubicBezTo>
                    <a:pt x="80649" y="27495"/>
                    <a:pt x="80649" y="27495"/>
                    <a:pt x="80649" y="27495"/>
                  </a:cubicBezTo>
                  <a:cubicBezTo>
                    <a:pt x="81038" y="27262"/>
                    <a:pt x="81818" y="22601"/>
                    <a:pt x="84545" y="18174"/>
                  </a:cubicBezTo>
                  <a:cubicBezTo>
                    <a:pt x="85324" y="16310"/>
                    <a:pt x="87272" y="14912"/>
                    <a:pt x="89220" y="13980"/>
                  </a:cubicBezTo>
                  <a:cubicBezTo>
                    <a:pt x="90779" y="12815"/>
                    <a:pt x="92727" y="12116"/>
                    <a:pt x="94675" y="11883"/>
                  </a:cubicBezTo>
                  <a:cubicBezTo>
                    <a:pt x="97012" y="11417"/>
                    <a:pt x="99350" y="11184"/>
                    <a:pt x="102077" y="11184"/>
                  </a:cubicBezTo>
                  <a:cubicBezTo>
                    <a:pt x="104025" y="11184"/>
                    <a:pt x="106363" y="11184"/>
                    <a:pt x="107922" y="11417"/>
                  </a:cubicBezTo>
                  <a:cubicBezTo>
                    <a:pt x="109870" y="11650"/>
                    <a:pt x="110649" y="11883"/>
                    <a:pt x="111428" y="11883"/>
                  </a:cubicBezTo>
                  <a:cubicBezTo>
                    <a:pt x="113376" y="12349"/>
                    <a:pt x="113766" y="12116"/>
                    <a:pt x="114155" y="11417"/>
                  </a:cubicBezTo>
                  <a:cubicBezTo>
                    <a:pt x="119610" y="2796"/>
                    <a:pt x="119610" y="2796"/>
                    <a:pt x="119610" y="2796"/>
                  </a:cubicBezTo>
                  <a:cubicBezTo>
                    <a:pt x="120000" y="1864"/>
                    <a:pt x="118831" y="1398"/>
                    <a:pt x="118051" y="139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20" name="Google Shape;20;n"/>
            <p:cNvSpPr/>
            <p:nvPr/>
          </p:nvSpPr>
          <p:spPr>
            <a:xfrm>
              <a:off x="2542" y="1421"/>
              <a:ext cx="132" cy="907"/>
            </a:xfrm>
            <a:custGeom>
              <a:rect b="b" l="l" r="r" t="t"/>
              <a:pathLst>
                <a:path extrusionOk="0" h="120000" w="120000">
                  <a:moveTo>
                    <a:pt x="119999" y="118125"/>
                  </a:moveTo>
                  <a:cubicBezTo>
                    <a:pt x="119999" y="119062"/>
                    <a:pt x="115714" y="120000"/>
                    <a:pt x="109285" y="120000"/>
                  </a:cubicBezTo>
                  <a:cubicBezTo>
                    <a:pt x="10714" y="120000"/>
                    <a:pt x="10714" y="120000"/>
                    <a:pt x="10714" y="120000"/>
                  </a:cubicBezTo>
                  <a:cubicBezTo>
                    <a:pt x="4285" y="120000"/>
                    <a:pt x="0" y="119062"/>
                    <a:pt x="0" y="118125"/>
                  </a:cubicBezTo>
                  <a:cubicBezTo>
                    <a:pt x="0" y="1562"/>
                    <a:pt x="0" y="1562"/>
                    <a:pt x="0" y="1562"/>
                  </a:cubicBezTo>
                  <a:cubicBezTo>
                    <a:pt x="0" y="625"/>
                    <a:pt x="4285" y="0"/>
                    <a:pt x="10714" y="0"/>
                  </a:cubicBezTo>
                  <a:cubicBezTo>
                    <a:pt x="109285" y="0"/>
                    <a:pt x="109285" y="0"/>
                    <a:pt x="109285" y="0"/>
                  </a:cubicBezTo>
                  <a:cubicBezTo>
                    <a:pt x="115714" y="0"/>
                    <a:pt x="119999" y="625"/>
                    <a:pt x="119999" y="1562"/>
                  </a:cubicBezTo>
                  <a:lnTo>
                    <a:pt x="119999" y="118125"/>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grpSp>
      <p:cxnSp>
        <p:nvCxnSpPr>
          <p:cNvPr id="21" name="Google Shape;21;n"/>
          <p:cNvCxnSpPr/>
          <p:nvPr/>
        </p:nvCxnSpPr>
        <p:spPr>
          <a:xfrm>
            <a:off x="5832389" y="0"/>
            <a:ext cx="0" cy="469556"/>
          </a:xfrm>
          <a:prstGeom prst="straightConnector1">
            <a:avLst/>
          </a:prstGeom>
          <a:noFill/>
          <a:ln cap="flat" cmpd="sng" w="9525">
            <a:solidFill>
              <a:schemeClr val="accent2"/>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Rentokil residential pest control. The sale happens in the field: the rep inspects and quotes in the Field Service mobile app at Michael's door (316 Ridgewood Dr, Bloomingdale, IL 60108), then Revenue Cloud and Field Service run the lifecycle. Secondary story to the QuantumBit high-tech base story.</a:t>
            </a:r>
          </a:p>
          <a:p>
            <a:r>
              <a:t>Built in the rlm-base-dev repo (pest feature). Setup, data and scene details: docs/guides/pest-control-demo.md.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is the customer for the whole story. He starts with a simple pest problem and, over a year, becomes a multi-service household. The plan names and prices are illustrative.</a:t>
            </a:r>
          </a:p>
          <a:p>
            <a:r>
              <a:t>Demo with a freshly seeded customer (setup_rtk_inspection_visit). The Michael Reyes account in the demo org has been used for testing and is already on Home Protection Plus.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 this as the map. Sell happens at Michael's door. Hand off is invisible automation. Serve is every visit after that. Grow and retain is where the technician and the subscription keep and expand the household.</a:t>
            </a:r>
          </a:p>
          <a:p>
            <a:r>
              <a:t>Live, Partly live and Vision show what runs in the demo org today. Scenes 4–7 are where the Field Service managed package adds the most: automatic booking, live arrival updates, route optimization, and appointment booking.</a:t>
            </a:r>
          </a:p>
          <a:p>
            <a:r>
              <a:t>✧ Einstein marks the six scenes with an AI moment. Each one suggests and a person decides; prices never come from the model.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 clear about what's Core and what's the package. Revenue Cloud plus Core Field Service runs the whole lifecycle. The managed package is what makes dispatch, routing, and arrival updates look the way a pest control operations leader expects. If the package isn't installed in the demo org, present Scenes 4–7 with the callouts as what the package adds.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Inspect, price, sign, and book the first treatment in one visit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 on the rep's phone or tablet in the Field Service app. Michael asked for an inspection last night: ants in the kitchen, mice in the garage. This morning he's the first stop.</a:t>
            </a:r>
          </a:p>
          <a:p>
            <a:r>
              <a:t>Everything the rep needs is on the appointment: what Michael reported, his window, and his address.</a:t>
            </a:r>
          </a:p>
          <a:p>
            <a:r>
              <a:t>[LIVE] The inspection appointment on the rep's schedule (seed it with setup_rtk_inspection_visit).</a:t>
            </a:r>
          </a:p>
          <a:p>
            <a:r>
              <a:t>[VISION] Web form to lead to booked inspection, and the route map (field sales visit planning; check licensing).</a:t>
            </a:r>
          </a:p>
          <a:p>
            <a:r>
              <a:t>[EINSTEIN] Live: the visit brief at the top of Inspect &amp; Quote and Treatment, written by a prompt template from the work order, past visits, plans, open invoices and pending plan changes. Refresh regenerates it. Without Einstein the same card is built from the records and labelled From the records.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 Inspect &amp; Quote from the inspection appointment in the Field Service app. Walk the property: each finding is an area, a pest and the evidence, with photos.</a:t>
            </a:r>
          </a:p>
          <a:p>
            <a:r>
              <a:t>Findings drive the recommendation (rodents point to Home Protection). Square footage and severity are pricing attributes, and the ZIP sets the service zone: Bloomingdale 60108 is suburb x1.00; 60140 is rural x1.20.</a:t>
            </a:r>
          </a:p>
          <a:p>
            <a:r>
              <a:t>Create quote places a priced Revenue Cloud quote and generates the Rentokil proposal PDF with the findings and photos.</a:t>
            </a:r>
          </a:p>
          <a:p>
            <a:r>
              <a:t>[EINSTEIN] Live: after a photo upload, an Einstein sees card suggests the pest, evidence and severity; Review &amp; apply pre-fills the finding. In the editor, dictate with the keyboard mic and tap Fill from notes. Nothing saves until the rep does, and the plan and price still come from the rules and Michael's zone.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reviews the proposal on the device: his findings, photos and price. He signs and saves a card (the card is a mock in the demo org).</a:t>
            </a:r>
          </a:p>
          <a:p>
            <a:r>
              <a:t>Booking activates the order and marks the inspection accepted. The last screen offers six open times for the first treatment; picking one schedules it and dispatches it to the technician.</a:t>
            </a:r>
          </a:p>
          <a:p>
            <a:r>
              <a:t>This is the end of the sales cycle and the start of the service relationship, in one visit.</a:t>
            </a:r>
          </a:p>
          <a:p>
            <a:r>
              <a:t>[VISION] A confirmation text to Michael.</a:t>
            </a:r>
          </a:p>
          <a:p>
            <a:r>
              <a:t>[EINSTEIN] Live: Why this plan on Review the plan, in What we found at Sign &amp; Pay, and in the proposal PDF's Why We Recommend This Plan box. Two sentences tied to the findings, with no prices or promises. It's saved on the inspection and the quote and only regenerates when the recommendation changes.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signed plan builds the first visit and every visit after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Switch to operations. Nobody re-typed the order. Orchestration split it into the first treatment and the plans.</a:t>
            </a:r>
          </a:p>
          <a:p>
            <a:r>
              <a:t>The Initial Treatment Work Order and appointment exist, already booked at the time the rep picked. Each plan is an asset that bills monthly.</a:t>
            </a:r>
          </a:p>
          <a:p>
            <a:r>
              <a:t>Initial Service billing waits on the Initial Treatment Complete milestone.</a:t>
            </a:r>
          </a:p>
          <a:p>
            <a:r>
              <a:t>[MANAGED PACKAGE] The Initial Service is booked automatically into the best open slot within 48 hours, and Michael gets his arrival window by text.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Billing starts with service, and the guarantee enforces itself</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technician arrives already knowing the house: the rep's findings and photos are the treatment checklist.</a:t>
            </a:r>
          </a:p>
          <a:p>
            <a:r>
              <a:t>Find &amp; Add: they find a wasp nest, log it, and add nest removal at Michael's zone price. Michael approves on the device.</a:t>
            </a:r>
          </a:p>
          <a:p>
            <a:r>
              <a:t>Completing the treatment accomplishes the billing milestone and posts the invoice: Initial Service plus the first month of each plan. Approved add-ons are billed on their own order and invoice.</a:t>
            </a:r>
          </a:p>
          <a:p>
            <a:r>
              <a:t>[MANAGED PACKAGE] Appointment Assistant texts Michael when the technician is on the way, with live location and ETA.</a:t>
            </a:r>
          </a:p>
          <a:p>
            <a:r>
              <a:t>[EINSTEIN] Live: Ask Einstein in Find &amp; Add returns up to three extra add-ons with a reason, only from the catalog and only when the reason names a pest the product treats. Michael still approves each one. On Complete, Einstein writes a short visit summary (what was treated, what he approved, the next visit), saves it on the work order and emails it to him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quarter, the maintenance plan generates Michael's visit on its own. Dispatch sees it in the Bloomingdale route next to his neighbors.</a:t>
            </a:r>
          </a:p>
          <a:p>
            <a:r>
              <a:t>That density is where residential pest control makes money. Michael just gets a reminder text.</a:t>
            </a:r>
          </a:p>
          <a:p>
            <a:r>
              <a:t>[MANAGED PACKAGE] Optimization packs every quarterly visit into dense Bloomingdale routes and cuts drive time.</a:t>
            </a:r>
          </a:p>
          <a:p>
            <a:r>
              <a:t>[LIVE] Michael's quarterly maintenance plan and generated visits (seed with setup_rtk_grow).</a:t>
            </a:r>
          </a:p>
          <a:p>
            <a:r>
              <a:t>[VISION] Territory routing and reminder texts.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Ants come back three weeks later. That's normal, and it's what the guarantee is for.</a:t>
            </a:r>
          </a:p>
          <a:p>
            <a:r>
              <a:t>The check looks at Michael's active plan and creates a no-charge re-service. A neighbor without a plan gets a priced one-time Re-service visit, billed as its own order and invoice.</a:t>
            </a:r>
          </a:p>
          <a:p>
            <a:r>
              <a:t>Same process, the right outcome for each customer, decided by what they bought.</a:t>
            </a:r>
          </a:p>
          <a:p>
            <a:r>
              <a:t>[MANAGED PACKAGE] Appointment booking offers Michael real open windows while he's still on the phone.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Expand the household plan and keep it through every season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a routine visit the technician finds mud tubes, logs the finding, and Change the plan recommends Termite. A wasp finding would recommend upgrading to Home Protection Plus.</a:t>
            </a:r>
          </a:p>
          <a:p>
            <a:r>
              <a:t>Michael approves on the device. Revenue Cloud amends his existing plan from tomorrow: upgrades and downgrades are recorded as such on his assets, and the invoice credits the old plan (prorated) and charges the new one.</a:t>
            </a:r>
          </a:p>
          <a:p>
            <a:r>
              <a:t>Know before you demo: changes start the next day, one change at a time per customer, and a new plan bills on its own day of the month (it doesn't co-term).</a:t>
            </a:r>
          </a:p>
          <a:p>
            <a:r>
              <a:t>[VISION] Approval by text from Michael's phone, and adding the termite inspection to his next visit.</a:t>
            </a:r>
          </a:p>
          <a:p>
            <a:r>
              <a:t>[EINSTEIN] Live: Ask Einstein in Change the plan suggests tiers or add-on plans the findings support, badged Einstein suggests with the reason. The rules' recommendation stays first, and prices come from the rules and zone. When the prorated bill arrives, the Rentokil Pest Billing Agent explains the credit and the new charge.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on the subscription. Mosquito service pauses for the winter and comes back in April without a call.</a:t>
            </a:r>
          </a:p>
          <a:p>
            <a:r>
              <a:t>At one year, the whole plan renews with the annual adjustment. Everything we showed, from the inspection to the termite add-on, lives on this one record.</a:t>
            </a:r>
          </a:p>
          <a:p>
            <a:r>
              <a:t>[VISION] Not built yet: seasonal ramp or suspend/resume, renewal with price uplift, subscription timeline view. Today the technician can remove the Mosquito plan by hand in Change the plan.</a:t>
            </a:r>
          </a:p>
          <a:p>
            <a:r>
              <a:t>[EINSTEIN] Live: the Rentokil Pest Billing Agent (Agentforce employee agent). Ask: Why is Sam Patel's bill $366? Its action reads the posted invoice lines and returns the breakdown ($199 initial service at the treatment milestone + $65 and $69 for the first month of two plans + 10% tax = $366.30); the agent only rephrases it. It also explains plan-change credits and proration. Test it in the Agentforce panel.</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Land the three outcomes in the customer's language: close faster, run every visit profitably, and keep households longer.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Status as of Oct 27, 2026 in the demo org. Setup: seed a fresh customer with setup_rtk_inspection_visit (and setup_rtk_grow for Scene 6). Demo guide: docs/guides/pest-control-demo.md in the rlm-base-dev repo.</a:t>
            </a:r>
          </a:p>
          <a:p>
            <a:r>
              <a:t>Einstein needs einstein: true (prompt templates, prepare_pest steps 1.6–1.7); the billing agent needs agents: true (steps 15–18). Without them every AI card falls back to the rules.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AI moment is a suggestion with a person in the loop. Einstein never sets a price: plans and prices still come from the inspection rules and Michael's service zone.</a:t>
            </a:r>
          </a:p>
          <a:p>
            <a:r>
              <a:t>Each feature calls a Prompt Builder template from Apex (GPT-4o mini). With Einstein off, or if a call fails, the same cards are built from the records and the demo still runs.</a:t>
            </a:r>
          </a:p>
          <a:p>
            <a:r>
              <a:t>The billing agent's action does the math from the posted invoice lines; the agent only puts it in plain language.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1.jp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8.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3.jp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2.jp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5.jp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9.jp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0.jp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2.pn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8.jpg"/></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3.jp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4.jpg"/></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1.jp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9.jp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25" name="Shape 25"/>
        <p:cNvGrpSpPr/>
        <p:nvPr/>
      </p:nvGrpSpPr>
      <p:grpSpPr>
        <a:xfrm>
          <a:off x="0" y="0"/>
          <a:ext cx="0" cy="0"/>
          <a:chOff x="0" y="0"/>
          <a:chExt cx="0" cy="0"/>
        </a:xfrm>
      </p:grpSpPr>
      <p:pic>
        <p:nvPicPr>
          <p:cNvPr id="26" name="Google Shape;26;p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27" name="Google Shape;27;p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28" name="Google Shape;28;p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29" name="Google Shape;29;p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0" name="Google Shape;30;p2"/>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1" name="Google Shape;31;p2"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2" name="Google Shape;32;p2"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3" name="Google Shape;33;p2"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4" name="Google Shape;34;p2"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5" name="Google Shape;35;p2"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 name="Google Shape;36;p2"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7" name="Google Shape;37;p2"/>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8" name="Shape 38"/>
        <p:cNvGrpSpPr/>
        <p:nvPr/>
      </p:nvGrpSpPr>
      <p:grpSpPr>
        <a:xfrm>
          <a:off x="0" y="0"/>
          <a:ext cx="0" cy="0"/>
          <a:chOff x="0" y="0"/>
          <a:chExt cx="0" cy="0"/>
        </a:xfrm>
      </p:grpSpPr>
      <p:pic>
        <p:nvPicPr>
          <p:cNvPr id="39" name="Google Shape;39;p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 name="Google Shape;40;p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41" name="Google Shape;41;p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42" name="Google Shape;42;p3"/>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43" name="Google Shape;43;p3"/>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44" name="Google Shape;44;p3"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45" name="Google Shape;45;p3"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46" name="Google Shape;46;p3"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47" name="Google Shape;47;p3"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48" name="Google Shape;48;p3"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49" name="Google Shape;49;p3"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50" name="Google Shape;50;p3"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51" name="Google Shape;51;p3"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52" name="Google Shape;52;p3"/>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53" name="Google Shape;53;p3"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54" name="Shape 54"/>
        <p:cNvGrpSpPr/>
        <p:nvPr/>
      </p:nvGrpSpPr>
      <p:grpSpPr>
        <a:xfrm>
          <a:off x="0" y="0"/>
          <a:ext cx="0" cy="0"/>
          <a:chOff x="0" y="0"/>
          <a:chExt cx="0" cy="0"/>
        </a:xfrm>
      </p:grpSpPr>
      <p:pic>
        <p:nvPicPr>
          <p:cNvPr id="55" name="Google Shape;55;p4"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6" name="Google Shape;56;p4"/>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57" name="Google Shape;57;p4"/>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58" name="Google Shape;58;p4"/>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9" name="Google Shape;59;p4"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60" name="Google Shape;60;p4"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61" name="Google Shape;61;p4"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62" name="Google Shape;62;p4"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63" name="Google Shape;63;p4"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64" name="Google Shape;64;p4"/>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65" name="Google Shape;65;p4"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66" name="Google Shape;66;p4"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67" name="Shape 67"/>
        <p:cNvGrpSpPr/>
        <p:nvPr/>
      </p:nvGrpSpPr>
      <p:grpSpPr>
        <a:xfrm>
          <a:off x="0" y="0"/>
          <a:ext cx="0" cy="0"/>
          <a:chOff x="0" y="0"/>
          <a:chExt cx="0" cy="0"/>
        </a:xfrm>
      </p:grpSpPr>
      <p:pic>
        <p:nvPicPr>
          <p:cNvPr id="68" name="Google Shape;68;p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 name="Google Shape;69;p5"/>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0" name="Google Shape;70;p5"/>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1" name="Google Shape;71;p5"/>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1">
  <p:cSld name="TITLE_1_1_1_1_1_2">
    <p:bg>
      <p:bgPr>
        <a:gradFill>
          <a:gsLst>
            <a:gs pos="0">
              <a:srgbClr val="02A0FF"/>
            </a:gs>
            <a:gs pos="100000">
              <a:srgbClr val="066AFE"/>
            </a:gs>
          </a:gsLst>
          <a:lin ang="5400700" scaled="0"/>
        </a:gradFill>
      </p:bgPr>
    </p:bg>
    <p:spTree>
      <p:nvGrpSpPr>
        <p:cNvPr id="72" name="Shape 72"/>
        <p:cNvGrpSpPr/>
        <p:nvPr/>
      </p:nvGrpSpPr>
      <p:grpSpPr>
        <a:xfrm>
          <a:off x="0" y="0"/>
          <a:ext cx="0" cy="0"/>
          <a:chOff x="0" y="0"/>
          <a:chExt cx="0" cy="0"/>
        </a:xfrm>
      </p:grpSpPr>
      <p:sp>
        <p:nvSpPr>
          <p:cNvPr id="73" name="Google Shape;73;p6"/>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4" name="Google Shape;74;p6"/>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5" name="Google Shape;75;p6"/>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76" name="Shape 76"/>
        <p:cNvGrpSpPr/>
        <p:nvPr/>
      </p:nvGrpSpPr>
      <p:grpSpPr>
        <a:xfrm>
          <a:off x="0" y="0"/>
          <a:ext cx="0" cy="0"/>
          <a:chOff x="0" y="0"/>
          <a:chExt cx="0" cy="0"/>
        </a:xfrm>
      </p:grpSpPr>
      <p:sp>
        <p:nvSpPr>
          <p:cNvPr id="77" name="Google Shape;77;p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8" name="Google Shape;78;p7"/>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 name="Google Shape;79;p7"/>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0" name="Google Shape;80;p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1" name="Google Shape;81;p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82" name="Shape 82"/>
        <p:cNvGrpSpPr/>
        <p:nvPr/>
      </p:nvGrpSpPr>
      <p:grpSpPr>
        <a:xfrm>
          <a:off x="0" y="0"/>
          <a:ext cx="0" cy="0"/>
          <a:chOff x="0" y="0"/>
          <a:chExt cx="0" cy="0"/>
        </a:xfrm>
      </p:grpSpPr>
      <p:sp>
        <p:nvSpPr>
          <p:cNvPr id="83" name="Google Shape;83;p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84" name="Google Shape;84;p8"/>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85" name="Google Shape;85;p8"/>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6" name="Google Shape;86;p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7" name="Google Shape;87;p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88" name="Shape 88"/>
        <p:cNvGrpSpPr/>
        <p:nvPr/>
      </p:nvGrpSpPr>
      <p:grpSpPr>
        <a:xfrm>
          <a:off x="0" y="0"/>
          <a:ext cx="0" cy="0"/>
          <a:chOff x="0" y="0"/>
          <a:chExt cx="0" cy="0"/>
        </a:xfrm>
      </p:grpSpPr>
      <p:sp>
        <p:nvSpPr>
          <p:cNvPr id="89" name="Google Shape;89;p9"/>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0" name="Google Shape;90;p9"/>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1" name="Google Shape;91;p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2" name="Google Shape;92;p9"/>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3" name="Google Shape;93;p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94" name="Shape 94"/>
        <p:cNvGrpSpPr/>
        <p:nvPr/>
      </p:nvGrpSpPr>
      <p:grpSpPr>
        <a:xfrm>
          <a:off x="0" y="0"/>
          <a:ext cx="0" cy="0"/>
          <a:chOff x="0" y="0"/>
          <a:chExt cx="0" cy="0"/>
        </a:xfrm>
      </p:grpSpPr>
      <p:sp>
        <p:nvSpPr>
          <p:cNvPr id="95" name="Google Shape;95;p10"/>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6" name="Google Shape;96;p10"/>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7" name="Google Shape;97;p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8" name="Google Shape;98;p10"/>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9" name="Google Shape;99;p1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100" name="Shape 100"/>
        <p:cNvGrpSpPr/>
        <p:nvPr/>
      </p:nvGrpSpPr>
      <p:grpSpPr>
        <a:xfrm>
          <a:off x="0" y="0"/>
          <a:ext cx="0" cy="0"/>
          <a:chOff x="0" y="0"/>
          <a:chExt cx="0" cy="0"/>
        </a:xfrm>
      </p:grpSpPr>
      <p:sp>
        <p:nvSpPr>
          <p:cNvPr id="101" name="Google Shape;101;p11"/>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2" name="Google Shape;102;p11"/>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3" name="Google Shape;103;p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04" name="Google Shape;104;p11"/>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05" name="Google Shape;105;p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06" name="Google Shape;106;p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107" name="Shape 107"/>
        <p:cNvGrpSpPr/>
        <p:nvPr/>
      </p:nvGrpSpPr>
      <p:grpSpPr>
        <a:xfrm>
          <a:off x="0" y="0"/>
          <a:ext cx="0" cy="0"/>
          <a:chOff x="0" y="0"/>
          <a:chExt cx="0" cy="0"/>
        </a:xfrm>
      </p:grpSpPr>
      <p:sp>
        <p:nvSpPr>
          <p:cNvPr id="108" name="Google Shape;108;p12"/>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9" name="Google Shape;109;p12"/>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0" name="Google Shape;110;p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1" name="Google Shape;111;p12"/>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2" name="Google Shape;112;p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13" name="Google Shape;113;p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114" name="Shape 114"/>
        <p:cNvGrpSpPr/>
        <p:nvPr/>
      </p:nvGrpSpPr>
      <p:grpSpPr>
        <a:xfrm>
          <a:off x="0" y="0"/>
          <a:ext cx="0" cy="0"/>
          <a:chOff x="0" y="0"/>
          <a:chExt cx="0" cy="0"/>
        </a:xfrm>
      </p:grpSpPr>
      <p:sp>
        <p:nvSpPr>
          <p:cNvPr id="115" name="Google Shape;115;p13"/>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6" name="Google Shape;116;p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7" name="Google Shape;117;p13"/>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8" name="Google Shape;118;p1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19" name="Google Shape;119;p13"/>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0" name="Google Shape;120;p13"/>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1" name="Google Shape;121;p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122" name="Shape 122"/>
        <p:cNvGrpSpPr/>
        <p:nvPr/>
      </p:nvGrpSpPr>
      <p:grpSpPr>
        <a:xfrm>
          <a:off x="0" y="0"/>
          <a:ext cx="0" cy="0"/>
          <a:chOff x="0" y="0"/>
          <a:chExt cx="0" cy="0"/>
        </a:xfrm>
      </p:grpSpPr>
      <p:sp>
        <p:nvSpPr>
          <p:cNvPr id="123" name="Google Shape;123;p14"/>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4" name="Google Shape;124;p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25" name="Google Shape;125;p14"/>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26" name="Google Shape;126;p1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27" name="Google Shape;127;p14"/>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8" name="Google Shape;128;p14"/>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9" name="Google Shape;129;p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130" name="Shape 13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131" name="Shape 131"/>
        <p:cNvGrpSpPr/>
        <p:nvPr/>
      </p:nvGrpSpPr>
      <p:grpSpPr>
        <a:xfrm>
          <a:off x="0" y="0"/>
          <a:ext cx="0" cy="0"/>
          <a:chOff x="0" y="0"/>
          <a:chExt cx="0" cy="0"/>
        </a:xfrm>
      </p:grpSpPr>
      <p:pic>
        <p:nvPicPr>
          <p:cNvPr id="132" name="Google Shape;132;p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133" name="Shape 133"/>
        <p:cNvGrpSpPr/>
        <p:nvPr/>
      </p:nvGrpSpPr>
      <p:grpSpPr>
        <a:xfrm>
          <a:off x="0" y="0"/>
          <a:ext cx="0" cy="0"/>
          <a:chOff x="0" y="0"/>
          <a:chExt cx="0" cy="0"/>
        </a:xfrm>
      </p:grpSpPr>
      <p:sp>
        <p:nvSpPr>
          <p:cNvPr id="134" name="Google Shape;134;p17"/>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35" name="Google Shape;135;p17"/>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36" name="Google Shape;136;p17"/>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37" name="Google Shape;137;p17"/>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38" name="Google Shape;138;p17"/>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139" name="Google Shape;139;p17"/>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140" name="Shape 140"/>
        <p:cNvGrpSpPr/>
        <p:nvPr/>
      </p:nvGrpSpPr>
      <p:grpSpPr>
        <a:xfrm>
          <a:off x="0" y="0"/>
          <a:ext cx="0" cy="0"/>
          <a:chOff x="0" y="0"/>
          <a:chExt cx="0" cy="0"/>
        </a:xfrm>
      </p:grpSpPr>
      <p:sp>
        <p:nvSpPr>
          <p:cNvPr id="141" name="Google Shape;141;p18"/>
          <p:cNvSpPr/>
          <p:nvPr>
            <p:ph idx="2" type="pic"/>
          </p:nvPr>
        </p:nvSpPr>
        <p:spPr>
          <a:xfrm>
            <a:off x="9151620" y="0"/>
            <a:ext cx="9394500" cy="10295700"/>
          </a:xfrm>
          <a:prstGeom prst="roundRect">
            <a:avLst>
              <a:gd fmla="val 3341" name="adj"/>
            </a:avLst>
          </a:prstGeom>
          <a:noFill/>
          <a:ln>
            <a:noFill/>
          </a:ln>
        </p:spPr>
      </p:sp>
      <p:sp>
        <p:nvSpPr>
          <p:cNvPr id="142" name="Google Shape;142;p18"/>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43" name="Google Shape;143;p1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44" name="Google Shape;144;p18"/>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45" name="Google Shape;145;p18"/>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46" name="Google Shape;146;p18"/>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147" name="Shape 147"/>
        <p:cNvGrpSpPr/>
        <p:nvPr/>
      </p:nvGrpSpPr>
      <p:grpSpPr>
        <a:xfrm>
          <a:off x="0" y="0"/>
          <a:ext cx="0" cy="0"/>
          <a:chOff x="0" y="0"/>
          <a:chExt cx="0" cy="0"/>
        </a:xfrm>
      </p:grpSpPr>
      <p:sp>
        <p:nvSpPr>
          <p:cNvPr id="148" name="Google Shape;148;p19"/>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149" name="Google Shape;149;p19"/>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150" name="Google Shape;150;p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51" name="Google Shape;151;p19"/>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2" name="Google Shape;152;p19"/>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3" name="Google Shape;153;p19"/>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154" name="Shape 154"/>
        <p:cNvGrpSpPr/>
        <p:nvPr/>
      </p:nvGrpSpPr>
      <p:grpSpPr>
        <a:xfrm>
          <a:off x="0" y="0"/>
          <a:ext cx="0" cy="0"/>
          <a:chOff x="0" y="0"/>
          <a:chExt cx="0" cy="0"/>
        </a:xfrm>
      </p:grpSpPr>
      <p:sp>
        <p:nvSpPr>
          <p:cNvPr id="155" name="Google Shape;155;p20"/>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56" name="Google Shape;156;p20"/>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57" name="Google Shape;157;p2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8" name="Google Shape;158;p2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9" name="Google Shape;159;p2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0" name="Google Shape;160;p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161" name="Shape 161"/>
        <p:cNvGrpSpPr/>
        <p:nvPr/>
      </p:nvGrpSpPr>
      <p:grpSpPr>
        <a:xfrm>
          <a:off x="0" y="0"/>
          <a:ext cx="0" cy="0"/>
          <a:chOff x="0" y="0"/>
          <a:chExt cx="0" cy="0"/>
        </a:xfrm>
      </p:grpSpPr>
      <p:sp>
        <p:nvSpPr>
          <p:cNvPr id="162" name="Google Shape;162;p21"/>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63" name="Google Shape;163;p21"/>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64" name="Google Shape;164;p2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65" name="Google Shape;165;p2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66" name="Google Shape;166;p2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7" name="Google Shape;167;p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168" name="Shape 168"/>
        <p:cNvGrpSpPr/>
        <p:nvPr/>
      </p:nvGrpSpPr>
      <p:grpSpPr>
        <a:xfrm>
          <a:off x="0" y="0"/>
          <a:ext cx="0" cy="0"/>
          <a:chOff x="0" y="0"/>
          <a:chExt cx="0" cy="0"/>
        </a:xfrm>
      </p:grpSpPr>
      <p:sp>
        <p:nvSpPr>
          <p:cNvPr id="169" name="Google Shape;169;p22"/>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0" name="Google Shape;170;p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1" name="Google Shape;171;p2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2" name="Google Shape;172;p2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73" name="Google Shape;173;p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74" name="Google Shape;174;p22"/>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175" name="Shape 175"/>
        <p:cNvGrpSpPr/>
        <p:nvPr/>
      </p:nvGrpSpPr>
      <p:grpSpPr>
        <a:xfrm>
          <a:off x="0" y="0"/>
          <a:ext cx="0" cy="0"/>
          <a:chOff x="0" y="0"/>
          <a:chExt cx="0" cy="0"/>
        </a:xfrm>
      </p:grpSpPr>
      <p:sp>
        <p:nvSpPr>
          <p:cNvPr id="176" name="Google Shape;176;p23"/>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7" name="Google Shape;177;p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8" name="Google Shape;178;p2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9" name="Google Shape;179;p2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80" name="Google Shape;180;p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81" name="Google Shape;181;p23"/>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182" name="Shape 182"/>
        <p:cNvGrpSpPr/>
        <p:nvPr/>
      </p:nvGrpSpPr>
      <p:grpSpPr>
        <a:xfrm>
          <a:off x="0" y="0"/>
          <a:ext cx="0" cy="0"/>
          <a:chOff x="0" y="0"/>
          <a:chExt cx="0" cy="0"/>
        </a:xfrm>
      </p:grpSpPr>
      <p:sp>
        <p:nvSpPr>
          <p:cNvPr id="183" name="Google Shape;183;p24"/>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4" name="Google Shape;184;p24"/>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5" name="Google Shape;185;p2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86" name="Google Shape;186;p2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87" name="Google Shape;187;p24"/>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8" name="Google Shape;188;p24"/>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9" name="Google Shape;189;p24"/>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0" name="Google Shape;190;p2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191" name="Shape 191"/>
        <p:cNvGrpSpPr/>
        <p:nvPr/>
      </p:nvGrpSpPr>
      <p:grpSpPr>
        <a:xfrm>
          <a:off x="0" y="0"/>
          <a:ext cx="0" cy="0"/>
          <a:chOff x="0" y="0"/>
          <a:chExt cx="0" cy="0"/>
        </a:xfrm>
      </p:grpSpPr>
      <p:sp>
        <p:nvSpPr>
          <p:cNvPr id="192" name="Google Shape;192;p25"/>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3" name="Google Shape;193;p25"/>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4" name="Google Shape;194;p2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95" name="Google Shape;195;p2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96" name="Google Shape;196;p25"/>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7" name="Google Shape;197;p25"/>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8" name="Google Shape;198;p25"/>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9" name="Google Shape;199;p2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200" name="Shape 200"/>
        <p:cNvGrpSpPr/>
        <p:nvPr/>
      </p:nvGrpSpPr>
      <p:grpSpPr>
        <a:xfrm>
          <a:off x="0" y="0"/>
          <a:ext cx="0" cy="0"/>
          <a:chOff x="0" y="0"/>
          <a:chExt cx="0" cy="0"/>
        </a:xfrm>
      </p:grpSpPr>
      <p:sp>
        <p:nvSpPr>
          <p:cNvPr id="201" name="Google Shape;201;p26"/>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2" name="Google Shape;202;p26"/>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3" name="Google Shape;203;p26"/>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4" name="Google Shape;204;p2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05" name="Google Shape;205;p2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06" name="Google Shape;206;p2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07" name="Google Shape;207;p26"/>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8" name="Google Shape;208;p26"/>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9" name="Google Shape;209;p26"/>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10" name="Google Shape;210;p2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211" name="Shape 211"/>
        <p:cNvGrpSpPr/>
        <p:nvPr/>
      </p:nvGrpSpPr>
      <p:grpSpPr>
        <a:xfrm>
          <a:off x="0" y="0"/>
          <a:ext cx="0" cy="0"/>
          <a:chOff x="0" y="0"/>
          <a:chExt cx="0" cy="0"/>
        </a:xfrm>
      </p:grpSpPr>
      <p:sp>
        <p:nvSpPr>
          <p:cNvPr id="212" name="Google Shape;212;p27"/>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3" name="Google Shape;213;p27"/>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4" name="Google Shape;214;p27"/>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5" name="Google Shape;215;p2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16" name="Google Shape;216;p27"/>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17" name="Google Shape;217;p2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18" name="Google Shape;218;p27"/>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19" name="Google Shape;219;p27"/>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20" name="Google Shape;220;p27"/>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21" name="Google Shape;221;p2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222" name="Shape 222"/>
        <p:cNvGrpSpPr/>
        <p:nvPr/>
      </p:nvGrpSpPr>
      <p:grpSpPr>
        <a:xfrm>
          <a:off x="0" y="0"/>
          <a:ext cx="0" cy="0"/>
          <a:chOff x="0" y="0"/>
          <a:chExt cx="0" cy="0"/>
        </a:xfrm>
      </p:grpSpPr>
      <p:sp>
        <p:nvSpPr>
          <p:cNvPr id="223" name="Google Shape;223;p28"/>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4" name="Google Shape;224;p28"/>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5" name="Google Shape;225;p28"/>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6" name="Google Shape;226;p28"/>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7" name="Google Shape;227;p2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28" name="Google Shape;228;p2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29" name="Google Shape;229;p2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30" name="Google Shape;230;p28"/>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1" name="Google Shape;231;p28"/>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2" name="Google Shape;232;p28"/>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3" name="Google Shape;233;p28"/>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34" name="Google Shape;234;p2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235" name="Shape 235"/>
        <p:cNvGrpSpPr/>
        <p:nvPr/>
      </p:nvGrpSpPr>
      <p:grpSpPr>
        <a:xfrm>
          <a:off x="0" y="0"/>
          <a:ext cx="0" cy="0"/>
          <a:chOff x="0" y="0"/>
          <a:chExt cx="0" cy="0"/>
        </a:xfrm>
      </p:grpSpPr>
      <p:sp>
        <p:nvSpPr>
          <p:cNvPr id="236" name="Google Shape;236;p29"/>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7" name="Google Shape;237;p29"/>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8" name="Google Shape;238;p29"/>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9" name="Google Shape;239;p29"/>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40" name="Google Shape;240;p2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241" name="Google Shape;241;p2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42" name="Google Shape;242;p2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43" name="Google Shape;243;p29"/>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4" name="Google Shape;244;p29"/>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5" name="Google Shape;245;p29"/>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6" name="Google Shape;246;p29"/>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47" name="Google Shape;247;p2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248" name="Shape 248"/>
        <p:cNvGrpSpPr/>
        <p:nvPr/>
      </p:nvGrpSpPr>
      <p:grpSpPr>
        <a:xfrm>
          <a:off x="0" y="0"/>
          <a:ext cx="0" cy="0"/>
          <a:chOff x="0" y="0"/>
          <a:chExt cx="0" cy="0"/>
        </a:xfrm>
      </p:grpSpPr>
      <p:pic>
        <p:nvPicPr>
          <p:cNvPr descr="alt=&quot;&quot;" id="249" name="Google Shape;249;p30"/>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250" name="Google Shape;250;p30"/>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251" name="Google Shape;251;p30"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252" name="Google Shape;252;p30"/>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53" name="Google Shape;253;p30"/>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254" name="Google Shape;254;p30"/>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255" name="Google Shape;255;p30"/>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256" name="Google Shape;256;p30"/>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257" name="Google Shape;257;p30"/>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258" name="Google Shape;258;p30"/>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259" name="Google Shape;259;p30"/>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0" name="Google Shape;260;p30"/>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1" name="Google Shape;261;p30"/>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2" name="Google Shape;262;p30"/>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3" name="Google Shape;263;p30"/>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264" name="Google Shape;264;p30"/>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265" name="Google Shape;265;p30"/>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266" name="Google Shape;266;p30"/>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267" name="Google Shape;267;p30"/>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268" name="Google Shape;268;p30"/>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269" name="Google Shape;269;p30"/>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270" name="Google Shape;270;p30"/>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1" name="Google Shape;271;p30"/>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2" name="Google Shape;272;p30"/>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3" name="Google Shape;273;p30"/>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4" name="Google Shape;274;p30"/>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5" name="Google Shape;275;p30"/>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276" name="Google Shape;276;p30"/>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277" name="Google Shape;277;p30"/>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78" name="Google Shape;278;p30"/>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79" name="Google Shape;279;p30"/>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280" name="Shape 280"/>
        <p:cNvGrpSpPr/>
        <p:nvPr/>
      </p:nvGrpSpPr>
      <p:grpSpPr>
        <a:xfrm>
          <a:off x="0" y="0"/>
          <a:ext cx="0" cy="0"/>
          <a:chOff x="0" y="0"/>
          <a:chExt cx="0" cy="0"/>
        </a:xfrm>
      </p:grpSpPr>
      <p:sp>
        <p:nvSpPr>
          <p:cNvPr id="281" name="Google Shape;281;p31"/>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2" name="Google Shape;282;p31"/>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3" name="Google Shape;283;p31"/>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4" name="Google Shape;284;p31"/>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5" name="Google Shape;285;p31"/>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6" name="Google Shape;286;p3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87" name="Google Shape;287;p3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288" name="Google Shape;288;p31"/>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289" name="Google Shape;289;p31"/>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290" name="Google Shape;290;p31"/>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1" name="Google Shape;291;p31"/>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2" name="Google Shape;292;p31"/>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3" name="Google Shape;293;p31"/>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4" name="Google Shape;294;p31"/>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295" name="Shape 295"/>
        <p:cNvGrpSpPr/>
        <p:nvPr/>
      </p:nvGrpSpPr>
      <p:grpSpPr>
        <a:xfrm>
          <a:off x="0" y="0"/>
          <a:ext cx="0" cy="0"/>
          <a:chOff x="0" y="0"/>
          <a:chExt cx="0" cy="0"/>
        </a:xfrm>
      </p:grpSpPr>
      <p:sp>
        <p:nvSpPr>
          <p:cNvPr id="296" name="Google Shape;296;p32"/>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7" name="Google Shape;297;p32"/>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8" name="Google Shape;298;p32"/>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9" name="Google Shape;299;p32"/>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0" name="Google Shape;300;p32"/>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1" name="Google Shape;301;p3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02" name="Google Shape;302;p3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03" name="Google Shape;303;p3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04" name="Google Shape;304;p3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05" name="Google Shape;305;p32"/>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6" name="Google Shape;306;p32"/>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7" name="Google Shape;307;p32"/>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8" name="Google Shape;308;p32"/>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9" name="Google Shape;309;p32"/>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10" name="Shape 310"/>
        <p:cNvGrpSpPr/>
        <p:nvPr/>
      </p:nvGrpSpPr>
      <p:grpSpPr>
        <a:xfrm>
          <a:off x="0" y="0"/>
          <a:ext cx="0" cy="0"/>
          <a:chOff x="0" y="0"/>
          <a:chExt cx="0" cy="0"/>
        </a:xfrm>
      </p:grpSpPr>
      <p:sp>
        <p:nvSpPr>
          <p:cNvPr id="311" name="Google Shape;311;p33"/>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12" name="Google Shape;312;p33"/>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3" name="Google Shape;313;p33"/>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4" name="Google Shape;314;p33"/>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5" name="Google Shape;315;p33"/>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6" name="Google Shape;316;p33"/>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7" name="Google Shape;317;p33"/>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18" name="Google Shape;318;p33"/>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19" name="Google Shape;319;p33"/>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0" name="Google Shape;320;p33"/>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1" name="Google Shape;321;p33"/>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2" name="Google Shape;322;p33"/>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3" name="Google Shape;323;p33"/>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4" name="Google Shape;324;p33"/>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5" name="Google Shape;325;p33"/>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6" name="Google Shape;326;p33"/>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7" name="Google Shape;327;p33"/>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28" name="Google Shape;328;p3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29" name="Shape 329"/>
        <p:cNvGrpSpPr/>
        <p:nvPr/>
      </p:nvGrpSpPr>
      <p:grpSpPr>
        <a:xfrm>
          <a:off x="0" y="0"/>
          <a:ext cx="0" cy="0"/>
          <a:chOff x="0" y="0"/>
          <a:chExt cx="0" cy="0"/>
        </a:xfrm>
      </p:grpSpPr>
      <p:sp>
        <p:nvSpPr>
          <p:cNvPr id="330" name="Google Shape;330;p34"/>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31" name="Google Shape;331;p34"/>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2" name="Google Shape;332;p34"/>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3" name="Google Shape;333;p34"/>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4" name="Google Shape;334;p34"/>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5" name="Google Shape;335;p34"/>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6" name="Google Shape;336;p34"/>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7" name="Google Shape;337;p34"/>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38" name="Google Shape;338;p34"/>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39" name="Google Shape;339;p34"/>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0" name="Google Shape;340;p34"/>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1" name="Google Shape;341;p34"/>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2" name="Google Shape;342;p34"/>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3" name="Google Shape;343;p34"/>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4" name="Google Shape;344;p34"/>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5" name="Google Shape;345;p34"/>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6" name="Google Shape;346;p34"/>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7" name="Google Shape;347;p34"/>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8" name="Google Shape;348;p34"/>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9" name="Google Shape;349;p34"/>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50" name="Google Shape;350;p3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51" name="Shape 351"/>
        <p:cNvGrpSpPr/>
        <p:nvPr/>
      </p:nvGrpSpPr>
      <p:grpSpPr>
        <a:xfrm>
          <a:off x="0" y="0"/>
          <a:ext cx="0" cy="0"/>
          <a:chOff x="0" y="0"/>
          <a:chExt cx="0" cy="0"/>
        </a:xfrm>
      </p:grpSpPr>
      <p:sp>
        <p:nvSpPr>
          <p:cNvPr id="352" name="Google Shape;352;p3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53" name="Google Shape;353;p35"/>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54" name="Google Shape;354;p35"/>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5" name="Google Shape;355;p35"/>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6" name="Google Shape;356;p35"/>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7" name="Google Shape;357;p35"/>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8" name="Google Shape;358;p35"/>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9" name="Google Shape;359;p35"/>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60" name="Google Shape;360;p35"/>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1" name="Google Shape;361;p35"/>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62" name="Google Shape;362;p35"/>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3" name="Google Shape;363;p35"/>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4" name="Google Shape;364;p35"/>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 name="Google Shape;365;p35"/>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 name="Google Shape;366;p35"/>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7" name="Google Shape;367;p35"/>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68" name="Shape 368"/>
        <p:cNvGrpSpPr/>
        <p:nvPr/>
      </p:nvGrpSpPr>
      <p:grpSpPr>
        <a:xfrm>
          <a:off x="0" y="0"/>
          <a:ext cx="0" cy="0"/>
          <a:chOff x="0" y="0"/>
          <a:chExt cx="0" cy="0"/>
        </a:xfrm>
      </p:grpSpPr>
      <p:sp>
        <p:nvSpPr>
          <p:cNvPr id="369" name="Google Shape;369;p3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70" name="Google Shape;370;p3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1" name="Google Shape;371;p36"/>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2" name="Google Shape;372;p36"/>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3" name="Google Shape;373;p36"/>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4" name="Google Shape;374;p36"/>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5" name="Google Shape;375;p36"/>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6" name="Google Shape;376;p36"/>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77" name="Google Shape;377;p36"/>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 name="Google Shape;378;p36"/>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9" name="Google Shape;379;p36"/>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0" name="Google Shape;380;p36"/>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1" name="Google Shape;381;p36"/>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2" name="Google Shape;382;p36"/>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3" name="Google Shape;383;p36"/>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84" name="Shape 384"/>
        <p:cNvGrpSpPr/>
        <p:nvPr/>
      </p:nvGrpSpPr>
      <p:grpSpPr>
        <a:xfrm>
          <a:off x="0" y="0"/>
          <a:ext cx="0" cy="0"/>
          <a:chOff x="0" y="0"/>
          <a:chExt cx="0" cy="0"/>
        </a:xfrm>
      </p:grpSpPr>
      <p:pic>
        <p:nvPicPr>
          <p:cNvPr id="385" name="Google Shape;385;p37"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86" name="Google Shape;386;p37"/>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87" name="Google Shape;387;p37"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88" name="Google Shape;388;p37"/>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89" name="Google Shape;389;p37"/>
          <p:cNvGrpSpPr/>
          <p:nvPr/>
        </p:nvGrpSpPr>
        <p:grpSpPr>
          <a:xfrm>
            <a:off x="1333500" y="997673"/>
            <a:ext cx="1278450" cy="1211850"/>
            <a:chOff x="0" y="0"/>
            <a:chExt cx="1704600" cy="1615800"/>
          </a:xfrm>
        </p:grpSpPr>
        <p:sp>
          <p:nvSpPr>
            <p:cNvPr id="390" name="Google Shape;390;p37"/>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1" name="Google Shape;391;p37"/>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2" name="Google Shape;392;p37"/>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3" name="Google Shape;393;p37"/>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4" name="Google Shape;394;p37"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5" name="Google Shape;395;p37"/>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6" name="Google Shape;396;p37"/>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 name="Google Shape;397;p37"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8" name="Google Shape;398;p37"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9" name="Shape 399"/>
        <p:cNvGrpSpPr/>
        <p:nvPr/>
      </p:nvGrpSpPr>
      <p:grpSpPr>
        <a:xfrm>
          <a:off x="0" y="0"/>
          <a:ext cx="0" cy="0"/>
          <a:chOff x="0" y="0"/>
          <a:chExt cx="0" cy="0"/>
        </a:xfrm>
      </p:grpSpPr>
      <p:pic>
        <p:nvPicPr>
          <p:cNvPr id="400" name="Google Shape;400;p3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1" name="Google Shape;401;p38"/>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402" name="Google Shape;402;p3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403" name="Shape 403"/>
        <p:cNvGrpSpPr/>
        <p:nvPr/>
      </p:nvGrpSpPr>
      <p:grpSpPr>
        <a:xfrm>
          <a:off x="0" y="0"/>
          <a:ext cx="0" cy="0"/>
          <a:chOff x="0" y="0"/>
          <a:chExt cx="0" cy="0"/>
        </a:xfrm>
      </p:grpSpPr>
      <p:pic>
        <p:nvPicPr>
          <p:cNvPr id="404" name="Google Shape;404;p3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 name="Google Shape;405;p3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6" name="Google Shape;406;p3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7" name="Google Shape;407;p3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8" name="Google Shape;408;p3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9" name="Google Shape;409;p3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10" name="Google Shape;410;p39"/>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11" name="Google Shape;411;p3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12" name="Google Shape;412;p3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413" name="Shape 413"/>
        <p:cNvGrpSpPr/>
        <p:nvPr/>
      </p:nvGrpSpPr>
      <p:grpSpPr>
        <a:xfrm>
          <a:off x="0" y="0"/>
          <a:ext cx="0" cy="0"/>
          <a:chOff x="0" y="0"/>
          <a:chExt cx="0" cy="0"/>
        </a:xfrm>
      </p:grpSpPr>
      <p:pic>
        <p:nvPicPr>
          <p:cNvPr id="414" name="Google Shape;414;p4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15" name="Google Shape;415;p40"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416" name="Google Shape;416;p4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17" name="Google Shape;417;p40"/>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418" name="Google Shape;418;p40"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419" name="Google Shape;419;p40"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420" name="Google Shape;420;p40"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21" name="Google Shape;421;p4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22" name="Google Shape;422;p4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23" name="Google Shape;423;p40"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24" name="Shape 424"/>
        <p:cNvGrpSpPr/>
        <p:nvPr/>
      </p:nvGrpSpPr>
      <p:grpSpPr>
        <a:xfrm>
          <a:off x="0" y="0"/>
          <a:ext cx="0" cy="0"/>
          <a:chOff x="0" y="0"/>
          <a:chExt cx="0" cy="0"/>
        </a:xfrm>
      </p:grpSpPr>
      <p:sp>
        <p:nvSpPr>
          <p:cNvPr id="425" name="Google Shape;425;p41"/>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6" name="Google Shape;426;p41"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27" name="Google Shape;427;p41"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28" name="Google Shape;428;p41"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29" name="Google Shape;429;p41"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30" name="Google Shape;430;p41"/>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31" name="Google Shape;431;p41"/>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32" name="Google Shape;432;p41"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33" name="Shape 433"/>
        <p:cNvGrpSpPr/>
        <p:nvPr/>
      </p:nvGrpSpPr>
      <p:grpSpPr>
        <a:xfrm>
          <a:off x="0" y="0"/>
          <a:ext cx="0" cy="0"/>
          <a:chOff x="0" y="0"/>
          <a:chExt cx="0" cy="0"/>
        </a:xfrm>
      </p:grpSpPr>
      <p:pic>
        <p:nvPicPr>
          <p:cNvPr id="434" name="Google Shape;434;p42"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35" name="Google Shape;435;p42"/>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36" name="Google Shape;436;p42"/>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37" name="Google Shape;437;p42"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38" name="Google Shape;438;p42"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39" name="Google Shape;439;p42"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40" name="Google Shape;440;p42"/>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41" name="Google Shape;441;p42"/>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42" name="Google Shape;442;p42"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43" name="Shape 443"/>
        <p:cNvGrpSpPr/>
        <p:nvPr/>
      </p:nvGrpSpPr>
      <p:grpSpPr>
        <a:xfrm>
          <a:off x="0" y="0"/>
          <a:ext cx="0" cy="0"/>
          <a:chOff x="0" y="0"/>
          <a:chExt cx="0" cy="0"/>
        </a:xfrm>
      </p:grpSpPr>
      <p:pic>
        <p:nvPicPr>
          <p:cNvPr id="444" name="Google Shape;444;p43"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5" name="Google Shape;445;p43"/>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46" name="Google Shape;446;p43"/>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47" name="Google Shape;447;p43"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48" name="Google Shape;448;p43"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49" name="Google Shape;449;p43"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50" name="Google Shape;450;p43"/>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51" name="Google Shape;451;p43"/>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52" name="Google Shape;452;p43"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53" name="Shape 453"/>
        <p:cNvGrpSpPr/>
        <p:nvPr/>
      </p:nvGrpSpPr>
      <p:grpSpPr>
        <a:xfrm>
          <a:off x="0" y="0"/>
          <a:ext cx="0" cy="0"/>
          <a:chOff x="0" y="0"/>
          <a:chExt cx="0" cy="0"/>
        </a:xfrm>
      </p:grpSpPr>
      <p:sp>
        <p:nvSpPr>
          <p:cNvPr id="454" name="Google Shape;454;p44"/>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55" name="Google Shape;455;p44"/>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56" name="Google Shape;456;p4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57" name="Google Shape;457;p44"/>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58" name="Google Shape;458;p44"/>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59" name="Google Shape;459;p44"/>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60" name="Shape 460"/>
        <p:cNvGrpSpPr/>
        <p:nvPr/>
      </p:nvGrpSpPr>
      <p:grpSpPr>
        <a:xfrm>
          <a:off x="0" y="0"/>
          <a:ext cx="0" cy="0"/>
          <a:chOff x="0" y="0"/>
          <a:chExt cx="0" cy="0"/>
        </a:xfrm>
      </p:grpSpPr>
      <p:pic>
        <p:nvPicPr>
          <p:cNvPr id="461" name="Google Shape;461;p45"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62" name="Google Shape;462;p45"/>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63" name="Google Shape;463;p45"/>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64" name="Google Shape;464;p45"/>
          <p:cNvGrpSpPr/>
          <p:nvPr/>
        </p:nvGrpSpPr>
        <p:grpSpPr>
          <a:xfrm>
            <a:off x="1333500" y="997673"/>
            <a:ext cx="1278450" cy="1211850"/>
            <a:chOff x="0" y="0"/>
            <a:chExt cx="1704600" cy="1615800"/>
          </a:xfrm>
        </p:grpSpPr>
        <p:sp>
          <p:nvSpPr>
            <p:cNvPr id="465" name="Google Shape;465;p45"/>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6" name="Google Shape;466;p45"/>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7" name="Google Shape;467;p45"/>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68" name="Google Shape;468;p45"/>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69" name="Google Shape;469;p4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0" name="Google Shape;470;p45"/>
          <p:cNvSpPr/>
          <p:nvPr>
            <p:ph idx="2" type="pic"/>
          </p:nvPr>
        </p:nvSpPr>
        <p:spPr>
          <a:xfrm>
            <a:off x="14278928" y="3684270"/>
            <a:ext cx="3130800" cy="2885100"/>
          </a:xfrm>
          <a:prstGeom prst="roundRect">
            <a:avLst>
              <a:gd fmla="val 9780" name="adj"/>
            </a:avLst>
          </a:prstGeom>
          <a:noFill/>
          <a:ln>
            <a:noFill/>
          </a:ln>
        </p:spPr>
      </p:sp>
      <p:sp>
        <p:nvSpPr>
          <p:cNvPr id="471" name="Google Shape;471;p45"/>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72" name="Google Shape;472;p45"/>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73" name="Shape 473"/>
        <p:cNvGrpSpPr/>
        <p:nvPr/>
      </p:nvGrpSpPr>
      <p:grpSpPr>
        <a:xfrm>
          <a:off x="0" y="0"/>
          <a:ext cx="0" cy="0"/>
          <a:chOff x="0" y="0"/>
          <a:chExt cx="0" cy="0"/>
        </a:xfrm>
      </p:grpSpPr>
      <p:pic>
        <p:nvPicPr>
          <p:cNvPr id="474" name="Google Shape;474;p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75" name="Google Shape;475;p4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76" name="Google Shape;476;p4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77" name="Google Shape;477;p4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8" name="Google Shape;478;p4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79" name="Google Shape;479;p46"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80" name="Google Shape;480;p4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1" name="Google Shape;481;p46"/>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2" name="Google Shape;482;p46"/>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3" name="Google Shape;483;p4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4" name="Google Shape;484;p4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5" name="Google Shape;485;p4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6" name="Google Shape;486;p4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7" name="Google Shape;487;p4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8" name="Google Shape;488;p4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9" name="Google Shape;489;p4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90" name="Google Shape;490;p46"/>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91" name="Google Shape;491;p46"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92" name="Google Shape;492;p46"/>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93" name="Google Shape;493;p4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94" name="Google Shape;494;p46"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95" name="Google Shape;495;p46"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96" name="Shape 496"/>
        <p:cNvGrpSpPr/>
        <p:nvPr/>
      </p:nvGrpSpPr>
      <p:grpSpPr>
        <a:xfrm>
          <a:off x="0" y="0"/>
          <a:ext cx="0" cy="0"/>
          <a:chOff x="0" y="0"/>
          <a:chExt cx="0" cy="0"/>
        </a:xfrm>
      </p:grpSpPr>
      <p:pic>
        <p:nvPicPr>
          <p:cNvPr id="497" name="Google Shape;497;p47"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98" name="Google Shape;498;p4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99" name="Google Shape;499;p4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00" name="Google Shape;500;p47"/>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01" name="Google Shape;501;p4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02" name="Google Shape;502;p47"/>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3" name="Google Shape;503;p47"/>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4" name="Google Shape;504;p47"/>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5" name="Google Shape;505;p4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6" name="Google Shape;506;p4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7" name="Google Shape;507;p4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8" name="Google Shape;508;p4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9" name="Google Shape;509;p4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0" name="Google Shape;510;p4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1" name="Google Shape;511;p47"/>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12" name="Google Shape;512;p47"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513" name="Google Shape;513;p47"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14" name="Google Shape;514;p47"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515" name="Google Shape;515;p47"/>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16" name="Google Shape;516;p47"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17" name="Google Shape;517;p47"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18" name="Google Shape;518;p47"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519" name="Shape 519"/>
        <p:cNvGrpSpPr/>
        <p:nvPr/>
      </p:nvGrpSpPr>
      <p:grpSpPr>
        <a:xfrm>
          <a:off x="0" y="0"/>
          <a:ext cx="0" cy="0"/>
          <a:chOff x="0" y="0"/>
          <a:chExt cx="0" cy="0"/>
        </a:xfrm>
      </p:grpSpPr>
      <p:pic>
        <p:nvPicPr>
          <p:cNvPr id="520" name="Google Shape;520;p48"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21" name="Google Shape;521;p48"/>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22" name="Google Shape;522;p48"/>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23" name="Google Shape;523;p48"/>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24" name="Google Shape;524;p48"/>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25" name="Google Shape;525;p48"/>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26" name="Google Shape;526;p48"/>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7" name="Google Shape;527;p48"/>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8" name="Google Shape;528;p48"/>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29" name="Google Shape;529;p48"/>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30" name="Google Shape;530;p48"/>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1" name="Google Shape;531;p48"/>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2" name="Google Shape;532;p48"/>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3" name="Google Shape;533;p48"/>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4" name="Google Shape;534;p48"/>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35" name="Google Shape;535;p48"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536" name="Google Shape;536;p48"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37" name="Google Shape;537;p48"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538" name="Google Shape;538;p48"/>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39" name="Google Shape;539;p48"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40" name="Google Shape;540;p48"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41" name="Google Shape;541;p48"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542" name="Shape 542"/>
        <p:cNvGrpSpPr/>
        <p:nvPr/>
      </p:nvGrpSpPr>
      <p:grpSpPr>
        <a:xfrm>
          <a:off x="0" y="0"/>
          <a:ext cx="0" cy="0"/>
          <a:chOff x="0" y="0"/>
          <a:chExt cx="0" cy="0"/>
        </a:xfrm>
      </p:grpSpPr>
      <p:pic>
        <p:nvPicPr>
          <p:cNvPr id="543" name="Google Shape;543;p4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44" name="Google Shape;544;p49"/>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545" name="Google Shape;545;p49"/>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46" name="Google Shape;546;p49"/>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47" name="Google Shape;547;p49"/>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48" name="Google Shape;548;p49"/>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49" name="Google Shape;549;p49"/>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0" name="Google Shape;550;p49"/>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1" name="Google Shape;551;p49"/>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2" name="Google Shape;552;p49"/>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3" name="Google Shape;553;p49"/>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4" name="Google Shape;554;p49"/>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5" name="Google Shape;555;p49"/>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6" name="Google Shape;556;p49"/>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7" name="Google Shape;557;p49"/>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58" name="Google Shape;558;p49"/>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559" name="Google Shape;559;p49"/>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560" name="Google Shape;560;p49"/>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61" name="Google Shape;561;p49"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562" name="Google Shape;562;p49"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563" name="Google Shape;563;p49"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564" name="Google Shape;564;p49"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565" name="Shape 565"/>
        <p:cNvGrpSpPr/>
        <p:nvPr/>
      </p:nvGrpSpPr>
      <p:grpSpPr>
        <a:xfrm>
          <a:off x="0" y="0"/>
          <a:ext cx="0" cy="0"/>
          <a:chOff x="0" y="0"/>
          <a:chExt cx="0" cy="0"/>
        </a:xfrm>
      </p:grpSpPr>
      <p:sp>
        <p:nvSpPr>
          <p:cNvPr id="566" name="Google Shape;566;p50"/>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67" name="Google Shape;567;p50"/>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68" name="Google Shape;568;p50"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569" name="Google Shape;569;p50"/>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70" name="Google Shape;570;p50"/>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1" name="Google Shape;571;p50"/>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2" name="Google Shape;572;p50"/>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3" name="Google Shape;573;p50"/>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4" name="Google Shape;574;p50"/>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5" name="Google Shape;575;p50"/>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6" name="Google Shape;576;p50"/>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7" name="Google Shape;577;p50"/>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8" name="Google Shape;578;p50"/>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9" name="Google Shape;579;p50"/>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80" name="Google Shape;580;p50"/>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581" name="Google Shape;581;p50"/>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582" name="Google Shape;582;p50"/>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83" name="Google Shape;583;p50"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584" name="Google Shape;584;p50"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585" name="Google Shape;585;p50"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586" name="Google Shape;586;p50"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587" name="Shape 587"/>
        <p:cNvGrpSpPr/>
        <p:nvPr/>
      </p:nvGrpSpPr>
      <p:grpSpPr>
        <a:xfrm>
          <a:off x="0" y="0"/>
          <a:ext cx="0" cy="0"/>
          <a:chOff x="0" y="0"/>
          <a:chExt cx="0" cy="0"/>
        </a:xfrm>
      </p:grpSpPr>
      <p:sp>
        <p:nvSpPr>
          <p:cNvPr id="588" name="Google Shape;588;p51"/>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589" name="Google Shape;589;p51"/>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90" name="Google Shape;590;p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591" name="Shape 591"/>
        <p:cNvGrpSpPr/>
        <p:nvPr/>
      </p:nvGrpSpPr>
      <p:grpSpPr>
        <a:xfrm>
          <a:off x="0" y="0"/>
          <a:ext cx="0" cy="0"/>
          <a:chOff x="0" y="0"/>
          <a:chExt cx="0" cy="0"/>
        </a:xfrm>
      </p:grpSpPr>
      <p:sp>
        <p:nvSpPr>
          <p:cNvPr id="592" name="Google Shape;592;p52"/>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3" name="Google Shape;593;p52"/>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4" name="Google Shape;594;p52"/>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5" name="Google Shape;595;p52"/>
          <p:cNvSpPr/>
          <p:nvPr>
            <p:ph idx="2" type="pic"/>
          </p:nvPr>
        </p:nvSpPr>
        <p:spPr>
          <a:xfrm>
            <a:off x="1132522" y="2890962"/>
            <a:ext cx="4442400" cy="4442400"/>
          </a:xfrm>
          <a:prstGeom prst="ellipse">
            <a:avLst/>
          </a:prstGeom>
          <a:noFill/>
          <a:ln>
            <a:noFill/>
          </a:ln>
        </p:spPr>
      </p:sp>
      <p:sp>
        <p:nvSpPr>
          <p:cNvPr id="596" name="Google Shape;596;p52"/>
          <p:cNvSpPr/>
          <p:nvPr>
            <p:ph idx="3" type="pic"/>
          </p:nvPr>
        </p:nvSpPr>
        <p:spPr>
          <a:xfrm>
            <a:off x="6922770" y="2890962"/>
            <a:ext cx="4442400" cy="4442400"/>
          </a:xfrm>
          <a:prstGeom prst="ellipse">
            <a:avLst/>
          </a:prstGeom>
          <a:noFill/>
          <a:ln>
            <a:noFill/>
          </a:ln>
        </p:spPr>
      </p:sp>
      <p:sp>
        <p:nvSpPr>
          <p:cNvPr id="597" name="Google Shape;597;p52"/>
          <p:cNvSpPr/>
          <p:nvPr>
            <p:ph idx="4" type="pic"/>
          </p:nvPr>
        </p:nvSpPr>
        <p:spPr>
          <a:xfrm>
            <a:off x="12713017" y="2890962"/>
            <a:ext cx="4442400" cy="4442400"/>
          </a:xfrm>
          <a:prstGeom prst="ellipse">
            <a:avLst/>
          </a:prstGeom>
          <a:noFill/>
          <a:ln>
            <a:noFill/>
          </a:ln>
        </p:spPr>
      </p:sp>
      <p:sp>
        <p:nvSpPr>
          <p:cNvPr id="598" name="Google Shape;598;p52"/>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599" name="Google Shape;599;p52"/>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00" name="Google Shape;600;p52"/>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01" name="Google Shape;601;p5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602" name="Google Shape;602;p5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03" name="Google Shape;603;p52"/>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04" name="Google Shape;604;p52"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605" name="Google Shape;605;p52"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606" name="Google Shape;606;p52"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607" name="Google Shape;607;p52"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608" name="Google Shape;608;p52"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609" name="Google Shape;609;p52"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610" name="Shape 610"/>
        <p:cNvGrpSpPr/>
        <p:nvPr/>
      </p:nvGrpSpPr>
      <p:grpSpPr>
        <a:xfrm>
          <a:off x="0" y="0"/>
          <a:ext cx="0" cy="0"/>
          <a:chOff x="0" y="0"/>
          <a:chExt cx="0" cy="0"/>
        </a:xfrm>
      </p:grpSpPr>
      <p:sp>
        <p:nvSpPr>
          <p:cNvPr id="611" name="Google Shape;611;p53"/>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2" name="Google Shape;612;p53"/>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3" name="Google Shape;613;p53"/>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4" name="Google Shape;614;p53"/>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5" name="Google Shape;615;p53"/>
          <p:cNvSpPr/>
          <p:nvPr>
            <p:ph idx="2" type="pic"/>
          </p:nvPr>
        </p:nvSpPr>
        <p:spPr>
          <a:xfrm>
            <a:off x="860108" y="3332187"/>
            <a:ext cx="3712800" cy="3712800"/>
          </a:xfrm>
          <a:prstGeom prst="ellipse">
            <a:avLst/>
          </a:prstGeom>
          <a:noFill/>
          <a:ln>
            <a:noFill/>
          </a:ln>
        </p:spPr>
      </p:sp>
      <p:sp>
        <p:nvSpPr>
          <p:cNvPr id="616" name="Google Shape;616;p53"/>
          <p:cNvSpPr/>
          <p:nvPr>
            <p:ph idx="3" type="pic"/>
          </p:nvPr>
        </p:nvSpPr>
        <p:spPr>
          <a:xfrm>
            <a:off x="5136833" y="3332187"/>
            <a:ext cx="3712800" cy="3712800"/>
          </a:xfrm>
          <a:prstGeom prst="ellipse">
            <a:avLst/>
          </a:prstGeom>
          <a:noFill/>
          <a:ln>
            <a:noFill/>
          </a:ln>
        </p:spPr>
      </p:sp>
      <p:sp>
        <p:nvSpPr>
          <p:cNvPr id="617" name="Google Shape;617;p53"/>
          <p:cNvSpPr/>
          <p:nvPr>
            <p:ph idx="4" type="pic"/>
          </p:nvPr>
        </p:nvSpPr>
        <p:spPr>
          <a:xfrm>
            <a:off x="9438323" y="3332187"/>
            <a:ext cx="3712800" cy="3712800"/>
          </a:xfrm>
          <a:prstGeom prst="ellipse">
            <a:avLst/>
          </a:prstGeom>
          <a:noFill/>
          <a:ln>
            <a:noFill/>
          </a:ln>
        </p:spPr>
      </p:sp>
      <p:sp>
        <p:nvSpPr>
          <p:cNvPr id="618" name="Google Shape;618;p53"/>
          <p:cNvSpPr/>
          <p:nvPr>
            <p:ph idx="5" type="pic"/>
          </p:nvPr>
        </p:nvSpPr>
        <p:spPr>
          <a:xfrm>
            <a:off x="13726478" y="3332187"/>
            <a:ext cx="3712800" cy="3712800"/>
          </a:xfrm>
          <a:prstGeom prst="ellipse">
            <a:avLst/>
          </a:prstGeom>
          <a:noFill/>
          <a:ln>
            <a:noFill/>
          </a:ln>
        </p:spPr>
      </p:sp>
      <p:sp>
        <p:nvSpPr>
          <p:cNvPr id="619" name="Google Shape;619;p53"/>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0" name="Google Shape;620;p53"/>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1" name="Google Shape;621;p53"/>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2" name="Google Shape;622;p53"/>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23" name="Google Shape;623;p5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24" name="Google Shape;624;p53"/>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625" name="Google Shape;625;p53"/>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626" name="Google Shape;626;p53"/>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627" name="Google Shape;627;p53"/>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628" name="Google Shape;628;p53"/>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629" name="Google Shape;629;p53"/>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630" name="Google Shape;630;p53"/>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631" name="Google Shape;631;p53"/>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632" name="Google Shape;632;p53"/>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633" name="Google Shape;633;p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34" name="Google Shape;634;p53"/>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635" name="Shape 635"/>
        <p:cNvGrpSpPr/>
        <p:nvPr/>
      </p:nvGrpSpPr>
      <p:grpSpPr>
        <a:xfrm>
          <a:off x="0" y="0"/>
          <a:ext cx="0" cy="0"/>
          <a:chOff x="0" y="0"/>
          <a:chExt cx="0" cy="0"/>
        </a:xfrm>
      </p:grpSpPr>
      <p:sp>
        <p:nvSpPr>
          <p:cNvPr id="636" name="Google Shape;636;p54"/>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7" name="Google Shape;637;p54"/>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8" name="Google Shape;638;p54"/>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9" name="Google Shape;639;p54"/>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0" name="Google Shape;640;p54"/>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1" name="Google Shape;641;p54"/>
          <p:cNvSpPr/>
          <p:nvPr>
            <p:ph idx="2" type="pic"/>
          </p:nvPr>
        </p:nvSpPr>
        <p:spPr>
          <a:xfrm>
            <a:off x="859508" y="4125844"/>
            <a:ext cx="2857500" cy="2857500"/>
          </a:xfrm>
          <a:prstGeom prst="ellipse">
            <a:avLst/>
          </a:prstGeom>
          <a:noFill/>
          <a:ln>
            <a:noFill/>
          </a:ln>
        </p:spPr>
      </p:sp>
      <p:sp>
        <p:nvSpPr>
          <p:cNvPr id="642" name="Google Shape;642;p54"/>
          <p:cNvSpPr/>
          <p:nvPr>
            <p:ph idx="3" type="pic"/>
          </p:nvPr>
        </p:nvSpPr>
        <p:spPr>
          <a:xfrm>
            <a:off x="4295775" y="4125844"/>
            <a:ext cx="2857500" cy="2857500"/>
          </a:xfrm>
          <a:prstGeom prst="ellipse">
            <a:avLst/>
          </a:prstGeom>
          <a:noFill/>
          <a:ln>
            <a:noFill/>
          </a:ln>
        </p:spPr>
      </p:sp>
      <p:sp>
        <p:nvSpPr>
          <p:cNvPr id="643" name="Google Shape;643;p54"/>
          <p:cNvSpPr/>
          <p:nvPr>
            <p:ph idx="4" type="pic"/>
          </p:nvPr>
        </p:nvSpPr>
        <p:spPr>
          <a:xfrm>
            <a:off x="7732395" y="4125844"/>
            <a:ext cx="2857500" cy="2857500"/>
          </a:xfrm>
          <a:prstGeom prst="ellipse">
            <a:avLst/>
          </a:prstGeom>
          <a:noFill/>
          <a:ln>
            <a:noFill/>
          </a:ln>
        </p:spPr>
      </p:sp>
      <p:sp>
        <p:nvSpPr>
          <p:cNvPr id="644" name="Google Shape;644;p54"/>
          <p:cNvSpPr/>
          <p:nvPr>
            <p:ph idx="5" type="pic"/>
          </p:nvPr>
        </p:nvSpPr>
        <p:spPr>
          <a:xfrm>
            <a:off x="11168063" y="4125844"/>
            <a:ext cx="2857500" cy="2857500"/>
          </a:xfrm>
          <a:prstGeom prst="ellipse">
            <a:avLst/>
          </a:prstGeom>
          <a:noFill/>
          <a:ln>
            <a:noFill/>
          </a:ln>
        </p:spPr>
      </p:sp>
      <p:sp>
        <p:nvSpPr>
          <p:cNvPr id="645" name="Google Shape;645;p54"/>
          <p:cNvSpPr/>
          <p:nvPr>
            <p:ph idx="6" type="pic"/>
          </p:nvPr>
        </p:nvSpPr>
        <p:spPr>
          <a:xfrm>
            <a:off x="14603730" y="4125844"/>
            <a:ext cx="2857500" cy="2857500"/>
          </a:xfrm>
          <a:prstGeom prst="ellipse">
            <a:avLst/>
          </a:prstGeom>
          <a:noFill/>
          <a:ln>
            <a:noFill/>
          </a:ln>
        </p:spPr>
      </p:sp>
      <p:sp>
        <p:nvSpPr>
          <p:cNvPr id="646" name="Google Shape;646;p5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47" name="Google Shape;647;p5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48" name="Google Shape;648;p54"/>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49" name="Google Shape;649;p54"/>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0" name="Google Shape;650;p54"/>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1" name="Google Shape;651;p54"/>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2" name="Google Shape;652;p54"/>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53" name="Google Shape;653;p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54" name="Google Shape;654;p54"/>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655" name="Google Shape;655;p54"/>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656" name="Google Shape;656;p54"/>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657" name="Google Shape;657;p54"/>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658" name="Google Shape;658;p54"/>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659" name="Google Shape;659;p54"/>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660" name="Google Shape;660;p54"/>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661" name="Google Shape;661;p54"/>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662" name="Google Shape;662;p54"/>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663" name="Google Shape;663;p54"/>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664" name="Shape 664"/>
        <p:cNvGrpSpPr/>
        <p:nvPr/>
      </p:nvGrpSpPr>
      <p:grpSpPr>
        <a:xfrm>
          <a:off x="0" y="0"/>
          <a:ext cx="0" cy="0"/>
          <a:chOff x="0" y="0"/>
          <a:chExt cx="0" cy="0"/>
        </a:xfrm>
      </p:grpSpPr>
      <p:sp>
        <p:nvSpPr>
          <p:cNvPr id="665" name="Google Shape;665;p55"/>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66" name="Google Shape;666;p55"/>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67" name="Google Shape;667;p55"/>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668" name="Google Shape;668;p55"/>
          <p:cNvSpPr/>
          <p:nvPr>
            <p:ph idx="2" type="pic"/>
          </p:nvPr>
        </p:nvSpPr>
        <p:spPr>
          <a:xfrm>
            <a:off x="6597968" y="1404938"/>
            <a:ext cx="5093100" cy="5093100"/>
          </a:xfrm>
          <a:prstGeom prst="ellipse">
            <a:avLst/>
          </a:prstGeom>
          <a:noFill/>
          <a:ln>
            <a:noFill/>
          </a:ln>
        </p:spPr>
      </p:sp>
      <p:pic>
        <p:nvPicPr>
          <p:cNvPr id="669" name="Google Shape;669;p55"/>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70" name="Google Shape;670;p55"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671" name="Google Shape;671;p55"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672" name="Google Shape;672;p55"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673" name="Google Shape;673;p55"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674" name="Google Shape;674;p55"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675" name="Shape 675"/>
        <p:cNvGrpSpPr/>
        <p:nvPr/>
      </p:nvGrpSpPr>
      <p:grpSpPr>
        <a:xfrm>
          <a:off x="0" y="0"/>
          <a:ext cx="0" cy="0"/>
          <a:chOff x="0" y="0"/>
          <a:chExt cx="0" cy="0"/>
        </a:xfrm>
      </p:grpSpPr>
      <p:sp>
        <p:nvSpPr>
          <p:cNvPr id="676" name="Google Shape;676;p56"/>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7" name="Google Shape;677;p56"/>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8" name="Google Shape;678;p56"/>
          <p:cNvSpPr/>
          <p:nvPr>
            <p:ph idx="2" type="pic"/>
          </p:nvPr>
        </p:nvSpPr>
        <p:spPr>
          <a:xfrm>
            <a:off x="2307907" y="1404938"/>
            <a:ext cx="5093100" cy="5093100"/>
          </a:xfrm>
          <a:prstGeom prst="ellipse">
            <a:avLst/>
          </a:prstGeom>
          <a:noFill/>
          <a:ln>
            <a:noFill/>
          </a:ln>
        </p:spPr>
      </p:sp>
      <p:sp>
        <p:nvSpPr>
          <p:cNvPr id="679" name="Google Shape;679;p56"/>
          <p:cNvSpPr/>
          <p:nvPr>
            <p:ph idx="3" type="pic"/>
          </p:nvPr>
        </p:nvSpPr>
        <p:spPr>
          <a:xfrm>
            <a:off x="10883265" y="1404938"/>
            <a:ext cx="5093100" cy="5093100"/>
          </a:xfrm>
          <a:prstGeom prst="ellipse">
            <a:avLst/>
          </a:prstGeom>
          <a:noFill/>
          <a:ln>
            <a:noFill/>
          </a:ln>
        </p:spPr>
      </p:sp>
      <p:sp>
        <p:nvSpPr>
          <p:cNvPr id="680" name="Google Shape;680;p56"/>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81" name="Google Shape;681;p56"/>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82" name="Google Shape;682;p56"/>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683" name="Google Shape;683;p56"/>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84" name="Google Shape;684;p56"/>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85" name="Google Shape;685;p56"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686" name="Google Shape;686;p56"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687" name="Google Shape;687;p56"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688" name="Google Shape;688;p56"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689" name="Google Shape;689;p56"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690" name="Shape 690"/>
        <p:cNvGrpSpPr/>
        <p:nvPr/>
      </p:nvGrpSpPr>
      <p:grpSpPr>
        <a:xfrm>
          <a:off x="0" y="0"/>
          <a:ext cx="0" cy="0"/>
          <a:chOff x="0" y="0"/>
          <a:chExt cx="0" cy="0"/>
        </a:xfrm>
      </p:grpSpPr>
      <p:sp>
        <p:nvSpPr>
          <p:cNvPr id="691" name="Google Shape;691;p57"/>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692" name="Google Shape;692;p57"/>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693" name="Google Shape;693;p57"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694" name="Google Shape;694;p57"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695" name="Google Shape;695;p57"/>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696" name="Google Shape;696;p57"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697" name="Shape 697"/>
        <p:cNvGrpSpPr/>
        <p:nvPr/>
      </p:nvGrpSpPr>
      <p:grpSpPr>
        <a:xfrm>
          <a:off x="0" y="0"/>
          <a:ext cx="0" cy="0"/>
          <a:chOff x="0" y="0"/>
          <a:chExt cx="0" cy="0"/>
        </a:xfrm>
      </p:grpSpPr>
      <p:pic>
        <p:nvPicPr>
          <p:cNvPr id="698" name="Google Shape;698;p5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9" name="Google Shape;699;p5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700" name="Google Shape;700;p58"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701" name="Google Shape;701;p58"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702" name="Google Shape;702;p58"/>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703" name="Google Shape;703;p58"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704" name="Google Shape;704;p5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05" name="Google Shape;705;p5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06" name="Google Shape;706;p5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707" name="Google Shape;707;p58"/>
          <p:cNvGrpSpPr/>
          <p:nvPr/>
        </p:nvGrpSpPr>
        <p:grpSpPr>
          <a:xfrm>
            <a:off x="12042648" y="4220617"/>
            <a:ext cx="2453368" cy="3995925"/>
            <a:chOff x="13642848" y="3675888"/>
            <a:chExt cx="3164003" cy="5146072"/>
          </a:xfrm>
        </p:grpSpPr>
        <p:pic>
          <p:nvPicPr>
            <p:cNvPr id="708" name="Google Shape;708;p58"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709" name="Google Shape;709;p58"/>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710" name="Google Shape;710;p58"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711" name="Google Shape;711;p5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2" name="Google Shape;712;p5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713" name="Shape 713"/>
        <p:cNvGrpSpPr/>
        <p:nvPr/>
      </p:nvGrpSpPr>
      <p:grpSpPr>
        <a:xfrm>
          <a:off x="0" y="0"/>
          <a:ext cx="0" cy="0"/>
          <a:chOff x="0" y="0"/>
          <a:chExt cx="0" cy="0"/>
        </a:xfrm>
      </p:grpSpPr>
      <p:pic>
        <p:nvPicPr>
          <p:cNvPr id="714" name="Google Shape;714;p5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15" name="Google Shape;715;p59"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6" name="Google Shape;716;p59"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717" name="Google Shape;717;p59"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718" name="Google Shape;718;p59"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719" name="Google Shape;719;p59"/>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20" name="Google Shape;720;p59"/>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21" name="Google Shape;721;p59"/>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22" name="Google Shape;722;p59"/>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23" name="Google Shape;723;p59"/>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724" name="Shape 724"/>
        <p:cNvGrpSpPr/>
        <p:nvPr/>
      </p:nvGrpSpPr>
      <p:grpSpPr>
        <a:xfrm>
          <a:off x="0" y="0"/>
          <a:ext cx="0" cy="0"/>
          <a:chOff x="0" y="0"/>
          <a:chExt cx="0" cy="0"/>
        </a:xfrm>
      </p:grpSpPr>
      <p:pic>
        <p:nvPicPr>
          <p:cNvPr id="725" name="Google Shape;725;p6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26" name="Google Shape;726;p60"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27" name="Google Shape;727;p60"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28" name="Google Shape;728;p60"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729" name="Google Shape;729;p60"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730" name="Google Shape;730;p60"/>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31" name="Google Shape;731;p60"/>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32" name="Google Shape;732;p60"/>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33" name="Google Shape;733;p60"/>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34" name="Google Shape;734;p60"/>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35" name="Google Shape;735;p60"/>
          <p:cNvSpPr/>
          <p:nvPr>
            <p:ph idx="2" type="pic"/>
          </p:nvPr>
        </p:nvSpPr>
        <p:spPr>
          <a:xfrm>
            <a:off x="2222075" y="1016000"/>
            <a:ext cx="2718000" cy="2718000"/>
          </a:xfrm>
          <a:prstGeom prst="ellipse">
            <a:avLst/>
          </a:prstGeom>
          <a:noFill/>
          <a:ln>
            <a:noFill/>
          </a:ln>
        </p:spPr>
      </p:sp>
      <p:sp>
        <p:nvSpPr>
          <p:cNvPr id="736" name="Google Shape;736;p60"/>
          <p:cNvSpPr/>
          <p:nvPr>
            <p:ph idx="3" type="pic"/>
          </p:nvPr>
        </p:nvSpPr>
        <p:spPr>
          <a:xfrm>
            <a:off x="857250" y="4628350"/>
            <a:ext cx="3400500" cy="3400500"/>
          </a:xfrm>
          <a:prstGeom prst="ellipse">
            <a:avLst/>
          </a:prstGeom>
          <a:noFill/>
          <a:ln>
            <a:noFill/>
          </a:ln>
        </p:spPr>
      </p:sp>
      <p:sp>
        <p:nvSpPr>
          <p:cNvPr id="737" name="Google Shape;737;p60"/>
          <p:cNvSpPr/>
          <p:nvPr>
            <p:ph idx="4" type="pic"/>
          </p:nvPr>
        </p:nvSpPr>
        <p:spPr>
          <a:xfrm>
            <a:off x="12073150" y="5902675"/>
            <a:ext cx="3575100" cy="3575100"/>
          </a:xfrm>
          <a:prstGeom prst="ellipse">
            <a:avLst/>
          </a:prstGeom>
          <a:noFill/>
          <a:ln>
            <a:noFill/>
          </a:ln>
        </p:spPr>
      </p:sp>
      <p:sp>
        <p:nvSpPr>
          <p:cNvPr id="738" name="Google Shape;738;p60"/>
          <p:cNvSpPr/>
          <p:nvPr>
            <p:ph idx="5" type="pic"/>
          </p:nvPr>
        </p:nvSpPr>
        <p:spPr>
          <a:xfrm>
            <a:off x="14272550" y="2881025"/>
            <a:ext cx="2718000" cy="2718000"/>
          </a:xfrm>
          <a:prstGeom prst="ellipse">
            <a:avLst/>
          </a:prstGeom>
          <a:noFill/>
          <a:ln>
            <a:noFill/>
          </a:ln>
        </p:spPr>
      </p:sp>
      <p:sp>
        <p:nvSpPr>
          <p:cNvPr id="739" name="Google Shape;739;p60"/>
          <p:cNvSpPr/>
          <p:nvPr>
            <p:ph idx="6" type="pic"/>
          </p:nvPr>
        </p:nvSpPr>
        <p:spPr>
          <a:xfrm>
            <a:off x="13662425" y="1015988"/>
            <a:ext cx="1360500" cy="1360500"/>
          </a:xfrm>
          <a:prstGeom prst="ellipse">
            <a:avLst/>
          </a:prstGeom>
          <a:noFill/>
          <a:ln>
            <a:noFill/>
          </a:ln>
        </p:spPr>
      </p:sp>
      <p:sp>
        <p:nvSpPr>
          <p:cNvPr id="740" name="Google Shape;740;p60"/>
          <p:cNvSpPr/>
          <p:nvPr>
            <p:ph idx="7" type="pic"/>
          </p:nvPr>
        </p:nvSpPr>
        <p:spPr>
          <a:xfrm>
            <a:off x="4395300" y="7499875"/>
            <a:ext cx="1977900" cy="1977900"/>
          </a:xfrm>
          <a:prstGeom prst="ellipse">
            <a:avLst/>
          </a:prstGeom>
          <a:noFill/>
          <a:ln>
            <a:noFill/>
          </a:ln>
        </p:spPr>
      </p:sp>
      <p:pic>
        <p:nvPicPr>
          <p:cNvPr id="741" name="Google Shape;741;p60"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742" name="Google Shape;742;p60"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743" name="Google Shape;743;p60"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744" name="Google Shape;744;p60"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745" name="Google Shape;745;p60"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746" name="Shape 746"/>
        <p:cNvGrpSpPr/>
        <p:nvPr/>
      </p:nvGrpSpPr>
      <p:grpSpPr>
        <a:xfrm>
          <a:off x="0" y="0"/>
          <a:ext cx="0" cy="0"/>
          <a:chOff x="0" y="0"/>
          <a:chExt cx="0" cy="0"/>
        </a:xfrm>
      </p:grpSpPr>
      <p:pic>
        <p:nvPicPr>
          <p:cNvPr id="747" name="Google Shape;747;p6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48" name="Google Shape;748;p61"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49" name="Google Shape;749;p61"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50" name="Google Shape;750;p61"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751" name="Google Shape;751;p61"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752" name="Google Shape;752;p61"/>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53" name="Google Shape;753;p61"/>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54" name="Google Shape;754;p61"/>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55" name="Google Shape;755;p61"/>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56" name="Google Shape;756;p61"/>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57" name="Google Shape;757;p61"/>
          <p:cNvSpPr/>
          <p:nvPr>
            <p:ph idx="2" type="pic"/>
          </p:nvPr>
        </p:nvSpPr>
        <p:spPr>
          <a:xfrm>
            <a:off x="2355750" y="599100"/>
            <a:ext cx="2718000" cy="2718000"/>
          </a:xfrm>
          <a:prstGeom prst="ellipse">
            <a:avLst/>
          </a:prstGeom>
          <a:noFill/>
          <a:ln>
            <a:noFill/>
          </a:ln>
        </p:spPr>
      </p:sp>
      <p:sp>
        <p:nvSpPr>
          <p:cNvPr id="758" name="Google Shape;758;p61"/>
          <p:cNvSpPr/>
          <p:nvPr>
            <p:ph idx="3" type="pic"/>
          </p:nvPr>
        </p:nvSpPr>
        <p:spPr>
          <a:xfrm>
            <a:off x="725550" y="3541400"/>
            <a:ext cx="1977900" cy="1977900"/>
          </a:xfrm>
          <a:prstGeom prst="ellipse">
            <a:avLst/>
          </a:prstGeom>
          <a:noFill/>
          <a:ln>
            <a:noFill/>
          </a:ln>
        </p:spPr>
      </p:sp>
      <p:sp>
        <p:nvSpPr>
          <p:cNvPr id="759" name="Google Shape;759;p61"/>
          <p:cNvSpPr/>
          <p:nvPr>
            <p:ph idx="4" type="pic"/>
          </p:nvPr>
        </p:nvSpPr>
        <p:spPr>
          <a:xfrm>
            <a:off x="1714500" y="6205500"/>
            <a:ext cx="3400500" cy="3400500"/>
          </a:xfrm>
          <a:prstGeom prst="ellipse">
            <a:avLst/>
          </a:prstGeom>
          <a:noFill/>
          <a:ln>
            <a:noFill/>
          </a:ln>
        </p:spPr>
      </p:sp>
      <p:sp>
        <p:nvSpPr>
          <p:cNvPr id="760" name="Google Shape;760;p61"/>
          <p:cNvSpPr/>
          <p:nvPr>
            <p:ph idx="5" type="pic"/>
          </p:nvPr>
        </p:nvSpPr>
        <p:spPr>
          <a:xfrm>
            <a:off x="13633050" y="4628350"/>
            <a:ext cx="3797700" cy="3797700"/>
          </a:xfrm>
          <a:prstGeom prst="ellipse">
            <a:avLst/>
          </a:prstGeom>
          <a:noFill/>
          <a:ln>
            <a:noFill/>
          </a:ln>
        </p:spPr>
      </p:sp>
      <p:sp>
        <p:nvSpPr>
          <p:cNvPr id="761" name="Google Shape;761;p61"/>
          <p:cNvSpPr/>
          <p:nvPr>
            <p:ph idx="6" type="pic"/>
          </p:nvPr>
        </p:nvSpPr>
        <p:spPr>
          <a:xfrm>
            <a:off x="14433925" y="1016000"/>
            <a:ext cx="2718000" cy="2718000"/>
          </a:xfrm>
          <a:prstGeom prst="ellipse">
            <a:avLst/>
          </a:prstGeom>
          <a:noFill/>
          <a:ln>
            <a:noFill/>
          </a:ln>
        </p:spPr>
      </p:sp>
      <p:sp>
        <p:nvSpPr>
          <p:cNvPr id="762" name="Google Shape;762;p61"/>
          <p:cNvSpPr/>
          <p:nvPr>
            <p:ph idx="7" type="pic"/>
          </p:nvPr>
        </p:nvSpPr>
        <p:spPr>
          <a:xfrm>
            <a:off x="12073138" y="700788"/>
            <a:ext cx="1360500" cy="1360500"/>
          </a:xfrm>
          <a:prstGeom prst="ellipse">
            <a:avLst/>
          </a:prstGeom>
          <a:noFill/>
          <a:ln>
            <a:noFill/>
          </a:ln>
        </p:spPr>
      </p:sp>
      <p:sp>
        <p:nvSpPr>
          <p:cNvPr id="763" name="Google Shape;763;p61"/>
          <p:cNvSpPr/>
          <p:nvPr>
            <p:ph idx="8" type="pic"/>
          </p:nvPr>
        </p:nvSpPr>
        <p:spPr>
          <a:xfrm>
            <a:off x="12460250" y="7905750"/>
            <a:ext cx="1563900" cy="1563900"/>
          </a:xfrm>
          <a:prstGeom prst="ellipse">
            <a:avLst/>
          </a:prstGeom>
          <a:noFill/>
          <a:ln>
            <a:noFill/>
          </a:ln>
        </p:spPr>
      </p:sp>
      <p:sp>
        <p:nvSpPr>
          <p:cNvPr id="764" name="Google Shape;764;p61"/>
          <p:cNvSpPr/>
          <p:nvPr>
            <p:ph idx="9" type="pic"/>
          </p:nvPr>
        </p:nvSpPr>
        <p:spPr>
          <a:xfrm>
            <a:off x="5553688" y="8426038"/>
            <a:ext cx="1360500" cy="1360500"/>
          </a:xfrm>
          <a:prstGeom prst="ellipse">
            <a:avLst/>
          </a:prstGeom>
          <a:noFill/>
          <a:ln>
            <a:noFill/>
          </a:ln>
        </p:spPr>
      </p:sp>
      <p:sp>
        <p:nvSpPr>
          <p:cNvPr id="765" name="Google Shape;765;p61"/>
          <p:cNvSpPr/>
          <p:nvPr>
            <p:ph idx="13" type="pic"/>
          </p:nvPr>
        </p:nvSpPr>
        <p:spPr>
          <a:xfrm>
            <a:off x="6269750" y="599100"/>
            <a:ext cx="1563900" cy="1563900"/>
          </a:xfrm>
          <a:prstGeom prst="ellipse">
            <a:avLst/>
          </a:prstGeom>
          <a:noFill/>
          <a:ln>
            <a:noFill/>
          </a:ln>
        </p:spPr>
      </p:sp>
      <p:sp>
        <p:nvSpPr>
          <p:cNvPr id="766" name="Google Shape;766;p61"/>
          <p:cNvSpPr/>
          <p:nvPr>
            <p:ph idx="14" type="pic"/>
          </p:nvPr>
        </p:nvSpPr>
        <p:spPr>
          <a:xfrm>
            <a:off x="8623025" y="7346350"/>
            <a:ext cx="1977900" cy="1977900"/>
          </a:xfrm>
          <a:prstGeom prst="ellipse">
            <a:avLst/>
          </a:prstGeom>
          <a:noFill/>
          <a:ln>
            <a:noFill/>
          </a:ln>
        </p:spPr>
      </p:sp>
      <p:pic>
        <p:nvPicPr>
          <p:cNvPr id="767" name="Google Shape;767;p61"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768" name="Google Shape;768;p61"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769" name="Google Shape;769;p61"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770" name="Google Shape;770;p61"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771" name="Google Shape;771;p61"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772" name="Google Shape;772;p61"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773" name="Shape 773"/>
        <p:cNvGrpSpPr/>
        <p:nvPr/>
      </p:nvGrpSpPr>
      <p:grpSpPr>
        <a:xfrm>
          <a:off x="0" y="0"/>
          <a:ext cx="0" cy="0"/>
          <a:chOff x="0" y="0"/>
          <a:chExt cx="0" cy="0"/>
        </a:xfrm>
      </p:grpSpPr>
      <p:pic>
        <p:nvPicPr>
          <p:cNvPr id="774" name="Google Shape;774;p6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5" name="Google Shape;775;p62"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776" name="Google Shape;776;p62"/>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777" name="Shape 777"/>
        <p:cNvGrpSpPr/>
        <p:nvPr/>
      </p:nvGrpSpPr>
      <p:grpSpPr>
        <a:xfrm>
          <a:off x="0" y="0"/>
          <a:ext cx="0" cy="0"/>
          <a:chOff x="0" y="0"/>
          <a:chExt cx="0" cy="0"/>
        </a:xfrm>
      </p:grpSpPr>
      <p:pic>
        <p:nvPicPr>
          <p:cNvPr id="778" name="Google Shape;778;p63"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9" name="Google Shape;779;p63"/>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780" name="Google Shape;780;p63"/>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781" name="Shape 781"/>
        <p:cNvGrpSpPr/>
        <p:nvPr/>
      </p:nvGrpSpPr>
      <p:grpSpPr>
        <a:xfrm>
          <a:off x="0" y="0"/>
          <a:ext cx="0" cy="0"/>
          <a:chOff x="0" y="0"/>
          <a:chExt cx="0" cy="0"/>
        </a:xfrm>
      </p:grpSpPr>
      <p:sp>
        <p:nvSpPr>
          <p:cNvPr id="782" name="Google Shape;782;p6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783" name="Google Shape;783;p6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84" name="Google Shape;784;p64"/>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785" name="Google Shape;785;p6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786" name="Shape 786"/>
        <p:cNvGrpSpPr/>
        <p:nvPr/>
      </p:nvGrpSpPr>
      <p:grpSpPr>
        <a:xfrm>
          <a:off x="0" y="0"/>
          <a:ext cx="0" cy="0"/>
          <a:chOff x="0" y="0"/>
          <a:chExt cx="0" cy="0"/>
        </a:xfrm>
      </p:grpSpPr>
      <p:pic>
        <p:nvPicPr>
          <p:cNvPr id="787" name="Google Shape;787;p6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88" name="Google Shape;788;p6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789" name="Google Shape;789;p65"/>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790" name="Google Shape;790;p65"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91" name="Google Shape;791;p65"/>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792" name="Shape 792"/>
        <p:cNvGrpSpPr/>
        <p:nvPr/>
      </p:nvGrpSpPr>
      <p:grpSpPr>
        <a:xfrm>
          <a:off x="0" y="0"/>
          <a:ext cx="0" cy="0"/>
          <a:chOff x="0" y="0"/>
          <a:chExt cx="0" cy="0"/>
        </a:xfrm>
      </p:grpSpPr>
      <p:sp>
        <p:nvSpPr>
          <p:cNvPr id="793" name="Google Shape;793;p6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94" name="Google Shape;794;p6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5" name="Google Shape;795;p6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796" name="Google Shape;796;p6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797" name="Google Shape;797;p66"/>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8" name="Google Shape;798;p66"/>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9" name="Google Shape;799;p66"/>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0" name="Google Shape;800;p66"/>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1" name="Google Shape;801;p66"/>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2" name="Google Shape;802;p66"/>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3" name="Google Shape;803;p66"/>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804" name="Google Shape;804;p66"/>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5" name="Google Shape;805;p66"/>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806" name="Google Shape;806;p66"/>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7" name="Google Shape;807;p66"/>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808" name="Google Shape;808;p66"/>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9" name="Google Shape;809;p66"/>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810" name="Google Shape;810;p66"/>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11" name="Google Shape;811;p66"/>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812" name="Google Shape;812;p66"/>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3" name="Google Shape;813;p66"/>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4" name="Google Shape;814;p66"/>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5" name="Google Shape;815;p66"/>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6" name="Google Shape;816;p66"/>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817" name="Google Shape;817;p66"/>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818" name="Google Shape;818;p66"/>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819" name="Google Shape;819;p66"/>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820" name="Google Shape;820;p66"/>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821" name="Shape 821"/>
        <p:cNvGrpSpPr/>
        <p:nvPr/>
      </p:nvGrpSpPr>
      <p:grpSpPr>
        <a:xfrm>
          <a:off x="0" y="0"/>
          <a:ext cx="0" cy="0"/>
          <a:chOff x="0" y="0"/>
          <a:chExt cx="0" cy="0"/>
        </a:xfrm>
      </p:grpSpPr>
      <p:sp>
        <p:nvSpPr>
          <p:cNvPr id="822" name="Google Shape;822;p67"/>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823" name="Google Shape;823;p67"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824" name="Google Shape;824;p67"/>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25" name="Google Shape;825;p67"/>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826" name="Google Shape;826;p67"/>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827" name="Shape 827"/>
        <p:cNvGrpSpPr/>
        <p:nvPr/>
      </p:nvGrpSpPr>
      <p:grpSpPr>
        <a:xfrm>
          <a:off x="0" y="0"/>
          <a:ext cx="0" cy="0"/>
          <a:chOff x="0" y="0"/>
          <a:chExt cx="0" cy="0"/>
        </a:xfrm>
      </p:grpSpPr>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828" name="Shape 828"/>
        <p:cNvGrpSpPr/>
        <p:nvPr/>
      </p:nvGrpSpPr>
      <p:grpSpPr>
        <a:xfrm>
          <a:off x="0" y="0"/>
          <a:ext cx="0" cy="0"/>
          <a:chOff x="0" y="0"/>
          <a:chExt cx="0" cy="0"/>
        </a:xfrm>
      </p:grpSpPr>
      <p:sp>
        <p:nvSpPr>
          <p:cNvPr id="829" name="Google Shape;829;p69"/>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830" name="Shape 830"/>
        <p:cNvGrpSpPr/>
        <p:nvPr/>
      </p:nvGrpSpPr>
      <p:grpSpPr>
        <a:xfrm>
          <a:off x="0" y="0"/>
          <a:ext cx="0" cy="0"/>
          <a:chOff x="0" y="0"/>
          <a:chExt cx="0" cy="0"/>
        </a:xfrm>
      </p:grpSpPr>
      <p:pic>
        <p:nvPicPr>
          <p:cNvPr id="831" name="Google Shape;831;p70"/>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832" name="Google Shape;832;p70"/>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833" name="Shape 833"/>
        <p:cNvGrpSpPr/>
        <p:nvPr/>
      </p:nvGrpSpPr>
      <p:grpSpPr>
        <a:xfrm>
          <a:off x="0" y="0"/>
          <a:ext cx="0" cy="0"/>
          <a:chOff x="0" y="0"/>
          <a:chExt cx="0" cy="0"/>
        </a:xfrm>
      </p:grpSpPr>
      <p:pic>
        <p:nvPicPr>
          <p:cNvPr id="834" name="Google Shape;834;p7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835" name="Shape 835"/>
        <p:cNvGrpSpPr/>
        <p:nvPr/>
      </p:nvGrpSpPr>
      <p:grpSpPr>
        <a:xfrm>
          <a:off x="0" y="0"/>
          <a:ext cx="0" cy="0"/>
          <a:chOff x="0" y="0"/>
          <a:chExt cx="0" cy="0"/>
        </a:xfrm>
      </p:grpSpPr>
      <p:pic>
        <p:nvPicPr>
          <p:cNvPr id="836" name="Google Shape;836;p7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37" name="Google Shape;837;p72" title="DF Slides for conversion_1920x1080 (6).001.jpeg"/>
          <p:cNvPicPr preferRelativeResize="0"/>
          <p:nvPr/>
        </p:nvPicPr>
        <p:blipFill rotWithShape="1">
          <a:blip r:embed="rId3">
            <a:alphaModFix/>
          </a:blip>
          <a:srcRect b="0" l="110" r="110" t="0"/>
          <a:stretch/>
        </p:blipFill>
        <p:spPr>
          <a:xfrm>
            <a:off x="-45350" y="-45346"/>
            <a:ext cx="18368626" cy="1035502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838" name="Shape 838"/>
        <p:cNvGrpSpPr/>
        <p:nvPr/>
      </p:nvGrpSpPr>
      <p:grpSpPr>
        <a:xfrm>
          <a:off x="0" y="0"/>
          <a:ext cx="0" cy="0"/>
          <a:chOff x="0" y="0"/>
          <a:chExt cx="0" cy="0"/>
        </a:xfrm>
      </p:grpSpPr>
      <p:pic>
        <p:nvPicPr>
          <p:cNvPr id="839" name="Google Shape;839;p7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40" name="Google Shape;840;p73" title="DF Slides for conversion_1920x1080 (6).002.jpeg"/>
          <p:cNvPicPr preferRelativeResize="0"/>
          <p:nvPr/>
        </p:nvPicPr>
        <p:blipFill rotWithShape="1">
          <a:blip r:embed="rId3">
            <a:alphaModFix/>
          </a:blip>
          <a:srcRect b="626" l="338" r="288" t="0"/>
          <a:stretch/>
        </p:blipFill>
        <p:spPr>
          <a:xfrm>
            <a:off x="0" y="0"/>
            <a:ext cx="18288000" cy="102870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841" name="Shape 841"/>
        <p:cNvGrpSpPr/>
        <p:nvPr/>
      </p:nvGrpSpPr>
      <p:grpSpPr>
        <a:xfrm>
          <a:off x="0" y="0"/>
          <a:ext cx="0" cy="0"/>
          <a:chOff x="0" y="0"/>
          <a:chExt cx="0" cy="0"/>
        </a:xfrm>
      </p:grpSpPr>
      <p:pic>
        <p:nvPicPr>
          <p:cNvPr id="842" name="Google Shape;842;p74"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843" name="Shape 843"/>
        <p:cNvGrpSpPr/>
        <p:nvPr/>
      </p:nvGrpSpPr>
      <p:grpSpPr>
        <a:xfrm>
          <a:off x="0" y="0"/>
          <a:ext cx="0" cy="0"/>
          <a:chOff x="0" y="0"/>
          <a:chExt cx="0" cy="0"/>
        </a:xfrm>
      </p:grpSpPr>
      <p:pic>
        <p:nvPicPr>
          <p:cNvPr id="844" name="Google Shape;844;p75" title="DF Slides for conversion_1920x1080.001.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845" name="Shape 845"/>
        <p:cNvGrpSpPr/>
        <p:nvPr/>
      </p:nvGrpSpPr>
      <p:grpSpPr>
        <a:xfrm>
          <a:off x="0" y="0"/>
          <a:ext cx="0" cy="0"/>
          <a:chOff x="0" y="0"/>
          <a:chExt cx="0" cy="0"/>
        </a:xfrm>
      </p:grpSpPr>
      <p:pic>
        <p:nvPicPr>
          <p:cNvPr id="846" name="Google Shape;846;p76" title="DF Slides for conversion_1920x1080 (6).004.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847" name="Shape 847"/>
        <p:cNvGrpSpPr/>
        <p:nvPr/>
      </p:nvGrpSpPr>
      <p:grpSpPr>
        <a:xfrm>
          <a:off x="0" y="0"/>
          <a:ext cx="0" cy="0"/>
          <a:chOff x="0" y="0"/>
          <a:chExt cx="0" cy="0"/>
        </a:xfrm>
      </p:grpSpPr>
      <p:pic>
        <p:nvPicPr>
          <p:cNvPr id="848" name="Google Shape;848;p77"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849" name="Shape 849"/>
        <p:cNvGrpSpPr/>
        <p:nvPr/>
      </p:nvGrpSpPr>
      <p:grpSpPr>
        <a:xfrm>
          <a:off x="0" y="0"/>
          <a:ext cx="0" cy="0"/>
          <a:chOff x="0" y="0"/>
          <a:chExt cx="0" cy="0"/>
        </a:xfrm>
      </p:grpSpPr>
      <p:pic>
        <p:nvPicPr>
          <p:cNvPr id="850" name="Google Shape;850;p78"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851" name="Shape 851"/>
        <p:cNvGrpSpPr/>
        <p:nvPr/>
      </p:nvGrpSpPr>
      <p:grpSpPr>
        <a:xfrm>
          <a:off x="0" y="0"/>
          <a:ext cx="0" cy="0"/>
          <a:chOff x="0" y="0"/>
          <a:chExt cx="0" cy="0"/>
        </a:xfrm>
      </p:grpSpPr>
      <p:sp>
        <p:nvSpPr>
          <p:cNvPr id="852" name="Google Shape;852;p79"/>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853" name="Shape 853"/>
        <p:cNvGrpSpPr/>
        <p:nvPr/>
      </p:nvGrpSpPr>
      <p:grpSpPr>
        <a:xfrm>
          <a:off x="0" y="0"/>
          <a:ext cx="0" cy="0"/>
          <a:chOff x="0" y="0"/>
          <a:chExt cx="0" cy="0"/>
        </a:xfrm>
      </p:grpSpPr>
      <p:pic>
        <p:nvPicPr>
          <p:cNvPr id="854" name="Google Shape;854;p8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855" name="Google Shape;855;p80"/>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856" name="Shape 856"/>
        <p:cNvGrpSpPr/>
        <p:nvPr/>
      </p:nvGrpSpPr>
      <p:grpSpPr>
        <a:xfrm>
          <a:off x="0" y="0"/>
          <a:ext cx="0" cy="0"/>
          <a:chOff x="0" y="0"/>
          <a:chExt cx="0" cy="0"/>
        </a:xfrm>
      </p:grpSpPr>
      <p:sp>
        <p:nvSpPr>
          <p:cNvPr id="857" name="Google Shape;857;p81"/>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858" name="Google Shape;858;p81"/>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59" name="Google Shape;859;p81"/>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860" name="Google Shape;860;p81"/>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861" name="Google Shape;861;p81"/>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62" name="Google Shape;862;p81"/>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863" name="Google Shape;863;p81"/>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64" name="Google Shape;864;p81"/>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865" name="Google Shape;865;p81"/>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866" name="Google Shape;866;p81"/>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867" name="Google Shape;867;p81"/>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868" name="Google Shape;868;p81"/>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869" name="Google Shape;869;p81"/>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870" name="Google Shape;870;p81"/>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871" name="Google Shape;871;p81"/>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872" name="Google Shape;872;p81"/>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873" name="Google Shape;873;p81"/>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874" name="Google Shape;874;p81"/>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875" name="Google Shape;875;p81"/>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876" name="Google Shape;876;p81"/>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877" name="Google Shape;877;p81"/>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878" name="Google Shape;878;p81"/>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879" name="Google Shape;879;p81"/>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880" name="Google Shape;880;p81"/>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1" name="Google Shape;881;p81"/>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82" name="Google Shape;882;p81"/>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3" name="Google Shape;883;p81"/>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884" name="Google Shape;884;p81"/>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5" name="Google Shape;885;p81"/>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6" name="Google Shape;886;p81"/>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7" name="Google Shape;887;p81"/>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8" name="Google Shape;888;p81"/>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9" name="Google Shape;889;p81"/>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0" name="Google Shape;890;p81"/>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1" name="Google Shape;891;p81"/>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2" name="Google Shape;892;p81"/>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3" name="Google Shape;893;p81"/>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4" name="Google Shape;894;p81"/>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5" name="Google Shape;895;p81"/>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6" name="Google Shape;896;p81"/>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7" name="Google Shape;897;p81"/>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8" name="Google Shape;898;p81"/>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9" name="Google Shape;899;p81"/>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0" name="Google Shape;900;p81"/>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1" name="Google Shape;901;p81"/>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2" name="Google Shape;902;p81"/>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3" name="Google Shape;903;p81"/>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4" name="Google Shape;904;p81"/>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5" name="Google Shape;905;p81"/>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6" name="Google Shape;906;p81"/>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7" name="Google Shape;907;p81"/>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8" name="Google Shape;908;p81"/>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9" name="Google Shape;909;p81"/>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0" name="Google Shape;910;p81"/>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1" name="Google Shape;911;p81"/>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2" name="Google Shape;912;p81"/>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3" name="Google Shape;913;p81"/>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4" name="Google Shape;914;p81"/>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5" name="Google Shape;915;p81"/>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6" name="Google Shape;916;p81"/>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7" name="Google Shape;917;p81"/>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8" name="Google Shape;918;p81"/>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9" name="Google Shape;919;p81"/>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0" name="Google Shape;920;p81"/>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1" name="Google Shape;921;p81"/>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2" name="Google Shape;922;p81"/>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3" name="Google Shape;923;p81"/>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4" name="Google Shape;924;p81"/>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5" name="Google Shape;925;p81"/>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6" name="Google Shape;926;p81"/>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7" name="Google Shape;927;p81"/>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8" name="Google Shape;928;p81"/>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9" name="Google Shape;929;p81"/>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0" name="Google Shape;930;p81"/>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1" name="Google Shape;931;p81"/>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932" name="Google Shape;932;p81"/>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933" name="Google Shape;933;p81"/>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934" name="Google Shape;934;p81"/>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935" name="Google Shape;935;p81"/>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936" name="Google Shape;936;p81"/>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937" name="Google Shape;937;p81"/>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38" name="Google Shape;938;p81"/>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939" name="Google Shape;939;p81"/>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940" name="Google Shape;940;p81"/>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941" name="Google Shape;941;p81"/>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42" name="Google Shape;942;p81"/>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943" name="Google Shape;943;p81"/>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944" name="Google Shape;944;p81"/>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945" name="Google Shape;945;p81"/>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946" name="Google Shape;946;p81"/>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947" name="Google Shape;947;p81"/>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948" name="Google Shape;948;p81"/>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949" name="Google Shape;949;p81"/>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950" name="Google Shape;950;p81"/>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951" name="Google Shape;951;p81"/>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952" name="Google Shape;952;p81"/>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953" name="Google Shape;953;p81"/>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954" name="Google Shape;954;p81"/>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955" name="Google Shape;955;p81"/>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956" name="Google Shape;956;p81"/>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957" name="Google Shape;957;p81"/>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958" name="Google Shape;958;p81"/>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959" name="Google Shape;959;p81"/>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960" name="Google Shape;960;p81"/>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961" name="Google Shape;961;p81"/>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962" name="Google Shape;962;p81"/>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963" name="Google Shape;963;p81"/>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964" name="Google Shape;964;p81"/>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965" name="Google Shape;965;p81"/>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966" name="Google Shape;966;p81"/>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967" name="Google Shape;967;p81"/>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968" name="Google Shape;968;p81"/>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969" name="Google Shape;969;p81"/>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970" name="Google Shape;970;p81"/>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971" name="Google Shape;971;p81"/>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972" name="Google Shape;972;p81"/>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973" name="Google Shape;973;p81"/>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974" name="Google Shape;974;p81"/>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975" name="Google Shape;975;p81"/>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976" name="Google Shape;976;p81"/>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977" name="Google Shape;977;p81"/>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978" name="Google Shape;978;p81"/>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979" name="Google Shape;979;p81"/>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980" name="Google Shape;980;p81"/>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981" name="Google Shape;981;p81"/>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982" name="Google Shape;982;p81"/>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983" name="Google Shape;983;p81"/>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984" name="Google Shape;984;p81"/>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5" name="Google Shape;985;p81"/>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6" name="Google Shape;986;p81"/>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987" name="Google Shape;987;p81"/>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988" name="Google Shape;988;p81"/>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989" name="Google Shape;989;p81"/>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990" name="Google Shape;990;p81"/>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1" name="Google Shape;991;p81"/>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992" name="Google Shape;992;p81"/>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993" name="Google Shape;993;p81"/>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994" name="Google Shape;994;p81"/>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995" name="Google Shape;995;p81"/>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996" name="Google Shape;996;p81"/>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7" name="Google Shape;997;p81"/>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998" name="Google Shape;998;p81"/>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9" name="Google Shape;999;p81"/>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000" name="Google Shape;1000;p81"/>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1" name="Google Shape;1001;p81"/>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2" name="Google Shape;1002;p81"/>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3" name="Google Shape;1003;p81"/>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4" name="Google Shape;1004;p81"/>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5" name="Google Shape;1005;p81"/>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6" name="Google Shape;1006;p81"/>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7" name="Google Shape;1007;p81"/>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8" name="Google Shape;1008;p81"/>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9" name="Google Shape;1009;p81"/>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0" name="Google Shape;1010;p81"/>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1" name="Google Shape;1011;p81"/>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2" name="Google Shape;1012;p81"/>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3" name="Google Shape;1013;p81"/>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4" name="Google Shape;1014;p81"/>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5" name="Google Shape;1015;p81"/>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6" name="Google Shape;1016;p81"/>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7" name="Google Shape;1017;p81"/>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8" name="Google Shape;1018;p81"/>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9" name="Google Shape;1019;p81"/>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0" name="Google Shape;1020;p81"/>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1" name="Google Shape;1021;p81"/>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2" name="Google Shape;1022;p81"/>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3" name="Google Shape;1023;p81"/>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4" name="Google Shape;1024;p81"/>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5" name="Google Shape;1025;p81"/>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6" name="Google Shape;1026;p81"/>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7" name="Google Shape;1027;p81"/>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8" name="Google Shape;1028;p81"/>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9" name="Google Shape;1029;p81"/>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0" name="Google Shape;1030;p81"/>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1" name="Google Shape;1031;p81"/>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2" name="Google Shape;1032;p81"/>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3" name="Google Shape;1033;p81"/>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4" name="Google Shape;1034;p81"/>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5" name="Google Shape;1035;p81"/>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6" name="Google Shape;1036;p81"/>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7" name="Google Shape;1037;p81"/>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8" name="Google Shape;1038;p81"/>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9" name="Google Shape;1039;p81"/>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0" name="Google Shape;1040;p81"/>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1" name="Google Shape;1041;p81"/>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1042" name="Google Shape;1042;p81"/>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1043" name="Google Shape;1043;p81"/>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1044" name="Google Shape;1044;p81"/>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1045" name="Google Shape;1045;p81"/>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1046" name="Google Shape;1046;p81"/>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1047" name="Google Shape;1047;p81"/>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1048" name="Google Shape;1048;p81"/>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49" name="Google Shape;1049;p81"/>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1050" name="Google Shape;1050;p81"/>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1051" name="Google Shape;1051;p81"/>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1052" name="Google Shape;1052;p81"/>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1053" name="Google Shape;1053;p81"/>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1054" name="Google Shape;1054;p81"/>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1055" name="Google Shape;1055;p81"/>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1056" name="Google Shape;1056;p81"/>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1057" name="Google Shape;1057;p81"/>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1058" name="Google Shape;1058;p81"/>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59" name="Google Shape;1059;p81"/>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1060" name="Google Shape;1060;p81"/>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1061" name="Google Shape;1061;p81"/>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1062" name="Google Shape;1062;p81"/>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1063" name="Google Shape;1063;p81"/>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1064" name="Google Shape;1064;p81"/>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1065" name="Google Shape;1065;p81"/>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1066" name="Google Shape;1066;p81"/>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1067" name="Google Shape;1067;p81"/>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1068" name="Google Shape;1068;p81"/>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69" name="Google Shape;1069;p81"/>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1070" name="Google Shape;1070;p81"/>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1071" name="Google Shape;1071;p81"/>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1072" name="Google Shape;1072;p81"/>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1073" name="Google Shape;1073;p81"/>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1074" name="Google Shape;1074;p81"/>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1075" name="Google Shape;1075;p81"/>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1076" name="Google Shape;1076;p81"/>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1077" name="Google Shape;1077;p81"/>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1078" name="Google Shape;1078;p81"/>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1079" name="Google Shape;1079;p81"/>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1080" name="Google Shape;1080;p81"/>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1081" name="Google Shape;1081;p81"/>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1082" name="Google Shape;1082;p81"/>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1083" name="Google Shape;1083;p81"/>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1084" name="Google Shape;1084;p81"/>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1085" name="Google Shape;1085;p81"/>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1086" name="Google Shape;1086;p81"/>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1087" name="Google Shape;1087;p81"/>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1088" name="Google Shape;1088;p81"/>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1089" name="Google Shape;1089;p81"/>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1090" name="Google Shape;1090;p81"/>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1091" name="Google Shape;1091;p81"/>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1092" name="Google Shape;1092;p81"/>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1093" name="Google Shape;1093;p81"/>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1094" name="Google Shape;1094;p81"/>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1095" name="Google Shape;1095;p81"/>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96" name="Google Shape;1096;p81"/>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1097" name="Google Shape;1097;p81"/>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8" name="Google Shape;1098;p81"/>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9" name="Google Shape;1099;p81"/>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1100" name="Google Shape;1100;p81"/>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1101" name="Google Shape;1101;p81"/>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1102" name="Google Shape;1102;p81"/>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1103" name="Google Shape;1103;p81"/>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1104" name="Google Shape;1104;p81"/>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1105" name="Google Shape;1105;p81"/>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1106" name="Google Shape;1106;p81"/>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1107" name="Google Shape;1107;p81"/>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1108" name="Google Shape;1108;p81"/>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1109" name="Google Shape;1109;p81"/>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1110" name="Google Shape;1110;p81"/>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1111" name="Google Shape;1111;p81"/>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1112" name="Google Shape;1112;p81"/>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3" name="Google Shape;1113;p81"/>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4" name="Google Shape;1114;p81"/>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5" name="Google Shape;1115;p81"/>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6" name="Google Shape;1116;p81"/>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7" name="Google Shape;1117;p81"/>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8" name="Google Shape;1118;p81"/>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9" name="Google Shape;1119;p81"/>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0" name="Google Shape;1120;p81"/>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1121" name="Google Shape;1121;p81"/>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2" name="Google Shape;1122;p81"/>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3" name="Google Shape;1123;p81"/>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4" name="Google Shape;1124;p81"/>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5" name="Google Shape;1125;p81"/>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126" name="Google Shape;1126;p81"/>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127" name="Google Shape;1127;p81"/>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128" name="Google Shape;1128;p81"/>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129" name="Google Shape;1129;p81"/>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1130" name="Google Shape;1130;p81"/>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1131" name="Google Shape;1131;p81"/>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1132" name="Google Shape;1132;p81"/>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1133" name="Google Shape;1133;p81"/>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4" name="Google Shape;1134;p81"/>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5" name="Google Shape;1135;p81"/>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6" name="Google Shape;1136;p81"/>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7" name="Google Shape;1137;p81"/>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8" name="Google Shape;1138;p81"/>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9" name="Google Shape;1139;p81"/>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0" name="Google Shape;1140;p81"/>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1" name="Google Shape;1141;p81"/>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2" name="Google Shape;1142;p81"/>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3" name="Google Shape;1143;p81"/>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4" name="Google Shape;1144;p81"/>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5" name="Google Shape;1145;p81"/>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6" name="Google Shape;1146;p81"/>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7" name="Google Shape;1147;p81"/>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8" name="Google Shape;1148;p81"/>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9" name="Google Shape;1149;p81"/>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0" name="Google Shape;1150;p81"/>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1" name="Google Shape;1151;p81"/>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2" name="Google Shape;1152;p81"/>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3" name="Google Shape;1153;p81"/>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4" name="Google Shape;1154;p81"/>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5" name="Google Shape;1155;p81"/>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6" name="Google Shape;1156;p81"/>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7" name="Google Shape;1157;p81"/>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8" name="Google Shape;1158;p81"/>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1159" name="Google Shape;1159;p81"/>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0" name="Google Shape;1160;p81"/>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1" name="Google Shape;1161;p81"/>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1162" name="Google Shape;1162;p81"/>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1163" name="Google Shape;1163;p81"/>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1164" name="Google Shape;1164;p81"/>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1165" name="Google Shape;1165;p81"/>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1166" name="Google Shape;1166;p81"/>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1167" name="Google Shape;1167;p81"/>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1168" name="Google Shape;1168;p81"/>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1169" name="Google Shape;1169;p81"/>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1170" name="Google Shape;1170;p81"/>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1171" name="Google Shape;1171;p81"/>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1172" name="Google Shape;1172;p81"/>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1173" name="Google Shape;1173;p81"/>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4" name="Google Shape;1174;p81"/>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5" name="Google Shape;1175;p81"/>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6" name="Google Shape;1176;p81"/>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7" name="Google Shape;1177;p81"/>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1178" name="Google Shape;1178;p81"/>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9" name="Google Shape;1179;p81"/>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1180" name="Google Shape;1180;p81"/>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1181" name="Google Shape;1181;p81"/>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1182" name="Google Shape;1182;p81"/>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1183" name="Google Shape;1183;p81"/>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1184" name="Google Shape;1184;p81"/>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1185" name="Google Shape;1185;p81"/>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1186" name="Google Shape;1186;p81"/>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1187" name="Google Shape;1187;p81"/>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1188" name="Google Shape;1188;p81"/>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1189" name="Google Shape;1189;p81"/>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1190" name="Google Shape;1190;p81"/>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1191" name="Google Shape;1191;p81"/>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1192" name="Google Shape;1192;p81"/>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1193" name="Google Shape;1193;p81"/>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1194" name="Google Shape;1194;p81"/>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1195" name="Google Shape;1195;p81"/>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1196" name="Google Shape;1196;p81"/>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1197" name="Google Shape;1197;p81"/>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1198" name="Google Shape;1198;p81"/>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1199" name="Google Shape;1199;p81"/>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1200" name="Google Shape;1200;p81"/>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1201" name="Google Shape;1201;p81"/>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1202" name="Google Shape;1202;p81"/>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1203" name="Google Shape;1203;p81"/>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1204" name="Google Shape;1204;p81"/>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1205" name="Google Shape;1205;p81"/>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1206" name="Google Shape;1206;p81"/>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1207" name="Google Shape;1207;p81"/>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1208" name="Google Shape;1208;p81"/>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1209" name="Google Shape;1209;p81"/>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1210" name="Google Shape;1210;p81"/>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1211" name="Google Shape;1211;p81"/>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1212" name="Google Shape;1212;p81"/>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1213" name="Google Shape;1213;p81"/>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1214" name="Google Shape;1214;p81"/>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1215" name="Google Shape;1215;p81"/>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1216" name="Google Shape;1216;p81"/>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1217" name="Google Shape;1217;p81"/>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1218" name="Google Shape;1218;p81"/>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1219" name="Google Shape;1219;p81"/>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1220" name="Google Shape;1220;p81"/>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1221" name="Google Shape;1221;p81"/>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1222" name="Google Shape;1222;p81"/>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1223" name="Google Shape;1223;p81"/>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1224" name="Google Shape;1224;p81"/>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1225" name="Google Shape;1225;p81"/>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1226" name="Google Shape;1226;p81"/>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1227" name="Google Shape;1227;p81"/>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1228" name="Google Shape;1228;p81"/>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1229" name="Google Shape;1229;p81"/>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1230" name="Google Shape;1230;p81"/>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1231" name="Google Shape;1231;p81"/>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1232" name="Google Shape;1232;p81"/>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1233" name="Google Shape;1233;p81"/>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1234" name="Google Shape;1234;p81"/>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1235" name="Google Shape;1235;p81"/>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6" name="Google Shape;1236;p81"/>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7" name="Google Shape;1237;p81"/>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8" name="Google Shape;1238;p81"/>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1239" name="Google Shape;1239;p81"/>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1240" name="Google Shape;1240;p81"/>
          <p:cNvGrpSpPr/>
          <p:nvPr/>
        </p:nvGrpSpPr>
        <p:grpSpPr>
          <a:xfrm>
            <a:off x="5987400" y="1143000"/>
            <a:ext cx="6313200" cy="312153"/>
            <a:chOff x="18111450" y="1344920"/>
            <a:chExt cx="6313200" cy="312153"/>
          </a:xfrm>
        </p:grpSpPr>
        <p:sp>
          <p:nvSpPr>
            <p:cNvPr id="1241" name="Google Shape;1241;p81"/>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242" name="Google Shape;1242;p81"/>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3" name="Google Shape;1243;p81"/>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244" name="Google Shape;1244;p81"/>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5" name="Google Shape;1245;p81"/>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6" name="Google Shape;1246;p81"/>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247" name="Google Shape;1247;p81"/>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248" name="Google Shape;1248;p81"/>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249" name="Google Shape;1249;p81"/>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1250" name="Shape 1250"/>
        <p:cNvGrpSpPr/>
        <p:nvPr/>
      </p:nvGrpSpPr>
      <p:grpSpPr>
        <a:xfrm>
          <a:off x="0" y="0"/>
          <a:ext cx="0" cy="0"/>
          <a:chOff x="0" y="0"/>
          <a:chExt cx="0" cy="0"/>
        </a:xfrm>
      </p:grpSpPr>
      <p:sp>
        <p:nvSpPr>
          <p:cNvPr id="1251" name="Google Shape;1251;p82"/>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1252" name="Google Shape;1252;p82"/>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1253" name="Google Shape;1253;p82"/>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1254" name="Google Shape;1254;p82"/>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5" name="Google Shape;1255;p82"/>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1256" name="Google Shape;1256;p82"/>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7" name="Google Shape;1257;p82"/>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1258" name="Google Shape;1258;p82"/>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9" name="Google Shape;1259;p82"/>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1260" name="Google Shape;1260;p82"/>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1" name="Google Shape;1261;p82"/>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1262" name="Google Shape;1262;p82"/>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3" name="Google Shape;1263;p82"/>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1264" name="Google Shape;1264;p82"/>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1265" name="Google Shape;1265;p82"/>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1266" name="Google Shape;1266;p82"/>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1267" name="Google Shape;1267;p82"/>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1268" name="Google Shape;1268;p82"/>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1269" name="Google Shape;1269;p82"/>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1270" name="Google Shape;1270;p82"/>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1" name="Google Shape;1271;p82"/>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1272" name="Google Shape;1272;p82"/>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1273" name="Google Shape;1273;p82"/>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4" name="Google Shape;1274;p82"/>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5" name="Google Shape;1275;p82"/>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1276" name="Google Shape;1276;p82"/>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1277" name="Google Shape;1277;p82"/>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278" name="Google Shape;1278;p82"/>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1279" name="Google Shape;1279;p82"/>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1280" name="Google Shape;1280;p82"/>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1281" name="Google Shape;1281;p82"/>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1282" name="Google Shape;1282;p82"/>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283" name="Google Shape;1283;p82"/>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4" name="Google Shape;1284;p82"/>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285" name="Google Shape;1285;p82"/>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6" name="Google Shape;1286;p82"/>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287" name="Google Shape;1287;p82"/>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8" name="Google Shape;1288;p82"/>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1289" name="Google Shape;1289;p82"/>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0" name="Google Shape;1290;p82"/>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1291" name="Google Shape;1291;p82"/>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2" name="Google Shape;1292;p82"/>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1293" name="Google Shape;1293;p82"/>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4" name="Google Shape;1294;p82"/>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5" name="Google Shape;1295;p82"/>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1296" name="Google Shape;1296;p82"/>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7" name="Google Shape;1297;p82"/>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1298" name="Google Shape;1298;p82"/>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9" name="Google Shape;1299;p82"/>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1300" name="Google Shape;1300;p82"/>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1" name="Google Shape;1301;p82"/>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1302" name="Google Shape;1302;p82"/>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3" name="Google Shape;1303;p82"/>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1304" name="Google Shape;1304;p82"/>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5" name="Google Shape;1305;p82"/>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1306" name="Google Shape;1306;p82"/>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7" name="Google Shape;1307;p82"/>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1308" name="Google Shape;1308;p82"/>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9" name="Google Shape;1309;p82"/>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0" name="Google Shape;1310;p82"/>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1" name="Google Shape;1311;p82"/>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1312" name="Google Shape;1312;p82"/>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3" name="Google Shape;1313;p82"/>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1314" name="Google Shape;1314;p82"/>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5" name="Google Shape;1315;p82"/>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6" name="Google Shape;1316;p82"/>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7" name="Google Shape;1317;p82"/>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1318" name="Google Shape;1318;p82"/>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9" name="Google Shape;1319;p82"/>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1320" name="Google Shape;1320;p82"/>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1" name="Google Shape;1321;p82"/>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1322" name="Google Shape;1322;p82"/>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3" name="Google Shape;1323;p82"/>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1324" name="Google Shape;1324;p82"/>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5" name="Google Shape;1325;p82"/>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1326" name="Google Shape;1326;p82"/>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7" name="Google Shape;1327;p82"/>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1328" name="Google Shape;1328;p82"/>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9" name="Google Shape;1329;p82"/>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30" name="Google Shape;1330;p82"/>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1" name="Google Shape;1331;p82"/>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1332" name="Google Shape;1332;p82"/>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3" name="Google Shape;1333;p82"/>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1334" name="Google Shape;1334;p82"/>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5" name="Google Shape;1335;p82"/>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1336" name="Google Shape;1336;p82"/>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7" name="Google Shape;1337;p82"/>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1338" name="Google Shape;1338;p82"/>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9" name="Google Shape;1339;p82"/>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1340" name="Google Shape;1340;p82"/>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1" name="Google Shape;1341;p82"/>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1342" name="Google Shape;1342;p82"/>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3" name="Google Shape;1343;p82"/>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1344" name="Google Shape;1344;p82"/>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5" name="Google Shape;1345;p82"/>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346" name="Google Shape;1346;p82"/>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347" name="Google Shape;1347;p82"/>
          <p:cNvGrpSpPr/>
          <p:nvPr/>
        </p:nvGrpSpPr>
        <p:grpSpPr>
          <a:xfrm>
            <a:off x="755165" y="1921709"/>
            <a:ext cx="1322400" cy="449700"/>
            <a:chOff x="755165" y="1828821"/>
            <a:chExt cx="1322400" cy="449700"/>
          </a:xfrm>
        </p:grpSpPr>
        <p:sp>
          <p:nvSpPr>
            <p:cNvPr id="1348" name="Google Shape;134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49" name="Google Shape;134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1350" name="Google Shape;1350;p82"/>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351" name="Google Shape;1351;p82"/>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1352" name="Google Shape;1352;p82"/>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3" name="Google Shape;1353;p82"/>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1354" name="Google Shape;1354;p82"/>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5" name="Google Shape;1355;p82"/>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356" name="Google Shape;1356;p82"/>
          <p:cNvGrpSpPr/>
          <p:nvPr/>
        </p:nvGrpSpPr>
        <p:grpSpPr>
          <a:xfrm>
            <a:off x="755165" y="4519559"/>
            <a:ext cx="1322400" cy="449700"/>
            <a:chOff x="755165" y="1828821"/>
            <a:chExt cx="1322400" cy="449700"/>
          </a:xfrm>
        </p:grpSpPr>
        <p:sp>
          <p:nvSpPr>
            <p:cNvPr id="1357" name="Google Shape;1357;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58" name="Google Shape;1358;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1359" name="Google Shape;1359;p82"/>
          <p:cNvGrpSpPr/>
          <p:nvPr/>
        </p:nvGrpSpPr>
        <p:grpSpPr>
          <a:xfrm>
            <a:off x="755165" y="8686534"/>
            <a:ext cx="1322400" cy="449700"/>
            <a:chOff x="755165" y="1828821"/>
            <a:chExt cx="1322400" cy="449700"/>
          </a:xfrm>
        </p:grpSpPr>
        <p:sp>
          <p:nvSpPr>
            <p:cNvPr id="1360" name="Google Shape;1360;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61" name="Google Shape;1361;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1362" name="Google Shape;1362;p82"/>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1363" name="Google Shape;1363;p82"/>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1364" name="Google Shape;1364;p82"/>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1365" name="Google Shape;1365;p82"/>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1366" name="Google Shape;1366;p82"/>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1367" name="Google Shape;1367;p82"/>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1368" name="Google Shape;1368;p82"/>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1369" name="Google Shape;1369;p82"/>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1370" name="Google Shape;1370;p82"/>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1371" name="Google Shape;1371;p82"/>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1372" name="Google Shape;1372;p82"/>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3" name="Google Shape;1373;p82"/>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4" name="Google Shape;1374;p82"/>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1375" name="Google Shape;1375;p82"/>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376" name="Google Shape;1376;p82"/>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377" name="Google Shape;1377;p82"/>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1378" name="Google Shape;1378;p82"/>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1379" name="Google Shape;1379;p82"/>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1380" name="Google Shape;1380;p82"/>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1" name="Google Shape;1381;p82"/>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1382" name="Google Shape;1382;p82"/>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3" name="Google Shape;1383;p82"/>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84" name="Google Shape;1384;p82"/>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5" name="Google Shape;1385;p82"/>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1386" name="Google Shape;1386;p82"/>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7" name="Google Shape;1387;p82"/>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1388" name="Google Shape;1388;p82"/>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9" name="Google Shape;1389;p82"/>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1390" name="Google Shape;1390;p82"/>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1" name="Google Shape;1391;p82"/>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1392" name="Google Shape;1392;p82"/>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3" name="Google Shape;1393;p82"/>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1394" name="Google Shape;1394;p82"/>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5" name="Google Shape;1395;p82"/>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1396" name="Google Shape;1396;p82"/>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7" name="Google Shape;1397;p82"/>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1398" name="Google Shape;1398;p82"/>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9" name="Google Shape;1399;p82"/>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1400" name="Google Shape;1400;p82"/>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1" name="Google Shape;1401;p82"/>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1402" name="Google Shape;1402;p82"/>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3" name="Google Shape;1403;p82"/>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1404" name="Google Shape;1404;p82"/>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5" name="Google Shape;1405;p82"/>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1406" name="Google Shape;1406;p82"/>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7" name="Google Shape;1407;p82"/>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1408" name="Google Shape;1408;p82"/>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9" name="Google Shape;1409;p82"/>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1410" name="Google Shape;1410;p82"/>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1" name="Google Shape;1411;p82"/>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1412" name="Google Shape;1412;p82"/>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3" name="Google Shape;1413;p82"/>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1414" name="Google Shape;1414;p82"/>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5" name="Google Shape;1415;p82"/>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1416" name="Google Shape;1416;p82"/>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7" name="Google Shape;1417;p82"/>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1418" name="Google Shape;1418;p82"/>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9" name="Google Shape;1419;p82"/>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1420" name="Google Shape;1420;p82"/>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1" name="Google Shape;1421;p82"/>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1422" name="Google Shape;1422;p82"/>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1423" name="Google Shape;1423;p82"/>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1424" name="Google Shape;1424;p82"/>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5" name="Google Shape;1425;p82"/>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1426" name="Google Shape;1426;p82"/>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7" name="Google Shape;1427;p82"/>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1428" name="Google Shape;1428;p82"/>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9" name="Google Shape;1429;p82"/>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1430" name="Google Shape;1430;p82"/>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1" name="Google Shape;1431;p82"/>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1432" name="Google Shape;1432;p82"/>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3" name="Google Shape;1433;p82"/>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1434" name="Google Shape;1434;p82"/>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5" name="Google Shape;1435;p82"/>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1436" name="Google Shape;1436;p82"/>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7" name="Google Shape;1437;p82"/>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1438" name="Google Shape;1438;p82"/>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9" name="Google Shape;1439;p82"/>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1440" name="Google Shape;1440;p82"/>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1" name="Google Shape;1441;p82"/>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1442" name="Google Shape;1442;p82"/>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3" name="Google Shape;1443;p82"/>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1444" name="Google Shape;1444;p82"/>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5" name="Google Shape;1445;p82"/>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1446" name="Google Shape;1446;p82"/>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7" name="Google Shape;1447;p82"/>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1448" name="Google Shape;1448;p82"/>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9" name="Google Shape;1449;p82"/>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1450" name="Google Shape;1450;p82"/>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1" name="Google Shape;1451;p82"/>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1452" name="Google Shape;1452;p82"/>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3" name="Google Shape;1453;p82"/>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1454" name="Google Shape;1454;p82"/>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5" name="Google Shape;1455;p82"/>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1456" name="Google Shape;1456;p82"/>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457" name="Google Shape;1457;p82"/>
          <p:cNvGrpSpPr/>
          <p:nvPr/>
        </p:nvGrpSpPr>
        <p:grpSpPr>
          <a:xfrm>
            <a:off x="6692090" y="1921709"/>
            <a:ext cx="1322400" cy="449700"/>
            <a:chOff x="755165" y="1828821"/>
            <a:chExt cx="1322400" cy="449700"/>
          </a:xfrm>
        </p:grpSpPr>
        <p:sp>
          <p:nvSpPr>
            <p:cNvPr id="1458" name="Google Shape;145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59" name="Google Shape;145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1460" name="Google Shape;1460;p82"/>
          <p:cNvGrpSpPr/>
          <p:nvPr/>
        </p:nvGrpSpPr>
        <p:grpSpPr>
          <a:xfrm>
            <a:off x="6692090" y="2878284"/>
            <a:ext cx="1322400" cy="449700"/>
            <a:chOff x="755165" y="1828821"/>
            <a:chExt cx="1322400" cy="449700"/>
          </a:xfrm>
        </p:grpSpPr>
        <p:sp>
          <p:nvSpPr>
            <p:cNvPr id="1461" name="Google Shape;146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2" name="Google Shape;146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1463" name="Google Shape;1463;p82"/>
          <p:cNvGrpSpPr/>
          <p:nvPr/>
        </p:nvGrpSpPr>
        <p:grpSpPr>
          <a:xfrm>
            <a:off x="6692090" y="7639321"/>
            <a:ext cx="1322400" cy="449700"/>
            <a:chOff x="755165" y="1828821"/>
            <a:chExt cx="1322400" cy="449700"/>
          </a:xfrm>
        </p:grpSpPr>
        <p:sp>
          <p:nvSpPr>
            <p:cNvPr id="1464" name="Google Shape;1464;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5" name="Google Shape;1465;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466" name="Google Shape;1466;p82"/>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1467" name="Google Shape;1467;p82"/>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68" name="Google Shape;1468;p82"/>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469" name="Google Shape;1469;p82"/>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470" name="Google Shape;1470;p82"/>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471" name="Google Shape;1471;p82"/>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1472" name="Google Shape;1472;p82"/>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1473" name="Google Shape;1473;p82"/>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474" name="Google Shape;1474;p82"/>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475" name="Google Shape;1475;p82"/>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1476" name="Google Shape;1476;p82"/>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1477" name="Google Shape;1477;p82"/>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1478" name="Google Shape;1478;p82"/>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1479" name="Google Shape;1479;p82"/>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1480" name="Google Shape;1480;p82"/>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1481" name="Google Shape;1481;p82"/>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1482" name="Google Shape;1482;p82"/>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1483" name="Google Shape;1483;p82"/>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1484" name="Google Shape;1484;p82"/>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1485" name="Google Shape;1485;p82"/>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1486" name="Google Shape;1486;p82"/>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1487" name="Google Shape;1487;p82"/>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1488" name="Google Shape;1488;p82"/>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489" name="Google Shape;1489;p82"/>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1490" name="Google Shape;1490;p82"/>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491" name="Google Shape;1491;p82"/>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1492" name="Google Shape;1492;p82"/>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3" name="Google Shape;1493;p82"/>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1494" name="Google Shape;1494;p82"/>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5" name="Google Shape;1495;p82"/>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1496" name="Google Shape;1496;p82"/>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1497" name="Google Shape;1497;p82"/>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1498" name="Google Shape;1498;p82"/>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499" name="Google Shape;1499;p82"/>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1500" name="Google Shape;1500;p82"/>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1501" name="Google Shape;1501;p82"/>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2" name="Google Shape;1502;p82"/>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503" name="Google Shape;1503;p82"/>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4" name="Google Shape;1504;p82"/>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1505" name="Google Shape;1505;p82"/>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6" name="Google Shape;1506;p82"/>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1507" name="Google Shape;1507;p82"/>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8" name="Google Shape;1508;p82"/>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1509" name="Google Shape;1509;p82"/>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0" name="Google Shape;1510;p82"/>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1511" name="Google Shape;1511;p82"/>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2" name="Google Shape;1512;p82"/>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1513" name="Google Shape;1513;p82"/>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4" name="Google Shape;1514;p82"/>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1515" name="Google Shape;1515;p82"/>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6" name="Google Shape;1516;p82"/>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1517" name="Google Shape;1517;p82"/>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8" name="Google Shape;1518;p82"/>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1519" name="Google Shape;1519;p82"/>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0" name="Google Shape;1520;p82"/>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1521" name="Google Shape;1521;p82"/>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2" name="Google Shape;1522;p82"/>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1523" name="Google Shape;1523;p82"/>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4" name="Google Shape;1524;p82"/>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1525" name="Google Shape;1525;p82"/>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6" name="Google Shape;1526;p82"/>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1527" name="Google Shape;1527;p82"/>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8" name="Google Shape;1528;p82"/>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1529" name="Google Shape;1529;p82"/>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0" name="Google Shape;1530;p82"/>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1531" name="Google Shape;1531;p82"/>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2" name="Google Shape;1532;p82"/>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1533" name="Google Shape;1533;p82"/>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4" name="Google Shape;1534;p82"/>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1535" name="Google Shape;1535;p82"/>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6" name="Google Shape;1536;p82"/>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1537" name="Google Shape;1537;p82"/>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8" name="Google Shape;1538;p82"/>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1539" name="Google Shape;1539;p82"/>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0" name="Google Shape;1540;p82"/>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1541" name="Google Shape;1541;p82"/>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2" name="Google Shape;1542;p82"/>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1543" name="Google Shape;1543;p82"/>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4" name="Google Shape;1544;p82"/>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1545" name="Google Shape;1545;p82"/>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6" name="Google Shape;1546;p82"/>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1547" name="Google Shape;1547;p82"/>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8" name="Google Shape;1548;p82"/>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1549" name="Google Shape;1549;p82"/>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550" name="Google Shape;1550;p82"/>
          <p:cNvGrpSpPr/>
          <p:nvPr/>
        </p:nvGrpSpPr>
        <p:grpSpPr>
          <a:xfrm>
            <a:off x="11811002" y="1921709"/>
            <a:ext cx="1322400" cy="449700"/>
            <a:chOff x="755165" y="1828821"/>
            <a:chExt cx="1322400" cy="449700"/>
          </a:xfrm>
        </p:grpSpPr>
        <p:sp>
          <p:nvSpPr>
            <p:cNvPr id="1551" name="Google Shape;155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552" name="Google Shape;155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553" name="Google Shape;1553;p82"/>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554" name="Google Shape;1554;p82"/>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555" name="Google Shape;1555;p82"/>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1556" name="Google Shape;1556;p82"/>
          <p:cNvGrpSpPr/>
          <p:nvPr/>
        </p:nvGrpSpPr>
        <p:grpSpPr>
          <a:xfrm>
            <a:off x="5987400" y="1143000"/>
            <a:ext cx="6313200" cy="312153"/>
            <a:chOff x="18111450" y="1344920"/>
            <a:chExt cx="6313200" cy="312153"/>
          </a:xfrm>
        </p:grpSpPr>
        <p:sp>
          <p:nvSpPr>
            <p:cNvPr id="1557" name="Google Shape;1557;p82"/>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58" name="Google Shape;1558;p82"/>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59" name="Google Shape;1559;p82"/>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60" name="Google Shape;1560;p82"/>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1" name="Google Shape;1561;p82"/>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2" name="Google Shape;1562;p82"/>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63" name="Google Shape;1563;p82"/>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64" name="Google Shape;1564;p82"/>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65" name="Google Shape;1565;p82"/>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66" name="Google Shape;1566;p82"/>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7" name="Google Shape;1567;p82"/>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8" name="Google Shape;1568;p82"/>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1569" name="Shape 1569"/>
        <p:cNvGrpSpPr/>
        <p:nvPr/>
      </p:nvGrpSpPr>
      <p:grpSpPr>
        <a:xfrm>
          <a:off x="0" y="0"/>
          <a:ext cx="0" cy="0"/>
          <a:chOff x="0" y="0"/>
          <a:chExt cx="0" cy="0"/>
        </a:xfrm>
      </p:grpSpPr>
      <p:grpSp>
        <p:nvGrpSpPr>
          <p:cNvPr id="1570" name="Google Shape;1570;p83"/>
          <p:cNvGrpSpPr/>
          <p:nvPr/>
        </p:nvGrpSpPr>
        <p:grpSpPr>
          <a:xfrm>
            <a:off x="11456825" y="666750"/>
            <a:ext cx="6313200" cy="304786"/>
            <a:chOff x="18111450" y="1344920"/>
            <a:chExt cx="6313200" cy="312153"/>
          </a:xfrm>
        </p:grpSpPr>
        <p:sp>
          <p:nvSpPr>
            <p:cNvPr id="1571" name="Google Shape;1571;p83"/>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72" name="Google Shape;1572;p83"/>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3" name="Google Shape;1573;p83"/>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74" name="Google Shape;1574;p83"/>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5" name="Google Shape;1575;p83"/>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6" name="Google Shape;1576;p83"/>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77" name="Google Shape;1577;p83"/>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78" name="Google Shape;1578;p83"/>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79" name="Google Shape;1579;p83"/>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80" name="Google Shape;1580;p83"/>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1581" name="Google Shape;1581;p83"/>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1582" name="Google Shape;1582;p83"/>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3" name="Google Shape;1583;p83"/>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4" name="Google Shape;1584;p83"/>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5" name="Google Shape;1585;p83"/>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6" name="Google Shape;1586;p83"/>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7" name="Google Shape;1587;p83"/>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8" name="Google Shape;1588;p83"/>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9" name="Google Shape;1589;p83"/>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0" name="Google Shape;1590;p83"/>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1" name="Google Shape;1591;p83"/>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2" name="Google Shape;1592;p83"/>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3" name="Google Shape;1593;p83"/>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1594" name="Google Shape;1594;p83"/>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5" name="Google Shape;1595;p83"/>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1596" name="Google Shape;1596;p83"/>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7" name="Google Shape;1597;p83"/>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598" name="Google Shape;1598;p83"/>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9" name="Google Shape;1599;p83"/>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600" name="Google Shape;1600;p83"/>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1" name="Google Shape;1601;p83"/>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1602" name="Google Shape;1602;p83"/>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3" name="Google Shape;1603;p83"/>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1604" name="Google Shape;1604;p83"/>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5" name="Google Shape;1605;p83"/>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1606" name="Google Shape;1606;p83"/>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7" name="Google Shape;1607;p83"/>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1608" name="Google Shape;1608;p83"/>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9" name="Google Shape;1609;p83"/>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1610" name="Google Shape;1610;p83"/>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1" name="Google Shape;1611;p83"/>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1612" name="Google Shape;1612;p83"/>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3" name="Google Shape;1613;p83"/>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1614" name="Google Shape;1614;p83"/>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5" name="Google Shape;1615;p83"/>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616" name="Google Shape;1616;p83"/>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7" name="Google Shape;1617;p83"/>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1618" name="Google Shape;1618;p83"/>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1619" name="Google Shape;1619;p83"/>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0" name="Google Shape;1620;p83"/>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1621" name="Google Shape;1621;p83"/>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1622" name="Google Shape;1622;p83"/>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1623" name="Google Shape;1623;p83"/>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1624" name="Google Shape;1624;p83"/>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5" name="Google Shape;1625;p83"/>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1626" name="Google Shape;1626;p83"/>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7" name="Google Shape;1627;p83"/>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1628" name="Google Shape;1628;p83"/>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1629" name="Google Shape;1629;p83"/>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0" name="Google Shape;1630;p83"/>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1631" name="Google Shape;1631;p83"/>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2" name="Google Shape;1632;p83"/>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1633" name="Google Shape;1633;p83"/>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4" name="Google Shape;1634;p83"/>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35" name="Google Shape;1635;p83"/>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6" name="Google Shape;1636;p83"/>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1637" name="Google Shape;1637;p83"/>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8" name="Google Shape;1638;p83"/>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1639" name="Google Shape;1639;p83"/>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0" name="Google Shape;1640;p83"/>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1641" name="Google Shape;1641;p83"/>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1642" name="Google Shape;1642;p83"/>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1643" name="Google Shape;1643;p83"/>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1644" name="Google Shape;1644;p83"/>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1645" name="Google Shape;1645;p83"/>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1646" name="Google Shape;1646;p83"/>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7" name="Google Shape;1647;p83"/>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1648" name="Google Shape;1648;p83"/>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1649" name="Google Shape;1649;p83"/>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1650" name="Google Shape;1650;p83"/>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1651" name="Google Shape;1651;p83"/>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1652" name="Google Shape;1652;p83"/>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1653" name="Google Shape;1653;p83"/>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1654" name="Google Shape;1654;p83"/>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1655" name="Google Shape;1655;p83"/>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656" name="Google Shape;1656;p83"/>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1657" name="Google Shape;1657;p83"/>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1658" name="Google Shape;1658;p83"/>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1659" name="Google Shape;1659;p83"/>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60" name="Google Shape;1660;p83"/>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661" name="Google Shape;1661;p83"/>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662" name="Google Shape;1662;p83"/>
          <p:cNvGrpSpPr/>
          <p:nvPr/>
        </p:nvGrpSpPr>
        <p:grpSpPr>
          <a:xfrm>
            <a:off x="316638" y="1635959"/>
            <a:ext cx="1322400" cy="449700"/>
            <a:chOff x="755165" y="1828821"/>
            <a:chExt cx="1322400" cy="449700"/>
          </a:xfrm>
        </p:grpSpPr>
        <p:sp>
          <p:nvSpPr>
            <p:cNvPr id="1663" name="Google Shape;166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4" name="Google Shape;166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1665" name="Google Shape;1665;p83"/>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666" name="Google Shape;1666;p83"/>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667" name="Google Shape;1667;p83"/>
          <p:cNvGrpSpPr/>
          <p:nvPr/>
        </p:nvGrpSpPr>
        <p:grpSpPr>
          <a:xfrm>
            <a:off x="316638" y="4963046"/>
            <a:ext cx="1322400" cy="449700"/>
            <a:chOff x="755165" y="1828821"/>
            <a:chExt cx="1322400" cy="449700"/>
          </a:xfrm>
        </p:grpSpPr>
        <p:sp>
          <p:nvSpPr>
            <p:cNvPr id="1668" name="Google Shape;166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9" name="Google Shape;166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670" name="Google Shape;1670;p83"/>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1" name="Google Shape;1671;p83"/>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2" name="Google Shape;1672;p83"/>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1673" name="Google Shape;1673;p83"/>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4" name="Google Shape;1674;p83"/>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1675" name="Google Shape;1675;p83"/>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6" name="Google Shape;1676;p83"/>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1677" name="Google Shape;1677;p83"/>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8" name="Google Shape;1678;p83"/>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1679" name="Google Shape;1679;p83"/>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1680" name="Google Shape;1680;p83"/>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1" name="Google Shape;1681;p83"/>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1682" name="Google Shape;1682;p83"/>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3" name="Google Shape;1683;p83"/>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1684" name="Google Shape;1684;p83"/>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5" name="Google Shape;1685;p83"/>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1686" name="Google Shape;1686;p83"/>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7" name="Google Shape;1687;p83"/>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88" name="Google Shape;1688;p83"/>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1689" name="Google Shape;1689;p83"/>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0" name="Google Shape;1690;p83"/>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91" name="Google Shape;1691;p83"/>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2" name="Google Shape;1692;p83"/>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1693" name="Google Shape;1693;p83"/>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4" name="Google Shape;1694;p83"/>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1695" name="Google Shape;1695;p83"/>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1696" name="Google Shape;1696;p83"/>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7" name="Google Shape;1697;p83"/>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1698" name="Google Shape;1698;p83"/>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9" name="Google Shape;1699;p83"/>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1700" name="Google Shape;1700;p83"/>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1701" name="Google Shape;1701;p83"/>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1702" name="Google Shape;1702;p83"/>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03" name="Google Shape;1703;p83"/>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1704" name="Google Shape;1704;p83"/>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1705" name="Google Shape;1705;p83"/>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1706" name="Google Shape;1706;p83"/>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1707" name="Google Shape;1707;p83"/>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1708" name="Google Shape;1708;p83"/>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709" name="Google Shape;1709;p83"/>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1710" name="Google Shape;1710;p83"/>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1711" name="Google Shape;1711;p83"/>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2" name="Google Shape;1712;p83"/>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1713" name="Google Shape;1713;p83"/>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4" name="Google Shape;1714;p83"/>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1715" name="Google Shape;1715;p83"/>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6" name="Google Shape;1716;p83"/>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1717" name="Google Shape;1717;p83"/>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8" name="Google Shape;1718;p83"/>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1719" name="Google Shape;1719;p83"/>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20" name="Google Shape;1720;p83"/>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1721" name="Google Shape;1721;p83"/>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2" name="Google Shape;1722;p83"/>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1723" name="Google Shape;1723;p83"/>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4" name="Google Shape;1724;p83"/>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1725" name="Google Shape;1725;p83"/>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726" name="Google Shape;1726;p83"/>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1727" name="Google Shape;1727;p83"/>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1728" name="Google Shape;1728;p83"/>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1729" name="Google Shape;1729;p83"/>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30" name="Google Shape;1730;p83"/>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1731" name="Google Shape;1731;p83"/>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732" name="Google Shape;1732;p83"/>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1733" name="Google Shape;1733;p83"/>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734" name="Google Shape;1734;p83"/>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1735" name="Google Shape;1735;p83"/>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1736" name="Google Shape;1736;p83"/>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1737" name="Google Shape;1737;p83"/>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1738" name="Google Shape;1738;p83"/>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39" name="Google Shape;1739;p83"/>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1740" name="Google Shape;1740;p83"/>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1741" name="Google Shape;1741;p83"/>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742" name="Google Shape;1742;p83"/>
          <p:cNvGrpSpPr/>
          <p:nvPr/>
        </p:nvGrpSpPr>
        <p:grpSpPr>
          <a:xfrm>
            <a:off x="4927454" y="1635959"/>
            <a:ext cx="1322400" cy="449700"/>
            <a:chOff x="755165" y="1828821"/>
            <a:chExt cx="1322400" cy="449700"/>
          </a:xfrm>
        </p:grpSpPr>
        <p:sp>
          <p:nvSpPr>
            <p:cNvPr id="1743" name="Google Shape;17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4" name="Google Shape;17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745" name="Google Shape;1745;p83"/>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746" name="Google Shape;1746;p83"/>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747" name="Google Shape;1747;p83"/>
          <p:cNvGrpSpPr/>
          <p:nvPr/>
        </p:nvGrpSpPr>
        <p:grpSpPr>
          <a:xfrm>
            <a:off x="4927454" y="2134746"/>
            <a:ext cx="1322400" cy="449700"/>
            <a:chOff x="755165" y="1828821"/>
            <a:chExt cx="1322400" cy="449700"/>
          </a:xfrm>
        </p:grpSpPr>
        <p:sp>
          <p:nvSpPr>
            <p:cNvPr id="1748" name="Google Shape;174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9" name="Google Shape;174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1750" name="Google Shape;1750;p83"/>
          <p:cNvGrpSpPr/>
          <p:nvPr/>
        </p:nvGrpSpPr>
        <p:grpSpPr>
          <a:xfrm>
            <a:off x="4927454" y="4150296"/>
            <a:ext cx="1322400" cy="449700"/>
            <a:chOff x="755165" y="1828821"/>
            <a:chExt cx="1322400" cy="449700"/>
          </a:xfrm>
        </p:grpSpPr>
        <p:sp>
          <p:nvSpPr>
            <p:cNvPr id="1751" name="Google Shape;1751;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2" name="Google Shape;1752;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1753" name="Google Shape;1753;p83"/>
          <p:cNvGrpSpPr/>
          <p:nvPr/>
        </p:nvGrpSpPr>
        <p:grpSpPr>
          <a:xfrm>
            <a:off x="4927454" y="6136146"/>
            <a:ext cx="1322400" cy="449700"/>
            <a:chOff x="755165" y="1828821"/>
            <a:chExt cx="1322400" cy="449700"/>
          </a:xfrm>
        </p:grpSpPr>
        <p:sp>
          <p:nvSpPr>
            <p:cNvPr id="1754" name="Google Shape;1754;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5" name="Google Shape;1755;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1756" name="Google Shape;1756;p83"/>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57" name="Google Shape;1757;p83"/>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58" name="Google Shape;1758;p83"/>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759" name="Google Shape;1759;p83"/>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0" name="Google Shape;1760;p83"/>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1" name="Google Shape;1761;p83"/>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2" name="Google Shape;1762;p83"/>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3" name="Google Shape;1763;p83"/>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4" name="Google Shape;1764;p83"/>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5" name="Google Shape;1765;p83"/>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1766" name="Google Shape;1766;p83"/>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1767" name="Google Shape;1767;p83"/>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1768" name="Google Shape;1768;p83"/>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1769" name="Google Shape;1769;p83"/>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1770" name="Google Shape;1770;p83"/>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1771" name="Google Shape;1771;p83"/>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1772" name="Google Shape;1772;p83"/>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1773" name="Google Shape;1773;p83"/>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1774" name="Google Shape;1774;p83"/>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775" name="Google Shape;1775;p83"/>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1776" name="Google Shape;1776;p83"/>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777" name="Google Shape;1777;p83"/>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8" name="Google Shape;1778;p83"/>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9" name="Google Shape;1779;p83"/>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0" name="Google Shape;1780;p83"/>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1" name="Google Shape;1781;p83"/>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1782" name="Google Shape;1782;p83"/>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1783" name="Google Shape;1783;p83"/>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1784" name="Google Shape;1784;p83"/>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1785" name="Google Shape;1785;p83"/>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6" name="Google Shape;1786;p83"/>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7" name="Google Shape;1787;p83"/>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8" name="Google Shape;1788;p83"/>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9" name="Google Shape;1789;p83"/>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1790" name="Google Shape;1790;p83"/>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1791" name="Google Shape;1791;p83"/>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1792" name="Google Shape;1792;p83"/>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1793" name="Google Shape;1793;p83"/>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1794" name="Google Shape;1794;p83"/>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5" name="Google Shape;1795;p83"/>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1796" name="Google Shape;1796;p83"/>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7" name="Google Shape;1797;p83"/>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1798" name="Google Shape;1798;p83"/>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9" name="Google Shape;1799;p83"/>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1800" name="Google Shape;1800;p83"/>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1" name="Google Shape;1801;p83"/>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1802" name="Google Shape;1802;p83"/>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3" name="Google Shape;1803;p83"/>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1804" name="Google Shape;1804;p83"/>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5" name="Google Shape;1805;p83"/>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1806" name="Google Shape;1806;p83"/>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7" name="Google Shape;1807;p83"/>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1808" name="Google Shape;1808;p83"/>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9" name="Google Shape;1809;p83"/>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1810" name="Google Shape;1810;p83"/>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1" name="Google Shape;1811;p83"/>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1812" name="Google Shape;1812;p83"/>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3" name="Google Shape;1813;p83"/>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1814" name="Google Shape;1814;p83"/>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5" name="Google Shape;1815;p83"/>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1816" name="Google Shape;1816;p83"/>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7" name="Google Shape;1817;p83"/>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1818" name="Google Shape;1818;p83"/>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9" name="Google Shape;1819;p83"/>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1820" name="Google Shape;1820;p83"/>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1" name="Google Shape;1821;p83"/>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1822" name="Google Shape;1822;p83"/>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3" name="Google Shape;1823;p83"/>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1824" name="Google Shape;1824;p83"/>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5" name="Google Shape;1825;p83"/>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1826" name="Google Shape;1826;p83"/>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7" name="Google Shape;1827;p83"/>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1828" name="Google Shape;1828;p83"/>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9" name="Google Shape;1829;p83"/>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1830" name="Google Shape;1830;p83"/>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1" name="Google Shape;1831;p83"/>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1832" name="Google Shape;1832;p83"/>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3" name="Google Shape;1833;p83"/>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1834" name="Google Shape;1834;p83"/>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35" name="Google Shape;1835;p83"/>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1836" name="Google Shape;1836;p83"/>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837" name="Google Shape;1837;p83"/>
          <p:cNvGrpSpPr/>
          <p:nvPr/>
        </p:nvGrpSpPr>
        <p:grpSpPr>
          <a:xfrm>
            <a:off x="9502346" y="1635959"/>
            <a:ext cx="1322400" cy="449700"/>
            <a:chOff x="755165" y="1828821"/>
            <a:chExt cx="1322400" cy="449700"/>
          </a:xfrm>
        </p:grpSpPr>
        <p:sp>
          <p:nvSpPr>
            <p:cNvPr id="1838" name="Google Shape;183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39" name="Google Shape;183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1840" name="Google Shape;1840;p83"/>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841" name="Google Shape;1841;p83"/>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842" name="Google Shape;1842;p83"/>
          <p:cNvGrpSpPr/>
          <p:nvPr/>
        </p:nvGrpSpPr>
        <p:grpSpPr>
          <a:xfrm>
            <a:off x="9502346" y="7402283"/>
            <a:ext cx="1322400" cy="449700"/>
            <a:chOff x="755165" y="1828821"/>
            <a:chExt cx="1322400" cy="449700"/>
          </a:xfrm>
        </p:grpSpPr>
        <p:sp>
          <p:nvSpPr>
            <p:cNvPr id="1843" name="Google Shape;18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44" name="Google Shape;18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845" name="Google Shape;1845;p83"/>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846" name="Google Shape;1846;p83"/>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847" name="Google Shape;1847;p83"/>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848" name="Google Shape;1848;p83"/>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1849" name="Google Shape;1849;p83"/>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1850" name="Google Shape;1850;p83"/>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851" name="Google Shape;1851;p83"/>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1852" name="Google Shape;1852;p83"/>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1853" name="Google Shape;1853;p83"/>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1854" name="Google Shape;1854;p83"/>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1855" name="Google Shape;1855;p83"/>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1856" name="Google Shape;1856;p83"/>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857" name="Google Shape;1857;p83"/>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58" name="Google Shape;1858;p83"/>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59" name="Google Shape;1859;p83"/>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0" name="Google Shape;1860;p83"/>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1" name="Google Shape;1861;p83"/>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1862" name="Google Shape;1862;p83"/>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3" name="Google Shape;1863;p83"/>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1864" name="Google Shape;1864;p83"/>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5" name="Google Shape;1865;p83"/>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6" name="Google Shape;1866;p83"/>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7" name="Google Shape;1867;p83"/>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8" name="Google Shape;1868;p83"/>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9" name="Google Shape;1869;p83"/>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70" name="Google Shape;1870;p83"/>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1" name="Google Shape;1871;p83"/>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1872" name="Google Shape;1872;p83"/>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1873" name="Google Shape;1873;p83"/>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4" name="Google Shape;1874;p83"/>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5" name="Google Shape;1875;p83"/>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6" name="Google Shape;1876;p83"/>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7" name="Google Shape;1877;p83"/>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1878" name="Google Shape;1878;p83"/>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1879" name="Google Shape;1879;p83"/>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1880" name="Google Shape;1880;p83"/>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1881" name="Google Shape;1881;p83"/>
          <p:cNvGrpSpPr/>
          <p:nvPr/>
        </p:nvGrpSpPr>
        <p:grpSpPr>
          <a:xfrm>
            <a:off x="16175571" y="3720707"/>
            <a:ext cx="1653816" cy="147291"/>
            <a:chOff x="16170809" y="4177907"/>
            <a:chExt cx="1653816" cy="147291"/>
          </a:xfrm>
        </p:grpSpPr>
        <p:sp>
          <p:nvSpPr>
            <p:cNvPr id="1882" name="Google Shape;1882;p83"/>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83" name="Google Shape;1883;p83"/>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1884" name="Google Shape;1884;p83"/>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5" name="Google Shape;1885;p83"/>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1886" name="Google Shape;1886;p83"/>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7" name="Google Shape;1887;p83"/>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1888" name="Google Shape;1888;p83"/>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9" name="Google Shape;1889;p83"/>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1890" name="Google Shape;1890;p83"/>
          <p:cNvGrpSpPr/>
          <p:nvPr/>
        </p:nvGrpSpPr>
        <p:grpSpPr>
          <a:xfrm>
            <a:off x="16175571" y="4519431"/>
            <a:ext cx="1653816" cy="128400"/>
            <a:chOff x="16170809" y="4938531"/>
            <a:chExt cx="1653816" cy="128400"/>
          </a:xfrm>
        </p:grpSpPr>
        <p:sp>
          <p:nvSpPr>
            <p:cNvPr id="1891" name="Google Shape;1891;p83"/>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92" name="Google Shape;1892;p83"/>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1893" name="Google Shape;1893;p83"/>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4" name="Google Shape;1894;p83"/>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95" name="Google Shape;1895;p83"/>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1896" name="Google Shape;1896;p83"/>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1897" name="Google Shape;1897;p83"/>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8" name="Google Shape;1898;p83"/>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1899" name="Google Shape;1899;p83"/>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00" name="Google Shape;1900;p83"/>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1" name="Google Shape;1901;p83"/>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1902" name="Google Shape;1902;p83"/>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1903" name="Google Shape;1903;p83"/>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1904" name="Google Shape;1904;p83"/>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1905" name="Google Shape;1905;p83"/>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6" name="Google Shape;1906;p83"/>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1907" name="Google Shape;1907;p83"/>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8" name="Google Shape;1908;p83"/>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1909" name="Google Shape;1909;p83"/>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10" name="Google Shape;1910;p83"/>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1911" name="Google Shape;1911;p83"/>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1912" name="Google Shape;1912;p83"/>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13" name="Google Shape;1913;p83"/>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914" name="Google Shape;1914;p83"/>
          <p:cNvGrpSpPr/>
          <p:nvPr/>
        </p:nvGrpSpPr>
        <p:grpSpPr>
          <a:xfrm>
            <a:off x="13711033" y="1635959"/>
            <a:ext cx="1322400" cy="449700"/>
            <a:chOff x="755165" y="1828821"/>
            <a:chExt cx="1322400" cy="449700"/>
          </a:xfrm>
        </p:grpSpPr>
        <p:sp>
          <p:nvSpPr>
            <p:cNvPr id="1915" name="Google Shape;1915;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16" name="Google Shape;1916;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917" name="Google Shape;1917;p83"/>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918" name="Google Shape;1918;p83"/>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919" name="Google Shape;1919;p83"/>
          <p:cNvGrpSpPr/>
          <p:nvPr/>
        </p:nvGrpSpPr>
        <p:grpSpPr>
          <a:xfrm>
            <a:off x="13711033" y="7918896"/>
            <a:ext cx="1322400" cy="449700"/>
            <a:chOff x="755165" y="1828821"/>
            <a:chExt cx="1322400" cy="449700"/>
          </a:xfrm>
        </p:grpSpPr>
        <p:sp>
          <p:nvSpPr>
            <p:cNvPr id="1920" name="Google Shape;1920;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21" name="Google Shape;1921;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1922" name="Google Shape;1922;p83"/>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3" name="Google Shape;1923;p83"/>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1924" name="Google Shape;1924;p83"/>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1925" name="Google Shape;1925;p83"/>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26" name="Google Shape;1926;p83"/>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7" name="Google Shape;1927;p83"/>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8" name="Google Shape;1928;p83"/>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9" name="Google Shape;1929;p83"/>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30" name="Google Shape;1930;p83"/>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31" name="Google Shape;1931;p83"/>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1932" name="Google Shape;1932;p83"/>
          <p:cNvGrpSpPr/>
          <p:nvPr/>
        </p:nvGrpSpPr>
        <p:grpSpPr>
          <a:xfrm>
            <a:off x="16175571" y="9526048"/>
            <a:ext cx="2530136" cy="128400"/>
            <a:chOff x="16170809" y="9954673"/>
            <a:chExt cx="2530136" cy="128400"/>
          </a:xfrm>
        </p:grpSpPr>
        <p:sp>
          <p:nvSpPr>
            <p:cNvPr id="1933" name="Google Shape;1933;p83"/>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1934" name="Google Shape;1934;p83"/>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1935" name="Google Shape;1935;p83"/>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1936" name="Shape 1936"/>
        <p:cNvGrpSpPr/>
        <p:nvPr/>
      </p:nvGrpSpPr>
      <p:grpSpPr>
        <a:xfrm>
          <a:off x="0" y="0"/>
          <a:ext cx="0" cy="0"/>
          <a:chOff x="0" y="0"/>
          <a:chExt cx="0" cy="0"/>
        </a:xfrm>
      </p:grpSpPr>
      <p:sp>
        <p:nvSpPr>
          <p:cNvPr id="1937" name="Google Shape;1937;p84"/>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1938" name="Google Shape;1938;p84"/>
          <p:cNvGrpSpPr/>
          <p:nvPr/>
        </p:nvGrpSpPr>
        <p:grpSpPr>
          <a:xfrm>
            <a:off x="5987400" y="1143000"/>
            <a:ext cx="6313200" cy="307800"/>
            <a:chOff x="10935900" y="1111148"/>
            <a:chExt cx="6313200" cy="307800"/>
          </a:xfrm>
        </p:grpSpPr>
        <p:grpSp>
          <p:nvGrpSpPr>
            <p:cNvPr id="1939" name="Google Shape;1939;p84"/>
            <p:cNvGrpSpPr/>
            <p:nvPr/>
          </p:nvGrpSpPr>
          <p:grpSpPr>
            <a:xfrm>
              <a:off x="10935900" y="1111148"/>
              <a:ext cx="6313200" cy="307800"/>
              <a:chOff x="11238000" y="958400"/>
              <a:chExt cx="6313200" cy="307800"/>
            </a:xfrm>
          </p:grpSpPr>
          <p:sp>
            <p:nvSpPr>
              <p:cNvPr id="1940" name="Google Shape;1940;p84"/>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941" name="Google Shape;1941;p8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2" name="Google Shape;1942;p8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43" name="Google Shape;1943;p8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4" name="Google Shape;1944;p8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5" name="Google Shape;1945;p8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946" name="Google Shape;1946;p8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947" name="Google Shape;1947;p8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1948" name="Google Shape;1948;p84"/>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1949" name="Google Shape;1949;p84"/>
          <p:cNvGrpSpPr/>
          <p:nvPr/>
        </p:nvGrpSpPr>
        <p:grpSpPr>
          <a:xfrm>
            <a:off x="439619" y="1524000"/>
            <a:ext cx="4336282" cy="8401512"/>
            <a:chOff x="478339" y="1521600"/>
            <a:chExt cx="4336282" cy="8401512"/>
          </a:xfrm>
        </p:grpSpPr>
        <p:sp>
          <p:nvSpPr>
            <p:cNvPr id="1950" name="Google Shape;1950;p84"/>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1951" name="Google Shape;1951;p84"/>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1952" name="Google Shape;1952;p84"/>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1953" name="Google Shape;1953;p84"/>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1954" name="Google Shape;1954;p84"/>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1955" name="Google Shape;1955;p84"/>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1956" name="Google Shape;1956;p84"/>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1957" name="Google Shape;1957;p84"/>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8" name="Google Shape;1958;p84"/>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9" name="Google Shape;1959;p84"/>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1960" name="Google Shape;1960;p84"/>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1961" name="Google Shape;1961;p84"/>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1962" name="Google Shape;1962;p84"/>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1963" name="Google Shape;1963;p84"/>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1964" name="Google Shape;1964;p84"/>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1965" name="Google Shape;1965;p84"/>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1966" name="Google Shape;1966;p84"/>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1967" name="Google Shape;1967;p84"/>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1968" name="Google Shape;1968;p84"/>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1969" name="Google Shape;1969;p84"/>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1970" name="Google Shape;1970;p84"/>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1971" name="Google Shape;1971;p84"/>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1972" name="Google Shape;1972;p84"/>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1973" name="Google Shape;1973;p84"/>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1974" name="Google Shape;1974;p84"/>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1975" name="Google Shape;1975;p84"/>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1976" name="Google Shape;1976;p84"/>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1977" name="Google Shape;1977;p84"/>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1978" name="Google Shape;1978;p84"/>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1979" name="Google Shape;1979;p84"/>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1980" name="Google Shape;1980;p84"/>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1981" name="Google Shape;1981;p84"/>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1982" name="Google Shape;1982;p84"/>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1983" name="Google Shape;1983;p84"/>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1984" name="Google Shape;1984;p84"/>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1985" name="Google Shape;1985;p84"/>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1986" name="Google Shape;1986;p84"/>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1987" name="Google Shape;1987;p84"/>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1988" name="Google Shape;1988;p84"/>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1989" name="Google Shape;1989;p84"/>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1990" name="Google Shape;1990;p84"/>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1991" name="Google Shape;1991;p84"/>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1992" name="Google Shape;1992;p84"/>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1993" name="Google Shape;1993;p84"/>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1994" name="Google Shape;1994;p84"/>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1995" name="Google Shape;1995;p84"/>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6" name="Google Shape;1996;p84"/>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1997" name="Google Shape;1997;p84"/>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8" name="Google Shape;1998;p84"/>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1999" name="Google Shape;1999;p84"/>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0" name="Google Shape;2000;p84"/>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001" name="Google Shape;2001;p84"/>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02" name="Google Shape;2002;p84"/>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2003" name="Google Shape;2003;p84"/>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4" name="Google Shape;2004;p84"/>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2005" name="Google Shape;2005;p84"/>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6" name="Google Shape;2006;p84"/>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2007" name="Google Shape;2007;p84"/>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8" name="Google Shape;2008;p84"/>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2009" name="Google Shape;2009;p84"/>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0" name="Google Shape;2010;p84"/>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1" name="Google Shape;2011;p84"/>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2" name="Google Shape;2012;p84"/>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2013" name="Google Shape;2013;p84"/>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4" name="Google Shape;2014;p84"/>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5" name="Google Shape;2015;p84"/>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6" name="Google Shape;2016;p84"/>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017" name="Google Shape;2017;p84"/>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8" name="Google Shape;2018;p84"/>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19" name="Google Shape;2019;p84"/>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0" name="Google Shape;2020;p84"/>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1" name="Google Shape;2021;p84"/>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2" name="Google Shape;2022;p84"/>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3" name="Google Shape;2023;p84"/>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4" name="Google Shape;2024;p84"/>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5" name="Google Shape;2025;p84"/>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26" name="Google Shape;2026;p84"/>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7" name="Google Shape;2027;p84"/>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8" name="Google Shape;2028;p84"/>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9" name="Google Shape;2029;p84"/>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2030" name="Google Shape;2030;p84"/>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1" name="Google Shape;2031;p84"/>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032" name="Google Shape;2032;p84"/>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3" name="Google Shape;2033;p84"/>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4" name="Google Shape;2034;p84"/>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5" name="Google Shape;2035;p84"/>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6" name="Google Shape;2036;p84"/>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7" name="Google Shape;2037;p84"/>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8" name="Google Shape;2038;p84"/>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9" name="Google Shape;2039;p84"/>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0" name="Google Shape;2040;p84"/>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1" name="Google Shape;2041;p84"/>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2042" name="Google Shape;2042;p84"/>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3" name="Google Shape;2043;p84"/>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2044" name="Google Shape;2044;p84"/>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045" name="Google Shape;2045;p84"/>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046" name="Google Shape;2046;p84"/>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047" name="Google Shape;2047;p84"/>
            <p:cNvGrpSpPr/>
            <p:nvPr/>
          </p:nvGrpSpPr>
          <p:grpSpPr>
            <a:xfrm>
              <a:off x="497950" y="1791256"/>
              <a:ext cx="952566" cy="449700"/>
              <a:chOff x="755108" y="1946374"/>
              <a:chExt cx="1322458" cy="449700"/>
            </a:xfrm>
          </p:grpSpPr>
          <p:sp>
            <p:nvSpPr>
              <p:cNvPr id="2048" name="Google Shape;204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49" name="Google Shape;2049;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2050" name="Google Shape;2050;p84"/>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051" name="Google Shape;2051;p84"/>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052" name="Google Shape;2052;p84"/>
            <p:cNvGrpSpPr/>
            <p:nvPr/>
          </p:nvGrpSpPr>
          <p:grpSpPr>
            <a:xfrm>
              <a:off x="497991" y="5752646"/>
              <a:ext cx="952525" cy="449700"/>
              <a:chOff x="755165" y="1951713"/>
              <a:chExt cx="1322400" cy="449700"/>
            </a:xfrm>
          </p:grpSpPr>
          <p:sp>
            <p:nvSpPr>
              <p:cNvPr id="2053" name="Google Shape;205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4" name="Google Shape;2054;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2055" name="Google Shape;2055;p84"/>
            <p:cNvGrpSpPr/>
            <p:nvPr/>
          </p:nvGrpSpPr>
          <p:grpSpPr>
            <a:xfrm>
              <a:off x="497991" y="2647426"/>
              <a:ext cx="952525" cy="449700"/>
              <a:chOff x="755165" y="1951713"/>
              <a:chExt cx="1322400" cy="449700"/>
            </a:xfrm>
          </p:grpSpPr>
          <p:sp>
            <p:nvSpPr>
              <p:cNvPr id="2056" name="Google Shape;2056;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7" name="Google Shape;2057;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2058" name="Google Shape;2058;p84"/>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2059" name="Google Shape;2059;p84"/>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2060" name="Google Shape;2060;p84"/>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1" name="Google Shape;2061;p84"/>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2" name="Google Shape;2062;p84"/>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2063" name="Google Shape;2063;p84"/>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2064" name="Google Shape;2064;p84"/>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2065" name="Google Shape;2065;p84"/>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66" name="Google Shape;2066;p84"/>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67" name="Google Shape;2067;p84"/>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2068" name="Google Shape;2068;p84"/>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2069" name="Google Shape;2069;p84"/>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2070" name="Google Shape;2070;p84"/>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2071" name="Google Shape;2071;p84"/>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2072" name="Google Shape;2072;p84"/>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2073" name="Google Shape;2073;p84"/>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2074" name="Google Shape;2074;p84"/>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2075" name="Google Shape;2075;p84"/>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2076" name="Google Shape;2076;p84"/>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2077" name="Google Shape;2077;p84"/>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2078" name="Google Shape;2078;p84"/>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2079" name="Google Shape;2079;p84"/>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2080" name="Google Shape;2080;p84"/>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2081" name="Google Shape;2081;p84"/>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2082" name="Google Shape;2082;p84"/>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2083" name="Google Shape;2083;p84"/>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2084" name="Google Shape;2084;p84"/>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2085" name="Google Shape;2085;p84"/>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2086" name="Google Shape;2086;p84"/>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2087" name="Google Shape;2087;p84"/>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2088" name="Google Shape;2088;p84"/>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2089" name="Google Shape;2089;p84"/>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2090" name="Google Shape;2090;p84"/>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2091" name="Google Shape;2091;p84"/>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2092" name="Google Shape;2092;p84"/>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2093" name="Google Shape;2093;p84"/>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094" name="Google Shape;2094;p84"/>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2095" name="Google Shape;2095;p84"/>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2096" name="Google Shape;2096;p84"/>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2097" name="Google Shape;2097;p84"/>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2098" name="Google Shape;2098;p84"/>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2099" name="Google Shape;2099;p84"/>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0" name="Google Shape;2100;p84"/>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2101" name="Google Shape;2101;p84"/>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2102" name="Google Shape;2102;p84"/>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2103" name="Google Shape;2103;p84"/>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104" name="Google Shape;2104;p84"/>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5" name="Google Shape;2105;p84"/>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2106" name="Google Shape;2106;p84"/>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107" name="Google Shape;2107;p84"/>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2108" name="Google Shape;2108;p84"/>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09" name="Google Shape;2109;p84"/>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0" name="Google Shape;2110;p84"/>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2111" name="Google Shape;2111;p84"/>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2" name="Google Shape;2112;p84"/>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2113" name="Google Shape;2113;p84"/>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4" name="Google Shape;2114;p84"/>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2115" name="Google Shape;2115;p84"/>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6" name="Google Shape;2116;p84"/>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2117" name="Google Shape;2117;p84"/>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8" name="Google Shape;2118;p84"/>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2119" name="Google Shape;2119;p84"/>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0" name="Google Shape;2120;p84"/>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2121" name="Google Shape;2121;p84"/>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2" name="Google Shape;2122;p84"/>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3" name="Google Shape;2123;p84"/>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4" name="Google Shape;2124;p84"/>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2125" name="Google Shape;2125;p84"/>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6" name="Google Shape;2126;p84"/>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7" name="Google Shape;2127;p84"/>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8" name="Google Shape;2128;p84"/>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129" name="Google Shape;2129;p84"/>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0" name="Google Shape;2130;p84"/>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1" name="Google Shape;2131;p84"/>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2" name="Google Shape;2132;p84"/>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3" name="Google Shape;2133;p84"/>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4" name="Google Shape;2134;p84"/>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5" name="Google Shape;2135;p84"/>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6" name="Google Shape;2136;p84"/>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37" name="Google Shape;2137;p84"/>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8" name="Google Shape;2138;p84"/>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9" name="Google Shape;2139;p84"/>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0" name="Google Shape;2140;p84"/>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2141" name="Google Shape;2141;p84"/>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2" name="Google Shape;2142;p84"/>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143" name="Google Shape;2143;p84"/>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44" name="Google Shape;2144;p84"/>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5" name="Google Shape;2145;p84"/>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6" name="Google Shape;2146;p84"/>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7" name="Google Shape;2147;p84"/>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8" name="Google Shape;2148;p84"/>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9" name="Google Shape;2149;p84"/>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0" name="Google Shape;2150;p84"/>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1" name="Google Shape;2151;p84"/>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2152" name="Google Shape;2152;p84"/>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3" name="Google Shape;2153;p84"/>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2154" name="Google Shape;2154;p84"/>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155" name="Google Shape;2155;p84"/>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156" name="Google Shape;2156;p84"/>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157" name="Google Shape;2157;p84"/>
          <p:cNvGrpSpPr/>
          <p:nvPr/>
        </p:nvGrpSpPr>
        <p:grpSpPr>
          <a:xfrm>
            <a:off x="4758441" y="1793656"/>
            <a:ext cx="952566" cy="449700"/>
            <a:chOff x="755108" y="1946374"/>
            <a:chExt cx="1322458" cy="449700"/>
          </a:xfrm>
        </p:grpSpPr>
        <p:sp>
          <p:nvSpPr>
            <p:cNvPr id="2158" name="Google Shape;215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59" name="Google Shape;2159;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2160" name="Google Shape;2160;p84"/>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161" name="Google Shape;2161;p84"/>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162" name="Google Shape;2162;p84"/>
          <p:cNvGrpSpPr/>
          <p:nvPr/>
        </p:nvGrpSpPr>
        <p:grpSpPr>
          <a:xfrm>
            <a:off x="4758483" y="2298575"/>
            <a:ext cx="952525" cy="449700"/>
            <a:chOff x="755165" y="1951713"/>
            <a:chExt cx="1322400" cy="449700"/>
          </a:xfrm>
        </p:grpSpPr>
        <p:sp>
          <p:nvSpPr>
            <p:cNvPr id="2163" name="Google Shape;216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64" name="Google Shape;2164;p84"/>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165" name="Google Shape;2165;p84"/>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2166" name="Google Shape;2166;p84"/>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2167" name="Google Shape;2167;p84"/>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8" name="Google Shape;2168;p84"/>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9" name="Google Shape;2169;p84"/>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2170" name="Google Shape;2170;p84"/>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71" name="Google Shape;2171;p84"/>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2172" name="Google Shape;2172;p84"/>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2173" name="Google Shape;2173;p84"/>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2174" name="Google Shape;2174;p84"/>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5" name="Google Shape;2175;p84"/>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6" name="Google Shape;2176;p84"/>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2177" name="Google Shape;2177;p84"/>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2178" name="Google Shape;2178;p84"/>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2179" name="Google Shape;2179;p84"/>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2180" name="Google Shape;2180;p84"/>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2181" name="Google Shape;2181;p84"/>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2182" name="Google Shape;2182;p84"/>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2183" name="Google Shape;2183;p84"/>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2184" name="Google Shape;2184;p84"/>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2185" name="Google Shape;2185;p84"/>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2186" name="Google Shape;2186;p84"/>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2187" name="Google Shape;2187;p84"/>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2188" name="Google Shape;2188;p84"/>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2189" name="Google Shape;2189;p84"/>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2190" name="Google Shape;2190;p84"/>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2191" name="Google Shape;2191;p84"/>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2192" name="Google Shape;2192;p84"/>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193" name="Google Shape;2193;p84"/>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2194" name="Google Shape;2194;p84"/>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2195" name="Google Shape;2195;p84"/>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2196" name="Google Shape;2196;p84"/>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2197" name="Google Shape;2197;p84"/>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2198" name="Google Shape;2198;p84"/>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2199" name="Google Shape;2199;p84"/>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2200" name="Google Shape;2200;p84"/>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01" name="Google Shape;2201;p84"/>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2" name="Google Shape;2202;p84"/>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2203" name="Google Shape;2203;p84"/>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4" name="Google Shape;2204;p84"/>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2205" name="Google Shape;2205;p84"/>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6" name="Google Shape;2206;p84"/>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2207" name="Google Shape;2207;p84"/>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8" name="Google Shape;2208;p84"/>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2209" name="Google Shape;2209;p84"/>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0" name="Google Shape;2210;p84"/>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2211" name="Google Shape;2211;p84"/>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2" name="Google Shape;2212;p84"/>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3" name="Google Shape;2213;p84"/>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4" name="Google Shape;2214;p84"/>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15" name="Google Shape;2215;p84"/>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16" name="Google Shape;2216;p84"/>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7" name="Google Shape;2217;p84"/>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18" name="Google Shape;2218;p84"/>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2219" name="Google Shape;2219;p84"/>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0" name="Google Shape;2220;p84"/>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221" name="Google Shape;2221;p84"/>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22" name="Google Shape;2222;p84"/>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3" name="Google Shape;2223;p84"/>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4" name="Google Shape;2224;p84"/>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2225" name="Google Shape;2225;p84"/>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6" name="Google Shape;2226;p84"/>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27" name="Google Shape;2227;p84"/>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28" name="Google Shape;2228;p84"/>
          <p:cNvGrpSpPr/>
          <p:nvPr/>
        </p:nvGrpSpPr>
        <p:grpSpPr>
          <a:xfrm>
            <a:off x="9353860" y="1793656"/>
            <a:ext cx="952566" cy="449700"/>
            <a:chOff x="755108" y="1946374"/>
            <a:chExt cx="1322458" cy="449700"/>
          </a:xfrm>
        </p:grpSpPr>
        <p:sp>
          <p:nvSpPr>
            <p:cNvPr id="2229" name="Google Shape;2229;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0" name="Google Shape;2230;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2231" name="Google Shape;2231;p84"/>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32" name="Google Shape;2232;p84"/>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233" name="Google Shape;2233;p84"/>
          <p:cNvGrpSpPr/>
          <p:nvPr/>
        </p:nvGrpSpPr>
        <p:grpSpPr>
          <a:xfrm>
            <a:off x="9353860" y="4763556"/>
            <a:ext cx="952566" cy="449700"/>
            <a:chOff x="755108" y="1946374"/>
            <a:chExt cx="1322458" cy="449700"/>
          </a:xfrm>
        </p:grpSpPr>
        <p:sp>
          <p:nvSpPr>
            <p:cNvPr id="2234" name="Google Shape;2234;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5" name="Google Shape;2235;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2236" name="Google Shape;2236;p84"/>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2237" name="Google Shape;2237;p84"/>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2238" name="Google Shape;2238;p84"/>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39" name="Google Shape;2239;p84"/>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40" name="Google Shape;2240;p84"/>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2241" name="Google Shape;2241;p84"/>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2242" name="Google Shape;2242;p84"/>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2243" name="Google Shape;2243;p84"/>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44" name="Google Shape;2244;p84"/>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5" name="Google Shape;2245;p84"/>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6" name="Google Shape;2246;p84"/>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2247" name="Google Shape;2247;p84"/>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2248" name="Google Shape;2248;p84"/>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2249" name="Google Shape;2249;p84"/>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0" name="Google Shape;2250;p84"/>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1" name="Google Shape;2251;p84"/>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2" name="Google Shape;2252;p84"/>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2253" name="Google Shape;2253;p84"/>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4" name="Google Shape;2254;p84"/>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2255" name="Google Shape;2255;p84"/>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6" name="Google Shape;2256;p84"/>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2257" name="Google Shape;2257;p84"/>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8" name="Google Shape;2258;p84"/>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2259" name="Google Shape;2259;p84"/>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2260" name="Google Shape;2260;p84"/>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61" name="Google Shape;2261;p84"/>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262" name="Google Shape;2262;p84"/>
          <p:cNvGrpSpPr/>
          <p:nvPr/>
        </p:nvGrpSpPr>
        <p:grpSpPr>
          <a:xfrm>
            <a:off x="13511249" y="1524000"/>
            <a:ext cx="4643641" cy="7611424"/>
            <a:chOff x="13511249" y="1521600"/>
            <a:chExt cx="4643641" cy="7611424"/>
          </a:xfrm>
        </p:grpSpPr>
        <p:sp>
          <p:nvSpPr>
            <p:cNvPr id="2263" name="Google Shape;2263;p84"/>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2264" name="Google Shape;2264;p84"/>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65" name="Google Shape;2265;p84"/>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2266" name="Google Shape;2266;p84"/>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2267" name="Google Shape;2267;p84"/>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8" name="Google Shape;2268;p84"/>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9" name="Google Shape;2269;p84"/>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2270" name="Google Shape;2270;p84"/>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2271" name="Google Shape;2271;p84"/>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2272" name="Google Shape;2272;p84"/>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2273" name="Google Shape;2273;p84"/>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4" name="Google Shape;2274;p84"/>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2275" name="Google Shape;2275;p84"/>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6" name="Google Shape;2276;p84"/>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277" name="Google Shape;2277;p84"/>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78" name="Google Shape;2278;p84"/>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79" name="Google Shape;2279;p84"/>
            <p:cNvGrpSpPr/>
            <p:nvPr/>
          </p:nvGrpSpPr>
          <p:grpSpPr>
            <a:xfrm>
              <a:off x="13530860" y="1791256"/>
              <a:ext cx="952566" cy="449700"/>
              <a:chOff x="755108" y="1946374"/>
              <a:chExt cx="1322458" cy="449700"/>
            </a:xfrm>
          </p:grpSpPr>
          <p:sp>
            <p:nvSpPr>
              <p:cNvPr id="2280" name="Google Shape;2280;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81" name="Google Shape;2281;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2282" name="Google Shape;2282;p84"/>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83" name="Google Shape;2283;p84"/>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284" name="Google Shape;2284;p84"/>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285" name="Google Shape;2285;p84"/>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2286" name="Google Shape;2286;p84"/>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7" name="Google Shape;2287;p84"/>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8" name="Google Shape;2288;p84"/>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2289" name="Google Shape;2289;p84"/>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2290" name="Google Shape;2290;p84"/>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2291" name="Google Shape;2291;p84"/>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2292" name="Google Shape;2292;p84"/>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93" name="Google Shape;2293;p84"/>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2294" name="Google Shape;2294;p84"/>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5" name="Google Shape;2295;p84"/>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6" name="Google Shape;2296;p84"/>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7" name="Google Shape;2297;p84"/>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98" name="Google Shape;2298;p84"/>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2299" name="Google Shape;2299;p84"/>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2300" name="Google Shape;2300;p84"/>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1" name="Google Shape;2301;p84"/>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2" name="Google Shape;2302;p84"/>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2303" name="Google Shape;2303;p84"/>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2304" name="Google Shape;2304;p84"/>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5" name="Google Shape;2305;p84"/>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06" name="Google Shape;2306;p84"/>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2307" name="Google Shape;2307;p84"/>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2308" name="Google Shape;2308;p84"/>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9" name="Google Shape;2309;p84"/>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310" name="Google Shape;2310;p84"/>
            <p:cNvGrpSpPr/>
            <p:nvPr/>
          </p:nvGrpSpPr>
          <p:grpSpPr>
            <a:xfrm>
              <a:off x="13530860" y="8529418"/>
              <a:ext cx="952566" cy="488922"/>
              <a:chOff x="755108" y="1946374"/>
              <a:chExt cx="1322458" cy="488922"/>
            </a:xfrm>
          </p:grpSpPr>
          <p:sp>
            <p:nvSpPr>
              <p:cNvPr id="2311" name="Google Shape;2311;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312" name="Google Shape;2312;p84"/>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2313" name="Google Shape;2313;p84"/>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2314" name="Google Shape;2314;p84"/>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2315" name="Google Shape;2315;p84"/>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6" name="Google Shape;2316;p84"/>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7" name="Google Shape;2317;p84"/>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2318" name="Google Shape;2318;p84"/>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9" name="Google Shape;2319;p84"/>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2320" name="Google Shape;2320;p84"/>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321" name="Google Shape;2321;p84"/>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2322" name="Google Shape;2322;p84"/>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3" name="Google Shape;2323;p84"/>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24" name="Google Shape;2324;p84"/>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25" name="Google Shape;2325;p84"/>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326" name="Google Shape;2326;p84"/>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2327" name="Google Shape;2327;p84"/>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2328" name="Google Shape;2328;p84"/>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9" name="Google Shape;2329;p84"/>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0" name="Google Shape;2330;p84"/>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1" name="Google Shape;2331;p84"/>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2332" name="Google Shape;2332;p84"/>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2333" name="Google Shape;2333;p84"/>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4" name="Google Shape;2334;p84"/>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5" name="Google Shape;2335;p84"/>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2336" name="Google Shape;2336;p84"/>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2337" name="Google Shape;2337;p84"/>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38" name="Google Shape;2338;p84"/>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9" name="Google Shape;2339;p84"/>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2340" name="Google Shape;2340;p84"/>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2341" name="Google Shape;2341;p84"/>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2342" name="Google Shape;2342;p84"/>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3" name="Google Shape;2343;p84"/>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44" name="Google Shape;2344;p84"/>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45" name="Google Shape;2345;p84"/>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2346" name="Google Shape;2346;p84"/>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2347" name="Google Shape;2347;p84"/>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8" name="Google Shape;2348;p84"/>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9" name="Google Shape;2349;p84"/>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2350" name="Google Shape;2350;p84"/>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2351" name="Google Shape;2351;p84"/>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2" name="Google Shape;2352;p84"/>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3" name="Google Shape;2353;p84"/>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2354" name="Google Shape;2354;p84"/>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2355" name="Google Shape;2355;p84"/>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6" name="Google Shape;2356;p84"/>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7" name="Google Shape;2357;p84"/>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2358" name="Google Shape;2358;p84"/>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2359" name="Google Shape;2359;p84"/>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0" name="Google Shape;2360;p84"/>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1" name="Google Shape;2361;p84"/>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2362" name="Google Shape;2362;p84"/>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363" name="Google Shape;2363;p84"/>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2364" name="Google Shape;2364;p84"/>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5" name="Google Shape;2365;p84"/>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66" name="Google Shape;2366;p84"/>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67" name="Google Shape;2367;p84"/>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2368" name="Shape 2368"/>
        <p:cNvGrpSpPr/>
        <p:nvPr/>
      </p:nvGrpSpPr>
      <p:grpSpPr>
        <a:xfrm>
          <a:off x="0" y="0"/>
          <a:ext cx="0" cy="0"/>
          <a:chOff x="0" y="0"/>
          <a:chExt cx="0" cy="0"/>
        </a:xfrm>
      </p:grpSpPr>
      <p:sp>
        <p:nvSpPr>
          <p:cNvPr id="2369" name="Google Shape;2369;p85"/>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2370" name="Google Shape;2370;p85"/>
          <p:cNvGrpSpPr/>
          <p:nvPr/>
        </p:nvGrpSpPr>
        <p:grpSpPr>
          <a:xfrm>
            <a:off x="6307400" y="1143000"/>
            <a:ext cx="6313200" cy="307800"/>
            <a:chOff x="22663550" y="1349273"/>
            <a:chExt cx="6313200" cy="307800"/>
          </a:xfrm>
        </p:grpSpPr>
        <p:grpSp>
          <p:nvGrpSpPr>
            <p:cNvPr id="2371" name="Google Shape;2371;p85"/>
            <p:cNvGrpSpPr/>
            <p:nvPr/>
          </p:nvGrpSpPr>
          <p:grpSpPr>
            <a:xfrm>
              <a:off x="22663550" y="1349273"/>
              <a:ext cx="6313200" cy="307800"/>
              <a:chOff x="11238000" y="958400"/>
              <a:chExt cx="6313200" cy="307800"/>
            </a:xfrm>
          </p:grpSpPr>
          <p:sp>
            <p:nvSpPr>
              <p:cNvPr id="2372" name="Google Shape;2372;p85"/>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373" name="Google Shape;2373;p85"/>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4" name="Google Shape;2374;p85"/>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75" name="Google Shape;2375;p85"/>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6" name="Google Shape;2376;p85"/>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7" name="Google Shape;2377;p85"/>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378" name="Google Shape;2378;p85"/>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379" name="Google Shape;2379;p85"/>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380" name="Google Shape;2380;p85"/>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2381" name="Google Shape;2381;p85"/>
          <p:cNvGrpSpPr/>
          <p:nvPr/>
        </p:nvGrpSpPr>
        <p:grpSpPr>
          <a:xfrm>
            <a:off x="1735561" y="1752600"/>
            <a:ext cx="5042870" cy="7465163"/>
            <a:chOff x="468329" y="1524000"/>
            <a:chExt cx="5042870" cy="7465163"/>
          </a:xfrm>
        </p:grpSpPr>
        <p:sp>
          <p:nvSpPr>
            <p:cNvPr id="2382" name="Google Shape;2382;p85"/>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383" name="Google Shape;2383;p85"/>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4" name="Google Shape;2384;p85"/>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2385" name="Google Shape;2385;p85"/>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6" name="Google Shape;2386;p85"/>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7" name="Google Shape;2387;p85"/>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8" name="Google Shape;2388;p85"/>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2389" name="Google Shape;2389;p85"/>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2390" name="Google Shape;2390;p85"/>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2391" name="Google Shape;2391;p85"/>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392" name="Google Shape;2392;p85"/>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2393" name="Google Shape;2393;p85"/>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2394" name="Google Shape;2394;p85"/>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5" name="Google Shape;2395;p85"/>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2396" name="Google Shape;2396;p85"/>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97" name="Google Shape;2397;p85"/>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2398" name="Google Shape;2398;p85"/>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9" name="Google Shape;2399;p85"/>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2400" name="Google Shape;2400;p85"/>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1" name="Google Shape;2401;p85"/>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2" name="Google Shape;2402;p85"/>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03" name="Google Shape;2403;p85"/>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4" name="Google Shape;2404;p85"/>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5" name="Google Shape;2405;p85"/>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6" name="Google Shape;2406;p85"/>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407" name="Google Shape;2407;p85"/>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408" name="Google Shape;2408;p85"/>
            <p:cNvGrpSpPr/>
            <p:nvPr/>
          </p:nvGrpSpPr>
          <p:grpSpPr>
            <a:xfrm>
              <a:off x="487940" y="1793656"/>
              <a:ext cx="952566" cy="449700"/>
              <a:chOff x="755108" y="1946374"/>
              <a:chExt cx="1322458" cy="449700"/>
            </a:xfrm>
          </p:grpSpPr>
          <p:sp>
            <p:nvSpPr>
              <p:cNvPr id="2409" name="Google Shape;2409;p85"/>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0" name="Google Shape;2410;p85"/>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2411" name="Google Shape;2411;p85"/>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412" name="Google Shape;2412;p85"/>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413" name="Google Shape;2413;p85"/>
            <p:cNvGrpSpPr/>
            <p:nvPr/>
          </p:nvGrpSpPr>
          <p:grpSpPr>
            <a:xfrm>
              <a:off x="487981" y="3594708"/>
              <a:ext cx="952525" cy="449700"/>
              <a:chOff x="755165" y="1951713"/>
              <a:chExt cx="1322400" cy="449700"/>
            </a:xfrm>
          </p:grpSpPr>
          <p:sp>
            <p:nvSpPr>
              <p:cNvPr id="2414" name="Google Shape;2414;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5" name="Google Shape;2415;p85"/>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2416" name="Google Shape;2416;p85"/>
            <p:cNvGrpSpPr/>
            <p:nvPr/>
          </p:nvGrpSpPr>
          <p:grpSpPr>
            <a:xfrm>
              <a:off x="487981" y="2487900"/>
              <a:ext cx="952525" cy="449700"/>
              <a:chOff x="755165" y="1951713"/>
              <a:chExt cx="1322400" cy="449700"/>
            </a:xfrm>
          </p:grpSpPr>
          <p:sp>
            <p:nvSpPr>
              <p:cNvPr id="2417" name="Google Shape;2417;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8" name="Google Shape;2418;p85"/>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419" name="Google Shape;2419;p85"/>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420" name="Google Shape;2420;p85"/>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421" name="Google Shape;2421;p85"/>
            <p:cNvGrpSpPr/>
            <p:nvPr/>
          </p:nvGrpSpPr>
          <p:grpSpPr>
            <a:xfrm>
              <a:off x="487981" y="5143496"/>
              <a:ext cx="952525" cy="449700"/>
              <a:chOff x="755165" y="1951713"/>
              <a:chExt cx="1322400" cy="449700"/>
            </a:xfrm>
          </p:grpSpPr>
          <p:sp>
            <p:nvSpPr>
              <p:cNvPr id="2422" name="Google Shape;2422;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3" name="Google Shape;2423;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2424" name="Google Shape;2424;p85"/>
            <p:cNvGrpSpPr/>
            <p:nvPr/>
          </p:nvGrpSpPr>
          <p:grpSpPr>
            <a:xfrm>
              <a:off x="487981" y="7376208"/>
              <a:ext cx="952525" cy="449700"/>
              <a:chOff x="755165" y="1951713"/>
              <a:chExt cx="1322400" cy="449700"/>
            </a:xfrm>
          </p:grpSpPr>
          <p:sp>
            <p:nvSpPr>
              <p:cNvPr id="2425" name="Google Shape;2425;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6" name="Google Shape;2426;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2427" name="Google Shape;2427;p85"/>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428" name="Google Shape;2428;p85"/>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2429" name="Google Shape;2429;p85"/>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2430" name="Google Shape;2430;p85"/>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2431" name="Google Shape;2431;p85"/>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2432" name="Google Shape;2432;p85"/>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3" name="Google Shape;2433;p85"/>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34" name="Google Shape;2434;p85"/>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5" name="Google Shape;2435;p85"/>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6" name="Google Shape;2436;p85"/>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7" name="Google Shape;2437;p85"/>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2438" name="Google Shape;2438;p85"/>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2439" name="Google Shape;2439;p85"/>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2440" name="Google Shape;2440;p85"/>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41" name="Google Shape;2441;p85"/>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2" name="Google Shape;2442;p85"/>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3" name="Google Shape;2443;p85"/>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2444" name="Google Shape;2444;p85"/>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5" name="Google Shape;2445;p85"/>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46" name="Google Shape;2446;p85"/>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2447" name="Google Shape;2447;p85"/>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2448" name="Google Shape;2448;p85"/>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2449" name="Google Shape;2449;p85"/>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2450" name="Google Shape;2450;p85"/>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2451" name="Google Shape;2451;p85"/>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2" name="Google Shape;2452;p85"/>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3" name="Google Shape;2453;p85"/>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4" name="Google Shape;2454;p85"/>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5" name="Google Shape;2455;p85"/>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6" name="Google Shape;2456;p85"/>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457" name="Google Shape;2457;p85"/>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8" name="Google Shape;2458;p85"/>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2459" name="Google Shape;2459;p85"/>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2460" name="Google Shape;2460;p85"/>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2461" name="Google Shape;2461;p85"/>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2462" name="Google Shape;2462;p85"/>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2463" name="Google Shape;2463;p85"/>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4" name="Google Shape;2464;p85"/>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65" name="Google Shape;2465;p85"/>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6" name="Google Shape;2466;p85"/>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7" name="Google Shape;2467;p85"/>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8" name="Google Shape;2468;p85"/>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2469" name="Google Shape;2469;p85"/>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0" name="Google Shape;2470;p85"/>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1" name="Google Shape;2471;p85"/>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2" name="Google Shape;2472;p85"/>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2473" name="Google Shape;2473;p85"/>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2474" name="Google Shape;2474;p85"/>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2475" name="Google Shape;2475;p85"/>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2476" name="Google Shape;2476;p85"/>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2477" name="Google Shape;2477;p85"/>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78" name="Google Shape;2478;p85"/>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9" name="Google Shape;2479;p85"/>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0" name="Google Shape;2480;p85"/>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1" name="Google Shape;2481;p85"/>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2" name="Google Shape;2482;p85"/>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2483" name="Google Shape;2483;p85"/>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84" name="Google Shape;2484;p85"/>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85" name="Google Shape;2485;p85"/>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486" name="Google Shape;2486;p85"/>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2487" name="Google Shape;2487;p85"/>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2488" name="Google Shape;2488;p85"/>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2489" name="Google Shape;2489;p85"/>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0" name="Google Shape;2490;p85"/>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91" name="Google Shape;2491;p85"/>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2" name="Google Shape;2492;p85"/>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2493" name="Google Shape;2493;p85"/>
          <p:cNvGrpSpPr/>
          <p:nvPr/>
        </p:nvGrpSpPr>
        <p:grpSpPr>
          <a:xfrm>
            <a:off x="7088611" y="1752600"/>
            <a:ext cx="5094171" cy="6865800"/>
            <a:chOff x="5821379" y="1524000"/>
            <a:chExt cx="5094171" cy="6865800"/>
          </a:xfrm>
        </p:grpSpPr>
        <p:sp>
          <p:nvSpPr>
            <p:cNvPr id="2494" name="Google Shape;2494;p85"/>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495" name="Google Shape;2495;p85"/>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496" name="Google Shape;2496;p85"/>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497" name="Google Shape;2497;p85"/>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2498" name="Google Shape;2498;p85"/>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2499" name="Google Shape;2499;p85"/>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2500" name="Google Shape;2500;p85"/>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1" name="Google Shape;2501;p85"/>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2502" name="Google Shape;2502;p85"/>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3" name="Google Shape;2503;p85"/>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2504" name="Google Shape;2504;p85"/>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5" name="Google Shape;2505;p85"/>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2506" name="Google Shape;2506;p85"/>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7" name="Google Shape;2507;p85"/>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8" name="Google Shape;2508;p85"/>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9" name="Google Shape;2509;p85"/>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0" name="Google Shape;2510;p85"/>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1" name="Google Shape;2511;p85"/>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2" name="Google Shape;2512;p85"/>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513" name="Google Shape;2513;p85"/>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514" name="Google Shape;2514;p85"/>
            <p:cNvGrpSpPr/>
            <p:nvPr/>
          </p:nvGrpSpPr>
          <p:grpSpPr>
            <a:xfrm>
              <a:off x="5840990" y="1793656"/>
              <a:ext cx="952541" cy="449700"/>
              <a:chOff x="5812280" y="1793656"/>
              <a:chExt cx="952541" cy="449700"/>
            </a:xfrm>
          </p:grpSpPr>
          <p:sp>
            <p:nvSpPr>
              <p:cNvPr id="2515" name="Google Shape;2515;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16" name="Google Shape;2516;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2517" name="Google Shape;2517;p85"/>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518" name="Google Shape;2518;p85"/>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2519" name="Google Shape;2519;p85"/>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2520" name="Google Shape;2520;p85"/>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1" name="Google Shape;2521;p85"/>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2522" name="Google Shape;2522;p85"/>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2523" name="Google Shape;2523;p85"/>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2524" name="Google Shape;2524;p85"/>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2525" name="Google Shape;2525;p85"/>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2526" name="Google Shape;2526;p85"/>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7" name="Google Shape;2527;p85"/>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8" name="Google Shape;2528;p85"/>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9" name="Google Shape;2529;p85"/>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0" name="Google Shape;2530;p85"/>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1" name="Google Shape;2531;p85"/>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2532" name="Google Shape;2532;p85"/>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533" name="Google Shape;2533;p85"/>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2534" name="Google Shape;2534;p85"/>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35" name="Google Shape;2535;p85"/>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6" name="Google Shape;2536;p85"/>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7" name="Google Shape;2537;p85"/>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2538" name="Google Shape;2538;p85"/>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539" name="Google Shape;2539;p85"/>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2540" name="Google Shape;2540;p85"/>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2541" name="Google Shape;2541;p85"/>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2542" name="Google Shape;2542;p85"/>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3" name="Google Shape;2543;p85"/>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4" name="Google Shape;2544;p85"/>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5" name="Google Shape;2545;p85"/>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6" name="Google Shape;2546;p85"/>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7" name="Google Shape;2547;p85"/>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2548" name="Google Shape;2548;p85"/>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9" name="Google Shape;2549;p85"/>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2550" name="Google Shape;2550;p85"/>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551" name="Google Shape;2551;p85"/>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2552" name="Google Shape;2552;p85"/>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2553" name="Google Shape;2553;p85"/>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2554" name="Google Shape;2554;p85"/>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5" name="Google Shape;2555;p85"/>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56" name="Google Shape;2556;p85"/>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7" name="Google Shape;2557;p85"/>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8" name="Google Shape;2558;p85"/>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9" name="Google Shape;2559;p85"/>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2560" name="Google Shape;2560;p85"/>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1" name="Google Shape;2561;p85"/>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2562" name="Google Shape;2562;p85"/>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2563" name="Google Shape;2563;p85"/>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2564" name="Google Shape;2564;p85"/>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2565" name="Google Shape;2565;p85"/>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2566" name="Google Shape;2566;p85"/>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7" name="Google Shape;2567;p85"/>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8" name="Google Shape;2568;p85"/>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9" name="Google Shape;2569;p85"/>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0" name="Google Shape;2570;p85"/>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1" name="Google Shape;2571;p85"/>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572" name="Google Shape;2572;p85"/>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2573" name="Google Shape;2573;p85"/>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2574" name="Google Shape;2574;p85"/>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2575" name="Google Shape;2575;p85"/>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6" name="Google Shape;2576;p85"/>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77" name="Google Shape;2577;p85"/>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8" name="Google Shape;2578;p85"/>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579" name="Google Shape;2579;p85"/>
            <p:cNvGrpSpPr/>
            <p:nvPr/>
          </p:nvGrpSpPr>
          <p:grpSpPr>
            <a:xfrm>
              <a:off x="5840990" y="4576768"/>
              <a:ext cx="952541" cy="449700"/>
              <a:chOff x="5812280" y="1793656"/>
              <a:chExt cx="952541" cy="449700"/>
            </a:xfrm>
          </p:grpSpPr>
          <p:sp>
            <p:nvSpPr>
              <p:cNvPr id="2580" name="Google Shape;258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1" name="Google Shape;258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2582" name="Google Shape;2582;p85"/>
            <p:cNvGrpSpPr/>
            <p:nvPr/>
          </p:nvGrpSpPr>
          <p:grpSpPr>
            <a:xfrm>
              <a:off x="5840990" y="7099131"/>
              <a:ext cx="952541" cy="449700"/>
              <a:chOff x="5812280" y="1793656"/>
              <a:chExt cx="952541" cy="449700"/>
            </a:xfrm>
          </p:grpSpPr>
          <p:sp>
            <p:nvSpPr>
              <p:cNvPr id="2583" name="Google Shape;258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4" name="Google Shape;258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2585" name="Google Shape;2585;p85"/>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6" name="Google Shape;2586;p85"/>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7" name="Google Shape;2587;p85"/>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8" name="Google Shape;2588;p85"/>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2589" name="Google Shape;2589;p85"/>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2590" name="Google Shape;2590;p85"/>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2591" name="Google Shape;2591;p85"/>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92" name="Google Shape;2592;p85"/>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3" name="Google Shape;2593;p85"/>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4" name="Google Shape;2594;p85"/>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2595" name="Google Shape;2595;p85"/>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2596" name="Google Shape;2596;p85"/>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2597" name="Google Shape;2597;p85"/>
          <p:cNvGrpSpPr/>
          <p:nvPr/>
        </p:nvGrpSpPr>
        <p:grpSpPr>
          <a:xfrm>
            <a:off x="12373539" y="1752600"/>
            <a:ext cx="4906068" cy="6868238"/>
            <a:chOff x="11106306" y="1524000"/>
            <a:chExt cx="4906068" cy="6868238"/>
          </a:xfrm>
        </p:grpSpPr>
        <p:sp>
          <p:nvSpPr>
            <p:cNvPr id="2598" name="Google Shape;2598;p85"/>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2599" name="Google Shape;2599;p85"/>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2600" name="Google Shape;2600;p85"/>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2601" name="Google Shape;2601;p85"/>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602" name="Google Shape;2602;p85"/>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2603" name="Google Shape;2603;p85"/>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2604" name="Google Shape;2604;p85"/>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2605" name="Google Shape;2605;p85"/>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2606" name="Google Shape;2606;p85"/>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2607" name="Google Shape;2607;p85"/>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2608" name="Google Shape;2608;p85"/>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09" name="Google Shape;2609;p85"/>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2610" name="Google Shape;2610;p85"/>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1" name="Google Shape;2611;p85"/>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2612" name="Google Shape;2612;p85"/>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3" name="Google Shape;2613;p85"/>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2614" name="Google Shape;2614;p85"/>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5" name="Google Shape;2615;p85"/>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6" name="Google Shape;2616;p85"/>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7" name="Google Shape;2617;p85"/>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8" name="Google Shape;2618;p85"/>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9" name="Google Shape;2619;p85"/>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20" name="Google Shape;2620;p85"/>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621" name="Google Shape;2621;p85"/>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622" name="Google Shape;2622;p85"/>
            <p:cNvGrpSpPr/>
            <p:nvPr/>
          </p:nvGrpSpPr>
          <p:grpSpPr>
            <a:xfrm>
              <a:off x="11125917" y="1793656"/>
              <a:ext cx="952541" cy="449700"/>
              <a:chOff x="5812280" y="1793656"/>
              <a:chExt cx="952541" cy="449700"/>
            </a:xfrm>
          </p:grpSpPr>
          <p:sp>
            <p:nvSpPr>
              <p:cNvPr id="2623" name="Google Shape;262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24" name="Google Shape;262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2625" name="Google Shape;2625;p85"/>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626" name="Google Shape;2626;p85"/>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2627" name="Google Shape;2627;p85"/>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2628" name="Google Shape;2628;p85"/>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29" name="Google Shape;2629;p85"/>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2630" name="Google Shape;2630;p85"/>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2631" name="Google Shape;2631;p85"/>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2" name="Google Shape;2632;p85"/>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3" name="Google Shape;2633;p85"/>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2634" name="Google Shape;2634;p85"/>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2635" name="Google Shape;2635;p85"/>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2636" name="Google Shape;2636;p85"/>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37" name="Google Shape;2637;p85"/>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8" name="Google Shape;2638;p85"/>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639" name="Google Shape;2639;p85"/>
            <p:cNvGrpSpPr/>
            <p:nvPr/>
          </p:nvGrpSpPr>
          <p:grpSpPr>
            <a:xfrm>
              <a:off x="11135442" y="3521656"/>
              <a:ext cx="952541" cy="449700"/>
              <a:chOff x="5812280" y="1793656"/>
              <a:chExt cx="952541" cy="449700"/>
            </a:xfrm>
          </p:grpSpPr>
          <p:sp>
            <p:nvSpPr>
              <p:cNvPr id="2640" name="Google Shape;264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1" name="Google Shape;264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2642" name="Google Shape;2642;p85"/>
            <p:cNvGrpSpPr/>
            <p:nvPr/>
          </p:nvGrpSpPr>
          <p:grpSpPr>
            <a:xfrm>
              <a:off x="11135442" y="5120481"/>
              <a:ext cx="952541" cy="449700"/>
              <a:chOff x="5812280" y="1793656"/>
              <a:chExt cx="952541" cy="449700"/>
            </a:xfrm>
          </p:grpSpPr>
          <p:sp>
            <p:nvSpPr>
              <p:cNvPr id="2643" name="Google Shape;264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4" name="Google Shape;264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2645" name="Google Shape;2645;p85"/>
            <p:cNvGrpSpPr/>
            <p:nvPr/>
          </p:nvGrpSpPr>
          <p:grpSpPr>
            <a:xfrm>
              <a:off x="11135442" y="6869256"/>
              <a:ext cx="952541" cy="449700"/>
              <a:chOff x="5812280" y="1793656"/>
              <a:chExt cx="952541" cy="449700"/>
            </a:xfrm>
          </p:grpSpPr>
          <p:sp>
            <p:nvSpPr>
              <p:cNvPr id="2646" name="Google Shape;2646;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7" name="Google Shape;2647;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2648" name="Google Shape;2648;p85"/>
            <p:cNvGrpSpPr/>
            <p:nvPr/>
          </p:nvGrpSpPr>
          <p:grpSpPr>
            <a:xfrm>
              <a:off x="11135442" y="7661443"/>
              <a:ext cx="952541" cy="449700"/>
              <a:chOff x="5812280" y="1793656"/>
              <a:chExt cx="952541" cy="449700"/>
            </a:xfrm>
          </p:grpSpPr>
          <p:sp>
            <p:nvSpPr>
              <p:cNvPr id="2649" name="Google Shape;2649;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50" name="Google Shape;2650;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2651" name="Google Shape;2651;p85"/>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52" name="Google Shape;2652;p85"/>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2653" name="Google Shape;2653;p85"/>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4" name="Google Shape;2654;p85"/>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2655" name="Google Shape;2655;p85"/>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2656" name="Google Shape;2656;p85"/>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2657" name="Google Shape;2657;p85"/>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58" name="Google Shape;2658;p85"/>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9" name="Google Shape;2659;p85"/>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0" name="Google Shape;2660;p85"/>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2661" name="Google Shape;2661;p85"/>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2662" name="Google Shape;2662;p85"/>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2663" name="Google Shape;2663;p85"/>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2664" name="Google Shape;2664;p85"/>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2665" name="Google Shape;2665;p85"/>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666" name="Google Shape;2666;p85"/>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7" name="Google Shape;2667;p85"/>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2668" name="Google Shape;2668;p85"/>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69" name="Google Shape;2669;p85"/>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2670" name="Google Shape;2670;p85"/>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1" name="Google Shape;2671;p85"/>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2672" name="Google Shape;2672;p85"/>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3" name="Google Shape;2673;p85"/>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4" name="Google Shape;2674;p85"/>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75" name="Google Shape;2675;p85"/>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6" name="Google Shape;2676;p85"/>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7" name="Google Shape;2677;p85"/>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8" name="Google Shape;2678;p85"/>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2679" name="Google Shape;2679;p85"/>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80" name="Google Shape;2680;p85"/>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81" name="Google Shape;2681;p85"/>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2682" name="Google Shape;2682;p85"/>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2683" name="Google Shape;2683;p85"/>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2684" name="Google Shape;2684;p85"/>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2685" name="Google Shape;2685;p85"/>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2686" name="Google Shape;2686;p85"/>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687" name="Google Shape;2687;p85"/>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88" name="Google Shape;2688;p85"/>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2689" name="Google Shape;2689;p85"/>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0" name="Google Shape;2690;p85"/>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2691" name="Google Shape;2691;p85"/>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2" name="Google Shape;2692;p85"/>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2693" name="Google Shape;2693;p85"/>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4" name="Google Shape;2694;p85"/>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5" name="Google Shape;2695;p85"/>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6" name="Google Shape;2696;p85"/>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7" name="Google Shape;2697;p85"/>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8" name="Google Shape;2698;p85"/>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9" name="Google Shape;2699;p85"/>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2700" name="Google Shape;2700;p85"/>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2701" name="Shape 2701"/>
        <p:cNvGrpSpPr/>
        <p:nvPr/>
      </p:nvGrpSpPr>
      <p:grpSpPr>
        <a:xfrm>
          <a:off x="0" y="0"/>
          <a:ext cx="0" cy="0"/>
          <a:chOff x="0" y="0"/>
          <a:chExt cx="0" cy="0"/>
        </a:xfrm>
      </p:grpSpPr>
      <p:sp>
        <p:nvSpPr>
          <p:cNvPr id="2702" name="Google Shape;2702;p86"/>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2703" name="Google Shape;2703;p86"/>
          <p:cNvGrpSpPr/>
          <p:nvPr/>
        </p:nvGrpSpPr>
        <p:grpSpPr>
          <a:xfrm>
            <a:off x="11416650" y="987281"/>
            <a:ext cx="6313200" cy="308305"/>
            <a:chOff x="11238000" y="957895"/>
            <a:chExt cx="6313200" cy="308305"/>
          </a:xfrm>
        </p:grpSpPr>
        <p:sp>
          <p:nvSpPr>
            <p:cNvPr id="2704" name="Google Shape;2704;p86"/>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705" name="Google Shape;2705;p86"/>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6" name="Google Shape;2706;p86"/>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07" name="Google Shape;2707;p86"/>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8" name="Google Shape;2708;p86"/>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9" name="Google Shape;2709;p86"/>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2710" name="Google Shape;2710;p86"/>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711" name="Google Shape;2711;p86"/>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712" name="Google Shape;2712;p86"/>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713" name="Google Shape;2713;p86"/>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2714" name="Google Shape;2714;p86"/>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2715" name="Google Shape;2715;p86"/>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2716" name="Google Shape;2716;p86"/>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2717" name="Google Shape;2717;p86"/>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2718" name="Google Shape;2718;p86"/>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2719" name="Google Shape;2719;p86"/>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2720" name="Google Shape;2720;p86"/>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2721" name="Google Shape;2721;p86"/>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2722" name="Google Shape;2722;p86"/>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2723" name="Google Shape;2723;p86"/>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2724" name="Google Shape;2724;p86"/>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2725" name="Google Shape;2725;p86"/>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2726" name="Google Shape;2726;p86"/>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727" name="Google Shape;2727;p86"/>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2728" name="Google Shape;2728;p86"/>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729" name="Google Shape;2729;p86"/>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2730" name="Google Shape;2730;p86"/>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2731" name="Google Shape;2731;p86"/>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2732" name="Google Shape;2732;p86"/>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2733" name="Google Shape;2733;p86"/>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2734" name="Google Shape;2734;p86"/>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35" name="Google Shape;2735;p86"/>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2736" name="Google Shape;2736;p86"/>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2737" name="Google Shape;2737;p86"/>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38" name="Google Shape;2738;p86"/>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739" name="Google Shape;2739;p86"/>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2740" name="Google Shape;2740;p86"/>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741" name="Google Shape;2741;p86"/>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2742" name="Google Shape;2742;p86"/>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2743" name="Google Shape;2743;p86"/>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4" name="Google Shape;2744;p86"/>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5" name="Google Shape;2745;p86"/>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2746" name="Google Shape;2746;p86"/>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2747" name="Google Shape;2747;p86"/>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2748" name="Google Shape;2748;p86"/>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749" name="Google Shape;2749;p86"/>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2750" name="Google Shape;2750;p86"/>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2751" name="Google Shape;2751;p86"/>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2752" name="Google Shape;2752;p86"/>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2753" name="Google Shape;2753;p86"/>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2754" name="Google Shape;2754;p86"/>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2755" name="Google Shape;2755;p86"/>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2756" name="Google Shape;2756;p86"/>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2757" name="Google Shape;2757;p86"/>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2758" name="Google Shape;2758;p86"/>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2759" name="Google Shape;2759;p86"/>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2760" name="Google Shape;2760;p86"/>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61" name="Google Shape;2761;p86"/>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62" name="Google Shape;2762;p86"/>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2763" name="Google Shape;2763;p86"/>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4" name="Google Shape;2764;p86"/>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65" name="Google Shape;2765;p86"/>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6" name="Google Shape;2766;p86"/>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7" name="Google Shape;2767;p86"/>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2768" name="Google Shape;2768;p86"/>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69" name="Google Shape;2769;p86"/>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2770" name="Google Shape;2770;p86"/>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71" name="Google Shape;2771;p86"/>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2772" name="Google Shape;2772;p86"/>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3" name="Google Shape;2773;p86"/>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2774" name="Google Shape;2774;p86"/>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5" name="Google Shape;2775;p86"/>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776" name="Google Shape;2776;p86"/>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7" name="Google Shape;2777;p86"/>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2778" name="Google Shape;2778;p86"/>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9" name="Google Shape;2779;p86"/>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0" name="Google Shape;2780;p86"/>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1" name="Google Shape;2781;p86"/>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2782" name="Google Shape;2782;p86"/>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3" name="Google Shape;2783;p86"/>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4" name="Google Shape;2784;p86"/>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5" name="Google Shape;2785;p86"/>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6" name="Google Shape;2786;p86"/>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7" name="Google Shape;2787;p86"/>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788" name="Google Shape;2788;p86"/>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9" name="Google Shape;2789;p86"/>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0" name="Google Shape;2790;p86"/>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1" name="Google Shape;2791;p86"/>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2" name="Google Shape;2792;p86"/>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3" name="Google Shape;2793;p86"/>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4" name="Google Shape;2794;p86"/>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5" name="Google Shape;2795;p86"/>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6" name="Google Shape;2796;p86"/>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7" name="Google Shape;2797;p86"/>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8" name="Google Shape;2798;p86"/>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9" name="Google Shape;2799;p86"/>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800" name="Google Shape;2800;p86"/>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1" name="Google Shape;2801;p86"/>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2" name="Google Shape;2802;p86"/>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3" name="Google Shape;2803;p86"/>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2804" name="Google Shape;2804;p86"/>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5" name="Google Shape;2805;p86"/>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2806" name="Google Shape;2806;p86"/>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7" name="Google Shape;2807;p86"/>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8" name="Google Shape;2808;p86"/>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9" name="Google Shape;2809;p86"/>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0" name="Google Shape;2810;p86"/>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1" name="Google Shape;2811;p86"/>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2" name="Google Shape;2812;p86"/>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3" name="Google Shape;2813;p86"/>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4" name="Google Shape;2814;p86"/>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5" name="Google Shape;2815;p86"/>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6" name="Google Shape;2816;p86"/>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7" name="Google Shape;2817;p86"/>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2818" name="Google Shape;2818;p86"/>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9" name="Google Shape;2819;p86"/>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2820" name="Google Shape;2820;p86"/>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821" name="Google Shape;2821;p86"/>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822" name="Google Shape;2822;p86"/>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823" name="Google Shape;2823;p86"/>
          <p:cNvGrpSpPr/>
          <p:nvPr/>
        </p:nvGrpSpPr>
        <p:grpSpPr>
          <a:xfrm>
            <a:off x="497950" y="1867456"/>
            <a:ext cx="952566" cy="449700"/>
            <a:chOff x="755108" y="1946374"/>
            <a:chExt cx="1322458" cy="449700"/>
          </a:xfrm>
        </p:grpSpPr>
        <p:sp>
          <p:nvSpPr>
            <p:cNvPr id="2824" name="Google Shape;2824;p86"/>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25" name="Google Shape;2825;p86"/>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2826" name="Google Shape;2826;p86"/>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827" name="Google Shape;2827;p86"/>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2828" name="Google Shape;2828;p86"/>
          <p:cNvGrpSpPr/>
          <p:nvPr/>
        </p:nvGrpSpPr>
        <p:grpSpPr>
          <a:xfrm>
            <a:off x="497991" y="7043359"/>
            <a:ext cx="952525" cy="449700"/>
            <a:chOff x="755165" y="1951713"/>
            <a:chExt cx="1322400" cy="449700"/>
          </a:xfrm>
        </p:grpSpPr>
        <p:sp>
          <p:nvSpPr>
            <p:cNvPr id="2829" name="Google Shape;2829;p86"/>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30" name="Google Shape;2830;p86"/>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2831" name="Google Shape;2831;p86"/>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2832" name="Google Shape;2832;p86"/>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2833" name="Google Shape;2833;p86"/>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2834" name="Google Shape;2834;p86"/>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2835" name="Google Shape;2835;p86"/>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6" name="Google Shape;2836;p86"/>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7" name="Google Shape;2837;p86"/>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838" name="Google Shape;2838;p86"/>
          <p:cNvGrpSpPr/>
          <p:nvPr/>
        </p:nvGrpSpPr>
        <p:grpSpPr>
          <a:xfrm>
            <a:off x="497991" y="9571870"/>
            <a:ext cx="952525" cy="449700"/>
            <a:chOff x="755165" y="1979727"/>
            <a:chExt cx="1322400" cy="449700"/>
          </a:xfrm>
        </p:grpSpPr>
        <p:sp>
          <p:nvSpPr>
            <p:cNvPr id="2839" name="Google Shape;2839;p86"/>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40" name="Google Shape;2840;p86"/>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2841" name="Google Shape;2841;p86"/>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2842" name="Google Shape;2842;p86"/>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2843" name="Google Shape;2843;p86"/>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2844" name="Google Shape;2844;p86"/>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2845" name="Google Shape;2845;p86"/>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2846" name="Google Shape;2846;p86"/>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2847" name="Google Shape;2847;p86"/>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2848" name="Google Shape;2848;p86"/>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2849" name="Google Shape;2849;p86"/>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2850" name="Google Shape;2850;p86"/>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2851" name="Google Shape;2851;p86"/>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2852" name="Google Shape;2852;p86"/>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2853" name="Google Shape;2853;p86"/>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2854" name="Google Shape;2854;p86"/>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855" name="Google Shape;2855;p86"/>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856" name="Google Shape;2856;p86"/>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57" name="Google Shape;2857;p86"/>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2858" name="Google Shape;2858;p86"/>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59" name="Google Shape;2859;p86"/>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2860" name="Google Shape;2860;p86"/>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61" name="Google Shape;2861;p86"/>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62" name="Google Shape;2862;p86"/>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863" name="Google Shape;2863;p86"/>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2864" name="Google Shape;2864;p86"/>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65" name="Google Shape;2865;p86"/>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2866" name="Google Shape;2866;p86"/>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2867" name="Google Shape;2867;p86"/>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868" name="Google Shape;2868;p86"/>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2869" name="Google Shape;2869;p86"/>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2870" name="Google Shape;2870;p86"/>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2871" name="Google Shape;2871;p86"/>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72" name="Google Shape;2872;p86"/>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2873" name="Google Shape;2873;p86"/>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2874" name="Google Shape;2874;p86"/>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2875" name="Google Shape;2875;p86"/>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2876" name="Google Shape;2876;p86"/>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77" name="Google Shape;2877;p86"/>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78" name="Google Shape;2878;p86"/>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2879" name="Google Shape;2879;p86"/>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880" name="Google Shape;2880;p86"/>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2881" name="Google Shape;2881;p86"/>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2882" name="Google Shape;2882;p86"/>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2883" name="Google Shape;2883;p86"/>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2884" name="Google Shape;2884;p86"/>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85" name="Google Shape;2885;p86"/>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2886" name="Google Shape;2886;p86"/>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2887" name="Google Shape;2887;p86"/>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2888" name="Google Shape;2888;p86"/>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89" name="Google Shape;2889;p86"/>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2890" name="Google Shape;2890;p86"/>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1" name="Google Shape;2891;p86"/>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2892" name="Google Shape;2892;p86"/>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93" name="Google Shape;2893;p86"/>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4" name="Google Shape;2894;p86"/>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5" name="Google Shape;2895;p86"/>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2896" name="Google Shape;2896;p86"/>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2897" name="Google Shape;2897;p86"/>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8" name="Google Shape;2898;p86"/>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2899" name="Google Shape;2899;p86"/>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900" name="Google Shape;2900;p86"/>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901" name="Google Shape;2901;p86"/>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2902" name="Google Shape;2902;p86"/>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2903" name="Google Shape;2903;p86"/>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2904" name="Google Shape;2904;p86"/>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2905" name="Google Shape;2905;p86"/>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6" name="Google Shape;2906;p86"/>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07" name="Google Shape;2907;p86"/>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8" name="Google Shape;2908;p86"/>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9" name="Google Shape;2909;p86"/>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0" name="Google Shape;2910;p86"/>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1" name="Google Shape;2911;p86"/>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2" name="Google Shape;2912;p86"/>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3" name="Google Shape;2913;p86"/>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4" name="Google Shape;2914;p86"/>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5" name="Google Shape;2915;p86"/>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6" name="Google Shape;2916;p86"/>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7" name="Google Shape;2917;p86"/>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18" name="Google Shape;2918;p86"/>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9" name="Google Shape;2919;p86"/>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20" name="Google Shape;2920;p86"/>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2921" name="Google Shape;2921;p86"/>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2" name="Google Shape;2922;p86"/>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3" name="Google Shape;2923;p86"/>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4" name="Google Shape;2924;p86"/>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25" name="Google Shape;2925;p86"/>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6" name="Google Shape;2926;p86"/>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7" name="Google Shape;2927;p86"/>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8" name="Google Shape;2928;p86"/>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9" name="Google Shape;2929;p86"/>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0" name="Google Shape;2930;p86"/>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1" name="Google Shape;2931;p86"/>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2" name="Google Shape;2932;p86"/>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3" name="Google Shape;2933;p86"/>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4" name="Google Shape;2934;p86"/>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5" name="Google Shape;2935;p86"/>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6" name="Google Shape;2936;p86"/>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7" name="Google Shape;2937;p86"/>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8" name="Google Shape;2938;p86"/>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9" name="Google Shape;2939;p86"/>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0" name="Google Shape;2940;p86"/>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1" name="Google Shape;2941;p86"/>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2" name="Google Shape;2942;p86"/>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3" name="Google Shape;2943;p86"/>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4" name="Google Shape;2944;p86"/>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5" name="Google Shape;2945;p86"/>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6" name="Google Shape;2946;p86"/>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7" name="Google Shape;2947;p86"/>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8" name="Google Shape;2948;p86"/>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9" name="Google Shape;2949;p86"/>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0" name="Google Shape;2950;p86"/>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1" name="Google Shape;2951;p86"/>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2" name="Google Shape;2952;p86"/>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3" name="Google Shape;2953;p86"/>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4" name="Google Shape;2954;p86"/>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5" name="Google Shape;2955;p86"/>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6" name="Google Shape;2956;p86"/>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7" name="Google Shape;2957;p86"/>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8" name="Google Shape;2958;p86"/>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9" name="Google Shape;2959;p86"/>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960" name="Google Shape;2960;p86"/>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961" name="Google Shape;2961;p86"/>
          <p:cNvGrpSpPr/>
          <p:nvPr/>
        </p:nvGrpSpPr>
        <p:grpSpPr>
          <a:xfrm>
            <a:off x="4741973" y="1867456"/>
            <a:ext cx="952525" cy="449700"/>
            <a:chOff x="755165" y="1938890"/>
            <a:chExt cx="1322400" cy="449700"/>
          </a:xfrm>
        </p:grpSpPr>
        <p:sp>
          <p:nvSpPr>
            <p:cNvPr id="2962" name="Google Shape;2962;p86"/>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3" name="Google Shape;2963;p86"/>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2964" name="Google Shape;2964;p86"/>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965" name="Google Shape;2965;p86"/>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2966" name="Google Shape;2966;p86"/>
          <p:cNvGrpSpPr/>
          <p:nvPr/>
        </p:nvGrpSpPr>
        <p:grpSpPr>
          <a:xfrm>
            <a:off x="4741973" y="6193420"/>
            <a:ext cx="952525" cy="449700"/>
            <a:chOff x="755165" y="1866174"/>
            <a:chExt cx="1322400" cy="449700"/>
          </a:xfrm>
        </p:grpSpPr>
        <p:sp>
          <p:nvSpPr>
            <p:cNvPr id="2967" name="Google Shape;2967;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8" name="Google Shape;2968;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2969" name="Google Shape;2969;p86"/>
          <p:cNvGrpSpPr/>
          <p:nvPr/>
        </p:nvGrpSpPr>
        <p:grpSpPr>
          <a:xfrm>
            <a:off x="4741973" y="9230466"/>
            <a:ext cx="952525" cy="449700"/>
            <a:chOff x="755165" y="1886345"/>
            <a:chExt cx="1322400" cy="449700"/>
          </a:xfrm>
        </p:grpSpPr>
        <p:sp>
          <p:nvSpPr>
            <p:cNvPr id="2970" name="Google Shape;2970;p86"/>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71" name="Google Shape;2971;p86"/>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2972" name="Google Shape;2972;p86"/>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2973" name="Google Shape;2973;p86"/>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2974" name="Google Shape;2974;p86"/>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2975" name="Google Shape;2975;p86"/>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2976" name="Google Shape;2976;p86"/>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2977" name="Google Shape;2977;p86"/>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2978" name="Google Shape;2978;p86"/>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2979" name="Google Shape;2979;p86"/>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2980" name="Google Shape;2980;p86"/>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2981" name="Google Shape;2981;p86"/>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2982" name="Google Shape;2982;p86"/>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2983" name="Google Shape;2983;p86"/>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2984" name="Google Shape;2984;p86"/>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2985" name="Google Shape;2985;p86"/>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986" name="Google Shape;2986;p86"/>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87" name="Google Shape;2987;p86"/>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88" name="Google Shape;2988;p86"/>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89" name="Google Shape;2989;p86"/>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990" name="Google Shape;2990;p86"/>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91" name="Google Shape;2991;p86"/>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92" name="Google Shape;2992;p86"/>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3" name="Google Shape;2993;p86"/>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94" name="Google Shape;2994;p86"/>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2995" name="Google Shape;2995;p86"/>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2996" name="Google Shape;2996;p86"/>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7" name="Google Shape;2997;p86"/>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2998" name="Google Shape;2998;p86"/>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2999" name="Google Shape;2999;p86"/>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3000" name="Google Shape;3000;p86"/>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3001" name="Google Shape;3001;p86"/>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3002" name="Google Shape;3002;p86"/>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03" name="Google Shape;3003;p86"/>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3004" name="Google Shape;3004;p86"/>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3005" name="Google Shape;3005;p86"/>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3006" name="Google Shape;3006;p86"/>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3007" name="Google Shape;3007;p86"/>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3008" name="Google Shape;3008;p86"/>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3009" name="Google Shape;3009;p86"/>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3010" name="Google Shape;3010;p86"/>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3011" name="Google Shape;3011;p86"/>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3012" name="Google Shape;3012;p86"/>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13" name="Google Shape;3013;p86"/>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3014" name="Google Shape;3014;p86"/>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3015" name="Google Shape;3015;p86"/>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3016" name="Google Shape;3016;p86"/>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3017" name="Google Shape;3017;p86"/>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3018" name="Google Shape;3018;p86"/>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3019" name="Google Shape;3019;p86"/>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3020" name="Google Shape;3020;p86"/>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3021" name="Google Shape;3021;p86"/>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3022" name="Google Shape;3022;p86"/>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3023" name="Google Shape;3023;p86"/>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3024" name="Google Shape;3024;p86"/>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3025" name="Google Shape;3025;p86"/>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3026" name="Google Shape;3026;p86"/>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3027" name="Google Shape;3027;p86"/>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3028" name="Google Shape;3028;p86"/>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3029" name="Google Shape;3029;p86"/>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3030" name="Google Shape;3030;p86"/>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3031" name="Google Shape;3031;p86"/>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32" name="Google Shape;3032;p86"/>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3033" name="Google Shape;3033;p86"/>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3034" name="Google Shape;3034;p86"/>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3035" name="Google Shape;3035;p86"/>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3036" name="Google Shape;3036;p86"/>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7" name="Google Shape;3037;p86"/>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8" name="Google Shape;3038;p86"/>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9" name="Google Shape;3039;p86"/>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40" name="Google Shape;3040;p86"/>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1" name="Google Shape;3041;p86"/>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2" name="Google Shape;3042;p86"/>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3" name="Google Shape;3043;p86"/>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4" name="Google Shape;3044;p86"/>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5" name="Google Shape;3045;p86"/>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6" name="Google Shape;3046;p86"/>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7" name="Google Shape;3047;p86"/>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8" name="Google Shape;3048;p86"/>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9" name="Google Shape;3049;p86"/>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0" name="Google Shape;3050;p86"/>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1" name="Google Shape;3051;p86"/>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2" name="Google Shape;3052;p86"/>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3" name="Google Shape;3053;p86"/>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4" name="Google Shape;3054;p86"/>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5" name="Google Shape;3055;p86"/>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6" name="Google Shape;3056;p86"/>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7" name="Google Shape;3057;p86"/>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8" name="Google Shape;3058;p86"/>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9" name="Google Shape;3059;p86"/>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0" name="Google Shape;3060;p86"/>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1" name="Google Shape;3061;p86"/>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2" name="Google Shape;3062;p86"/>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3" name="Google Shape;3063;p86"/>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4" name="Google Shape;3064;p86"/>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5" name="Google Shape;3065;p86"/>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6" name="Google Shape;3066;p86"/>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7" name="Google Shape;3067;p86"/>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8" name="Google Shape;3068;p86"/>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9" name="Google Shape;3069;p86"/>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0" name="Google Shape;3070;p86"/>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1" name="Google Shape;3071;p86"/>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2" name="Google Shape;3072;p86"/>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3" name="Google Shape;3073;p86"/>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4" name="Google Shape;3074;p86"/>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5" name="Google Shape;3075;p86"/>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6" name="Google Shape;3076;p86"/>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7" name="Google Shape;3077;p86"/>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8" name="Google Shape;3078;p86"/>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9" name="Google Shape;3079;p86"/>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0" name="Google Shape;3080;p86"/>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1" name="Google Shape;3081;p86"/>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2" name="Google Shape;3082;p86"/>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3" name="Google Shape;3083;p86"/>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4" name="Google Shape;3084;p86"/>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5" name="Google Shape;3085;p86"/>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6" name="Google Shape;3086;p86"/>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7" name="Google Shape;3087;p86"/>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8" name="Google Shape;3088;p86"/>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89" name="Google Shape;3089;p86"/>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0" name="Google Shape;3090;p86"/>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1" name="Google Shape;3091;p86"/>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92" name="Google Shape;3092;p86"/>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3" name="Google Shape;3093;p86"/>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4" name="Google Shape;3094;p86"/>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5" name="Google Shape;3095;p86"/>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6" name="Google Shape;3096;p86"/>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7" name="Google Shape;3097;p86"/>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098" name="Google Shape;3098;p86"/>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099" name="Google Shape;3099;p86"/>
          <p:cNvGrpSpPr/>
          <p:nvPr/>
        </p:nvGrpSpPr>
        <p:grpSpPr>
          <a:xfrm>
            <a:off x="8994853" y="1867456"/>
            <a:ext cx="952525" cy="449700"/>
            <a:chOff x="755165" y="1905021"/>
            <a:chExt cx="1322400" cy="449700"/>
          </a:xfrm>
        </p:grpSpPr>
        <p:sp>
          <p:nvSpPr>
            <p:cNvPr id="3100" name="Google Shape;3100;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1" name="Google Shape;3101;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3102" name="Google Shape;3102;p86"/>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103" name="Google Shape;3103;p86"/>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104" name="Google Shape;3104;p86"/>
          <p:cNvGrpSpPr/>
          <p:nvPr/>
        </p:nvGrpSpPr>
        <p:grpSpPr>
          <a:xfrm>
            <a:off x="8994853" y="7223868"/>
            <a:ext cx="952525" cy="449700"/>
            <a:chOff x="755165" y="1866174"/>
            <a:chExt cx="1322400" cy="449700"/>
          </a:xfrm>
        </p:grpSpPr>
        <p:sp>
          <p:nvSpPr>
            <p:cNvPr id="3105" name="Google Shape;3105;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6" name="Google Shape;3106;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107" name="Google Shape;3107;p86"/>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08" name="Google Shape;3108;p86"/>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3109" name="Google Shape;3109;p86"/>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3110" name="Google Shape;3110;p86"/>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1" name="Google Shape;3111;p86"/>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3112" name="Google Shape;3112;p86"/>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3113" name="Google Shape;3113;p86"/>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3114" name="Google Shape;3114;p86"/>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3115" name="Google Shape;3115;p86"/>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3116" name="Google Shape;3116;p86"/>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3117" name="Google Shape;3117;p86"/>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18" name="Google Shape;3118;p86"/>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9" name="Google Shape;3119;p86"/>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3120" name="Google Shape;3120;p86"/>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21" name="Google Shape;3121;p86"/>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3122" name="Google Shape;3122;p86"/>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3123" name="Google Shape;3123;p86"/>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3124" name="Google Shape;3124;p86"/>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3125" name="Google Shape;3125;p86"/>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3126" name="Google Shape;3126;p86"/>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3127" name="Google Shape;3127;p86"/>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3128" name="Google Shape;3128;p86"/>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3129" name="Google Shape;3129;p86"/>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130" name="Google Shape;3130;p86"/>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3131" name="Google Shape;3131;p86"/>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3132" name="Google Shape;3132;p86"/>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3133" name="Google Shape;3133;p86"/>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3134" name="Google Shape;3134;p86"/>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3135" name="Google Shape;3135;p86"/>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3136" name="Google Shape;3136;p86"/>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3137" name="Google Shape;3137;p86"/>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138" name="Google Shape;3138;p86"/>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3139" name="Google Shape;3139;p86"/>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140" name="Google Shape;3140;p86"/>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1" name="Google Shape;3141;p86"/>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142" name="Google Shape;3142;p86"/>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3" name="Google Shape;3143;p86"/>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3144" name="Google Shape;3144;p86"/>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5" name="Google Shape;3145;p86"/>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146" name="Google Shape;3146;p86"/>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7" name="Google Shape;3147;p86"/>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3148" name="Google Shape;3148;p86"/>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9" name="Google Shape;3149;p86"/>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3150" name="Google Shape;3150;p86"/>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1" name="Google Shape;3151;p86"/>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3152" name="Google Shape;3152;p86"/>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3" name="Google Shape;3153;p86"/>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3154" name="Google Shape;3154;p86"/>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5" name="Google Shape;3155;p86"/>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3156" name="Google Shape;3156;p86"/>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7" name="Google Shape;3157;p86"/>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158" name="Google Shape;3158;p86"/>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9" name="Google Shape;3159;p86"/>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60" name="Google Shape;3160;p86"/>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1" name="Google Shape;3161;p86"/>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3162" name="Google Shape;3162;p86"/>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3" name="Google Shape;3163;p86"/>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164" name="Google Shape;3164;p86"/>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5" name="Google Shape;3165;p86"/>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3166" name="Google Shape;3166;p86"/>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7" name="Google Shape;3167;p86"/>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168" name="Google Shape;3168;p86"/>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9" name="Google Shape;3169;p86"/>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0" name="Google Shape;3170;p86"/>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171" name="Google Shape;3171;p86"/>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2" name="Google Shape;3172;p86"/>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3" name="Google Shape;3173;p86"/>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3174" name="Google Shape;3174;p86"/>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5" name="Google Shape;3175;p86"/>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6" name="Google Shape;3176;p86"/>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177" name="Google Shape;3177;p86"/>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8" name="Google Shape;3178;p86"/>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9" name="Google Shape;3179;p86"/>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3180" name="Google Shape;3180;p86"/>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1" name="Google Shape;3181;p86"/>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2" name="Google Shape;3182;p86"/>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3183" name="Google Shape;3183;p86"/>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4" name="Google Shape;3184;p86"/>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5" name="Google Shape;3185;p86"/>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3186" name="Google Shape;3186;p86"/>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7" name="Google Shape;3187;p86"/>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88" name="Google Shape;3188;p86"/>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89" name="Google Shape;3189;p86"/>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0" name="Google Shape;3190;p86"/>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1" name="Google Shape;3191;p86"/>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3192" name="Google Shape;3192;p86"/>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93" name="Google Shape;3193;p86"/>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3194" name="Google Shape;3194;p86"/>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3195" name="Google Shape;3195;p86"/>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96" name="Google Shape;3196;p86"/>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3197" name="Google Shape;3197;p86"/>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3198" name="Google Shape;3198;p86"/>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3199" name="Google Shape;3199;p86"/>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3200" name="Google Shape;3200;p86"/>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01" name="Google Shape;3201;p86"/>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02" name="Google Shape;3202;p86"/>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03" name="Google Shape;3203;p86"/>
          <p:cNvGrpSpPr/>
          <p:nvPr/>
        </p:nvGrpSpPr>
        <p:grpSpPr>
          <a:xfrm>
            <a:off x="13258005" y="1867456"/>
            <a:ext cx="952525" cy="449700"/>
            <a:chOff x="755165" y="1905021"/>
            <a:chExt cx="1322400" cy="449700"/>
          </a:xfrm>
        </p:grpSpPr>
        <p:sp>
          <p:nvSpPr>
            <p:cNvPr id="3204" name="Google Shape;3204;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05" name="Google Shape;3205;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206" name="Google Shape;3206;p86"/>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07" name="Google Shape;3207;p86"/>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208" name="Google Shape;3208;p86"/>
          <p:cNvGrpSpPr/>
          <p:nvPr/>
        </p:nvGrpSpPr>
        <p:grpSpPr>
          <a:xfrm>
            <a:off x="13258005" y="3001220"/>
            <a:ext cx="952525" cy="449700"/>
            <a:chOff x="755165" y="1856649"/>
            <a:chExt cx="1322400" cy="449700"/>
          </a:xfrm>
        </p:grpSpPr>
        <p:sp>
          <p:nvSpPr>
            <p:cNvPr id="3209" name="Google Shape;3209;p86"/>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10" name="Google Shape;3210;p86"/>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3211" name="Shape 3211"/>
        <p:cNvGrpSpPr/>
        <p:nvPr/>
      </p:nvGrpSpPr>
      <p:grpSpPr>
        <a:xfrm>
          <a:off x="0" y="0"/>
          <a:ext cx="0" cy="0"/>
          <a:chOff x="0" y="0"/>
          <a:chExt cx="0" cy="0"/>
        </a:xfrm>
      </p:grpSpPr>
      <p:sp>
        <p:nvSpPr>
          <p:cNvPr id="3212" name="Google Shape;3212;p87"/>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3213" name="Google Shape;3213;p87"/>
          <p:cNvGrpSpPr/>
          <p:nvPr/>
        </p:nvGrpSpPr>
        <p:grpSpPr>
          <a:xfrm>
            <a:off x="5987400" y="703350"/>
            <a:ext cx="6313200" cy="307800"/>
            <a:chOff x="22663550" y="1349273"/>
            <a:chExt cx="6313200" cy="307800"/>
          </a:xfrm>
        </p:grpSpPr>
        <p:grpSp>
          <p:nvGrpSpPr>
            <p:cNvPr id="3214" name="Google Shape;3214;p87"/>
            <p:cNvGrpSpPr/>
            <p:nvPr/>
          </p:nvGrpSpPr>
          <p:grpSpPr>
            <a:xfrm>
              <a:off x="22663550" y="1349273"/>
              <a:ext cx="6313200" cy="307800"/>
              <a:chOff x="11238000" y="958400"/>
              <a:chExt cx="6313200" cy="307800"/>
            </a:xfrm>
          </p:grpSpPr>
          <p:sp>
            <p:nvSpPr>
              <p:cNvPr id="3215" name="Google Shape;3215;p87"/>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3216" name="Google Shape;3216;p87"/>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7" name="Google Shape;3217;p87"/>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18" name="Google Shape;3218;p87"/>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9" name="Google Shape;3219;p87"/>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20" name="Google Shape;3220;p87"/>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3221" name="Google Shape;3221;p87"/>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3222" name="Google Shape;3222;p87"/>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3223" name="Google Shape;3223;p87"/>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3224" name="Google Shape;3224;p87"/>
          <p:cNvGrpSpPr/>
          <p:nvPr/>
        </p:nvGrpSpPr>
        <p:grpSpPr>
          <a:xfrm>
            <a:off x="1451611" y="1113234"/>
            <a:ext cx="5688463" cy="8985603"/>
            <a:chOff x="800611" y="1189434"/>
            <a:chExt cx="5688463" cy="8985603"/>
          </a:xfrm>
        </p:grpSpPr>
        <p:sp>
          <p:nvSpPr>
            <p:cNvPr id="3225" name="Google Shape;3225;p87"/>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3226" name="Google Shape;3226;p87"/>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3227" name="Google Shape;3227;p87"/>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3228" name="Google Shape;3228;p87"/>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3229" name="Google Shape;3229;p87"/>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3230" name="Google Shape;3230;p87"/>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3231" name="Google Shape;3231;p87"/>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3232" name="Google Shape;3232;p87"/>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3233" name="Google Shape;3233;p87"/>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3234" name="Google Shape;3234;p87"/>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3235" name="Google Shape;3235;p87"/>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3236" name="Google Shape;3236;p87"/>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3237" name="Google Shape;3237;p87"/>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3238" name="Google Shape;3238;p87"/>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3239" name="Google Shape;3239;p87"/>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3240" name="Google Shape;3240;p87"/>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3241" name="Google Shape;3241;p87"/>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3242" name="Google Shape;3242;p87"/>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43" name="Google Shape;3243;p87"/>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3244" name="Google Shape;3244;p87"/>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3245" name="Google Shape;3245;p87"/>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46" name="Google Shape;3246;p87"/>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47" name="Google Shape;3247;p87"/>
            <p:cNvGrpSpPr/>
            <p:nvPr/>
          </p:nvGrpSpPr>
          <p:grpSpPr>
            <a:xfrm>
              <a:off x="820222" y="1412656"/>
              <a:ext cx="952541" cy="449700"/>
              <a:chOff x="5812280" y="1793656"/>
              <a:chExt cx="952541" cy="449700"/>
            </a:xfrm>
          </p:grpSpPr>
          <p:sp>
            <p:nvSpPr>
              <p:cNvPr id="3248" name="Google Shape;3248;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49" name="Google Shape;3249;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3250" name="Google Shape;3250;p87"/>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51" name="Google Shape;3251;p87"/>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252" name="Google Shape;3252;p87"/>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3253" name="Google Shape;3253;p87"/>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3254" name="Google Shape;3254;p87"/>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3255" name="Google Shape;3255;p87"/>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3256" name="Google Shape;3256;p87"/>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3257" name="Google Shape;3257;p87"/>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58" name="Google Shape;3258;p87"/>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59" name="Google Shape;3259;p87"/>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0" name="Google Shape;3260;p87"/>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1" name="Google Shape;3261;p87"/>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3262" name="Google Shape;3262;p87"/>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3" name="Google Shape;3263;p87"/>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3264" name="Google Shape;3264;p87"/>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3265" name="Google Shape;3265;p87"/>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3266" name="Google Shape;3266;p87"/>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3267" name="Google Shape;3267;p87"/>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8" name="Google Shape;3268;p87"/>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9" name="Google Shape;3269;p87"/>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0" name="Google Shape;3270;p87"/>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1" name="Google Shape;3271;p87"/>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3272" name="Google Shape;3272;p87"/>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3273" name="Google Shape;3273;p87"/>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3274" name="Google Shape;3274;p87"/>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3275" name="Google Shape;3275;p87"/>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3276" name="Google Shape;3276;p87"/>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7" name="Google Shape;3277;p87"/>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78" name="Google Shape;3278;p87"/>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9" name="Google Shape;3279;p87"/>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80" name="Google Shape;3280;p87"/>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281" name="Google Shape;3281;p87"/>
            <p:cNvGrpSpPr/>
            <p:nvPr/>
          </p:nvGrpSpPr>
          <p:grpSpPr>
            <a:xfrm>
              <a:off x="820222" y="4022796"/>
              <a:ext cx="952541" cy="449700"/>
              <a:chOff x="5812280" y="1793656"/>
              <a:chExt cx="952541" cy="449700"/>
            </a:xfrm>
          </p:grpSpPr>
          <p:sp>
            <p:nvSpPr>
              <p:cNvPr id="3282" name="Google Shape;328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3" name="Google Shape;328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3284" name="Google Shape;3284;p87"/>
            <p:cNvGrpSpPr/>
            <p:nvPr/>
          </p:nvGrpSpPr>
          <p:grpSpPr>
            <a:xfrm>
              <a:off x="820222" y="8394540"/>
              <a:ext cx="952541" cy="449700"/>
              <a:chOff x="5812280" y="1793656"/>
              <a:chExt cx="952541" cy="449700"/>
            </a:xfrm>
          </p:grpSpPr>
          <p:sp>
            <p:nvSpPr>
              <p:cNvPr id="3285" name="Google Shape;3285;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6" name="Google Shape;3286;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3287" name="Google Shape;3287;p87"/>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3288" name="Google Shape;3288;p87"/>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89" name="Google Shape;3289;p87"/>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3290" name="Google Shape;3290;p87"/>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3291" name="Google Shape;3291;p87"/>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3292" name="Google Shape;3292;p87"/>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3293" name="Google Shape;3293;p87"/>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94" name="Google Shape;3294;p87"/>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3295" name="Google Shape;3295;p87"/>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3296" name="Google Shape;3296;p87"/>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3297" name="Google Shape;3297;p87"/>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3298" name="Google Shape;3298;p87"/>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299" name="Google Shape;3299;p87"/>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3300" name="Google Shape;3300;p87"/>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1" name="Google Shape;3301;p87"/>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02" name="Google Shape;3302;p87"/>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3" name="Google Shape;3303;p87"/>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4" name="Google Shape;3304;p87"/>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5" name="Google Shape;3305;p87"/>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3306" name="Google Shape;3306;p87"/>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3307" name="Google Shape;3307;p87"/>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3308" name="Google Shape;3308;p87"/>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3309" name="Google Shape;3309;p87"/>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3310" name="Google Shape;3310;p87"/>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1" name="Google Shape;3311;p87"/>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2" name="Google Shape;3312;p87"/>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3" name="Google Shape;3313;p87"/>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4" name="Google Shape;3314;p87"/>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5" name="Google Shape;3315;p87"/>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3316" name="Google Shape;3316;p87"/>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7" name="Google Shape;3317;p87"/>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3318" name="Google Shape;3318;p87"/>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19" name="Google Shape;3319;p87"/>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3320" name="Google Shape;3320;p87"/>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1" name="Google Shape;3321;p87"/>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2" name="Google Shape;3322;p87"/>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3" name="Google Shape;3323;p87"/>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3324" name="Google Shape;3324;p87"/>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325" name="Google Shape;3325;p87"/>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3326" name="Google Shape;3326;p87"/>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7" name="Google Shape;3327;p87"/>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8" name="Google Shape;3328;p87"/>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9" name="Google Shape;3329;p87"/>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3330" name="Google Shape;3330;p87"/>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3331" name="Google Shape;3331;p87"/>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3332" name="Google Shape;3332;p87"/>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3333" name="Google Shape;3333;p87"/>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4" name="Google Shape;3334;p87"/>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35" name="Google Shape;3335;p87"/>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6" name="Google Shape;3336;p87"/>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7" name="Google Shape;3337;p87"/>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3338" name="Google Shape;3338;p87"/>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39" name="Google Shape;3339;p87"/>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0" name="Google Shape;3340;p87"/>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1" name="Google Shape;3341;p87"/>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3342" name="Google Shape;3342;p87"/>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3" name="Google Shape;3343;p87"/>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44" name="Google Shape;3344;p87"/>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5" name="Google Shape;3345;p87"/>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6" name="Google Shape;3346;p87"/>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7" name="Google Shape;3347;p87"/>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3348" name="Google Shape;3348;p87"/>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3349" name="Google Shape;3349;p87"/>
          <p:cNvGrpSpPr/>
          <p:nvPr/>
        </p:nvGrpSpPr>
        <p:grpSpPr>
          <a:xfrm>
            <a:off x="7008236" y="1113234"/>
            <a:ext cx="5884964" cy="9158403"/>
            <a:chOff x="6814436" y="1418034"/>
            <a:chExt cx="5884964" cy="9158403"/>
          </a:xfrm>
        </p:grpSpPr>
        <p:sp>
          <p:nvSpPr>
            <p:cNvPr id="3350" name="Google Shape;3350;p87"/>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3351" name="Google Shape;3351;p87"/>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2" name="Google Shape;3352;p87"/>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3353" name="Google Shape;3353;p87"/>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4" name="Google Shape;3354;p87"/>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3355" name="Google Shape;3355;p87"/>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3356" name="Google Shape;3356;p87"/>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3357" name="Google Shape;3357;p87"/>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3358" name="Google Shape;3358;p87"/>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3359" name="Google Shape;3359;p87"/>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3360" name="Google Shape;3360;p87"/>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3361" name="Google Shape;3361;p87"/>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3362" name="Google Shape;3362;p87"/>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3363" name="Google Shape;3363;p87"/>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3364" name="Google Shape;3364;p87"/>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3365" name="Google Shape;3365;p87"/>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66" name="Google Shape;3366;p87"/>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367" name="Google Shape;3367;p87"/>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368" name="Google Shape;3368;p87"/>
            <p:cNvGrpSpPr/>
            <p:nvPr/>
          </p:nvGrpSpPr>
          <p:grpSpPr>
            <a:xfrm>
              <a:off x="6834047" y="1641256"/>
              <a:ext cx="952541" cy="449700"/>
              <a:chOff x="5812280" y="1793656"/>
              <a:chExt cx="952541" cy="449700"/>
            </a:xfrm>
          </p:grpSpPr>
          <p:sp>
            <p:nvSpPr>
              <p:cNvPr id="3369" name="Google Shape;3369;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70" name="Google Shape;3370;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3371" name="Google Shape;3371;p87"/>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372" name="Google Shape;3372;p87"/>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373" name="Google Shape;3373;p87"/>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3374" name="Google Shape;3374;p87"/>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3375" name="Google Shape;3375;p87"/>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3376" name="Google Shape;3376;p87"/>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3377" name="Google Shape;3377;p87"/>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3378" name="Google Shape;3378;p87"/>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79" name="Google Shape;3379;p87"/>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80" name="Google Shape;3380;p87"/>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1" name="Google Shape;3381;p87"/>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2" name="Google Shape;3382;p87"/>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383" name="Google Shape;3383;p87"/>
            <p:cNvGrpSpPr/>
            <p:nvPr/>
          </p:nvGrpSpPr>
          <p:grpSpPr>
            <a:xfrm>
              <a:off x="6834047" y="3337659"/>
              <a:ext cx="952541" cy="449700"/>
              <a:chOff x="5812280" y="1793656"/>
              <a:chExt cx="952541" cy="449700"/>
            </a:xfrm>
          </p:grpSpPr>
          <p:sp>
            <p:nvSpPr>
              <p:cNvPr id="3384" name="Google Shape;3384;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5" name="Google Shape;3385;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3386" name="Google Shape;3386;p87"/>
            <p:cNvGrpSpPr/>
            <p:nvPr/>
          </p:nvGrpSpPr>
          <p:grpSpPr>
            <a:xfrm>
              <a:off x="6834047" y="8972002"/>
              <a:ext cx="952541" cy="449700"/>
              <a:chOff x="5812280" y="1793656"/>
              <a:chExt cx="952541" cy="449700"/>
            </a:xfrm>
          </p:grpSpPr>
          <p:sp>
            <p:nvSpPr>
              <p:cNvPr id="3387" name="Google Shape;338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8" name="Google Shape;338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389" name="Google Shape;3389;p87"/>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3390" name="Google Shape;3390;p87"/>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3391" name="Google Shape;3391;p87"/>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3392" name="Google Shape;3392;p87"/>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3393" name="Google Shape;3393;p87"/>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94" name="Google Shape;3394;p87"/>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5" name="Google Shape;3395;p87"/>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96" name="Google Shape;3396;p87"/>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7" name="Google Shape;3397;p87"/>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8" name="Google Shape;3398;p87"/>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9" name="Google Shape;3399;p87"/>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3400" name="Google Shape;3400;p87"/>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3401" name="Google Shape;3401;p87"/>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3402" name="Google Shape;3402;p87"/>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3" name="Google Shape;3403;p87"/>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4" name="Google Shape;3404;p87"/>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3405" name="Google Shape;3405;p87"/>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6" name="Google Shape;3406;p87"/>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7" name="Google Shape;3407;p87"/>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8" name="Google Shape;3408;p87"/>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3409" name="Google Shape;3409;p87"/>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3410" name="Google Shape;3410;p87"/>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3411" name="Google Shape;3411;p87"/>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2" name="Google Shape;3412;p87"/>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3" name="Google Shape;3413;p87"/>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4" name="Google Shape;3414;p87"/>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3415" name="Google Shape;3415;p87"/>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6" name="Google Shape;3416;p87"/>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3417" name="Google Shape;3417;p87"/>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418" name="Google Shape;3418;p87"/>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9" name="Google Shape;3419;p87"/>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0" name="Google Shape;3420;p87"/>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3421" name="Google Shape;3421;p87"/>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3422" name="Google Shape;3422;p87"/>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23" name="Google Shape;3423;p87"/>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3424" name="Google Shape;3424;p87"/>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3425" name="Google Shape;3425;p87"/>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3426" name="Google Shape;3426;p87"/>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3427" name="Google Shape;3427;p87"/>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3428" name="Google Shape;3428;p87"/>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9" name="Google Shape;3429;p87"/>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30" name="Google Shape;3430;p87"/>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1" name="Google Shape;3431;p87"/>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2" name="Google Shape;3432;p87"/>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3" name="Google Shape;3433;p87"/>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3434" name="Google Shape;3434;p87"/>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3435" name="Google Shape;3435;p87"/>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3436" name="Google Shape;3436;p87"/>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3437" name="Google Shape;3437;p87"/>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38" name="Google Shape;3438;p87"/>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9" name="Google Shape;3439;p87"/>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0" name="Google Shape;3440;p87"/>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1" name="Google Shape;3441;p87"/>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2" name="Google Shape;3442;p87"/>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443" name="Google Shape;3443;p87"/>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3444" name="Google Shape;3444;p87"/>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3445" name="Google Shape;3445;p87"/>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3446" name="Google Shape;3446;p87"/>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7" name="Google Shape;3447;p87"/>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8" name="Google Shape;3448;p87"/>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9" name="Google Shape;3449;p87"/>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0" name="Google Shape;3450;p87"/>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3451" name="Google Shape;3451;p87"/>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3452" name="Google Shape;3452;p87"/>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3453" name="Google Shape;3453;p87"/>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4" name="Google Shape;3454;p87"/>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55" name="Google Shape;3455;p87"/>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6" name="Google Shape;3456;p87"/>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457" name="Google Shape;3457;p87"/>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3458" name="Google Shape;3458;p87"/>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3459" name="Google Shape;3459;p87"/>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0" name="Google Shape;3460;p87"/>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1" name="Google Shape;3461;p87"/>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2" name="Google Shape;3462;p87"/>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3463" name="Google Shape;3463;p87"/>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3464" name="Google Shape;3464;p87"/>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3465" name="Google Shape;3465;p87"/>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3466" name="Google Shape;3466;p87"/>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7" name="Google Shape;3467;p87"/>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3468" name="Google Shape;3468;p87"/>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9" name="Google Shape;3469;p87"/>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0" name="Google Shape;3470;p87"/>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1" name="Google Shape;3471;p87"/>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2" name="Google Shape;3472;p87"/>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3473" name="Google Shape;3473;p87"/>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74" name="Google Shape;3474;p87"/>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3475" name="Google Shape;3475;p87"/>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3476" name="Google Shape;3476;p87"/>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3477" name="Google Shape;3477;p87"/>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8" name="Google Shape;3478;p87"/>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9" name="Google Shape;3479;p87"/>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0" name="Google Shape;3480;p87"/>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81" name="Google Shape;3481;p87"/>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2" name="Google Shape;3482;p87"/>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3" name="Google Shape;3483;p87"/>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3484" name="Google Shape;3484;p87"/>
          <p:cNvGrpSpPr/>
          <p:nvPr/>
        </p:nvGrpSpPr>
        <p:grpSpPr>
          <a:xfrm>
            <a:off x="11977311" y="1113234"/>
            <a:ext cx="6240062" cy="8994991"/>
            <a:chOff x="11173911" y="1037034"/>
            <a:chExt cx="6240062" cy="8994991"/>
          </a:xfrm>
        </p:grpSpPr>
        <p:sp>
          <p:nvSpPr>
            <p:cNvPr id="3485" name="Google Shape;3485;p87"/>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3486" name="Google Shape;3486;p87"/>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3487" name="Google Shape;3487;p87"/>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88" name="Google Shape;3488;p87"/>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3489" name="Google Shape;3489;p87"/>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3490" name="Google Shape;3490;p87"/>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3491" name="Google Shape;3491;p87"/>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2" name="Google Shape;3492;p87"/>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93" name="Google Shape;3493;p87"/>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3494" name="Google Shape;3494;p87"/>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3495" name="Google Shape;3495;p87"/>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6" name="Google Shape;3496;p87"/>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3497" name="Google Shape;3497;p87"/>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3498" name="Google Shape;3498;p87"/>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3499" name="Google Shape;3499;p87"/>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3500" name="Google Shape;3500;p87"/>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3501" name="Google Shape;3501;p87"/>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3502" name="Google Shape;3502;p87"/>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3503" name="Google Shape;3503;p87"/>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04" name="Google Shape;3504;p87"/>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505" name="Google Shape;3505;p87"/>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506" name="Google Shape;3506;p87"/>
            <p:cNvGrpSpPr/>
            <p:nvPr/>
          </p:nvGrpSpPr>
          <p:grpSpPr>
            <a:xfrm>
              <a:off x="11193522" y="1260256"/>
              <a:ext cx="952541" cy="449700"/>
              <a:chOff x="5812280" y="1793656"/>
              <a:chExt cx="952541" cy="449700"/>
            </a:xfrm>
          </p:grpSpPr>
          <p:sp>
            <p:nvSpPr>
              <p:cNvPr id="3507" name="Google Shape;350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08" name="Google Shape;350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509" name="Google Shape;3509;p87"/>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510" name="Google Shape;3510;p87"/>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511" name="Google Shape;3511;p87"/>
            <p:cNvGrpSpPr/>
            <p:nvPr/>
          </p:nvGrpSpPr>
          <p:grpSpPr>
            <a:xfrm>
              <a:off x="11193522" y="3934484"/>
              <a:ext cx="952541" cy="449700"/>
              <a:chOff x="5812280" y="1793656"/>
              <a:chExt cx="952541" cy="449700"/>
            </a:xfrm>
          </p:grpSpPr>
          <p:sp>
            <p:nvSpPr>
              <p:cNvPr id="3512" name="Google Shape;351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13" name="Google Shape;351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3514" name="Google Shape;3514;p87"/>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5" name="Google Shape;3515;p87"/>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3516" name="Google Shape;3516;p87"/>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3517" name="Google Shape;3517;p87"/>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3518" name="Google Shape;3518;p87"/>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9" name="Google Shape;3519;p87"/>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0" name="Google Shape;3520;p87"/>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1" name="Google Shape;3521;p87"/>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3522" name="Google Shape;3522;p87"/>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3523" name="Google Shape;3523;p87"/>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3524" name="Google Shape;3524;p87"/>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5" name="Google Shape;3525;p87"/>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26" name="Google Shape;3526;p87"/>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7" name="Google Shape;3527;p87"/>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3528" name="Google Shape;3528;p87"/>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3529" name="Google Shape;3529;p87"/>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3530" name="Google Shape;3530;p87"/>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3531" name="Google Shape;3531;p87"/>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2" name="Google Shape;3532;p87"/>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33" name="Google Shape;3533;p87"/>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4" name="Google Shape;3534;p87"/>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5" name="Google Shape;3535;p87"/>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536" name="Google Shape;3536;p87"/>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3537" name="Google Shape;3537;p87"/>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538" name="Google Shape;3538;p87"/>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9" name="Google Shape;3539;p87"/>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0" name="Google Shape;3540;p87"/>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1" name="Google Shape;3541;p87"/>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3542" name="Google Shape;3542;p87"/>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3543" name="Google Shape;3543;p87"/>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3544" name="Google Shape;3544;p87"/>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3545" name="Google Shape;3545;p87"/>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6" name="Google Shape;3546;p87"/>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7" name="Google Shape;3547;p87"/>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548" name="Google Shape;3548;p87"/>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549" name="Google Shape;3549;p87"/>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0" name="Google Shape;3550;p87"/>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1" name="Google Shape;3551;p87"/>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552" name="Google Shape;3552;p87"/>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553" name="Google Shape;3553;p87"/>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3554" name="Google Shape;3554;p87"/>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555" name="Google Shape;3555;p87"/>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6" name="Google Shape;3556;p87"/>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57" name="Google Shape;3557;p87"/>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8" name="Google Shape;3558;p87"/>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9" name="Google Shape;3559;p87"/>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560" name="Google Shape;3560;p87"/>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3561" name="Google Shape;3561;p87"/>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562" name="Google Shape;3562;p87"/>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63" name="Google Shape;3563;p87"/>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4" name="Google Shape;3564;p87"/>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3565" name="Google Shape;3565;p87"/>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66" name="Google Shape;3566;p87"/>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3567" name="Google Shape;3567;p87"/>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8" name="Google Shape;3568;p87"/>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3569" name="Google Shape;3569;p87"/>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0" name="Google Shape;3570;p87"/>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1" name="Google Shape;3571;p87"/>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3572" name="Google Shape;3572;p87"/>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3573" name="Google Shape;3573;p87"/>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3574" name="Google Shape;3574;p87"/>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5" name="Google Shape;3575;p87"/>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6" name="Google Shape;3576;p87"/>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7" name="Google Shape;3577;p87"/>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78" name="Google Shape;3578;p87"/>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579" name="Google Shape;3579;p87"/>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580" name="Google Shape;3580;p87"/>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81" name="Google Shape;3581;p87"/>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3582" name="Google Shape;3582;p87"/>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3583" name="Google Shape;3583;p87"/>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584" name="Google Shape;3584;p87"/>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3585" name="Google Shape;3585;p87"/>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86" name="Google Shape;3586;p87"/>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3587" name="Google Shape;3587;p87"/>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3588" name="Google Shape;3588;p87"/>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3589" name="Google Shape;3589;p87"/>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90" name="Google Shape;3590;p87"/>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591" name="Google Shape;3591;p87"/>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3592" name="Google Shape;3592;p87"/>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3593" name="Google Shape;3593;p87"/>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4" name="Google Shape;3594;p87"/>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5" name="Google Shape;3595;p87"/>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3596" name="Google Shape;3596;p87"/>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3597" name="Google Shape;3597;p87"/>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3598" name="Shape 3598"/>
        <p:cNvGrpSpPr/>
        <p:nvPr/>
      </p:nvGrpSpPr>
      <p:grpSpPr>
        <a:xfrm>
          <a:off x="0" y="0"/>
          <a:ext cx="0" cy="0"/>
          <a:chOff x="0" y="0"/>
          <a:chExt cx="0" cy="0"/>
        </a:xfrm>
      </p:grpSpPr>
      <p:pic>
        <p:nvPicPr>
          <p:cNvPr id="3599" name="Google Shape;3599;p88"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3600" name="Google Shape;3600;p88"/>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01" name="Google Shape;3601;p88"/>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02" name="Google Shape;3602;p88"/>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603" name="Google Shape;3603;p88"/>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604" name="Google Shape;3604;p8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3608" name="Shape 3608"/>
        <p:cNvGrpSpPr/>
        <p:nvPr/>
      </p:nvGrpSpPr>
      <p:grpSpPr>
        <a:xfrm>
          <a:off x="0" y="0"/>
          <a:ext cx="0" cy="0"/>
          <a:chOff x="0" y="0"/>
          <a:chExt cx="0" cy="0"/>
        </a:xfrm>
      </p:grpSpPr>
      <p:pic>
        <p:nvPicPr>
          <p:cNvPr id="3609" name="Google Shape;3609;p9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10" name="Google Shape;3610;p90"/>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11" name="Google Shape;3611;p90"/>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12" name="Google Shape;3612;p90"/>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613" name="Google Shape;3613;p90"/>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614" name="Google Shape;3614;p90"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615" name="Google Shape;3615;p90"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616" name="Google Shape;3616;p90"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617" name="Google Shape;3617;p90"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618" name="Google Shape;3618;p90"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19" name="Google Shape;3619;p90"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620" name="Google Shape;3620;p90"/>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621" name="Shape 3621"/>
        <p:cNvGrpSpPr/>
        <p:nvPr/>
      </p:nvGrpSpPr>
      <p:grpSpPr>
        <a:xfrm>
          <a:off x="0" y="0"/>
          <a:ext cx="0" cy="0"/>
          <a:chOff x="0" y="0"/>
          <a:chExt cx="0" cy="0"/>
        </a:xfrm>
      </p:grpSpPr>
      <p:pic>
        <p:nvPicPr>
          <p:cNvPr id="3622" name="Google Shape;3622;p9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23" name="Google Shape;3623;p91"/>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24" name="Google Shape;3624;p91"/>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25" name="Google Shape;3625;p91"/>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3626" name="Google Shape;3626;p91"/>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3627" name="Google Shape;3627;p91"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3628" name="Google Shape;3628;p91"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3629" name="Google Shape;3629;p91"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3630" name="Google Shape;3630;p91"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3631" name="Google Shape;3631;p91"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3632" name="Google Shape;3632;p91"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3633" name="Google Shape;3633;p91"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3634" name="Google Shape;3634;p91"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3635" name="Google Shape;3635;p91"/>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3636" name="Google Shape;3636;p91"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3637" name="Shape 3637"/>
        <p:cNvGrpSpPr/>
        <p:nvPr/>
      </p:nvGrpSpPr>
      <p:grpSpPr>
        <a:xfrm>
          <a:off x="0" y="0"/>
          <a:ext cx="0" cy="0"/>
          <a:chOff x="0" y="0"/>
          <a:chExt cx="0" cy="0"/>
        </a:xfrm>
      </p:grpSpPr>
      <p:pic>
        <p:nvPicPr>
          <p:cNvPr id="3638" name="Google Shape;3638;p9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39" name="Google Shape;3639;p9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40" name="Google Shape;3640;p9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41" name="Google Shape;3641;p9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3642" name="Google Shape;3642;p92"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3643" name="Google Shape;3643;p92"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3644" name="Google Shape;3644;p92"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3645" name="Google Shape;3645;p92"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3646" name="Google Shape;3646;p92"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3647" name="Google Shape;3647;p92"/>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3648" name="Google Shape;3648;p92"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3649" name="Google Shape;3649;p92"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3650" name="Shape 3650"/>
        <p:cNvGrpSpPr/>
        <p:nvPr/>
      </p:nvGrpSpPr>
      <p:grpSpPr>
        <a:xfrm>
          <a:off x="0" y="0"/>
          <a:ext cx="0" cy="0"/>
          <a:chOff x="0" y="0"/>
          <a:chExt cx="0" cy="0"/>
        </a:xfrm>
      </p:grpSpPr>
      <p:pic>
        <p:nvPicPr>
          <p:cNvPr id="3651" name="Google Shape;3651;p9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52" name="Google Shape;3652;p9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53" name="Google Shape;3653;p9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54" name="Google Shape;3654;p93"/>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3655" name="Shape 3655"/>
        <p:cNvGrpSpPr/>
        <p:nvPr/>
      </p:nvGrpSpPr>
      <p:grpSpPr>
        <a:xfrm>
          <a:off x="0" y="0"/>
          <a:ext cx="0" cy="0"/>
          <a:chOff x="0" y="0"/>
          <a:chExt cx="0" cy="0"/>
        </a:xfrm>
      </p:grpSpPr>
      <p:sp>
        <p:nvSpPr>
          <p:cNvPr id="3656" name="Google Shape;3656;p9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57" name="Google Shape;3657;p94"/>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58" name="Google Shape;3658;p94"/>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9" name="Google Shape;3659;p9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0" name="Google Shape;3660;p9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3661" name="Shape 3661"/>
        <p:cNvGrpSpPr/>
        <p:nvPr/>
      </p:nvGrpSpPr>
      <p:grpSpPr>
        <a:xfrm>
          <a:off x="0" y="0"/>
          <a:ext cx="0" cy="0"/>
          <a:chOff x="0" y="0"/>
          <a:chExt cx="0" cy="0"/>
        </a:xfrm>
      </p:grpSpPr>
      <p:sp>
        <p:nvSpPr>
          <p:cNvPr id="3662" name="Google Shape;3662;p9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63" name="Google Shape;3663;p95"/>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4" name="Google Shape;3664;p95"/>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5" name="Google Shape;3665;p95"/>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6" name="Google Shape;3666;p9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3667" name="Shape 3667"/>
        <p:cNvGrpSpPr/>
        <p:nvPr/>
      </p:nvGrpSpPr>
      <p:grpSpPr>
        <a:xfrm>
          <a:off x="0" y="0"/>
          <a:ext cx="0" cy="0"/>
          <a:chOff x="0" y="0"/>
          <a:chExt cx="0" cy="0"/>
        </a:xfrm>
      </p:grpSpPr>
      <p:sp>
        <p:nvSpPr>
          <p:cNvPr id="3668" name="Google Shape;3668;p96"/>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9" name="Google Shape;3669;p96"/>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0" name="Google Shape;3670;p9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1" name="Google Shape;3671;p96"/>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2" name="Google Shape;3672;p9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3673" name="Shape 3673"/>
        <p:cNvGrpSpPr/>
        <p:nvPr/>
      </p:nvGrpSpPr>
      <p:grpSpPr>
        <a:xfrm>
          <a:off x="0" y="0"/>
          <a:ext cx="0" cy="0"/>
          <a:chOff x="0" y="0"/>
          <a:chExt cx="0" cy="0"/>
        </a:xfrm>
      </p:grpSpPr>
      <p:sp>
        <p:nvSpPr>
          <p:cNvPr id="3674" name="Google Shape;3674;p97"/>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75" name="Google Shape;3675;p97"/>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6" name="Google Shape;3676;p9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7" name="Google Shape;3677;p97"/>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8" name="Google Shape;3678;p9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3679" name="Shape 3679"/>
        <p:cNvGrpSpPr/>
        <p:nvPr/>
      </p:nvGrpSpPr>
      <p:grpSpPr>
        <a:xfrm>
          <a:off x="0" y="0"/>
          <a:ext cx="0" cy="0"/>
          <a:chOff x="0" y="0"/>
          <a:chExt cx="0" cy="0"/>
        </a:xfrm>
      </p:grpSpPr>
      <p:sp>
        <p:nvSpPr>
          <p:cNvPr id="3680" name="Google Shape;3680;p98"/>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1" name="Google Shape;3681;p98"/>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2" name="Google Shape;3682;p9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83" name="Google Shape;3683;p98"/>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84" name="Google Shape;3684;p98"/>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85" name="Google Shape;3685;p9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3686" name="Shape 3686"/>
        <p:cNvGrpSpPr/>
        <p:nvPr/>
      </p:nvGrpSpPr>
      <p:grpSpPr>
        <a:xfrm>
          <a:off x="0" y="0"/>
          <a:ext cx="0" cy="0"/>
          <a:chOff x="0" y="0"/>
          <a:chExt cx="0" cy="0"/>
        </a:xfrm>
      </p:grpSpPr>
      <p:sp>
        <p:nvSpPr>
          <p:cNvPr id="3687" name="Google Shape;3687;p99"/>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8" name="Google Shape;3688;p99"/>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9" name="Google Shape;3689;p9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0" name="Google Shape;3690;p99"/>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1" name="Google Shape;3691;p99"/>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92" name="Google Shape;3692;p9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3693" name="Shape 3693"/>
        <p:cNvGrpSpPr/>
        <p:nvPr/>
      </p:nvGrpSpPr>
      <p:grpSpPr>
        <a:xfrm>
          <a:off x="0" y="0"/>
          <a:ext cx="0" cy="0"/>
          <a:chOff x="0" y="0"/>
          <a:chExt cx="0" cy="0"/>
        </a:xfrm>
      </p:grpSpPr>
      <p:sp>
        <p:nvSpPr>
          <p:cNvPr id="3694" name="Google Shape;3694;p100"/>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5" name="Google Shape;3695;p10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6" name="Google Shape;3696;p10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7" name="Google Shape;3697;p10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98" name="Google Shape;3698;p100"/>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9" name="Google Shape;3699;p100"/>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0" name="Google Shape;3700;p10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3701" name="Shape 3701"/>
        <p:cNvGrpSpPr/>
        <p:nvPr/>
      </p:nvGrpSpPr>
      <p:grpSpPr>
        <a:xfrm>
          <a:off x="0" y="0"/>
          <a:ext cx="0" cy="0"/>
          <a:chOff x="0" y="0"/>
          <a:chExt cx="0" cy="0"/>
        </a:xfrm>
      </p:grpSpPr>
      <p:sp>
        <p:nvSpPr>
          <p:cNvPr id="3702" name="Google Shape;3702;p101"/>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3" name="Google Shape;3703;p10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04" name="Google Shape;3704;p10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05" name="Google Shape;3705;p10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06" name="Google Shape;3706;p101"/>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7" name="Google Shape;3707;p101"/>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8" name="Google Shape;3708;p10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3709" name="Shape 3709"/>
        <p:cNvGrpSpPr/>
        <p:nvPr/>
      </p:nvGrpSpPr>
      <p:grpSpPr>
        <a:xfrm>
          <a:off x="0" y="0"/>
          <a:ext cx="0" cy="0"/>
          <a:chOff x="0" y="0"/>
          <a:chExt cx="0" cy="0"/>
        </a:xfrm>
      </p:grpSpPr>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3710" name="Shape 3710"/>
        <p:cNvGrpSpPr/>
        <p:nvPr/>
      </p:nvGrpSpPr>
      <p:grpSpPr>
        <a:xfrm>
          <a:off x="0" y="0"/>
          <a:ext cx="0" cy="0"/>
          <a:chOff x="0" y="0"/>
          <a:chExt cx="0" cy="0"/>
        </a:xfrm>
      </p:grpSpPr>
      <p:pic>
        <p:nvPicPr>
          <p:cNvPr id="3711" name="Google Shape;3711;p10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3712" name="Shape 3712"/>
        <p:cNvGrpSpPr/>
        <p:nvPr/>
      </p:nvGrpSpPr>
      <p:grpSpPr>
        <a:xfrm>
          <a:off x="0" y="0"/>
          <a:ext cx="0" cy="0"/>
          <a:chOff x="0" y="0"/>
          <a:chExt cx="0" cy="0"/>
        </a:xfrm>
      </p:grpSpPr>
      <p:sp>
        <p:nvSpPr>
          <p:cNvPr id="3713" name="Google Shape;3713;p104"/>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14" name="Google Shape;3714;p104"/>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15" name="Google Shape;3715;p104"/>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16" name="Google Shape;3716;p104"/>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17" name="Google Shape;3717;p104"/>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3718" name="Google Shape;3718;p104"/>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3719" name="Shape 3719"/>
        <p:cNvGrpSpPr/>
        <p:nvPr/>
      </p:nvGrpSpPr>
      <p:grpSpPr>
        <a:xfrm>
          <a:off x="0" y="0"/>
          <a:ext cx="0" cy="0"/>
          <a:chOff x="0" y="0"/>
          <a:chExt cx="0" cy="0"/>
        </a:xfrm>
      </p:grpSpPr>
      <p:sp>
        <p:nvSpPr>
          <p:cNvPr id="3720" name="Google Shape;3720;p105"/>
          <p:cNvSpPr/>
          <p:nvPr>
            <p:ph idx="2" type="pic"/>
          </p:nvPr>
        </p:nvSpPr>
        <p:spPr>
          <a:xfrm>
            <a:off x="9151620" y="0"/>
            <a:ext cx="9394500" cy="10295700"/>
          </a:xfrm>
          <a:prstGeom prst="roundRect">
            <a:avLst>
              <a:gd fmla="val 3341" name="adj"/>
            </a:avLst>
          </a:prstGeom>
          <a:noFill/>
          <a:ln>
            <a:noFill/>
          </a:ln>
        </p:spPr>
      </p:sp>
      <p:sp>
        <p:nvSpPr>
          <p:cNvPr id="3721" name="Google Shape;3721;p105"/>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22" name="Google Shape;3722;p105"/>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23" name="Google Shape;3723;p105"/>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24" name="Google Shape;3724;p105"/>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25" name="Google Shape;3725;p105"/>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3726" name="Shape 3726"/>
        <p:cNvGrpSpPr/>
        <p:nvPr/>
      </p:nvGrpSpPr>
      <p:grpSpPr>
        <a:xfrm>
          <a:off x="0" y="0"/>
          <a:ext cx="0" cy="0"/>
          <a:chOff x="0" y="0"/>
          <a:chExt cx="0" cy="0"/>
        </a:xfrm>
      </p:grpSpPr>
      <p:sp>
        <p:nvSpPr>
          <p:cNvPr id="3727" name="Google Shape;3727;p106"/>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728" name="Google Shape;3728;p106"/>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729" name="Google Shape;3729;p10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30" name="Google Shape;3730;p106"/>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1" name="Google Shape;3731;p106"/>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2" name="Google Shape;3732;p106"/>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3733" name="Shape 3733"/>
        <p:cNvGrpSpPr/>
        <p:nvPr/>
      </p:nvGrpSpPr>
      <p:grpSpPr>
        <a:xfrm>
          <a:off x="0" y="0"/>
          <a:ext cx="0" cy="0"/>
          <a:chOff x="0" y="0"/>
          <a:chExt cx="0" cy="0"/>
        </a:xfrm>
      </p:grpSpPr>
      <p:sp>
        <p:nvSpPr>
          <p:cNvPr id="3734" name="Google Shape;3734;p107"/>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35" name="Google Shape;3735;p107"/>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36" name="Google Shape;3736;p10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7" name="Google Shape;3737;p107"/>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8" name="Google Shape;3738;p10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39" name="Google Shape;3739;p10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3740" name="Shape 3740"/>
        <p:cNvGrpSpPr/>
        <p:nvPr/>
      </p:nvGrpSpPr>
      <p:grpSpPr>
        <a:xfrm>
          <a:off x="0" y="0"/>
          <a:ext cx="0" cy="0"/>
          <a:chOff x="0" y="0"/>
          <a:chExt cx="0" cy="0"/>
        </a:xfrm>
      </p:grpSpPr>
      <p:sp>
        <p:nvSpPr>
          <p:cNvPr id="3741" name="Google Shape;3741;p108"/>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2" name="Google Shape;3742;p108"/>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43" name="Google Shape;3743;p10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44" name="Google Shape;3744;p108"/>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45" name="Google Shape;3745;p10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46" name="Google Shape;3746;p10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3747" name="Shape 3747"/>
        <p:cNvGrpSpPr/>
        <p:nvPr/>
      </p:nvGrpSpPr>
      <p:grpSpPr>
        <a:xfrm>
          <a:off x="0" y="0"/>
          <a:ext cx="0" cy="0"/>
          <a:chOff x="0" y="0"/>
          <a:chExt cx="0" cy="0"/>
        </a:xfrm>
      </p:grpSpPr>
      <p:sp>
        <p:nvSpPr>
          <p:cNvPr id="3748" name="Google Shape;3748;p109"/>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9" name="Google Shape;3749;p10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0" name="Google Shape;3750;p10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1" name="Google Shape;3751;p10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2" name="Google Shape;3752;p10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53" name="Google Shape;3753;p109"/>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3754" name="Shape 3754"/>
        <p:cNvGrpSpPr/>
        <p:nvPr/>
      </p:nvGrpSpPr>
      <p:grpSpPr>
        <a:xfrm>
          <a:off x="0" y="0"/>
          <a:ext cx="0" cy="0"/>
          <a:chOff x="0" y="0"/>
          <a:chExt cx="0" cy="0"/>
        </a:xfrm>
      </p:grpSpPr>
      <p:sp>
        <p:nvSpPr>
          <p:cNvPr id="3755" name="Google Shape;3755;p110"/>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56" name="Google Shape;3756;p11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7" name="Google Shape;3757;p110"/>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8" name="Google Shape;3758;p1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9" name="Google Shape;3759;p110"/>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60" name="Google Shape;3760;p110"/>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3761" name="Shape 3761"/>
        <p:cNvGrpSpPr/>
        <p:nvPr/>
      </p:nvGrpSpPr>
      <p:grpSpPr>
        <a:xfrm>
          <a:off x="0" y="0"/>
          <a:ext cx="0" cy="0"/>
          <a:chOff x="0" y="0"/>
          <a:chExt cx="0" cy="0"/>
        </a:xfrm>
      </p:grpSpPr>
      <p:sp>
        <p:nvSpPr>
          <p:cNvPr id="3762" name="Google Shape;3762;p111"/>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3" name="Google Shape;3763;p111"/>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4" name="Google Shape;3764;p1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65" name="Google Shape;3765;p11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66" name="Google Shape;3766;p111"/>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7" name="Google Shape;3767;p111"/>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8" name="Google Shape;3768;p1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69" name="Google Shape;3769;p1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3770" name="Shape 3770"/>
        <p:cNvGrpSpPr/>
        <p:nvPr/>
      </p:nvGrpSpPr>
      <p:grpSpPr>
        <a:xfrm>
          <a:off x="0" y="0"/>
          <a:ext cx="0" cy="0"/>
          <a:chOff x="0" y="0"/>
          <a:chExt cx="0" cy="0"/>
        </a:xfrm>
      </p:grpSpPr>
      <p:sp>
        <p:nvSpPr>
          <p:cNvPr id="3771" name="Google Shape;3771;p112"/>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2" name="Google Shape;3772;p112"/>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3" name="Google Shape;3773;p1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74" name="Google Shape;3774;p11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75" name="Google Shape;3775;p112"/>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6" name="Google Shape;3776;p112"/>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7" name="Google Shape;3777;p1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78" name="Google Shape;3778;p1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3779" name="Shape 3779"/>
        <p:cNvGrpSpPr/>
        <p:nvPr/>
      </p:nvGrpSpPr>
      <p:grpSpPr>
        <a:xfrm>
          <a:off x="0" y="0"/>
          <a:ext cx="0" cy="0"/>
          <a:chOff x="0" y="0"/>
          <a:chExt cx="0" cy="0"/>
        </a:xfrm>
      </p:grpSpPr>
      <p:sp>
        <p:nvSpPr>
          <p:cNvPr id="3780" name="Google Shape;3780;p113"/>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1" name="Google Shape;3781;p113"/>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2" name="Google Shape;3782;p113"/>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3" name="Google Shape;3783;p1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84" name="Google Shape;3784;p11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85" name="Google Shape;3785;p11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6" name="Google Shape;3786;p113"/>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7" name="Google Shape;3787;p113"/>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8" name="Google Shape;3788;p113"/>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89" name="Google Shape;3789;p1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3790" name="Shape 3790"/>
        <p:cNvGrpSpPr/>
        <p:nvPr/>
      </p:nvGrpSpPr>
      <p:grpSpPr>
        <a:xfrm>
          <a:off x="0" y="0"/>
          <a:ext cx="0" cy="0"/>
          <a:chOff x="0" y="0"/>
          <a:chExt cx="0" cy="0"/>
        </a:xfrm>
      </p:grpSpPr>
      <p:sp>
        <p:nvSpPr>
          <p:cNvPr id="3791" name="Google Shape;3791;p114"/>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2" name="Google Shape;3792;p114"/>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3" name="Google Shape;3793;p114"/>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4" name="Google Shape;3794;p1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95" name="Google Shape;3795;p11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96" name="Google Shape;3796;p114"/>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97" name="Google Shape;3797;p114"/>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8" name="Google Shape;3798;p114"/>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9" name="Google Shape;3799;p114"/>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00" name="Google Shape;3800;p1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3801" name="Shape 3801"/>
        <p:cNvGrpSpPr/>
        <p:nvPr/>
      </p:nvGrpSpPr>
      <p:grpSpPr>
        <a:xfrm>
          <a:off x="0" y="0"/>
          <a:ext cx="0" cy="0"/>
          <a:chOff x="0" y="0"/>
          <a:chExt cx="0" cy="0"/>
        </a:xfrm>
      </p:grpSpPr>
      <p:sp>
        <p:nvSpPr>
          <p:cNvPr id="3802" name="Google Shape;3802;p115"/>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3" name="Google Shape;3803;p115"/>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4" name="Google Shape;3804;p115"/>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5" name="Google Shape;3805;p115"/>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6" name="Google Shape;3806;p11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07" name="Google Shape;3807;p11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08" name="Google Shape;3808;p115"/>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09" name="Google Shape;3809;p115"/>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0" name="Google Shape;3810;p115"/>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1" name="Google Shape;3811;p115"/>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2" name="Google Shape;3812;p115"/>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13" name="Google Shape;3813;p11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3814" name="Shape 3814"/>
        <p:cNvGrpSpPr/>
        <p:nvPr/>
      </p:nvGrpSpPr>
      <p:grpSpPr>
        <a:xfrm>
          <a:off x="0" y="0"/>
          <a:ext cx="0" cy="0"/>
          <a:chOff x="0" y="0"/>
          <a:chExt cx="0" cy="0"/>
        </a:xfrm>
      </p:grpSpPr>
      <p:sp>
        <p:nvSpPr>
          <p:cNvPr id="3815" name="Google Shape;3815;p116"/>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6" name="Google Shape;3816;p116"/>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7" name="Google Shape;3817;p116"/>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8" name="Google Shape;3818;p116"/>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9" name="Google Shape;3819;p11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3820" name="Google Shape;3820;p11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21" name="Google Shape;3821;p11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22" name="Google Shape;3822;p116"/>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3" name="Google Shape;3823;p116"/>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4" name="Google Shape;3824;p116"/>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5" name="Google Shape;3825;p116"/>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26" name="Google Shape;3826;p1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3827" name="Shape 3827"/>
        <p:cNvGrpSpPr/>
        <p:nvPr/>
      </p:nvGrpSpPr>
      <p:grpSpPr>
        <a:xfrm>
          <a:off x="0" y="0"/>
          <a:ext cx="0" cy="0"/>
          <a:chOff x="0" y="0"/>
          <a:chExt cx="0" cy="0"/>
        </a:xfrm>
      </p:grpSpPr>
      <p:pic>
        <p:nvPicPr>
          <p:cNvPr descr="alt=&quot;&quot;" id="3828" name="Google Shape;3828;p117"/>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3829" name="Google Shape;3829;p117"/>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3830" name="Google Shape;3830;p117"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3831" name="Google Shape;3831;p117"/>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2" name="Google Shape;3832;p117"/>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3833" name="Google Shape;3833;p117"/>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3834" name="Google Shape;3834;p117"/>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3835" name="Google Shape;3835;p117"/>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3836" name="Google Shape;3836;p117"/>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3837" name="Google Shape;3837;p117"/>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3838" name="Google Shape;3838;p117"/>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9" name="Google Shape;3839;p117"/>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0" name="Google Shape;3840;p117"/>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41" name="Google Shape;3841;p117"/>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2" name="Google Shape;3842;p117"/>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3843" name="Google Shape;3843;p117"/>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3844" name="Google Shape;3844;p117"/>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3845" name="Google Shape;3845;p117"/>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3846" name="Google Shape;3846;p117"/>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3847" name="Google Shape;3847;p117"/>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3848" name="Google Shape;3848;p117"/>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3849" name="Google Shape;3849;p117"/>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0" name="Google Shape;3850;p117"/>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1" name="Google Shape;3851;p117"/>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2" name="Google Shape;3852;p117"/>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3" name="Google Shape;3853;p117"/>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4" name="Google Shape;3854;p117"/>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3855" name="Google Shape;3855;p117"/>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3856" name="Google Shape;3856;p117"/>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57" name="Google Shape;3857;p117"/>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58" name="Google Shape;3858;p117"/>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3859" name="Shape 3859"/>
        <p:cNvGrpSpPr/>
        <p:nvPr/>
      </p:nvGrpSpPr>
      <p:grpSpPr>
        <a:xfrm>
          <a:off x="0" y="0"/>
          <a:ext cx="0" cy="0"/>
          <a:chOff x="0" y="0"/>
          <a:chExt cx="0" cy="0"/>
        </a:xfrm>
      </p:grpSpPr>
      <p:sp>
        <p:nvSpPr>
          <p:cNvPr id="3860" name="Google Shape;3860;p118"/>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1" name="Google Shape;3861;p118"/>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2" name="Google Shape;3862;p118"/>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3" name="Google Shape;3863;p118"/>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4" name="Google Shape;3864;p118"/>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5" name="Google Shape;3865;p11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66" name="Google Shape;3866;p11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67" name="Google Shape;3867;p11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68" name="Google Shape;3868;p118"/>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69" name="Google Shape;3869;p118"/>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0" name="Google Shape;3870;p118"/>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1" name="Google Shape;3871;p118"/>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2" name="Google Shape;3872;p118"/>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3" name="Google Shape;3873;p118"/>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3874" name="Shape 3874"/>
        <p:cNvGrpSpPr/>
        <p:nvPr/>
      </p:nvGrpSpPr>
      <p:grpSpPr>
        <a:xfrm>
          <a:off x="0" y="0"/>
          <a:ext cx="0" cy="0"/>
          <a:chOff x="0" y="0"/>
          <a:chExt cx="0" cy="0"/>
        </a:xfrm>
      </p:grpSpPr>
      <p:sp>
        <p:nvSpPr>
          <p:cNvPr id="3875" name="Google Shape;3875;p119"/>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6" name="Google Shape;3876;p119"/>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7" name="Google Shape;3877;p119"/>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8" name="Google Shape;3878;p119"/>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9" name="Google Shape;3879;p119"/>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80" name="Google Shape;3880;p11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81" name="Google Shape;3881;p11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82" name="Google Shape;3882;p11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83" name="Google Shape;3883;p1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84" name="Google Shape;3884;p119"/>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5" name="Google Shape;3885;p119"/>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6" name="Google Shape;3886;p119"/>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7" name="Google Shape;3887;p119"/>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8" name="Google Shape;3888;p119"/>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889" name="Shape 3889"/>
        <p:cNvGrpSpPr/>
        <p:nvPr/>
      </p:nvGrpSpPr>
      <p:grpSpPr>
        <a:xfrm>
          <a:off x="0" y="0"/>
          <a:ext cx="0" cy="0"/>
          <a:chOff x="0" y="0"/>
          <a:chExt cx="0" cy="0"/>
        </a:xfrm>
      </p:grpSpPr>
      <p:sp>
        <p:nvSpPr>
          <p:cNvPr id="3890" name="Google Shape;3890;p120"/>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891" name="Google Shape;3891;p120"/>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2" name="Google Shape;3892;p120"/>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3" name="Google Shape;3893;p120"/>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4" name="Google Shape;3894;p120"/>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5" name="Google Shape;3895;p120"/>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6" name="Google Shape;3896;p120"/>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7" name="Google Shape;3897;p120"/>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898" name="Google Shape;3898;p120"/>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9" name="Google Shape;3899;p120"/>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0" name="Google Shape;3900;p120"/>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1" name="Google Shape;3901;p120"/>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2" name="Google Shape;3902;p120"/>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3" name="Google Shape;3903;p120"/>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4" name="Google Shape;3904;p120"/>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5" name="Google Shape;3905;p120"/>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6" name="Google Shape;3906;p120"/>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07" name="Google Shape;3907;p1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908" name="Shape 3908"/>
        <p:cNvGrpSpPr/>
        <p:nvPr/>
      </p:nvGrpSpPr>
      <p:grpSpPr>
        <a:xfrm>
          <a:off x="0" y="0"/>
          <a:ext cx="0" cy="0"/>
          <a:chOff x="0" y="0"/>
          <a:chExt cx="0" cy="0"/>
        </a:xfrm>
      </p:grpSpPr>
      <p:sp>
        <p:nvSpPr>
          <p:cNvPr id="3909" name="Google Shape;3909;p121"/>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910" name="Google Shape;3910;p121"/>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1" name="Google Shape;3911;p121"/>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2" name="Google Shape;3912;p121"/>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3" name="Google Shape;3913;p121"/>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4" name="Google Shape;3914;p121"/>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5" name="Google Shape;3915;p121"/>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6" name="Google Shape;3916;p121"/>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7" name="Google Shape;3917;p121"/>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18" name="Google Shape;3918;p121"/>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9" name="Google Shape;3919;p121"/>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0" name="Google Shape;3920;p121"/>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1" name="Google Shape;3921;p121"/>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2" name="Google Shape;3922;p121"/>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3" name="Google Shape;3923;p121"/>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4" name="Google Shape;3924;p121"/>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5" name="Google Shape;3925;p121"/>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6" name="Google Shape;3926;p121"/>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7" name="Google Shape;3927;p121"/>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8" name="Google Shape;3928;p121"/>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29" name="Google Shape;3929;p1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930" name="Shape 3930"/>
        <p:cNvGrpSpPr/>
        <p:nvPr/>
      </p:nvGrpSpPr>
      <p:grpSpPr>
        <a:xfrm>
          <a:off x="0" y="0"/>
          <a:ext cx="0" cy="0"/>
          <a:chOff x="0" y="0"/>
          <a:chExt cx="0" cy="0"/>
        </a:xfrm>
      </p:grpSpPr>
      <p:sp>
        <p:nvSpPr>
          <p:cNvPr id="3931" name="Google Shape;3931;p1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932" name="Google Shape;3932;p1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33" name="Google Shape;3933;p122"/>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4" name="Google Shape;3934;p122"/>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5" name="Google Shape;3935;p122"/>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6" name="Google Shape;3936;p122"/>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7" name="Google Shape;3937;p122"/>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8" name="Google Shape;3938;p122"/>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9" name="Google Shape;3939;p122"/>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40" name="Google Shape;3940;p122"/>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941" name="Google Shape;3941;p122"/>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2" name="Google Shape;3942;p122"/>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3" name="Google Shape;3943;p122"/>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4" name="Google Shape;3944;p122"/>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5" name="Google Shape;3945;p122"/>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6" name="Google Shape;3946;p122"/>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947" name="Shape 3947"/>
        <p:cNvGrpSpPr/>
        <p:nvPr/>
      </p:nvGrpSpPr>
      <p:grpSpPr>
        <a:xfrm>
          <a:off x="0" y="0"/>
          <a:ext cx="0" cy="0"/>
          <a:chOff x="0" y="0"/>
          <a:chExt cx="0" cy="0"/>
        </a:xfrm>
      </p:grpSpPr>
      <p:sp>
        <p:nvSpPr>
          <p:cNvPr id="3948" name="Google Shape;3948;p1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49" name="Google Shape;3949;p1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50" name="Google Shape;3950;p123"/>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1" name="Google Shape;3951;p123"/>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2" name="Google Shape;3952;p123"/>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3" name="Google Shape;3953;p123"/>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4" name="Google Shape;3954;p123"/>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5" name="Google Shape;3955;p123"/>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6" name="Google Shape;3956;p12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57" name="Google Shape;3957;p123"/>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8" name="Google Shape;3958;p123"/>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9" name="Google Shape;3959;p123"/>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0" name="Google Shape;3960;p123"/>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61" name="Google Shape;3961;p123"/>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2" name="Google Shape;3962;p123"/>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963" name="Shape 3963"/>
        <p:cNvGrpSpPr/>
        <p:nvPr/>
      </p:nvGrpSpPr>
      <p:grpSpPr>
        <a:xfrm>
          <a:off x="0" y="0"/>
          <a:ext cx="0" cy="0"/>
          <a:chOff x="0" y="0"/>
          <a:chExt cx="0" cy="0"/>
        </a:xfrm>
      </p:grpSpPr>
      <p:pic>
        <p:nvPicPr>
          <p:cNvPr id="3964" name="Google Shape;3964;p124"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65" name="Google Shape;3965;p124"/>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66" name="Google Shape;3966;p124"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967" name="Google Shape;3967;p124"/>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968" name="Google Shape;3968;p124"/>
          <p:cNvGrpSpPr/>
          <p:nvPr/>
        </p:nvGrpSpPr>
        <p:grpSpPr>
          <a:xfrm>
            <a:off x="1333500" y="997673"/>
            <a:ext cx="1278450" cy="1211850"/>
            <a:chOff x="0" y="0"/>
            <a:chExt cx="1704600" cy="1615800"/>
          </a:xfrm>
        </p:grpSpPr>
        <p:sp>
          <p:nvSpPr>
            <p:cNvPr id="3969" name="Google Shape;3969;p124"/>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0" name="Google Shape;3970;p124"/>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1" name="Google Shape;3971;p124"/>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72" name="Google Shape;3972;p124"/>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73" name="Google Shape;3973;p124"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74" name="Google Shape;3974;p124"/>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75" name="Google Shape;3975;p124"/>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6" name="Google Shape;3976;p124"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77" name="Google Shape;3977;p124"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78" name="Shape 3978"/>
        <p:cNvGrpSpPr/>
        <p:nvPr/>
      </p:nvGrpSpPr>
      <p:grpSpPr>
        <a:xfrm>
          <a:off x="0" y="0"/>
          <a:ext cx="0" cy="0"/>
          <a:chOff x="0" y="0"/>
          <a:chExt cx="0" cy="0"/>
        </a:xfrm>
      </p:grpSpPr>
      <p:pic>
        <p:nvPicPr>
          <p:cNvPr id="3979" name="Google Shape;3979;p12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0" name="Google Shape;3980;p125"/>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3981" name="Google Shape;3981;p12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3982" name="Shape 3982"/>
        <p:cNvGrpSpPr/>
        <p:nvPr/>
      </p:nvGrpSpPr>
      <p:grpSpPr>
        <a:xfrm>
          <a:off x="0" y="0"/>
          <a:ext cx="0" cy="0"/>
          <a:chOff x="0" y="0"/>
          <a:chExt cx="0" cy="0"/>
        </a:xfrm>
      </p:grpSpPr>
      <p:pic>
        <p:nvPicPr>
          <p:cNvPr id="3983" name="Google Shape;3983;p12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4" name="Google Shape;3984;p126"/>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85" name="Google Shape;3985;p126"/>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3986" name="Google Shape;3986;p126"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3987" name="Google Shape;3987;p126"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3988" name="Google Shape;3988;p126"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3989" name="Google Shape;3989;p126"/>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3990" name="Google Shape;3990;p126"/>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3991" name="Google Shape;3991;p126"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3992" name="Shape 3992"/>
        <p:cNvGrpSpPr/>
        <p:nvPr/>
      </p:nvGrpSpPr>
      <p:grpSpPr>
        <a:xfrm>
          <a:off x="0" y="0"/>
          <a:ext cx="0" cy="0"/>
          <a:chOff x="0" y="0"/>
          <a:chExt cx="0" cy="0"/>
        </a:xfrm>
      </p:grpSpPr>
      <p:pic>
        <p:nvPicPr>
          <p:cNvPr id="3993" name="Google Shape;3993;p12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3994" name="Google Shape;3994;p127"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3995" name="Google Shape;3995;p127"/>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96" name="Google Shape;3996;p127"/>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3997" name="Google Shape;3997;p127"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3998" name="Google Shape;3998;p127"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3999" name="Google Shape;3999;p127"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000" name="Google Shape;4000;p127"/>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01" name="Google Shape;4001;p127"/>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02" name="Google Shape;4002;p127"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003" name="Shape 4003"/>
        <p:cNvGrpSpPr/>
        <p:nvPr/>
      </p:nvGrpSpPr>
      <p:grpSpPr>
        <a:xfrm>
          <a:off x="0" y="0"/>
          <a:ext cx="0" cy="0"/>
          <a:chOff x="0" y="0"/>
          <a:chExt cx="0" cy="0"/>
        </a:xfrm>
      </p:grpSpPr>
      <p:sp>
        <p:nvSpPr>
          <p:cNvPr id="4004" name="Google Shape;4004;p128"/>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05" name="Google Shape;4005;p128"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006" name="Google Shape;4006;p128"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007" name="Google Shape;4007;p128"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008" name="Google Shape;4008;p128"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009" name="Google Shape;4009;p128"/>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10" name="Google Shape;4010;p128"/>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11" name="Google Shape;4011;p128"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012" name="Shape 4012"/>
        <p:cNvGrpSpPr/>
        <p:nvPr/>
      </p:nvGrpSpPr>
      <p:grpSpPr>
        <a:xfrm>
          <a:off x="0" y="0"/>
          <a:ext cx="0" cy="0"/>
          <a:chOff x="0" y="0"/>
          <a:chExt cx="0" cy="0"/>
        </a:xfrm>
      </p:grpSpPr>
      <p:pic>
        <p:nvPicPr>
          <p:cNvPr id="4013" name="Google Shape;4013;p129"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14" name="Google Shape;4014;p12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15" name="Google Shape;4015;p12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16" name="Google Shape;4016;p12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17" name="Google Shape;4017;p12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18" name="Google Shape;4018;p12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19" name="Google Shape;4019;p129"/>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20" name="Google Shape;4020;p12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21" name="Google Shape;4021;p12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022" name="Shape 4022"/>
        <p:cNvGrpSpPr/>
        <p:nvPr/>
      </p:nvGrpSpPr>
      <p:grpSpPr>
        <a:xfrm>
          <a:off x="0" y="0"/>
          <a:ext cx="0" cy="0"/>
          <a:chOff x="0" y="0"/>
          <a:chExt cx="0" cy="0"/>
        </a:xfrm>
      </p:grpSpPr>
      <p:pic>
        <p:nvPicPr>
          <p:cNvPr id="4023" name="Google Shape;4023;p130"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24" name="Google Shape;4024;p13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25" name="Google Shape;4025;p130"/>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26" name="Google Shape;4026;p130"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27" name="Google Shape;4027;p130"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28" name="Google Shape;4028;p130"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29" name="Google Shape;4029;p13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30" name="Google Shape;4030;p13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31" name="Google Shape;4031;p130"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032" name="Shape 4032"/>
        <p:cNvGrpSpPr/>
        <p:nvPr/>
      </p:nvGrpSpPr>
      <p:grpSpPr>
        <a:xfrm>
          <a:off x="0" y="0"/>
          <a:ext cx="0" cy="0"/>
          <a:chOff x="0" y="0"/>
          <a:chExt cx="0" cy="0"/>
        </a:xfrm>
      </p:grpSpPr>
      <p:sp>
        <p:nvSpPr>
          <p:cNvPr id="4033" name="Google Shape;4033;p131"/>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034" name="Google Shape;4034;p131"/>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035" name="Google Shape;4035;p13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036" name="Google Shape;4036;p131"/>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037" name="Google Shape;4037;p131"/>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038" name="Google Shape;4038;p131"/>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039" name="Shape 4039"/>
        <p:cNvGrpSpPr/>
        <p:nvPr/>
      </p:nvGrpSpPr>
      <p:grpSpPr>
        <a:xfrm>
          <a:off x="0" y="0"/>
          <a:ext cx="0" cy="0"/>
          <a:chOff x="0" y="0"/>
          <a:chExt cx="0" cy="0"/>
        </a:xfrm>
      </p:grpSpPr>
      <p:pic>
        <p:nvPicPr>
          <p:cNvPr id="4040" name="Google Shape;4040;p132"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41" name="Google Shape;4041;p132"/>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042" name="Google Shape;4042;p132"/>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043" name="Google Shape;4043;p132"/>
          <p:cNvGrpSpPr/>
          <p:nvPr/>
        </p:nvGrpSpPr>
        <p:grpSpPr>
          <a:xfrm>
            <a:off x="1333500" y="997673"/>
            <a:ext cx="1278450" cy="1211850"/>
            <a:chOff x="0" y="0"/>
            <a:chExt cx="1704600" cy="1615800"/>
          </a:xfrm>
        </p:grpSpPr>
        <p:sp>
          <p:nvSpPr>
            <p:cNvPr id="4044" name="Google Shape;4044;p132"/>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5" name="Google Shape;4045;p132"/>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6" name="Google Shape;4046;p132"/>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047" name="Google Shape;4047;p132"/>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048" name="Google Shape;4048;p13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49" name="Google Shape;4049;p132"/>
          <p:cNvSpPr/>
          <p:nvPr>
            <p:ph idx="2" type="pic"/>
          </p:nvPr>
        </p:nvSpPr>
        <p:spPr>
          <a:xfrm>
            <a:off x="14278928" y="3684270"/>
            <a:ext cx="3130800" cy="2885100"/>
          </a:xfrm>
          <a:prstGeom prst="roundRect">
            <a:avLst>
              <a:gd fmla="val 9780" name="adj"/>
            </a:avLst>
          </a:prstGeom>
          <a:noFill/>
          <a:ln>
            <a:noFill/>
          </a:ln>
        </p:spPr>
      </p:sp>
      <p:sp>
        <p:nvSpPr>
          <p:cNvPr id="4050" name="Google Shape;4050;p132"/>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051" name="Google Shape;4051;p132"/>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052" name="Shape 4052"/>
        <p:cNvGrpSpPr/>
        <p:nvPr/>
      </p:nvGrpSpPr>
      <p:grpSpPr>
        <a:xfrm>
          <a:off x="0" y="0"/>
          <a:ext cx="0" cy="0"/>
          <a:chOff x="0" y="0"/>
          <a:chExt cx="0" cy="0"/>
        </a:xfrm>
      </p:grpSpPr>
      <p:pic>
        <p:nvPicPr>
          <p:cNvPr id="4053" name="Google Shape;4053;p13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4" name="Google Shape;4054;p133"/>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55" name="Google Shape;4055;p133"/>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56" name="Google Shape;4056;p133"/>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57" name="Google Shape;4057;p133"/>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058" name="Google Shape;4058;p133"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059" name="Google Shape;4059;p133"/>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0" name="Google Shape;4060;p133"/>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1" name="Google Shape;4061;p133"/>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2" name="Google Shape;4062;p133"/>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3" name="Google Shape;4063;p133"/>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4" name="Google Shape;4064;p133"/>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5" name="Google Shape;4065;p133"/>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6" name="Google Shape;4066;p133"/>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7" name="Google Shape;4067;p133"/>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8" name="Google Shape;4068;p133"/>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069" name="Google Shape;4069;p133"/>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070" name="Google Shape;4070;p133"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071" name="Google Shape;4071;p133"/>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072" name="Google Shape;4072;p133"/>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073" name="Google Shape;4073;p133"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74" name="Google Shape;4074;p133"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075" name="Shape 4075"/>
        <p:cNvGrpSpPr/>
        <p:nvPr/>
      </p:nvGrpSpPr>
      <p:grpSpPr>
        <a:xfrm>
          <a:off x="0" y="0"/>
          <a:ext cx="0" cy="0"/>
          <a:chOff x="0" y="0"/>
          <a:chExt cx="0" cy="0"/>
        </a:xfrm>
      </p:grpSpPr>
      <p:pic>
        <p:nvPicPr>
          <p:cNvPr id="4076" name="Google Shape;4076;p134"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77" name="Google Shape;4077;p134"/>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78" name="Google Shape;4078;p134"/>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79" name="Google Shape;4079;p134"/>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80" name="Google Shape;4080;p134"/>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081" name="Google Shape;4081;p134"/>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2" name="Google Shape;4082;p134"/>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3" name="Google Shape;4083;p134"/>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4" name="Google Shape;4084;p134"/>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5" name="Google Shape;4085;p134"/>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6" name="Google Shape;4086;p134"/>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7" name="Google Shape;4087;p134"/>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8" name="Google Shape;4088;p134"/>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9" name="Google Shape;4089;p134"/>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90" name="Google Shape;4090;p134"/>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091" name="Google Shape;4091;p134"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4092" name="Google Shape;4092;p134"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093" name="Google Shape;4093;p134"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4094" name="Google Shape;4094;p134"/>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095" name="Google Shape;4095;p134"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96" name="Google Shape;4096;p134"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097" name="Google Shape;4097;p134"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4098" name="Shape 4098"/>
        <p:cNvGrpSpPr/>
        <p:nvPr/>
      </p:nvGrpSpPr>
      <p:grpSpPr>
        <a:xfrm>
          <a:off x="0" y="0"/>
          <a:ext cx="0" cy="0"/>
          <a:chOff x="0" y="0"/>
          <a:chExt cx="0" cy="0"/>
        </a:xfrm>
      </p:grpSpPr>
      <p:pic>
        <p:nvPicPr>
          <p:cNvPr id="4099" name="Google Shape;4099;p135"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00" name="Google Shape;4100;p135"/>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01" name="Google Shape;4101;p135"/>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02" name="Google Shape;4102;p13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03" name="Google Shape;4103;p135"/>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04" name="Google Shape;4104;p135"/>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05" name="Google Shape;4105;p135"/>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6" name="Google Shape;4106;p135"/>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7" name="Google Shape;4107;p135"/>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8" name="Google Shape;4108;p135"/>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9" name="Google Shape;4109;p135"/>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0" name="Google Shape;4110;p135"/>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1" name="Google Shape;4111;p135"/>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2" name="Google Shape;4112;p135"/>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3" name="Google Shape;4113;p135"/>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114" name="Google Shape;4114;p135"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4115" name="Google Shape;4115;p135"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116" name="Google Shape;4116;p135"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4117" name="Google Shape;4117;p135"/>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18" name="Google Shape;4118;p135"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119" name="Google Shape;4119;p135"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120" name="Google Shape;4120;p135"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4121" name="Shape 4121"/>
        <p:cNvGrpSpPr/>
        <p:nvPr/>
      </p:nvGrpSpPr>
      <p:grpSpPr>
        <a:xfrm>
          <a:off x="0" y="0"/>
          <a:ext cx="0" cy="0"/>
          <a:chOff x="0" y="0"/>
          <a:chExt cx="0" cy="0"/>
        </a:xfrm>
      </p:grpSpPr>
      <p:pic>
        <p:nvPicPr>
          <p:cNvPr id="4122" name="Google Shape;4122;p13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23" name="Google Shape;4123;p13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4124" name="Google Shape;4124;p13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25" name="Google Shape;4125;p13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26" name="Google Shape;4126;p13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27" name="Google Shape;4127;p13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8" name="Google Shape;4128;p136"/>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9" name="Google Shape;4129;p136"/>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0" name="Google Shape;4130;p13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1" name="Google Shape;4131;p13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2" name="Google Shape;4132;p13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3" name="Google Shape;4133;p13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4" name="Google Shape;4134;p13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5" name="Google Shape;4135;p13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6" name="Google Shape;4136;p13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37" name="Google Shape;4137;p136"/>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4138" name="Google Shape;4138;p136"/>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4139" name="Google Shape;4139;p13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40" name="Google Shape;4140;p136"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4141" name="Google Shape;4141;p136"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4142" name="Google Shape;4142;p136"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4143" name="Google Shape;4143;p136"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4144" name="Shape 4144"/>
        <p:cNvGrpSpPr/>
        <p:nvPr/>
      </p:nvGrpSpPr>
      <p:grpSpPr>
        <a:xfrm>
          <a:off x="0" y="0"/>
          <a:ext cx="0" cy="0"/>
          <a:chOff x="0" y="0"/>
          <a:chExt cx="0" cy="0"/>
        </a:xfrm>
      </p:grpSpPr>
      <p:sp>
        <p:nvSpPr>
          <p:cNvPr id="4145" name="Google Shape;4145;p13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46" name="Google Shape;4146;p13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47" name="Google Shape;4147;p137"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4148" name="Google Shape;4148;p13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49" name="Google Shape;4149;p137"/>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0" name="Google Shape;4150;p137"/>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1" name="Google Shape;4151;p137"/>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2" name="Google Shape;4152;p13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3" name="Google Shape;4153;p13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4" name="Google Shape;4154;p13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5" name="Google Shape;4155;p13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6" name="Google Shape;4156;p13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7" name="Google Shape;4157;p13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8" name="Google Shape;4158;p137"/>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59" name="Google Shape;4159;p137"/>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4160" name="Google Shape;4160;p137"/>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4161" name="Google Shape;4161;p137"/>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62" name="Google Shape;4162;p137"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4163" name="Google Shape;4163;p137"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4164" name="Google Shape;4164;p137"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4165" name="Google Shape;4165;p137"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4166" name="Shape 4166"/>
        <p:cNvGrpSpPr/>
        <p:nvPr/>
      </p:nvGrpSpPr>
      <p:grpSpPr>
        <a:xfrm>
          <a:off x="0" y="0"/>
          <a:ext cx="0" cy="0"/>
          <a:chOff x="0" y="0"/>
          <a:chExt cx="0" cy="0"/>
        </a:xfrm>
      </p:grpSpPr>
      <p:sp>
        <p:nvSpPr>
          <p:cNvPr id="4167" name="Google Shape;4167;p138"/>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68" name="Google Shape;4168;p13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69" name="Google Shape;4169;p13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4170" name="Shape 4170"/>
        <p:cNvGrpSpPr/>
        <p:nvPr/>
      </p:nvGrpSpPr>
      <p:grpSpPr>
        <a:xfrm>
          <a:off x="0" y="0"/>
          <a:ext cx="0" cy="0"/>
          <a:chOff x="0" y="0"/>
          <a:chExt cx="0" cy="0"/>
        </a:xfrm>
      </p:grpSpPr>
      <p:sp>
        <p:nvSpPr>
          <p:cNvPr id="4171" name="Google Shape;4171;p139"/>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2" name="Google Shape;4172;p139"/>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3" name="Google Shape;4173;p139"/>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4" name="Google Shape;4174;p139"/>
          <p:cNvSpPr/>
          <p:nvPr>
            <p:ph idx="2" type="pic"/>
          </p:nvPr>
        </p:nvSpPr>
        <p:spPr>
          <a:xfrm>
            <a:off x="1132522" y="2890962"/>
            <a:ext cx="4442400" cy="4442400"/>
          </a:xfrm>
          <a:prstGeom prst="ellipse">
            <a:avLst/>
          </a:prstGeom>
          <a:noFill/>
          <a:ln>
            <a:noFill/>
          </a:ln>
        </p:spPr>
      </p:sp>
      <p:sp>
        <p:nvSpPr>
          <p:cNvPr id="4175" name="Google Shape;4175;p139"/>
          <p:cNvSpPr/>
          <p:nvPr>
            <p:ph idx="3" type="pic"/>
          </p:nvPr>
        </p:nvSpPr>
        <p:spPr>
          <a:xfrm>
            <a:off x="6922770" y="2890962"/>
            <a:ext cx="4442400" cy="4442400"/>
          </a:xfrm>
          <a:prstGeom prst="ellipse">
            <a:avLst/>
          </a:prstGeom>
          <a:noFill/>
          <a:ln>
            <a:noFill/>
          </a:ln>
        </p:spPr>
      </p:sp>
      <p:sp>
        <p:nvSpPr>
          <p:cNvPr id="4176" name="Google Shape;4176;p139"/>
          <p:cNvSpPr/>
          <p:nvPr>
            <p:ph idx="4" type="pic"/>
          </p:nvPr>
        </p:nvSpPr>
        <p:spPr>
          <a:xfrm>
            <a:off x="12713017" y="2890962"/>
            <a:ext cx="4442400" cy="4442400"/>
          </a:xfrm>
          <a:prstGeom prst="ellipse">
            <a:avLst/>
          </a:prstGeom>
          <a:noFill/>
          <a:ln>
            <a:noFill/>
          </a:ln>
        </p:spPr>
      </p:sp>
      <p:sp>
        <p:nvSpPr>
          <p:cNvPr id="4177" name="Google Shape;4177;p139"/>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8" name="Google Shape;4178;p139"/>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9" name="Google Shape;4179;p139"/>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180" name="Google Shape;4180;p13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181" name="Google Shape;4181;p13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82" name="Google Shape;4182;p139"/>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83" name="Google Shape;4183;p139"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4184" name="Google Shape;4184;p139"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4185" name="Google Shape;4185;p139"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4186" name="Google Shape;4186;p139"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4187" name="Google Shape;4187;p139"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4188" name="Google Shape;4188;p139"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4189" name="Shape 4189"/>
        <p:cNvGrpSpPr/>
        <p:nvPr/>
      </p:nvGrpSpPr>
      <p:grpSpPr>
        <a:xfrm>
          <a:off x="0" y="0"/>
          <a:ext cx="0" cy="0"/>
          <a:chOff x="0" y="0"/>
          <a:chExt cx="0" cy="0"/>
        </a:xfrm>
      </p:grpSpPr>
      <p:sp>
        <p:nvSpPr>
          <p:cNvPr id="4190" name="Google Shape;4190;p140"/>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1" name="Google Shape;4191;p140"/>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2" name="Google Shape;4192;p140"/>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3" name="Google Shape;4193;p140"/>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4" name="Google Shape;4194;p140"/>
          <p:cNvSpPr/>
          <p:nvPr>
            <p:ph idx="2" type="pic"/>
          </p:nvPr>
        </p:nvSpPr>
        <p:spPr>
          <a:xfrm>
            <a:off x="860108" y="3332187"/>
            <a:ext cx="3712800" cy="3712800"/>
          </a:xfrm>
          <a:prstGeom prst="ellipse">
            <a:avLst/>
          </a:prstGeom>
          <a:noFill/>
          <a:ln>
            <a:noFill/>
          </a:ln>
        </p:spPr>
      </p:sp>
      <p:sp>
        <p:nvSpPr>
          <p:cNvPr id="4195" name="Google Shape;4195;p140"/>
          <p:cNvSpPr/>
          <p:nvPr>
            <p:ph idx="3" type="pic"/>
          </p:nvPr>
        </p:nvSpPr>
        <p:spPr>
          <a:xfrm>
            <a:off x="5136833" y="3332187"/>
            <a:ext cx="3712800" cy="3712800"/>
          </a:xfrm>
          <a:prstGeom prst="ellipse">
            <a:avLst/>
          </a:prstGeom>
          <a:noFill/>
          <a:ln>
            <a:noFill/>
          </a:ln>
        </p:spPr>
      </p:sp>
      <p:sp>
        <p:nvSpPr>
          <p:cNvPr id="4196" name="Google Shape;4196;p140"/>
          <p:cNvSpPr/>
          <p:nvPr>
            <p:ph idx="4" type="pic"/>
          </p:nvPr>
        </p:nvSpPr>
        <p:spPr>
          <a:xfrm>
            <a:off x="9438323" y="3332187"/>
            <a:ext cx="3712800" cy="3712800"/>
          </a:xfrm>
          <a:prstGeom prst="ellipse">
            <a:avLst/>
          </a:prstGeom>
          <a:noFill/>
          <a:ln>
            <a:noFill/>
          </a:ln>
        </p:spPr>
      </p:sp>
      <p:sp>
        <p:nvSpPr>
          <p:cNvPr id="4197" name="Google Shape;4197;p140"/>
          <p:cNvSpPr/>
          <p:nvPr>
            <p:ph idx="5" type="pic"/>
          </p:nvPr>
        </p:nvSpPr>
        <p:spPr>
          <a:xfrm>
            <a:off x="13726478" y="3332187"/>
            <a:ext cx="3712800" cy="3712800"/>
          </a:xfrm>
          <a:prstGeom prst="ellipse">
            <a:avLst/>
          </a:prstGeom>
          <a:noFill/>
          <a:ln>
            <a:noFill/>
          </a:ln>
        </p:spPr>
      </p:sp>
      <p:sp>
        <p:nvSpPr>
          <p:cNvPr id="4198" name="Google Shape;4198;p140"/>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99" name="Google Shape;4199;p140"/>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0" name="Google Shape;4200;p140"/>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1" name="Google Shape;4201;p140"/>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02" name="Google Shape;4202;p14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03" name="Google Shape;4203;p140"/>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4204" name="Google Shape;4204;p140"/>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4205" name="Google Shape;4205;p140"/>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4206" name="Google Shape;4206;p140"/>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4207" name="Google Shape;4207;p140"/>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4208" name="Google Shape;4208;p140"/>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4209" name="Google Shape;4209;p140"/>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4210" name="Google Shape;4210;p140"/>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4211" name="Google Shape;4211;p140"/>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4212" name="Google Shape;4212;p14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13" name="Google Shape;4213;p140"/>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4214" name="Shape 4214"/>
        <p:cNvGrpSpPr/>
        <p:nvPr/>
      </p:nvGrpSpPr>
      <p:grpSpPr>
        <a:xfrm>
          <a:off x="0" y="0"/>
          <a:ext cx="0" cy="0"/>
          <a:chOff x="0" y="0"/>
          <a:chExt cx="0" cy="0"/>
        </a:xfrm>
      </p:grpSpPr>
      <p:sp>
        <p:nvSpPr>
          <p:cNvPr id="4215" name="Google Shape;4215;p141"/>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6" name="Google Shape;4216;p141"/>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7" name="Google Shape;4217;p141"/>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8" name="Google Shape;4218;p141"/>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9" name="Google Shape;4219;p141"/>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20" name="Google Shape;4220;p141"/>
          <p:cNvSpPr/>
          <p:nvPr>
            <p:ph idx="2" type="pic"/>
          </p:nvPr>
        </p:nvSpPr>
        <p:spPr>
          <a:xfrm>
            <a:off x="859508" y="4125844"/>
            <a:ext cx="2857500" cy="2857500"/>
          </a:xfrm>
          <a:prstGeom prst="ellipse">
            <a:avLst/>
          </a:prstGeom>
          <a:noFill/>
          <a:ln>
            <a:noFill/>
          </a:ln>
        </p:spPr>
      </p:sp>
      <p:sp>
        <p:nvSpPr>
          <p:cNvPr id="4221" name="Google Shape;4221;p141"/>
          <p:cNvSpPr/>
          <p:nvPr>
            <p:ph idx="3" type="pic"/>
          </p:nvPr>
        </p:nvSpPr>
        <p:spPr>
          <a:xfrm>
            <a:off x="4295775" y="4125844"/>
            <a:ext cx="2857500" cy="2857500"/>
          </a:xfrm>
          <a:prstGeom prst="ellipse">
            <a:avLst/>
          </a:prstGeom>
          <a:noFill/>
          <a:ln>
            <a:noFill/>
          </a:ln>
        </p:spPr>
      </p:sp>
      <p:sp>
        <p:nvSpPr>
          <p:cNvPr id="4222" name="Google Shape;4222;p141"/>
          <p:cNvSpPr/>
          <p:nvPr>
            <p:ph idx="4" type="pic"/>
          </p:nvPr>
        </p:nvSpPr>
        <p:spPr>
          <a:xfrm>
            <a:off x="7732395" y="4125844"/>
            <a:ext cx="2857500" cy="2857500"/>
          </a:xfrm>
          <a:prstGeom prst="ellipse">
            <a:avLst/>
          </a:prstGeom>
          <a:noFill/>
          <a:ln>
            <a:noFill/>
          </a:ln>
        </p:spPr>
      </p:sp>
      <p:sp>
        <p:nvSpPr>
          <p:cNvPr id="4223" name="Google Shape;4223;p141"/>
          <p:cNvSpPr/>
          <p:nvPr>
            <p:ph idx="5" type="pic"/>
          </p:nvPr>
        </p:nvSpPr>
        <p:spPr>
          <a:xfrm>
            <a:off x="11168063" y="4125844"/>
            <a:ext cx="2857500" cy="2857500"/>
          </a:xfrm>
          <a:prstGeom prst="ellipse">
            <a:avLst/>
          </a:prstGeom>
          <a:noFill/>
          <a:ln>
            <a:noFill/>
          </a:ln>
        </p:spPr>
      </p:sp>
      <p:sp>
        <p:nvSpPr>
          <p:cNvPr id="4224" name="Google Shape;4224;p141"/>
          <p:cNvSpPr/>
          <p:nvPr>
            <p:ph idx="6" type="pic"/>
          </p:nvPr>
        </p:nvSpPr>
        <p:spPr>
          <a:xfrm>
            <a:off x="14603730" y="4125844"/>
            <a:ext cx="2857500" cy="2857500"/>
          </a:xfrm>
          <a:prstGeom prst="ellipse">
            <a:avLst/>
          </a:prstGeom>
          <a:noFill/>
          <a:ln>
            <a:noFill/>
          </a:ln>
        </p:spPr>
      </p:sp>
      <p:sp>
        <p:nvSpPr>
          <p:cNvPr id="4225" name="Google Shape;4225;p14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26" name="Google Shape;4226;p14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27" name="Google Shape;4227;p141"/>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8" name="Google Shape;4228;p141"/>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9" name="Google Shape;4229;p141"/>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0" name="Google Shape;4230;p141"/>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1" name="Google Shape;4231;p141"/>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32" name="Google Shape;4232;p14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33" name="Google Shape;4233;p141"/>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4234" name="Google Shape;4234;p141"/>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4235" name="Google Shape;4235;p141"/>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4236" name="Google Shape;4236;p141"/>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4237" name="Google Shape;4237;p141"/>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4238" name="Google Shape;4238;p141"/>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4239" name="Google Shape;4239;p141"/>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4240" name="Google Shape;4240;p141"/>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4241" name="Google Shape;4241;p141"/>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4242" name="Google Shape;4242;p141"/>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4243" name="Shape 4243"/>
        <p:cNvGrpSpPr/>
        <p:nvPr/>
      </p:nvGrpSpPr>
      <p:grpSpPr>
        <a:xfrm>
          <a:off x="0" y="0"/>
          <a:ext cx="0" cy="0"/>
          <a:chOff x="0" y="0"/>
          <a:chExt cx="0" cy="0"/>
        </a:xfrm>
      </p:grpSpPr>
      <p:sp>
        <p:nvSpPr>
          <p:cNvPr id="4244" name="Google Shape;4244;p142"/>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45" name="Google Shape;4245;p142"/>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46" name="Google Shape;4246;p142"/>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4247" name="Google Shape;4247;p142"/>
          <p:cNvSpPr/>
          <p:nvPr>
            <p:ph idx="2" type="pic"/>
          </p:nvPr>
        </p:nvSpPr>
        <p:spPr>
          <a:xfrm>
            <a:off x="6597968" y="1404938"/>
            <a:ext cx="5093100" cy="5093100"/>
          </a:xfrm>
          <a:prstGeom prst="ellipse">
            <a:avLst/>
          </a:prstGeom>
          <a:noFill/>
          <a:ln>
            <a:noFill/>
          </a:ln>
        </p:spPr>
      </p:sp>
      <p:pic>
        <p:nvPicPr>
          <p:cNvPr id="4248" name="Google Shape;4248;p14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49" name="Google Shape;4249;p142"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4250" name="Google Shape;4250;p142"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4251" name="Google Shape;4251;p142"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4252" name="Google Shape;4252;p142"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4253" name="Google Shape;4253;p142"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4254" name="Shape 4254"/>
        <p:cNvGrpSpPr/>
        <p:nvPr/>
      </p:nvGrpSpPr>
      <p:grpSpPr>
        <a:xfrm>
          <a:off x="0" y="0"/>
          <a:ext cx="0" cy="0"/>
          <a:chOff x="0" y="0"/>
          <a:chExt cx="0" cy="0"/>
        </a:xfrm>
      </p:grpSpPr>
      <p:sp>
        <p:nvSpPr>
          <p:cNvPr id="4255" name="Google Shape;4255;p143"/>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6" name="Google Shape;4256;p143"/>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7" name="Google Shape;4257;p143"/>
          <p:cNvSpPr/>
          <p:nvPr>
            <p:ph idx="2" type="pic"/>
          </p:nvPr>
        </p:nvSpPr>
        <p:spPr>
          <a:xfrm>
            <a:off x="2307907" y="1404938"/>
            <a:ext cx="5093100" cy="5093100"/>
          </a:xfrm>
          <a:prstGeom prst="ellipse">
            <a:avLst/>
          </a:prstGeom>
          <a:noFill/>
          <a:ln>
            <a:noFill/>
          </a:ln>
        </p:spPr>
      </p:sp>
      <p:sp>
        <p:nvSpPr>
          <p:cNvPr id="4258" name="Google Shape;4258;p143"/>
          <p:cNvSpPr/>
          <p:nvPr>
            <p:ph idx="3" type="pic"/>
          </p:nvPr>
        </p:nvSpPr>
        <p:spPr>
          <a:xfrm>
            <a:off x="10883265" y="1404938"/>
            <a:ext cx="5093100" cy="5093100"/>
          </a:xfrm>
          <a:prstGeom prst="ellipse">
            <a:avLst/>
          </a:prstGeom>
          <a:noFill/>
          <a:ln>
            <a:noFill/>
          </a:ln>
        </p:spPr>
      </p:sp>
      <p:sp>
        <p:nvSpPr>
          <p:cNvPr id="4259" name="Google Shape;4259;p143"/>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60" name="Google Shape;4260;p143"/>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61" name="Google Shape;4261;p143"/>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4262" name="Google Shape;4262;p143"/>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263" name="Google Shape;4263;p14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64" name="Google Shape;4264;p143"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4265" name="Google Shape;4265;p143"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4266" name="Google Shape;4266;p143"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4267" name="Google Shape;4267;p143"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4268" name="Google Shape;4268;p143"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4269" name="Shape 4269"/>
        <p:cNvGrpSpPr/>
        <p:nvPr/>
      </p:nvGrpSpPr>
      <p:grpSpPr>
        <a:xfrm>
          <a:off x="0" y="0"/>
          <a:ext cx="0" cy="0"/>
          <a:chOff x="0" y="0"/>
          <a:chExt cx="0" cy="0"/>
        </a:xfrm>
      </p:grpSpPr>
      <p:sp>
        <p:nvSpPr>
          <p:cNvPr id="4270" name="Google Shape;4270;p144"/>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71" name="Google Shape;4271;p144"/>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4272" name="Google Shape;4272;p144"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4273" name="Google Shape;4273;p144"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4274" name="Google Shape;4274;p144"/>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4275" name="Google Shape;4275;p144"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4276" name="Shape 4276"/>
        <p:cNvGrpSpPr/>
        <p:nvPr/>
      </p:nvGrpSpPr>
      <p:grpSpPr>
        <a:xfrm>
          <a:off x="0" y="0"/>
          <a:ext cx="0" cy="0"/>
          <a:chOff x="0" y="0"/>
          <a:chExt cx="0" cy="0"/>
        </a:xfrm>
      </p:grpSpPr>
      <p:pic>
        <p:nvPicPr>
          <p:cNvPr id="4277" name="Google Shape;4277;p14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278" name="Google Shape;4278;p145"/>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4279" name="Google Shape;4279;p145"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4280" name="Google Shape;4280;p145"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4281" name="Google Shape;4281;p145"/>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4282" name="Google Shape;4282;p145"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4283" name="Google Shape;4283;p145"/>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284" name="Google Shape;4284;p145"/>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285" name="Google Shape;4285;p145"/>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4286" name="Google Shape;4286;p145"/>
          <p:cNvGrpSpPr/>
          <p:nvPr/>
        </p:nvGrpSpPr>
        <p:grpSpPr>
          <a:xfrm>
            <a:off x="12042648" y="4220617"/>
            <a:ext cx="2453368" cy="3995925"/>
            <a:chOff x="13642848" y="3675888"/>
            <a:chExt cx="3164003" cy="5146072"/>
          </a:xfrm>
        </p:grpSpPr>
        <p:pic>
          <p:nvPicPr>
            <p:cNvPr id="4287" name="Google Shape;4287;p145"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4288" name="Google Shape;4288;p145"/>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4289" name="Google Shape;4289;p145"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4290" name="Google Shape;4290;p145"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1" name="Google Shape;4291;p145"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4292" name="Shape 4292"/>
        <p:cNvGrpSpPr/>
        <p:nvPr/>
      </p:nvGrpSpPr>
      <p:grpSpPr>
        <a:xfrm>
          <a:off x="0" y="0"/>
          <a:ext cx="0" cy="0"/>
          <a:chOff x="0" y="0"/>
          <a:chExt cx="0" cy="0"/>
        </a:xfrm>
      </p:grpSpPr>
      <p:pic>
        <p:nvPicPr>
          <p:cNvPr id="4293" name="Google Shape;4293;p1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294" name="Google Shape;4294;p146"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5" name="Google Shape;4295;p146"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4296" name="Google Shape;4296;p146"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4297" name="Google Shape;4297;p146"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4298" name="Google Shape;4298;p146"/>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299" name="Google Shape;4299;p146"/>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00" name="Google Shape;4300;p146"/>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01" name="Google Shape;4301;p146"/>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02" name="Google Shape;4302;p146"/>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4303" name="Shape 4303"/>
        <p:cNvGrpSpPr/>
        <p:nvPr/>
      </p:nvGrpSpPr>
      <p:grpSpPr>
        <a:xfrm>
          <a:off x="0" y="0"/>
          <a:ext cx="0" cy="0"/>
          <a:chOff x="0" y="0"/>
          <a:chExt cx="0" cy="0"/>
        </a:xfrm>
      </p:grpSpPr>
      <p:pic>
        <p:nvPicPr>
          <p:cNvPr id="4304" name="Google Shape;4304;p14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05" name="Google Shape;4305;p147"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06" name="Google Shape;4306;p147"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07" name="Google Shape;4307;p147"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4308" name="Google Shape;4308;p147"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4309" name="Google Shape;4309;p147"/>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10" name="Google Shape;4310;p147"/>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11" name="Google Shape;4311;p147"/>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12" name="Google Shape;4312;p147"/>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13" name="Google Shape;4313;p147"/>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14" name="Google Shape;4314;p147"/>
          <p:cNvSpPr/>
          <p:nvPr>
            <p:ph idx="2" type="pic"/>
          </p:nvPr>
        </p:nvSpPr>
        <p:spPr>
          <a:xfrm>
            <a:off x="2222075" y="1016000"/>
            <a:ext cx="2718000" cy="2718000"/>
          </a:xfrm>
          <a:prstGeom prst="ellipse">
            <a:avLst/>
          </a:prstGeom>
          <a:noFill/>
          <a:ln>
            <a:noFill/>
          </a:ln>
        </p:spPr>
      </p:sp>
      <p:sp>
        <p:nvSpPr>
          <p:cNvPr id="4315" name="Google Shape;4315;p147"/>
          <p:cNvSpPr/>
          <p:nvPr>
            <p:ph idx="3" type="pic"/>
          </p:nvPr>
        </p:nvSpPr>
        <p:spPr>
          <a:xfrm>
            <a:off x="857250" y="4628350"/>
            <a:ext cx="3400500" cy="3400500"/>
          </a:xfrm>
          <a:prstGeom prst="ellipse">
            <a:avLst/>
          </a:prstGeom>
          <a:noFill/>
          <a:ln>
            <a:noFill/>
          </a:ln>
        </p:spPr>
      </p:sp>
      <p:sp>
        <p:nvSpPr>
          <p:cNvPr id="4316" name="Google Shape;4316;p147"/>
          <p:cNvSpPr/>
          <p:nvPr>
            <p:ph idx="4" type="pic"/>
          </p:nvPr>
        </p:nvSpPr>
        <p:spPr>
          <a:xfrm>
            <a:off x="12073150" y="5902675"/>
            <a:ext cx="3575100" cy="3575100"/>
          </a:xfrm>
          <a:prstGeom prst="ellipse">
            <a:avLst/>
          </a:prstGeom>
          <a:noFill/>
          <a:ln>
            <a:noFill/>
          </a:ln>
        </p:spPr>
      </p:sp>
      <p:sp>
        <p:nvSpPr>
          <p:cNvPr id="4317" name="Google Shape;4317;p147"/>
          <p:cNvSpPr/>
          <p:nvPr>
            <p:ph idx="5" type="pic"/>
          </p:nvPr>
        </p:nvSpPr>
        <p:spPr>
          <a:xfrm>
            <a:off x="14272550" y="2881025"/>
            <a:ext cx="2718000" cy="2718000"/>
          </a:xfrm>
          <a:prstGeom prst="ellipse">
            <a:avLst/>
          </a:prstGeom>
          <a:noFill/>
          <a:ln>
            <a:noFill/>
          </a:ln>
        </p:spPr>
      </p:sp>
      <p:sp>
        <p:nvSpPr>
          <p:cNvPr id="4318" name="Google Shape;4318;p147"/>
          <p:cNvSpPr/>
          <p:nvPr>
            <p:ph idx="6" type="pic"/>
          </p:nvPr>
        </p:nvSpPr>
        <p:spPr>
          <a:xfrm>
            <a:off x="13662425" y="1015988"/>
            <a:ext cx="1360500" cy="1360500"/>
          </a:xfrm>
          <a:prstGeom prst="ellipse">
            <a:avLst/>
          </a:prstGeom>
          <a:noFill/>
          <a:ln>
            <a:noFill/>
          </a:ln>
        </p:spPr>
      </p:sp>
      <p:sp>
        <p:nvSpPr>
          <p:cNvPr id="4319" name="Google Shape;4319;p147"/>
          <p:cNvSpPr/>
          <p:nvPr>
            <p:ph idx="7" type="pic"/>
          </p:nvPr>
        </p:nvSpPr>
        <p:spPr>
          <a:xfrm>
            <a:off x="4395300" y="7499875"/>
            <a:ext cx="1977900" cy="1977900"/>
          </a:xfrm>
          <a:prstGeom prst="ellipse">
            <a:avLst/>
          </a:prstGeom>
          <a:noFill/>
          <a:ln>
            <a:noFill/>
          </a:ln>
        </p:spPr>
      </p:sp>
      <p:pic>
        <p:nvPicPr>
          <p:cNvPr id="4320" name="Google Shape;4320;p147"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4321" name="Google Shape;4321;p147"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4322" name="Google Shape;4322;p147"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4323" name="Google Shape;4323;p147"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4324" name="Google Shape;4324;p147"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4325" name="Shape 4325"/>
        <p:cNvGrpSpPr/>
        <p:nvPr/>
      </p:nvGrpSpPr>
      <p:grpSpPr>
        <a:xfrm>
          <a:off x="0" y="0"/>
          <a:ext cx="0" cy="0"/>
          <a:chOff x="0" y="0"/>
          <a:chExt cx="0" cy="0"/>
        </a:xfrm>
      </p:grpSpPr>
      <p:pic>
        <p:nvPicPr>
          <p:cNvPr id="4326" name="Google Shape;4326;p14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27" name="Google Shape;4327;p14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28" name="Google Shape;4328;p14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29" name="Google Shape;4329;p148"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4330" name="Google Shape;4330;p148"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4331" name="Google Shape;4331;p148"/>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32" name="Google Shape;4332;p14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33" name="Google Shape;4333;p14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34" name="Google Shape;4334;p14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35" name="Google Shape;4335;p14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36" name="Google Shape;4336;p148"/>
          <p:cNvSpPr/>
          <p:nvPr>
            <p:ph idx="2" type="pic"/>
          </p:nvPr>
        </p:nvSpPr>
        <p:spPr>
          <a:xfrm>
            <a:off x="2355750" y="599100"/>
            <a:ext cx="2718000" cy="2718000"/>
          </a:xfrm>
          <a:prstGeom prst="ellipse">
            <a:avLst/>
          </a:prstGeom>
          <a:noFill/>
          <a:ln>
            <a:noFill/>
          </a:ln>
        </p:spPr>
      </p:sp>
      <p:sp>
        <p:nvSpPr>
          <p:cNvPr id="4337" name="Google Shape;4337;p148"/>
          <p:cNvSpPr/>
          <p:nvPr>
            <p:ph idx="3" type="pic"/>
          </p:nvPr>
        </p:nvSpPr>
        <p:spPr>
          <a:xfrm>
            <a:off x="725550" y="3541400"/>
            <a:ext cx="1977900" cy="1977900"/>
          </a:xfrm>
          <a:prstGeom prst="ellipse">
            <a:avLst/>
          </a:prstGeom>
          <a:noFill/>
          <a:ln>
            <a:noFill/>
          </a:ln>
        </p:spPr>
      </p:sp>
      <p:sp>
        <p:nvSpPr>
          <p:cNvPr id="4338" name="Google Shape;4338;p148"/>
          <p:cNvSpPr/>
          <p:nvPr>
            <p:ph idx="4" type="pic"/>
          </p:nvPr>
        </p:nvSpPr>
        <p:spPr>
          <a:xfrm>
            <a:off x="1714500" y="6205500"/>
            <a:ext cx="3400500" cy="3400500"/>
          </a:xfrm>
          <a:prstGeom prst="ellipse">
            <a:avLst/>
          </a:prstGeom>
          <a:noFill/>
          <a:ln>
            <a:noFill/>
          </a:ln>
        </p:spPr>
      </p:sp>
      <p:sp>
        <p:nvSpPr>
          <p:cNvPr id="4339" name="Google Shape;4339;p148"/>
          <p:cNvSpPr/>
          <p:nvPr>
            <p:ph idx="5" type="pic"/>
          </p:nvPr>
        </p:nvSpPr>
        <p:spPr>
          <a:xfrm>
            <a:off x="13633050" y="4628350"/>
            <a:ext cx="3797700" cy="3797700"/>
          </a:xfrm>
          <a:prstGeom prst="ellipse">
            <a:avLst/>
          </a:prstGeom>
          <a:noFill/>
          <a:ln>
            <a:noFill/>
          </a:ln>
        </p:spPr>
      </p:sp>
      <p:sp>
        <p:nvSpPr>
          <p:cNvPr id="4340" name="Google Shape;4340;p148"/>
          <p:cNvSpPr/>
          <p:nvPr>
            <p:ph idx="6" type="pic"/>
          </p:nvPr>
        </p:nvSpPr>
        <p:spPr>
          <a:xfrm>
            <a:off x="14433925" y="1016000"/>
            <a:ext cx="2718000" cy="2718000"/>
          </a:xfrm>
          <a:prstGeom prst="ellipse">
            <a:avLst/>
          </a:prstGeom>
          <a:noFill/>
          <a:ln>
            <a:noFill/>
          </a:ln>
        </p:spPr>
      </p:sp>
      <p:sp>
        <p:nvSpPr>
          <p:cNvPr id="4341" name="Google Shape;4341;p148"/>
          <p:cNvSpPr/>
          <p:nvPr>
            <p:ph idx="7" type="pic"/>
          </p:nvPr>
        </p:nvSpPr>
        <p:spPr>
          <a:xfrm>
            <a:off x="12073138" y="700788"/>
            <a:ext cx="1360500" cy="1360500"/>
          </a:xfrm>
          <a:prstGeom prst="ellipse">
            <a:avLst/>
          </a:prstGeom>
          <a:noFill/>
          <a:ln>
            <a:noFill/>
          </a:ln>
        </p:spPr>
      </p:sp>
      <p:sp>
        <p:nvSpPr>
          <p:cNvPr id="4342" name="Google Shape;4342;p148"/>
          <p:cNvSpPr/>
          <p:nvPr>
            <p:ph idx="8" type="pic"/>
          </p:nvPr>
        </p:nvSpPr>
        <p:spPr>
          <a:xfrm>
            <a:off x="12460250" y="7905750"/>
            <a:ext cx="1563900" cy="1563900"/>
          </a:xfrm>
          <a:prstGeom prst="ellipse">
            <a:avLst/>
          </a:prstGeom>
          <a:noFill/>
          <a:ln>
            <a:noFill/>
          </a:ln>
        </p:spPr>
      </p:sp>
      <p:sp>
        <p:nvSpPr>
          <p:cNvPr id="4343" name="Google Shape;4343;p148"/>
          <p:cNvSpPr/>
          <p:nvPr>
            <p:ph idx="9" type="pic"/>
          </p:nvPr>
        </p:nvSpPr>
        <p:spPr>
          <a:xfrm>
            <a:off x="5553688" y="8426038"/>
            <a:ext cx="1360500" cy="1360500"/>
          </a:xfrm>
          <a:prstGeom prst="ellipse">
            <a:avLst/>
          </a:prstGeom>
          <a:noFill/>
          <a:ln>
            <a:noFill/>
          </a:ln>
        </p:spPr>
      </p:sp>
      <p:sp>
        <p:nvSpPr>
          <p:cNvPr id="4344" name="Google Shape;4344;p148"/>
          <p:cNvSpPr/>
          <p:nvPr>
            <p:ph idx="13" type="pic"/>
          </p:nvPr>
        </p:nvSpPr>
        <p:spPr>
          <a:xfrm>
            <a:off x="6269750" y="599100"/>
            <a:ext cx="1563900" cy="1563900"/>
          </a:xfrm>
          <a:prstGeom prst="ellipse">
            <a:avLst/>
          </a:prstGeom>
          <a:noFill/>
          <a:ln>
            <a:noFill/>
          </a:ln>
        </p:spPr>
      </p:sp>
      <p:sp>
        <p:nvSpPr>
          <p:cNvPr id="4345" name="Google Shape;4345;p148"/>
          <p:cNvSpPr/>
          <p:nvPr>
            <p:ph idx="14" type="pic"/>
          </p:nvPr>
        </p:nvSpPr>
        <p:spPr>
          <a:xfrm>
            <a:off x="8623025" y="7346350"/>
            <a:ext cx="1977900" cy="1977900"/>
          </a:xfrm>
          <a:prstGeom prst="ellipse">
            <a:avLst/>
          </a:prstGeom>
          <a:noFill/>
          <a:ln>
            <a:noFill/>
          </a:ln>
        </p:spPr>
      </p:sp>
      <p:pic>
        <p:nvPicPr>
          <p:cNvPr id="4346" name="Google Shape;4346;p148"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4347" name="Google Shape;4347;p148"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4348" name="Google Shape;4348;p148"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4349" name="Google Shape;4349;p148"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4350" name="Google Shape;4350;p148"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4351" name="Google Shape;4351;p148"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4352" name="Shape 4352"/>
        <p:cNvGrpSpPr/>
        <p:nvPr/>
      </p:nvGrpSpPr>
      <p:grpSpPr>
        <a:xfrm>
          <a:off x="0" y="0"/>
          <a:ext cx="0" cy="0"/>
          <a:chOff x="0" y="0"/>
          <a:chExt cx="0" cy="0"/>
        </a:xfrm>
      </p:grpSpPr>
      <p:pic>
        <p:nvPicPr>
          <p:cNvPr id="4353" name="Google Shape;4353;p14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4" name="Google Shape;4354;p149"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4355" name="Google Shape;4355;p149"/>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1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4356" name="Shape 4356"/>
        <p:cNvGrpSpPr/>
        <p:nvPr/>
      </p:nvGrpSpPr>
      <p:grpSpPr>
        <a:xfrm>
          <a:off x="0" y="0"/>
          <a:ext cx="0" cy="0"/>
          <a:chOff x="0" y="0"/>
          <a:chExt cx="0" cy="0"/>
        </a:xfrm>
      </p:grpSpPr>
      <p:pic>
        <p:nvPicPr>
          <p:cNvPr id="4357" name="Google Shape;4357;p150"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8" name="Google Shape;4358;p150"/>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4359" name="Google Shape;4359;p150"/>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1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4360" name="Shape 4360"/>
        <p:cNvGrpSpPr/>
        <p:nvPr/>
      </p:nvGrpSpPr>
      <p:grpSpPr>
        <a:xfrm>
          <a:off x="0" y="0"/>
          <a:ext cx="0" cy="0"/>
          <a:chOff x="0" y="0"/>
          <a:chExt cx="0" cy="0"/>
        </a:xfrm>
      </p:grpSpPr>
      <p:sp>
        <p:nvSpPr>
          <p:cNvPr id="4361" name="Google Shape;4361;p151"/>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4362" name="Google Shape;4362;p151"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63" name="Google Shape;4363;p151"/>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4364" name="Google Shape;4364;p1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4365" name="Shape 4365"/>
        <p:cNvGrpSpPr/>
        <p:nvPr/>
      </p:nvGrpSpPr>
      <p:grpSpPr>
        <a:xfrm>
          <a:off x="0" y="0"/>
          <a:ext cx="0" cy="0"/>
          <a:chOff x="0" y="0"/>
          <a:chExt cx="0" cy="0"/>
        </a:xfrm>
      </p:grpSpPr>
      <p:pic>
        <p:nvPicPr>
          <p:cNvPr id="4366" name="Google Shape;4366;p15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67" name="Google Shape;4367;p15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368" name="Google Shape;4368;p152"/>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4369" name="Google Shape;4369;p152"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70" name="Google Shape;4370;p152"/>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4371" name="Shape 4371"/>
        <p:cNvGrpSpPr/>
        <p:nvPr/>
      </p:nvGrpSpPr>
      <p:grpSpPr>
        <a:xfrm>
          <a:off x="0" y="0"/>
          <a:ext cx="0" cy="0"/>
          <a:chOff x="0" y="0"/>
          <a:chExt cx="0" cy="0"/>
        </a:xfrm>
      </p:grpSpPr>
      <p:sp>
        <p:nvSpPr>
          <p:cNvPr id="4372" name="Google Shape;4372;p1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373" name="Google Shape;4373;p15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374" name="Google Shape;4374;p15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4375" name="Google Shape;4375;p15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376" name="Google Shape;4376;p153"/>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7" name="Google Shape;4377;p153"/>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8" name="Google Shape;4378;p153"/>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9" name="Google Shape;4379;p153"/>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0" name="Google Shape;4380;p153"/>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1" name="Google Shape;4381;p153"/>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2" name="Google Shape;4382;p153"/>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4383" name="Google Shape;4383;p153"/>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4" name="Google Shape;4384;p153"/>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4385" name="Google Shape;4385;p153"/>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6" name="Google Shape;4386;p153"/>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4387" name="Google Shape;4387;p153"/>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8" name="Google Shape;4388;p153"/>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4389" name="Google Shape;4389;p153"/>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90" name="Google Shape;4390;p153"/>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4391" name="Google Shape;4391;p153"/>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2" name="Google Shape;4392;p153"/>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3" name="Google Shape;4393;p153"/>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4" name="Google Shape;4394;p153"/>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5" name="Google Shape;4395;p153"/>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4396" name="Google Shape;4396;p153"/>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4397" name="Google Shape;4397;p153"/>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4398" name="Google Shape;4398;p153"/>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4399" name="Google Shape;4399;p153"/>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1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4400" name="Shape 4400"/>
        <p:cNvGrpSpPr/>
        <p:nvPr/>
      </p:nvGrpSpPr>
      <p:grpSpPr>
        <a:xfrm>
          <a:off x="0" y="0"/>
          <a:ext cx="0" cy="0"/>
          <a:chOff x="0" y="0"/>
          <a:chExt cx="0" cy="0"/>
        </a:xfrm>
      </p:grpSpPr>
      <p:sp>
        <p:nvSpPr>
          <p:cNvPr id="4401" name="Google Shape;4401;p15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4402" name="Google Shape;4402;p15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4403" name="Google Shape;4403;p1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04" name="Google Shape;4404;p154"/>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4405" name="Google Shape;4405;p154"/>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4406" name="Shape 4406"/>
        <p:cNvGrpSpPr/>
        <p:nvPr/>
      </p:nvGrpSpPr>
      <p:grpSpPr>
        <a:xfrm>
          <a:off x="0" y="0"/>
          <a:ext cx="0" cy="0"/>
          <a:chOff x="0" y="0"/>
          <a:chExt cx="0" cy="0"/>
        </a:xfrm>
      </p:grpSpPr>
    </p:spTree>
  </p:cSld>
  <p:clrMapOvr>
    <a:masterClrMapping/>
  </p:clrMapOvr>
</p:sldLayout>
</file>

<file path=ppt/slideLayouts/slideLayout1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4407" name="Shape 4407"/>
        <p:cNvGrpSpPr/>
        <p:nvPr/>
      </p:nvGrpSpPr>
      <p:grpSpPr>
        <a:xfrm>
          <a:off x="0" y="0"/>
          <a:ext cx="0" cy="0"/>
          <a:chOff x="0" y="0"/>
          <a:chExt cx="0" cy="0"/>
        </a:xfrm>
      </p:grpSpPr>
      <p:sp>
        <p:nvSpPr>
          <p:cNvPr id="4408" name="Google Shape;4408;p156"/>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4409" name="Shape 4409"/>
        <p:cNvGrpSpPr/>
        <p:nvPr/>
      </p:nvGrpSpPr>
      <p:grpSpPr>
        <a:xfrm>
          <a:off x="0" y="0"/>
          <a:ext cx="0" cy="0"/>
          <a:chOff x="0" y="0"/>
          <a:chExt cx="0" cy="0"/>
        </a:xfrm>
      </p:grpSpPr>
      <p:pic>
        <p:nvPicPr>
          <p:cNvPr id="4410" name="Google Shape;4410;p157"/>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4411" name="Google Shape;4411;p157"/>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4412" name="Shape 4412"/>
        <p:cNvGrpSpPr/>
        <p:nvPr/>
      </p:nvGrpSpPr>
      <p:grpSpPr>
        <a:xfrm>
          <a:off x="0" y="0"/>
          <a:ext cx="0" cy="0"/>
          <a:chOff x="0" y="0"/>
          <a:chExt cx="0" cy="0"/>
        </a:xfrm>
      </p:grpSpPr>
      <p:pic>
        <p:nvPicPr>
          <p:cNvPr id="4413" name="Google Shape;4413;p158" title="slack-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4414" name="Shape 4414"/>
        <p:cNvGrpSpPr/>
        <p:nvPr/>
      </p:nvGrpSpPr>
      <p:grpSpPr>
        <a:xfrm>
          <a:off x="0" y="0"/>
          <a:ext cx="0" cy="0"/>
          <a:chOff x="0" y="0"/>
          <a:chExt cx="0" cy="0"/>
        </a:xfrm>
      </p:grpSpPr>
      <p:pic>
        <p:nvPicPr>
          <p:cNvPr id="4415" name="Google Shape;4415;p159"/>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6" name="Google Shape;4416;p159"/>
          <p:cNvPicPr preferRelativeResize="0"/>
          <p:nvPr/>
        </p:nvPicPr>
        <p:blipFill>
          <a:blip r:embed="rId3">
            <a:alphaModFix/>
          </a:blip>
          <a:stretch>
            <a:fillRect/>
          </a:stretch>
        </p:blipFill>
        <p:spPr>
          <a:xfrm>
            <a:off x="34" y="0"/>
            <a:ext cx="18287933" cy="10287000"/>
          </a:xfrm>
          <a:prstGeom prst="rect">
            <a:avLst/>
          </a:prstGeom>
          <a:noFill/>
          <a:ln>
            <a:noFill/>
          </a:ln>
        </p:spPr>
      </p:pic>
    </p:spTree>
  </p:cSld>
  <p:clrMapOvr>
    <a:masterClrMapping/>
  </p:clrMapOvr>
</p:sldLayout>
</file>

<file path=ppt/slideLayouts/slideLayout1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4417" name="Shape 4417"/>
        <p:cNvGrpSpPr/>
        <p:nvPr/>
      </p:nvGrpSpPr>
      <p:grpSpPr>
        <a:xfrm>
          <a:off x="0" y="0"/>
          <a:ext cx="0" cy="0"/>
          <a:chOff x="0" y="0"/>
          <a:chExt cx="0" cy="0"/>
        </a:xfrm>
      </p:grpSpPr>
      <p:pic>
        <p:nvPicPr>
          <p:cNvPr id="4418" name="Google Shape;4418;p16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9" name="Google Shape;4419;p160" title="service-bg.jpg"/>
          <p:cNvPicPr preferRelativeResize="0"/>
          <p:nvPr/>
        </p:nvPicPr>
        <p:blipFill rotWithShape="1">
          <a:blip r:embed="rId3">
            <a:alphaModFix/>
          </a:blip>
          <a:srcRect b="0" l="0" r="0" t="0"/>
          <a:stretch/>
        </p:blipFill>
        <p:spPr>
          <a:xfrm>
            <a:off x="0" y="0"/>
            <a:ext cx="18288000" cy="10287000"/>
          </a:xfrm>
          <a:prstGeom prst="rect">
            <a:avLst/>
          </a:prstGeom>
          <a:noFill/>
          <a:ln>
            <a:noFill/>
          </a:ln>
        </p:spPr>
      </p:pic>
    </p:spTree>
  </p:cSld>
  <p:clrMapOvr>
    <a:masterClrMapping/>
  </p:clrMapOvr>
</p:sldLayout>
</file>

<file path=ppt/slideLayouts/slideLayout1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4420" name="Shape 4420"/>
        <p:cNvGrpSpPr/>
        <p:nvPr/>
      </p:nvGrpSpPr>
      <p:grpSpPr>
        <a:xfrm>
          <a:off x="0" y="0"/>
          <a:ext cx="0" cy="0"/>
          <a:chOff x="0" y="0"/>
          <a:chExt cx="0" cy="0"/>
        </a:xfrm>
      </p:grpSpPr>
      <p:pic>
        <p:nvPicPr>
          <p:cNvPr id="4421" name="Google Shape;4421;p16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4422" name="Shape 4422"/>
        <p:cNvGrpSpPr/>
        <p:nvPr/>
      </p:nvGrpSpPr>
      <p:grpSpPr>
        <a:xfrm>
          <a:off x="0" y="0"/>
          <a:ext cx="0" cy="0"/>
          <a:chOff x="0" y="0"/>
          <a:chExt cx="0" cy="0"/>
        </a:xfrm>
      </p:grpSpPr>
      <p:pic>
        <p:nvPicPr>
          <p:cNvPr id="4423" name="Google Shape;4423;p162" title="mktg-bg.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1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4424" name="Shape 4424"/>
        <p:cNvGrpSpPr/>
        <p:nvPr/>
      </p:nvGrpSpPr>
      <p:grpSpPr>
        <a:xfrm>
          <a:off x="0" y="0"/>
          <a:ext cx="0" cy="0"/>
          <a:chOff x="0" y="0"/>
          <a:chExt cx="0" cy="0"/>
        </a:xfrm>
      </p:grpSpPr>
      <p:pic>
        <p:nvPicPr>
          <p:cNvPr id="4425" name="Google Shape;4425;p163" title="commerce-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4426" name="Shape 4426"/>
        <p:cNvGrpSpPr/>
        <p:nvPr/>
      </p:nvGrpSpPr>
      <p:grpSpPr>
        <a:xfrm>
          <a:off x="0" y="0"/>
          <a:ext cx="0" cy="0"/>
          <a:chOff x="0" y="0"/>
          <a:chExt cx="0" cy="0"/>
        </a:xfrm>
      </p:grpSpPr>
      <p:pic>
        <p:nvPicPr>
          <p:cNvPr id="4427" name="Google Shape;4427;p164"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4428" name="Shape 4428"/>
        <p:cNvGrpSpPr/>
        <p:nvPr/>
      </p:nvGrpSpPr>
      <p:grpSpPr>
        <a:xfrm>
          <a:off x="0" y="0"/>
          <a:ext cx="0" cy="0"/>
          <a:chOff x="0" y="0"/>
          <a:chExt cx="0" cy="0"/>
        </a:xfrm>
      </p:grpSpPr>
      <p:pic>
        <p:nvPicPr>
          <p:cNvPr id="4429" name="Google Shape;4429;p165"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1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4430" name="Shape 4430"/>
        <p:cNvGrpSpPr/>
        <p:nvPr/>
      </p:nvGrpSpPr>
      <p:grpSpPr>
        <a:xfrm>
          <a:off x="0" y="0"/>
          <a:ext cx="0" cy="0"/>
          <a:chOff x="0" y="0"/>
          <a:chExt cx="0" cy="0"/>
        </a:xfrm>
      </p:grpSpPr>
      <p:sp>
        <p:nvSpPr>
          <p:cNvPr id="4431" name="Google Shape;4431;p166"/>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4432" name="Shape 4432"/>
        <p:cNvGrpSpPr/>
        <p:nvPr/>
      </p:nvGrpSpPr>
      <p:grpSpPr>
        <a:xfrm>
          <a:off x="0" y="0"/>
          <a:ext cx="0" cy="0"/>
          <a:chOff x="0" y="0"/>
          <a:chExt cx="0" cy="0"/>
        </a:xfrm>
      </p:grpSpPr>
      <p:pic>
        <p:nvPicPr>
          <p:cNvPr id="4433" name="Google Shape;4433;p16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34" name="Google Shape;4434;p167"/>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4435" name="Shape 4435"/>
        <p:cNvGrpSpPr/>
        <p:nvPr/>
      </p:nvGrpSpPr>
      <p:grpSpPr>
        <a:xfrm>
          <a:off x="0" y="0"/>
          <a:ext cx="0" cy="0"/>
          <a:chOff x="0" y="0"/>
          <a:chExt cx="0" cy="0"/>
        </a:xfrm>
      </p:grpSpPr>
      <p:sp>
        <p:nvSpPr>
          <p:cNvPr id="4436" name="Google Shape;4436;p168"/>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4437" name="Google Shape;4437;p168"/>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38" name="Google Shape;4438;p168"/>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439" name="Google Shape;4439;p168"/>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440" name="Google Shape;4440;p168"/>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41" name="Google Shape;4441;p168"/>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442" name="Google Shape;4442;p168"/>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43" name="Google Shape;4443;p168"/>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4444" name="Google Shape;4444;p168"/>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4445" name="Google Shape;4445;p168"/>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4446" name="Google Shape;4446;p168"/>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4447" name="Google Shape;4447;p168"/>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4448" name="Google Shape;4448;p168"/>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4449" name="Google Shape;4449;p168"/>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4450" name="Google Shape;4450;p168"/>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4451" name="Google Shape;4451;p168"/>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4452" name="Google Shape;4452;p168"/>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4453" name="Google Shape;4453;p168"/>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4454" name="Google Shape;4454;p168"/>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4455" name="Google Shape;4455;p168"/>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4456" name="Google Shape;4456;p168"/>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4457" name="Google Shape;4457;p168"/>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4458" name="Google Shape;4458;p168"/>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4459" name="Google Shape;4459;p168"/>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0" name="Google Shape;4460;p168"/>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61" name="Google Shape;4461;p168"/>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2" name="Google Shape;4462;p168"/>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463" name="Google Shape;4463;p168"/>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4" name="Google Shape;4464;p168"/>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5" name="Google Shape;4465;p168"/>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6" name="Google Shape;4466;p168"/>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7" name="Google Shape;4467;p168"/>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8" name="Google Shape;4468;p168"/>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9" name="Google Shape;4469;p168"/>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0" name="Google Shape;4470;p168"/>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1" name="Google Shape;4471;p168"/>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2" name="Google Shape;4472;p168"/>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3" name="Google Shape;4473;p168"/>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4" name="Google Shape;4474;p168"/>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5" name="Google Shape;4475;p168"/>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6" name="Google Shape;4476;p168"/>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7" name="Google Shape;4477;p168"/>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8" name="Google Shape;4478;p168"/>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9" name="Google Shape;4479;p168"/>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0" name="Google Shape;4480;p168"/>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1" name="Google Shape;4481;p168"/>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2" name="Google Shape;4482;p168"/>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3" name="Google Shape;4483;p168"/>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4" name="Google Shape;4484;p168"/>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5" name="Google Shape;4485;p168"/>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6" name="Google Shape;4486;p168"/>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7" name="Google Shape;4487;p168"/>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8" name="Google Shape;4488;p168"/>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9" name="Google Shape;4489;p168"/>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0" name="Google Shape;4490;p168"/>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1" name="Google Shape;4491;p168"/>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2" name="Google Shape;4492;p168"/>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3" name="Google Shape;4493;p168"/>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4" name="Google Shape;4494;p168"/>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5" name="Google Shape;4495;p168"/>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6" name="Google Shape;4496;p168"/>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7" name="Google Shape;4497;p168"/>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8" name="Google Shape;4498;p168"/>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9" name="Google Shape;4499;p168"/>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0" name="Google Shape;4500;p168"/>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1" name="Google Shape;4501;p168"/>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2" name="Google Shape;4502;p168"/>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3" name="Google Shape;4503;p168"/>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4" name="Google Shape;4504;p168"/>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5" name="Google Shape;4505;p168"/>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6" name="Google Shape;4506;p168"/>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7" name="Google Shape;4507;p168"/>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8" name="Google Shape;4508;p168"/>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9" name="Google Shape;4509;p168"/>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10" name="Google Shape;4510;p168"/>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4511" name="Google Shape;4511;p168"/>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4512" name="Google Shape;4512;p168"/>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4513" name="Google Shape;4513;p168"/>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4514" name="Google Shape;4514;p168"/>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4515" name="Google Shape;4515;p168"/>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4516" name="Google Shape;4516;p168"/>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17" name="Google Shape;4517;p168"/>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4518" name="Google Shape;4518;p168"/>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4519" name="Google Shape;4519;p168"/>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4520" name="Google Shape;4520;p168"/>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21" name="Google Shape;4521;p168"/>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4522" name="Google Shape;4522;p168"/>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4523" name="Google Shape;4523;p168"/>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4524" name="Google Shape;4524;p168"/>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4525" name="Google Shape;4525;p168"/>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4526" name="Google Shape;4526;p168"/>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4527" name="Google Shape;4527;p168"/>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4528" name="Google Shape;4528;p168"/>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4529" name="Google Shape;4529;p168"/>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4530" name="Google Shape;4530;p168"/>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4531" name="Google Shape;4531;p168"/>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4532" name="Google Shape;4532;p168"/>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4533" name="Google Shape;4533;p168"/>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4534" name="Google Shape;4534;p168"/>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4535" name="Google Shape;4535;p168"/>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536" name="Google Shape;4536;p168"/>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537" name="Google Shape;4537;p168"/>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4538" name="Google Shape;4538;p168"/>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4539" name="Google Shape;4539;p168"/>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4540" name="Google Shape;4540;p168"/>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4541" name="Google Shape;4541;p168"/>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4542" name="Google Shape;4542;p168"/>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4543" name="Google Shape;4543;p168"/>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4544" name="Google Shape;4544;p168"/>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4545" name="Google Shape;4545;p168"/>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546" name="Google Shape;4546;p168"/>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4547" name="Google Shape;4547;p168"/>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4548" name="Google Shape;4548;p168"/>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4549" name="Google Shape;4549;p168"/>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4550" name="Google Shape;4550;p168"/>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4551" name="Google Shape;4551;p168"/>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4552" name="Google Shape;4552;p168"/>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4553" name="Google Shape;4553;p168"/>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4554" name="Google Shape;4554;p168"/>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4555" name="Google Shape;4555;p168"/>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4556" name="Google Shape;4556;p168"/>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4557" name="Google Shape;4557;p168"/>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4558" name="Google Shape;4558;p168"/>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4559" name="Google Shape;4559;p168"/>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4560" name="Google Shape;4560;p168"/>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4561" name="Google Shape;4561;p168"/>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4562" name="Google Shape;4562;p168"/>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4563" name="Google Shape;4563;p168"/>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4" name="Google Shape;4564;p168"/>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5" name="Google Shape;4565;p168"/>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566" name="Google Shape;4566;p168"/>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567" name="Google Shape;4567;p168"/>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568" name="Google Shape;4568;p168"/>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569" name="Google Shape;4569;p168"/>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0" name="Google Shape;4570;p168"/>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4571" name="Google Shape;4571;p168"/>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4572" name="Google Shape;4572;p168"/>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4573" name="Google Shape;4573;p168"/>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4574" name="Google Shape;4574;p168"/>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4575" name="Google Shape;4575;p168"/>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6" name="Google Shape;4576;p168"/>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4577" name="Google Shape;4577;p168"/>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8" name="Google Shape;4578;p168"/>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579" name="Google Shape;4579;p168"/>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0" name="Google Shape;4580;p168"/>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1" name="Google Shape;4581;p168"/>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2" name="Google Shape;4582;p168"/>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3" name="Google Shape;4583;p168"/>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4" name="Google Shape;4584;p168"/>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5" name="Google Shape;4585;p168"/>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6" name="Google Shape;4586;p168"/>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7" name="Google Shape;4587;p168"/>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8" name="Google Shape;4588;p168"/>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9" name="Google Shape;4589;p168"/>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0" name="Google Shape;4590;p168"/>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1" name="Google Shape;4591;p168"/>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2" name="Google Shape;4592;p168"/>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3" name="Google Shape;4593;p168"/>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4" name="Google Shape;4594;p168"/>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5" name="Google Shape;4595;p168"/>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6" name="Google Shape;4596;p168"/>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7" name="Google Shape;4597;p168"/>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8" name="Google Shape;4598;p168"/>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9" name="Google Shape;4599;p168"/>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0" name="Google Shape;4600;p168"/>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1" name="Google Shape;4601;p168"/>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2" name="Google Shape;4602;p168"/>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3" name="Google Shape;4603;p168"/>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4" name="Google Shape;4604;p168"/>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5" name="Google Shape;4605;p168"/>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6" name="Google Shape;4606;p168"/>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7" name="Google Shape;4607;p168"/>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8" name="Google Shape;4608;p168"/>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9" name="Google Shape;4609;p168"/>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0" name="Google Shape;4610;p168"/>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1" name="Google Shape;4611;p168"/>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2" name="Google Shape;4612;p168"/>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3" name="Google Shape;4613;p168"/>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4" name="Google Shape;4614;p168"/>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5" name="Google Shape;4615;p168"/>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6" name="Google Shape;4616;p168"/>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7" name="Google Shape;4617;p168"/>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8" name="Google Shape;4618;p168"/>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9" name="Google Shape;4619;p168"/>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20" name="Google Shape;4620;p168"/>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4621" name="Google Shape;4621;p168"/>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4622" name="Google Shape;4622;p168"/>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623" name="Google Shape;4623;p168"/>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4624" name="Google Shape;4624;p168"/>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4625" name="Google Shape;4625;p168"/>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626" name="Google Shape;4626;p168"/>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4627" name="Google Shape;4627;p168"/>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28" name="Google Shape;4628;p168"/>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4629" name="Google Shape;4629;p168"/>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4630" name="Google Shape;4630;p168"/>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631" name="Google Shape;4631;p168"/>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4632" name="Google Shape;4632;p168"/>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4633" name="Google Shape;4633;p168"/>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4634" name="Google Shape;4634;p168"/>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4635" name="Google Shape;4635;p168"/>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4636" name="Google Shape;4636;p168"/>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4637" name="Google Shape;4637;p168"/>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38" name="Google Shape;4638;p168"/>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4639" name="Google Shape;4639;p168"/>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4640" name="Google Shape;4640;p168"/>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4641" name="Google Shape;4641;p168"/>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4642" name="Google Shape;4642;p168"/>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4643" name="Google Shape;4643;p168"/>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4644" name="Google Shape;4644;p168"/>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4645" name="Google Shape;4645;p168"/>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4646" name="Google Shape;4646;p168"/>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4647" name="Google Shape;4647;p168"/>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48" name="Google Shape;4648;p168"/>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4649" name="Google Shape;4649;p168"/>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4650" name="Google Shape;4650;p168"/>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4651" name="Google Shape;4651;p168"/>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4652" name="Google Shape;4652;p168"/>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4653" name="Google Shape;4653;p168"/>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4654" name="Google Shape;4654;p168"/>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4655" name="Google Shape;4655;p168"/>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4656" name="Google Shape;4656;p168"/>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4657" name="Google Shape;4657;p168"/>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4658" name="Google Shape;4658;p168"/>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4659" name="Google Shape;4659;p168"/>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4660" name="Google Shape;4660;p168"/>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4661" name="Google Shape;4661;p168"/>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4662" name="Google Shape;4662;p168"/>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4663" name="Google Shape;4663;p168"/>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4664" name="Google Shape;4664;p168"/>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4665" name="Google Shape;4665;p168"/>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4666" name="Google Shape;4666;p168"/>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4667" name="Google Shape;4667;p168"/>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4668" name="Google Shape;4668;p168"/>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4669" name="Google Shape;4669;p168"/>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4670" name="Google Shape;4670;p168"/>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4671" name="Google Shape;4671;p168"/>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4672" name="Google Shape;4672;p168"/>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4673" name="Google Shape;4673;p168"/>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4674" name="Google Shape;4674;p168"/>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75" name="Google Shape;4675;p168"/>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4676" name="Google Shape;4676;p168"/>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7" name="Google Shape;4677;p168"/>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8" name="Google Shape;4678;p168"/>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4679" name="Google Shape;4679;p168"/>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4680" name="Google Shape;4680;p168"/>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4681" name="Google Shape;4681;p168"/>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4682" name="Google Shape;4682;p168"/>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4683" name="Google Shape;4683;p168"/>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4684" name="Google Shape;4684;p168"/>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4685" name="Google Shape;4685;p168"/>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4686" name="Google Shape;4686;p168"/>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4687" name="Google Shape;4687;p168"/>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4688" name="Google Shape;4688;p168"/>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4689" name="Google Shape;4689;p168"/>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4690" name="Google Shape;4690;p168"/>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4691" name="Google Shape;4691;p168"/>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2" name="Google Shape;4692;p168"/>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3" name="Google Shape;4693;p168"/>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4" name="Google Shape;4694;p168"/>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5" name="Google Shape;4695;p168"/>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6" name="Google Shape;4696;p168"/>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7" name="Google Shape;4697;p168"/>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8" name="Google Shape;4698;p168"/>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9" name="Google Shape;4699;p168"/>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4700" name="Google Shape;4700;p168"/>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1" name="Google Shape;4701;p168"/>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2" name="Google Shape;4702;p168"/>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3" name="Google Shape;4703;p168"/>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4" name="Google Shape;4704;p168"/>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705" name="Google Shape;4705;p168"/>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706" name="Google Shape;4706;p168"/>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707" name="Google Shape;4707;p168"/>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708" name="Google Shape;4708;p168"/>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4709" name="Google Shape;4709;p168"/>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4710" name="Google Shape;4710;p168"/>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4711" name="Google Shape;4711;p168"/>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4712" name="Google Shape;4712;p168"/>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3" name="Google Shape;4713;p168"/>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4" name="Google Shape;4714;p168"/>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5" name="Google Shape;4715;p168"/>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6" name="Google Shape;4716;p168"/>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7" name="Google Shape;4717;p168"/>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8" name="Google Shape;4718;p168"/>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9" name="Google Shape;4719;p168"/>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0" name="Google Shape;4720;p168"/>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1" name="Google Shape;4721;p168"/>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2" name="Google Shape;4722;p168"/>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3" name="Google Shape;4723;p168"/>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4" name="Google Shape;4724;p168"/>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5" name="Google Shape;4725;p168"/>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6" name="Google Shape;4726;p168"/>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7" name="Google Shape;4727;p168"/>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8" name="Google Shape;4728;p168"/>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9" name="Google Shape;4729;p168"/>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0" name="Google Shape;4730;p168"/>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1" name="Google Shape;4731;p168"/>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2" name="Google Shape;4732;p168"/>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3" name="Google Shape;4733;p168"/>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4" name="Google Shape;4734;p168"/>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5" name="Google Shape;4735;p168"/>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6" name="Google Shape;4736;p168"/>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7" name="Google Shape;4737;p168"/>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4738" name="Google Shape;4738;p168"/>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9" name="Google Shape;4739;p168"/>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40" name="Google Shape;4740;p168"/>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4741" name="Google Shape;4741;p168"/>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4742" name="Google Shape;4742;p168"/>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4743" name="Google Shape;4743;p168"/>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4744" name="Google Shape;4744;p168"/>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4745" name="Google Shape;4745;p168"/>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4746" name="Google Shape;4746;p168"/>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4747" name="Google Shape;4747;p168"/>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4748" name="Google Shape;4748;p168"/>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4749" name="Google Shape;4749;p168"/>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4750" name="Google Shape;4750;p168"/>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4751" name="Google Shape;4751;p168"/>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4752" name="Google Shape;4752;p168"/>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3" name="Google Shape;4753;p168"/>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4" name="Google Shape;4754;p168"/>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5" name="Google Shape;4755;p168"/>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6" name="Google Shape;4756;p168"/>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4757" name="Google Shape;4757;p168"/>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8" name="Google Shape;4758;p168"/>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4759" name="Google Shape;4759;p168"/>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4760" name="Google Shape;4760;p168"/>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4761" name="Google Shape;4761;p168"/>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4762" name="Google Shape;4762;p168"/>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4763" name="Google Shape;4763;p168"/>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4764" name="Google Shape;4764;p168"/>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4765" name="Google Shape;4765;p168"/>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4766" name="Google Shape;4766;p168"/>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4767" name="Google Shape;4767;p168"/>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4768" name="Google Shape;4768;p168"/>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4769" name="Google Shape;4769;p168"/>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4770" name="Google Shape;4770;p168"/>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4771" name="Google Shape;4771;p168"/>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4772" name="Google Shape;4772;p168"/>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4773" name="Google Shape;4773;p168"/>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4774" name="Google Shape;4774;p168"/>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4775" name="Google Shape;4775;p168"/>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4776" name="Google Shape;4776;p168"/>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4777" name="Google Shape;4777;p168"/>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4778" name="Google Shape;4778;p168"/>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4779" name="Google Shape;4779;p168"/>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4780" name="Google Shape;4780;p168"/>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4781" name="Google Shape;4781;p168"/>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4782" name="Google Shape;4782;p168"/>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4783" name="Google Shape;4783;p168"/>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4784" name="Google Shape;4784;p168"/>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4785" name="Google Shape;4785;p168"/>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4786" name="Google Shape;4786;p168"/>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4787" name="Google Shape;4787;p168"/>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4788" name="Google Shape;4788;p168"/>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4789" name="Google Shape;4789;p168"/>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4790" name="Google Shape;4790;p168"/>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4791" name="Google Shape;4791;p168"/>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4792" name="Google Shape;4792;p168"/>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4793" name="Google Shape;4793;p168"/>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4794" name="Google Shape;4794;p168"/>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4795" name="Google Shape;4795;p168"/>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4796" name="Google Shape;4796;p168"/>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4797" name="Google Shape;4797;p168"/>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4798" name="Google Shape;4798;p168"/>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4799" name="Google Shape;4799;p168"/>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4800" name="Google Shape;4800;p168"/>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4801" name="Google Shape;4801;p168"/>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4802" name="Google Shape;4802;p168"/>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4803" name="Google Shape;4803;p168"/>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4804" name="Google Shape;4804;p168"/>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4805" name="Google Shape;4805;p168"/>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4806" name="Google Shape;4806;p168"/>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4807" name="Google Shape;4807;p168"/>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4808" name="Google Shape;4808;p168"/>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4809" name="Google Shape;4809;p168"/>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4810" name="Google Shape;4810;p168"/>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4811" name="Google Shape;4811;p168"/>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4812" name="Google Shape;4812;p168"/>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4813" name="Google Shape;4813;p168"/>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4814" name="Google Shape;4814;p168"/>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5" name="Google Shape;4815;p168"/>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6" name="Google Shape;4816;p168"/>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7" name="Google Shape;4817;p168"/>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4818" name="Google Shape;4818;p168"/>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4819" name="Google Shape;4819;p168"/>
          <p:cNvGrpSpPr/>
          <p:nvPr/>
        </p:nvGrpSpPr>
        <p:grpSpPr>
          <a:xfrm>
            <a:off x="5987400" y="1143000"/>
            <a:ext cx="6313200" cy="312153"/>
            <a:chOff x="18111450" y="1344920"/>
            <a:chExt cx="6313200" cy="312153"/>
          </a:xfrm>
        </p:grpSpPr>
        <p:sp>
          <p:nvSpPr>
            <p:cNvPr id="4820" name="Google Shape;4820;p168"/>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4821" name="Google Shape;4821;p168"/>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2" name="Google Shape;4822;p168"/>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4823" name="Google Shape;4823;p168"/>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4" name="Google Shape;4824;p168"/>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5" name="Google Shape;4825;p168"/>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4826" name="Google Shape;4826;p168"/>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4827" name="Google Shape;4827;p168"/>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4828" name="Google Shape;4828;p168"/>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1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4829" name="Shape 4829"/>
        <p:cNvGrpSpPr/>
        <p:nvPr/>
      </p:nvGrpSpPr>
      <p:grpSpPr>
        <a:xfrm>
          <a:off x="0" y="0"/>
          <a:ext cx="0" cy="0"/>
          <a:chOff x="0" y="0"/>
          <a:chExt cx="0" cy="0"/>
        </a:xfrm>
      </p:grpSpPr>
      <p:sp>
        <p:nvSpPr>
          <p:cNvPr id="4830" name="Google Shape;4830;p169"/>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4831" name="Google Shape;4831;p169"/>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4832" name="Google Shape;4832;p169"/>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4833" name="Google Shape;4833;p169"/>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4" name="Google Shape;4834;p169"/>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4835" name="Google Shape;4835;p169"/>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6" name="Google Shape;4836;p169"/>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4837" name="Google Shape;4837;p169"/>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8" name="Google Shape;4838;p169"/>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4839" name="Google Shape;4839;p169"/>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0" name="Google Shape;4840;p169"/>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4841" name="Google Shape;4841;p169"/>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2" name="Google Shape;4842;p169"/>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4843" name="Google Shape;4843;p169"/>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4844" name="Google Shape;4844;p169"/>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4845" name="Google Shape;4845;p169"/>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4846" name="Google Shape;4846;p169"/>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4847" name="Google Shape;4847;p169"/>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4848" name="Google Shape;4848;p169"/>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4849" name="Google Shape;4849;p169"/>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0" name="Google Shape;4850;p169"/>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4851" name="Google Shape;4851;p169"/>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4852" name="Google Shape;4852;p169"/>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3" name="Google Shape;4853;p169"/>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4" name="Google Shape;4854;p169"/>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4855" name="Google Shape;4855;p169"/>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4856" name="Google Shape;4856;p169"/>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4857" name="Google Shape;4857;p169"/>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4858" name="Google Shape;4858;p169"/>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4859" name="Google Shape;4859;p169"/>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4860" name="Google Shape;4860;p169"/>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4861" name="Google Shape;4861;p169"/>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4862" name="Google Shape;4862;p169"/>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3" name="Google Shape;4863;p169"/>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64" name="Google Shape;4864;p169"/>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5" name="Google Shape;4865;p169"/>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4866" name="Google Shape;4866;p169"/>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7" name="Google Shape;4867;p169"/>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4868" name="Google Shape;4868;p169"/>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9" name="Google Shape;4869;p169"/>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4870" name="Google Shape;4870;p169"/>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1" name="Google Shape;4871;p169"/>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4872" name="Google Shape;4872;p169"/>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3" name="Google Shape;4873;p169"/>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4" name="Google Shape;4874;p169"/>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4875" name="Google Shape;4875;p169"/>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6" name="Google Shape;4876;p169"/>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4877" name="Google Shape;4877;p169"/>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8" name="Google Shape;4878;p169"/>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4879" name="Google Shape;4879;p169"/>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0" name="Google Shape;4880;p169"/>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4881" name="Google Shape;4881;p169"/>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2" name="Google Shape;4882;p169"/>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4883" name="Google Shape;4883;p169"/>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4" name="Google Shape;4884;p169"/>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4885" name="Google Shape;4885;p169"/>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6" name="Google Shape;4886;p169"/>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4887" name="Google Shape;4887;p169"/>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8" name="Google Shape;4888;p169"/>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89" name="Google Shape;4889;p169"/>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0" name="Google Shape;4890;p169"/>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4891" name="Google Shape;4891;p169"/>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2" name="Google Shape;4892;p169"/>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4893" name="Google Shape;4893;p169"/>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4" name="Google Shape;4894;p169"/>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95" name="Google Shape;4895;p169"/>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6" name="Google Shape;4896;p169"/>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4897" name="Google Shape;4897;p169"/>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8" name="Google Shape;4898;p169"/>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4899" name="Google Shape;4899;p169"/>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0" name="Google Shape;4900;p169"/>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4901" name="Google Shape;4901;p169"/>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2" name="Google Shape;4902;p169"/>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4903" name="Google Shape;4903;p169"/>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4" name="Google Shape;4904;p169"/>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4905" name="Google Shape;4905;p169"/>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6" name="Google Shape;4906;p169"/>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4907" name="Google Shape;4907;p169"/>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8" name="Google Shape;4908;p169"/>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09" name="Google Shape;4909;p169"/>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0" name="Google Shape;4910;p169"/>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4911" name="Google Shape;4911;p169"/>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2" name="Google Shape;4912;p169"/>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4913" name="Google Shape;4913;p169"/>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4" name="Google Shape;4914;p169"/>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4915" name="Google Shape;4915;p169"/>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6" name="Google Shape;4916;p169"/>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4917" name="Google Shape;4917;p169"/>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8" name="Google Shape;4918;p169"/>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4919" name="Google Shape;4919;p169"/>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0" name="Google Shape;4920;p169"/>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4921" name="Google Shape;4921;p169"/>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2" name="Google Shape;4922;p169"/>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4923" name="Google Shape;4923;p169"/>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4" name="Google Shape;4924;p169"/>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925" name="Google Shape;4925;p169"/>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4926" name="Google Shape;4926;p169"/>
          <p:cNvGrpSpPr/>
          <p:nvPr/>
        </p:nvGrpSpPr>
        <p:grpSpPr>
          <a:xfrm>
            <a:off x="755165" y="1921709"/>
            <a:ext cx="1322400" cy="449700"/>
            <a:chOff x="755165" y="1828821"/>
            <a:chExt cx="1322400" cy="449700"/>
          </a:xfrm>
        </p:grpSpPr>
        <p:sp>
          <p:nvSpPr>
            <p:cNvPr id="4927" name="Google Shape;492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28" name="Google Shape;492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4929" name="Google Shape;4929;p169"/>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930" name="Google Shape;4930;p169"/>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4931" name="Google Shape;4931;p169"/>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2" name="Google Shape;4932;p169"/>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4933" name="Google Shape;4933;p169"/>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4" name="Google Shape;4934;p169"/>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4935" name="Google Shape;4935;p169"/>
          <p:cNvGrpSpPr/>
          <p:nvPr/>
        </p:nvGrpSpPr>
        <p:grpSpPr>
          <a:xfrm>
            <a:off x="755165" y="4519559"/>
            <a:ext cx="1322400" cy="449700"/>
            <a:chOff x="755165" y="1828821"/>
            <a:chExt cx="1322400" cy="449700"/>
          </a:xfrm>
        </p:grpSpPr>
        <p:sp>
          <p:nvSpPr>
            <p:cNvPr id="4936" name="Google Shape;4936;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37" name="Google Shape;4937;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4938" name="Google Shape;4938;p169"/>
          <p:cNvGrpSpPr/>
          <p:nvPr/>
        </p:nvGrpSpPr>
        <p:grpSpPr>
          <a:xfrm>
            <a:off x="755165" y="8686534"/>
            <a:ext cx="1322400" cy="449700"/>
            <a:chOff x="755165" y="1828821"/>
            <a:chExt cx="1322400" cy="449700"/>
          </a:xfrm>
        </p:grpSpPr>
        <p:sp>
          <p:nvSpPr>
            <p:cNvPr id="4939" name="Google Shape;4939;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40" name="Google Shape;4940;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4941" name="Google Shape;4941;p169"/>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4942" name="Google Shape;4942;p169"/>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4943" name="Google Shape;4943;p169"/>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4944" name="Google Shape;4944;p169"/>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4945" name="Google Shape;4945;p169"/>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4946" name="Google Shape;4946;p169"/>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4947" name="Google Shape;4947;p169"/>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4948" name="Google Shape;4948;p169"/>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4949" name="Google Shape;4949;p169"/>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4950" name="Google Shape;4950;p169"/>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4951" name="Google Shape;4951;p169"/>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2" name="Google Shape;4952;p169"/>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3" name="Google Shape;4953;p169"/>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4954" name="Google Shape;4954;p169"/>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4955" name="Google Shape;4955;p169"/>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4956" name="Google Shape;4956;p169"/>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4957" name="Google Shape;4957;p169"/>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4958" name="Google Shape;4958;p169"/>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4959" name="Google Shape;4959;p169"/>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0" name="Google Shape;4960;p169"/>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4961" name="Google Shape;4961;p169"/>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2" name="Google Shape;4962;p169"/>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63" name="Google Shape;4963;p169"/>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4" name="Google Shape;4964;p169"/>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4965" name="Google Shape;4965;p169"/>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6" name="Google Shape;4966;p169"/>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4967" name="Google Shape;4967;p169"/>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8" name="Google Shape;4968;p169"/>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4969" name="Google Shape;4969;p169"/>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0" name="Google Shape;4970;p169"/>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4971" name="Google Shape;4971;p169"/>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2" name="Google Shape;4972;p169"/>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4973" name="Google Shape;4973;p169"/>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4" name="Google Shape;4974;p169"/>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4975" name="Google Shape;4975;p169"/>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6" name="Google Shape;4976;p169"/>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4977" name="Google Shape;4977;p169"/>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8" name="Google Shape;4978;p169"/>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4979" name="Google Shape;4979;p169"/>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0" name="Google Shape;4980;p169"/>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4981" name="Google Shape;4981;p169"/>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2" name="Google Shape;4982;p169"/>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4983" name="Google Shape;4983;p169"/>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4" name="Google Shape;4984;p169"/>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4985" name="Google Shape;4985;p169"/>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6" name="Google Shape;4986;p169"/>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4987" name="Google Shape;4987;p169"/>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8" name="Google Shape;4988;p169"/>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4989" name="Google Shape;4989;p169"/>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0" name="Google Shape;4990;p169"/>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4991" name="Google Shape;4991;p169"/>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2" name="Google Shape;4992;p169"/>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4993" name="Google Shape;4993;p169"/>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4" name="Google Shape;4994;p169"/>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4995" name="Google Shape;4995;p169"/>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6" name="Google Shape;4996;p169"/>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4997" name="Google Shape;4997;p169"/>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8" name="Google Shape;4998;p169"/>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4999" name="Google Shape;4999;p169"/>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0" name="Google Shape;5000;p169"/>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5001" name="Google Shape;5001;p169"/>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5002" name="Google Shape;5002;p169"/>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5003" name="Google Shape;5003;p169"/>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4" name="Google Shape;5004;p169"/>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5005" name="Google Shape;5005;p169"/>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6" name="Google Shape;5006;p169"/>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5007" name="Google Shape;5007;p169"/>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8" name="Google Shape;5008;p169"/>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5009" name="Google Shape;5009;p169"/>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0" name="Google Shape;5010;p169"/>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5011" name="Google Shape;5011;p169"/>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2" name="Google Shape;5012;p169"/>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5013" name="Google Shape;5013;p169"/>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4" name="Google Shape;5014;p169"/>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5015" name="Google Shape;5015;p169"/>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6" name="Google Shape;5016;p169"/>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5017" name="Google Shape;5017;p169"/>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8" name="Google Shape;5018;p169"/>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5019" name="Google Shape;5019;p169"/>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0" name="Google Shape;5020;p169"/>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5021" name="Google Shape;5021;p169"/>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2" name="Google Shape;5022;p169"/>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5023" name="Google Shape;5023;p169"/>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4" name="Google Shape;5024;p169"/>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5025" name="Google Shape;5025;p169"/>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6" name="Google Shape;5026;p169"/>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5027" name="Google Shape;5027;p169"/>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8" name="Google Shape;5028;p169"/>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5029" name="Google Shape;5029;p169"/>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0" name="Google Shape;5030;p169"/>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5031" name="Google Shape;5031;p169"/>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2" name="Google Shape;5032;p169"/>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5033" name="Google Shape;5033;p169"/>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4" name="Google Shape;5034;p169"/>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5035" name="Google Shape;5035;p169"/>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036" name="Google Shape;5036;p169"/>
          <p:cNvGrpSpPr/>
          <p:nvPr/>
        </p:nvGrpSpPr>
        <p:grpSpPr>
          <a:xfrm>
            <a:off x="6692090" y="1921709"/>
            <a:ext cx="1322400" cy="449700"/>
            <a:chOff x="755165" y="1828821"/>
            <a:chExt cx="1322400" cy="449700"/>
          </a:xfrm>
        </p:grpSpPr>
        <p:sp>
          <p:nvSpPr>
            <p:cNvPr id="5037" name="Google Shape;503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38" name="Google Shape;503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5039" name="Google Shape;5039;p169"/>
          <p:cNvGrpSpPr/>
          <p:nvPr/>
        </p:nvGrpSpPr>
        <p:grpSpPr>
          <a:xfrm>
            <a:off x="6692090" y="2878284"/>
            <a:ext cx="1322400" cy="449700"/>
            <a:chOff x="755165" y="1828821"/>
            <a:chExt cx="1322400" cy="449700"/>
          </a:xfrm>
        </p:grpSpPr>
        <p:sp>
          <p:nvSpPr>
            <p:cNvPr id="5040" name="Google Shape;504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1" name="Google Shape;504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5042" name="Google Shape;5042;p169"/>
          <p:cNvGrpSpPr/>
          <p:nvPr/>
        </p:nvGrpSpPr>
        <p:grpSpPr>
          <a:xfrm>
            <a:off x="6692090" y="7639321"/>
            <a:ext cx="1322400" cy="449700"/>
            <a:chOff x="755165" y="1828821"/>
            <a:chExt cx="1322400" cy="449700"/>
          </a:xfrm>
        </p:grpSpPr>
        <p:sp>
          <p:nvSpPr>
            <p:cNvPr id="5043" name="Google Shape;5043;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4" name="Google Shape;5044;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045" name="Google Shape;5045;p169"/>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5046" name="Google Shape;5046;p169"/>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47" name="Google Shape;5047;p169"/>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048" name="Google Shape;5048;p169"/>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049" name="Google Shape;5049;p169"/>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050" name="Google Shape;5050;p169"/>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5051" name="Google Shape;5051;p169"/>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5052" name="Google Shape;5052;p169"/>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053" name="Google Shape;5053;p169"/>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054" name="Google Shape;5054;p169"/>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5055" name="Google Shape;5055;p169"/>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5056" name="Google Shape;5056;p169"/>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5057" name="Google Shape;5057;p169"/>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5058" name="Google Shape;5058;p169"/>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5059" name="Google Shape;5059;p169"/>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5060" name="Google Shape;5060;p169"/>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5061" name="Google Shape;5061;p169"/>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5062" name="Google Shape;5062;p169"/>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5063" name="Google Shape;5063;p169"/>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5064" name="Google Shape;5064;p169"/>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5065" name="Google Shape;5065;p169"/>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5066" name="Google Shape;5066;p169"/>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5067" name="Google Shape;5067;p169"/>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068" name="Google Shape;5068;p169"/>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5069" name="Google Shape;5069;p169"/>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5070" name="Google Shape;5070;p169"/>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5071" name="Google Shape;5071;p169"/>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2" name="Google Shape;5072;p169"/>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5073" name="Google Shape;5073;p169"/>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4" name="Google Shape;5074;p169"/>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5075" name="Google Shape;5075;p169"/>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5076" name="Google Shape;5076;p169"/>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5077" name="Google Shape;5077;p169"/>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078" name="Google Shape;5078;p169"/>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5079" name="Google Shape;5079;p169"/>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5080" name="Google Shape;5080;p169"/>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1" name="Google Shape;5081;p169"/>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082" name="Google Shape;5082;p169"/>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3" name="Google Shape;5083;p169"/>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5084" name="Google Shape;5084;p169"/>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5" name="Google Shape;5085;p169"/>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5086" name="Google Shape;5086;p169"/>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7" name="Google Shape;5087;p169"/>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5088" name="Google Shape;5088;p169"/>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9" name="Google Shape;5089;p169"/>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5090" name="Google Shape;5090;p169"/>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1" name="Google Shape;5091;p169"/>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5092" name="Google Shape;5092;p169"/>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3" name="Google Shape;5093;p169"/>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5094" name="Google Shape;5094;p169"/>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5" name="Google Shape;5095;p169"/>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5096" name="Google Shape;5096;p169"/>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7" name="Google Shape;5097;p169"/>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5098" name="Google Shape;5098;p169"/>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9" name="Google Shape;5099;p169"/>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5100" name="Google Shape;5100;p169"/>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1" name="Google Shape;5101;p169"/>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5102" name="Google Shape;5102;p169"/>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3" name="Google Shape;5103;p169"/>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5104" name="Google Shape;5104;p169"/>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5" name="Google Shape;5105;p169"/>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5106" name="Google Shape;5106;p169"/>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7" name="Google Shape;5107;p169"/>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5108" name="Google Shape;5108;p169"/>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9" name="Google Shape;5109;p169"/>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5110" name="Google Shape;5110;p169"/>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1" name="Google Shape;5111;p169"/>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5112" name="Google Shape;5112;p169"/>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3" name="Google Shape;5113;p169"/>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5114" name="Google Shape;5114;p169"/>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5" name="Google Shape;5115;p169"/>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5116" name="Google Shape;5116;p169"/>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7" name="Google Shape;5117;p169"/>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5118" name="Google Shape;5118;p169"/>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9" name="Google Shape;5119;p169"/>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5120" name="Google Shape;5120;p169"/>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1" name="Google Shape;5121;p169"/>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5122" name="Google Shape;5122;p169"/>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3" name="Google Shape;5123;p169"/>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5124" name="Google Shape;5124;p169"/>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5" name="Google Shape;5125;p169"/>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5126" name="Google Shape;5126;p169"/>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7" name="Google Shape;5127;p169"/>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5128" name="Google Shape;5128;p169"/>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129" name="Google Shape;5129;p169"/>
          <p:cNvGrpSpPr/>
          <p:nvPr/>
        </p:nvGrpSpPr>
        <p:grpSpPr>
          <a:xfrm>
            <a:off x="11811002" y="1921709"/>
            <a:ext cx="1322400" cy="449700"/>
            <a:chOff x="755165" y="1828821"/>
            <a:chExt cx="1322400" cy="449700"/>
          </a:xfrm>
        </p:grpSpPr>
        <p:sp>
          <p:nvSpPr>
            <p:cNvPr id="5130" name="Google Shape;513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131" name="Google Shape;513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132" name="Google Shape;5132;p169"/>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133" name="Google Shape;5133;p169"/>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134" name="Google Shape;5134;p169"/>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5135" name="Google Shape;5135;p169"/>
          <p:cNvGrpSpPr/>
          <p:nvPr/>
        </p:nvGrpSpPr>
        <p:grpSpPr>
          <a:xfrm>
            <a:off x="5987400" y="1143000"/>
            <a:ext cx="6313200" cy="312153"/>
            <a:chOff x="18111450" y="1344920"/>
            <a:chExt cx="6313200" cy="312153"/>
          </a:xfrm>
        </p:grpSpPr>
        <p:sp>
          <p:nvSpPr>
            <p:cNvPr id="5136" name="Google Shape;5136;p169"/>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37" name="Google Shape;5137;p169"/>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38" name="Google Shape;5138;p169"/>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39" name="Google Shape;5139;p169"/>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0" name="Google Shape;5140;p169"/>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1" name="Google Shape;5141;p169"/>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42" name="Google Shape;5142;p169"/>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43" name="Google Shape;5143;p169"/>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44" name="Google Shape;5144;p169"/>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45" name="Google Shape;5145;p169"/>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6" name="Google Shape;5146;p169"/>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7" name="Google Shape;5147;p169"/>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5148" name="Shape 5148"/>
        <p:cNvGrpSpPr/>
        <p:nvPr/>
      </p:nvGrpSpPr>
      <p:grpSpPr>
        <a:xfrm>
          <a:off x="0" y="0"/>
          <a:ext cx="0" cy="0"/>
          <a:chOff x="0" y="0"/>
          <a:chExt cx="0" cy="0"/>
        </a:xfrm>
      </p:grpSpPr>
      <p:grpSp>
        <p:nvGrpSpPr>
          <p:cNvPr id="5149" name="Google Shape;5149;p170"/>
          <p:cNvGrpSpPr/>
          <p:nvPr/>
        </p:nvGrpSpPr>
        <p:grpSpPr>
          <a:xfrm>
            <a:off x="11456825" y="666750"/>
            <a:ext cx="6313200" cy="304786"/>
            <a:chOff x="18111450" y="1344920"/>
            <a:chExt cx="6313200" cy="312153"/>
          </a:xfrm>
        </p:grpSpPr>
        <p:sp>
          <p:nvSpPr>
            <p:cNvPr id="5150" name="Google Shape;5150;p170"/>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51" name="Google Shape;5151;p170"/>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2" name="Google Shape;5152;p170"/>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53" name="Google Shape;5153;p170"/>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4" name="Google Shape;5154;p170"/>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5" name="Google Shape;5155;p170"/>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56" name="Google Shape;5156;p170"/>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57" name="Google Shape;5157;p170"/>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58" name="Google Shape;5158;p170"/>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59" name="Google Shape;5159;p170"/>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5160" name="Google Shape;5160;p170"/>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5161" name="Google Shape;5161;p170"/>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2" name="Google Shape;5162;p170"/>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3" name="Google Shape;5163;p170"/>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4" name="Google Shape;5164;p170"/>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5" name="Google Shape;5165;p170"/>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6" name="Google Shape;5166;p170"/>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7" name="Google Shape;5167;p170"/>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8" name="Google Shape;5168;p170"/>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9" name="Google Shape;5169;p170"/>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0" name="Google Shape;5170;p170"/>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1" name="Google Shape;5171;p170"/>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2" name="Google Shape;5172;p170"/>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5173" name="Google Shape;5173;p170"/>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4" name="Google Shape;5174;p170"/>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5175" name="Google Shape;5175;p170"/>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6" name="Google Shape;5176;p170"/>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77" name="Google Shape;5177;p170"/>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8" name="Google Shape;5178;p170"/>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5179" name="Google Shape;5179;p170"/>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0" name="Google Shape;5180;p170"/>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5181" name="Google Shape;5181;p170"/>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2" name="Google Shape;5182;p170"/>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183" name="Google Shape;5183;p170"/>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4" name="Google Shape;5184;p170"/>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5185" name="Google Shape;5185;p170"/>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6" name="Google Shape;5186;p170"/>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5187" name="Google Shape;5187;p170"/>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8" name="Google Shape;5188;p170"/>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5189" name="Google Shape;5189;p170"/>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0" name="Google Shape;5190;p170"/>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5191" name="Google Shape;5191;p170"/>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2" name="Google Shape;5192;p170"/>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5193" name="Google Shape;5193;p170"/>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4" name="Google Shape;5194;p170"/>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95" name="Google Shape;5195;p170"/>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6" name="Google Shape;5196;p170"/>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5197" name="Google Shape;5197;p170"/>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5198" name="Google Shape;5198;p170"/>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9" name="Google Shape;5199;p170"/>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5200" name="Google Shape;5200;p170"/>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5201" name="Google Shape;5201;p170"/>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5202" name="Google Shape;5202;p170"/>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5203" name="Google Shape;5203;p170"/>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4" name="Google Shape;5204;p170"/>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5205" name="Google Shape;5205;p170"/>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6" name="Google Shape;5206;p170"/>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5207" name="Google Shape;5207;p170"/>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5208" name="Google Shape;5208;p170"/>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9" name="Google Shape;5209;p170"/>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5210" name="Google Shape;5210;p170"/>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1" name="Google Shape;5211;p170"/>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5212" name="Google Shape;5212;p170"/>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3" name="Google Shape;5213;p170"/>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14" name="Google Shape;5214;p170"/>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5" name="Google Shape;5215;p170"/>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5216" name="Google Shape;5216;p170"/>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7" name="Google Shape;5217;p170"/>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5218" name="Google Shape;5218;p170"/>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9" name="Google Shape;5219;p170"/>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5220" name="Google Shape;5220;p170"/>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5221" name="Google Shape;5221;p170"/>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5222" name="Google Shape;5222;p170"/>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5223" name="Google Shape;5223;p170"/>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5224" name="Google Shape;5224;p170"/>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5225" name="Google Shape;5225;p170"/>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26" name="Google Shape;5226;p170"/>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5227" name="Google Shape;5227;p170"/>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5228" name="Google Shape;5228;p170"/>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5229" name="Google Shape;5229;p170"/>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5230" name="Google Shape;5230;p170"/>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5231" name="Google Shape;5231;p170"/>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5232" name="Google Shape;5232;p170"/>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5233" name="Google Shape;5233;p170"/>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5234" name="Google Shape;5234;p170"/>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235" name="Google Shape;5235;p170"/>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5236" name="Google Shape;5236;p170"/>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5237" name="Google Shape;5237;p170"/>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5238" name="Google Shape;5238;p170"/>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39" name="Google Shape;5239;p170"/>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240" name="Google Shape;5240;p170"/>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241" name="Google Shape;5241;p170"/>
          <p:cNvGrpSpPr/>
          <p:nvPr/>
        </p:nvGrpSpPr>
        <p:grpSpPr>
          <a:xfrm>
            <a:off x="316638" y="1635959"/>
            <a:ext cx="1322400" cy="449700"/>
            <a:chOff x="755165" y="1828821"/>
            <a:chExt cx="1322400" cy="449700"/>
          </a:xfrm>
        </p:grpSpPr>
        <p:sp>
          <p:nvSpPr>
            <p:cNvPr id="5242" name="Google Shape;524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3" name="Google Shape;524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5244" name="Google Shape;5244;p170"/>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245" name="Google Shape;5245;p170"/>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246" name="Google Shape;5246;p170"/>
          <p:cNvGrpSpPr/>
          <p:nvPr/>
        </p:nvGrpSpPr>
        <p:grpSpPr>
          <a:xfrm>
            <a:off x="316638" y="4963046"/>
            <a:ext cx="1322400" cy="449700"/>
            <a:chOff x="755165" y="1828821"/>
            <a:chExt cx="1322400" cy="449700"/>
          </a:xfrm>
        </p:grpSpPr>
        <p:sp>
          <p:nvSpPr>
            <p:cNvPr id="5247" name="Google Shape;524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8" name="Google Shape;524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249" name="Google Shape;5249;p170"/>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0" name="Google Shape;5250;p170"/>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1" name="Google Shape;5251;p170"/>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5252" name="Google Shape;5252;p170"/>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3" name="Google Shape;5253;p170"/>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5254" name="Google Shape;5254;p170"/>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5" name="Google Shape;5255;p170"/>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5256" name="Google Shape;5256;p170"/>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7" name="Google Shape;5257;p170"/>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5258" name="Google Shape;5258;p170"/>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5259" name="Google Shape;5259;p170"/>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0" name="Google Shape;5260;p170"/>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5261" name="Google Shape;5261;p170"/>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2" name="Google Shape;5262;p170"/>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5263" name="Google Shape;5263;p170"/>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4" name="Google Shape;5264;p170"/>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5265" name="Google Shape;5265;p170"/>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6" name="Google Shape;5266;p170"/>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67" name="Google Shape;5267;p170"/>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5268" name="Google Shape;5268;p170"/>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9" name="Google Shape;5269;p170"/>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70" name="Google Shape;5270;p170"/>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1" name="Google Shape;5271;p170"/>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5272" name="Google Shape;5272;p170"/>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3" name="Google Shape;5273;p170"/>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5274" name="Google Shape;5274;p170"/>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5275" name="Google Shape;5275;p170"/>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6" name="Google Shape;5276;p170"/>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5277" name="Google Shape;5277;p170"/>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8" name="Google Shape;5278;p170"/>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5279" name="Google Shape;5279;p170"/>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5280" name="Google Shape;5280;p170"/>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5281" name="Google Shape;5281;p170"/>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82" name="Google Shape;5282;p170"/>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5283" name="Google Shape;5283;p170"/>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5284" name="Google Shape;5284;p170"/>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5285" name="Google Shape;5285;p170"/>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5286" name="Google Shape;5286;p170"/>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5287" name="Google Shape;5287;p170"/>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288" name="Google Shape;5288;p170"/>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5289" name="Google Shape;5289;p170"/>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5290" name="Google Shape;5290;p170"/>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1" name="Google Shape;5291;p170"/>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5292" name="Google Shape;5292;p170"/>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3" name="Google Shape;5293;p170"/>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5294" name="Google Shape;5294;p170"/>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5" name="Google Shape;5295;p170"/>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5296" name="Google Shape;5296;p170"/>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7" name="Google Shape;5297;p170"/>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5298" name="Google Shape;5298;p170"/>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9" name="Google Shape;5299;p170"/>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5300" name="Google Shape;5300;p170"/>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1" name="Google Shape;5301;p170"/>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5302" name="Google Shape;5302;p170"/>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3" name="Google Shape;5303;p170"/>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5304" name="Google Shape;5304;p170"/>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305" name="Google Shape;5305;p170"/>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5306" name="Google Shape;5306;p170"/>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5307" name="Google Shape;5307;p170"/>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5308" name="Google Shape;5308;p170"/>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09" name="Google Shape;5309;p170"/>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5310" name="Google Shape;5310;p170"/>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311" name="Google Shape;5311;p170"/>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5312" name="Google Shape;5312;p170"/>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313" name="Google Shape;5313;p170"/>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5314" name="Google Shape;5314;p170"/>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5315" name="Google Shape;5315;p170"/>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5316" name="Google Shape;5316;p170"/>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5317" name="Google Shape;5317;p170"/>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18" name="Google Shape;5318;p170"/>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5319" name="Google Shape;5319;p170"/>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5320" name="Google Shape;5320;p170"/>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321" name="Google Shape;5321;p170"/>
          <p:cNvGrpSpPr/>
          <p:nvPr/>
        </p:nvGrpSpPr>
        <p:grpSpPr>
          <a:xfrm>
            <a:off x="4927454" y="1635959"/>
            <a:ext cx="1322400" cy="449700"/>
            <a:chOff x="755165" y="1828821"/>
            <a:chExt cx="1322400" cy="449700"/>
          </a:xfrm>
        </p:grpSpPr>
        <p:sp>
          <p:nvSpPr>
            <p:cNvPr id="5322" name="Google Shape;53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3" name="Google Shape;53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324" name="Google Shape;5324;p170"/>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325" name="Google Shape;5325;p170"/>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326" name="Google Shape;5326;p170"/>
          <p:cNvGrpSpPr/>
          <p:nvPr/>
        </p:nvGrpSpPr>
        <p:grpSpPr>
          <a:xfrm>
            <a:off x="4927454" y="2134746"/>
            <a:ext cx="1322400" cy="449700"/>
            <a:chOff x="755165" y="1828821"/>
            <a:chExt cx="1322400" cy="449700"/>
          </a:xfrm>
        </p:grpSpPr>
        <p:sp>
          <p:nvSpPr>
            <p:cNvPr id="5327" name="Google Shape;532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8" name="Google Shape;532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5329" name="Google Shape;5329;p170"/>
          <p:cNvGrpSpPr/>
          <p:nvPr/>
        </p:nvGrpSpPr>
        <p:grpSpPr>
          <a:xfrm>
            <a:off x="4927454" y="4150296"/>
            <a:ext cx="1322400" cy="449700"/>
            <a:chOff x="755165" y="1828821"/>
            <a:chExt cx="1322400" cy="449700"/>
          </a:xfrm>
        </p:grpSpPr>
        <p:sp>
          <p:nvSpPr>
            <p:cNvPr id="5330" name="Google Shape;5330;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1" name="Google Shape;5331;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5332" name="Google Shape;5332;p170"/>
          <p:cNvGrpSpPr/>
          <p:nvPr/>
        </p:nvGrpSpPr>
        <p:grpSpPr>
          <a:xfrm>
            <a:off x="4927454" y="6136146"/>
            <a:ext cx="1322400" cy="449700"/>
            <a:chOff x="755165" y="1828821"/>
            <a:chExt cx="1322400" cy="449700"/>
          </a:xfrm>
        </p:grpSpPr>
        <p:sp>
          <p:nvSpPr>
            <p:cNvPr id="5333" name="Google Shape;5333;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4" name="Google Shape;5334;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5335" name="Google Shape;5335;p170"/>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36" name="Google Shape;5336;p170"/>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7" name="Google Shape;5337;p170"/>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338" name="Google Shape;5338;p170"/>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9" name="Google Shape;5339;p170"/>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0" name="Google Shape;5340;p170"/>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1" name="Google Shape;5341;p170"/>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42" name="Google Shape;5342;p170"/>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3" name="Google Shape;5343;p170"/>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4" name="Google Shape;5344;p170"/>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5345" name="Google Shape;5345;p170"/>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5346" name="Google Shape;5346;p170"/>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5347" name="Google Shape;5347;p170"/>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5348" name="Google Shape;5348;p170"/>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5349" name="Google Shape;5349;p170"/>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350" name="Google Shape;5350;p170"/>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5351" name="Google Shape;5351;p170"/>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5352" name="Google Shape;5352;p170"/>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5353" name="Google Shape;5353;p170"/>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354" name="Google Shape;5354;p170"/>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5355" name="Google Shape;5355;p170"/>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5356" name="Google Shape;5356;p170"/>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7" name="Google Shape;5357;p170"/>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8" name="Google Shape;5358;p170"/>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9" name="Google Shape;5359;p170"/>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60" name="Google Shape;5360;p170"/>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5361" name="Google Shape;5361;p170"/>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5362" name="Google Shape;5362;p170"/>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5363" name="Google Shape;5363;p170"/>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5364" name="Google Shape;5364;p170"/>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5" name="Google Shape;5365;p170"/>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6" name="Google Shape;5366;p170"/>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7" name="Google Shape;5367;p170"/>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8" name="Google Shape;5368;p170"/>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369" name="Google Shape;5369;p170"/>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5370" name="Google Shape;5370;p170"/>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5371" name="Google Shape;5371;p170"/>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5372" name="Google Shape;5372;p170"/>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5373" name="Google Shape;5373;p170"/>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4" name="Google Shape;5374;p170"/>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5375" name="Google Shape;5375;p170"/>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6" name="Google Shape;5376;p170"/>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5377" name="Google Shape;5377;p170"/>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8" name="Google Shape;5378;p170"/>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5379" name="Google Shape;5379;p170"/>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0" name="Google Shape;5380;p170"/>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5381" name="Google Shape;5381;p170"/>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2" name="Google Shape;5382;p170"/>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5383" name="Google Shape;5383;p170"/>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4" name="Google Shape;5384;p170"/>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5385" name="Google Shape;5385;p170"/>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6" name="Google Shape;5386;p170"/>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5387" name="Google Shape;5387;p170"/>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8" name="Google Shape;5388;p170"/>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5389" name="Google Shape;5389;p170"/>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0" name="Google Shape;5390;p170"/>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5391" name="Google Shape;5391;p170"/>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2" name="Google Shape;5392;p170"/>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5393" name="Google Shape;5393;p170"/>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4" name="Google Shape;5394;p170"/>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5395" name="Google Shape;5395;p170"/>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6" name="Google Shape;5396;p170"/>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5397" name="Google Shape;5397;p170"/>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8" name="Google Shape;5398;p170"/>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5399" name="Google Shape;5399;p170"/>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0" name="Google Shape;5400;p170"/>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5401" name="Google Shape;5401;p170"/>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2" name="Google Shape;5402;p170"/>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5403" name="Google Shape;5403;p170"/>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4" name="Google Shape;5404;p170"/>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5405" name="Google Shape;5405;p170"/>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6" name="Google Shape;5406;p170"/>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5407" name="Google Shape;5407;p170"/>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8" name="Google Shape;5408;p170"/>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5409" name="Google Shape;5409;p170"/>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0" name="Google Shape;5410;p170"/>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5411" name="Google Shape;5411;p170"/>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2" name="Google Shape;5412;p170"/>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5413" name="Google Shape;5413;p170"/>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14" name="Google Shape;5414;p170"/>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5415" name="Google Shape;5415;p170"/>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16" name="Google Shape;5416;p170"/>
          <p:cNvGrpSpPr/>
          <p:nvPr/>
        </p:nvGrpSpPr>
        <p:grpSpPr>
          <a:xfrm>
            <a:off x="9502346" y="1635959"/>
            <a:ext cx="1322400" cy="449700"/>
            <a:chOff x="755165" y="1828821"/>
            <a:chExt cx="1322400" cy="449700"/>
          </a:xfrm>
        </p:grpSpPr>
        <p:sp>
          <p:nvSpPr>
            <p:cNvPr id="5417" name="Google Shape;541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18" name="Google Shape;541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5419" name="Google Shape;5419;p170"/>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20" name="Google Shape;5420;p170"/>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21" name="Google Shape;5421;p170"/>
          <p:cNvGrpSpPr/>
          <p:nvPr/>
        </p:nvGrpSpPr>
        <p:grpSpPr>
          <a:xfrm>
            <a:off x="9502346" y="7402283"/>
            <a:ext cx="1322400" cy="449700"/>
            <a:chOff x="755165" y="1828821"/>
            <a:chExt cx="1322400" cy="449700"/>
          </a:xfrm>
        </p:grpSpPr>
        <p:sp>
          <p:nvSpPr>
            <p:cNvPr id="5422" name="Google Shape;54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23" name="Google Shape;54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24" name="Google Shape;5424;p170"/>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425" name="Google Shape;5425;p170"/>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426" name="Google Shape;5426;p170"/>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427" name="Google Shape;5427;p170"/>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5428" name="Google Shape;5428;p170"/>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5429" name="Google Shape;5429;p170"/>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430" name="Google Shape;5430;p170"/>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5431" name="Google Shape;5431;p170"/>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5432" name="Google Shape;5432;p170"/>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5433" name="Google Shape;5433;p170"/>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5434" name="Google Shape;5434;p170"/>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5435" name="Google Shape;5435;p170"/>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436" name="Google Shape;5436;p170"/>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37" name="Google Shape;5437;p170"/>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8" name="Google Shape;5438;p170"/>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9" name="Google Shape;5439;p170"/>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0" name="Google Shape;5440;p170"/>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5441" name="Google Shape;5441;p170"/>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2" name="Google Shape;5442;p170"/>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5443" name="Google Shape;5443;p170"/>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4" name="Google Shape;5444;p170"/>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5" name="Google Shape;5445;p170"/>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6" name="Google Shape;5446;p170"/>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7" name="Google Shape;5447;p170"/>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8" name="Google Shape;5448;p170"/>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9" name="Google Shape;5449;p170"/>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0" name="Google Shape;5450;p170"/>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451" name="Google Shape;5451;p170"/>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5452" name="Google Shape;5452;p170"/>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3" name="Google Shape;5453;p170"/>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4" name="Google Shape;5454;p170"/>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5" name="Google Shape;5455;p170"/>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6" name="Google Shape;5456;p170"/>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5457" name="Google Shape;5457;p170"/>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5458" name="Google Shape;5458;p170"/>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5459" name="Google Shape;5459;p170"/>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5460" name="Google Shape;5460;p170"/>
          <p:cNvGrpSpPr/>
          <p:nvPr/>
        </p:nvGrpSpPr>
        <p:grpSpPr>
          <a:xfrm>
            <a:off x="16175571" y="3720707"/>
            <a:ext cx="1653816" cy="147291"/>
            <a:chOff x="16170809" y="4177907"/>
            <a:chExt cx="1653816" cy="147291"/>
          </a:xfrm>
        </p:grpSpPr>
        <p:sp>
          <p:nvSpPr>
            <p:cNvPr id="5461" name="Google Shape;5461;p170"/>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62" name="Google Shape;5462;p170"/>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5463" name="Google Shape;5463;p170"/>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4" name="Google Shape;5464;p170"/>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465" name="Google Shape;5465;p170"/>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6" name="Google Shape;5466;p170"/>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5467" name="Google Shape;5467;p170"/>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8" name="Google Shape;5468;p170"/>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5469" name="Google Shape;5469;p170"/>
          <p:cNvGrpSpPr/>
          <p:nvPr/>
        </p:nvGrpSpPr>
        <p:grpSpPr>
          <a:xfrm>
            <a:off x="16175571" y="4519431"/>
            <a:ext cx="1653816" cy="128400"/>
            <a:chOff x="16170809" y="4938531"/>
            <a:chExt cx="1653816" cy="128400"/>
          </a:xfrm>
        </p:grpSpPr>
        <p:sp>
          <p:nvSpPr>
            <p:cNvPr id="5470" name="Google Shape;5470;p170"/>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71" name="Google Shape;5471;p170"/>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5472" name="Google Shape;5472;p170"/>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3" name="Google Shape;5473;p170"/>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4" name="Google Shape;5474;p170"/>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5475" name="Google Shape;5475;p170"/>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476" name="Google Shape;5476;p170"/>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7" name="Google Shape;5477;p170"/>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478" name="Google Shape;5478;p170"/>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9" name="Google Shape;5479;p170"/>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0" name="Google Shape;5480;p170"/>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5481" name="Google Shape;5481;p170"/>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5482" name="Google Shape;5482;p170"/>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5483" name="Google Shape;5483;p170"/>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5484" name="Google Shape;5484;p170"/>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5" name="Google Shape;5485;p170"/>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5486" name="Google Shape;5486;p170"/>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7" name="Google Shape;5487;p170"/>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5488" name="Google Shape;5488;p170"/>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9" name="Google Shape;5489;p170"/>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5490" name="Google Shape;5490;p170"/>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5491" name="Google Shape;5491;p170"/>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92" name="Google Shape;5492;p170"/>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93" name="Google Shape;5493;p170"/>
          <p:cNvGrpSpPr/>
          <p:nvPr/>
        </p:nvGrpSpPr>
        <p:grpSpPr>
          <a:xfrm>
            <a:off x="13711033" y="1635959"/>
            <a:ext cx="1322400" cy="449700"/>
            <a:chOff x="755165" y="1828821"/>
            <a:chExt cx="1322400" cy="449700"/>
          </a:xfrm>
        </p:grpSpPr>
        <p:sp>
          <p:nvSpPr>
            <p:cNvPr id="5494" name="Google Shape;5494;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95" name="Google Shape;5495;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96" name="Google Shape;5496;p170"/>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97" name="Google Shape;5497;p170"/>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98" name="Google Shape;5498;p170"/>
          <p:cNvGrpSpPr/>
          <p:nvPr/>
        </p:nvGrpSpPr>
        <p:grpSpPr>
          <a:xfrm>
            <a:off x="13711033" y="7918896"/>
            <a:ext cx="1322400" cy="449700"/>
            <a:chOff x="755165" y="1828821"/>
            <a:chExt cx="1322400" cy="449700"/>
          </a:xfrm>
        </p:grpSpPr>
        <p:sp>
          <p:nvSpPr>
            <p:cNvPr id="5499" name="Google Shape;5499;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500" name="Google Shape;5500;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5501" name="Google Shape;5501;p170"/>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2" name="Google Shape;5502;p170"/>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5503" name="Google Shape;5503;p170"/>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5504" name="Google Shape;5504;p170"/>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05" name="Google Shape;5505;p170"/>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6" name="Google Shape;5506;p170"/>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7" name="Google Shape;5507;p170"/>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8" name="Google Shape;5508;p170"/>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9" name="Google Shape;5509;p170"/>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10" name="Google Shape;5510;p170"/>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5511" name="Google Shape;5511;p170"/>
          <p:cNvGrpSpPr/>
          <p:nvPr/>
        </p:nvGrpSpPr>
        <p:grpSpPr>
          <a:xfrm>
            <a:off x="16175571" y="9526048"/>
            <a:ext cx="2530136" cy="128400"/>
            <a:chOff x="16170809" y="9954673"/>
            <a:chExt cx="2530136" cy="128400"/>
          </a:xfrm>
        </p:grpSpPr>
        <p:sp>
          <p:nvSpPr>
            <p:cNvPr id="5512" name="Google Shape;5512;p170"/>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5513" name="Google Shape;5513;p170"/>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5514" name="Google Shape;5514;p170"/>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5515" name="Shape 5515"/>
        <p:cNvGrpSpPr/>
        <p:nvPr/>
      </p:nvGrpSpPr>
      <p:grpSpPr>
        <a:xfrm>
          <a:off x="0" y="0"/>
          <a:ext cx="0" cy="0"/>
          <a:chOff x="0" y="0"/>
          <a:chExt cx="0" cy="0"/>
        </a:xfrm>
      </p:grpSpPr>
      <p:sp>
        <p:nvSpPr>
          <p:cNvPr id="5516" name="Google Shape;5516;p171"/>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5517" name="Google Shape;5517;p171"/>
          <p:cNvGrpSpPr/>
          <p:nvPr/>
        </p:nvGrpSpPr>
        <p:grpSpPr>
          <a:xfrm>
            <a:off x="5987400" y="1143000"/>
            <a:ext cx="6313200" cy="307800"/>
            <a:chOff x="10935900" y="1111148"/>
            <a:chExt cx="6313200" cy="307800"/>
          </a:xfrm>
        </p:grpSpPr>
        <p:grpSp>
          <p:nvGrpSpPr>
            <p:cNvPr id="5518" name="Google Shape;5518;p171"/>
            <p:cNvGrpSpPr/>
            <p:nvPr/>
          </p:nvGrpSpPr>
          <p:grpSpPr>
            <a:xfrm>
              <a:off x="10935900" y="1111148"/>
              <a:ext cx="6313200" cy="307800"/>
              <a:chOff x="11238000" y="958400"/>
              <a:chExt cx="6313200" cy="307800"/>
            </a:xfrm>
          </p:grpSpPr>
          <p:sp>
            <p:nvSpPr>
              <p:cNvPr id="5519" name="Google Shape;5519;p171"/>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520" name="Google Shape;5520;p171"/>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1" name="Google Shape;5521;p171"/>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22" name="Google Shape;5522;p171"/>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3" name="Google Shape;5523;p171"/>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4" name="Google Shape;5524;p171"/>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525" name="Google Shape;5525;p171"/>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526" name="Google Shape;5526;p171"/>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527" name="Google Shape;5527;p171"/>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528" name="Google Shape;5528;p171"/>
          <p:cNvGrpSpPr/>
          <p:nvPr/>
        </p:nvGrpSpPr>
        <p:grpSpPr>
          <a:xfrm>
            <a:off x="439619" y="1524000"/>
            <a:ext cx="4336282" cy="8401512"/>
            <a:chOff x="478339" y="1521600"/>
            <a:chExt cx="4336282" cy="8401512"/>
          </a:xfrm>
        </p:grpSpPr>
        <p:sp>
          <p:nvSpPr>
            <p:cNvPr id="5529" name="Google Shape;5529;p171"/>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5530" name="Google Shape;5530;p171"/>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5531" name="Google Shape;5531;p171"/>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5532" name="Google Shape;5532;p171"/>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5533" name="Google Shape;5533;p171"/>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5534" name="Google Shape;5534;p171"/>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5535" name="Google Shape;5535;p171"/>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5536" name="Google Shape;5536;p171"/>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7" name="Google Shape;5537;p171"/>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8" name="Google Shape;5538;p171"/>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5539" name="Google Shape;5539;p171"/>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5540" name="Google Shape;5540;p171"/>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5541" name="Google Shape;5541;p171"/>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5542" name="Google Shape;5542;p171"/>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5543" name="Google Shape;5543;p171"/>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5544" name="Google Shape;5544;p171"/>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5545" name="Google Shape;5545;p171"/>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5546" name="Google Shape;5546;p171"/>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5547" name="Google Shape;5547;p171"/>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5548" name="Google Shape;5548;p171"/>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5549" name="Google Shape;5549;p171"/>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5550" name="Google Shape;5550;p171"/>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5551" name="Google Shape;5551;p171"/>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5552" name="Google Shape;5552;p171"/>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5553" name="Google Shape;5553;p171"/>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5554" name="Google Shape;5554;p171"/>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5555" name="Google Shape;5555;p171"/>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5556" name="Google Shape;5556;p171"/>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5557" name="Google Shape;5557;p171"/>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5558" name="Google Shape;5558;p171"/>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5559" name="Google Shape;5559;p171"/>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5560" name="Google Shape;5560;p171"/>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5561" name="Google Shape;5561;p171"/>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5562" name="Google Shape;5562;p171"/>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5563" name="Google Shape;5563;p171"/>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5564" name="Google Shape;5564;p171"/>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5565" name="Google Shape;5565;p171"/>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5566" name="Google Shape;5566;p171"/>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5567" name="Google Shape;5567;p171"/>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5568" name="Google Shape;5568;p171"/>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5569" name="Google Shape;5569;p171"/>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5570" name="Google Shape;5570;p171"/>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5571" name="Google Shape;5571;p171"/>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5572" name="Google Shape;5572;p171"/>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5573" name="Google Shape;5573;p171"/>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5574" name="Google Shape;5574;p171"/>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5" name="Google Shape;5575;p171"/>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76" name="Google Shape;5576;p171"/>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7" name="Google Shape;5577;p171"/>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5578" name="Google Shape;5578;p171"/>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79" name="Google Shape;5579;p171"/>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80" name="Google Shape;5580;p171"/>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81" name="Google Shape;5581;p171"/>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5582" name="Google Shape;5582;p171"/>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3" name="Google Shape;5583;p171"/>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5584" name="Google Shape;5584;p171"/>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5" name="Google Shape;5585;p171"/>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5586" name="Google Shape;5586;p171"/>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7" name="Google Shape;5587;p171"/>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5588" name="Google Shape;5588;p171"/>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9" name="Google Shape;5589;p171"/>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0" name="Google Shape;5590;p171"/>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1" name="Google Shape;5591;p171"/>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5592" name="Google Shape;5592;p171"/>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3" name="Google Shape;5593;p171"/>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4" name="Google Shape;5594;p171"/>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5" name="Google Shape;5595;p171"/>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596" name="Google Shape;5596;p171"/>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7" name="Google Shape;5597;p171"/>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98" name="Google Shape;5598;p171"/>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9" name="Google Shape;5599;p171"/>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0" name="Google Shape;5600;p171"/>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1" name="Google Shape;5601;p171"/>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2" name="Google Shape;5602;p171"/>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3" name="Google Shape;5603;p171"/>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4" name="Google Shape;5604;p171"/>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05" name="Google Shape;5605;p171"/>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6" name="Google Shape;5606;p171"/>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7" name="Google Shape;5607;p171"/>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8" name="Google Shape;5608;p171"/>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5609" name="Google Shape;5609;p171"/>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0" name="Google Shape;5610;p171"/>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611" name="Google Shape;5611;p171"/>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2" name="Google Shape;5612;p171"/>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3" name="Google Shape;5613;p171"/>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4" name="Google Shape;5614;p171"/>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5" name="Google Shape;5615;p171"/>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6" name="Google Shape;5616;p171"/>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7" name="Google Shape;5617;p171"/>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8" name="Google Shape;5618;p171"/>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9" name="Google Shape;5619;p171"/>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0" name="Google Shape;5620;p171"/>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5621" name="Google Shape;5621;p171"/>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2" name="Google Shape;5622;p171"/>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5623" name="Google Shape;5623;p171"/>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624" name="Google Shape;5624;p171"/>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625" name="Google Shape;5625;p171"/>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626" name="Google Shape;5626;p171"/>
            <p:cNvGrpSpPr/>
            <p:nvPr/>
          </p:nvGrpSpPr>
          <p:grpSpPr>
            <a:xfrm>
              <a:off x="497950" y="1791256"/>
              <a:ext cx="952566" cy="449700"/>
              <a:chOff x="755108" y="1946374"/>
              <a:chExt cx="1322458" cy="449700"/>
            </a:xfrm>
          </p:grpSpPr>
          <p:sp>
            <p:nvSpPr>
              <p:cNvPr id="5627" name="Google Shape;562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28" name="Google Shape;5628;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5629" name="Google Shape;5629;p171"/>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630" name="Google Shape;5630;p171"/>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631" name="Google Shape;5631;p171"/>
            <p:cNvGrpSpPr/>
            <p:nvPr/>
          </p:nvGrpSpPr>
          <p:grpSpPr>
            <a:xfrm>
              <a:off x="497991" y="5752646"/>
              <a:ext cx="952525" cy="449700"/>
              <a:chOff x="755165" y="1951713"/>
              <a:chExt cx="1322400" cy="449700"/>
            </a:xfrm>
          </p:grpSpPr>
          <p:sp>
            <p:nvSpPr>
              <p:cNvPr id="5632" name="Google Shape;563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3" name="Google Shape;5633;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5634" name="Google Shape;5634;p171"/>
            <p:cNvGrpSpPr/>
            <p:nvPr/>
          </p:nvGrpSpPr>
          <p:grpSpPr>
            <a:xfrm>
              <a:off x="497991" y="2647426"/>
              <a:ext cx="952525" cy="449700"/>
              <a:chOff x="755165" y="1951713"/>
              <a:chExt cx="1322400" cy="449700"/>
            </a:xfrm>
          </p:grpSpPr>
          <p:sp>
            <p:nvSpPr>
              <p:cNvPr id="5635" name="Google Shape;5635;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6" name="Google Shape;5636;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5637" name="Google Shape;5637;p171"/>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5638" name="Google Shape;5638;p171"/>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5639" name="Google Shape;5639;p171"/>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0" name="Google Shape;5640;p171"/>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1" name="Google Shape;5641;p171"/>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5642" name="Google Shape;5642;p171"/>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5643" name="Google Shape;5643;p171"/>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5644" name="Google Shape;5644;p171"/>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45" name="Google Shape;5645;p171"/>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46" name="Google Shape;5646;p171"/>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5647" name="Google Shape;5647;p171"/>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5648" name="Google Shape;5648;p171"/>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5649" name="Google Shape;5649;p171"/>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5650" name="Google Shape;5650;p171"/>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5651" name="Google Shape;5651;p171"/>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5652" name="Google Shape;5652;p171"/>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5653" name="Google Shape;5653;p171"/>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5654" name="Google Shape;5654;p171"/>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5655" name="Google Shape;5655;p171"/>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5656" name="Google Shape;5656;p171"/>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5657" name="Google Shape;5657;p171"/>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5658" name="Google Shape;5658;p171"/>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5659" name="Google Shape;5659;p171"/>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5660" name="Google Shape;5660;p171"/>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5661" name="Google Shape;5661;p171"/>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5662" name="Google Shape;5662;p171"/>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5663" name="Google Shape;5663;p171"/>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5664" name="Google Shape;5664;p171"/>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5665" name="Google Shape;5665;p171"/>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5666" name="Google Shape;5666;p171"/>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667" name="Google Shape;5667;p171"/>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5668" name="Google Shape;5668;p171"/>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5669" name="Google Shape;5669;p171"/>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5670" name="Google Shape;5670;p171"/>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5671" name="Google Shape;5671;p171"/>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5672" name="Google Shape;5672;p171"/>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5673" name="Google Shape;5673;p171"/>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5674" name="Google Shape;5674;p171"/>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5675" name="Google Shape;5675;p171"/>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5676" name="Google Shape;5676;p171"/>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5677" name="Google Shape;5677;p171"/>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5678" name="Google Shape;5678;p171"/>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79" name="Google Shape;5679;p171"/>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5680" name="Google Shape;5680;p171"/>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5681" name="Google Shape;5681;p171"/>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5682" name="Google Shape;5682;p171"/>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683" name="Google Shape;5683;p171"/>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84" name="Google Shape;5684;p171"/>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5685" name="Google Shape;5685;p171"/>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686" name="Google Shape;5686;p171"/>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5687" name="Google Shape;5687;p171"/>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88" name="Google Shape;5688;p171"/>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89" name="Google Shape;5689;p171"/>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5690" name="Google Shape;5690;p171"/>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1" name="Google Shape;5691;p171"/>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5692" name="Google Shape;5692;p171"/>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93" name="Google Shape;5693;p171"/>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5694" name="Google Shape;5694;p171"/>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5" name="Google Shape;5695;p171"/>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5696" name="Google Shape;5696;p171"/>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7" name="Google Shape;5697;p171"/>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5698" name="Google Shape;5698;p171"/>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9" name="Google Shape;5699;p171"/>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5700" name="Google Shape;5700;p171"/>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1" name="Google Shape;5701;p171"/>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2" name="Google Shape;5702;p171"/>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3" name="Google Shape;5703;p171"/>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5704" name="Google Shape;5704;p171"/>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5" name="Google Shape;5705;p171"/>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6" name="Google Shape;5706;p171"/>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7" name="Google Shape;5707;p171"/>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08" name="Google Shape;5708;p171"/>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9" name="Google Shape;5709;p171"/>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0" name="Google Shape;5710;p171"/>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1" name="Google Shape;5711;p171"/>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2" name="Google Shape;5712;p171"/>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3" name="Google Shape;5713;p171"/>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4" name="Google Shape;5714;p171"/>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5" name="Google Shape;5715;p171"/>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16" name="Google Shape;5716;p171"/>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7" name="Google Shape;5717;p171"/>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8" name="Google Shape;5718;p171"/>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9" name="Google Shape;5719;p171"/>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5720" name="Google Shape;5720;p171"/>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1" name="Google Shape;5721;p171"/>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722" name="Google Shape;5722;p171"/>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23" name="Google Shape;5723;p171"/>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4" name="Google Shape;5724;p171"/>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5" name="Google Shape;5725;p171"/>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6" name="Google Shape;5726;p171"/>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7" name="Google Shape;5727;p171"/>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8" name="Google Shape;5728;p171"/>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9" name="Google Shape;5729;p171"/>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0" name="Google Shape;5730;p171"/>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5731" name="Google Shape;5731;p171"/>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2" name="Google Shape;5732;p171"/>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5733" name="Google Shape;5733;p171"/>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734" name="Google Shape;5734;p171"/>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735" name="Google Shape;5735;p171"/>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736" name="Google Shape;5736;p171"/>
          <p:cNvGrpSpPr/>
          <p:nvPr/>
        </p:nvGrpSpPr>
        <p:grpSpPr>
          <a:xfrm>
            <a:off x="4758441" y="1793656"/>
            <a:ext cx="952566" cy="449700"/>
            <a:chOff x="755108" y="1946374"/>
            <a:chExt cx="1322458" cy="449700"/>
          </a:xfrm>
        </p:grpSpPr>
        <p:sp>
          <p:nvSpPr>
            <p:cNvPr id="5737" name="Google Shape;573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38" name="Google Shape;5738;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5739" name="Google Shape;5739;p171"/>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740" name="Google Shape;5740;p171"/>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741" name="Google Shape;5741;p171"/>
          <p:cNvGrpSpPr/>
          <p:nvPr/>
        </p:nvGrpSpPr>
        <p:grpSpPr>
          <a:xfrm>
            <a:off x="4758483" y="2298575"/>
            <a:ext cx="952525" cy="449700"/>
            <a:chOff x="755165" y="1951713"/>
            <a:chExt cx="1322400" cy="449700"/>
          </a:xfrm>
        </p:grpSpPr>
        <p:sp>
          <p:nvSpPr>
            <p:cNvPr id="5742" name="Google Shape;574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43" name="Google Shape;5743;p171"/>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744" name="Google Shape;5744;p171"/>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5745" name="Google Shape;5745;p171"/>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5746" name="Google Shape;5746;p171"/>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7" name="Google Shape;5747;p171"/>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8" name="Google Shape;5748;p171"/>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5749" name="Google Shape;5749;p171"/>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50" name="Google Shape;5750;p171"/>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5751" name="Google Shape;5751;p171"/>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5752" name="Google Shape;5752;p171"/>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5753" name="Google Shape;5753;p171"/>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4" name="Google Shape;5754;p171"/>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5" name="Google Shape;5755;p171"/>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5756" name="Google Shape;5756;p171"/>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5757" name="Google Shape;5757;p171"/>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5758" name="Google Shape;5758;p171"/>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5759" name="Google Shape;5759;p171"/>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5760" name="Google Shape;5760;p171"/>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5761" name="Google Shape;5761;p171"/>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5762" name="Google Shape;5762;p171"/>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5763" name="Google Shape;5763;p171"/>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5764" name="Google Shape;5764;p171"/>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5765" name="Google Shape;5765;p171"/>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5766" name="Google Shape;5766;p171"/>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5767" name="Google Shape;5767;p171"/>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5768" name="Google Shape;5768;p171"/>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5769" name="Google Shape;5769;p171"/>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5770" name="Google Shape;5770;p171"/>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5771" name="Google Shape;5771;p171"/>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772" name="Google Shape;5772;p171"/>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5773" name="Google Shape;5773;p171"/>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5774" name="Google Shape;5774;p171"/>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5775" name="Google Shape;5775;p171"/>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5776" name="Google Shape;5776;p171"/>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5777" name="Google Shape;5777;p171"/>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5778" name="Google Shape;5778;p171"/>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5779" name="Google Shape;5779;p171"/>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80" name="Google Shape;5780;p171"/>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1" name="Google Shape;5781;p171"/>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5782" name="Google Shape;5782;p171"/>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3" name="Google Shape;5783;p171"/>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5784" name="Google Shape;5784;p171"/>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5" name="Google Shape;5785;p171"/>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5786" name="Google Shape;5786;p171"/>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7" name="Google Shape;5787;p171"/>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5788" name="Google Shape;5788;p171"/>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9" name="Google Shape;5789;p171"/>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5790" name="Google Shape;5790;p171"/>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1" name="Google Shape;5791;p171"/>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2" name="Google Shape;5792;p171"/>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3" name="Google Shape;5793;p171"/>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94" name="Google Shape;5794;p171"/>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95" name="Google Shape;5795;p171"/>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6" name="Google Shape;5796;p171"/>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97" name="Google Shape;5797;p171"/>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5798" name="Google Shape;5798;p171"/>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9" name="Google Shape;5799;p171"/>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800" name="Google Shape;5800;p171"/>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01" name="Google Shape;5801;p171"/>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2" name="Google Shape;5802;p171"/>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3" name="Google Shape;5803;p171"/>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5804" name="Google Shape;5804;p171"/>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5" name="Google Shape;5805;p171"/>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06" name="Google Shape;5806;p171"/>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07" name="Google Shape;5807;p171"/>
          <p:cNvGrpSpPr/>
          <p:nvPr/>
        </p:nvGrpSpPr>
        <p:grpSpPr>
          <a:xfrm>
            <a:off x="9353860" y="1793656"/>
            <a:ext cx="952566" cy="449700"/>
            <a:chOff x="755108" y="1946374"/>
            <a:chExt cx="1322458" cy="449700"/>
          </a:xfrm>
        </p:grpSpPr>
        <p:sp>
          <p:nvSpPr>
            <p:cNvPr id="5808" name="Google Shape;5808;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09" name="Google Shape;5809;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5810" name="Google Shape;5810;p171"/>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11" name="Google Shape;5811;p171"/>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812" name="Google Shape;5812;p171"/>
          <p:cNvGrpSpPr/>
          <p:nvPr/>
        </p:nvGrpSpPr>
        <p:grpSpPr>
          <a:xfrm>
            <a:off x="9353860" y="4763556"/>
            <a:ext cx="952566" cy="449700"/>
            <a:chOff x="755108" y="1946374"/>
            <a:chExt cx="1322458" cy="449700"/>
          </a:xfrm>
        </p:grpSpPr>
        <p:sp>
          <p:nvSpPr>
            <p:cNvPr id="5813" name="Google Shape;5813;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14" name="Google Shape;5814;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5815" name="Google Shape;5815;p171"/>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5816" name="Google Shape;5816;p171"/>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5817" name="Google Shape;5817;p171"/>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8" name="Google Shape;5818;p171"/>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9" name="Google Shape;5819;p171"/>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5820" name="Google Shape;5820;p171"/>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5821" name="Google Shape;5821;p171"/>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5822" name="Google Shape;5822;p171"/>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3" name="Google Shape;5823;p171"/>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4" name="Google Shape;5824;p171"/>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5" name="Google Shape;5825;p171"/>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5826" name="Google Shape;5826;p171"/>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5827" name="Google Shape;5827;p171"/>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5828" name="Google Shape;5828;p171"/>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9" name="Google Shape;5829;p171"/>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0" name="Google Shape;5830;p171"/>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1" name="Google Shape;5831;p171"/>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5832" name="Google Shape;5832;p171"/>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3" name="Google Shape;5833;p171"/>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5834" name="Google Shape;5834;p171"/>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5" name="Google Shape;5835;p171"/>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5836" name="Google Shape;5836;p171"/>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7" name="Google Shape;5837;p171"/>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5838" name="Google Shape;5838;p171"/>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5839" name="Google Shape;5839;p171"/>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40" name="Google Shape;5840;p171"/>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41" name="Google Shape;5841;p171"/>
          <p:cNvGrpSpPr/>
          <p:nvPr/>
        </p:nvGrpSpPr>
        <p:grpSpPr>
          <a:xfrm>
            <a:off x="13511249" y="1524000"/>
            <a:ext cx="4643641" cy="7611424"/>
            <a:chOff x="13511249" y="1521600"/>
            <a:chExt cx="4643641" cy="7611424"/>
          </a:xfrm>
        </p:grpSpPr>
        <p:sp>
          <p:nvSpPr>
            <p:cNvPr id="5842" name="Google Shape;5842;p171"/>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5843" name="Google Shape;5843;p171"/>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44" name="Google Shape;5844;p171"/>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5845" name="Google Shape;5845;p171"/>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5846" name="Google Shape;5846;p171"/>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7" name="Google Shape;5847;p171"/>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8" name="Google Shape;5848;p171"/>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5849" name="Google Shape;5849;p171"/>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5850" name="Google Shape;5850;p171"/>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5851" name="Google Shape;5851;p171"/>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5852" name="Google Shape;5852;p171"/>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3" name="Google Shape;5853;p171"/>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5854" name="Google Shape;5854;p171"/>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5" name="Google Shape;5855;p171"/>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5856" name="Google Shape;5856;p171"/>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57" name="Google Shape;5857;p171"/>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58" name="Google Shape;5858;p171"/>
            <p:cNvGrpSpPr/>
            <p:nvPr/>
          </p:nvGrpSpPr>
          <p:grpSpPr>
            <a:xfrm>
              <a:off x="13530860" y="1791256"/>
              <a:ext cx="952566" cy="449700"/>
              <a:chOff x="755108" y="1946374"/>
              <a:chExt cx="1322458" cy="449700"/>
            </a:xfrm>
          </p:grpSpPr>
          <p:sp>
            <p:nvSpPr>
              <p:cNvPr id="5859" name="Google Shape;5859;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60" name="Google Shape;5860;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861" name="Google Shape;5861;p171"/>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62" name="Google Shape;5862;p171"/>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5863" name="Google Shape;5863;p171"/>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5864" name="Google Shape;5864;p171"/>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5865" name="Google Shape;5865;p171"/>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6" name="Google Shape;5866;p171"/>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7" name="Google Shape;5867;p171"/>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868" name="Google Shape;5868;p171"/>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869" name="Google Shape;5869;p171"/>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870" name="Google Shape;5870;p171"/>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5871" name="Google Shape;5871;p171"/>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72" name="Google Shape;5872;p171"/>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5873" name="Google Shape;5873;p171"/>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4" name="Google Shape;5874;p171"/>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5" name="Google Shape;5875;p171"/>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6" name="Google Shape;5876;p171"/>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877" name="Google Shape;5877;p171"/>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878" name="Google Shape;5878;p171"/>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5879" name="Google Shape;5879;p171"/>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0" name="Google Shape;5880;p171"/>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1" name="Google Shape;5881;p171"/>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5882" name="Google Shape;5882;p171"/>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5883" name="Google Shape;5883;p171"/>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4" name="Google Shape;5884;p171"/>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85" name="Google Shape;5885;p171"/>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5886" name="Google Shape;5886;p171"/>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5887" name="Google Shape;5887;p171"/>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8" name="Google Shape;5888;p171"/>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89" name="Google Shape;5889;p171"/>
            <p:cNvGrpSpPr/>
            <p:nvPr/>
          </p:nvGrpSpPr>
          <p:grpSpPr>
            <a:xfrm>
              <a:off x="13530860" y="8529418"/>
              <a:ext cx="952566" cy="488922"/>
              <a:chOff x="755108" y="1946374"/>
              <a:chExt cx="1322458" cy="488922"/>
            </a:xfrm>
          </p:grpSpPr>
          <p:sp>
            <p:nvSpPr>
              <p:cNvPr id="5890" name="Google Shape;5890;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91" name="Google Shape;5891;p171"/>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5892" name="Google Shape;5892;p171"/>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5893" name="Google Shape;5893;p171"/>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5894" name="Google Shape;5894;p171"/>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5" name="Google Shape;5895;p171"/>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6" name="Google Shape;5896;p171"/>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5897" name="Google Shape;5897;p171"/>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8" name="Google Shape;5898;p171"/>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5899" name="Google Shape;5899;p171"/>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900" name="Google Shape;5900;p171"/>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5901" name="Google Shape;5901;p171"/>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2" name="Google Shape;5902;p171"/>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3" name="Google Shape;5903;p171"/>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04" name="Google Shape;5904;p171"/>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905" name="Google Shape;5905;p171"/>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5906" name="Google Shape;5906;p171"/>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5907" name="Google Shape;5907;p171"/>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8" name="Google Shape;5908;p171"/>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9" name="Google Shape;5909;p171"/>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0" name="Google Shape;5910;p171"/>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5911" name="Google Shape;5911;p171"/>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5912" name="Google Shape;5912;p171"/>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3" name="Google Shape;5913;p171"/>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4" name="Google Shape;5914;p171"/>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5915" name="Google Shape;5915;p171"/>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5916" name="Google Shape;5916;p171"/>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17" name="Google Shape;5917;p171"/>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8" name="Google Shape;5918;p171"/>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5919" name="Google Shape;5919;p171"/>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5920" name="Google Shape;5920;p171"/>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5921" name="Google Shape;5921;p171"/>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2" name="Google Shape;5922;p171"/>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23" name="Google Shape;5923;p171"/>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24" name="Google Shape;5924;p171"/>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5925" name="Google Shape;5925;p171"/>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5926" name="Google Shape;5926;p171"/>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7" name="Google Shape;5927;p171"/>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8" name="Google Shape;5928;p171"/>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5929" name="Google Shape;5929;p171"/>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5930" name="Google Shape;5930;p171"/>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1" name="Google Shape;5931;p171"/>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2" name="Google Shape;5932;p171"/>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5933" name="Google Shape;5933;p171"/>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5934" name="Google Shape;5934;p171"/>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5" name="Google Shape;5935;p171"/>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6" name="Google Shape;5936;p171"/>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5937" name="Google Shape;5937;p171"/>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5938" name="Google Shape;5938;p171"/>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9" name="Google Shape;5939;p171"/>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0" name="Google Shape;5940;p171"/>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5941" name="Google Shape;5941;p171"/>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5942" name="Google Shape;5942;p171"/>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5943" name="Google Shape;5943;p171"/>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4" name="Google Shape;5944;p171"/>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45" name="Google Shape;5945;p171"/>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46" name="Google Shape;5946;p171"/>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1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5947" name="Shape 5947"/>
        <p:cNvGrpSpPr/>
        <p:nvPr/>
      </p:nvGrpSpPr>
      <p:grpSpPr>
        <a:xfrm>
          <a:off x="0" y="0"/>
          <a:ext cx="0" cy="0"/>
          <a:chOff x="0" y="0"/>
          <a:chExt cx="0" cy="0"/>
        </a:xfrm>
      </p:grpSpPr>
      <p:sp>
        <p:nvSpPr>
          <p:cNvPr id="5948" name="Google Shape;5948;p172"/>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5949" name="Google Shape;5949;p172"/>
          <p:cNvGrpSpPr/>
          <p:nvPr/>
        </p:nvGrpSpPr>
        <p:grpSpPr>
          <a:xfrm>
            <a:off x="6307400" y="1143000"/>
            <a:ext cx="6313200" cy="307800"/>
            <a:chOff x="22663550" y="1349273"/>
            <a:chExt cx="6313200" cy="307800"/>
          </a:xfrm>
        </p:grpSpPr>
        <p:grpSp>
          <p:nvGrpSpPr>
            <p:cNvPr id="5950" name="Google Shape;5950;p172"/>
            <p:cNvGrpSpPr/>
            <p:nvPr/>
          </p:nvGrpSpPr>
          <p:grpSpPr>
            <a:xfrm>
              <a:off x="22663550" y="1349273"/>
              <a:ext cx="6313200" cy="307800"/>
              <a:chOff x="11238000" y="958400"/>
              <a:chExt cx="6313200" cy="307800"/>
            </a:xfrm>
          </p:grpSpPr>
          <p:sp>
            <p:nvSpPr>
              <p:cNvPr id="5951" name="Google Shape;5951;p172"/>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952" name="Google Shape;5952;p172"/>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3" name="Google Shape;5953;p172"/>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54" name="Google Shape;5954;p172"/>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5" name="Google Shape;5955;p172"/>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6" name="Google Shape;5956;p172"/>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957" name="Google Shape;5957;p172"/>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958" name="Google Shape;5958;p172"/>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959" name="Google Shape;5959;p172"/>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960" name="Google Shape;5960;p172"/>
          <p:cNvGrpSpPr/>
          <p:nvPr/>
        </p:nvGrpSpPr>
        <p:grpSpPr>
          <a:xfrm>
            <a:off x="1735561" y="1752600"/>
            <a:ext cx="5042870" cy="7465163"/>
            <a:chOff x="468329" y="1524000"/>
            <a:chExt cx="5042870" cy="7465163"/>
          </a:xfrm>
        </p:grpSpPr>
        <p:sp>
          <p:nvSpPr>
            <p:cNvPr id="5961" name="Google Shape;5961;p172"/>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5962" name="Google Shape;5962;p172"/>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3" name="Google Shape;5963;p172"/>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5964" name="Google Shape;5964;p172"/>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5" name="Google Shape;5965;p172"/>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6" name="Google Shape;5966;p172"/>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7" name="Google Shape;5967;p172"/>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5968" name="Google Shape;5968;p172"/>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5969" name="Google Shape;5969;p172"/>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5970" name="Google Shape;5970;p172"/>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5971" name="Google Shape;5971;p172"/>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5972" name="Google Shape;5972;p172"/>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5973" name="Google Shape;5973;p172"/>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4" name="Google Shape;5974;p172"/>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5975" name="Google Shape;5975;p172"/>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76" name="Google Shape;5976;p172"/>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5977" name="Google Shape;5977;p172"/>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8" name="Google Shape;5978;p172"/>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5979" name="Google Shape;5979;p172"/>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0" name="Google Shape;5980;p172"/>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1" name="Google Shape;5981;p172"/>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82" name="Google Shape;5982;p172"/>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3" name="Google Shape;5983;p172"/>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4" name="Google Shape;5984;p172"/>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5" name="Google Shape;5985;p172"/>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986" name="Google Shape;5986;p172"/>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987" name="Google Shape;5987;p172"/>
            <p:cNvGrpSpPr/>
            <p:nvPr/>
          </p:nvGrpSpPr>
          <p:grpSpPr>
            <a:xfrm>
              <a:off x="487940" y="1793656"/>
              <a:ext cx="952566" cy="449700"/>
              <a:chOff x="755108" y="1946374"/>
              <a:chExt cx="1322458" cy="449700"/>
            </a:xfrm>
          </p:grpSpPr>
          <p:sp>
            <p:nvSpPr>
              <p:cNvPr id="5988" name="Google Shape;5988;p172"/>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89" name="Google Shape;5989;p172"/>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5990" name="Google Shape;5990;p172"/>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991" name="Google Shape;5991;p172"/>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992" name="Google Shape;5992;p172"/>
            <p:cNvGrpSpPr/>
            <p:nvPr/>
          </p:nvGrpSpPr>
          <p:grpSpPr>
            <a:xfrm>
              <a:off x="487981" y="3594708"/>
              <a:ext cx="952525" cy="449700"/>
              <a:chOff x="755165" y="1951713"/>
              <a:chExt cx="1322400" cy="449700"/>
            </a:xfrm>
          </p:grpSpPr>
          <p:sp>
            <p:nvSpPr>
              <p:cNvPr id="5993" name="Google Shape;5993;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4" name="Google Shape;5994;p172"/>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5995" name="Google Shape;5995;p172"/>
            <p:cNvGrpSpPr/>
            <p:nvPr/>
          </p:nvGrpSpPr>
          <p:grpSpPr>
            <a:xfrm>
              <a:off x="487981" y="2487900"/>
              <a:ext cx="952525" cy="449700"/>
              <a:chOff x="755165" y="1951713"/>
              <a:chExt cx="1322400" cy="449700"/>
            </a:xfrm>
          </p:grpSpPr>
          <p:sp>
            <p:nvSpPr>
              <p:cNvPr id="5996" name="Google Shape;5996;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7" name="Google Shape;5997;p172"/>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998" name="Google Shape;5998;p172"/>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5999" name="Google Shape;5999;p172"/>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000" name="Google Shape;6000;p172"/>
            <p:cNvGrpSpPr/>
            <p:nvPr/>
          </p:nvGrpSpPr>
          <p:grpSpPr>
            <a:xfrm>
              <a:off x="487981" y="5143496"/>
              <a:ext cx="952525" cy="449700"/>
              <a:chOff x="755165" y="1951713"/>
              <a:chExt cx="1322400" cy="449700"/>
            </a:xfrm>
          </p:grpSpPr>
          <p:sp>
            <p:nvSpPr>
              <p:cNvPr id="6001" name="Google Shape;6001;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2" name="Google Shape;6002;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6003" name="Google Shape;6003;p172"/>
            <p:cNvGrpSpPr/>
            <p:nvPr/>
          </p:nvGrpSpPr>
          <p:grpSpPr>
            <a:xfrm>
              <a:off x="487981" y="7376208"/>
              <a:ext cx="952525" cy="449700"/>
              <a:chOff x="755165" y="1951713"/>
              <a:chExt cx="1322400" cy="449700"/>
            </a:xfrm>
          </p:grpSpPr>
          <p:sp>
            <p:nvSpPr>
              <p:cNvPr id="6004" name="Google Shape;6004;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5" name="Google Shape;6005;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6006" name="Google Shape;6006;p172"/>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6007" name="Google Shape;6007;p172"/>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6008" name="Google Shape;6008;p172"/>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6009" name="Google Shape;6009;p172"/>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6010" name="Google Shape;6010;p172"/>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6011" name="Google Shape;6011;p172"/>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2" name="Google Shape;6012;p172"/>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13" name="Google Shape;6013;p172"/>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4" name="Google Shape;6014;p172"/>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5" name="Google Shape;6015;p172"/>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6" name="Google Shape;6016;p172"/>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017" name="Google Shape;6017;p172"/>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6018" name="Google Shape;6018;p172"/>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6019" name="Google Shape;6019;p172"/>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20" name="Google Shape;6020;p172"/>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1" name="Google Shape;6021;p172"/>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2" name="Google Shape;6022;p172"/>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6023" name="Google Shape;6023;p172"/>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4" name="Google Shape;6024;p172"/>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25" name="Google Shape;6025;p172"/>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6026" name="Google Shape;6026;p172"/>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6027" name="Google Shape;6027;p172"/>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6028" name="Google Shape;6028;p172"/>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6029" name="Google Shape;6029;p172"/>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6030" name="Google Shape;6030;p172"/>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1" name="Google Shape;6031;p172"/>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2" name="Google Shape;6032;p172"/>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3" name="Google Shape;6033;p172"/>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4" name="Google Shape;6034;p172"/>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5" name="Google Shape;6035;p172"/>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036" name="Google Shape;6036;p172"/>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7" name="Google Shape;6037;p172"/>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6038" name="Google Shape;6038;p172"/>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6039" name="Google Shape;6039;p172"/>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6040" name="Google Shape;6040;p172"/>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6041" name="Google Shape;6041;p172"/>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6042" name="Google Shape;6042;p172"/>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3" name="Google Shape;6043;p172"/>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4" name="Google Shape;6044;p172"/>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5" name="Google Shape;6045;p172"/>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6" name="Google Shape;6046;p172"/>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7" name="Google Shape;6047;p172"/>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6048" name="Google Shape;6048;p172"/>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9" name="Google Shape;6049;p172"/>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0" name="Google Shape;6050;p172"/>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1" name="Google Shape;6051;p172"/>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6052" name="Google Shape;6052;p172"/>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6053" name="Google Shape;6053;p172"/>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6054" name="Google Shape;6054;p172"/>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6055" name="Google Shape;6055;p172"/>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6056" name="Google Shape;6056;p172"/>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7" name="Google Shape;6057;p172"/>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58" name="Google Shape;6058;p172"/>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9" name="Google Shape;6059;p172"/>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0" name="Google Shape;6060;p172"/>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1" name="Google Shape;6061;p172"/>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6062" name="Google Shape;6062;p172"/>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63" name="Google Shape;6063;p172"/>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64" name="Google Shape;6064;p172"/>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065" name="Google Shape;6065;p172"/>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6066" name="Google Shape;6066;p172"/>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6067" name="Google Shape;6067;p172"/>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6068" name="Google Shape;6068;p172"/>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9" name="Google Shape;6069;p172"/>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70" name="Google Shape;6070;p172"/>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71" name="Google Shape;6071;p172"/>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6072" name="Google Shape;6072;p172"/>
          <p:cNvGrpSpPr/>
          <p:nvPr/>
        </p:nvGrpSpPr>
        <p:grpSpPr>
          <a:xfrm>
            <a:off x="7088611" y="1752600"/>
            <a:ext cx="5094171" cy="6865800"/>
            <a:chOff x="5821379" y="1524000"/>
            <a:chExt cx="5094171" cy="6865800"/>
          </a:xfrm>
        </p:grpSpPr>
        <p:sp>
          <p:nvSpPr>
            <p:cNvPr id="6073" name="Google Shape;6073;p172"/>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074" name="Google Shape;6074;p172"/>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075" name="Google Shape;6075;p172"/>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6076" name="Google Shape;6076;p172"/>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6077" name="Google Shape;6077;p172"/>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6078" name="Google Shape;6078;p172"/>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6079" name="Google Shape;6079;p172"/>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0" name="Google Shape;6080;p172"/>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6081" name="Google Shape;6081;p172"/>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2" name="Google Shape;6082;p172"/>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6083" name="Google Shape;6083;p172"/>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4" name="Google Shape;6084;p172"/>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6085" name="Google Shape;6085;p172"/>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6" name="Google Shape;6086;p172"/>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7" name="Google Shape;6087;p172"/>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8" name="Google Shape;6088;p172"/>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9" name="Google Shape;6089;p172"/>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0" name="Google Shape;6090;p172"/>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1" name="Google Shape;6091;p172"/>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092" name="Google Shape;6092;p172"/>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093" name="Google Shape;6093;p172"/>
            <p:cNvGrpSpPr/>
            <p:nvPr/>
          </p:nvGrpSpPr>
          <p:grpSpPr>
            <a:xfrm>
              <a:off x="5840990" y="1793656"/>
              <a:ext cx="952541" cy="449700"/>
              <a:chOff x="5812280" y="1793656"/>
              <a:chExt cx="952541" cy="449700"/>
            </a:xfrm>
          </p:grpSpPr>
          <p:sp>
            <p:nvSpPr>
              <p:cNvPr id="6094" name="Google Shape;6094;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95" name="Google Shape;6095;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6096" name="Google Shape;6096;p172"/>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097" name="Google Shape;6097;p172"/>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6098" name="Google Shape;6098;p172"/>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6099" name="Google Shape;6099;p172"/>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0" name="Google Shape;6100;p172"/>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6101" name="Google Shape;6101;p172"/>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6102" name="Google Shape;6102;p172"/>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6103" name="Google Shape;6103;p172"/>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6104" name="Google Shape;6104;p172"/>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6105" name="Google Shape;6105;p172"/>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6" name="Google Shape;6106;p172"/>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7" name="Google Shape;6107;p172"/>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8" name="Google Shape;6108;p172"/>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9" name="Google Shape;6109;p172"/>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0" name="Google Shape;6110;p172"/>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6111" name="Google Shape;6111;p172"/>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112" name="Google Shape;6112;p172"/>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6113" name="Google Shape;6113;p172"/>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14" name="Google Shape;6114;p172"/>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5" name="Google Shape;6115;p172"/>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6" name="Google Shape;6116;p172"/>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117" name="Google Shape;6117;p172"/>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118" name="Google Shape;6118;p172"/>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6119" name="Google Shape;6119;p172"/>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6120" name="Google Shape;6120;p172"/>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6121" name="Google Shape;6121;p172"/>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2" name="Google Shape;6122;p172"/>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3" name="Google Shape;6123;p172"/>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4" name="Google Shape;6124;p172"/>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5" name="Google Shape;6125;p172"/>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6" name="Google Shape;6126;p172"/>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6127" name="Google Shape;6127;p172"/>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8" name="Google Shape;6128;p172"/>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6129" name="Google Shape;6129;p172"/>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130" name="Google Shape;6130;p172"/>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6131" name="Google Shape;6131;p172"/>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6132" name="Google Shape;6132;p172"/>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6133" name="Google Shape;6133;p172"/>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4" name="Google Shape;6134;p172"/>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35" name="Google Shape;6135;p172"/>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6" name="Google Shape;6136;p172"/>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7" name="Google Shape;6137;p172"/>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8" name="Google Shape;6138;p172"/>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6139" name="Google Shape;6139;p172"/>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0" name="Google Shape;6140;p172"/>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6141" name="Google Shape;6141;p172"/>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6142" name="Google Shape;6142;p172"/>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6143" name="Google Shape;6143;p172"/>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6144" name="Google Shape;6144;p172"/>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6145" name="Google Shape;6145;p172"/>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6" name="Google Shape;6146;p172"/>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7" name="Google Shape;6147;p172"/>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8" name="Google Shape;6148;p172"/>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9" name="Google Shape;6149;p172"/>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0" name="Google Shape;6150;p172"/>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151" name="Google Shape;6151;p172"/>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6152" name="Google Shape;6152;p172"/>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153" name="Google Shape;6153;p172"/>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6154" name="Google Shape;6154;p172"/>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5" name="Google Shape;6155;p172"/>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56" name="Google Shape;6156;p172"/>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7" name="Google Shape;6157;p172"/>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158" name="Google Shape;6158;p172"/>
            <p:cNvGrpSpPr/>
            <p:nvPr/>
          </p:nvGrpSpPr>
          <p:grpSpPr>
            <a:xfrm>
              <a:off x="5840990" y="4576768"/>
              <a:ext cx="952541" cy="449700"/>
              <a:chOff x="5812280" y="1793656"/>
              <a:chExt cx="952541" cy="449700"/>
            </a:xfrm>
          </p:grpSpPr>
          <p:sp>
            <p:nvSpPr>
              <p:cNvPr id="6159" name="Google Shape;615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0" name="Google Shape;616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6161" name="Google Shape;6161;p172"/>
            <p:cNvGrpSpPr/>
            <p:nvPr/>
          </p:nvGrpSpPr>
          <p:grpSpPr>
            <a:xfrm>
              <a:off x="5840990" y="7099131"/>
              <a:ext cx="952541" cy="449700"/>
              <a:chOff x="5812280" y="1793656"/>
              <a:chExt cx="952541" cy="449700"/>
            </a:xfrm>
          </p:grpSpPr>
          <p:sp>
            <p:nvSpPr>
              <p:cNvPr id="6162" name="Google Shape;616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3" name="Google Shape;616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164" name="Google Shape;6164;p172"/>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5" name="Google Shape;6165;p172"/>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6" name="Google Shape;6166;p172"/>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7" name="Google Shape;6167;p172"/>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6168" name="Google Shape;6168;p172"/>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6169" name="Google Shape;6169;p172"/>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6170" name="Google Shape;6170;p172"/>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71" name="Google Shape;6171;p172"/>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2" name="Google Shape;6172;p172"/>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3" name="Google Shape;6173;p172"/>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6174" name="Google Shape;6174;p172"/>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6175" name="Google Shape;6175;p172"/>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6176" name="Google Shape;6176;p172"/>
          <p:cNvGrpSpPr/>
          <p:nvPr/>
        </p:nvGrpSpPr>
        <p:grpSpPr>
          <a:xfrm>
            <a:off x="12373539" y="1752600"/>
            <a:ext cx="4906068" cy="6868238"/>
            <a:chOff x="11106306" y="1524000"/>
            <a:chExt cx="4906068" cy="6868238"/>
          </a:xfrm>
        </p:grpSpPr>
        <p:sp>
          <p:nvSpPr>
            <p:cNvPr id="6177" name="Google Shape;6177;p172"/>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6178" name="Google Shape;6178;p172"/>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6179" name="Google Shape;6179;p172"/>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6180" name="Google Shape;6180;p172"/>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6181" name="Google Shape;6181;p172"/>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6182" name="Google Shape;6182;p172"/>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6183" name="Google Shape;6183;p172"/>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6184" name="Google Shape;6184;p172"/>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6185" name="Google Shape;6185;p172"/>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6186" name="Google Shape;6186;p172"/>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6187" name="Google Shape;6187;p172"/>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88" name="Google Shape;6188;p172"/>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6189" name="Google Shape;6189;p172"/>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0" name="Google Shape;6190;p172"/>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6191" name="Google Shape;6191;p172"/>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2" name="Google Shape;6192;p172"/>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6193" name="Google Shape;6193;p172"/>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4" name="Google Shape;6194;p172"/>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5" name="Google Shape;6195;p172"/>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6" name="Google Shape;6196;p172"/>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7" name="Google Shape;6197;p172"/>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8" name="Google Shape;6198;p172"/>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9" name="Google Shape;6199;p172"/>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200" name="Google Shape;6200;p172"/>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201" name="Google Shape;6201;p172"/>
            <p:cNvGrpSpPr/>
            <p:nvPr/>
          </p:nvGrpSpPr>
          <p:grpSpPr>
            <a:xfrm>
              <a:off x="11125917" y="1793656"/>
              <a:ext cx="952541" cy="449700"/>
              <a:chOff x="5812280" y="1793656"/>
              <a:chExt cx="952541" cy="449700"/>
            </a:xfrm>
          </p:grpSpPr>
          <p:sp>
            <p:nvSpPr>
              <p:cNvPr id="6202" name="Google Shape;620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03" name="Google Shape;620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6204" name="Google Shape;6204;p172"/>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205" name="Google Shape;6205;p172"/>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6206" name="Google Shape;6206;p172"/>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6207" name="Google Shape;6207;p172"/>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08" name="Google Shape;6208;p172"/>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6209" name="Google Shape;6209;p172"/>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6210" name="Google Shape;6210;p172"/>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1" name="Google Shape;6211;p172"/>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2" name="Google Shape;6212;p172"/>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6213" name="Google Shape;6213;p172"/>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6214" name="Google Shape;6214;p172"/>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6215" name="Google Shape;6215;p172"/>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16" name="Google Shape;6216;p172"/>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7" name="Google Shape;6217;p172"/>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218" name="Google Shape;6218;p172"/>
            <p:cNvGrpSpPr/>
            <p:nvPr/>
          </p:nvGrpSpPr>
          <p:grpSpPr>
            <a:xfrm>
              <a:off x="11135442" y="3521656"/>
              <a:ext cx="952541" cy="449700"/>
              <a:chOff x="5812280" y="1793656"/>
              <a:chExt cx="952541" cy="449700"/>
            </a:xfrm>
          </p:grpSpPr>
          <p:sp>
            <p:nvSpPr>
              <p:cNvPr id="6219" name="Google Shape;621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0" name="Google Shape;622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6221" name="Google Shape;6221;p172"/>
            <p:cNvGrpSpPr/>
            <p:nvPr/>
          </p:nvGrpSpPr>
          <p:grpSpPr>
            <a:xfrm>
              <a:off x="11135442" y="5120481"/>
              <a:ext cx="952541" cy="449700"/>
              <a:chOff x="5812280" y="1793656"/>
              <a:chExt cx="952541" cy="449700"/>
            </a:xfrm>
          </p:grpSpPr>
          <p:sp>
            <p:nvSpPr>
              <p:cNvPr id="6222" name="Google Shape;622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3" name="Google Shape;622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6224" name="Google Shape;6224;p172"/>
            <p:cNvGrpSpPr/>
            <p:nvPr/>
          </p:nvGrpSpPr>
          <p:grpSpPr>
            <a:xfrm>
              <a:off x="11135442" y="6869256"/>
              <a:ext cx="952541" cy="449700"/>
              <a:chOff x="5812280" y="1793656"/>
              <a:chExt cx="952541" cy="449700"/>
            </a:xfrm>
          </p:grpSpPr>
          <p:sp>
            <p:nvSpPr>
              <p:cNvPr id="6225" name="Google Shape;6225;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6" name="Google Shape;6226;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6227" name="Google Shape;6227;p172"/>
            <p:cNvGrpSpPr/>
            <p:nvPr/>
          </p:nvGrpSpPr>
          <p:grpSpPr>
            <a:xfrm>
              <a:off x="11135442" y="7661443"/>
              <a:ext cx="952541" cy="449700"/>
              <a:chOff x="5812280" y="1793656"/>
              <a:chExt cx="952541" cy="449700"/>
            </a:xfrm>
          </p:grpSpPr>
          <p:sp>
            <p:nvSpPr>
              <p:cNvPr id="6228" name="Google Shape;6228;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9" name="Google Shape;6229;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6230" name="Google Shape;6230;p172"/>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31" name="Google Shape;6231;p172"/>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6232" name="Google Shape;6232;p172"/>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3" name="Google Shape;6233;p172"/>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6234" name="Google Shape;6234;p172"/>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6235" name="Google Shape;6235;p172"/>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6236" name="Google Shape;6236;p172"/>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37" name="Google Shape;6237;p172"/>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8" name="Google Shape;6238;p172"/>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9" name="Google Shape;6239;p172"/>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6240" name="Google Shape;6240;p172"/>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6241" name="Google Shape;6241;p172"/>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6242" name="Google Shape;6242;p172"/>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6243" name="Google Shape;6243;p172"/>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6244" name="Google Shape;6244;p172"/>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6245" name="Google Shape;6245;p172"/>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46" name="Google Shape;6246;p172"/>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6247" name="Google Shape;6247;p172"/>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48" name="Google Shape;6248;p172"/>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6249" name="Google Shape;6249;p172"/>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0" name="Google Shape;6250;p172"/>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6251" name="Google Shape;6251;p172"/>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2" name="Google Shape;6252;p172"/>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3" name="Google Shape;6253;p172"/>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4" name="Google Shape;6254;p172"/>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5" name="Google Shape;6255;p172"/>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6" name="Google Shape;6256;p172"/>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7" name="Google Shape;6257;p172"/>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6258" name="Google Shape;6258;p172"/>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9" name="Google Shape;6259;p172"/>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60" name="Google Shape;6260;p172"/>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6261" name="Google Shape;6261;p172"/>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6262" name="Google Shape;6262;p172"/>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6263" name="Google Shape;6263;p172"/>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6264" name="Google Shape;6264;p172"/>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6265" name="Google Shape;6265;p172"/>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6266" name="Google Shape;6266;p172"/>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67" name="Google Shape;6267;p172"/>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6268" name="Google Shape;6268;p172"/>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69" name="Google Shape;6269;p172"/>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6270" name="Google Shape;6270;p172"/>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1" name="Google Shape;6271;p172"/>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6272" name="Google Shape;6272;p172"/>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3" name="Google Shape;6273;p172"/>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4" name="Google Shape;6274;p172"/>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75" name="Google Shape;6275;p172"/>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6" name="Google Shape;6276;p172"/>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7" name="Google Shape;6277;p172"/>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8" name="Google Shape;6278;p172"/>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6279" name="Google Shape;6279;p172"/>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1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6280" name="Shape 6280"/>
        <p:cNvGrpSpPr/>
        <p:nvPr/>
      </p:nvGrpSpPr>
      <p:grpSpPr>
        <a:xfrm>
          <a:off x="0" y="0"/>
          <a:ext cx="0" cy="0"/>
          <a:chOff x="0" y="0"/>
          <a:chExt cx="0" cy="0"/>
        </a:xfrm>
      </p:grpSpPr>
      <p:sp>
        <p:nvSpPr>
          <p:cNvPr id="6281" name="Google Shape;6281;p173"/>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6282" name="Google Shape;6282;p173"/>
          <p:cNvGrpSpPr/>
          <p:nvPr/>
        </p:nvGrpSpPr>
        <p:grpSpPr>
          <a:xfrm>
            <a:off x="11416650" y="987281"/>
            <a:ext cx="6313200" cy="308305"/>
            <a:chOff x="11238000" y="957895"/>
            <a:chExt cx="6313200" cy="308305"/>
          </a:xfrm>
        </p:grpSpPr>
        <p:sp>
          <p:nvSpPr>
            <p:cNvPr id="6283" name="Google Shape;6283;p173"/>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284" name="Google Shape;6284;p173"/>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5" name="Google Shape;6285;p173"/>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86" name="Google Shape;6286;p173"/>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7" name="Google Shape;6287;p173"/>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8" name="Google Shape;6288;p173"/>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6289" name="Google Shape;6289;p173"/>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290" name="Google Shape;6290;p173"/>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291" name="Google Shape;6291;p173"/>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292" name="Google Shape;6292;p173"/>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6293" name="Google Shape;6293;p173"/>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6294" name="Google Shape;6294;p173"/>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6295" name="Google Shape;6295;p173"/>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6296" name="Google Shape;6296;p173"/>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6297" name="Google Shape;6297;p173"/>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6298" name="Google Shape;6298;p173"/>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6299" name="Google Shape;6299;p173"/>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6300" name="Google Shape;6300;p173"/>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6301" name="Google Shape;6301;p173"/>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6302" name="Google Shape;6302;p173"/>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6303" name="Google Shape;6303;p173"/>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6304" name="Google Shape;6304;p173"/>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6305" name="Google Shape;6305;p173"/>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306" name="Google Shape;6306;p173"/>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6307" name="Google Shape;6307;p173"/>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308" name="Google Shape;6308;p173"/>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6309" name="Google Shape;6309;p173"/>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6310" name="Google Shape;6310;p173"/>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6311" name="Google Shape;6311;p173"/>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6312" name="Google Shape;6312;p173"/>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6313" name="Google Shape;6313;p173"/>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14" name="Google Shape;6314;p173"/>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6315" name="Google Shape;6315;p173"/>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6316" name="Google Shape;6316;p173"/>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17" name="Google Shape;6317;p173"/>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318" name="Google Shape;6318;p173"/>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6319" name="Google Shape;6319;p173"/>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320" name="Google Shape;6320;p173"/>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6321" name="Google Shape;6321;p173"/>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6322" name="Google Shape;6322;p173"/>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3" name="Google Shape;6323;p173"/>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4" name="Google Shape;6324;p173"/>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6325" name="Google Shape;6325;p173"/>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6326" name="Google Shape;6326;p173"/>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6327" name="Google Shape;6327;p173"/>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328" name="Google Shape;6328;p173"/>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6329" name="Google Shape;6329;p173"/>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6330" name="Google Shape;6330;p173"/>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331" name="Google Shape;6331;p173"/>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6332" name="Google Shape;6332;p173"/>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6333" name="Google Shape;6333;p173"/>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6334" name="Google Shape;6334;p173"/>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6335" name="Google Shape;6335;p173"/>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6336" name="Google Shape;6336;p173"/>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6337" name="Google Shape;6337;p173"/>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6338" name="Google Shape;6338;p173"/>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6339" name="Google Shape;6339;p173"/>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40" name="Google Shape;6340;p173"/>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41" name="Google Shape;6341;p173"/>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6342" name="Google Shape;6342;p173"/>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3" name="Google Shape;6343;p173"/>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44" name="Google Shape;6344;p173"/>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5" name="Google Shape;6345;p173"/>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6" name="Google Shape;6346;p173"/>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6347" name="Google Shape;6347;p173"/>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48" name="Google Shape;6348;p173"/>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6349" name="Google Shape;6349;p173"/>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50" name="Google Shape;6350;p173"/>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6351" name="Google Shape;6351;p173"/>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2" name="Google Shape;6352;p173"/>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6353" name="Google Shape;6353;p173"/>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4" name="Google Shape;6354;p173"/>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355" name="Google Shape;6355;p173"/>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6" name="Google Shape;6356;p173"/>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6357" name="Google Shape;6357;p173"/>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8" name="Google Shape;6358;p173"/>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9" name="Google Shape;6359;p173"/>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0" name="Google Shape;6360;p173"/>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361" name="Google Shape;6361;p173"/>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2" name="Google Shape;6362;p173"/>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3" name="Google Shape;6363;p173"/>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4" name="Google Shape;6364;p173"/>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5" name="Google Shape;6365;p173"/>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6" name="Google Shape;6366;p173"/>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6367" name="Google Shape;6367;p173"/>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8" name="Google Shape;6368;p173"/>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69" name="Google Shape;6369;p173"/>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0" name="Google Shape;6370;p173"/>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1" name="Google Shape;6371;p173"/>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2" name="Google Shape;6372;p173"/>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3" name="Google Shape;6373;p173"/>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4" name="Google Shape;6374;p173"/>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5" name="Google Shape;6375;p173"/>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6" name="Google Shape;6376;p173"/>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7" name="Google Shape;6377;p173"/>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8" name="Google Shape;6378;p173"/>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79" name="Google Shape;6379;p173"/>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0" name="Google Shape;6380;p173"/>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1" name="Google Shape;6381;p173"/>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2" name="Google Shape;6382;p173"/>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6383" name="Google Shape;6383;p173"/>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4" name="Google Shape;6384;p173"/>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6385" name="Google Shape;6385;p173"/>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6" name="Google Shape;6386;p173"/>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7" name="Google Shape;6387;p173"/>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8" name="Google Shape;6388;p173"/>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9" name="Google Shape;6389;p173"/>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0" name="Google Shape;6390;p173"/>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1" name="Google Shape;6391;p173"/>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2" name="Google Shape;6392;p173"/>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3" name="Google Shape;6393;p173"/>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4" name="Google Shape;6394;p173"/>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5" name="Google Shape;6395;p173"/>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96" name="Google Shape;6396;p173"/>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6397" name="Google Shape;6397;p173"/>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8" name="Google Shape;6398;p173"/>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6399" name="Google Shape;6399;p173"/>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6400" name="Google Shape;6400;p173"/>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401" name="Google Shape;6401;p173"/>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402" name="Google Shape;6402;p173"/>
          <p:cNvGrpSpPr/>
          <p:nvPr/>
        </p:nvGrpSpPr>
        <p:grpSpPr>
          <a:xfrm>
            <a:off x="497950" y="1867456"/>
            <a:ext cx="952566" cy="449700"/>
            <a:chOff x="755108" y="1946374"/>
            <a:chExt cx="1322458" cy="449700"/>
          </a:xfrm>
        </p:grpSpPr>
        <p:sp>
          <p:nvSpPr>
            <p:cNvPr id="6403" name="Google Shape;6403;p173"/>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4" name="Google Shape;6404;p173"/>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6405" name="Google Shape;6405;p173"/>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406" name="Google Shape;6406;p173"/>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6407" name="Google Shape;6407;p173"/>
          <p:cNvGrpSpPr/>
          <p:nvPr/>
        </p:nvGrpSpPr>
        <p:grpSpPr>
          <a:xfrm>
            <a:off x="497991" y="7043359"/>
            <a:ext cx="952525" cy="449700"/>
            <a:chOff x="755165" y="1951713"/>
            <a:chExt cx="1322400" cy="449700"/>
          </a:xfrm>
        </p:grpSpPr>
        <p:sp>
          <p:nvSpPr>
            <p:cNvPr id="6408" name="Google Shape;6408;p173"/>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9" name="Google Shape;6409;p173"/>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6410" name="Google Shape;6410;p173"/>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6411" name="Google Shape;6411;p173"/>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6412" name="Google Shape;6412;p173"/>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6413" name="Google Shape;6413;p173"/>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6414" name="Google Shape;6414;p173"/>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5" name="Google Shape;6415;p173"/>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6" name="Google Shape;6416;p173"/>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417" name="Google Shape;6417;p173"/>
          <p:cNvGrpSpPr/>
          <p:nvPr/>
        </p:nvGrpSpPr>
        <p:grpSpPr>
          <a:xfrm>
            <a:off x="497991" y="9571870"/>
            <a:ext cx="952525" cy="449700"/>
            <a:chOff x="755165" y="1979727"/>
            <a:chExt cx="1322400" cy="449700"/>
          </a:xfrm>
        </p:grpSpPr>
        <p:sp>
          <p:nvSpPr>
            <p:cNvPr id="6418" name="Google Shape;6418;p173"/>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19" name="Google Shape;6419;p173"/>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6420" name="Google Shape;6420;p173"/>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6421" name="Google Shape;6421;p173"/>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6422" name="Google Shape;6422;p173"/>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6423" name="Google Shape;6423;p173"/>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6424" name="Google Shape;6424;p173"/>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6425" name="Google Shape;6425;p173"/>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6426" name="Google Shape;6426;p173"/>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6427" name="Google Shape;6427;p173"/>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6428" name="Google Shape;6428;p173"/>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6429" name="Google Shape;6429;p173"/>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6430" name="Google Shape;6430;p173"/>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6431" name="Google Shape;6431;p173"/>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6432" name="Google Shape;6432;p173"/>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6433" name="Google Shape;6433;p173"/>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434" name="Google Shape;6434;p173"/>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435" name="Google Shape;6435;p173"/>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36" name="Google Shape;6436;p173"/>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6437" name="Google Shape;6437;p173"/>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38" name="Google Shape;6438;p173"/>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6439" name="Google Shape;6439;p173"/>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40" name="Google Shape;6440;p173"/>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41" name="Google Shape;6441;p173"/>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442" name="Google Shape;6442;p173"/>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6443" name="Google Shape;6443;p173"/>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44" name="Google Shape;6444;p173"/>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6445" name="Google Shape;6445;p173"/>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6446" name="Google Shape;6446;p173"/>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447" name="Google Shape;6447;p173"/>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6448" name="Google Shape;6448;p173"/>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6449" name="Google Shape;6449;p173"/>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6450" name="Google Shape;6450;p173"/>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51" name="Google Shape;6451;p173"/>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6452" name="Google Shape;6452;p173"/>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6453" name="Google Shape;6453;p173"/>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6454" name="Google Shape;6454;p173"/>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6455" name="Google Shape;6455;p173"/>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56" name="Google Shape;6456;p173"/>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57" name="Google Shape;6457;p173"/>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6458" name="Google Shape;6458;p173"/>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459" name="Google Shape;6459;p173"/>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6460" name="Google Shape;6460;p173"/>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6461" name="Google Shape;6461;p173"/>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6462" name="Google Shape;6462;p173"/>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6463" name="Google Shape;6463;p173"/>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64" name="Google Shape;6464;p173"/>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6465" name="Google Shape;6465;p173"/>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6466" name="Google Shape;6466;p173"/>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6467" name="Google Shape;6467;p173"/>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68" name="Google Shape;6468;p173"/>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6469" name="Google Shape;6469;p173"/>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0" name="Google Shape;6470;p173"/>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6471" name="Google Shape;6471;p173"/>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72" name="Google Shape;6472;p173"/>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3" name="Google Shape;6473;p173"/>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4" name="Google Shape;6474;p173"/>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6475" name="Google Shape;6475;p173"/>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6476" name="Google Shape;6476;p173"/>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7" name="Google Shape;6477;p173"/>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6478" name="Google Shape;6478;p173"/>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9" name="Google Shape;6479;p173"/>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80" name="Google Shape;6480;p173"/>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6481" name="Google Shape;6481;p173"/>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6482" name="Google Shape;6482;p173"/>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6483" name="Google Shape;6483;p173"/>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6484" name="Google Shape;6484;p173"/>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5" name="Google Shape;6485;p173"/>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86" name="Google Shape;6486;p173"/>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7" name="Google Shape;6487;p173"/>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8" name="Google Shape;6488;p173"/>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9" name="Google Shape;6489;p173"/>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0" name="Google Shape;6490;p173"/>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1" name="Google Shape;6491;p173"/>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2" name="Google Shape;6492;p173"/>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3" name="Google Shape;6493;p173"/>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4" name="Google Shape;6494;p173"/>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5" name="Google Shape;6495;p173"/>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6" name="Google Shape;6496;p173"/>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7" name="Google Shape;6497;p173"/>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8" name="Google Shape;6498;p173"/>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9" name="Google Shape;6499;p173"/>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6500" name="Google Shape;6500;p173"/>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1" name="Google Shape;6501;p173"/>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2" name="Google Shape;6502;p173"/>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3" name="Google Shape;6503;p173"/>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504" name="Google Shape;6504;p173"/>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5" name="Google Shape;6505;p173"/>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6" name="Google Shape;6506;p173"/>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7" name="Google Shape;6507;p173"/>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8" name="Google Shape;6508;p173"/>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9" name="Google Shape;6509;p173"/>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0" name="Google Shape;6510;p173"/>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1" name="Google Shape;6511;p173"/>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2" name="Google Shape;6512;p173"/>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3" name="Google Shape;6513;p173"/>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4" name="Google Shape;6514;p173"/>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5" name="Google Shape;6515;p173"/>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6" name="Google Shape;6516;p173"/>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7" name="Google Shape;6517;p173"/>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8" name="Google Shape;6518;p173"/>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9" name="Google Shape;6519;p173"/>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0" name="Google Shape;6520;p173"/>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1" name="Google Shape;6521;p173"/>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2" name="Google Shape;6522;p173"/>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3" name="Google Shape;6523;p173"/>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4" name="Google Shape;6524;p173"/>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5" name="Google Shape;6525;p173"/>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6" name="Google Shape;6526;p173"/>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7" name="Google Shape;6527;p173"/>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8" name="Google Shape;6528;p173"/>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9" name="Google Shape;6529;p173"/>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0" name="Google Shape;6530;p173"/>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1" name="Google Shape;6531;p173"/>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2" name="Google Shape;6532;p173"/>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3" name="Google Shape;6533;p173"/>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4" name="Google Shape;6534;p173"/>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5" name="Google Shape;6535;p173"/>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6" name="Google Shape;6536;p173"/>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7" name="Google Shape;6537;p173"/>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8" name="Google Shape;6538;p173"/>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539" name="Google Shape;6539;p173"/>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540" name="Google Shape;6540;p173"/>
          <p:cNvGrpSpPr/>
          <p:nvPr/>
        </p:nvGrpSpPr>
        <p:grpSpPr>
          <a:xfrm>
            <a:off x="4741973" y="1867456"/>
            <a:ext cx="952525" cy="449700"/>
            <a:chOff x="755165" y="1938890"/>
            <a:chExt cx="1322400" cy="449700"/>
          </a:xfrm>
        </p:grpSpPr>
        <p:sp>
          <p:nvSpPr>
            <p:cNvPr id="6541" name="Google Shape;6541;p173"/>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2" name="Google Shape;6542;p173"/>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6543" name="Google Shape;6543;p173"/>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544" name="Google Shape;6544;p173"/>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6545" name="Google Shape;6545;p173"/>
          <p:cNvGrpSpPr/>
          <p:nvPr/>
        </p:nvGrpSpPr>
        <p:grpSpPr>
          <a:xfrm>
            <a:off x="4741973" y="6193420"/>
            <a:ext cx="952525" cy="449700"/>
            <a:chOff x="755165" y="1866174"/>
            <a:chExt cx="1322400" cy="449700"/>
          </a:xfrm>
        </p:grpSpPr>
        <p:sp>
          <p:nvSpPr>
            <p:cNvPr id="6546" name="Google Shape;6546;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7" name="Google Shape;6547;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6548" name="Google Shape;6548;p173"/>
          <p:cNvGrpSpPr/>
          <p:nvPr/>
        </p:nvGrpSpPr>
        <p:grpSpPr>
          <a:xfrm>
            <a:off x="4741973" y="9230466"/>
            <a:ext cx="952525" cy="449700"/>
            <a:chOff x="755165" y="1886345"/>
            <a:chExt cx="1322400" cy="449700"/>
          </a:xfrm>
        </p:grpSpPr>
        <p:sp>
          <p:nvSpPr>
            <p:cNvPr id="6549" name="Google Shape;6549;p173"/>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50" name="Google Shape;6550;p173"/>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6551" name="Google Shape;6551;p173"/>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6552" name="Google Shape;6552;p173"/>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6553" name="Google Shape;6553;p173"/>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6554" name="Google Shape;6554;p173"/>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6555" name="Google Shape;6555;p173"/>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6556" name="Google Shape;6556;p173"/>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6557" name="Google Shape;6557;p173"/>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6558" name="Google Shape;6558;p173"/>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6559" name="Google Shape;6559;p173"/>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6560" name="Google Shape;6560;p173"/>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6561" name="Google Shape;6561;p173"/>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6562" name="Google Shape;6562;p173"/>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6563" name="Google Shape;6563;p173"/>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6564" name="Google Shape;6564;p173"/>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565" name="Google Shape;6565;p173"/>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66" name="Google Shape;6566;p173"/>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67" name="Google Shape;6567;p173"/>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68" name="Google Shape;6568;p173"/>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69" name="Google Shape;6569;p173"/>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70" name="Google Shape;6570;p173"/>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71" name="Google Shape;6571;p173"/>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2" name="Google Shape;6572;p173"/>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73" name="Google Shape;6573;p173"/>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74" name="Google Shape;6574;p173"/>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6575" name="Google Shape;6575;p173"/>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6" name="Google Shape;6576;p173"/>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77" name="Google Shape;6577;p173"/>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78" name="Google Shape;6578;p173"/>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6579" name="Google Shape;6579;p173"/>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80" name="Google Shape;6580;p173"/>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81" name="Google Shape;6581;p173"/>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82" name="Google Shape;6582;p173"/>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6583" name="Google Shape;6583;p173"/>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6584" name="Google Shape;6584;p173"/>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6585" name="Google Shape;6585;p173"/>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6586" name="Google Shape;6586;p173"/>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6587" name="Google Shape;6587;p173"/>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6588" name="Google Shape;6588;p173"/>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6589" name="Google Shape;6589;p173"/>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6590" name="Google Shape;6590;p173"/>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6591" name="Google Shape;6591;p173"/>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592" name="Google Shape;6592;p173"/>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6593" name="Google Shape;6593;p173"/>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94" name="Google Shape;6594;p173"/>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6595" name="Google Shape;6595;p173"/>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6596" name="Google Shape;6596;p173"/>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6597" name="Google Shape;6597;p173"/>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6598" name="Google Shape;6598;p173"/>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6599" name="Google Shape;6599;p173"/>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6600" name="Google Shape;6600;p173"/>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6601" name="Google Shape;6601;p173"/>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6602" name="Google Shape;6602;p173"/>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6603" name="Google Shape;6603;p173"/>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6604" name="Google Shape;6604;p173"/>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6605" name="Google Shape;6605;p173"/>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6606" name="Google Shape;6606;p173"/>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6607" name="Google Shape;6607;p173"/>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6608" name="Google Shape;6608;p173"/>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6609" name="Google Shape;6609;p173"/>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6610" name="Google Shape;6610;p173"/>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611" name="Google Shape;6611;p173"/>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6612" name="Google Shape;6612;p173"/>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6613" name="Google Shape;6613;p173"/>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6614" name="Google Shape;6614;p173"/>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6615" name="Google Shape;6615;p173"/>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6" name="Google Shape;6616;p173"/>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7" name="Google Shape;6617;p173"/>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8" name="Google Shape;6618;p173"/>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9" name="Google Shape;6619;p173"/>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0" name="Google Shape;6620;p173"/>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1" name="Google Shape;6621;p173"/>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2" name="Google Shape;6622;p173"/>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3" name="Google Shape;6623;p173"/>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4" name="Google Shape;6624;p173"/>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5" name="Google Shape;6625;p173"/>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6" name="Google Shape;6626;p173"/>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7" name="Google Shape;6627;p173"/>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8" name="Google Shape;6628;p173"/>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9" name="Google Shape;6629;p173"/>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0" name="Google Shape;6630;p173"/>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1" name="Google Shape;6631;p173"/>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2" name="Google Shape;6632;p173"/>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3" name="Google Shape;6633;p173"/>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4" name="Google Shape;6634;p173"/>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5" name="Google Shape;6635;p173"/>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6" name="Google Shape;6636;p173"/>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7" name="Google Shape;6637;p173"/>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8" name="Google Shape;6638;p173"/>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9" name="Google Shape;6639;p173"/>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0" name="Google Shape;6640;p173"/>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1" name="Google Shape;6641;p173"/>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2" name="Google Shape;6642;p173"/>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3" name="Google Shape;6643;p173"/>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4" name="Google Shape;6644;p173"/>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5" name="Google Shape;6645;p173"/>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6" name="Google Shape;6646;p173"/>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7" name="Google Shape;6647;p173"/>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8" name="Google Shape;6648;p173"/>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9" name="Google Shape;6649;p173"/>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0" name="Google Shape;6650;p173"/>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1" name="Google Shape;6651;p173"/>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2" name="Google Shape;6652;p173"/>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3" name="Google Shape;6653;p173"/>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4" name="Google Shape;6654;p173"/>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5" name="Google Shape;6655;p173"/>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6" name="Google Shape;6656;p173"/>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7" name="Google Shape;6657;p173"/>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8" name="Google Shape;6658;p173"/>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9" name="Google Shape;6659;p173"/>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0" name="Google Shape;6660;p173"/>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1" name="Google Shape;6661;p173"/>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2" name="Google Shape;6662;p173"/>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3" name="Google Shape;6663;p173"/>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4" name="Google Shape;6664;p173"/>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5" name="Google Shape;6665;p173"/>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6" name="Google Shape;6666;p173"/>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7" name="Google Shape;6667;p173"/>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668" name="Google Shape;6668;p173"/>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69" name="Google Shape;6669;p173"/>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0" name="Google Shape;6670;p173"/>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71" name="Google Shape;6671;p173"/>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2" name="Google Shape;6672;p173"/>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3" name="Google Shape;6673;p173"/>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4" name="Google Shape;6674;p173"/>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5" name="Google Shape;6675;p173"/>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6" name="Google Shape;6676;p173"/>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677" name="Google Shape;6677;p173"/>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678" name="Google Shape;6678;p173"/>
          <p:cNvGrpSpPr/>
          <p:nvPr/>
        </p:nvGrpSpPr>
        <p:grpSpPr>
          <a:xfrm>
            <a:off x="8994853" y="1867456"/>
            <a:ext cx="952525" cy="449700"/>
            <a:chOff x="755165" y="1905021"/>
            <a:chExt cx="1322400" cy="449700"/>
          </a:xfrm>
        </p:grpSpPr>
        <p:sp>
          <p:nvSpPr>
            <p:cNvPr id="6679" name="Google Shape;6679;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0" name="Google Shape;6680;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6681" name="Google Shape;6681;p173"/>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682" name="Google Shape;6682;p173"/>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683" name="Google Shape;6683;p173"/>
          <p:cNvGrpSpPr/>
          <p:nvPr/>
        </p:nvGrpSpPr>
        <p:grpSpPr>
          <a:xfrm>
            <a:off x="8994853" y="7223868"/>
            <a:ext cx="952525" cy="449700"/>
            <a:chOff x="755165" y="1866174"/>
            <a:chExt cx="1322400" cy="449700"/>
          </a:xfrm>
        </p:grpSpPr>
        <p:sp>
          <p:nvSpPr>
            <p:cNvPr id="6684" name="Google Shape;6684;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5" name="Google Shape;6685;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686" name="Google Shape;6686;p173"/>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87" name="Google Shape;6687;p173"/>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6688" name="Google Shape;6688;p173"/>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6689" name="Google Shape;6689;p173"/>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0" name="Google Shape;6690;p173"/>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6691" name="Google Shape;6691;p173"/>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6692" name="Google Shape;6692;p173"/>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6693" name="Google Shape;6693;p173"/>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6694" name="Google Shape;6694;p173"/>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6695" name="Google Shape;6695;p173"/>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6696" name="Google Shape;6696;p173"/>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697" name="Google Shape;6697;p173"/>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8" name="Google Shape;6698;p173"/>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6699" name="Google Shape;6699;p173"/>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700" name="Google Shape;6700;p173"/>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6701" name="Google Shape;6701;p173"/>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6702" name="Google Shape;6702;p173"/>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6703" name="Google Shape;6703;p173"/>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6704" name="Google Shape;6704;p173"/>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6705" name="Google Shape;6705;p173"/>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6706" name="Google Shape;6706;p173"/>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6707" name="Google Shape;6707;p173"/>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6708" name="Google Shape;6708;p173"/>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6709" name="Google Shape;6709;p173"/>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6710" name="Google Shape;6710;p173"/>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6711" name="Google Shape;6711;p173"/>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712" name="Google Shape;6712;p173"/>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6713" name="Google Shape;6713;p173"/>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6714" name="Google Shape;6714;p173"/>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6715" name="Google Shape;6715;p173"/>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6716" name="Google Shape;6716;p173"/>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6717" name="Google Shape;6717;p173"/>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6718" name="Google Shape;6718;p173"/>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6719" name="Google Shape;6719;p173"/>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0" name="Google Shape;6720;p173"/>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6721" name="Google Shape;6721;p173"/>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2" name="Google Shape;6722;p173"/>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723" name="Google Shape;6723;p173"/>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4" name="Google Shape;6724;p173"/>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6725" name="Google Shape;6725;p173"/>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6" name="Google Shape;6726;p173"/>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6727" name="Google Shape;6727;p173"/>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8" name="Google Shape;6728;p173"/>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6729" name="Google Shape;6729;p173"/>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0" name="Google Shape;6730;p173"/>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6731" name="Google Shape;6731;p173"/>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2" name="Google Shape;6732;p173"/>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6733" name="Google Shape;6733;p173"/>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4" name="Google Shape;6734;p173"/>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6735" name="Google Shape;6735;p173"/>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6" name="Google Shape;6736;p173"/>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6737" name="Google Shape;6737;p173"/>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8" name="Google Shape;6738;p173"/>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39" name="Google Shape;6739;p173"/>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0" name="Google Shape;6740;p173"/>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6741" name="Google Shape;6741;p173"/>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2" name="Google Shape;6742;p173"/>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6743" name="Google Shape;6743;p173"/>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4" name="Google Shape;6744;p173"/>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6745" name="Google Shape;6745;p173"/>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6" name="Google Shape;6746;p173"/>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6747" name="Google Shape;6747;p173"/>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8" name="Google Shape;6748;p173"/>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9" name="Google Shape;6749;p173"/>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6750" name="Google Shape;6750;p173"/>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1" name="Google Shape;6751;p173"/>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2" name="Google Shape;6752;p173"/>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6753" name="Google Shape;6753;p173"/>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4" name="Google Shape;6754;p173"/>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5" name="Google Shape;6755;p173"/>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6756" name="Google Shape;6756;p173"/>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7" name="Google Shape;6757;p173"/>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8" name="Google Shape;6758;p173"/>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6759" name="Google Shape;6759;p173"/>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0" name="Google Shape;6760;p173"/>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1" name="Google Shape;6761;p173"/>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762" name="Google Shape;6762;p173"/>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3" name="Google Shape;6763;p173"/>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4" name="Google Shape;6764;p173"/>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6765" name="Google Shape;6765;p173"/>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6" name="Google Shape;6766;p173"/>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67" name="Google Shape;6767;p173"/>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68" name="Google Shape;6768;p173"/>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9" name="Google Shape;6769;p173"/>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70" name="Google Shape;6770;p173"/>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6771" name="Google Shape;6771;p173"/>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72" name="Google Shape;6772;p173"/>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6773" name="Google Shape;6773;p173"/>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6774" name="Google Shape;6774;p173"/>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75" name="Google Shape;6775;p173"/>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6776" name="Google Shape;6776;p173"/>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6777" name="Google Shape;6777;p173"/>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6778" name="Google Shape;6778;p173"/>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6779" name="Google Shape;6779;p173"/>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80" name="Google Shape;6780;p173"/>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781" name="Google Shape;6781;p173"/>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782" name="Google Shape;6782;p173"/>
          <p:cNvGrpSpPr/>
          <p:nvPr/>
        </p:nvGrpSpPr>
        <p:grpSpPr>
          <a:xfrm>
            <a:off x="13258005" y="1867456"/>
            <a:ext cx="952525" cy="449700"/>
            <a:chOff x="755165" y="1905021"/>
            <a:chExt cx="1322400" cy="449700"/>
          </a:xfrm>
        </p:grpSpPr>
        <p:sp>
          <p:nvSpPr>
            <p:cNvPr id="6783" name="Google Shape;6783;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4" name="Google Shape;6784;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785" name="Google Shape;6785;p173"/>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786" name="Google Shape;6786;p173"/>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787" name="Google Shape;6787;p173"/>
          <p:cNvGrpSpPr/>
          <p:nvPr/>
        </p:nvGrpSpPr>
        <p:grpSpPr>
          <a:xfrm>
            <a:off x="13258005" y="3001220"/>
            <a:ext cx="952525" cy="449700"/>
            <a:chOff x="755165" y="1856649"/>
            <a:chExt cx="1322400" cy="449700"/>
          </a:xfrm>
        </p:grpSpPr>
        <p:sp>
          <p:nvSpPr>
            <p:cNvPr id="6788" name="Google Shape;6788;p173"/>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9" name="Google Shape;6789;p173"/>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1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6790" name="Shape 6790"/>
        <p:cNvGrpSpPr/>
        <p:nvPr/>
      </p:nvGrpSpPr>
      <p:grpSpPr>
        <a:xfrm>
          <a:off x="0" y="0"/>
          <a:ext cx="0" cy="0"/>
          <a:chOff x="0" y="0"/>
          <a:chExt cx="0" cy="0"/>
        </a:xfrm>
      </p:grpSpPr>
      <p:sp>
        <p:nvSpPr>
          <p:cNvPr id="6791" name="Google Shape;6791;p174"/>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6792" name="Google Shape;6792;p174"/>
          <p:cNvGrpSpPr/>
          <p:nvPr/>
        </p:nvGrpSpPr>
        <p:grpSpPr>
          <a:xfrm>
            <a:off x="5987400" y="703350"/>
            <a:ext cx="6313200" cy="307800"/>
            <a:chOff x="22663550" y="1349273"/>
            <a:chExt cx="6313200" cy="307800"/>
          </a:xfrm>
        </p:grpSpPr>
        <p:grpSp>
          <p:nvGrpSpPr>
            <p:cNvPr id="6793" name="Google Shape;6793;p174"/>
            <p:cNvGrpSpPr/>
            <p:nvPr/>
          </p:nvGrpSpPr>
          <p:grpSpPr>
            <a:xfrm>
              <a:off x="22663550" y="1349273"/>
              <a:ext cx="6313200" cy="307800"/>
              <a:chOff x="11238000" y="958400"/>
              <a:chExt cx="6313200" cy="307800"/>
            </a:xfrm>
          </p:grpSpPr>
          <p:sp>
            <p:nvSpPr>
              <p:cNvPr id="6794" name="Google Shape;6794;p174"/>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795" name="Google Shape;6795;p17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6" name="Google Shape;6796;p17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97" name="Google Shape;6797;p17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8" name="Google Shape;6798;p17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9" name="Google Shape;6799;p17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800" name="Google Shape;6800;p17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801" name="Google Shape;6801;p17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802" name="Google Shape;6802;p174"/>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6803" name="Google Shape;6803;p174"/>
          <p:cNvGrpSpPr/>
          <p:nvPr/>
        </p:nvGrpSpPr>
        <p:grpSpPr>
          <a:xfrm>
            <a:off x="1451611" y="1113234"/>
            <a:ext cx="5688463" cy="8985603"/>
            <a:chOff x="800611" y="1189434"/>
            <a:chExt cx="5688463" cy="8985603"/>
          </a:xfrm>
        </p:grpSpPr>
        <p:sp>
          <p:nvSpPr>
            <p:cNvPr id="6804" name="Google Shape;6804;p174"/>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6805" name="Google Shape;6805;p174"/>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6806" name="Google Shape;6806;p174"/>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6807" name="Google Shape;6807;p174"/>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6808" name="Google Shape;6808;p174"/>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6809" name="Google Shape;6809;p174"/>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6810" name="Google Shape;6810;p174"/>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6811" name="Google Shape;6811;p174"/>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6812" name="Google Shape;6812;p174"/>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6813" name="Google Shape;6813;p174"/>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6814" name="Google Shape;6814;p174"/>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6815" name="Google Shape;6815;p174"/>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6816" name="Google Shape;6816;p174"/>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6817" name="Google Shape;6817;p174"/>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6818" name="Google Shape;6818;p174"/>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6819" name="Google Shape;6819;p174"/>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6820" name="Google Shape;6820;p174"/>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6821" name="Google Shape;6821;p174"/>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22" name="Google Shape;6822;p174"/>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6823" name="Google Shape;6823;p174"/>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6824" name="Google Shape;6824;p174"/>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825" name="Google Shape;6825;p174"/>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826" name="Google Shape;6826;p174"/>
            <p:cNvGrpSpPr/>
            <p:nvPr/>
          </p:nvGrpSpPr>
          <p:grpSpPr>
            <a:xfrm>
              <a:off x="820222" y="1412656"/>
              <a:ext cx="952541" cy="449700"/>
              <a:chOff x="5812280" y="1793656"/>
              <a:chExt cx="952541" cy="449700"/>
            </a:xfrm>
          </p:grpSpPr>
          <p:sp>
            <p:nvSpPr>
              <p:cNvPr id="6827" name="Google Shape;6827;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28" name="Google Shape;6828;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6829" name="Google Shape;6829;p174"/>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830" name="Google Shape;6830;p174"/>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831" name="Google Shape;6831;p174"/>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6832" name="Google Shape;6832;p174"/>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6833" name="Google Shape;6833;p174"/>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6834" name="Google Shape;6834;p174"/>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6835" name="Google Shape;6835;p174"/>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6836" name="Google Shape;6836;p174"/>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37" name="Google Shape;6837;p174"/>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8" name="Google Shape;6838;p174"/>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9" name="Google Shape;6839;p174"/>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0" name="Google Shape;6840;p174"/>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841" name="Google Shape;6841;p174"/>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2" name="Google Shape;6842;p174"/>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843" name="Google Shape;6843;p174"/>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6844" name="Google Shape;6844;p174"/>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6845" name="Google Shape;6845;p174"/>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6846" name="Google Shape;6846;p174"/>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7" name="Google Shape;6847;p174"/>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8" name="Google Shape;6848;p174"/>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9" name="Google Shape;6849;p174"/>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0" name="Google Shape;6850;p174"/>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6851" name="Google Shape;6851;p174"/>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6852" name="Google Shape;6852;p174"/>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6853" name="Google Shape;6853;p174"/>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6854" name="Google Shape;6854;p174"/>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6855" name="Google Shape;6855;p174"/>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6" name="Google Shape;6856;p174"/>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57" name="Google Shape;6857;p174"/>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8" name="Google Shape;6858;p174"/>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9" name="Google Shape;6859;p174"/>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860" name="Google Shape;6860;p174"/>
            <p:cNvGrpSpPr/>
            <p:nvPr/>
          </p:nvGrpSpPr>
          <p:grpSpPr>
            <a:xfrm>
              <a:off x="820222" y="4022796"/>
              <a:ext cx="952541" cy="449700"/>
              <a:chOff x="5812280" y="1793656"/>
              <a:chExt cx="952541" cy="449700"/>
            </a:xfrm>
          </p:grpSpPr>
          <p:sp>
            <p:nvSpPr>
              <p:cNvPr id="6861" name="Google Shape;686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2" name="Google Shape;686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6863" name="Google Shape;6863;p174"/>
            <p:cNvGrpSpPr/>
            <p:nvPr/>
          </p:nvGrpSpPr>
          <p:grpSpPr>
            <a:xfrm>
              <a:off x="820222" y="8394540"/>
              <a:ext cx="952541" cy="449700"/>
              <a:chOff x="5812280" y="1793656"/>
              <a:chExt cx="952541" cy="449700"/>
            </a:xfrm>
          </p:grpSpPr>
          <p:sp>
            <p:nvSpPr>
              <p:cNvPr id="6864" name="Google Shape;6864;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5" name="Google Shape;6865;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6866" name="Google Shape;6866;p174"/>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6867" name="Google Shape;6867;p174"/>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68" name="Google Shape;6868;p174"/>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6869" name="Google Shape;6869;p174"/>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6870" name="Google Shape;6870;p174"/>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6871" name="Google Shape;6871;p174"/>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6872" name="Google Shape;6872;p174"/>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73" name="Google Shape;6873;p174"/>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6874" name="Google Shape;6874;p174"/>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6875" name="Google Shape;6875;p174"/>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6876" name="Google Shape;6876;p174"/>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6877" name="Google Shape;6877;p174"/>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878" name="Google Shape;6878;p174"/>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6879" name="Google Shape;6879;p174"/>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0" name="Google Shape;6880;p174"/>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81" name="Google Shape;6881;p174"/>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2" name="Google Shape;6882;p174"/>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3" name="Google Shape;6883;p174"/>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4" name="Google Shape;6884;p174"/>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6885" name="Google Shape;6885;p174"/>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6886" name="Google Shape;6886;p174"/>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6887" name="Google Shape;6887;p174"/>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6888" name="Google Shape;6888;p174"/>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6889" name="Google Shape;6889;p174"/>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0" name="Google Shape;6890;p174"/>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1" name="Google Shape;6891;p174"/>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2" name="Google Shape;6892;p174"/>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3" name="Google Shape;6893;p174"/>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4" name="Google Shape;6894;p174"/>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6895" name="Google Shape;6895;p174"/>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6" name="Google Shape;6896;p174"/>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6897" name="Google Shape;6897;p174"/>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898" name="Google Shape;6898;p174"/>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6899" name="Google Shape;6899;p174"/>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0" name="Google Shape;6900;p174"/>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1" name="Google Shape;6901;p174"/>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2" name="Google Shape;6902;p174"/>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6903" name="Google Shape;6903;p174"/>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6904" name="Google Shape;6904;p174"/>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6905" name="Google Shape;6905;p174"/>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6" name="Google Shape;6906;p174"/>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7" name="Google Shape;6907;p174"/>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8" name="Google Shape;6908;p174"/>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6909" name="Google Shape;6909;p174"/>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6910" name="Google Shape;6910;p174"/>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6911" name="Google Shape;6911;p174"/>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6912" name="Google Shape;6912;p174"/>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3" name="Google Shape;6913;p174"/>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14" name="Google Shape;6914;p174"/>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5" name="Google Shape;6915;p174"/>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6" name="Google Shape;6916;p174"/>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6917" name="Google Shape;6917;p174"/>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8" name="Google Shape;6918;p174"/>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9" name="Google Shape;6919;p174"/>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20" name="Google Shape;6920;p174"/>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6921" name="Google Shape;6921;p174"/>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2" name="Google Shape;6922;p174"/>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23" name="Google Shape;6923;p174"/>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4" name="Google Shape;6924;p174"/>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5" name="Google Shape;6925;p174"/>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6" name="Google Shape;6926;p174"/>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6927" name="Google Shape;6927;p174"/>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6928" name="Google Shape;6928;p174"/>
          <p:cNvGrpSpPr/>
          <p:nvPr/>
        </p:nvGrpSpPr>
        <p:grpSpPr>
          <a:xfrm>
            <a:off x="7008236" y="1113234"/>
            <a:ext cx="5884964" cy="9158403"/>
            <a:chOff x="6814436" y="1418034"/>
            <a:chExt cx="5884964" cy="9158403"/>
          </a:xfrm>
        </p:grpSpPr>
        <p:sp>
          <p:nvSpPr>
            <p:cNvPr id="6929" name="Google Shape;6929;p174"/>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6930" name="Google Shape;6930;p174"/>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1" name="Google Shape;6931;p174"/>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6932" name="Google Shape;6932;p174"/>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3" name="Google Shape;6933;p174"/>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6934" name="Google Shape;6934;p174"/>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6935" name="Google Shape;6935;p174"/>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6936" name="Google Shape;6936;p174"/>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6937" name="Google Shape;6937;p174"/>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6938" name="Google Shape;6938;p174"/>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6939" name="Google Shape;6939;p174"/>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6940" name="Google Shape;6940;p174"/>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6941" name="Google Shape;6941;p174"/>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6942" name="Google Shape;6942;p174"/>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6943" name="Google Shape;6943;p174"/>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6944" name="Google Shape;6944;p174"/>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45" name="Google Shape;6945;p174"/>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946" name="Google Shape;6946;p174"/>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947" name="Google Shape;6947;p174"/>
            <p:cNvGrpSpPr/>
            <p:nvPr/>
          </p:nvGrpSpPr>
          <p:grpSpPr>
            <a:xfrm>
              <a:off x="6834047" y="1641256"/>
              <a:ext cx="952541" cy="449700"/>
              <a:chOff x="5812280" y="1793656"/>
              <a:chExt cx="952541" cy="449700"/>
            </a:xfrm>
          </p:grpSpPr>
          <p:sp>
            <p:nvSpPr>
              <p:cNvPr id="6948" name="Google Shape;6948;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49" name="Google Shape;6949;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950" name="Google Shape;6950;p174"/>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951" name="Google Shape;6951;p174"/>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952" name="Google Shape;6952;p174"/>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6953" name="Google Shape;6953;p174"/>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6954" name="Google Shape;6954;p174"/>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6955" name="Google Shape;6955;p174"/>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6956" name="Google Shape;6956;p174"/>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6957" name="Google Shape;6957;p174"/>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58" name="Google Shape;6958;p174"/>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59" name="Google Shape;6959;p174"/>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0" name="Google Shape;6960;p174"/>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1" name="Google Shape;6961;p174"/>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962" name="Google Shape;6962;p174"/>
            <p:cNvGrpSpPr/>
            <p:nvPr/>
          </p:nvGrpSpPr>
          <p:grpSpPr>
            <a:xfrm>
              <a:off x="6834047" y="3337659"/>
              <a:ext cx="952541" cy="449700"/>
              <a:chOff x="5812280" y="1793656"/>
              <a:chExt cx="952541" cy="449700"/>
            </a:xfrm>
          </p:grpSpPr>
          <p:sp>
            <p:nvSpPr>
              <p:cNvPr id="6963" name="Google Shape;6963;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4" name="Google Shape;6964;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6965" name="Google Shape;6965;p174"/>
            <p:cNvGrpSpPr/>
            <p:nvPr/>
          </p:nvGrpSpPr>
          <p:grpSpPr>
            <a:xfrm>
              <a:off x="6834047" y="8972002"/>
              <a:ext cx="952541" cy="449700"/>
              <a:chOff x="5812280" y="1793656"/>
              <a:chExt cx="952541" cy="449700"/>
            </a:xfrm>
          </p:grpSpPr>
          <p:sp>
            <p:nvSpPr>
              <p:cNvPr id="6966" name="Google Shape;696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7" name="Google Shape;696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6968" name="Google Shape;6968;p174"/>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969" name="Google Shape;6969;p174"/>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970" name="Google Shape;6970;p174"/>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6971" name="Google Shape;6971;p174"/>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6972" name="Google Shape;6972;p174"/>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973" name="Google Shape;6973;p174"/>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4" name="Google Shape;6974;p174"/>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75" name="Google Shape;6975;p174"/>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6" name="Google Shape;6976;p174"/>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7" name="Google Shape;6977;p174"/>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8" name="Google Shape;6978;p174"/>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979" name="Google Shape;6979;p174"/>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6980" name="Google Shape;6980;p174"/>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6981" name="Google Shape;6981;p174"/>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2" name="Google Shape;6982;p174"/>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3" name="Google Shape;6983;p174"/>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6984" name="Google Shape;6984;p174"/>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5" name="Google Shape;6985;p174"/>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6" name="Google Shape;6986;p174"/>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7" name="Google Shape;6987;p174"/>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6988" name="Google Shape;6988;p174"/>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6989" name="Google Shape;6989;p174"/>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6990" name="Google Shape;6990;p174"/>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1" name="Google Shape;6991;p174"/>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2" name="Google Shape;6992;p174"/>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3" name="Google Shape;6993;p174"/>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6994" name="Google Shape;6994;p174"/>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5" name="Google Shape;6995;p174"/>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6996" name="Google Shape;6996;p174"/>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6997" name="Google Shape;6997;p174"/>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8" name="Google Shape;6998;p174"/>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9" name="Google Shape;6999;p174"/>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7000" name="Google Shape;7000;p174"/>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7001" name="Google Shape;7001;p174"/>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2" name="Google Shape;7002;p174"/>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7003" name="Google Shape;7003;p174"/>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7004" name="Google Shape;7004;p174"/>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7005" name="Google Shape;7005;p174"/>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7006" name="Google Shape;7006;p174"/>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7007" name="Google Shape;7007;p174"/>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08" name="Google Shape;7008;p174"/>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9" name="Google Shape;7009;p174"/>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0" name="Google Shape;7010;p174"/>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1" name="Google Shape;7011;p174"/>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2" name="Google Shape;7012;p174"/>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7013" name="Google Shape;7013;p174"/>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7014" name="Google Shape;7014;p174"/>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7015" name="Google Shape;7015;p174"/>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7016" name="Google Shape;7016;p174"/>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17" name="Google Shape;7017;p174"/>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8" name="Google Shape;7018;p174"/>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19" name="Google Shape;7019;p174"/>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0" name="Google Shape;7020;p174"/>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1" name="Google Shape;7021;p174"/>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7022" name="Google Shape;7022;p174"/>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7023" name="Google Shape;7023;p174"/>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7024" name="Google Shape;7024;p174"/>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7025" name="Google Shape;7025;p174"/>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6" name="Google Shape;7026;p174"/>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27" name="Google Shape;7027;p174"/>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8" name="Google Shape;7028;p174"/>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9" name="Google Shape;7029;p174"/>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7030" name="Google Shape;7030;p174"/>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7031" name="Google Shape;7031;p174"/>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7032" name="Google Shape;7032;p174"/>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3" name="Google Shape;7033;p174"/>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34" name="Google Shape;7034;p174"/>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5" name="Google Shape;7035;p174"/>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036" name="Google Shape;7036;p174"/>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7037" name="Google Shape;7037;p174"/>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7038" name="Google Shape;7038;p174"/>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9" name="Google Shape;7039;p174"/>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0" name="Google Shape;7040;p174"/>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1" name="Google Shape;7041;p174"/>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7042" name="Google Shape;7042;p174"/>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7043" name="Google Shape;7043;p174"/>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7044" name="Google Shape;7044;p174"/>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7045" name="Google Shape;7045;p174"/>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6" name="Google Shape;7046;p174"/>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7047" name="Google Shape;7047;p174"/>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8" name="Google Shape;7048;p174"/>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9" name="Google Shape;7049;p174"/>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0" name="Google Shape;7050;p174"/>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1" name="Google Shape;7051;p174"/>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7052" name="Google Shape;7052;p174"/>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53" name="Google Shape;7053;p174"/>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7054" name="Google Shape;7054;p174"/>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7055" name="Google Shape;7055;p174"/>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7056" name="Google Shape;7056;p174"/>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7" name="Google Shape;7057;p174"/>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8" name="Google Shape;7058;p174"/>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9" name="Google Shape;7059;p174"/>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60" name="Google Shape;7060;p174"/>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1" name="Google Shape;7061;p174"/>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2" name="Google Shape;7062;p174"/>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7063" name="Google Shape;7063;p174"/>
          <p:cNvGrpSpPr/>
          <p:nvPr/>
        </p:nvGrpSpPr>
        <p:grpSpPr>
          <a:xfrm>
            <a:off x="11977311" y="1113234"/>
            <a:ext cx="6240062" cy="8994991"/>
            <a:chOff x="11173911" y="1037034"/>
            <a:chExt cx="6240062" cy="8994991"/>
          </a:xfrm>
        </p:grpSpPr>
        <p:sp>
          <p:nvSpPr>
            <p:cNvPr id="7064" name="Google Shape;7064;p174"/>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7065" name="Google Shape;7065;p174"/>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7066" name="Google Shape;7066;p174"/>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67" name="Google Shape;7067;p174"/>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7068" name="Google Shape;7068;p174"/>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7069" name="Google Shape;7069;p174"/>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7070" name="Google Shape;7070;p174"/>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1" name="Google Shape;7071;p174"/>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72" name="Google Shape;7072;p174"/>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7073" name="Google Shape;7073;p174"/>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7074" name="Google Shape;7074;p174"/>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5" name="Google Shape;7075;p174"/>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7076" name="Google Shape;7076;p174"/>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7077" name="Google Shape;7077;p174"/>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7078" name="Google Shape;7078;p174"/>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7079" name="Google Shape;7079;p174"/>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7080" name="Google Shape;7080;p174"/>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7081" name="Google Shape;7081;p174"/>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7082" name="Google Shape;7082;p174"/>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83" name="Google Shape;7083;p174"/>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7084" name="Google Shape;7084;p174"/>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7085" name="Google Shape;7085;p174"/>
            <p:cNvGrpSpPr/>
            <p:nvPr/>
          </p:nvGrpSpPr>
          <p:grpSpPr>
            <a:xfrm>
              <a:off x="11193522" y="1260256"/>
              <a:ext cx="952541" cy="449700"/>
              <a:chOff x="5812280" y="1793656"/>
              <a:chExt cx="952541" cy="449700"/>
            </a:xfrm>
          </p:grpSpPr>
          <p:sp>
            <p:nvSpPr>
              <p:cNvPr id="7086" name="Google Shape;708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87" name="Google Shape;708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7088" name="Google Shape;7088;p174"/>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7089" name="Google Shape;7089;p174"/>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7090" name="Google Shape;7090;p174"/>
            <p:cNvGrpSpPr/>
            <p:nvPr/>
          </p:nvGrpSpPr>
          <p:grpSpPr>
            <a:xfrm>
              <a:off x="11193522" y="3934484"/>
              <a:ext cx="952541" cy="449700"/>
              <a:chOff x="5812280" y="1793656"/>
              <a:chExt cx="952541" cy="449700"/>
            </a:xfrm>
          </p:grpSpPr>
          <p:sp>
            <p:nvSpPr>
              <p:cNvPr id="7091" name="Google Shape;709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92" name="Google Shape;709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7093" name="Google Shape;7093;p174"/>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4" name="Google Shape;7094;p174"/>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7095" name="Google Shape;7095;p174"/>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7096" name="Google Shape;7096;p174"/>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7097" name="Google Shape;7097;p174"/>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8" name="Google Shape;7098;p174"/>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99" name="Google Shape;7099;p174"/>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0" name="Google Shape;7100;p174"/>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7101" name="Google Shape;7101;p174"/>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7102" name="Google Shape;7102;p174"/>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7103" name="Google Shape;7103;p174"/>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4" name="Google Shape;7104;p174"/>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05" name="Google Shape;7105;p174"/>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6" name="Google Shape;7106;p174"/>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7107" name="Google Shape;7107;p174"/>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7108" name="Google Shape;7108;p174"/>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7109" name="Google Shape;7109;p174"/>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7110" name="Google Shape;7110;p174"/>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1" name="Google Shape;7111;p174"/>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2" name="Google Shape;7112;p174"/>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3" name="Google Shape;7113;p174"/>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4" name="Google Shape;7114;p174"/>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7115" name="Google Shape;7115;p174"/>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7116" name="Google Shape;7116;p174"/>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7117" name="Google Shape;7117;p174"/>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8" name="Google Shape;7118;p174"/>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9" name="Google Shape;7119;p174"/>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0" name="Google Shape;7120;p174"/>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7121" name="Google Shape;7121;p174"/>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7122" name="Google Shape;7122;p174"/>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7123" name="Google Shape;7123;p174"/>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7124" name="Google Shape;7124;p174"/>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25" name="Google Shape;7125;p174"/>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6" name="Google Shape;7126;p174"/>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7127" name="Google Shape;7127;p174"/>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7128" name="Google Shape;7128;p174"/>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9" name="Google Shape;7129;p174"/>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0" name="Google Shape;7130;p174"/>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7131" name="Google Shape;7131;p174"/>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7132" name="Google Shape;7132;p174"/>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7133" name="Google Shape;7133;p174"/>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7134" name="Google Shape;7134;p174"/>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5" name="Google Shape;7135;p174"/>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36" name="Google Shape;7136;p174"/>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7" name="Google Shape;7137;p174"/>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8" name="Google Shape;7138;p174"/>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7139" name="Google Shape;7139;p174"/>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7140" name="Google Shape;7140;p174"/>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7141" name="Google Shape;7141;p174"/>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2" name="Google Shape;7142;p174"/>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3" name="Google Shape;7143;p174"/>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7144" name="Google Shape;7144;p174"/>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45" name="Google Shape;7145;p174"/>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7146" name="Google Shape;7146;p174"/>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7" name="Google Shape;7147;p174"/>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7148" name="Google Shape;7148;p174"/>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9" name="Google Shape;7149;p174"/>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0" name="Google Shape;7150;p174"/>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7151" name="Google Shape;7151;p174"/>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7152" name="Google Shape;7152;p174"/>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7153" name="Google Shape;7153;p174"/>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4" name="Google Shape;7154;p174"/>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55" name="Google Shape;7155;p174"/>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6" name="Google Shape;7156;p174"/>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57" name="Google Shape;7157;p174"/>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7158" name="Google Shape;7158;p174"/>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7159" name="Google Shape;7159;p174"/>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60" name="Google Shape;7160;p174"/>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7161" name="Google Shape;7161;p174"/>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7162" name="Google Shape;7162;p174"/>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7163" name="Google Shape;7163;p174"/>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7164" name="Google Shape;7164;p174"/>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65" name="Google Shape;7165;p174"/>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7166" name="Google Shape;7166;p174"/>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7167" name="Google Shape;7167;p174"/>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7168" name="Google Shape;7168;p174"/>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69" name="Google Shape;7169;p174"/>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170" name="Google Shape;7170;p174"/>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7171" name="Google Shape;7171;p174"/>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7172" name="Google Shape;7172;p174"/>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3" name="Google Shape;7173;p174"/>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4" name="Google Shape;7174;p174"/>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7175" name="Google Shape;7175;p174"/>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7176" name="Google Shape;7176;p174"/>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1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7177" name="Shape 7177"/>
        <p:cNvGrpSpPr/>
        <p:nvPr/>
      </p:nvGrpSpPr>
      <p:grpSpPr>
        <a:xfrm>
          <a:off x="0" y="0"/>
          <a:ext cx="0" cy="0"/>
          <a:chOff x="0" y="0"/>
          <a:chExt cx="0" cy="0"/>
        </a:xfrm>
      </p:grpSpPr>
      <p:pic>
        <p:nvPicPr>
          <p:cNvPr id="7178" name="Google Shape;7178;p175"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7179" name="Google Shape;7179;p175"/>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180" name="Google Shape;7180;p175"/>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181" name="Google Shape;7181;p175"/>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7182" name="Google Shape;7182;p175"/>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7183" name="Google Shape;7183;p17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slideLayout" Target="../slideLayouts/slideLayout100.xml"/><Relationship Id="rId14" Type="http://schemas.openxmlformats.org/officeDocument/2006/relationships/slideLayout" Target="../slideLayouts/slideLayout101.xml"/><Relationship Id="rId15" Type="http://schemas.openxmlformats.org/officeDocument/2006/relationships/slideLayout" Target="../slideLayouts/slideLayout102.xml"/><Relationship Id="rId16" Type="http://schemas.openxmlformats.org/officeDocument/2006/relationships/slideLayout" Target="../slideLayouts/slideLayout103.xml"/><Relationship Id="rId17" Type="http://schemas.openxmlformats.org/officeDocument/2006/relationships/slideLayout" Target="../slideLayouts/slideLayout104.xml"/><Relationship Id="rId18" Type="http://schemas.openxmlformats.org/officeDocument/2006/relationships/slideLayout" Target="../slideLayouts/slideLayout105.xml"/><Relationship Id="rId19" Type="http://schemas.openxmlformats.org/officeDocument/2006/relationships/slideLayout" Target="../slideLayouts/slideLayout106.xml"/><Relationship Id="rId20" Type="http://schemas.openxmlformats.org/officeDocument/2006/relationships/slideLayout" Target="../slideLayouts/slideLayout107.xml"/><Relationship Id="rId21" Type="http://schemas.openxmlformats.org/officeDocument/2006/relationships/slideLayout" Target="../slideLayouts/slideLayout108.xml"/><Relationship Id="rId22" Type="http://schemas.openxmlformats.org/officeDocument/2006/relationships/slideLayout" Target="../slideLayouts/slideLayout109.xml"/><Relationship Id="rId23" Type="http://schemas.openxmlformats.org/officeDocument/2006/relationships/slideLayout" Target="../slideLayouts/slideLayout110.xml"/><Relationship Id="rId24" Type="http://schemas.openxmlformats.org/officeDocument/2006/relationships/slideLayout" Target="../slideLayouts/slideLayout111.xml"/><Relationship Id="rId25" Type="http://schemas.openxmlformats.org/officeDocument/2006/relationships/slideLayout" Target="../slideLayouts/slideLayout112.xml"/><Relationship Id="rId26" Type="http://schemas.openxmlformats.org/officeDocument/2006/relationships/slideLayout" Target="../slideLayouts/slideLayout113.xml"/><Relationship Id="rId27" Type="http://schemas.openxmlformats.org/officeDocument/2006/relationships/slideLayout" Target="../slideLayouts/slideLayout114.xml"/><Relationship Id="rId28" Type="http://schemas.openxmlformats.org/officeDocument/2006/relationships/slideLayout" Target="../slideLayouts/slideLayout115.xml"/><Relationship Id="rId29" Type="http://schemas.openxmlformats.org/officeDocument/2006/relationships/slideLayout" Target="../slideLayouts/slideLayout116.xml"/><Relationship Id="rId30" Type="http://schemas.openxmlformats.org/officeDocument/2006/relationships/slideLayout" Target="../slideLayouts/slideLayout117.xml"/><Relationship Id="rId31" Type="http://schemas.openxmlformats.org/officeDocument/2006/relationships/slideLayout" Target="../slideLayouts/slideLayout118.xml"/><Relationship Id="rId32" Type="http://schemas.openxmlformats.org/officeDocument/2006/relationships/slideLayout" Target="../slideLayouts/slideLayout119.xml"/><Relationship Id="rId33" Type="http://schemas.openxmlformats.org/officeDocument/2006/relationships/slideLayout" Target="../slideLayouts/slideLayout120.xml"/><Relationship Id="rId34" Type="http://schemas.openxmlformats.org/officeDocument/2006/relationships/slideLayout" Target="../slideLayouts/slideLayout121.xml"/><Relationship Id="rId35" Type="http://schemas.openxmlformats.org/officeDocument/2006/relationships/slideLayout" Target="../slideLayouts/slideLayout122.xml"/><Relationship Id="rId36" Type="http://schemas.openxmlformats.org/officeDocument/2006/relationships/slideLayout" Target="../slideLayouts/slideLayout123.xml"/><Relationship Id="rId37" Type="http://schemas.openxmlformats.org/officeDocument/2006/relationships/slideLayout" Target="../slideLayouts/slideLayout124.xml"/><Relationship Id="rId38" Type="http://schemas.openxmlformats.org/officeDocument/2006/relationships/slideLayout" Target="../slideLayouts/slideLayout125.xml"/><Relationship Id="rId39" Type="http://schemas.openxmlformats.org/officeDocument/2006/relationships/slideLayout" Target="../slideLayouts/slideLayout126.xml"/><Relationship Id="rId40" Type="http://schemas.openxmlformats.org/officeDocument/2006/relationships/slideLayout" Target="../slideLayouts/slideLayout127.xml"/><Relationship Id="rId41" Type="http://schemas.openxmlformats.org/officeDocument/2006/relationships/slideLayout" Target="../slideLayouts/slideLayout128.xml"/><Relationship Id="rId42" Type="http://schemas.openxmlformats.org/officeDocument/2006/relationships/slideLayout" Target="../slideLayouts/slideLayout129.xml"/><Relationship Id="rId43" Type="http://schemas.openxmlformats.org/officeDocument/2006/relationships/slideLayout" Target="../slideLayouts/slideLayout130.xml"/><Relationship Id="rId44" Type="http://schemas.openxmlformats.org/officeDocument/2006/relationships/slideLayout" Target="../slideLayouts/slideLayout131.xml"/><Relationship Id="rId45" Type="http://schemas.openxmlformats.org/officeDocument/2006/relationships/slideLayout" Target="../slideLayouts/slideLayout132.xml"/><Relationship Id="rId46" Type="http://schemas.openxmlformats.org/officeDocument/2006/relationships/slideLayout" Target="../slideLayouts/slideLayout133.xml"/><Relationship Id="rId47" Type="http://schemas.openxmlformats.org/officeDocument/2006/relationships/slideLayout" Target="../slideLayouts/slideLayout134.xml"/><Relationship Id="rId48" Type="http://schemas.openxmlformats.org/officeDocument/2006/relationships/slideLayout" Target="../slideLayouts/slideLayout135.xml"/><Relationship Id="rId49" Type="http://schemas.openxmlformats.org/officeDocument/2006/relationships/slideLayout" Target="../slideLayouts/slideLayout136.xml"/><Relationship Id="rId50" Type="http://schemas.openxmlformats.org/officeDocument/2006/relationships/slideLayout" Target="../slideLayouts/slideLayout137.xml"/><Relationship Id="rId51" Type="http://schemas.openxmlformats.org/officeDocument/2006/relationships/slideLayout" Target="../slideLayouts/slideLayout138.xml"/><Relationship Id="rId52" Type="http://schemas.openxmlformats.org/officeDocument/2006/relationships/slideLayout" Target="../slideLayouts/slideLayout139.xml"/><Relationship Id="rId53" Type="http://schemas.openxmlformats.org/officeDocument/2006/relationships/slideLayout" Target="../slideLayouts/slideLayout140.xml"/><Relationship Id="rId54" Type="http://schemas.openxmlformats.org/officeDocument/2006/relationships/slideLayout" Target="../slideLayouts/slideLayout141.xml"/><Relationship Id="rId55" Type="http://schemas.openxmlformats.org/officeDocument/2006/relationships/slideLayout" Target="../slideLayouts/slideLayout142.xml"/><Relationship Id="rId56" Type="http://schemas.openxmlformats.org/officeDocument/2006/relationships/slideLayout" Target="../slideLayouts/slideLayout143.xml"/><Relationship Id="rId57" Type="http://schemas.openxmlformats.org/officeDocument/2006/relationships/slideLayout" Target="../slideLayouts/slideLayout144.xml"/><Relationship Id="rId58" Type="http://schemas.openxmlformats.org/officeDocument/2006/relationships/slideLayout" Target="../slideLayouts/slideLayout145.xml"/><Relationship Id="rId59" Type="http://schemas.openxmlformats.org/officeDocument/2006/relationships/slideLayout" Target="../slideLayouts/slideLayout146.xml"/><Relationship Id="rId60" Type="http://schemas.openxmlformats.org/officeDocument/2006/relationships/slideLayout" Target="../slideLayouts/slideLayout147.xml"/><Relationship Id="rId61" Type="http://schemas.openxmlformats.org/officeDocument/2006/relationships/slideLayout" Target="../slideLayouts/slideLayout148.xml"/><Relationship Id="rId62" Type="http://schemas.openxmlformats.org/officeDocument/2006/relationships/slideLayout" Target="../slideLayouts/slideLayout149.xml"/><Relationship Id="rId63" Type="http://schemas.openxmlformats.org/officeDocument/2006/relationships/slideLayout" Target="../slideLayouts/slideLayout150.xml"/><Relationship Id="rId64" Type="http://schemas.openxmlformats.org/officeDocument/2006/relationships/slideLayout" Target="../slideLayouts/slideLayout151.xml"/><Relationship Id="rId65" Type="http://schemas.openxmlformats.org/officeDocument/2006/relationships/slideLayout" Target="../slideLayouts/slideLayout152.xml"/><Relationship Id="rId66" Type="http://schemas.openxmlformats.org/officeDocument/2006/relationships/slideLayout" Target="../slideLayouts/slideLayout153.xml"/><Relationship Id="rId67" Type="http://schemas.openxmlformats.org/officeDocument/2006/relationships/slideLayout" Target="../slideLayouts/slideLayout154.xml"/><Relationship Id="rId68" Type="http://schemas.openxmlformats.org/officeDocument/2006/relationships/slideLayout" Target="../slideLayouts/slideLayout155.xml"/><Relationship Id="rId69" Type="http://schemas.openxmlformats.org/officeDocument/2006/relationships/slideLayout" Target="../slideLayouts/slideLayout156.xml"/><Relationship Id="rId70" Type="http://schemas.openxmlformats.org/officeDocument/2006/relationships/slideLayout" Target="../slideLayouts/slideLayout157.xml"/><Relationship Id="rId71" Type="http://schemas.openxmlformats.org/officeDocument/2006/relationships/slideLayout" Target="../slideLayouts/slideLayout158.xml"/><Relationship Id="rId72" Type="http://schemas.openxmlformats.org/officeDocument/2006/relationships/slideLayout" Target="../slideLayouts/slideLayout159.xml"/><Relationship Id="rId73" Type="http://schemas.openxmlformats.org/officeDocument/2006/relationships/slideLayout" Target="../slideLayouts/slideLayout160.xml"/><Relationship Id="rId74" Type="http://schemas.openxmlformats.org/officeDocument/2006/relationships/slideLayout" Target="../slideLayouts/slideLayout161.xml"/><Relationship Id="rId75" Type="http://schemas.openxmlformats.org/officeDocument/2006/relationships/slideLayout" Target="../slideLayouts/slideLayout162.xml"/><Relationship Id="rId76" Type="http://schemas.openxmlformats.org/officeDocument/2006/relationships/slideLayout" Target="../slideLayouts/slideLayout163.xml"/><Relationship Id="rId77" Type="http://schemas.openxmlformats.org/officeDocument/2006/relationships/slideLayout" Target="../slideLayouts/slideLayout164.xml"/><Relationship Id="rId78" Type="http://schemas.openxmlformats.org/officeDocument/2006/relationships/slideLayout" Target="../slideLayouts/slideLayout165.xml"/><Relationship Id="rId79" Type="http://schemas.openxmlformats.org/officeDocument/2006/relationships/slideLayout" Target="../slideLayouts/slideLayout166.xml"/><Relationship Id="rId80" Type="http://schemas.openxmlformats.org/officeDocument/2006/relationships/slideLayout" Target="../slideLayouts/slideLayout167.xml"/><Relationship Id="rId81" Type="http://schemas.openxmlformats.org/officeDocument/2006/relationships/slideLayout" Target="../slideLayouts/slideLayout168.xml"/><Relationship Id="rId82" Type="http://schemas.openxmlformats.org/officeDocument/2006/relationships/slideLayout" Target="../slideLayouts/slideLayout169.xml"/><Relationship Id="rId83" Type="http://schemas.openxmlformats.org/officeDocument/2006/relationships/slideLayout" Target="../slideLayouts/slideLayout170.xml"/><Relationship Id="rId84" Type="http://schemas.openxmlformats.org/officeDocument/2006/relationships/slideLayout" Target="../slideLayouts/slideLayout171.xml"/><Relationship Id="rId85" Type="http://schemas.openxmlformats.org/officeDocument/2006/relationships/slideLayout" Target="../slideLayouts/slideLayout172.xml"/><Relationship Id="rId86" Type="http://schemas.openxmlformats.org/officeDocument/2006/relationships/slideLayout" Target="../slideLayouts/slideLayout173.xml"/><Relationship Id="rId8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22" name="Shape 22"/>
        <p:cNvGrpSpPr/>
        <p:nvPr/>
      </p:nvGrpSpPr>
      <p:grpSpPr>
        <a:xfrm>
          <a:off x="0" y="0"/>
          <a:ext cx="0" cy="0"/>
          <a:chOff x="0" y="0"/>
          <a:chExt cx="0" cy="0"/>
        </a:xfrm>
      </p:grpSpPr>
      <p:sp>
        <p:nvSpPr>
          <p:cNvPr id="23" name="Google Shape;23;p1"/>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24" name="Google Shape;24;p1"/>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3605" name="Shape 3605"/>
        <p:cNvGrpSpPr/>
        <p:nvPr/>
      </p:nvGrpSpPr>
      <p:grpSpPr>
        <a:xfrm>
          <a:off x="0" y="0"/>
          <a:ext cx="0" cy="0"/>
          <a:chOff x="0" y="0"/>
          <a:chExt cx="0" cy="0"/>
        </a:xfrm>
      </p:grpSpPr>
      <p:sp>
        <p:nvSpPr>
          <p:cNvPr id="3606" name="Google Shape;3606;p89"/>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3607" name="Google Shape;3607;p89"/>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 id="2147483777" r:id="rId43"/>
    <p:sldLayoutId id="2147483778" r:id="rId44"/>
    <p:sldLayoutId id="2147483779" r:id="rId45"/>
    <p:sldLayoutId id="2147483780" r:id="rId46"/>
    <p:sldLayoutId id="2147483781" r:id="rId47"/>
    <p:sldLayoutId id="2147483782" r:id="rId48"/>
    <p:sldLayoutId id="2147483783" r:id="rId49"/>
    <p:sldLayoutId id="2147483784" r:id="rId50"/>
    <p:sldLayoutId id="2147483785" r:id="rId51"/>
    <p:sldLayoutId id="2147483786" r:id="rId52"/>
    <p:sldLayoutId id="2147483787" r:id="rId53"/>
    <p:sldLayoutId id="2147483788" r:id="rId54"/>
    <p:sldLayoutId id="2147483789" r:id="rId55"/>
    <p:sldLayoutId id="2147483790" r:id="rId56"/>
    <p:sldLayoutId id="2147483791" r:id="rId57"/>
    <p:sldLayoutId id="2147483792" r:id="rId58"/>
    <p:sldLayoutId id="2147483793" r:id="rId59"/>
    <p:sldLayoutId id="2147483794" r:id="rId60"/>
    <p:sldLayoutId id="2147483795" r:id="rId61"/>
    <p:sldLayoutId id="2147483796" r:id="rId62"/>
    <p:sldLayoutId id="2147483797" r:id="rId63"/>
    <p:sldLayoutId id="2147483798" r:id="rId64"/>
    <p:sldLayoutId id="2147483799" r:id="rId65"/>
    <p:sldLayoutId id="2147483800" r:id="rId66"/>
    <p:sldLayoutId id="2147483801" r:id="rId67"/>
    <p:sldLayoutId id="2147483802" r:id="rId68"/>
    <p:sldLayoutId id="2147483803" r:id="rId69"/>
    <p:sldLayoutId id="2147483804" r:id="rId70"/>
    <p:sldLayoutId id="2147483805" r:id="rId71"/>
    <p:sldLayoutId id="2147483806" r:id="rId72"/>
    <p:sldLayoutId id="2147483807" r:id="rId73"/>
    <p:sldLayoutId id="2147483808" r:id="rId74"/>
    <p:sldLayoutId id="2147483809" r:id="rId75"/>
    <p:sldLayoutId id="2147483810" r:id="rId76"/>
    <p:sldLayoutId id="2147483811" r:id="rId77"/>
    <p:sldLayoutId id="2147483812" r:id="rId78"/>
    <p:sldLayoutId id="2147483813" r:id="rId79"/>
    <p:sldLayoutId id="2147483814" r:id="rId80"/>
    <p:sldLayoutId id="2147483815" r:id="rId81"/>
    <p:sldLayoutId id="2147483816" r:id="rId82"/>
    <p:sldLayoutId id="2147483817" r:id="rId83"/>
    <p:sldLayoutId id="2147483818" r:id="rId84"/>
    <p:sldLayoutId id="2147483819" r:id="rId85"/>
    <p:sldLayoutId id="2147483820" r:id="rId86"/>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srgbClr val="FFFFFF"/>
                </a:solidFill>
              </a:rPr>
              <a:t>One subscription, every visit</a:t>
            </a:r>
          </a:p>
        </p:txBody>
      </p:sp>
      <p:sp>
        <p:nvSpPr>
          <p:cNvPr id="3" name="Subtitle 2"/>
          <p:cNvSpPr>
            <a:spLocks noGrp="1"/>
          </p:cNvSpPr>
          <p:nvPr>
            <p:ph type="subTitle" idx="1"/>
          </p:nvPr>
        </p:nvSpPr>
        <p:spPr/>
        <p:txBody>
          <a:bodyPr/>
          <a:lstStyle/>
          <a:p>
            <a:pPr marL="0" indent="0"/>
            <a:r>
              <a:rPr>
                <a:solidFill>
                  <a:srgbClr val="FFFFFF"/>
                </a:solidFill>
              </a:rPr>
              <a:t>Revenue Cloud + Field Service: the residential pest control lifecycle, with Rentokil as the example</a:t>
            </a:r>
          </a:p>
        </p:txBody>
      </p:sp>
      <p:sp>
        <p:nvSpPr>
          <p:cNvPr id="4" name="Subtitle 3"/>
          <p:cNvSpPr>
            <a:spLocks noGrp="1"/>
          </p:cNvSpPr>
          <p:nvPr>
            <p:ph type="subTitle" idx="2"/>
          </p:nvPr>
        </p:nvSpPr>
        <p:spPr/>
        <p:txBody>
          <a:bodyPr/>
          <a:lstStyle/>
          <a:p>
            <a:pPr marL="0" indent="0"/>
            <a:r>
              <a:rPr>
                <a:solidFill>
                  <a:srgbClr val="FFFFFF"/>
                </a:solidFill>
              </a:rPr>
              <a:t>Core demo storyboard · Updated Oct 27,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Meet Michael</a:t>
            </a:r>
          </a:p>
        </p:txBody>
      </p:sp>
      <p:sp>
        <p:nvSpPr>
          <p:cNvPr id="3" name="Subtitle 2"/>
          <p:cNvSpPr>
            <a:spLocks noGrp="1"/>
          </p:cNvSpPr>
          <p:nvPr>
            <p:ph type="subTitle" idx="1"/>
          </p:nvPr>
        </p:nvSpPr>
        <p:spPr/>
        <p:txBody>
          <a:bodyPr/>
          <a:lstStyle/>
          <a:p>
            <a:pPr marL="0" indent="0"/>
            <a:r>
              <a:rPr>
                <a:solidFill/>
              </a:rPr>
              <a:t>Ants in the kitchen, mice in the garage, and a wooded lot</a:t>
            </a:r>
          </a:p>
        </p:txBody>
      </p:sp>
      <p:sp>
        <p:nvSpPr>
          <p:cNvPr id="4" name="Rounded Rectangle 3"/>
          <p:cNvSpPr/>
          <p:nvPr/>
        </p:nvSpPr>
        <p:spPr>
          <a:xfrm>
            <a:off x="859536" y="2834640"/>
            <a:ext cx="7863840" cy="2514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43000" y="3108960"/>
            <a:ext cx="822960" cy="82296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i="0">
                <a:solidFill>
                  <a:srgbClr val="FFFFFF"/>
                </a:solidFill>
                <a:latin typeface="Avant Garde Demi SFDC"/>
              </a:rPr>
              <a:t>M</a:t>
            </a:r>
          </a:p>
        </p:txBody>
      </p:sp>
      <p:sp>
        <p:nvSpPr>
          <p:cNvPr id="6" name="TextBox 5"/>
          <p:cNvSpPr txBox="1"/>
          <p:nvPr/>
        </p:nvSpPr>
        <p:spPr>
          <a:xfrm>
            <a:off x="2194560" y="3063240"/>
            <a:ext cx="6309360" cy="502920"/>
          </a:xfrm>
          <a:prstGeom prst="rect">
            <a:avLst/>
          </a:prstGeom>
          <a:noFill/>
        </p:spPr>
        <p:txBody>
          <a:bodyPr wrap="square" anchor="t" lIns="0" rIns="0" tIns="0" bIns="0">
            <a:spAutoFit/>
          </a:bodyPr>
          <a:lstStyle/>
          <a:p>
            <a:pPr algn="l"/>
            <a:r>
              <a:rPr sz="2600" b="1" i="0">
                <a:solidFill>
                  <a:srgbClr val="032D60"/>
                </a:solidFill>
                <a:latin typeface="Avant Garde Demi SFDC"/>
              </a:rPr>
              <a:t>Michael</a:t>
            </a:r>
          </a:p>
        </p:txBody>
      </p:sp>
      <p:sp>
        <p:nvSpPr>
          <p:cNvPr id="7" name="TextBox 6"/>
          <p:cNvSpPr txBox="1"/>
          <p:nvPr/>
        </p:nvSpPr>
        <p:spPr>
          <a:xfrm>
            <a:off x="2194560" y="3611880"/>
            <a:ext cx="6309360" cy="822960"/>
          </a:xfrm>
          <a:prstGeom prst="rect">
            <a:avLst/>
          </a:prstGeom>
          <a:noFill/>
        </p:spPr>
        <p:txBody>
          <a:bodyPr wrap="square" anchor="t" lIns="0" rIns="0" tIns="0" bIns="0">
            <a:spAutoFit/>
          </a:bodyPr>
          <a:lstStyle/>
          <a:p>
            <a:pPr algn="l"/>
            <a:r>
              <a:rPr sz="1700" b="0" i="0">
                <a:solidFill>
                  <a:srgbClr val="032D60"/>
                </a:solidFill>
                <a:latin typeface="Salesforce Sans"/>
              </a:rPr>
              <a:t>316 Ridgewood Dr</a:t>
            </a:r>
          </a:p>
          <a:p>
            <a:pPr algn="l"/>
            <a:r>
              <a:rPr sz="1700" b="0" i="0">
                <a:solidFill>
                  <a:srgbClr val="032D60"/>
                </a:solidFill>
                <a:latin typeface="Salesforce Sans"/>
              </a:rPr>
              <a:t>Bloomingdale, IL 60108</a:t>
            </a:r>
          </a:p>
        </p:txBody>
      </p:sp>
      <p:sp>
        <p:nvSpPr>
          <p:cNvPr id="8" name="TextBox 7"/>
          <p:cNvSpPr txBox="1"/>
          <p:nvPr/>
        </p:nvSpPr>
        <p:spPr>
          <a:xfrm>
            <a:off x="1143000" y="4480560"/>
            <a:ext cx="7315200" cy="777240"/>
          </a:xfrm>
          <a:prstGeom prst="rect">
            <a:avLst/>
          </a:prstGeom>
          <a:noFill/>
        </p:spPr>
        <p:txBody>
          <a:bodyPr wrap="square" anchor="t" lIns="0" rIns="0" tIns="0" bIns="0">
            <a:spAutoFit/>
          </a:bodyPr>
          <a:lstStyle/>
          <a:p>
            <a:pPr algn="l"/>
            <a:r>
              <a:rPr sz="1500" b="0" i="0">
                <a:solidFill>
                  <a:srgbClr val="5A6B85"/>
                </a:solidFill>
                <a:latin typeface="Salesforce Sans"/>
              </a:rPr>
              <a:t>Single-family home · about 2,400 sq ft · basement and attached garage · wooded lot</a:t>
            </a:r>
          </a:p>
        </p:txBody>
      </p:sp>
      <p:sp>
        <p:nvSpPr>
          <p:cNvPr id="9" name="TextBox 8"/>
          <p:cNvSpPr txBox="1"/>
          <p:nvPr/>
        </p:nvSpPr>
        <p:spPr>
          <a:xfrm>
            <a:off x="859536" y="5623560"/>
            <a:ext cx="7863840" cy="365760"/>
          </a:xfrm>
          <a:prstGeom prst="rect">
            <a:avLst/>
          </a:prstGeom>
          <a:noFill/>
        </p:spPr>
        <p:txBody>
          <a:bodyPr wrap="square" anchor="t" lIns="0" rIns="0" tIns="0" bIns="0">
            <a:spAutoFit/>
          </a:bodyPr>
          <a:lstStyle/>
          <a:p>
            <a:pPr algn="l"/>
            <a:r>
              <a:rPr sz="1400" b="1" i="0">
                <a:solidFill>
                  <a:srgbClr val="066AFE"/>
                </a:solidFill>
                <a:latin typeface="Salesforce Sans"/>
              </a:rPr>
              <a:t>WHAT HE ENDS UP WITH</a:t>
            </a:r>
          </a:p>
        </p:txBody>
      </p:sp>
      <p:sp>
        <p:nvSpPr>
          <p:cNvPr id="10" name="Rounded Rectangle 9"/>
          <p:cNvSpPr/>
          <p:nvPr/>
        </p:nvSpPr>
        <p:spPr>
          <a:xfrm>
            <a:off x="859536" y="6035040"/>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97280" y="6071616"/>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Home Protection plan</a:t>
            </a:r>
          </a:p>
        </p:txBody>
      </p:sp>
      <p:sp>
        <p:nvSpPr>
          <p:cNvPr id="12" name="TextBox 11"/>
          <p:cNvSpPr txBox="1"/>
          <p:nvPr/>
        </p:nvSpPr>
        <p:spPr>
          <a:xfrm>
            <a:off x="4160520" y="6071616"/>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Quarterly general pest and rodent service</a:t>
            </a:r>
          </a:p>
        </p:txBody>
      </p:sp>
      <p:sp>
        <p:nvSpPr>
          <p:cNvPr id="13" name="TextBox 12"/>
          <p:cNvSpPr txBox="1"/>
          <p:nvPr/>
        </p:nvSpPr>
        <p:spPr>
          <a:xfrm>
            <a:off x="7406640" y="6071616"/>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3</a:t>
            </a:r>
          </a:p>
        </p:txBody>
      </p:sp>
      <p:sp>
        <p:nvSpPr>
          <p:cNvPr id="14" name="Rounded Rectangle 13"/>
          <p:cNvSpPr/>
          <p:nvPr/>
        </p:nvSpPr>
        <p:spPr>
          <a:xfrm>
            <a:off x="859536" y="6821424"/>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97280" y="6858000"/>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Initial Service</a:t>
            </a:r>
          </a:p>
        </p:txBody>
      </p:sp>
      <p:sp>
        <p:nvSpPr>
          <p:cNvPr id="16" name="TextBox 15"/>
          <p:cNvSpPr txBox="1"/>
          <p:nvPr/>
        </p:nvSpPr>
        <p:spPr>
          <a:xfrm>
            <a:off x="4160520" y="6858000"/>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One-time cleanout and exclusion, added by rule</a:t>
            </a:r>
          </a:p>
        </p:txBody>
      </p:sp>
      <p:sp>
        <p:nvSpPr>
          <p:cNvPr id="17" name="TextBox 16"/>
          <p:cNvSpPr txBox="1"/>
          <p:nvPr/>
        </p:nvSpPr>
        <p:spPr>
          <a:xfrm>
            <a:off x="7406640" y="6858000"/>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2</a:t>
            </a:r>
          </a:p>
        </p:txBody>
      </p:sp>
      <p:sp>
        <p:nvSpPr>
          <p:cNvPr id="18" name="Rounded Rectangle 17"/>
          <p:cNvSpPr/>
          <p:nvPr/>
        </p:nvSpPr>
        <p:spPr>
          <a:xfrm>
            <a:off x="859536" y="7607808"/>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7644383"/>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Seasonal mosquito</a:t>
            </a:r>
          </a:p>
        </p:txBody>
      </p:sp>
      <p:sp>
        <p:nvSpPr>
          <p:cNvPr id="20" name="TextBox 19"/>
          <p:cNvSpPr txBox="1"/>
          <p:nvPr/>
        </p:nvSpPr>
        <p:spPr>
          <a:xfrm>
            <a:off x="4160520" y="7644383"/>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April to October, pauses every winter</a:t>
            </a:r>
          </a:p>
        </p:txBody>
      </p:sp>
      <p:sp>
        <p:nvSpPr>
          <p:cNvPr id="21" name="TextBox 20"/>
          <p:cNvSpPr txBox="1"/>
          <p:nvPr/>
        </p:nvSpPr>
        <p:spPr>
          <a:xfrm>
            <a:off x="7406640" y="7644383"/>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Scenes 3, 9</a:t>
            </a:r>
          </a:p>
        </p:txBody>
      </p:sp>
      <p:sp>
        <p:nvSpPr>
          <p:cNvPr id="22" name="Rounded Rectangle 21"/>
          <p:cNvSpPr/>
          <p:nvPr/>
        </p:nvSpPr>
        <p:spPr>
          <a:xfrm>
            <a:off x="859536" y="8394192"/>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8430767"/>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Termite plan</a:t>
            </a:r>
          </a:p>
        </p:txBody>
      </p:sp>
      <p:sp>
        <p:nvSpPr>
          <p:cNvPr id="24" name="TextBox 23"/>
          <p:cNvSpPr txBox="1"/>
          <p:nvPr/>
        </p:nvSpPr>
        <p:spPr>
          <a:xfrm>
            <a:off x="4160520" y="8430767"/>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Added on a visit, approved on the spot</a:t>
            </a:r>
          </a:p>
        </p:txBody>
      </p:sp>
      <p:sp>
        <p:nvSpPr>
          <p:cNvPr id="25" name="TextBox 24"/>
          <p:cNvSpPr txBox="1"/>
          <p:nvPr/>
        </p:nvSpPr>
        <p:spPr>
          <a:xfrm>
            <a:off x="7406640" y="8430767"/>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8</a:t>
            </a:r>
          </a:p>
        </p:txBody>
      </p:sp>
      <p:sp>
        <p:nvSpPr>
          <p:cNvPr id="26" name="TextBox 25"/>
          <p:cNvSpPr txBox="1"/>
          <p:nvPr/>
        </p:nvSpPr>
        <p:spPr>
          <a:xfrm>
            <a:off x="9418320" y="2788920"/>
            <a:ext cx="7955279" cy="365760"/>
          </a:xfrm>
          <a:prstGeom prst="rect">
            <a:avLst/>
          </a:prstGeom>
          <a:noFill/>
        </p:spPr>
        <p:txBody>
          <a:bodyPr wrap="square" anchor="t" lIns="0" rIns="0" tIns="0" bIns="0">
            <a:spAutoFit/>
          </a:bodyPr>
          <a:lstStyle/>
          <a:p>
            <a:pPr algn="l"/>
            <a:r>
              <a:rPr sz="1400" b="1" i="0">
                <a:solidFill>
                  <a:srgbClr val="066AFE"/>
                </a:solidFill>
                <a:latin typeface="Salesforce Sans"/>
              </a:rPr>
              <a:t>THE CAST</a:t>
            </a:r>
          </a:p>
        </p:txBody>
      </p:sp>
      <p:sp>
        <p:nvSpPr>
          <p:cNvPr id="27" name="Rounded Rectangle 26"/>
          <p:cNvSpPr/>
          <p:nvPr/>
        </p:nvSpPr>
        <p:spPr>
          <a:xfrm>
            <a:off x="9418320" y="3246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601200" y="3383279"/>
            <a:ext cx="512064" cy="512064"/>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S</a:t>
            </a:r>
          </a:p>
        </p:txBody>
      </p:sp>
      <p:sp>
        <p:nvSpPr>
          <p:cNvPr id="29" name="TextBox 28"/>
          <p:cNvSpPr txBox="1"/>
          <p:nvPr/>
        </p:nvSpPr>
        <p:spPr>
          <a:xfrm>
            <a:off x="10332720" y="3282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Sales Rep</a:t>
            </a:r>
          </a:p>
        </p:txBody>
      </p:sp>
      <p:sp>
        <p:nvSpPr>
          <p:cNvPr id="30" name="TextBox 29"/>
          <p:cNvSpPr txBox="1"/>
          <p:nvPr/>
        </p:nvSpPr>
        <p:spPr>
          <a:xfrm>
            <a:off x="13167360" y="3282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Inspects, quotes, and signs at the door</a:t>
            </a:r>
            <a:r>
              <a:rPr sz="1200" b="1" i="0">
                <a:solidFill>
                  <a:srgbClr val="066AFE"/>
                </a:solidFill>
                <a:latin typeface="Salesforce Sans"/>
              </a:rPr>
              <a:t>
Field Service Mobile + Revenue Cloud</a:t>
            </a:r>
          </a:p>
        </p:txBody>
      </p:sp>
      <p:sp>
        <p:nvSpPr>
          <p:cNvPr id="31" name="Rounded Rectangle 30"/>
          <p:cNvSpPr/>
          <p:nvPr/>
        </p:nvSpPr>
        <p:spPr>
          <a:xfrm>
            <a:off x="9418320" y="41605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9601200" y="42976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O</a:t>
            </a:r>
          </a:p>
        </p:txBody>
      </p:sp>
      <p:sp>
        <p:nvSpPr>
          <p:cNvPr id="33" name="TextBox 32"/>
          <p:cNvSpPr txBox="1"/>
          <p:nvPr/>
        </p:nvSpPr>
        <p:spPr>
          <a:xfrm>
            <a:off x="10332720" y="41970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Operations</a:t>
            </a:r>
          </a:p>
        </p:txBody>
      </p:sp>
      <p:sp>
        <p:nvSpPr>
          <p:cNvPr id="34" name="TextBox 33"/>
          <p:cNvSpPr txBox="1"/>
          <p:nvPr/>
        </p:nvSpPr>
        <p:spPr>
          <a:xfrm>
            <a:off x="13167360" y="41970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Watches the plan build itself</a:t>
            </a:r>
            <a:r>
              <a:rPr sz="1200" b="1" i="0">
                <a:solidFill>
                  <a:srgbClr val="066AFE"/>
                </a:solidFill>
                <a:latin typeface="Salesforce Sans"/>
              </a:rPr>
              <a:t>
Revenue Cloud orchestration</a:t>
            </a:r>
          </a:p>
        </p:txBody>
      </p:sp>
      <p:sp>
        <p:nvSpPr>
          <p:cNvPr id="35" name="Rounded Rectangle 34"/>
          <p:cNvSpPr/>
          <p:nvPr/>
        </p:nvSpPr>
        <p:spPr>
          <a:xfrm>
            <a:off x="9418320" y="50749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9601200" y="52120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D</a:t>
            </a:r>
          </a:p>
        </p:txBody>
      </p:sp>
      <p:sp>
        <p:nvSpPr>
          <p:cNvPr id="37" name="TextBox 36"/>
          <p:cNvSpPr txBox="1"/>
          <p:nvPr/>
        </p:nvSpPr>
        <p:spPr>
          <a:xfrm>
            <a:off x="10332720" y="51114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Dispatcher</a:t>
            </a:r>
          </a:p>
        </p:txBody>
      </p:sp>
      <p:sp>
        <p:nvSpPr>
          <p:cNvPr id="38" name="TextBox 37"/>
          <p:cNvSpPr txBox="1"/>
          <p:nvPr/>
        </p:nvSpPr>
        <p:spPr>
          <a:xfrm>
            <a:off x="13167360" y="51114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Routes visits by territory</a:t>
            </a:r>
            <a:r>
              <a:rPr sz="1200" b="1" i="0">
                <a:solidFill>
                  <a:srgbClr val="066AFE"/>
                </a:solidFill>
                <a:latin typeface="Salesforce Sans"/>
              </a:rPr>
              <a:t>
Field Service</a:t>
            </a:r>
          </a:p>
        </p:txBody>
      </p:sp>
      <p:sp>
        <p:nvSpPr>
          <p:cNvPr id="39" name="Rounded Rectangle 38"/>
          <p:cNvSpPr/>
          <p:nvPr/>
        </p:nvSpPr>
        <p:spPr>
          <a:xfrm>
            <a:off x="9418320" y="59893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601200" y="61264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T</a:t>
            </a:r>
          </a:p>
        </p:txBody>
      </p:sp>
      <p:sp>
        <p:nvSpPr>
          <p:cNvPr id="41" name="TextBox 40"/>
          <p:cNvSpPr txBox="1"/>
          <p:nvPr/>
        </p:nvSpPr>
        <p:spPr>
          <a:xfrm>
            <a:off x="10332720" y="60258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Technician</a:t>
            </a:r>
          </a:p>
        </p:txBody>
      </p:sp>
      <p:sp>
        <p:nvSpPr>
          <p:cNvPr id="42" name="TextBox 41"/>
          <p:cNvSpPr txBox="1"/>
          <p:nvPr/>
        </p:nvSpPr>
        <p:spPr>
          <a:xfrm>
            <a:off x="13167360" y="60258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Treats, adds services, changes plans</a:t>
            </a:r>
            <a:r>
              <a:rPr sz="1200" b="1" i="0">
                <a:solidFill>
                  <a:srgbClr val="066AFE"/>
                </a:solidFill>
                <a:latin typeface="Salesforce Sans"/>
              </a:rPr>
              <a:t>
Field Service Mobile</a:t>
            </a:r>
          </a:p>
        </p:txBody>
      </p:sp>
      <p:sp>
        <p:nvSpPr>
          <p:cNvPr id="43" name="Rounded Rectangle 42"/>
          <p:cNvSpPr/>
          <p:nvPr/>
        </p:nvSpPr>
        <p:spPr>
          <a:xfrm>
            <a:off x="9418320" y="69037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601200" y="70408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C</a:t>
            </a:r>
          </a:p>
        </p:txBody>
      </p:sp>
      <p:sp>
        <p:nvSpPr>
          <p:cNvPr id="45" name="TextBox 44"/>
          <p:cNvSpPr txBox="1"/>
          <p:nvPr/>
        </p:nvSpPr>
        <p:spPr>
          <a:xfrm>
            <a:off x="10332720" y="69402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Customer Care &amp; Billing</a:t>
            </a:r>
          </a:p>
        </p:txBody>
      </p:sp>
      <p:sp>
        <p:nvSpPr>
          <p:cNvPr id="46" name="TextBox 45"/>
          <p:cNvSpPr txBox="1"/>
          <p:nvPr/>
        </p:nvSpPr>
        <p:spPr>
          <a:xfrm>
            <a:off x="13167360" y="69402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Guarantees, pauses, renewals</a:t>
            </a:r>
            <a:r>
              <a:rPr sz="1200" b="1" i="0">
                <a:solidFill>
                  <a:srgbClr val="066AFE"/>
                </a:solidFill>
                <a:latin typeface="Salesforce Sans"/>
              </a:rPr>
              <a:t>
Revenue Cloud Billing</a:t>
            </a:r>
          </a:p>
        </p:txBody>
      </p:sp>
      <p:sp>
        <p:nvSpPr>
          <p:cNvPr id="47" name="Rounded Rectangle 46"/>
          <p:cNvSpPr/>
          <p:nvPr/>
        </p:nvSpPr>
        <p:spPr>
          <a:xfrm>
            <a:off x="9418320" y="7818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601200" y="7955280"/>
            <a:ext cx="512064" cy="512064"/>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M</a:t>
            </a:r>
          </a:p>
        </p:txBody>
      </p:sp>
      <p:sp>
        <p:nvSpPr>
          <p:cNvPr id="49" name="TextBox 48"/>
          <p:cNvSpPr txBox="1"/>
          <p:nvPr/>
        </p:nvSpPr>
        <p:spPr>
          <a:xfrm>
            <a:off x="10332720" y="7854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Michael</a:t>
            </a:r>
          </a:p>
        </p:txBody>
      </p:sp>
      <p:sp>
        <p:nvSpPr>
          <p:cNvPr id="50" name="TextBox 49"/>
          <p:cNvSpPr txBox="1"/>
          <p:nvPr/>
        </p:nvSpPr>
        <p:spPr>
          <a:xfrm>
            <a:off x="13167360" y="7854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Signs and approves on the technician's device</a:t>
            </a:r>
            <a:r>
              <a:rPr sz="1200" b="1" i="0">
                <a:solidFill>
                  <a:srgbClr val="066AFE"/>
                </a:solidFill>
                <a:latin typeface="Salesforce Sans"/>
              </a:rPr>
              <a:t>
Customer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The lifecycle at a glance</a:t>
            </a:r>
          </a:p>
        </p:txBody>
      </p:sp>
      <p:sp>
        <p:nvSpPr>
          <p:cNvPr id="3" name="Subtitle 2"/>
          <p:cNvSpPr>
            <a:spLocks noGrp="1"/>
          </p:cNvSpPr>
          <p:nvPr>
            <p:ph type="subTitle" idx="1"/>
          </p:nvPr>
        </p:nvSpPr>
        <p:spPr/>
        <p:txBody>
          <a:bodyPr/>
          <a:lstStyle/>
          <a:p>
            <a:pPr marL="0" indent="0"/>
            <a:r>
              <a:rPr>
                <a:solidFill/>
              </a:rPr>
              <a:t>Four phases, nine scenes, one household · about 17 minutes</a:t>
            </a:r>
          </a:p>
        </p:txBody>
      </p:sp>
      <p:sp>
        <p:nvSpPr>
          <p:cNvPr id="4" name="Rounded Rectangle 3"/>
          <p:cNvSpPr/>
          <p:nvPr/>
        </p:nvSpPr>
        <p:spPr>
          <a:xfrm>
            <a:off x="859536"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59536" y="2788920"/>
            <a:ext cx="3867912" cy="1234440"/>
          </a:xfrm>
          <a:prstGeom prst="roundRect">
            <a:avLst>
              <a:gd name="adj" fmla="val 12000"/>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Sell</a:t>
            </a:r>
          </a:p>
          <a:p>
            <a:pPr algn="l">
              <a:spcBef>
                <a:spcPts val="200"/>
              </a:spcBef>
            </a:pPr>
            <a:r>
              <a:rPr sz="1300" b="0" i="0">
                <a:solidFill>
                  <a:srgbClr val="FFFFFF"/>
                </a:solidFill>
                <a:latin typeface="Salesforce Sans"/>
              </a:rPr>
              <a:t>The inspection is the sales call</a:t>
            </a:r>
          </a:p>
        </p:txBody>
      </p:sp>
      <p:sp>
        <p:nvSpPr>
          <p:cNvPr id="7" name="Oval 6"/>
          <p:cNvSpPr/>
          <p:nvPr/>
        </p:nvSpPr>
        <p:spPr>
          <a:xfrm>
            <a:off x="1133856" y="429768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1</a:t>
            </a:r>
          </a:p>
        </p:txBody>
      </p:sp>
      <p:sp>
        <p:nvSpPr>
          <p:cNvPr id="8" name="TextBox 7"/>
          <p:cNvSpPr txBox="1"/>
          <p:nvPr/>
        </p:nvSpPr>
        <p:spPr>
          <a:xfrm>
            <a:off x="1728216"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Plan the day</a:t>
            </a:r>
          </a:p>
          <a:p>
            <a:pPr algn="l">
              <a:spcBef>
                <a:spcPts val="200"/>
              </a:spcBef>
            </a:pPr>
            <a:r>
              <a:rPr sz="1300" b="0" i="0">
                <a:solidFill>
                  <a:srgbClr val="5A6B85"/>
                </a:solidFill>
                <a:latin typeface="Salesforce Sans"/>
              </a:rPr>
              <a:t>Sales Rep · Partly live</a:t>
            </a:r>
            <a:r>
              <a:rPr sz="1300" b="1" i="0">
                <a:solidFill>
                  <a:srgbClr val="0B827C"/>
                </a:solidFill>
                <a:latin typeface="Salesforce Sans"/>
              </a:rPr>
              <a:t>  ✧ Einstein</a:t>
            </a:r>
          </a:p>
        </p:txBody>
      </p:sp>
      <p:sp>
        <p:nvSpPr>
          <p:cNvPr id="9" name="Oval 8"/>
          <p:cNvSpPr/>
          <p:nvPr/>
        </p:nvSpPr>
        <p:spPr>
          <a:xfrm>
            <a:off x="1133856" y="562356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2</a:t>
            </a:r>
          </a:p>
        </p:txBody>
      </p:sp>
      <p:sp>
        <p:nvSpPr>
          <p:cNvPr id="10" name="TextBox 9"/>
          <p:cNvSpPr txBox="1"/>
          <p:nvPr/>
        </p:nvSpPr>
        <p:spPr>
          <a:xfrm>
            <a:off x="1728216"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Inspect &amp; quote on the tablet</a:t>
            </a:r>
          </a:p>
          <a:p>
            <a:pPr algn="l">
              <a:spcBef>
                <a:spcPts val="200"/>
              </a:spcBef>
            </a:pPr>
            <a:r>
              <a:rPr sz="1300" b="0" i="0">
                <a:solidFill>
                  <a:srgbClr val="5A6B85"/>
                </a:solidFill>
                <a:latin typeface="Salesforce Sans"/>
              </a:rPr>
              <a:t>Sales Rep · Live</a:t>
            </a:r>
            <a:r>
              <a:rPr sz="1300" b="1" i="0">
                <a:solidFill>
                  <a:srgbClr val="0B827C"/>
                </a:solidFill>
                <a:latin typeface="Salesforce Sans"/>
              </a:rPr>
              <a:t>  ✧ Einstein</a:t>
            </a:r>
          </a:p>
        </p:txBody>
      </p:sp>
      <p:sp>
        <p:nvSpPr>
          <p:cNvPr id="11" name="Oval 10"/>
          <p:cNvSpPr/>
          <p:nvPr/>
        </p:nvSpPr>
        <p:spPr>
          <a:xfrm>
            <a:off x="1133856" y="694944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3</a:t>
            </a:r>
          </a:p>
        </p:txBody>
      </p:sp>
      <p:sp>
        <p:nvSpPr>
          <p:cNvPr id="12" name="TextBox 11"/>
          <p:cNvSpPr txBox="1"/>
          <p:nvPr/>
        </p:nvSpPr>
        <p:spPr>
          <a:xfrm>
            <a:off x="1728216"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Sign &amp; pay at the door</a:t>
            </a:r>
          </a:p>
          <a:p>
            <a:pPr algn="l">
              <a:spcBef>
                <a:spcPts val="200"/>
              </a:spcBef>
            </a:pPr>
            <a:r>
              <a:rPr sz="1300" b="0" i="0">
                <a:solidFill>
                  <a:srgbClr val="5A6B85"/>
                </a:solidFill>
                <a:latin typeface="Salesforce Sans"/>
              </a:rPr>
              <a:t>Sales Rep + Michael · Live</a:t>
            </a:r>
            <a:r>
              <a:rPr sz="1300" b="1" i="0">
                <a:solidFill>
                  <a:srgbClr val="0B827C"/>
                </a:solidFill>
                <a:latin typeface="Salesforce Sans"/>
              </a:rPr>
              <a:t>  ✧ Einstein</a:t>
            </a:r>
          </a:p>
        </p:txBody>
      </p:sp>
      <p:cxnSp>
        <p:nvCxnSpPr>
          <p:cNvPr id="13" name="Connector 12"/>
          <p:cNvCxnSpPr/>
          <p:nvPr/>
        </p:nvCxnSpPr>
        <p:spPr>
          <a:xfrm>
            <a:off x="4773168" y="3401568"/>
            <a:ext cx="274320" cy="0"/>
          </a:xfrm>
          <a:prstGeom prst="line">
            <a:avLst/>
          </a:prstGeom>
          <a:ln w="25400">
            <a:solidFill>
              <a:srgbClr val="066AF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3208"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093208" y="2788920"/>
            <a:ext cx="3867912" cy="1234440"/>
          </a:xfrm>
          <a:prstGeom prst="roundRect">
            <a:avLst>
              <a:gd name="adj" fmla="val 12000"/>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Hand off</a:t>
            </a:r>
          </a:p>
          <a:p>
            <a:pPr algn="l">
              <a:spcBef>
                <a:spcPts val="200"/>
              </a:spcBef>
            </a:pPr>
            <a:r>
              <a:rPr sz="1300" b="0" i="0">
                <a:solidFill>
                  <a:srgbClr val="FFFFFF"/>
                </a:solidFill>
                <a:latin typeface="Salesforce Sans"/>
              </a:rPr>
              <a:t>One order, two kinds of work</a:t>
            </a:r>
          </a:p>
        </p:txBody>
      </p:sp>
      <p:sp>
        <p:nvSpPr>
          <p:cNvPr id="17" name="Oval 16"/>
          <p:cNvSpPr/>
          <p:nvPr/>
        </p:nvSpPr>
        <p:spPr>
          <a:xfrm>
            <a:off x="5367528" y="4297680"/>
            <a:ext cx="457200" cy="457200"/>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4</a:t>
            </a:r>
          </a:p>
        </p:txBody>
      </p:sp>
      <p:sp>
        <p:nvSpPr>
          <p:cNvPr id="18" name="TextBox 17"/>
          <p:cNvSpPr txBox="1"/>
          <p:nvPr/>
        </p:nvSpPr>
        <p:spPr>
          <a:xfrm>
            <a:off x="5961888"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The plan builds itself</a:t>
            </a:r>
          </a:p>
          <a:p>
            <a:pPr algn="l">
              <a:spcBef>
                <a:spcPts val="200"/>
              </a:spcBef>
            </a:pPr>
            <a:r>
              <a:rPr sz="1300" b="0" i="0">
                <a:solidFill>
                  <a:srgbClr val="5A6B85"/>
                </a:solidFill>
                <a:latin typeface="Salesforce Sans"/>
              </a:rPr>
              <a:t>Operations · Live  </a:t>
            </a:r>
            <a:r>
              <a:rPr sz="1300" b="1" i="0">
                <a:solidFill>
                  <a:srgbClr val="6B2BD9"/>
                </a:solidFill>
                <a:latin typeface="Salesforce Sans"/>
              </a:rPr>
              <a:t>✦ package</a:t>
            </a:r>
          </a:p>
        </p:txBody>
      </p:sp>
      <p:sp>
        <p:nvSpPr>
          <p:cNvPr id="19" name="TextBox 18"/>
          <p:cNvSpPr txBox="1"/>
          <p:nvPr/>
        </p:nvSpPr>
        <p:spPr>
          <a:xfrm>
            <a:off x="5367528" y="5577840"/>
            <a:ext cx="3319272" cy="365760"/>
          </a:xfrm>
          <a:prstGeom prst="rect">
            <a:avLst/>
          </a:prstGeom>
          <a:noFill/>
        </p:spPr>
        <p:txBody>
          <a:bodyPr wrap="square" anchor="t" lIns="0" rIns="0" tIns="0" bIns="0">
            <a:spAutoFit/>
          </a:bodyPr>
          <a:lstStyle/>
          <a:p>
            <a:pPr algn="l"/>
            <a:r>
              <a:rPr sz="1200" b="1" i="0">
                <a:solidFill>
                  <a:srgbClr val="5A6B85"/>
                </a:solidFill>
                <a:latin typeface="Salesforce Sans"/>
              </a:rPr>
              <a:t>ONE ORDER CREATES</a:t>
            </a:r>
          </a:p>
        </p:txBody>
      </p:sp>
      <p:sp>
        <p:nvSpPr>
          <p:cNvPr id="20" name="TextBox 19"/>
          <p:cNvSpPr txBox="1"/>
          <p:nvPr/>
        </p:nvSpPr>
        <p:spPr>
          <a:xfrm>
            <a:off x="5367528" y="5943600"/>
            <a:ext cx="3319272" cy="2377440"/>
          </a:xfrm>
          <a:prstGeom prst="rect">
            <a:avLst/>
          </a:prstGeom>
          <a:noFill/>
        </p:spPr>
        <p:txBody>
          <a:bodyPr wrap="square" anchor="t" lIns="0" rIns="0" tIns="0" bIns="0">
            <a:spAutoFit/>
          </a:bodyPr>
          <a:lstStyle/>
          <a:p>
            <a:pPr algn="l" marL="274320" indent="-274320">
              <a:buChar char="•"/>
            </a:pPr>
            <a:r>
              <a:rPr sz="1400" b="0" i="0">
                <a:solidFill>
                  <a:srgbClr val="032D60"/>
                </a:solidFill>
                <a:latin typeface="Salesforce Sans"/>
              </a:rPr>
              <a:t>Initial Treatment Work Order and appointment</a:t>
            </a:r>
          </a:p>
          <a:p>
            <a:pPr algn="l" marL="274320" indent="-274320">
              <a:spcBef>
                <a:spcPts val="600"/>
              </a:spcBef>
              <a:buChar char="•"/>
            </a:pPr>
            <a:r>
              <a:rPr sz="1400" b="0" i="0">
                <a:solidFill>
                  <a:srgbClr val="032D60"/>
                </a:solidFill>
                <a:latin typeface="Salesforce Sans"/>
              </a:rPr>
              <a:t>An asset for every plan</a:t>
            </a:r>
          </a:p>
          <a:p>
            <a:pPr algn="l" marL="274320" indent="-274320">
              <a:spcBef>
                <a:spcPts val="600"/>
              </a:spcBef>
              <a:buChar char="•"/>
            </a:pPr>
            <a:r>
              <a:rPr sz="1400" b="0" i="0">
                <a:solidFill>
                  <a:srgbClr val="032D60"/>
                </a:solidFill>
                <a:latin typeface="Salesforce Sans"/>
              </a:rPr>
              <a:t>Monthly billing for each plan</a:t>
            </a:r>
          </a:p>
          <a:p>
            <a:pPr algn="l" marL="274320" indent="-274320">
              <a:spcBef>
                <a:spcPts val="600"/>
              </a:spcBef>
              <a:buChar char="•"/>
            </a:pPr>
            <a:r>
              <a:rPr sz="1400" b="0" i="0">
                <a:solidFill>
                  <a:srgbClr val="032D60"/>
                </a:solidFill>
                <a:latin typeface="Salesforce Sans"/>
              </a:rPr>
              <a:t>Billing that waits for the first treatment</a:t>
            </a:r>
          </a:p>
        </p:txBody>
      </p:sp>
      <p:cxnSp>
        <p:nvCxnSpPr>
          <p:cNvPr id="21" name="Connector 20"/>
          <p:cNvCxnSpPr/>
          <p:nvPr/>
        </p:nvCxnSpPr>
        <p:spPr>
          <a:xfrm>
            <a:off x="9006840" y="3401568"/>
            <a:ext cx="274320" cy="0"/>
          </a:xfrm>
          <a:prstGeom prst="line">
            <a:avLst/>
          </a:prstGeom>
          <a:ln w="25400">
            <a:solidFill>
              <a:srgbClr val="022A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26880"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326880" y="2788920"/>
            <a:ext cx="3867912" cy="1234440"/>
          </a:xfrm>
          <a:prstGeom prst="roundRect">
            <a:avLst>
              <a:gd name="adj" fmla="val 12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0"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Serve</a:t>
            </a:r>
          </a:p>
          <a:p>
            <a:pPr algn="l">
              <a:spcBef>
                <a:spcPts val="200"/>
              </a:spcBef>
            </a:pPr>
            <a:r>
              <a:rPr sz="1300" b="0" i="0">
                <a:solidFill>
                  <a:srgbClr val="FFFFFF"/>
                </a:solidFill>
                <a:latin typeface="Salesforce Sans"/>
              </a:rPr>
              <a:t>Every visit tied to what was sold</a:t>
            </a:r>
          </a:p>
        </p:txBody>
      </p:sp>
      <p:sp>
        <p:nvSpPr>
          <p:cNvPr id="25" name="Oval 24"/>
          <p:cNvSpPr/>
          <p:nvPr/>
        </p:nvSpPr>
        <p:spPr>
          <a:xfrm>
            <a:off x="9601200" y="429768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5</a:t>
            </a:r>
          </a:p>
        </p:txBody>
      </p:sp>
      <p:sp>
        <p:nvSpPr>
          <p:cNvPr id="26" name="TextBox 25"/>
          <p:cNvSpPr txBox="1"/>
          <p:nvPr/>
        </p:nvSpPr>
        <p:spPr>
          <a:xfrm>
            <a:off x="10195560"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First treatment starts billing</a:t>
            </a:r>
          </a:p>
          <a:p>
            <a:pPr algn="l">
              <a:spcBef>
                <a:spcPts val="200"/>
              </a:spcBef>
            </a:pPr>
            <a:r>
              <a:rPr sz="1300" b="0" i="0">
                <a:solidFill>
                  <a:srgbClr val="5A6B85"/>
                </a:solidFill>
                <a:latin typeface="Salesforce Sans"/>
              </a:rPr>
              <a:t>Technician · Live  </a:t>
            </a:r>
            <a:r>
              <a:rPr sz="1300" b="1" i="0">
                <a:solidFill>
                  <a:srgbClr val="6B2BD9"/>
                </a:solidFill>
                <a:latin typeface="Salesforce Sans"/>
              </a:rPr>
              <a:t>✦ package</a:t>
            </a:r>
            <a:r>
              <a:rPr sz="1300" b="1" i="0">
                <a:solidFill>
                  <a:srgbClr val="0B827C"/>
                </a:solidFill>
                <a:latin typeface="Salesforce Sans"/>
              </a:rPr>
              <a:t>  ✧ Einstein</a:t>
            </a:r>
          </a:p>
        </p:txBody>
      </p:sp>
      <p:sp>
        <p:nvSpPr>
          <p:cNvPr id="27" name="Oval 26"/>
          <p:cNvSpPr/>
          <p:nvPr/>
        </p:nvSpPr>
        <p:spPr>
          <a:xfrm>
            <a:off x="9601200" y="562356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6</a:t>
            </a:r>
          </a:p>
        </p:txBody>
      </p:sp>
      <p:sp>
        <p:nvSpPr>
          <p:cNvPr id="28" name="TextBox 27"/>
          <p:cNvSpPr txBox="1"/>
          <p:nvPr/>
        </p:nvSpPr>
        <p:spPr>
          <a:xfrm>
            <a:off x="10195560"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Recurring visits run themselves</a:t>
            </a:r>
          </a:p>
          <a:p>
            <a:pPr algn="l">
              <a:spcBef>
                <a:spcPts val="200"/>
              </a:spcBef>
            </a:pPr>
            <a:r>
              <a:rPr sz="1300" b="0" i="0">
                <a:solidFill>
                  <a:srgbClr val="5A6B85"/>
                </a:solidFill>
                <a:latin typeface="Salesforce Sans"/>
              </a:rPr>
              <a:t>Dispatcher · Partly live  </a:t>
            </a:r>
            <a:r>
              <a:rPr sz="1300" b="1" i="0">
                <a:solidFill>
                  <a:srgbClr val="6B2BD9"/>
                </a:solidFill>
                <a:latin typeface="Salesforce Sans"/>
              </a:rPr>
              <a:t>✦ package</a:t>
            </a:r>
          </a:p>
        </p:txBody>
      </p:sp>
      <p:sp>
        <p:nvSpPr>
          <p:cNvPr id="29" name="Oval 28"/>
          <p:cNvSpPr/>
          <p:nvPr/>
        </p:nvSpPr>
        <p:spPr>
          <a:xfrm>
            <a:off x="9601200" y="694944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7</a:t>
            </a:r>
          </a:p>
        </p:txBody>
      </p:sp>
      <p:sp>
        <p:nvSpPr>
          <p:cNvPr id="30" name="TextBox 29"/>
          <p:cNvSpPr txBox="1"/>
          <p:nvPr/>
        </p:nvSpPr>
        <p:spPr>
          <a:xfrm>
            <a:off x="10195560"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Re-service with a guarantee check</a:t>
            </a:r>
          </a:p>
          <a:p>
            <a:pPr algn="l">
              <a:spcBef>
                <a:spcPts val="200"/>
              </a:spcBef>
            </a:pPr>
            <a:r>
              <a:rPr sz="1300" b="0" i="0">
                <a:solidFill>
                  <a:srgbClr val="5A6B85"/>
                </a:solidFill>
                <a:latin typeface="Salesforce Sans"/>
              </a:rPr>
              <a:t>Customer Care + Technician · Live  </a:t>
            </a:r>
            <a:r>
              <a:rPr sz="1300" b="1" i="0">
                <a:solidFill>
                  <a:srgbClr val="6B2BD9"/>
                </a:solidFill>
                <a:latin typeface="Salesforce Sans"/>
              </a:rPr>
              <a:t>✦ package</a:t>
            </a:r>
          </a:p>
        </p:txBody>
      </p:sp>
      <p:cxnSp>
        <p:nvCxnSpPr>
          <p:cNvPr id="31" name="Connector 30"/>
          <p:cNvCxnSpPr/>
          <p:nvPr/>
        </p:nvCxnSpPr>
        <p:spPr>
          <a:xfrm>
            <a:off x="13240512" y="3401568"/>
            <a:ext cx="274320" cy="0"/>
          </a:xfrm>
          <a:prstGeom prst="line">
            <a:avLst/>
          </a:prstGeom>
          <a:ln w="25400">
            <a:solidFill>
              <a:srgbClr val="032D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3560552"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3560552" y="2788920"/>
            <a:ext cx="3867912" cy="1234440"/>
          </a:xfrm>
          <a:prstGeom prst="roundRect">
            <a:avLst>
              <a:gd name="adj" fmla="val 12000"/>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34872"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Grow &amp; retain</a:t>
            </a:r>
          </a:p>
          <a:p>
            <a:pPr algn="l">
              <a:spcBef>
                <a:spcPts val="200"/>
              </a:spcBef>
            </a:pPr>
            <a:r>
              <a:rPr sz="1300" b="0" i="0">
                <a:solidFill>
                  <a:srgbClr val="FFFFFF"/>
                </a:solidFill>
                <a:latin typeface="Salesforce Sans"/>
              </a:rPr>
              <a:t>The technician is the best salesperson</a:t>
            </a:r>
          </a:p>
        </p:txBody>
      </p:sp>
      <p:sp>
        <p:nvSpPr>
          <p:cNvPr id="35" name="Oval 34"/>
          <p:cNvSpPr/>
          <p:nvPr/>
        </p:nvSpPr>
        <p:spPr>
          <a:xfrm>
            <a:off x="13834872" y="429768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8</a:t>
            </a:r>
          </a:p>
        </p:txBody>
      </p:sp>
      <p:sp>
        <p:nvSpPr>
          <p:cNvPr id="36" name="TextBox 35"/>
          <p:cNvSpPr txBox="1"/>
          <p:nvPr/>
        </p:nvSpPr>
        <p:spPr>
          <a:xfrm>
            <a:off x="14429232"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Upsell &amp; upgrade on the visit</a:t>
            </a:r>
          </a:p>
          <a:p>
            <a:pPr algn="l">
              <a:spcBef>
                <a:spcPts val="200"/>
              </a:spcBef>
            </a:pPr>
            <a:r>
              <a:rPr sz="1300" b="0" i="0">
                <a:solidFill>
                  <a:srgbClr val="5A6B85"/>
                </a:solidFill>
                <a:latin typeface="Salesforce Sans"/>
              </a:rPr>
              <a:t>Technician → Michael · Live</a:t>
            </a:r>
            <a:r>
              <a:rPr sz="1300" b="1" i="0">
                <a:solidFill>
                  <a:srgbClr val="0B827C"/>
                </a:solidFill>
                <a:latin typeface="Salesforce Sans"/>
              </a:rPr>
              <a:t>  ✧ Einstein</a:t>
            </a:r>
          </a:p>
        </p:txBody>
      </p:sp>
      <p:sp>
        <p:nvSpPr>
          <p:cNvPr id="37" name="Oval 36"/>
          <p:cNvSpPr/>
          <p:nvPr/>
        </p:nvSpPr>
        <p:spPr>
          <a:xfrm>
            <a:off x="13834872" y="562356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9</a:t>
            </a:r>
          </a:p>
        </p:txBody>
      </p:sp>
      <p:sp>
        <p:nvSpPr>
          <p:cNvPr id="38" name="TextBox 37"/>
          <p:cNvSpPr txBox="1"/>
          <p:nvPr/>
        </p:nvSpPr>
        <p:spPr>
          <a:xfrm>
            <a:off x="14429232"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Pause, resume &amp; renew</a:t>
            </a:r>
          </a:p>
          <a:p>
            <a:pPr algn="l">
              <a:spcBef>
                <a:spcPts val="200"/>
              </a:spcBef>
            </a:pPr>
            <a:r>
              <a:rPr sz="1300" b="0" i="0">
                <a:solidFill>
                  <a:srgbClr val="5A6B85"/>
                </a:solidFill>
                <a:latin typeface="Salesforce Sans"/>
              </a:rPr>
              <a:t>Billing + Michael · Vision</a:t>
            </a:r>
            <a:r>
              <a:rPr sz="1300" b="1" i="0">
                <a:solidFill>
                  <a:srgbClr val="0B827C"/>
                </a:solidFill>
                <a:latin typeface="Salesforce Sans"/>
              </a:rPr>
              <a:t>  ✧ Einstein</a:t>
            </a:r>
          </a:p>
        </p:txBody>
      </p:sp>
      <p:sp>
        <p:nvSpPr>
          <p:cNvPr id="39" name="Rounded Rectangle 38"/>
          <p:cNvSpPr/>
          <p:nvPr/>
        </p:nvSpPr>
        <p:spPr>
          <a:xfrm>
            <a:off x="859536" y="8641080"/>
            <a:ext cx="16568928" cy="548640"/>
          </a:xfrm>
          <a:prstGeom prst="roundRect">
            <a:avLst>
              <a:gd name="adj" fmla="val 50000"/>
            </a:avLst>
          </a:prstGeom>
          <a:solidFill>
            <a:srgbClr val="EA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88720" y="8641080"/>
            <a:ext cx="5897880" cy="548640"/>
          </a:xfrm>
          <a:prstGeom prst="rect">
            <a:avLst/>
          </a:prstGeom>
          <a:noFill/>
        </p:spPr>
        <p:txBody>
          <a:bodyPr wrap="square" anchor="ctr" lIns="0" rIns="0" tIns="0" bIns="0">
            <a:spAutoFit/>
          </a:bodyPr>
          <a:lstStyle/>
          <a:p>
            <a:pPr algn="l"/>
            <a:r>
              <a:rPr sz="1500" b="1" i="0">
                <a:solidFill>
                  <a:srgbClr val="022AC0"/>
                </a:solidFill>
                <a:latin typeface="Salesforce Sans"/>
              </a:rPr>
              <a:t>↺  Renewal and next season's service start the loop again</a:t>
            </a:r>
          </a:p>
        </p:txBody>
      </p:sp>
      <p:sp>
        <p:nvSpPr>
          <p:cNvPr id="41" name="TextBox 40"/>
          <p:cNvSpPr txBox="1"/>
          <p:nvPr/>
        </p:nvSpPr>
        <p:spPr>
          <a:xfrm>
            <a:off x="7223760" y="8641080"/>
            <a:ext cx="3383280" cy="548640"/>
          </a:xfrm>
          <a:prstGeom prst="rect">
            <a:avLst/>
          </a:prstGeom>
          <a:noFill/>
        </p:spPr>
        <p:txBody>
          <a:bodyPr wrap="square" anchor="ctr" lIns="0" rIns="0" tIns="0" bIns="0">
            <a:spAutoFit/>
          </a:bodyPr>
          <a:lstStyle/>
          <a:p>
            <a:pPr algn="l"/>
            <a:r>
              <a:rPr sz="1300" b="1" i="0">
                <a:solidFill>
                  <a:srgbClr val="6B2BD9"/>
                </a:solidFill>
                <a:latin typeface="Salesforce Sans"/>
              </a:rPr>
              <a:t>✦ package</a:t>
            </a:r>
            <a:r>
              <a:rPr sz="1300" b="0" i="0">
                <a:solidFill>
                  <a:srgbClr val="5A6B85"/>
                </a:solidFill>
                <a:latin typeface="Salesforce Sans"/>
              </a:rPr>
              <a:t>  FSL managed package</a:t>
            </a:r>
          </a:p>
        </p:txBody>
      </p:sp>
      <p:sp>
        <p:nvSpPr>
          <p:cNvPr id="42" name="Rounded Rectangle 41"/>
          <p:cNvSpPr/>
          <p:nvPr/>
        </p:nvSpPr>
        <p:spPr>
          <a:xfrm>
            <a:off x="14356080" y="8750808"/>
            <a:ext cx="2103120" cy="329184"/>
          </a:xfrm>
          <a:prstGeom prst="roundRect">
            <a:avLst>
              <a:gd name="adj" fmla="val 50000"/>
            </a:avLst>
          </a:prstGeom>
          <a:solidFill>
            <a:srgbClr val="066AFE"/>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ALL SCENES: CORE DEMO</a:t>
            </a:r>
          </a:p>
        </p:txBody>
      </p:sp>
      <p:sp>
        <p:nvSpPr>
          <p:cNvPr id="43" name="TextBox 42"/>
          <p:cNvSpPr txBox="1"/>
          <p:nvPr/>
        </p:nvSpPr>
        <p:spPr>
          <a:xfrm>
            <a:off x="10607040" y="8641080"/>
            <a:ext cx="3611880" cy="548640"/>
          </a:xfrm>
          <a:prstGeom prst="rect">
            <a:avLst/>
          </a:prstGeom>
          <a:noFill/>
        </p:spPr>
        <p:txBody>
          <a:bodyPr wrap="square" lIns="0" rIns="0" tIns="0" bIns="0" anchor="ctr">
            <a:spAutoFit/>
          </a:bodyPr>
          <a:lstStyle/>
          <a:p>
            <a:pPr algn="l"/>
            <a:r>
              <a:rPr sz="1300" b="1" i="0">
                <a:solidFill>
                  <a:srgbClr val="0B827C"/>
                </a:solidFill>
                <a:latin typeface="Salesforce Sans"/>
              </a:rPr>
              <a:t>✧ Einstein</a:t>
            </a:r>
            <a:r>
              <a:rPr sz="1300" b="0" i="0">
                <a:solidFill>
                  <a:srgbClr val="5A6B85"/>
                </a:solidFill>
                <a:latin typeface="Salesforce Sans"/>
              </a:rPr>
              <a:t>  AI suggests, people decide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Field Service Core vs the managed package</a:t>
            </a:r>
          </a:p>
        </p:txBody>
      </p:sp>
      <p:sp>
        <p:nvSpPr>
          <p:cNvPr id="3" name="Subtitle 2"/>
          <p:cNvSpPr>
            <a:spLocks noGrp="1"/>
          </p:cNvSpPr>
          <p:nvPr>
            <p:ph type="subTitle" idx="1"/>
          </p:nvPr>
        </p:nvSpPr>
        <p:spPr/>
        <p:txBody>
          <a:bodyPr/>
          <a:lstStyle/>
          <a:p>
            <a:pPr marL="0" indent="0"/>
            <a:r>
              <a:rPr>
                <a:solidFill/>
              </a:rPr>
              <a:t>Core runs the lifecycle; the package makes residential routes pay</a:t>
            </a:r>
          </a:p>
        </p:txBody>
      </p:sp>
      <p:sp>
        <p:nvSpPr>
          <p:cNvPr id="4" name="Rounded Rectangle 3"/>
          <p:cNvSpPr/>
          <p:nvPr/>
        </p:nvSpPr>
        <p:spPr>
          <a:xfrm>
            <a:off x="859536"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788920"/>
            <a:ext cx="5279136" cy="109728"/>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79576" y="3063240"/>
            <a:ext cx="4639056" cy="365760"/>
          </a:xfrm>
          <a:prstGeom prst="rect">
            <a:avLst/>
          </a:prstGeom>
          <a:noFill/>
        </p:spPr>
        <p:txBody>
          <a:bodyPr wrap="square" anchor="t" lIns="0" rIns="0" tIns="0" bIns="0">
            <a:spAutoFit/>
          </a:bodyPr>
          <a:lstStyle/>
          <a:p>
            <a:pPr algn="l"/>
            <a:r>
              <a:rPr sz="1500" b="1" i="0">
                <a:solidFill>
                  <a:srgbClr val="066AFE"/>
                </a:solidFill>
                <a:latin typeface="Salesforce Sans"/>
              </a:rPr>
              <a:t>FIELD SERVICE CORE</a:t>
            </a:r>
          </a:p>
        </p:txBody>
      </p:sp>
      <p:sp>
        <p:nvSpPr>
          <p:cNvPr id="7" name="TextBox 6"/>
          <p:cNvSpPr txBox="1"/>
          <p:nvPr/>
        </p:nvSpPr>
        <p:spPr>
          <a:xfrm>
            <a:off x="1179576"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Included with Field Service licenses</a:t>
            </a:r>
          </a:p>
        </p:txBody>
      </p:sp>
      <p:sp>
        <p:nvSpPr>
          <p:cNvPr id="8" name="TextBox 7"/>
          <p:cNvSpPr txBox="1"/>
          <p:nvPr/>
        </p:nvSpPr>
        <p:spPr>
          <a:xfrm>
            <a:off x="1179576"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Work Orders, Service Appointments, and Assets</a:t>
            </a:r>
          </a:p>
          <a:p>
            <a:pPr algn="l" marL="274320" indent="-274320">
              <a:spcBef>
                <a:spcPts val="900"/>
              </a:spcBef>
              <a:buChar char="•"/>
            </a:pPr>
            <a:r>
              <a:rPr sz="1600" b="0" i="0">
                <a:solidFill>
                  <a:srgbClr val="032D60"/>
                </a:solidFill>
                <a:latin typeface="Salesforce Sans"/>
              </a:rPr>
              <a:t>Maintenance Plans that generate recurring visits</a:t>
            </a:r>
          </a:p>
          <a:p>
            <a:pPr algn="l" marL="274320" indent="-274320">
              <a:spcBef>
                <a:spcPts val="900"/>
              </a:spcBef>
              <a:buChar char="•"/>
            </a:pPr>
            <a:r>
              <a:rPr sz="1600" b="0" i="0">
                <a:solidFill>
                  <a:srgbClr val="032D60"/>
                </a:solidFill>
                <a:latin typeface="Salesforce Sans"/>
              </a:rPr>
              <a:t>Skills, territories, operating hours, Work Types</a:t>
            </a:r>
          </a:p>
          <a:p>
            <a:pPr algn="l" marL="274320" indent="-274320">
              <a:spcBef>
                <a:spcPts val="900"/>
              </a:spcBef>
              <a:buChar char="•"/>
            </a:pPr>
            <a:r>
              <a:rPr sz="1600" b="0" i="0">
                <a:solidFill>
                  <a:srgbClr val="032D60"/>
                </a:solidFill>
                <a:latin typeface="Salesforce Sans"/>
              </a:rPr>
              <a:t>Entitlements for guarantee checks</a:t>
            </a:r>
          </a:p>
          <a:p>
            <a:pPr algn="l" marL="274320" indent="-274320">
              <a:spcBef>
                <a:spcPts val="900"/>
              </a:spcBef>
              <a:buChar char="•"/>
            </a:pPr>
            <a:r>
              <a:rPr sz="1600" b="0" i="0">
                <a:solidFill>
                  <a:srgbClr val="032D60"/>
                </a:solidFill>
                <a:latin typeface="Salesforce Sans"/>
              </a:rPr>
              <a:t>Field Service mobile app for technicians</a:t>
            </a:r>
          </a:p>
          <a:p>
            <a:pPr algn="l" marL="274320" indent="-274320">
              <a:spcBef>
                <a:spcPts val="900"/>
              </a:spcBef>
              <a:buChar char="•"/>
            </a:pPr>
            <a:r>
              <a:rPr sz="1600" b="0" i="0">
                <a:solidFill>
                  <a:srgbClr val="032D60"/>
                </a:solidFill>
                <a:latin typeface="Salesforce Sans"/>
              </a:rPr>
              <a:t>Scheduling is manual: set the time, add the technician</a:t>
            </a:r>
          </a:p>
        </p:txBody>
      </p:sp>
      <p:sp>
        <p:nvSpPr>
          <p:cNvPr id="9" name="Rounded Rectangle 8"/>
          <p:cNvSpPr/>
          <p:nvPr/>
        </p:nvSpPr>
        <p:spPr>
          <a:xfrm>
            <a:off x="6504432"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04432" y="2788920"/>
            <a:ext cx="5279136" cy="109728"/>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24472" y="3063240"/>
            <a:ext cx="4639056" cy="365760"/>
          </a:xfrm>
          <a:prstGeom prst="rect">
            <a:avLst/>
          </a:prstGeom>
          <a:noFill/>
        </p:spPr>
        <p:txBody>
          <a:bodyPr wrap="square" anchor="t" lIns="0" rIns="0" tIns="0" bIns="0">
            <a:spAutoFit/>
          </a:bodyPr>
          <a:lstStyle/>
          <a:p>
            <a:pPr algn="l"/>
            <a:r>
              <a:rPr sz="1500" b="1" i="0">
                <a:solidFill>
                  <a:srgbClr val="6B2BD9"/>
                </a:solidFill>
                <a:latin typeface="Salesforce Sans"/>
              </a:rPr>
              <a:t>MANAGED PACKAGE ADDS</a:t>
            </a:r>
          </a:p>
        </p:txBody>
      </p:sp>
      <p:sp>
        <p:nvSpPr>
          <p:cNvPr id="12" name="TextBox 11"/>
          <p:cNvSpPr txBox="1"/>
          <p:nvPr/>
        </p:nvSpPr>
        <p:spPr>
          <a:xfrm>
            <a:off x="6824472"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Field Service app from AppExchange (FSL)</a:t>
            </a:r>
          </a:p>
        </p:txBody>
      </p:sp>
      <p:sp>
        <p:nvSpPr>
          <p:cNvPr id="13" name="TextBox 12"/>
          <p:cNvSpPr txBox="1"/>
          <p:nvPr/>
        </p:nvSpPr>
        <p:spPr>
          <a:xfrm>
            <a:off x="6824472"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Dispatcher Console: Gantt, map, drag and drop</a:t>
            </a:r>
          </a:p>
          <a:p>
            <a:pPr algn="l" marL="274320" indent="-274320">
              <a:spcBef>
                <a:spcPts val="900"/>
              </a:spcBef>
              <a:buChar char="•"/>
            </a:pPr>
            <a:r>
              <a:rPr sz="1600" b="0" i="0">
                <a:solidFill>
                  <a:srgbClr val="032D60"/>
                </a:solidFill>
                <a:latin typeface="Salesforce Sans"/>
              </a:rPr>
              <a:t>Automatic booking and ranked technician candidates</a:t>
            </a:r>
          </a:p>
          <a:p>
            <a:pPr algn="l" marL="274320" indent="-274320">
              <a:spcBef>
                <a:spcPts val="900"/>
              </a:spcBef>
              <a:buChar char="•"/>
            </a:pPr>
            <a:r>
              <a:rPr sz="1600" b="0" i="0">
                <a:solidFill>
                  <a:srgbClr val="032D60"/>
                </a:solidFill>
                <a:latin typeface="Salesforce Sans"/>
              </a:rPr>
              <a:t>Rules that enforce skills, territory, hours, and travel</a:t>
            </a:r>
          </a:p>
          <a:p>
            <a:pPr algn="l" marL="274320" indent="-274320">
              <a:spcBef>
                <a:spcPts val="900"/>
              </a:spcBef>
              <a:buChar char="•"/>
            </a:pPr>
            <a:r>
              <a:rPr sz="1600" b="0" i="0">
                <a:solidFill>
                  <a:srgbClr val="032D60"/>
                </a:solidFill>
                <a:latin typeface="Salesforce Sans"/>
              </a:rPr>
              <a:t>Route optimization across the whole territory</a:t>
            </a:r>
          </a:p>
          <a:p>
            <a:pPr algn="l" marL="274320" indent="-274320">
              <a:spcBef>
                <a:spcPts val="900"/>
              </a:spcBef>
              <a:buChar char="•"/>
            </a:pPr>
            <a:r>
              <a:rPr sz="1600" b="0" i="0">
                <a:solidFill>
                  <a:srgbClr val="032D60"/>
                </a:solidFill>
                <a:latin typeface="Salesforce Sans"/>
              </a:rPr>
              <a:t>Appointment booking with real arrival windows</a:t>
            </a:r>
          </a:p>
          <a:p>
            <a:pPr algn="l" marL="274320" indent="-274320">
              <a:spcBef>
                <a:spcPts val="900"/>
              </a:spcBef>
              <a:buChar char="•"/>
            </a:pPr>
            <a:r>
              <a:rPr sz="1600" b="0" i="0">
                <a:solidFill>
                  <a:srgbClr val="032D60"/>
                </a:solidFill>
                <a:latin typeface="Salesforce Sans"/>
              </a:rPr>
              <a:t>Appointment Assistant: live "on my way" updates</a:t>
            </a:r>
          </a:p>
        </p:txBody>
      </p:sp>
      <p:sp>
        <p:nvSpPr>
          <p:cNvPr id="14" name="Rounded Rectangle 13"/>
          <p:cNvSpPr/>
          <p:nvPr/>
        </p:nvSpPr>
        <p:spPr>
          <a:xfrm>
            <a:off x="12149328"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149328" y="2788920"/>
            <a:ext cx="5279136" cy="109728"/>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469368" y="3063240"/>
            <a:ext cx="4639056" cy="365760"/>
          </a:xfrm>
          <a:prstGeom prst="rect">
            <a:avLst/>
          </a:prstGeom>
          <a:noFill/>
        </p:spPr>
        <p:txBody>
          <a:bodyPr wrap="square" anchor="t" lIns="0" rIns="0" tIns="0" bIns="0">
            <a:spAutoFit/>
          </a:bodyPr>
          <a:lstStyle/>
          <a:p>
            <a:pPr algn="l"/>
            <a:r>
              <a:rPr sz="1500" b="1" i="0">
                <a:solidFill>
                  <a:srgbClr val="022AC0"/>
                </a:solidFill>
                <a:latin typeface="Salesforce Sans"/>
              </a:rPr>
              <a:t>WHERE IT SHOWS UP</a:t>
            </a:r>
          </a:p>
        </p:txBody>
      </p:sp>
      <p:sp>
        <p:nvSpPr>
          <p:cNvPr id="17" name="TextBox 16"/>
          <p:cNvSpPr txBox="1"/>
          <p:nvPr/>
        </p:nvSpPr>
        <p:spPr>
          <a:xfrm>
            <a:off x="12469368"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Scenes that change with the package</a:t>
            </a:r>
          </a:p>
        </p:txBody>
      </p:sp>
      <p:sp>
        <p:nvSpPr>
          <p:cNvPr id="18" name="TextBox 17"/>
          <p:cNvSpPr txBox="1"/>
          <p:nvPr/>
        </p:nvSpPr>
        <p:spPr>
          <a:xfrm>
            <a:off x="12469368"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Scene 4: Initial Service booked within 48 hours, automatically</a:t>
            </a:r>
          </a:p>
          <a:p>
            <a:pPr algn="l" marL="274320" indent="-274320">
              <a:spcBef>
                <a:spcPts val="900"/>
              </a:spcBef>
              <a:buChar char="•"/>
            </a:pPr>
            <a:r>
              <a:rPr sz="1600" b="0" i="0">
                <a:solidFill>
                  <a:srgbClr val="032D60"/>
                </a:solidFill>
                <a:latin typeface="Salesforce Sans"/>
              </a:rPr>
              <a:t>Scene 5: Michael tracks the technician's arrival live</a:t>
            </a:r>
          </a:p>
          <a:p>
            <a:pPr algn="l" marL="274320" indent="-274320">
              <a:spcBef>
                <a:spcPts val="900"/>
              </a:spcBef>
              <a:buChar char="•"/>
            </a:pPr>
            <a:r>
              <a:rPr sz="1600" b="0" i="0">
                <a:solidFill>
                  <a:srgbClr val="032D60"/>
                </a:solidFill>
                <a:latin typeface="Salesforce Sans"/>
              </a:rPr>
              <a:t>Scene 6: quarterly visits optimized into dense routes</a:t>
            </a:r>
          </a:p>
          <a:p>
            <a:pPr algn="l" marL="274320" indent="-274320">
              <a:spcBef>
                <a:spcPts val="900"/>
              </a:spcBef>
              <a:buChar char="•"/>
            </a:pPr>
            <a:r>
              <a:rPr sz="1600" b="0" i="0">
                <a:solidFill>
                  <a:srgbClr val="032D60"/>
                </a:solidFill>
                <a:latin typeface="Salesforce Sans"/>
              </a:rPr>
              <a:t>Scene 7: re-service booked into a real open window</a:t>
            </a:r>
          </a:p>
          <a:p>
            <a:pPr algn="l" marL="274320" indent="-274320">
              <a:spcBef>
                <a:spcPts val="900"/>
              </a:spcBef>
              <a:buChar char="•"/>
            </a:pPr>
            <a:r>
              <a:rPr sz="1600" b="0" i="0">
                <a:solidFill>
                  <a:srgbClr val="032D60"/>
                </a:solidFill>
                <a:latin typeface="Salesforce Sans"/>
              </a:rPr>
              <a:t>Scenes 1–3, 8–9: unchanged; the Revenue Cloud story is all Core</a:t>
            </a:r>
          </a:p>
        </p:txBody>
      </p:sp>
      <p:sp>
        <p:nvSpPr>
          <p:cNvPr id="19" name="Rounded Rectangle 18"/>
          <p:cNvSpPr/>
          <p:nvPr/>
        </p:nvSpPr>
        <p:spPr>
          <a:xfrm>
            <a:off x="859536" y="8549640"/>
            <a:ext cx="16568928" cy="685800"/>
          </a:xfrm>
          <a:prstGeom prst="roundRect">
            <a:avLst>
              <a:gd name="adj" fmla="val 30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8549640"/>
            <a:ext cx="15910559" cy="685800"/>
          </a:xfrm>
          <a:prstGeom prst="rect">
            <a:avLst/>
          </a:prstGeom>
          <a:noFill/>
        </p:spPr>
        <p:txBody>
          <a:bodyPr wrap="square" anchor="ctr" lIns="0" rIns="0" tIns="0" bIns="0">
            <a:spAutoFit/>
          </a:bodyPr>
          <a:lstStyle/>
          <a:p>
            <a:pPr algn="l"/>
            <a:r>
              <a:rPr sz="1400" b="1" i="0">
                <a:solidFill>
                  <a:srgbClr val="6B2BD9"/>
                </a:solidFill>
                <a:latin typeface="Salesforce Sans"/>
              </a:rPr>
              <a:t>For residential pest control, the package is close to essential: route density is the margin story (Scene 6), and Core can't show it. </a:t>
            </a:r>
            <a:r>
              <a:rPr sz="1400" b="0" i="0">
                <a:solidFill>
                  <a:srgbClr val="032D60"/>
                </a:solidFill>
                <a:latin typeface="Salesforce Sans"/>
              </a:rPr>
              <a:t>Without it, the demo books the first treatment from open times in the app (Scene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57250" y="838200"/>
            <a:ext cx="15144900" cy="857400"/>
          </a:xfrm>
        </p:spPr>
        <p:txBody>
          <a:bodyPr/>
          <a:lstStyle/>
          <a:p>
            <a:r>
              <a:t>Einstein at every step</a:t>
            </a:r>
          </a:p>
        </p:txBody>
      </p:sp>
      <p:sp>
        <p:nvSpPr>
          <p:cNvPr id="3" name="Subtitle 2"/>
          <p:cNvSpPr>
            <a:spLocks noGrp="1"/>
          </p:cNvSpPr>
          <p:nvPr>
            <p:ph type="subTitle" idx="1"/>
          </p:nvPr>
        </p:nvSpPr>
        <p:spPr>
          <a:xfrm>
            <a:off x="857250" y="1704975"/>
            <a:ext cx="15144900" cy="762000"/>
          </a:xfrm>
        </p:spPr>
        <p:txBody>
          <a:bodyPr/>
          <a:lstStyle/>
          <a:p>
            <a:r>
              <a:t>Seven AI moments. Einstein suggests; the rep, the technician or Michael decides.</a:t>
            </a:r>
          </a:p>
        </p:txBody>
      </p:sp>
      <p:sp>
        <p:nvSpPr>
          <p:cNvPr id="6" name="Rounded Rectangle 5"/>
          <p:cNvSpPr/>
          <p:nvPr/>
        </p:nvSpPr>
        <p:spPr>
          <a:xfrm>
            <a:off x="85953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7" name="Rectangle 6"/>
          <p:cNvSpPr/>
          <p:nvPr/>
        </p:nvSpPr>
        <p:spPr>
          <a:xfrm>
            <a:off x="859536" y="2788920"/>
            <a:ext cx="3950208" cy="91440"/>
          </a:xfrm>
          <a:prstGeom prst="rect">
            <a:avLst/>
          </a:prstGeom>
          <a:solidFill>
            <a:srgbClr val="0B827C"/>
          </a:solidFill>
          <a:ln>
            <a:noFill/>
          </a:ln>
          <a:effectLst/>
        </p:spPr>
        <p:txBody>
          <a:bodyPr rtlCol="0" anchor="ctr"/>
          <a:lstStyle/>
          <a:p>
            <a:pPr algn="ctr"/>
          </a:p>
        </p:txBody>
      </p:sp>
      <p:sp>
        <p:nvSpPr>
          <p:cNvPr id="8" name="TextBox 7"/>
          <p:cNvSpPr txBox="1"/>
          <p:nvPr/>
        </p:nvSpPr>
        <p:spPr>
          <a:xfrm>
            <a:off x="1133856" y="3108960"/>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 1</a:t>
            </a:r>
          </a:p>
          <a:p>
            <a:pPr algn="l">
              <a:spcBef>
                <a:spcPts val="400"/>
              </a:spcBef>
            </a:pPr>
            <a:r>
              <a:rPr sz="2000" b="1" i="0">
                <a:solidFill>
                  <a:srgbClr val="032D60"/>
                </a:solidFill>
                <a:latin typeface="Salesforce Sans"/>
              </a:rPr>
              <a:t>Visit brief</a:t>
            </a:r>
          </a:p>
          <a:p>
            <a:pPr algn="l">
              <a:spcBef>
                <a:spcPts val="600"/>
              </a:spcBef>
            </a:pPr>
            <a:r>
              <a:rPr sz="1400" b="0" i="0">
                <a:solidFill>
                  <a:srgbClr val="5A6B85"/>
                </a:solidFill>
                <a:latin typeface="Salesforce Sans"/>
              </a:rPr>
              <a:t>Why Michael called, his plans and history, and what to look for, before the door opens.</a:t>
            </a:r>
          </a:p>
        </p:txBody>
      </p:sp>
      <p:sp>
        <p:nvSpPr>
          <p:cNvPr id="9" name="Rounded Rectangle 8"/>
          <p:cNvSpPr/>
          <p:nvPr/>
        </p:nvSpPr>
        <p:spPr>
          <a:xfrm>
            <a:off x="506577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10" name="Rectangle 9"/>
          <p:cNvSpPr/>
          <p:nvPr/>
        </p:nvSpPr>
        <p:spPr>
          <a:xfrm>
            <a:off x="5065776" y="2788920"/>
            <a:ext cx="3950208" cy="91440"/>
          </a:xfrm>
          <a:prstGeom prst="rect">
            <a:avLst/>
          </a:prstGeom>
          <a:solidFill>
            <a:srgbClr val="0B827C"/>
          </a:solidFill>
          <a:ln>
            <a:noFill/>
          </a:ln>
          <a:effectLst/>
        </p:spPr>
        <p:txBody>
          <a:bodyPr rtlCol="0" anchor="ctr"/>
          <a:lstStyle/>
          <a:p>
            <a:pPr algn="ctr"/>
          </a:p>
        </p:txBody>
      </p:sp>
      <p:sp>
        <p:nvSpPr>
          <p:cNvPr id="11" name="TextBox 10"/>
          <p:cNvSpPr txBox="1"/>
          <p:nvPr/>
        </p:nvSpPr>
        <p:spPr>
          <a:xfrm>
            <a:off x="5340096" y="3108960"/>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 2</a:t>
            </a:r>
          </a:p>
          <a:p>
            <a:pPr algn="l">
              <a:spcBef>
                <a:spcPts val="400"/>
              </a:spcBef>
            </a:pPr>
            <a:r>
              <a:rPr sz="2000" b="1" i="0">
                <a:solidFill>
                  <a:srgbClr val="032D60"/>
                </a:solidFill>
                <a:latin typeface="Salesforce Sans"/>
              </a:rPr>
              <a:t>Findings from photos</a:t>
            </a:r>
          </a:p>
          <a:p>
            <a:pPr algn="l">
              <a:spcBef>
                <a:spcPts val="600"/>
              </a:spcBef>
            </a:pPr>
            <a:r>
              <a:rPr sz="1400" b="0" i="0">
                <a:solidFill>
                  <a:srgbClr val="5A6B85"/>
                </a:solidFill>
                <a:latin typeface="Salesforce Sans"/>
              </a:rPr>
              <a:t>Einstein reads each photo and suggests the pest, evidence and severity.</a:t>
            </a:r>
          </a:p>
        </p:txBody>
      </p:sp>
      <p:sp>
        <p:nvSpPr>
          <p:cNvPr id="12" name="Rounded Rectangle 11"/>
          <p:cNvSpPr/>
          <p:nvPr/>
        </p:nvSpPr>
        <p:spPr>
          <a:xfrm>
            <a:off x="927201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13" name="Rectangle 12"/>
          <p:cNvSpPr/>
          <p:nvPr/>
        </p:nvSpPr>
        <p:spPr>
          <a:xfrm>
            <a:off x="9272016" y="2788920"/>
            <a:ext cx="3950208" cy="91440"/>
          </a:xfrm>
          <a:prstGeom prst="rect">
            <a:avLst/>
          </a:prstGeom>
          <a:solidFill>
            <a:srgbClr val="0B827C"/>
          </a:solidFill>
          <a:ln>
            <a:noFill/>
          </a:ln>
          <a:effectLst/>
        </p:spPr>
        <p:txBody>
          <a:bodyPr rtlCol="0" anchor="ctr"/>
          <a:lstStyle/>
          <a:p>
            <a:pPr algn="ctr"/>
          </a:p>
        </p:txBody>
      </p:sp>
      <p:sp>
        <p:nvSpPr>
          <p:cNvPr id="14" name="TextBox 13"/>
          <p:cNvSpPr txBox="1"/>
          <p:nvPr/>
        </p:nvSpPr>
        <p:spPr>
          <a:xfrm>
            <a:off x="9546336" y="3108960"/>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 2</a:t>
            </a:r>
          </a:p>
          <a:p>
            <a:pPr algn="l">
              <a:spcBef>
                <a:spcPts val="400"/>
              </a:spcBef>
            </a:pPr>
            <a:r>
              <a:rPr sz="2000" b="1" i="0">
                <a:solidFill>
                  <a:srgbClr val="032D60"/>
                </a:solidFill>
                <a:latin typeface="Salesforce Sans"/>
              </a:rPr>
              <a:t>Notes into findings</a:t>
            </a:r>
          </a:p>
          <a:p>
            <a:pPr algn="l">
              <a:spcBef>
                <a:spcPts val="600"/>
              </a:spcBef>
            </a:pPr>
            <a:r>
              <a:rPr sz="1400" b="0" i="0">
                <a:solidFill>
                  <a:srgbClr val="5A6B85"/>
                </a:solidFill>
                <a:latin typeface="Salesforce Sans"/>
              </a:rPr>
              <a:t>Dictate what you see; Einstein fills in the finding for the rep to check.</a:t>
            </a:r>
          </a:p>
        </p:txBody>
      </p:sp>
      <p:sp>
        <p:nvSpPr>
          <p:cNvPr id="15" name="Rounded Rectangle 14"/>
          <p:cNvSpPr/>
          <p:nvPr/>
        </p:nvSpPr>
        <p:spPr>
          <a:xfrm>
            <a:off x="13478256" y="27889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16" name="Rectangle 15"/>
          <p:cNvSpPr/>
          <p:nvPr/>
        </p:nvSpPr>
        <p:spPr>
          <a:xfrm>
            <a:off x="13478256" y="2788920"/>
            <a:ext cx="3950208" cy="91440"/>
          </a:xfrm>
          <a:prstGeom prst="rect">
            <a:avLst/>
          </a:prstGeom>
          <a:solidFill>
            <a:srgbClr val="0B827C"/>
          </a:solidFill>
          <a:ln>
            <a:noFill/>
          </a:ln>
          <a:effectLst/>
        </p:spPr>
        <p:txBody>
          <a:bodyPr rtlCol="0" anchor="ctr"/>
          <a:lstStyle/>
          <a:p>
            <a:pPr algn="ctr"/>
          </a:p>
        </p:txBody>
      </p:sp>
      <p:sp>
        <p:nvSpPr>
          <p:cNvPr id="17" name="TextBox 16"/>
          <p:cNvSpPr txBox="1"/>
          <p:nvPr/>
        </p:nvSpPr>
        <p:spPr>
          <a:xfrm>
            <a:off x="13752576" y="3108960"/>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 3</a:t>
            </a:r>
          </a:p>
          <a:p>
            <a:pPr algn="l">
              <a:spcBef>
                <a:spcPts val="400"/>
              </a:spcBef>
            </a:pPr>
            <a:r>
              <a:rPr sz="2000" b="1" i="0">
                <a:solidFill>
                  <a:srgbClr val="032D60"/>
                </a:solidFill>
                <a:latin typeface="Salesforce Sans"/>
              </a:rPr>
              <a:t>Why this plan</a:t>
            </a:r>
          </a:p>
          <a:p>
            <a:pPr algn="l">
              <a:spcBef>
                <a:spcPts val="600"/>
              </a:spcBef>
            </a:pPr>
            <a:r>
              <a:rPr sz="1400" b="0" i="0">
                <a:solidFill>
                  <a:srgbClr val="5A6B85"/>
                </a:solidFill>
                <a:latin typeface="Salesforce Sans"/>
              </a:rPr>
              <a:t>Two plain sentences tying the plan to the findings, on screen and in the proposal.</a:t>
            </a:r>
          </a:p>
        </p:txBody>
      </p:sp>
      <p:sp>
        <p:nvSpPr>
          <p:cNvPr id="18" name="Rounded Rectangle 17"/>
          <p:cNvSpPr/>
          <p:nvPr/>
        </p:nvSpPr>
        <p:spPr>
          <a:xfrm>
            <a:off x="296265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19" name="Rectangle 18"/>
          <p:cNvSpPr/>
          <p:nvPr/>
        </p:nvSpPr>
        <p:spPr>
          <a:xfrm>
            <a:off x="2962656" y="5532120"/>
            <a:ext cx="3950208" cy="91440"/>
          </a:xfrm>
          <a:prstGeom prst="rect">
            <a:avLst/>
          </a:prstGeom>
          <a:solidFill>
            <a:srgbClr val="0B827C"/>
          </a:solidFill>
          <a:ln>
            <a:noFill/>
          </a:ln>
          <a:effectLst/>
        </p:spPr>
        <p:txBody>
          <a:bodyPr rtlCol="0" anchor="ctr"/>
          <a:lstStyle/>
          <a:p>
            <a:pPr algn="ctr"/>
          </a:p>
        </p:txBody>
      </p:sp>
      <p:sp>
        <p:nvSpPr>
          <p:cNvPr id="20" name="TextBox 19"/>
          <p:cNvSpPr txBox="1"/>
          <p:nvPr/>
        </p:nvSpPr>
        <p:spPr>
          <a:xfrm>
            <a:off x="3236976" y="5852159"/>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SCENES 5, 8</a:t>
            </a:r>
          </a:p>
          <a:p>
            <a:pPr algn="l">
              <a:spcBef>
                <a:spcPts val="400"/>
              </a:spcBef>
            </a:pPr>
            <a:r>
              <a:rPr sz="2000" b="1" i="0">
                <a:solidFill>
                  <a:srgbClr val="032D60"/>
                </a:solidFill>
                <a:latin typeface="Salesforce Sans"/>
              </a:rPr>
              <a:t>Ask Einstein</a:t>
            </a:r>
          </a:p>
          <a:p>
            <a:pPr algn="l">
              <a:spcBef>
                <a:spcPts val="600"/>
              </a:spcBef>
            </a:pPr>
            <a:r>
              <a:rPr sz="1400" b="0" i="0">
                <a:solidFill>
                  <a:srgbClr val="5A6B85"/>
                </a:solidFill>
                <a:latin typeface="Salesforce Sans"/>
              </a:rPr>
              <a:t>Extra add-ons and plan changes the notes support, each with its reason.</a:t>
            </a:r>
          </a:p>
        </p:txBody>
      </p:sp>
      <p:sp>
        <p:nvSpPr>
          <p:cNvPr id="21" name="Rounded Rectangle 20"/>
          <p:cNvSpPr/>
          <p:nvPr/>
        </p:nvSpPr>
        <p:spPr>
          <a:xfrm>
            <a:off x="716889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22" name="Rectangle 21"/>
          <p:cNvSpPr/>
          <p:nvPr/>
        </p:nvSpPr>
        <p:spPr>
          <a:xfrm>
            <a:off x="7168896" y="5532120"/>
            <a:ext cx="3950208" cy="91440"/>
          </a:xfrm>
          <a:prstGeom prst="rect">
            <a:avLst/>
          </a:prstGeom>
          <a:solidFill>
            <a:srgbClr val="0B827C"/>
          </a:solidFill>
          <a:ln>
            <a:noFill/>
          </a:ln>
          <a:effectLst/>
        </p:spPr>
        <p:txBody>
          <a:bodyPr rtlCol="0" anchor="ctr"/>
          <a:lstStyle/>
          <a:p>
            <a:pPr algn="ctr"/>
          </a:p>
        </p:txBody>
      </p:sp>
      <p:sp>
        <p:nvSpPr>
          <p:cNvPr id="23" name="TextBox 22"/>
          <p:cNvSpPr txBox="1"/>
          <p:nvPr/>
        </p:nvSpPr>
        <p:spPr>
          <a:xfrm>
            <a:off x="7443216" y="5852159"/>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 5</a:t>
            </a:r>
          </a:p>
          <a:p>
            <a:pPr algn="l">
              <a:spcBef>
                <a:spcPts val="400"/>
              </a:spcBef>
            </a:pPr>
            <a:r>
              <a:rPr sz="2000" b="1" i="0">
                <a:solidFill>
                  <a:srgbClr val="032D60"/>
                </a:solidFill>
                <a:latin typeface="Salesforce Sans"/>
              </a:rPr>
              <a:t>Visit summary</a:t>
            </a:r>
          </a:p>
          <a:p>
            <a:pPr algn="l">
              <a:spcBef>
                <a:spcPts val="600"/>
              </a:spcBef>
            </a:pPr>
            <a:r>
              <a:rPr sz="1400" b="0" i="0">
                <a:solidFill>
                  <a:srgbClr val="5A6B85"/>
                </a:solidFill>
                <a:latin typeface="Salesforce Sans"/>
              </a:rPr>
              <a:t>What was treated and approved, emailed to Michael when the visit is completed.</a:t>
            </a:r>
          </a:p>
        </p:txBody>
      </p:sp>
      <p:sp>
        <p:nvSpPr>
          <p:cNvPr id="24" name="Rounded Rectangle 23"/>
          <p:cNvSpPr/>
          <p:nvPr/>
        </p:nvSpPr>
        <p:spPr>
          <a:xfrm>
            <a:off x="11375136" y="5532120"/>
            <a:ext cx="3950208" cy="2514600"/>
          </a:xfrm>
          <a:prstGeom prst="roundRect">
            <a:avLst>
              <a:gd name="adj" fmla="val 6000"/>
            </a:avLst>
          </a:prstGeom>
          <a:solidFill>
            <a:srgbClr val="FFFFFF"/>
          </a:solidFill>
          <a:ln w="12700">
            <a:solidFill>
              <a:srgbClr val="D8DDE6"/>
            </a:solidFill>
          </a:ln>
          <a:effectLst/>
        </p:spPr>
        <p:txBody>
          <a:bodyPr rtlCol="0" anchor="ctr"/>
          <a:lstStyle/>
          <a:p>
            <a:pPr algn="ctr"/>
          </a:p>
        </p:txBody>
      </p:sp>
      <p:sp>
        <p:nvSpPr>
          <p:cNvPr id="25" name="Rectangle 24"/>
          <p:cNvSpPr/>
          <p:nvPr/>
        </p:nvSpPr>
        <p:spPr>
          <a:xfrm>
            <a:off x="11375136" y="5532120"/>
            <a:ext cx="3950208" cy="91440"/>
          </a:xfrm>
          <a:prstGeom prst="rect">
            <a:avLst/>
          </a:prstGeom>
          <a:solidFill>
            <a:srgbClr val="0B827C"/>
          </a:solidFill>
          <a:ln>
            <a:noFill/>
          </a:ln>
          <a:effectLst/>
        </p:spPr>
        <p:txBody>
          <a:bodyPr rtlCol="0" anchor="ctr"/>
          <a:lstStyle/>
          <a:p>
            <a:pPr algn="ctr"/>
          </a:p>
        </p:txBody>
      </p:sp>
      <p:sp>
        <p:nvSpPr>
          <p:cNvPr id="26" name="TextBox 25"/>
          <p:cNvSpPr txBox="1"/>
          <p:nvPr/>
        </p:nvSpPr>
        <p:spPr>
          <a:xfrm>
            <a:off x="11649456" y="5852159"/>
            <a:ext cx="3401568" cy="2011680"/>
          </a:xfrm>
          <a:prstGeom prst="rect">
            <a:avLst/>
          </a:prstGeom>
          <a:noFill/>
        </p:spPr>
        <p:txBody>
          <a:bodyPr wrap="square" lIns="0" rIns="0" tIns="0" bIns="0" anchor="t">
            <a:spAutoFit/>
          </a:bodyPr>
          <a:lstStyle/>
          <a:p>
            <a:pPr algn="l"/>
            <a:r>
              <a:rPr sz="1100" b="1" i="0">
                <a:solidFill>
                  <a:srgbClr val="0B827C"/>
                </a:solidFill>
                <a:latin typeface="Salesforce Sans"/>
              </a:rPr>
              <a:t>SCENES 8, 9</a:t>
            </a:r>
          </a:p>
          <a:p>
            <a:pPr algn="l">
              <a:spcBef>
                <a:spcPts val="400"/>
              </a:spcBef>
            </a:pPr>
            <a:r>
              <a:rPr sz="2000" b="1" i="0">
                <a:solidFill>
                  <a:srgbClr val="032D60"/>
                </a:solidFill>
                <a:latin typeface="Salesforce Sans"/>
              </a:rPr>
              <a:t>Billing agent</a:t>
            </a:r>
          </a:p>
          <a:p>
            <a:pPr algn="l">
              <a:spcBef>
                <a:spcPts val="600"/>
              </a:spcBef>
            </a:pPr>
            <a:r>
              <a:rPr sz="1400" b="0" i="0">
                <a:solidFill>
                  <a:srgbClr val="5A6B85"/>
                </a:solidFill>
                <a:latin typeface="Salesforce Sans"/>
              </a:rPr>
              <a:t>“Why is my bill $366?” answered line by line from the posted invoice.</a:t>
            </a:r>
          </a:p>
        </p:txBody>
      </p:sp>
      <p:sp>
        <p:nvSpPr>
          <p:cNvPr id="27" name="Rounded Rectangle 26"/>
          <p:cNvSpPr/>
          <p:nvPr/>
        </p:nvSpPr>
        <p:spPr>
          <a:xfrm>
            <a:off x="859536" y="8229600"/>
            <a:ext cx="16568928" cy="548640"/>
          </a:xfrm>
          <a:prstGeom prst="roundRect">
            <a:avLst>
              <a:gd name="adj" fmla="val 50000"/>
            </a:avLst>
          </a:prstGeom>
          <a:solidFill>
            <a:srgbClr val="E6F6F4"/>
          </a:solidFill>
          <a:ln>
            <a:noFill/>
          </a:ln>
          <a:effectLst/>
        </p:spPr>
        <p:txBody>
          <a:bodyPr rtlCol="0" anchor="ctr"/>
          <a:lstStyle/>
          <a:p>
            <a:pPr algn="ctr"/>
          </a:p>
        </p:txBody>
      </p:sp>
      <p:sp>
        <p:nvSpPr>
          <p:cNvPr id="28" name="TextBox 27"/>
          <p:cNvSpPr txBox="1"/>
          <p:nvPr/>
        </p:nvSpPr>
        <p:spPr>
          <a:xfrm>
            <a:off x="1188720" y="8229600"/>
            <a:ext cx="15910559" cy="548640"/>
          </a:xfrm>
          <a:prstGeom prst="rect">
            <a:avLst/>
          </a:prstGeom>
          <a:noFill/>
        </p:spPr>
        <p:txBody>
          <a:bodyPr wrap="square" lIns="0" rIns="0" tIns="0" bIns="0" anchor="ctr">
            <a:spAutoFit/>
          </a:bodyPr>
          <a:lstStyle/>
          <a:p>
            <a:pPr algn="l"/>
            <a:r>
              <a:rPr sz="1400" b="1" i="0">
                <a:solidFill>
                  <a:srgbClr val="0B827C"/>
                </a:solidFill>
                <a:latin typeface="Salesforce Sans"/>
              </a:rPr>
              <a:t>✧  </a:t>
            </a:r>
            <a:r>
              <a:rPr sz="1400" b="1" i="0">
                <a:solidFill>
                  <a:srgbClr val="032D60"/>
                </a:solidFill>
                <a:latin typeface="Salesforce Sans"/>
              </a:rPr>
              <a:t>Prices stay rule- and zone-based</a:t>
            </a:r>
            <a:r>
              <a:rPr sz="1400" b="0" i="0">
                <a:solidFill>
                  <a:srgbClr val="5A6B85"/>
                </a:solidFill>
                <a:latin typeface="Salesforce Sans"/>
              </a:rPr>
              <a:t>   ·   </a:t>
            </a:r>
            <a:r>
              <a:rPr sz="1400" b="1" i="0">
                <a:solidFill>
                  <a:srgbClr val="032D60"/>
                </a:solidFill>
                <a:latin typeface="Salesforce Sans"/>
              </a:rPr>
              <a:t>Nothing is saved or sold until a person accepts it</a:t>
            </a:r>
            <a:r>
              <a:rPr sz="1400" b="0" i="0">
                <a:solidFill>
                  <a:srgbClr val="5A6B85"/>
                </a:solidFill>
                <a:latin typeface="Salesforce Sans"/>
              </a:rPr>
              <a:t>   ·   </a:t>
            </a:r>
            <a:r>
              <a:rPr sz="1400" b="1" i="0">
                <a:solidFill>
                  <a:srgbClr val="032D60"/>
                </a:solidFill>
                <a:latin typeface="Salesforce Sans"/>
              </a:rPr>
              <a:t>Falls back to the records when AI is 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The inspection is the sales call</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1  ·  SELL</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Inspect, price, sign, and book the first treatment in one visit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Plan the day</a:t>
            </a:r>
          </a:p>
        </p:txBody>
      </p:sp>
      <p:sp>
        <p:nvSpPr>
          <p:cNvPr id="4" name="Subtitle 3"/>
          <p:cNvSpPr>
            <a:spLocks noGrp="1"/>
          </p:cNvSpPr>
          <p:nvPr>
            <p:ph type="subTitle" idx="2"/>
          </p:nvPr>
        </p:nvSpPr>
        <p:spPr/>
        <p:txBody>
          <a:bodyPr/>
          <a:lstStyle/>
          <a:p>
            <a:pPr marL="0" indent="0"/>
            <a:r>
              <a:rPr sz="2000">
                <a:solidFill/>
              </a:rPr>
              <a:t>Sales Rep · Field Service mobile schedule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1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rep's day in the Field Service app: inspection appointments across Bloomingdale</a:t>
            </a:r>
          </a:p>
          <a:p>
            <a:pPr algn="l" marL="274320" indent="-274320">
              <a:spcBef>
                <a:spcPts val="900"/>
              </a:spcBef>
              <a:buChar char="•"/>
            </a:pPr>
            <a:r>
              <a:rPr sz="1700" b="0" i="0">
                <a:solidFill>
                  <a:srgbClr val="032D60"/>
                </a:solidFill>
                <a:latin typeface="Salesforce Sans"/>
              </a:rPr>
              <a:t>Michael's request from last night (ants in the kitchen, mice in the garage) is the first stop</a:t>
            </a:r>
          </a:p>
          <a:p>
            <a:pPr algn="l" marL="274320" indent="-274320">
              <a:spcBef>
                <a:spcPts val="900"/>
              </a:spcBef>
              <a:buChar char="•"/>
            </a:pPr>
            <a:r>
              <a:rPr sz="1700" b="0" i="0">
                <a:solidFill>
                  <a:srgbClr val="032D60"/>
                </a:solidFill>
                <a:latin typeface="Salesforce Sans"/>
              </a:rPr>
              <a:t>His address, appointment window, and notes are on the appointment</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briefs the rep before the door opens: why Michael called, his history, and what to look for</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Last night's web form is this morning's first stop.</a:t>
            </a:r>
          </a:p>
        </p:txBody>
      </p:sp>
      <p:sp>
        <p:nvSpPr>
          <p:cNvPr id="13" name="Rounded Rectangle 12"/>
          <p:cNvSpPr/>
          <p:nvPr/>
        </p:nvSpPr>
        <p:spPr>
          <a:xfrm>
            <a:off x="9829800" y="960120"/>
            <a:ext cx="1463040" cy="329184"/>
          </a:xfrm>
          <a:prstGeom prst="roundRect">
            <a:avLst>
              <a:gd name="adj" fmla="val 50000"/>
            </a:avLst>
          </a:prstGeom>
          <a:solidFill>
            <a:srgbClr val="B75F00"/>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PARTLY 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today's schedule in the Field Service app</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Michael's free pest inspection is first</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appointment → Einstein visit brief</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Start Inspect &amp; Quote on arrival</a:t>
            </a:r>
          </a:p>
        </p:txBody>
      </p:sp>
      <p:sp>
        <p:nvSpPr>
          <p:cNvPr id="25" name="TextBox 24"/>
          <p:cNvSpPr txBox="1"/>
          <p:nvPr/>
        </p:nvSpPr>
        <p:spPr>
          <a:xfrm>
            <a:off x="9829800" y="2926080"/>
            <a:ext cx="7452360" cy="731520"/>
          </a:xfrm>
          <a:prstGeom prst="rect">
            <a:avLst/>
          </a:prstGeom>
          <a:noFill/>
        </p:spPr>
        <p:txBody>
          <a:bodyPr wrap="square">
            <a:spAutoFit/>
          </a:bodyPr>
          <a:lstStyle/>
          <a:p>
            <a:pPr algn="ctr"/>
            <a:r>
              <a:rPr sz="1400" i="1">
                <a:solidFill>
                  <a:srgbClr val="5C6B7A"/>
                </a:solidFill>
                <a:latin typeface="Salesforce Sans"/>
              </a:rPr>
              <a:t>Screenshot to add: the rep's schedule in the Field Service app</a:t>
            </a:r>
          </a:p>
        </p:txBody>
      </p:sp>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a:t>
            </a:r>
          </a:p>
        </p:txBody>
      </p:sp>
      <p:sp>
        <p:nvSpPr>
          <p:cNvPr id="27" name="Rounded Rectangle 26"/>
          <p:cNvSpPr/>
          <p:nvPr/>
        </p:nvSpPr>
        <p:spPr>
          <a:xfrm>
            <a:off x="9829800" y="4754880"/>
            <a:ext cx="7452360" cy="1325880"/>
          </a:xfrm>
          <a:prstGeom prst="roundRect">
            <a:avLst>
              <a:gd name="adj" fmla="val 6000"/>
            </a:avLst>
          </a:prstGeom>
          <a:solidFill>
            <a:srgbClr val="E6F6F4"/>
          </a:solidFill>
          <a:ln w="12700">
            <a:solidFill>
              <a:srgbClr val="0B827C"/>
            </a:solidFill>
          </a:ln>
          <a:effectLst/>
        </p:spPr>
        <p:txBody>
          <a:bodyPr rtlCol="0" anchor="ctr"/>
          <a:lstStyle/>
          <a:p>
            <a:pPr algn="ctr"/>
          </a:p>
        </p:txBody>
      </p:sp>
      <p:sp>
        <p:nvSpPr>
          <p:cNvPr id="28" name="Rectangle 27"/>
          <p:cNvSpPr/>
          <p:nvPr/>
        </p:nvSpPr>
        <p:spPr>
          <a:xfrm>
            <a:off x="9829800" y="4754880"/>
            <a:ext cx="91440" cy="1325880"/>
          </a:xfrm>
          <a:prstGeom prst="rect">
            <a:avLst/>
          </a:prstGeom>
          <a:solidFill>
            <a:srgbClr val="0B827C"/>
          </a:solidFill>
          <a:ln>
            <a:noFill/>
          </a:ln>
          <a:effectLst/>
        </p:spPr>
        <p:txBody>
          <a:bodyPr rtlCol="0" anchor="ctr"/>
          <a:lstStyle/>
          <a:p>
            <a:pPr algn="ctr"/>
          </a:p>
        </p:txBody>
      </p:sp>
      <p:sp>
        <p:nvSpPr>
          <p:cNvPr id="29" name="TextBox 28"/>
          <p:cNvSpPr txBox="1"/>
          <p:nvPr/>
        </p:nvSpPr>
        <p:spPr>
          <a:xfrm>
            <a:off x="10104120" y="4846320"/>
            <a:ext cx="7040880" cy="1143000"/>
          </a:xfrm>
          <a:prstGeom prst="rect">
            <a:avLst/>
          </a:prstGeom>
          <a:noFill/>
        </p:spPr>
        <p:txBody>
          <a:bodyPr wrap="square" lIns="0" rIns="0" tIns="0" bIns="0" anchor="ctr">
            <a:spAutoFit/>
          </a:bodyPr>
          <a:lstStyle/>
          <a:p>
            <a:pPr algn="l"/>
            <a:r>
              <a:rPr sz="1200" b="1" i="0">
                <a:solidFill>
                  <a:srgbClr val="0B827C"/>
                </a:solidFill>
                <a:latin typeface="Salesforce Sans"/>
              </a:rPr>
              <a:t>✧ WITH EINSTEIN</a:t>
            </a:r>
          </a:p>
          <a:p>
            <a:pPr algn="l">
              <a:spcBef>
                <a:spcPts val="400"/>
              </a:spcBef>
            </a:pPr>
            <a:r>
              <a:rPr sz="1400" b="0" i="0">
                <a:solidFill>
                  <a:srgbClr val="032D60"/>
                </a:solidFill>
                <a:latin typeface="Salesforce Sans"/>
              </a:rPr>
              <a:t>A visit brief tops Inspect &amp; Quote: the reason for the visit, plans, last visit, open balance and what to look for. Built from the records when Einstein is 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Inspect &amp; quote on the tablet</a:t>
            </a:r>
          </a:p>
        </p:txBody>
      </p:sp>
      <p:sp>
        <p:nvSpPr>
          <p:cNvPr id="4" name="Subtitle 3"/>
          <p:cNvSpPr>
            <a:spLocks noGrp="1"/>
          </p:cNvSpPr>
          <p:nvPr>
            <p:ph type="subTitle" idx="2"/>
          </p:nvPr>
        </p:nvSpPr>
        <p:spPr/>
        <p:txBody>
          <a:bodyPr/>
          <a:lstStyle/>
          <a:p>
            <a:pPr marL="0" indent="0"/>
            <a:r>
              <a:rPr sz="2000">
                <a:solidFill/>
              </a:rPr>
              <a:t>Sales Rep · Field Service Mobile + Revenue Cloud quote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2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 walks the property area by area, logging findings and photos: ant trails, rodent entry points</a:t>
            </a:r>
          </a:p>
          <a:p>
            <a:pPr algn="l" marL="274320" indent="-274320">
              <a:spcBef>
                <a:spcPts val="900"/>
              </a:spcBef>
              <a:buChar char="•"/>
            </a:pPr>
            <a:r>
              <a:rPr sz="1700" b="0" i="0">
                <a:solidFill>
                  <a:srgbClr val="032D60"/>
                </a:solidFill>
                <a:latin typeface="Salesforce Sans"/>
              </a:rPr>
              <a:t>Findings recommend a plan; home size and severity adjust the price</a:t>
            </a:r>
          </a:p>
          <a:p>
            <a:pPr algn="l" marL="274320" indent="-274320">
              <a:spcBef>
                <a:spcPts val="900"/>
              </a:spcBef>
              <a:buChar char="•"/>
            </a:pPr>
            <a:r>
              <a:rPr sz="1700" b="0" i="0">
                <a:solidFill>
                  <a:srgbClr val="032D60"/>
                </a:solidFill>
                <a:latin typeface="Salesforce Sans"/>
              </a:rPr>
              <a:t>Michael's ZIP sets his service-zone price</a:t>
            </a:r>
          </a:p>
          <a:p>
            <a:pPr algn="l" marL="274320" indent="-274320">
              <a:spcBef>
                <a:spcPts val="900"/>
              </a:spcBef>
              <a:buChar char="•"/>
            </a:pPr>
            <a:r>
              <a:rPr sz="1700" b="0" i="0">
                <a:solidFill>
                  <a:srgbClr val="032D60"/>
                </a:solidFill>
                <a:latin typeface="Salesforce Sans"/>
              </a:rPr>
              <a:t>A rule adds the Initial Service to every plan automatically</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reads each photo and the rep's dictated notes and suggests the pest, evidence and severity; the rep accepts or edits</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price reflects Michael's home, not a rate card.</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Walk the property: Einstein fills findings from photos</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Enter home size and property details</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Review the recommended plan and price</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Create the quote and the Rentokil proposal</a:t>
            </a:r>
          </a:p>
        </p:txBody>
      </p:sp>
      <p:pic>
        <p:nvPicPr>
          <p:cNvPr id="25" name="Picture 24" descr="s2-01-quote.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Sign &amp; pay at the door</a:t>
            </a:r>
          </a:p>
        </p:txBody>
      </p:sp>
      <p:sp>
        <p:nvSpPr>
          <p:cNvPr id="4" name="Subtitle 3"/>
          <p:cNvSpPr>
            <a:spLocks noGrp="1"/>
          </p:cNvSpPr>
          <p:nvPr>
            <p:ph type="subTitle" idx="2"/>
          </p:nvPr>
        </p:nvSpPr>
        <p:spPr/>
        <p:txBody>
          <a:bodyPr/>
          <a:lstStyle/>
          <a:p>
            <a:pPr marL="0" indent="0"/>
            <a:r>
              <a:rPr sz="2000">
                <a:solidFill/>
              </a:rPr>
              <a:t>Sales Rep + Michael · Revenue Cloud quote, order, and payment</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3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Michael reviews the Rentokil proposal with his findings and photos</a:t>
            </a:r>
          </a:p>
          <a:p>
            <a:pPr algn="l" marL="274320" indent="-274320">
              <a:spcBef>
                <a:spcPts val="900"/>
              </a:spcBef>
              <a:buChar char="•"/>
            </a:pPr>
            <a:r>
              <a:rPr sz="1700" b="0" i="0">
                <a:solidFill>
                  <a:srgbClr val="032D60"/>
                </a:solidFill>
                <a:latin typeface="Salesforce Sans"/>
              </a:rPr>
              <a:t>He picks Home Protection, adds seasonal mosquito, signs, and saves a card</a:t>
            </a:r>
          </a:p>
          <a:p>
            <a:pPr algn="l" marL="274320" indent="-274320">
              <a:spcBef>
                <a:spcPts val="900"/>
              </a:spcBef>
              <a:buChar char="•"/>
            </a:pPr>
            <a:r>
              <a:rPr sz="1700" b="0" i="0">
                <a:solidFill>
                  <a:srgbClr val="032D60"/>
                </a:solidFill>
                <a:latin typeface="Salesforce Sans"/>
              </a:rPr>
              <a:t>The order activates on the spot</a:t>
            </a:r>
          </a:p>
          <a:p>
            <a:pPr algn="l" marL="274320" indent="-274320">
              <a:spcBef>
                <a:spcPts val="900"/>
              </a:spcBef>
              <a:buChar char="•"/>
            </a:pPr>
            <a:r>
              <a:rPr sz="1700" b="0" i="0">
                <a:solidFill>
                  <a:srgbClr val="032D60"/>
                </a:solidFill>
                <a:latin typeface="Salesforce Sans"/>
              </a:rPr>
              <a:t>The rep books his first treatment from open times before leaving</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explains why this plan in two plain sentences, on screen and in the proposal</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Knock to signed in one visit, with the first treatment already on the schedule.</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proposal: why we recommend this plan</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Sign &amp; Pay: signature and card on file</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Activate the order</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Pick a treatment time → dispatched</a:t>
            </a:r>
          </a:p>
        </p:txBody>
      </p:sp>
      <p:pic>
        <p:nvPicPr>
          <p:cNvPr id="25" name="Picture 24" descr="s3-01-order.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One order, two kinds of work</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2  ·  HAND OFF</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The signed plan builds the first visit and every visit after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The plan builds itself</a:t>
            </a:r>
          </a:p>
        </p:txBody>
      </p:sp>
      <p:sp>
        <p:nvSpPr>
          <p:cNvPr id="4" name="Subtitle 3"/>
          <p:cNvSpPr>
            <a:spLocks noGrp="1"/>
          </p:cNvSpPr>
          <p:nvPr>
            <p:ph type="subTitle" idx="2"/>
          </p:nvPr>
        </p:nvSpPr>
        <p:spPr/>
        <p:txBody>
          <a:bodyPr/>
          <a:lstStyle/>
          <a:p>
            <a:pPr marL="0" indent="0"/>
            <a:r>
              <a:rPr sz="2000">
                <a:solidFill/>
              </a:rPr>
              <a:t>Operations · Dynamic Revenue Orchestration</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22AC0"/>
                </a:solidFill>
                <a:latin typeface="Salesforce Sans"/>
              </a:rPr>
              <a:t>SCENE 4  ·  HAND OFF</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order decomposes into a fulfillment plan automatically</a:t>
            </a:r>
          </a:p>
          <a:p>
            <a:pPr algn="l" marL="274320" indent="-274320">
              <a:spcBef>
                <a:spcPts val="900"/>
              </a:spcBef>
              <a:buChar char="•"/>
            </a:pPr>
            <a:r>
              <a:rPr sz="1700" b="0" i="0">
                <a:solidFill>
                  <a:srgbClr val="032D60"/>
                </a:solidFill>
                <a:latin typeface="Salesforce Sans"/>
              </a:rPr>
              <a:t>The Initial Treatment Work Order and appointment are created</a:t>
            </a:r>
          </a:p>
          <a:p>
            <a:pPr algn="l" marL="274320" indent="-274320">
              <a:spcBef>
                <a:spcPts val="900"/>
              </a:spcBef>
              <a:buChar char="•"/>
            </a:pPr>
            <a:r>
              <a:rPr sz="1700" b="0" i="0">
                <a:solidFill>
                  <a:srgbClr val="032D60"/>
                </a:solidFill>
                <a:latin typeface="Salesforce Sans"/>
              </a:rPr>
              <a:t>Each plan becomes an asset with its own monthly billing</a:t>
            </a:r>
          </a:p>
          <a:p>
            <a:pPr algn="l" marL="274320" indent="-274320">
              <a:spcBef>
                <a:spcPts val="900"/>
              </a:spcBef>
              <a:buChar char="•"/>
            </a:pPr>
            <a:r>
              <a:rPr sz="1700" b="0" i="0">
                <a:solidFill>
                  <a:srgbClr val="032D60"/>
                </a:solidFill>
                <a:latin typeface="Salesforce Sans"/>
              </a:rPr>
              <a:t>Initial Service billing waits for the treatment to be completed</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rep never calls the office. The service plan builds itself.</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The Initial Service is booked automatically into the best open slot within 48 hours, and Michael gets his arrival window by text. Nothing waits in a scheduling queue.</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order → fulfillment plan</a:t>
            </a:r>
          </a:p>
        </p:txBody>
      </p:sp>
      <p:sp>
        <p:nvSpPr>
          <p:cNvPr id="23" name="Oval 22"/>
          <p:cNvSpPr/>
          <p:nvPr/>
        </p:nvSpPr>
        <p:spPr>
          <a:xfrm>
            <a:off x="9829800" y="7379207"/>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Initial Treatment Work Order</a:t>
            </a:r>
          </a:p>
        </p:txBody>
      </p:sp>
      <p:sp>
        <p:nvSpPr>
          <p:cNvPr id="25" name="Oval 24"/>
          <p:cNvSpPr/>
          <p:nvPr/>
        </p:nvSpPr>
        <p:spPr>
          <a:xfrm>
            <a:off x="9829800" y="8000999"/>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Michael's plan assets</a:t>
            </a:r>
          </a:p>
        </p:txBody>
      </p:sp>
      <p:sp>
        <p:nvSpPr>
          <p:cNvPr id="27" name="Oval 26"/>
          <p:cNvSpPr/>
          <p:nvPr/>
        </p:nvSpPr>
        <p:spPr>
          <a:xfrm>
            <a:off x="9829800" y="8622792"/>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Point at Initial Service billing waiting</a:t>
            </a:r>
          </a:p>
        </p:txBody>
      </p:sp>
      <p:pic>
        <p:nvPicPr>
          <p:cNvPr id="29" name="Picture 28" descr="s4-02-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Every visit tied to what was sold</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3  ·  SERVE</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Billing starts with service, and the guarantee enforces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First treatment starts billing</a:t>
            </a:r>
          </a:p>
        </p:txBody>
      </p:sp>
      <p:sp>
        <p:nvSpPr>
          <p:cNvPr id="4" name="Subtitle 3"/>
          <p:cNvSpPr>
            <a:spLocks noGrp="1"/>
          </p:cNvSpPr>
          <p:nvPr>
            <p:ph type="subTitle" idx="2"/>
          </p:nvPr>
        </p:nvSpPr>
        <p:spPr/>
        <p:txBody>
          <a:bodyPr/>
          <a:lstStyle/>
          <a:p>
            <a:pPr marL="0" indent="0"/>
            <a:r>
              <a:rPr sz="2000">
                <a:solidFill/>
              </a:rPr>
              <a:t>Technician · Field Service Mobile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5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technician opens Treatment: the rep's findings and photos are the checklist</a:t>
            </a:r>
          </a:p>
          <a:p>
            <a:pPr algn="l" marL="274320" indent="-274320">
              <a:spcBef>
                <a:spcPts val="900"/>
              </a:spcBef>
              <a:buChar char="•"/>
            </a:pPr>
            <a:r>
              <a:rPr sz="1700" b="0" i="0">
                <a:solidFill>
                  <a:srgbClr val="032D60"/>
                </a:solidFill>
                <a:latin typeface="Salesforce Sans"/>
              </a:rPr>
              <a:t>A new finding, a wasp nest, becomes a one-time add-on Michael approves on the device</a:t>
            </a:r>
          </a:p>
          <a:p>
            <a:pPr algn="l" marL="274320" indent="-274320">
              <a:spcBef>
                <a:spcPts val="900"/>
              </a:spcBef>
              <a:buChar char="•"/>
            </a:pPr>
            <a:r>
              <a:rPr sz="1700" b="0" i="0">
                <a:solidFill>
                  <a:srgbClr val="032D60"/>
                </a:solidFill>
                <a:latin typeface="Salesforce Sans"/>
              </a:rPr>
              <a:t>Completing the visit posts the invoices: Initial Service, the first month, and the add-on</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suggests add-ons the notes support, and completing the visit emails Michael a summary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Michael pays when service starts, not when he signs.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Assistant texts Michael when the technician is on the way, with live location and ETA. No more waiting at home all afternoon.</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Treatment on the work order</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Work the checklist from the findings</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Find &amp; Add: log a finding → approved add-on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Complete → invoices posted, summary emailed</a:t>
            </a:r>
          </a:p>
        </p:txBody>
      </p:sp>
      <p:pic>
        <p:nvPicPr>
          <p:cNvPr id="29" name="Picture 28" descr="s5-01-work-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
        <p:nvSpPr>
          <p:cNvPr id="30" name="Rounded Rectangle 29"/>
          <p:cNvSpPr/>
          <p:nvPr/>
        </p:nvSpPr>
        <p:spPr>
          <a:xfrm>
            <a:off x="1357884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Recurring visits run themselves</a:t>
            </a:r>
          </a:p>
        </p:txBody>
      </p:sp>
      <p:sp>
        <p:nvSpPr>
          <p:cNvPr id="4" name="Subtitle 3"/>
          <p:cNvSpPr>
            <a:spLocks noGrp="1"/>
          </p:cNvSpPr>
          <p:nvPr>
            <p:ph type="subTitle" idx="2"/>
          </p:nvPr>
        </p:nvSpPr>
        <p:spPr/>
        <p:txBody>
          <a:bodyPr/>
          <a:lstStyle/>
          <a:p>
            <a:pPr marL="0" indent="0"/>
            <a:r>
              <a:rPr sz="2000">
                <a:solidFill/>
              </a:rPr>
              <a:t>Dispatcher · Field Service scheduling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6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Quarterly visits are generated from the maintenance plan without anyone booking them</a:t>
            </a:r>
          </a:p>
          <a:p>
            <a:pPr algn="l" marL="274320" indent="-274320">
              <a:spcBef>
                <a:spcPts val="900"/>
              </a:spcBef>
              <a:buChar char="•"/>
            </a:pPr>
            <a:r>
              <a:rPr sz="1700" b="0" i="0">
                <a:solidFill>
                  <a:srgbClr val="032D60"/>
                </a:solidFill>
                <a:latin typeface="Salesforce Sans"/>
              </a:rPr>
              <a:t>Each visit is routed into the Bloomingdale territory alongside neighboring customers</a:t>
            </a:r>
          </a:p>
          <a:p>
            <a:pPr algn="l" marL="274320" indent="-274320">
              <a:spcBef>
                <a:spcPts val="900"/>
              </a:spcBef>
              <a:buChar char="•"/>
            </a:pPr>
            <a:r>
              <a:rPr sz="1700" b="0" i="0">
                <a:solidFill>
                  <a:srgbClr val="032D60"/>
                </a:solidFill>
                <a:latin typeface="Salesforce Sans"/>
              </a:rPr>
              <a:t>Michael gets a reminder text with an arrival window two days before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Recurring revenue and recurring routes come from the same record.</a:t>
            </a:r>
          </a:p>
        </p:txBody>
      </p:sp>
      <p:sp>
        <p:nvSpPr>
          <p:cNvPr id="13" name="Rounded Rectangle 12"/>
          <p:cNvSpPr/>
          <p:nvPr/>
        </p:nvSpPr>
        <p:spPr>
          <a:xfrm>
            <a:off x="9829800" y="960120"/>
            <a:ext cx="1463040" cy="329184"/>
          </a:xfrm>
          <a:prstGeom prst="roundRect">
            <a:avLst>
              <a:gd name="adj" fmla="val 50000"/>
            </a:avLst>
          </a:prstGeom>
          <a:solidFill>
            <a:srgbClr val="B75F00"/>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PARTLY 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Optimization packs every quarterly visit into dense Bloomingdale routes and cuts drive time. This is where residential margin comes from, and Core alone can't show it.</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maintenance plan → upcoming visits</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generated quarterly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it on the Bloomingdale route</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reminder text to Michael</a:t>
            </a:r>
          </a:p>
        </p:txBody>
      </p:sp>
      <p:pic>
        <p:nvPicPr>
          <p:cNvPr id="29" name="Picture 28" descr="s6-01-maintenance-plan.png"/>
          <p:cNvPicPr>
            <a:picLocks noChangeAspect="1"/>
          </p:cNvPicPr>
          <p:nvPr/>
        </p:nvPicPr>
        <p:blipFill>
          <a:blip r:embed="rId3"/>
          <a:srcRect b="273"/>
          <a:stretch>
            <a:fillRect/>
          </a:stretch>
        </p:blipFill>
        <p:spPr>
          <a:xfrm>
            <a:off x="11322077" y="1554480"/>
            <a:ext cx="4467806" cy="3063240"/>
          </a:xfrm>
          <a:prstGeom prst="rect">
            <a:avLst/>
          </a:prstGeom>
          <a:ln w="9525">
            <a:solidFill>
              <a:srgbClr val="C9C9C9"/>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Re-service with a guarantee check</a:t>
            </a:r>
          </a:p>
        </p:txBody>
      </p:sp>
      <p:sp>
        <p:nvSpPr>
          <p:cNvPr id="4" name="Subtitle 3"/>
          <p:cNvSpPr>
            <a:spLocks noGrp="1"/>
          </p:cNvSpPr>
          <p:nvPr>
            <p:ph type="subTitle" idx="2"/>
          </p:nvPr>
        </p:nvSpPr>
        <p:spPr/>
        <p:txBody>
          <a:bodyPr/>
          <a:lstStyle/>
          <a:p>
            <a:pPr marL="0" indent="0"/>
            <a:r>
              <a:rPr sz="2000">
                <a:solidFill/>
              </a:rPr>
              <a:t>Customer Care + Technician · Field Service + Revenue Cloud Billing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7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Three weeks later, Michael reports ants are back in the kitchen</a:t>
            </a:r>
          </a:p>
          <a:p>
            <a:pPr algn="l" marL="274320" indent="-274320">
              <a:spcBef>
                <a:spcPts val="900"/>
              </a:spcBef>
              <a:buChar char="•"/>
            </a:pPr>
            <a:r>
              <a:rPr sz="1700" b="0" i="0">
                <a:solidFill>
                  <a:srgbClr val="032D60"/>
                </a:solidFill>
                <a:latin typeface="Salesforce Sans"/>
              </a:rPr>
              <a:t>A guarantee check finds his active Home Protection plan: re-service at no charge</a:t>
            </a:r>
          </a:p>
          <a:p>
            <a:pPr algn="l" marL="274320" indent="-274320">
              <a:spcBef>
                <a:spcPts val="900"/>
              </a:spcBef>
              <a:buChar char="•"/>
            </a:pPr>
            <a:r>
              <a:rPr sz="1700" b="0" i="0">
                <a:solidFill>
                  <a:srgbClr val="032D60"/>
                </a:solidFill>
                <a:latin typeface="Salesforce Sans"/>
              </a:rPr>
              <a:t>A neighbor without a plan gets a priced, one-time treatment that is invoiced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guarantee is enforced by the subscription, not by memory.</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4" name="Rounded Rectangle 13"/>
          <p:cNvSpPr/>
          <p:nvPr/>
        </p:nvSpPr>
        <p:spPr>
          <a:xfrm>
            <a:off x="1143000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booking offers Michael real open windows while he's still on the phone, and slots the re-service into a technician route already nearby.</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Michael's re-service request</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Covered result and $0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Repeat for the neighbor without a plan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one-time order and invoice</a:t>
            </a:r>
          </a:p>
        </p:txBody>
      </p:sp>
      <p:pic>
        <p:nvPicPr>
          <p:cNvPr id="29" name="Picture 28" descr="s7-01-asset.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srgbClr val="FFFFFF"/>
                </a:solidFill>
              </a:rPr>
              <a:t>The technician is the best salesperson</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4  ·  GROW &amp; RETAIN</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Grow the household plan and keep it through every season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Upsell &amp; upgrade on the visit</a:t>
            </a:r>
          </a:p>
        </p:txBody>
      </p:sp>
      <p:sp>
        <p:nvSpPr>
          <p:cNvPr id="4" name="Subtitle 3"/>
          <p:cNvSpPr>
            <a:spLocks noGrp="1"/>
          </p:cNvSpPr>
          <p:nvPr>
            <p:ph type="subTitle" idx="2"/>
          </p:nvPr>
        </p:nvSpPr>
        <p:spPr/>
        <p:txBody>
          <a:bodyPr/>
          <a:lstStyle/>
          <a:p>
            <a:pPr marL="0" indent="0"/>
            <a:r>
              <a:rPr sz="2000">
                <a:solidFill/>
              </a:rPr>
              <a:t>Technician → Michael · Field Service Mobile + Revenue Cloud amendment</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8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On a quarterly visit, the technician logs mud tubes on the foundation: termite activity</a:t>
            </a:r>
          </a:p>
          <a:p>
            <a:pPr algn="l" marL="274320" indent="-274320">
              <a:spcBef>
                <a:spcPts val="900"/>
              </a:spcBef>
              <a:buChar char="•"/>
            </a:pPr>
            <a:r>
              <a:rPr sz="1700" b="0" i="0">
                <a:solidFill>
                  <a:srgbClr val="032D60"/>
                </a:solidFill>
                <a:latin typeface="Salesforce Sans"/>
              </a:rPr>
              <a:t>Change the plan recommends the Termite plan, or an upgrade when a finding calls for one</a:t>
            </a:r>
          </a:p>
          <a:p>
            <a:pPr algn="l" marL="274320" indent="-274320">
              <a:spcBef>
                <a:spcPts val="900"/>
              </a:spcBef>
              <a:buChar char="•"/>
            </a:pPr>
            <a:r>
              <a:rPr sz="1700" b="0" i="0">
                <a:solidFill>
                  <a:srgbClr val="032D60"/>
                </a:solidFill>
                <a:latin typeface="Salesforce Sans"/>
              </a:rPr>
              <a:t>Michael approves on the technician's device</a:t>
            </a:r>
          </a:p>
          <a:p>
            <a:pPr algn="l" marL="274320" indent="-274320">
              <a:spcBef>
                <a:spcPts val="900"/>
              </a:spcBef>
              <a:buChar char="•"/>
            </a:pPr>
            <a:r>
              <a:rPr sz="1700" b="0" i="0">
                <a:solidFill>
                  <a:srgbClr val="032D60"/>
                </a:solidFill>
                <a:latin typeface="Salesforce Sans"/>
              </a:rPr>
              <a:t>Revenue Cloud amends his plan from tomorrow and bills the difference</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surfaces plan changes the notes support, each with its reason; Michael still approves</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person at the house is the best salesperson the company has.</a:t>
            </a:r>
          </a:p>
        </p:txBody>
      </p:sp>
      <p:sp>
        <p:nvSpPr>
          <p:cNvPr id="13" name="Rounded Rectangle 12"/>
          <p:cNvSpPr/>
          <p:nvPr/>
        </p:nvSpPr>
        <p:spPr>
          <a:xfrm>
            <a:off x="9829800" y="960120"/>
            <a:ext cx="1463040" cy="329184"/>
          </a:xfrm>
          <a:prstGeom prst="roundRect">
            <a:avLst>
              <a:gd name="adj" fmla="val 50000"/>
            </a:avLst>
          </a:prstGeom>
          <a:solidFill>
            <a:srgbClr val="2E844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LIVE</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the finding in Find &amp; Add</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Change the plan → rules and Einstein picks</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Michael approves on the device</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Amendment → upgrade on his assets + invoice</a:t>
            </a:r>
          </a:p>
        </p:txBody>
      </p:sp>
      <p:pic>
        <p:nvPicPr>
          <p:cNvPr id="25" name="Picture 24" descr="s8-01-expansion-opportunity.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Pause, resume &amp; renew</a:t>
            </a:r>
          </a:p>
        </p:txBody>
      </p:sp>
      <p:sp>
        <p:nvSpPr>
          <p:cNvPr id="4" name="Subtitle 3"/>
          <p:cNvSpPr>
            <a:spLocks noGrp="1"/>
          </p:cNvSpPr>
          <p:nvPr>
            <p:ph type="subTitle" idx="2"/>
          </p:nvPr>
        </p:nvSpPr>
        <p:spPr/>
        <p:txBody>
          <a:bodyPr/>
          <a:lstStyle/>
          <a:p>
            <a:pPr marL="0" indent="0"/>
            <a:r>
              <a:rPr sz="2000">
                <a:solidFill/>
              </a:rPr>
              <a:t>Billing + Michael · Revenue Cloud subscription lifecycle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9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Mosquito service pauses in November; visits and billing stop together</a:t>
            </a:r>
          </a:p>
          <a:p>
            <a:pPr algn="l" marL="274320" indent="-274320">
              <a:spcBef>
                <a:spcPts val="900"/>
              </a:spcBef>
              <a:buChar char="•"/>
            </a:pPr>
            <a:r>
              <a:rPr sz="1700" b="0" i="0">
                <a:solidFill>
                  <a:srgbClr val="032D60"/>
                </a:solidFill>
                <a:latin typeface="Salesforce Sans"/>
              </a:rPr>
              <a:t>It resumes automatically in April with no call and no re-sign</a:t>
            </a:r>
          </a:p>
          <a:p>
            <a:pPr algn="l" marL="274320" indent="-274320">
              <a:spcBef>
                <a:spcPts val="900"/>
              </a:spcBef>
              <a:buChar char="•"/>
            </a:pPr>
            <a:r>
              <a:rPr sz="1700" b="0" i="0">
                <a:solidFill>
                  <a:srgbClr val="032D60"/>
                </a:solidFill>
                <a:latin typeface="Salesforce Sans"/>
              </a:rPr>
              <a:t>At the one-year mark, the plan renews with the annual price adjustment</a:t>
            </a:r>
          </a:p>
          <a:p>
            <a:pPr algn="l" marL="274320" indent="-274320">
              <a:spcBef>
                <a:spcPts val="900"/>
              </a:spcBef>
              <a:buChar char="•"/>
            </a:pPr>
            <a:r>
              <a:rPr sz="1700" b="0" i="0">
                <a:solidFill>
                  <a:srgbClr val="032D60"/>
                </a:solidFill>
                <a:latin typeface="Salesforce Sans"/>
              </a:rPr>
              <a:t>One subscription view shows every visit, invoice, and change</a:t>
            </a:r>
          </a:p>
          <a:p>
            <a:pPr algn="l" marL="274320" indent="-274320">
              <a:spcBef>
                <a:spcPts val="900"/>
              </a:spcBef>
              <a:buChar char="•"/>
            </a:pPr>
            <a:r>
              <a:rPr sz="1700" b="1" i="0">
                <a:solidFill>
                  <a:srgbClr val="0B827C"/>
                </a:solidFill>
                <a:latin typeface="Salesforce Sans"/>
              </a:rPr>
              <a:t>Einstein </a:t>
            </a:r>
            <a:r>
              <a:rPr sz="1700" b="0" i="0">
                <a:solidFill>
                  <a:srgbClr val="032D60"/>
                </a:solidFill>
                <a:latin typeface="Salesforce Sans"/>
              </a:rPr>
              <a:t>answers “why is my bill $366?” line by line: plans, initial service, add-ons and tax</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Seasonal service without seasonal churn.</a:t>
            </a:r>
          </a:p>
        </p:txBody>
      </p:sp>
      <p:sp>
        <p:nvSpPr>
          <p:cNvPr id="13" name="Rounded Rectangle 12"/>
          <p:cNvSpPr/>
          <p:nvPr/>
        </p:nvSpPr>
        <p:spPr>
          <a:xfrm>
            <a:off x="9829800" y="960120"/>
            <a:ext cx="1463040" cy="329184"/>
          </a:xfrm>
          <a:prstGeom prst="roundRect">
            <a:avLst>
              <a:gd name="adj" fmla="val 50000"/>
            </a:avLst>
          </a:prstGeom>
          <a:solidFill>
            <a:srgbClr val="5C6B7A"/>
          </a:solidFill>
          <a:ln w="12700">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FFFFFF"/>
                </a:solidFill>
                <a:latin typeface="Salesforce Sans"/>
              </a:rPr>
              <a:t>VISION</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subscription timeline</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mosquito pause and resume</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termite amendment</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renewal quote and price adjustment</a:t>
            </a:r>
          </a:p>
        </p:txBody>
      </p:sp>
      <p:pic>
        <p:nvPicPr>
          <p:cNvPr id="25" name="Picture 24" descr="s7-01-asset.png"/>
          <p:cNvPicPr>
            <a:picLocks noChangeAspect="1"/>
          </p:cNvPicPr>
          <p:nvPr/>
        </p:nvPicPr>
        <p:blipFill>
          <a:blip r:embed="rId3"/>
          <a:srcRect b="13455"/>
          <a:stretch>
            <a:fillRect/>
          </a:stretch>
        </p:blipFill>
        <p:spPr>
          <a:xfrm>
            <a:off x="9829800" y="1554480"/>
            <a:ext cx="7452360" cy="4434154"/>
          </a:xfrm>
          <a:prstGeom prst="rect">
            <a:avLst/>
          </a:prstGeom>
          <a:ln w="9525">
            <a:solidFill>
              <a:srgbClr val="C9C9C9"/>
            </a:solidFill>
          </a:ln>
        </p:spPr>
      </p:pic>
      <p:sp>
        <p:nvSpPr>
          <p:cNvPr id="26" name="Rounded Rectangle 25"/>
          <p:cNvSpPr/>
          <p:nvPr/>
        </p:nvSpPr>
        <p:spPr>
          <a:xfrm>
            <a:off x="11430000" y="960120"/>
            <a:ext cx="1463040" cy="329184"/>
          </a:xfrm>
          <a:prstGeom prst="roundRect">
            <a:avLst>
              <a:gd name="adj" fmla="val 50000"/>
            </a:avLst>
          </a:prstGeom>
          <a:solidFill>
            <a:srgbClr val="0B827C"/>
          </a:solidFill>
          <a:ln>
            <a:noFill/>
          </a:ln>
          <a:effectLst/>
        </p:spPr>
        <p:txBody>
          <a:bodyPr rtlCol="0" anchor="ctr" lIns="45720" rIns="45720" tIns="0" bIns="0"/>
          <a:lstStyle/>
          <a:p>
            <a:pPr algn="ctr"/>
            <a:r>
              <a:rPr sz="1100" b="1" i="0">
                <a:solidFill>
                  <a:srgbClr val="FFFFFF"/>
                </a:solidFill>
                <a:latin typeface="Salesforce Sans"/>
              </a:rPr>
              <a:t>✧ EINSTEIN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What the audience should walk away with</a:t>
            </a:r>
          </a:p>
        </p:txBody>
      </p:sp>
      <p:sp>
        <p:nvSpPr>
          <p:cNvPr id="3" name="Subtitle 2"/>
          <p:cNvSpPr>
            <a:spLocks noGrp="1"/>
          </p:cNvSpPr>
          <p:nvPr>
            <p:ph type="subTitle" idx="1"/>
          </p:nvPr>
        </p:nvSpPr>
        <p:spPr/>
        <p:txBody>
          <a:bodyPr/>
          <a:lstStyle/>
          <a:p>
            <a:pPr marL="0" indent="0"/>
            <a:r>
              <a:rPr>
                <a:solidFill/>
              </a:rPr>
              <a:t>Three outcomes, one for each stage of the household relationship</a:t>
            </a:r>
          </a:p>
        </p:txBody>
      </p:sp>
      <p:sp>
        <p:nvSpPr>
          <p:cNvPr id="4" name="Rounded Rectangle 3"/>
          <p:cNvSpPr/>
          <p:nvPr/>
        </p:nvSpPr>
        <p:spPr>
          <a:xfrm>
            <a:off x="859536"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225295" y="3291840"/>
            <a:ext cx="731520" cy="73152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1</a:t>
            </a:r>
          </a:p>
        </p:txBody>
      </p:sp>
      <p:sp>
        <p:nvSpPr>
          <p:cNvPr id="6" name="TextBox 5"/>
          <p:cNvSpPr txBox="1"/>
          <p:nvPr/>
        </p:nvSpPr>
        <p:spPr>
          <a:xfrm>
            <a:off x="1225295"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Close on the first visit</a:t>
            </a:r>
          </a:p>
        </p:txBody>
      </p:sp>
      <p:sp>
        <p:nvSpPr>
          <p:cNvPr id="7" name="TextBox 6"/>
          <p:cNvSpPr txBox="1"/>
          <p:nvPr/>
        </p:nvSpPr>
        <p:spPr>
          <a:xfrm>
            <a:off x="1225295"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Inspect, price, sign, pay, and book the first treatment before leaving the driveway.</a:t>
            </a:r>
          </a:p>
        </p:txBody>
      </p:sp>
      <p:sp>
        <p:nvSpPr>
          <p:cNvPr id="8" name="TextBox 7"/>
          <p:cNvSpPr txBox="1"/>
          <p:nvPr/>
        </p:nvSpPr>
        <p:spPr>
          <a:xfrm>
            <a:off x="1225295" y="8001000"/>
            <a:ext cx="2377440" cy="365760"/>
          </a:xfrm>
          <a:prstGeom prst="rect">
            <a:avLst/>
          </a:prstGeom>
          <a:noFill/>
        </p:spPr>
        <p:txBody>
          <a:bodyPr wrap="square" anchor="ctr" lIns="0" rIns="0" tIns="0" bIns="0">
            <a:spAutoFit/>
          </a:bodyPr>
          <a:lstStyle/>
          <a:p>
            <a:pPr algn="l"/>
            <a:r>
              <a:rPr sz="1400" b="1" i="0">
                <a:solidFill>
                  <a:srgbClr val="066AFE"/>
                </a:solidFill>
                <a:latin typeface="Salesforce Sans"/>
              </a:rPr>
              <a:t>Shown in Scenes 1–3</a:t>
            </a:r>
          </a:p>
        </p:txBody>
      </p:sp>
      <p:sp>
        <p:nvSpPr>
          <p:cNvPr id="9" name="Rounded Rectangle 8"/>
          <p:cNvSpPr/>
          <p:nvPr/>
        </p:nvSpPr>
        <p:spPr>
          <a:xfrm>
            <a:off x="6519672"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885432" y="3291840"/>
            <a:ext cx="731520" cy="73152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2</a:t>
            </a:r>
          </a:p>
        </p:txBody>
      </p:sp>
      <p:sp>
        <p:nvSpPr>
          <p:cNvPr id="11" name="TextBox 10"/>
          <p:cNvSpPr txBox="1"/>
          <p:nvPr/>
        </p:nvSpPr>
        <p:spPr>
          <a:xfrm>
            <a:off x="6885432"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Every visit is accountable</a:t>
            </a:r>
          </a:p>
        </p:txBody>
      </p:sp>
      <p:sp>
        <p:nvSpPr>
          <p:cNvPr id="12" name="TextBox 11"/>
          <p:cNvSpPr txBox="1"/>
          <p:nvPr/>
        </p:nvSpPr>
        <p:spPr>
          <a:xfrm>
            <a:off x="6885432"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Billing starts with service, visits generate themselves, and the guarantee is enforced by the plan.</a:t>
            </a:r>
          </a:p>
        </p:txBody>
      </p:sp>
      <p:sp>
        <p:nvSpPr>
          <p:cNvPr id="13" name="TextBox 12"/>
          <p:cNvSpPr txBox="1"/>
          <p:nvPr/>
        </p:nvSpPr>
        <p:spPr>
          <a:xfrm>
            <a:off x="6885432" y="8001000"/>
            <a:ext cx="2377440" cy="365760"/>
          </a:xfrm>
          <a:prstGeom prst="rect">
            <a:avLst/>
          </a:prstGeom>
          <a:noFill/>
        </p:spPr>
        <p:txBody>
          <a:bodyPr wrap="square" anchor="ctr" lIns="0" rIns="0" tIns="0" bIns="0">
            <a:spAutoFit/>
          </a:bodyPr>
          <a:lstStyle/>
          <a:p>
            <a:pPr algn="l"/>
            <a:r>
              <a:rPr sz="1400" b="1" i="0">
                <a:solidFill>
                  <a:srgbClr val="032D60"/>
                </a:solidFill>
                <a:latin typeface="Salesforce Sans"/>
              </a:rPr>
              <a:t>Shown in Scenes 4–7</a:t>
            </a:r>
          </a:p>
        </p:txBody>
      </p:sp>
      <p:sp>
        <p:nvSpPr>
          <p:cNvPr id="14" name="Rounded Rectangle 13"/>
          <p:cNvSpPr/>
          <p:nvPr/>
        </p:nvSpPr>
        <p:spPr>
          <a:xfrm>
            <a:off x="12179808"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2545568" y="3291840"/>
            <a:ext cx="731520" cy="73152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3</a:t>
            </a:r>
          </a:p>
        </p:txBody>
      </p:sp>
      <p:sp>
        <p:nvSpPr>
          <p:cNvPr id="16" name="TextBox 15"/>
          <p:cNvSpPr txBox="1"/>
          <p:nvPr/>
        </p:nvSpPr>
        <p:spPr>
          <a:xfrm>
            <a:off x="12545568"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Grow and keep every household</a:t>
            </a:r>
          </a:p>
        </p:txBody>
      </p:sp>
      <p:sp>
        <p:nvSpPr>
          <p:cNvPr id="17" name="TextBox 16"/>
          <p:cNvSpPr txBox="1"/>
          <p:nvPr/>
        </p:nvSpPr>
        <p:spPr>
          <a:xfrm>
            <a:off x="12545568"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Technicians add services and upgrade plans with evidence, and seasonal plans pause instead of churning.</a:t>
            </a:r>
          </a:p>
        </p:txBody>
      </p:sp>
      <p:sp>
        <p:nvSpPr>
          <p:cNvPr id="18" name="TextBox 17"/>
          <p:cNvSpPr txBox="1"/>
          <p:nvPr/>
        </p:nvSpPr>
        <p:spPr>
          <a:xfrm>
            <a:off x="12545568" y="8001000"/>
            <a:ext cx="2377440" cy="365760"/>
          </a:xfrm>
          <a:prstGeom prst="rect">
            <a:avLst/>
          </a:prstGeom>
          <a:noFill/>
        </p:spPr>
        <p:txBody>
          <a:bodyPr wrap="square" anchor="ctr" lIns="0" rIns="0" tIns="0" bIns="0">
            <a:spAutoFit/>
          </a:bodyPr>
          <a:lstStyle/>
          <a:p>
            <a:pPr algn="l"/>
            <a:r>
              <a:rPr sz="1400" b="1" i="0">
                <a:solidFill>
                  <a:srgbClr val="5A1BA9"/>
                </a:solidFill>
                <a:latin typeface="Salesforce Sans"/>
              </a:rPr>
              <a:t>Shown in Scenes 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Run of show and status</a:t>
            </a:r>
          </a:p>
        </p:txBody>
      </p:sp>
      <p:sp>
        <p:nvSpPr>
          <p:cNvPr id="3" name="Subtitle 2"/>
          <p:cNvSpPr>
            <a:spLocks noGrp="1"/>
          </p:cNvSpPr>
          <p:nvPr>
            <p:ph type="subTitle" idx="1"/>
          </p:nvPr>
        </p:nvSpPr>
        <p:spPr/>
        <p:txBody>
          <a:bodyPr/>
          <a:lstStyle/>
          <a:p>
            <a:pPr marL="0" indent="0"/>
            <a:r>
              <a:rPr>
                <a:solidFill/>
              </a:rPr>
              <a:t>Who drives each scene, timing, and what's live in the demo org today</a:t>
            </a:r>
          </a:p>
        </p:txBody>
      </p:sp>
      <p:graphicFrame>
        <p:nvGraphicFramePr>
          <p:cNvPr id="4" name="Table 3"/>
          <p:cNvGraphicFramePr>
            <a:graphicFrameLocks noGrp="1"/>
          </p:cNvGraphicFramePr>
          <p:nvPr/>
        </p:nvGraphicFramePr>
        <p:xfrm>
          <a:off x="859536" y="2788920"/>
          <a:ext cx="16568928" cy="6035040"/>
        </p:xfrm>
        <a:graphic>
          <a:graphicData uri="http://schemas.openxmlformats.org/drawingml/2006/table">
            <a:tbl>
              <a:tblPr firstRow="1">
                <a:tableStyleId>{5C22544A-7EE6-4342-B048-85BDC9FD1C3A}</a:tableStyleId>
              </a:tblPr>
              <a:tblGrid>
                <a:gridCol w="640080"/>
                <a:gridCol w="3657600"/>
                <a:gridCol w="3017520"/>
                <a:gridCol w="822960"/>
                <a:gridCol w="1371600"/>
                <a:gridCol w="7059168"/>
              </a:tblGrid>
              <a:tr h="548640">
                <a:tc>
                  <a:txBody>
                    <a:bodyPr/>
                    <a:lstStyle/>
                    <a:p>
                      <a:pPr algn="l"/>
                      <a:r>
                        <a:rPr sz="1400" b="1" i="0">
                          <a:solidFill>
                            <a:srgbClr val="FFFFFF"/>
                          </a:solidFill>
                          <a:latin typeface="Salesforce Sans"/>
                        </a:rPr>
                        <a:t>#</a:t>
                      </a:r>
                    </a:p>
                  </a:txBody>
                  <a:tcPr marL="109728" marR="109728" anchor="ctr">
                    <a:solidFill>
                      <a:srgbClr val="032D60"/>
                    </a:solidFill>
                  </a:tcPr>
                </a:tc>
                <a:tc>
                  <a:txBody>
                    <a:bodyPr/>
                    <a:lstStyle/>
                    <a:p>
                      <a:pPr algn="l"/>
                      <a:r>
                        <a:rPr sz="1400" b="1" i="0">
                          <a:solidFill>
                            <a:srgbClr val="FFFFFF"/>
                          </a:solidFill>
                          <a:latin typeface="Salesforce Sans"/>
                        </a:rPr>
                        <a:t>Scene</a:t>
                      </a:r>
                    </a:p>
                  </a:txBody>
                  <a:tcPr marL="109728" marR="109728" anchor="ctr">
                    <a:solidFill>
                      <a:srgbClr val="032D60"/>
                    </a:solidFill>
                  </a:tcPr>
                </a:tc>
                <a:tc>
                  <a:txBody>
                    <a:bodyPr/>
                    <a:lstStyle/>
                    <a:p>
                      <a:pPr algn="l"/>
                      <a:r>
                        <a:rPr sz="1400" b="1" i="0">
                          <a:solidFill>
                            <a:srgbClr val="FFFFFF"/>
                          </a:solidFill>
                          <a:latin typeface="Salesforce Sans"/>
                        </a:rPr>
                        <a:t>Persona</a:t>
                      </a:r>
                    </a:p>
                  </a:txBody>
                  <a:tcPr marL="109728" marR="109728" anchor="ctr">
                    <a:solidFill>
                      <a:srgbClr val="032D60"/>
                    </a:solidFill>
                  </a:tcPr>
                </a:tc>
                <a:tc>
                  <a:txBody>
                    <a:bodyPr/>
                    <a:lstStyle/>
                    <a:p>
                      <a:pPr algn="l"/>
                      <a:r>
                        <a:rPr sz="1400" b="1" i="0">
                          <a:solidFill>
                            <a:srgbClr val="FFFFFF"/>
                          </a:solidFill>
                          <a:latin typeface="Salesforce Sans"/>
                        </a:rPr>
                        <a:t>Min</a:t>
                      </a:r>
                    </a:p>
                  </a:txBody>
                  <a:tcPr marL="109728" marR="109728" anchor="ctr">
                    <a:solidFill>
                      <a:srgbClr val="032D60"/>
                    </a:solidFill>
                  </a:tcPr>
                </a:tc>
                <a:tc>
                  <a:txBody>
                    <a:bodyPr/>
                    <a:lstStyle/>
                    <a:p>
                      <a:pPr algn="l"/>
                      <a:r>
                        <a:rPr sz="1400" b="1" i="0">
                          <a:solidFill>
                            <a:srgbClr val="FFFFFF"/>
                          </a:solidFill>
                          <a:latin typeface="Salesforce Sans"/>
                        </a:rPr>
                        <a:t>Package · AI</a:t>
                      </a:r>
                    </a:p>
                  </a:txBody>
                  <a:tcPr marL="109728" marR="109728" anchor="ctr">
                    <a:solidFill>
                      <a:srgbClr val="032D60"/>
                    </a:solidFill>
                  </a:tcPr>
                </a:tc>
                <a:tc>
                  <a:txBody>
                    <a:bodyPr/>
                    <a:lstStyle/>
                    <a:p>
                      <a:pPr algn="l"/>
                      <a:r>
                        <a:rPr sz="1400" b="1" i="0">
                          <a:solidFill>
                            <a:srgbClr val="FFFFFF"/>
                          </a:solidFill>
                          <a:latin typeface="Salesforce Sans"/>
                        </a:rPr>
                        <a:t>Status today</a:t>
                      </a:r>
                    </a:p>
                  </a:txBody>
                  <a:tcPr marL="109728" marR="109728" anchor="ctr">
                    <a:solidFill>
                      <a:srgbClr val="032D60"/>
                    </a:solidFill>
                  </a:tcPr>
                </a:tc>
              </a:tr>
              <a:tr h="548640">
                <a:tc>
                  <a:txBody>
                    <a:bodyPr/>
                    <a:lstStyle/>
                    <a:p>
                      <a:pPr algn="ctr"/>
                      <a:r>
                        <a:rPr sz="1400" b="1" i="0">
                          <a:solidFill>
                            <a:srgbClr val="066AFE"/>
                          </a:solidFill>
                          <a:latin typeface="Salesforce Sans"/>
                        </a:rPr>
                        <a:t>1</a:t>
                      </a:r>
                    </a:p>
                  </a:txBody>
                  <a:tcPr marL="109728" marR="109728" anchor="ctr">
                    <a:solidFill>
                      <a:srgbClr val="FFFFFF"/>
                    </a:solidFill>
                  </a:tcPr>
                </a:tc>
                <a:tc>
                  <a:txBody>
                    <a:bodyPr/>
                    <a:lstStyle/>
                    <a:p>
                      <a:pPr algn="l"/>
                      <a:r>
                        <a:rPr sz="1400" b="1" i="0">
                          <a:solidFill>
                            <a:srgbClr val="032D60"/>
                          </a:solidFill>
                          <a:latin typeface="Salesforce Sans"/>
                        </a:rPr>
                        <a:t>Plan the day</a:t>
                      </a:r>
                    </a:p>
                  </a:txBody>
                  <a:tcPr marL="109728" marR="109728" anchor="ctr">
                    <a:solidFill>
                      <a:srgbClr val="FFFFFF"/>
                    </a:solidFill>
                  </a:tcPr>
                </a:tc>
                <a:tc>
                  <a:txBody>
                    <a:bodyPr/>
                    <a:lstStyle/>
                    <a:p>
                      <a:pPr algn="l"/>
                      <a:r>
                        <a:rPr sz="1400" b="0" i="0">
                          <a:solidFill>
                            <a:srgbClr val="032D60"/>
                          </a:solidFill>
                          <a:latin typeface="Salesforce Sans"/>
                        </a:rPr>
                        <a:t>Sales Rep</a:t>
                      </a:r>
                    </a:p>
                  </a:txBody>
                  <a:tcPr marL="109728" marR="109728" anchor="ctr">
                    <a:solidFill>
                      <a:srgbClr val="FFFFFF"/>
                    </a:solidFill>
                  </a:tcPr>
                </a:tc>
                <a:tc>
                  <a:txBody>
                    <a:bodyPr/>
                    <a:lstStyle/>
                    <a:p>
                      <a:pPr algn="ctr"/>
                      <a:r>
                        <a:rPr sz="1400" b="0" i="0">
                          <a:solidFill>
                            <a:srgbClr val="032D60"/>
                          </a:solidFill>
                          <a:latin typeface="Salesforce Sans"/>
                        </a:rPr>
                        <a:t>1</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Partly live: inspection appointment on the schedule. Vision: web lead, route map</a:t>
                      </a:r>
                      <a:r>
                        <a:rPr sz="1200">
                          <a:solidFill>
                            <a:srgbClr val="0B827C"/>
                          </a:solidFill>
                          <a:latin typeface="Salesforce Sans"/>
                        </a:rPr>
                        <a:t> · Einstein: visit brief</a:t>
                      </a:r>
                    </a:p>
                  </a:txBody>
                  <a:tcPr marL="109728" marR="109728" anchor="ctr">
                    <a:solidFill>
                      <a:srgbClr val="FFFFFF"/>
                    </a:solidFill>
                  </a:tcPr>
                </a:tc>
              </a:tr>
              <a:tr h="548640">
                <a:tc>
                  <a:txBody>
                    <a:bodyPr/>
                    <a:lstStyle/>
                    <a:p>
                      <a:pPr algn="ctr"/>
                      <a:r>
                        <a:rPr sz="1400" b="1" i="0">
                          <a:solidFill>
                            <a:srgbClr val="066AFE"/>
                          </a:solidFill>
                          <a:latin typeface="Salesforce Sans"/>
                        </a:rPr>
                        <a:t>2</a:t>
                      </a:r>
                    </a:p>
                  </a:txBody>
                  <a:tcPr marL="109728" marR="109728" anchor="ctr">
                    <a:solidFill>
                      <a:srgbClr val="EAF5FE"/>
                    </a:solidFill>
                  </a:tcPr>
                </a:tc>
                <a:tc>
                  <a:txBody>
                    <a:bodyPr/>
                    <a:lstStyle/>
                    <a:p>
                      <a:pPr algn="l"/>
                      <a:r>
                        <a:rPr sz="1400" b="1" i="0">
                          <a:solidFill>
                            <a:srgbClr val="032D60"/>
                          </a:solidFill>
                          <a:latin typeface="Salesforce Sans"/>
                        </a:rPr>
                        <a:t>Inspect &amp; quote on the tablet</a:t>
                      </a:r>
                    </a:p>
                  </a:txBody>
                  <a:tcPr marL="109728" marR="109728" anchor="ctr">
                    <a:solidFill>
                      <a:srgbClr val="EAF5FE"/>
                    </a:solidFill>
                  </a:tcPr>
                </a:tc>
                <a:tc>
                  <a:txBody>
                    <a:bodyPr/>
                    <a:lstStyle/>
                    <a:p>
                      <a:pPr algn="l"/>
                      <a:r>
                        <a:rPr sz="1400" b="0" i="0">
                          <a:solidFill>
                            <a:srgbClr val="032D60"/>
                          </a:solidFill>
                          <a:latin typeface="Salesforce Sans"/>
                        </a:rPr>
                        <a:t>Sales Rep</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0B827C"/>
                          </a:solidFill>
                          <a:latin typeface="Salesforce Sans"/>
                        </a:rPr>
                        <a:t>✧ Einstein</a:t>
                      </a:r>
                    </a:p>
                  </a:txBody>
                  <a:tcPr marL="109728" marR="109728" anchor="ctr">
                    <a:solidFill>
                      <a:srgbClr val="EAF5FE"/>
                    </a:solidFill>
                  </a:tcPr>
                </a:tc>
                <a:tc>
                  <a:txBody>
                    <a:bodyPr/>
                    <a:lstStyle/>
                    <a:p>
                      <a:pPr algn="l"/>
                      <a:r>
                        <a:rPr sz="1200" b="0" i="0">
                          <a:solidFill>
                            <a:srgbClr val="5A6B85"/>
                          </a:solidFill>
                          <a:latin typeface="Salesforce Sans"/>
                        </a:rPr>
                        <a:t>Live: property walk, findings and photos, recommended plan, zone and attribute pricing</a:t>
                      </a:r>
                      <a:r>
                        <a:rPr sz="1200">
                          <a:solidFill>
                            <a:srgbClr val="0B827C"/>
                          </a:solidFill>
                          <a:latin typeface="Salesforce Sans"/>
                        </a:rPr>
                        <a:t> · Einstein: findings from photos and notes</a:t>
                      </a:r>
                    </a:p>
                  </a:txBody>
                  <a:tcPr marL="109728" marR="109728" anchor="ctr">
                    <a:solidFill>
                      <a:srgbClr val="EAF5FE"/>
                    </a:solidFill>
                  </a:tcPr>
                </a:tc>
              </a:tr>
              <a:tr h="548640">
                <a:tc>
                  <a:txBody>
                    <a:bodyPr/>
                    <a:lstStyle/>
                    <a:p>
                      <a:pPr algn="ctr"/>
                      <a:r>
                        <a:rPr sz="1400" b="1" i="0">
                          <a:solidFill>
                            <a:srgbClr val="066AFE"/>
                          </a:solidFill>
                          <a:latin typeface="Salesforce Sans"/>
                        </a:rPr>
                        <a:t>3</a:t>
                      </a:r>
                    </a:p>
                  </a:txBody>
                  <a:tcPr marL="109728" marR="109728" anchor="ctr">
                    <a:solidFill>
                      <a:srgbClr val="FFFFFF"/>
                    </a:solidFill>
                  </a:tcPr>
                </a:tc>
                <a:tc>
                  <a:txBody>
                    <a:bodyPr/>
                    <a:lstStyle/>
                    <a:p>
                      <a:pPr algn="l"/>
                      <a:r>
                        <a:rPr sz="1400" b="1" i="0">
                          <a:solidFill>
                            <a:srgbClr val="032D60"/>
                          </a:solidFill>
                          <a:latin typeface="Salesforce Sans"/>
                        </a:rPr>
                        <a:t>Sign &amp; pay at the door</a:t>
                      </a:r>
                    </a:p>
                  </a:txBody>
                  <a:tcPr marL="109728" marR="109728" anchor="ctr">
                    <a:solidFill>
                      <a:srgbClr val="FFFFFF"/>
                    </a:solidFill>
                  </a:tcPr>
                </a:tc>
                <a:tc>
                  <a:txBody>
                    <a:bodyPr/>
                    <a:lstStyle/>
                    <a:p>
                      <a:pPr algn="l"/>
                      <a:r>
                        <a:rPr sz="1400" b="0" i="0">
                          <a:solidFill>
                            <a:srgbClr val="032D60"/>
                          </a:solidFill>
                          <a:latin typeface="Salesforce Sans"/>
                        </a:rPr>
                        <a:t>Sales Rep + Michael</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Live: proposal PDF, Sign &amp; Pay, order activation, first-treatment booking</a:t>
                      </a:r>
                      <a:r>
                        <a:rPr sz="1200">
                          <a:solidFill>
                            <a:srgbClr val="0B827C"/>
                          </a:solidFill>
                          <a:latin typeface="Salesforce Sans"/>
                        </a:rPr>
                        <a:t> · Einstein: why this plan</a:t>
                      </a:r>
                    </a:p>
                  </a:txBody>
                  <a:tcPr marL="109728" marR="109728" anchor="ctr">
                    <a:solidFill>
                      <a:srgbClr val="FFFFFF"/>
                    </a:solidFill>
                  </a:tcPr>
                </a:tc>
              </a:tr>
              <a:tr h="548640">
                <a:tc>
                  <a:txBody>
                    <a:bodyPr/>
                    <a:lstStyle/>
                    <a:p>
                      <a:pPr algn="ctr"/>
                      <a:r>
                        <a:rPr sz="1400" b="1" i="0">
                          <a:solidFill>
                            <a:srgbClr val="022AC0"/>
                          </a:solidFill>
                          <a:latin typeface="Salesforce Sans"/>
                        </a:rPr>
                        <a:t>4</a:t>
                      </a:r>
                    </a:p>
                  </a:txBody>
                  <a:tcPr marL="109728" marR="109728" anchor="ctr">
                    <a:solidFill>
                      <a:srgbClr val="EAF5FE"/>
                    </a:solidFill>
                  </a:tcPr>
                </a:tc>
                <a:tc>
                  <a:txBody>
                    <a:bodyPr/>
                    <a:lstStyle/>
                    <a:p>
                      <a:pPr algn="l"/>
                      <a:r>
                        <a:rPr sz="1400" b="1" i="0">
                          <a:solidFill>
                            <a:srgbClr val="032D60"/>
                          </a:solidFill>
                          <a:latin typeface="Salesforce Sans"/>
                        </a:rPr>
                        <a:t>The plan builds itself</a:t>
                      </a:r>
                    </a:p>
                  </a:txBody>
                  <a:tcPr marL="109728" marR="109728" anchor="ctr">
                    <a:solidFill>
                      <a:srgbClr val="EAF5FE"/>
                    </a:solidFill>
                  </a:tcPr>
                </a:tc>
                <a:tc>
                  <a:txBody>
                    <a:bodyPr/>
                    <a:lstStyle/>
                    <a:p>
                      <a:pPr algn="l"/>
                      <a:r>
                        <a:rPr sz="1400" b="0" i="0">
                          <a:solidFill>
                            <a:srgbClr val="032D60"/>
                          </a:solidFill>
                          <a:latin typeface="Salesforce Sans"/>
                        </a:rPr>
                        <a:t>Operations</a:t>
                      </a:r>
                    </a:p>
                  </a:txBody>
                  <a:tcPr marL="109728" marR="109728" anchor="ctr">
                    <a:solidFill>
                      <a:srgbClr val="EAF5FE"/>
                    </a:solidFill>
                  </a:tcPr>
                </a:tc>
                <a:tc>
                  <a:txBody>
                    <a:bodyPr/>
                    <a:lstStyle/>
                    <a:p>
                      <a:pPr algn="ctr"/>
                      <a:r>
                        <a:rPr sz="1400" b="0" i="0">
                          <a:solidFill>
                            <a:srgbClr val="032D60"/>
                          </a:solidFill>
                          <a:latin typeface="Salesforce Sans"/>
                        </a:rPr>
                        <a:t>1.5</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Live: orchestration creates the treatment work order; milestone billing</a:t>
                      </a:r>
                    </a:p>
                  </a:txBody>
                  <a:tcPr marL="109728" marR="109728" anchor="ctr">
                    <a:solidFill>
                      <a:srgbClr val="EAF5FE"/>
                    </a:solidFill>
                  </a:tcPr>
                </a:tc>
              </a:tr>
              <a:tr h="548640">
                <a:tc>
                  <a:txBody>
                    <a:bodyPr/>
                    <a:lstStyle/>
                    <a:p>
                      <a:pPr algn="ctr"/>
                      <a:r>
                        <a:rPr sz="1400" b="1" i="0">
                          <a:solidFill>
                            <a:srgbClr val="032D60"/>
                          </a:solidFill>
                          <a:latin typeface="Salesforce Sans"/>
                        </a:rPr>
                        <a:t>5</a:t>
                      </a:r>
                    </a:p>
                  </a:txBody>
                  <a:tcPr marL="109728" marR="109728" anchor="ctr">
                    <a:solidFill>
                      <a:srgbClr val="FFFFFF"/>
                    </a:solidFill>
                  </a:tcPr>
                </a:tc>
                <a:tc>
                  <a:txBody>
                    <a:bodyPr/>
                    <a:lstStyle/>
                    <a:p>
                      <a:pPr algn="l"/>
                      <a:r>
                        <a:rPr sz="1400" b="1" i="0">
                          <a:solidFill>
                            <a:srgbClr val="032D60"/>
                          </a:solidFill>
                          <a:latin typeface="Salesforce Sans"/>
                        </a:rPr>
                        <a:t>First treatment starts billing</a:t>
                      </a:r>
                    </a:p>
                  </a:txBody>
                  <a:tcPr marL="109728" marR="109728" anchor="ctr">
                    <a:solidFill>
                      <a:srgbClr val="FFFFFF"/>
                    </a:solidFill>
                  </a:tcPr>
                </a:tc>
                <a:tc>
                  <a:txBody>
                    <a:bodyPr/>
                    <a:lstStyle/>
                    <a:p>
                      <a:pPr algn="l"/>
                      <a:r>
                        <a:rPr sz="1400" b="0" i="0">
                          <a:solidFill>
                            <a:srgbClr val="032D60"/>
                          </a:solidFill>
                          <a:latin typeface="Salesforce Sans"/>
                        </a:rPr>
                        <a:t>Technician</a:t>
                      </a:r>
                    </a:p>
                  </a:txBody>
                  <a:tcPr marL="109728" marR="109728" anchor="ctr">
                    <a:solidFill>
                      <a:srgbClr val="FFFFFF"/>
                    </a:solidFill>
                  </a:tcPr>
                </a:tc>
                <a:tc>
                  <a:txBody>
                    <a:bodyPr/>
                    <a:lstStyle/>
                    <a:p>
                      <a:pPr algn="ctr"/>
                      <a:r>
                        <a:rPr sz="1400" b="0" i="0">
                          <a:solidFill>
                            <a:srgbClr val="032D60"/>
                          </a:solidFill>
                          <a:latin typeface="Salesforce Sans"/>
                        </a:rPr>
                        <a:t>2.5</a:t>
                      </a:r>
                    </a:p>
                  </a:txBody>
                  <a:tcPr marL="109728" marR="109728" anchor="ctr">
                    <a:solidFill>
                      <a:srgbClr val="FFFFFF"/>
                    </a:solidFill>
                  </a:tcPr>
                </a:tc>
                <a:tc>
                  <a:txBody>
                    <a:bodyPr/>
                    <a:lstStyle/>
                    <a:p>
                      <a:pPr algn="l"/>
                      <a:r>
                        <a:rPr sz="1200" b="1" i="0">
                          <a:solidFill>
                            <a:srgbClr val="6B2BD9"/>
                          </a:solidFill>
                          <a:latin typeface="Salesforce Sans"/>
                        </a:rPr>
                        <a:t>✦ Enhances</a:t>
                      </a:r>
                    </a:p>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Live: treatment checklist, Find &amp; Add, completion posts invoices</a:t>
                      </a:r>
                      <a:r>
                        <a:rPr sz="1200">
                          <a:solidFill>
                            <a:srgbClr val="0B827C"/>
                          </a:solidFill>
                          <a:latin typeface="Salesforce Sans"/>
                        </a:rPr>
                        <a:t> · Einstein: add-on picks, visit summary</a:t>
                      </a:r>
                    </a:p>
                  </a:txBody>
                  <a:tcPr marL="109728" marR="109728" anchor="ctr">
                    <a:solidFill>
                      <a:srgbClr val="FFFFFF"/>
                    </a:solidFill>
                  </a:tcPr>
                </a:tc>
              </a:tr>
              <a:tr h="548640">
                <a:tc>
                  <a:txBody>
                    <a:bodyPr/>
                    <a:lstStyle/>
                    <a:p>
                      <a:pPr algn="ctr"/>
                      <a:r>
                        <a:rPr sz="1400" b="1" i="0">
                          <a:solidFill>
                            <a:srgbClr val="032D60"/>
                          </a:solidFill>
                          <a:latin typeface="Salesforce Sans"/>
                        </a:rPr>
                        <a:t>6</a:t>
                      </a:r>
                    </a:p>
                  </a:txBody>
                  <a:tcPr marL="109728" marR="109728" anchor="ctr">
                    <a:solidFill>
                      <a:srgbClr val="EAF5FE"/>
                    </a:solidFill>
                  </a:tcPr>
                </a:tc>
                <a:tc>
                  <a:txBody>
                    <a:bodyPr/>
                    <a:lstStyle/>
                    <a:p>
                      <a:pPr algn="l"/>
                      <a:r>
                        <a:rPr sz="1400" b="1" i="0">
                          <a:solidFill>
                            <a:srgbClr val="032D60"/>
                          </a:solidFill>
                          <a:latin typeface="Salesforce Sans"/>
                        </a:rPr>
                        <a:t>Recurring visits run themselves</a:t>
                      </a:r>
                    </a:p>
                  </a:txBody>
                  <a:tcPr marL="109728" marR="109728" anchor="ctr">
                    <a:solidFill>
                      <a:srgbClr val="EAF5FE"/>
                    </a:solidFill>
                  </a:tcPr>
                </a:tc>
                <a:tc>
                  <a:txBody>
                    <a:bodyPr/>
                    <a:lstStyle/>
                    <a:p>
                      <a:pPr algn="l"/>
                      <a:r>
                        <a:rPr sz="1400" b="0" i="0">
                          <a:solidFill>
                            <a:srgbClr val="032D60"/>
                          </a:solidFill>
                          <a:latin typeface="Salesforce Sans"/>
                        </a:rPr>
                        <a:t>Dispatcher</a:t>
                      </a:r>
                    </a:p>
                  </a:txBody>
                  <a:tcPr marL="109728" marR="109728" anchor="ctr">
                    <a:solidFill>
                      <a:srgbClr val="EAF5FE"/>
                    </a:solidFill>
                  </a:tcPr>
                </a:tc>
                <a:tc>
                  <a:txBody>
                    <a:bodyPr/>
                    <a:lstStyle/>
                    <a:p>
                      <a:pPr algn="ctr"/>
                      <a:r>
                        <a:rPr sz="1400" b="0" i="0">
                          <a:solidFill>
                            <a:srgbClr val="032D60"/>
                          </a:solidFill>
                          <a:latin typeface="Salesforce Sans"/>
                        </a:rPr>
                        <a:t>1</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Partly live: quarterly maintenance plan. Vision: routing, reminders</a:t>
                      </a:r>
                    </a:p>
                  </a:txBody>
                  <a:tcPr marL="109728" marR="109728" anchor="ctr">
                    <a:solidFill>
                      <a:srgbClr val="EAF5FE"/>
                    </a:solidFill>
                  </a:tcPr>
                </a:tc>
              </a:tr>
              <a:tr h="548640">
                <a:tc>
                  <a:txBody>
                    <a:bodyPr/>
                    <a:lstStyle/>
                    <a:p>
                      <a:pPr algn="ctr"/>
                      <a:r>
                        <a:rPr sz="1400" b="1" i="0">
                          <a:solidFill>
                            <a:srgbClr val="032D60"/>
                          </a:solidFill>
                          <a:latin typeface="Salesforce Sans"/>
                        </a:rPr>
                        <a:t>7</a:t>
                      </a:r>
                    </a:p>
                  </a:txBody>
                  <a:tcPr marL="109728" marR="109728" anchor="ctr">
                    <a:solidFill>
                      <a:srgbClr val="FFFFFF"/>
                    </a:solidFill>
                  </a:tcPr>
                </a:tc>
                <a:tc>
                  <a:txBody>
                    <a:bodyPr/>
                    <a:lstStyle/>
                    <a:p>
                      <a:pPr algn="l"/>
                      <a:r>
                        <a:rPr sz="1400" b="1" i="0">
                          <a:solidFill>
                            <a:srgbClr val="032D60"/>
                          </a:solidFill>
                          <a:latin typeface="Salesforce Sans"/>
                        </a:rPr>
                        <a:t>Re-service with a guarantee check</a:t>
                      </a:r>
                    </a:p>
                  </a:txBody>
                  <a:tcPr marL="109728" marR="109728" anchor="ctr">
                    <a:solidFill>
                      <a:srgbClr val="FFFFFF"/>
                    </a:solidFill>
                  </a:tcPr>
                </a:tc>
                <a:tc>
                  <a:txBody>
                    <a:bodyPr/>
                    <a:lstStyle/>
                    <a:p>
                      <a:pPr algn="l"/>
                      <a:r>
                        <a:rPr sz="1400" b="0" i="0">
                          <a:solidFill>
                            <a:srgbClr val="032D60"/>
                          </a:solidFill>
                          <a:latin typeface="Salesforce Sans"/>
                        </a:rPr>
                        <a:t>Customer Care + Technician</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Live: coverage check; free or priced re-service with invoice</a:t>
                      </a:r>
                    </a:p>
                  </a:txBody>
                  <a:tcPr marL="109728" marR="109728" anchor="ctr">
                    <a:solidFill>
                      <a:srgbClr val="FFFFFF"/>
                    </a:solidFill>
                  </a:tcPr>
                </a:tc>
              </a:tr>
              <a:tr h="548640">
                <a:tc>
                  <a:txBody>
                    <a:bodyPr/>
                    <a:lstStyle/>
                    <a:p>
                      <a:pPr algn="ctr"/>
                      <a:r>
                        <a:rPr sz="1400" b="1" i="0">
                          <a:solidFill>
                            <a:srgbClr val="5A1BA9"/>
                          </a:solidFill>
                          <a:latin typeface="Salesforce Sans"/>
                        </a:rPr>
                        <a:t>8</a:t>
                      </a:r>
                    </a:p>
                  </a:txBody>
                  <a:tcPr marL="109728" marR="109728" anchor="ctr">
                    <a:solidFill>
                      <a:srgbClr val="EAF5FE"/>
                    </a:solidFill>
                  </a:tcPr>
                </a:tc>
                <a:tc>
                  <a:txBody>
                    <a:bodyPr/>
                    <a:lstStyle/>
                    <a:p>
                      <a:pPr algn="l"/>
                      <a:r>
                        <a:rPr sz="1400" b="1" i="0">
                          <a:solidFill>
                            <a:srgbClr val="032D60"/>
                          </a:solidFill>
                          <a:latin typeface="Salesforce Sans"/>
                        </a:rPr>
                        <a:t>Upsell &amp; upgrade on the visit</a:t>
                      </a:r>
                    </a:p>
                  </a:txBody>
                  <a:tcPr marL="109728" marR="109728" anchor="ctr">
                    <a:solidFill>
                      <a:srgbClr val="EAF5FE"/>
                    </a:solidFill>
                  </a:tcPr>
                </a:tc>
                <a:tc>
                  <a:txBody>
                    <a:bodyPr/>
                    <a:lstStyle/>
                    <a:p>
                      <a:pPr algn="l"/>
                      <a:r>
                        <a:rPr sz="1400" b="0" i="0">
                          <a:solidFill>
                            <a:srgbClr val="032D60"/>
                          </a:solidFill>
                          <a:latin typeface="Salesforce Sans"/>
                        </a:rPr>
                        <a:t>Technician → Michael</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0B827C"/>
                          </a:solidFill>
                          <a:latin typeface="Salesforce Sans"/>
                        </a:rPr>
                        <a:t>✧ Einstein</a:t>
                      </a:r>
                    </a:p>
                  </a:txBody>
                  <a:tcPr marL="109728" marR="109728" anchor="ctr">
                    <a:solidFill>
                      <a:srgbClr val="EAF5FE"/>
                    </a:solidFill>
                  </a:tcPr>
                </a:tc>
                <a:tc>
                  <a:txBody>
                    <a:bodyPr/>
                    <a:lstStyle/>
                    <a:p>
                      <a:pPr algn="l"/>
                      <a:r>
                        <a:rPr sz="1200" b="0" i="0">
                          <a:solidFill>
                            <a:srgbClr val="5A6B85"/>
                          </a:solidFill>
                          <a:latin typeface="Salesforce Sans"/>
                        </a:rPr>
                        <a:t>Live: Change the plan; upgrade, downgrade or add on an amendment</a:t>
                      </a:r>
                      <a:r>
                        <a:rPr sz="1200">
                          <a:solidFill>
                            <a:srgbClr val="0B827C"/>
                          </a:solidFill>
                          <a:latin typeface="Salesforce Sans"/>
                        </a:rPr>
                        <a:t> · Einstein: plan picks</a:t>
                      </a:r>
                    </a:p>
                  </a:txBody>
                  <a:tcPr marL="109728" marR="109728" anchor="ctr">
                    <a:solidFill>
                      <a:srgbClr val="EAF5FE"/>
                    </a:solidFill>
                  </a:tcPr>
                </a:tc>
              </a:tr>
              <a:tr h="548640">
                <a:tc>
                  <a:txBody>
                    <a:bodyPr/>
                    <a:lstStyle/>
                    <a:p>
                      <a:pPr algn="ctr"/>
                      <a:r>
                        <a:rPr sz="1400" b="1" i="0">
                          <a:solidFill>
                            <a:srgbClr val="5A1BA9"/>
                          </a:solidFill>
                          <a:latin typeface="Salesforce Sans"/>
                        </a:rPr>
                        <a:t>9</a:t>
                      </a:r>
                    </a:p>
                  </a:txBody>
                  <a:tcPr marL="109728" marR="109728" anchor="ctr">
                    <a:solidFill>
                      <a:srgbClr val="FFFFFF"/>
                    </a:solidFill>
                  </a:tcPr>
                </a:tc>
                <a:tc>
                  <a:txBody>
                    <a:bodyPr/>
                    <a:lstStyle/>
                    <a:p>
                      <a:pPr algn="l"/>
                      <a:r>
                        <a:rPr sz="1400" b="1" i="0">
                          <a:solidFill>
                            <a:srgbClr val="032D60"/>
                          </a:solidFill>
                          <a:latin typeface="Salesforce Sans"/>
                        </a:rPr>
                        <a:t>Pause, resume &amp; renew</a:t>
                      </a:r>
                    </a:p>
                  </a:txBody>
                  <a:tcPr marL="109728" marR="109728" anchor="ctr">
                    <a:solidFill>
                      <a:srgbClr val="FFFFFF"/>
                    </a:solidFill>
                  </a:tcPr>
                </a:tc>
                <a:tc>
                  <a:txBody>
                    <a:bodyPr/>
                    <a:lstStyle/>
                    <a:p>
                      <a:pPr algn="l"/>
                      <a:r>
                        <a:rPr sz="1400" b="0" i="0">
                          <a:solidFill>
                            <a:srgbClr val="032D60"/>
                          </a:solidFill>
                          <a:latin typeface="Salesforce Sans"/>
                        </a:rPr>
                        <a:t>Billing + Michael</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0B827C"/>
                          </a:solidFill>
                          <a:latin typeface="Salesforce Sans"/>
                        </a:rPr>
                        <a:t>✧ Einstein</a:t>
                      </a:r>
                    </a:p>
                  </a:txBody>
                  <a:tcPr marL="109728" marR="109728" anchor="ctr">
                    <a:solidFill>
                      <a:srgbClr val="FFFFFF"/>
                    </a:solidFill>
                  </a:tcPr>
                </a:tc>
                <a:tc>
                  <a:txBody>
                    <a:bodyPr/>
                    <a:lstStyle/>
                    <a:p>
                      <a:pPr algn="l"/>
                      <a:r>
                        <a:rPr sz="1200" b="0" i="0">
                          <a:solidFill>
                            <a:srgbClr val="5A6B85"/>
                          </a:solidFill>
                          <a:latin typeface="Salesforce Sans"/>
                        </a:rPr>
                        <a:t>Vision: seasonal pause and resume, renewal with uplift, timeline</a:t>
                      </a:r>
                      <a:r>
                        <a:rPr sz="1200">
                          <a:solidFill>
                            <a:srgbClr val="0B827C"/>
                          </a:solidFill>
                          <a:latin typeface="Salesforce Sans"/>
                        </a:rPr>
                        <a:t> · Einstein: billing agent (live)</a:t>
                      </a:r>
                    </a:p>
                  </a:txBody>
                  <a:tcPr marL="109728" marR="109728" anchor="ctr">
                    <a:solidFill>
                      <a:srgbClr val="FFFFFF"/>
                    </a:solidFill>
                  </a:tcPr>
                </a:tc>
              </a:tr>
              <a:tr h="548640">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l"/>
                      <a:r>
                        <a:rPr sz="1400" b="1" i="0">
                          <a:solidFill>
                            <a:srgbClr val="032D60"/>
                          </a:solidFill>
                          <a:latin typeface="Salesforce Sans"/>
                        </a:rPr>
                        <a:t>Total</a:t>
                      </a:r>
                    </a:p>
                  </a:txBody>
                  <a:tcPr marL="109728" marR="109728" anchor="ctr">
                    <a:solidFill>
                      <a:srgbClr val="EAF5FE"/>
                    </a:solidFill>
                  </a:tcPr>
                </a:tc>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ctr"/>
                      <a:r>
                        <a:rPr sz="1400" b="1" i="0">
                          <a:solidFill>
                            <a:srgbClr val="032D60"/>
                          </a:solidFill>
                          <a:latin typeface="Salesforce Sans"/>
                        </a:rPr>
                        <a:t>16.5</a:t>
                      </a:r>
                    </a:p>
                  </a:txBody>
                  <a:tcPr marL="109728" marR="109728" anchor="ctr">
                    <a:solidFill>
                      <a:srgbClr val="EAF5FE"/>
                    </a:solidFill>
                  </a:tcPr>
                </a:tc>
                <a:tc>
                  <a:txBody>
                    <a:bodyPr/>
                    <a:lstStyle/>
                    <a:p>
                      <a:pPr algn="l"/>
                      <a:r>
                        <a:rPr sz="1200" b="1" i="0">
                          <a:solidFill>
                            <a:srgbClr val="6B2BD9"/>
                          </a:solidFill>
                          <a:latin typeface="Salesforce Sans"/>
                        </a:rPr>
                        <a:t>Scenes 4–7</a:t>
                      </a:r>
                    </a:p>
                    <a:p>
                      <a:pPr algn="l"/>
                      <a:r>
                        <a:rPr sz="1200" b="1" i="0">
                          <a:solidFill>
                            <a:srgbClr val="0B827C"/>
                          </a:solidFill>
                          <a:latin typeface="Salesforce Sans"/>
                        </a:rPr>
                        <a:t>✧ 1–3, 5, 8, 9</a:t>
                      </a:r>
                    </a:p>
                  </a:txBody>
                  <a:tcPr marL="109728" marR="109728" anchor="ctr">
                    <a:solidFill>
                      <a:srgbClr val="EAF5FE"/>
                    </a:solidFill>
                  </a:tcPr>
                </a:tc>
                <a:tc>
                  <a:txBody>
                    <a:bodyPr/>
                    <a:lstStyle/>
                    <a:p>
                      <a:pPr algn="l"/>
                      <a:r>
                        <a:rPr sz="1300" b="1" i="0">
                          <a:solidFill>
                            <a:srgbClr val="066AFE"/>
                          </a:solidFill>
                          <a:latin typeface="Salesforce Sans"/>
                        </a:rPr>
                        <a:t>Live: Scenes 2–5, 7, 8 · Partly live: 1, 6 · Vision: 9</a:t>
                      </a:r>
                    </a:p>
                  </a:txBody>
                  <a:tcPr marL="109728" marR="109728" anchor="ctr">
                    <a:solidFill>
                      <a:srgbClr val="EAF5FE"/>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